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Lst>
  <p:sldSz cy="6858000" cx="9144000"/>
  <p:notesSz cx="6858000" cy="9144000"/>
  <p:embeddedFontLst>
    <p:embeddedFont>
      <p:font typeface="Poppins"/>
      <p:regular r:id="rId34"/>
      <p:bold r:id="rId35"/>
      <p:italic r:id="rId36"/>
      <p:boldItalic r:id="rId37"/>
    </p:embeddedFont>
    <p:embeddedFont>
      <p:font typeface="Jost"/>
      <p:regular r:id="rId38"/>
      <p:bold r:id="rId39"/>
      <p:italic r:id="rId40"/>
      <p:boldItalic r:id="rId41"/>
    </p:embeddedFont>
    <p:embeddedFont>
      <p:font typeface="Poppins Medium"/>
      <p:regular r:id="rId42"/>
      <p:bold r:id="rId43"/>
      <p:italic r:id="rId44"/>
      <p:boldItalic r:id="rId45"/>
    </p:embeddedFont>
    <p:embeddedFont>
      <p:font typeface="Poppins SemiBold"/>
      <p:regular r:id="rId46"/>
      <p:bold r:id="rId47"/>
      <p:italic r:id="rId48"/>
      <p:boldItalic r:id="rId49"/>
    </p:embeddedFont>
    <p:embeddedFont>
      <p:font typeface="Nunito Black"/>
      <p:bold r:id="rId50"/>
      <p:boldItalic r:id="rId5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747775"/>
          </p15:clr>
        </p15:guide>
        <p15:guide id="2" pos="2880">
          <p15:clr>
            <a:srgbClr val="747775"/>
          </p15:clr>
        </p15:guide>
      </p15:sldGuideLst>
    </p:ext>
    <p:ext uri="GoogleSlidesCustomDataVersion2">
      <go:slidesCustomData xmlns:go="http://customooxmlschemas.google.com/" r:id="rId52" roundtripDataSignature="AMtx7mgKQTJDNv9c/P1q1SPwg3LiXoXB/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FE81FF7D-B21A-48B9-A2D2-B972A38A1FF6}">
  <a:tblStyle styleId="{FE81FF7D-B21A-48B9-A2D2-B972A38A1FF6}" styleName="Table_0">
    <a:wholeTbl>
      <a:tcTxStyle b="off" i="off">
        <a:font>
          <a:latin typeface="Calibri"/>
          <a:ea typeface="Calibri"/>
          <a:cs typeface="Calibri"/>
        </a:font>
        <a:srgbClr val="000000"/>
      </a:tcTxStyle>
      <a:tcStyle>
        <a:tcBdr>
          <a:left>
            <a:ln cap="flat" cmpd="sng" w="9525">
              <a:solidFill>
                <a:srgbClr val="000000">
                  <a:alpha val="0"/>
                </a:srgbClr>
              </a:solidFill>
              <a:prstDash val="solid"/>
              <a:round/>
              <a:headEnd len="sm" w="sm" type="none"/>
              <a:tailEnd len="sm" w="sm" type="none"/>
            </a:ln>
          </a:left>
          <a:right>
            <a:ln cap="flat" cmpd="sng" w="9525">
              <a:solidFill>
                <a:srgbClr val="000000">
                  <a:alpha val="0"/>
                </a:srgbClr>
              </a:solidFill>
              <a:prstDash val="solid"/>
              <a:round/>
              <a:headEnd len="sm" w="sm" type="none"/>
              <a:tailEnd len="sm" w="sm" type="none"/>
            </a:ln>
          </a:right>
          <a:top>
            <a:ln cap="flat" cmpd="sng" w="9525">
              <a:solidFill>
                <a:srgbClr val="000000">
                  <a:alpha val="0"/>
                </a:srgbClr>
              </a:solidFill>
              <a:prstDash val="solid"/>
              <a:round/>
              <a:headEnd len="sm" w="sm" type="none"/>
              <a:tailEnd len="sm" w="sm" type="none"/>
            </a:ln>
          </a:top>
          <a:bottom>
            <a:ln cap="flat" cmpd="sng" w="9525">
              <a:solidFill>
                <a:srgbClr val="000000">
                  <a:alpha val="0"/>
                </a:srgbClr>
              </a:solidFill>
              <a:prstDash val="solid"/>
              <a:round/>
              <a:headEnd len="sm" w="sm" type="none"/>
              <a:tailEnd len="sm" w="sm" type="none"/>
            </a:ln>
          </a:bottom>
          <a:insideH>
            <a:ln cap="flat" cmpd="sng" w="9525">
              <a:solidFill>
                <a:srgbClr val="000000">
                  <a:alpha val="0"/>
                </a:srgbClr>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rgbClr val="FFFFFF">
              <a:alpha val="0"/>
            </a:srgbClr>
          </a:solidFill>
        </a:fill>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Relationships xmlns="http://schemas.openxmlformats.org/package/2006/relationships"><Relationship Id="rId40" Type="http://schemas.openxmlformats.org/officeDocument/2006/relationships/font" Target="fonts/Jost-italic.fntdata"/><Relationship Id="rId42" Type="http://schemas.openxmlformats.org/officeDocument/2006/relationships/font" Target="fonts/PoppinsMedium-regular.fntdata"/><Relationship Id="rId41" Type="http://schemas.openxmlformats.org/officeDocument/2006/relationships/font" Target="fonts/Jost-boldItalic.fntdata"/><Relationship Id="rId44" Type="http://schemas.openxmlformats.org/officeDocument/2006/relationships/font" Target="fonts/PoppinsMedium-italic.fntdata"/><Relationship Id="rId43" Type="http://schemas.openxmlformats.org/officeDocument/2006/relationships/font" Target="fonts/PoppinsMedium-bold.fntdata"/><Relationship Id="rId46" Type="http://schemas.openxmlformats.org/officeDocument/2006/relationships/font" Target="fonts/PoppinsSemiBold-regular.fntdata"/><Relationship Id="rId45" Type="http://schemas.openxmlformats.org/officeDocument/2006/relationships/font" Target="fonts/PoppinsMedium-bold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font" Target="fonts/PoppinsSemiBold-italic.fntdata"/><Relationship Id="rId47" Type="http://schemas.openxmlformats.org/officeDocument/2006/relationships/font" Target="fonts/PoppinsSemiBold-bold.fntdata"/><Relationship Id="rId49" Type="http://schemas.openxmlformats.org/officeDocument/2006/relationships/font" Target="fonts/PoppinsSemiBold-boldItalic.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font" Target="fonts/Poppins-bold.fntdata"/><Relationship Id="rId34" Type="http://schemas.openxmlformats.org/officeDocument/2006/relationships/font" Target="fonts/Poppins-regular.fntdata"/><Relationship Id="rId37" Type="http://schemas.openxmlformats.org/officeDocument/2006/relationships/font" Target="fonts/Poppins-boldItalic.fntdata"/><Relationship Id="rId36" Type="http://schemas.openxmlformats.org/officeDocument/2006/relationships/font" Target="fonts/Poppins-italic.fntdata"/><Relationship Id="rId39" Type="http://schemas.openxmlformats.org/officeDocument/2006/relationships/font" Target="fonts/Jost-bold.fntdata"/><Relationship Id="rId38" Type="http://schemas.openxmlformats.org/officeDocument/2006/relationships/font" Target="fonts/Jost-regular.fntdata"/><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font" Target="fonts/NunitoBlack-boldItalic.fntdata"/><Relationship Id="rId50" Type="http://schemas.openxmlformats.org/officeDocument/2006/relationships/font" Target="fonts/NunitoBlack-bold.fntdata"/><Relationship Id="rId52" Type="http://customschemas.google.com/relationships/presentationmetadata" Target="metadata"/><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7" name="Shape 647"/>
        <p:cNvGrpSpPr/>
        <p:nvPr/>
      </p:nvGrpSpPr>
      <p:grpSpPr>
        <a:xfrm>
          <a:off x="0" y="0"/>
          <a:ext cx="0" cy="0"/>
          <a:chOff x="0" y="0"/>
          <a:chExt cx="0" cy="0"/>
        </a:xfrm>
      </p:grpSpPr>
      <p:sp>
        <p:nvSpPr>
          <p:cNvPr id="648" name="Google Shape;648;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49" name="Google Shape;649;p1: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7" name="Shape 657"/>
        <p:cNvGrpSpPr/>
        <p:nvPr/>
      </p:nvGrpSpPr>
      <p:grpSpPr>
        <a:xfrm>
          <a:off x="0" y="0"/>
          <a:ext cx="0" cy="0"/>
          <a:chOff x="0" y="0"/>
          <a:chExt cx="0" cy="0"/>
        </a:xfrm>
      </p:grpSpPr>
      <p:sp>
        <p:nvSpPr>
          <p:cNvPr id="658" name="Google Shape;658;g2bee4f4af4b_0_204: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59" name="Google Shape;659;g2bee4f4af4b_0_20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60" name="Google Shape;660;g2bee4f4af4b_0_20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6" name="Shape 676"/>
        <p:cNvGrpSpPr/>
        <p:nvPr/>
      </p:nvGrpSpPr>
      <p:grpSpPr>
        <a:xfrm>
          <a:off x="0" y="0"/>
          <a:ext cx="0" cy="0"/>
          <a:chOff x="0" y="0"/>
          <a:chExt cx="0" cy="0"/>
        </a:xfrm>
      </p:grpSpPr>
      <p:sp>
        <p:nvSpPr>
          <p:cNvPr id="677" name="Google Shape;677;g341b55efd58_0_1: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78" name="Google Shape;678;g341b55efd58_0_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79" name="Google Shape;679;g341b55efd58_0_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6" name="Shape 706"/>
        <p:cNvGrpSpPr/>
        <p:nvPr/>
      </p:nvGrpSpPr>
      <p:grpSpPr>
        <a:xfrm>
          <a:off x="0" y="0"/>
          <a:ext cx="0" cy="0"/>
          <a:chOff x="0" y="0"/>
          <a:chExt cx="0" cy="0"/>
        </a:xfrm>
      </p:grpSpPr>
      <p:sp>
        <p:nvSpPr>
          <p:cNvPr id="707" name="Google Shape;707;g341b55efd58_0_30: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08" name="Google Shape;708;g341b55efd58_0_3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09" name="Google Shape;709;g341b55efd58_0_3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2" name="Shape 742"/>
        <p:cNvGrpSpPr/>
        <p:nvPr/>
      </p:nvGrpSpPr>
      <p:grpSpPr>
        <a:xfrm>
          <a:off x="0" y="0"/>
          <a:ext cx="0" cy="0"/>
          <a:chOff x="0" y="0"/>
          <a:chExt cx="0" cy="0"/>
        </a:xfrm>
      </p:grpSpPr>
      <p:sp>
        <p:nvSpPr>
          <p:cNvPr id="743" name="Google Shape;743;g341b55efd58_0_65: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44" name="Google Shape;744;g341b55efd58_0_6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45" name="Google Shape;745;g341b55efd58_0_6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0" name="Shape 790"/>
        <p:cNvGrpSpPr/>
        <p:nvPr/>
      </p:nvGrpSpPr>
      <p:grpSpPr>
        <a:xfrm>
          <a:off x="0" y="0"/>
          <a:ext cx="0" cy="0"/>
          <a:chOff x="0" y="0"/>
          <a:chExt cx="0" cy="0"/>
        </a:xfrm>
      </p:grpSpPr>
      <p:sp>
        <p:nvSpPr>
          <p:cNvPr id="791" name="Google Shape;791;g341b55efd58_0_112: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92" name="Google Shape;792;g341b55efd58_0_11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93" name="Google Shape;793;g341b55efd58_0_11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1" name="Shape 841"/>
        <p:cNvGrpSpPr/>
        <p:nvPr/>
      </p:nvGrpSpPr>
      <p:grpSpPr>
        <a:xfrm>
          <a:off x="0" y="0"/>
          <a:ext cx="0" cy="0"/>
          <a:chOff x="0" y="0"/>
          <a:chExt cx="0" cy="0"/>
        </a:xfrm>
      </p:grpSpPr>
      <p:sp>
        <p:nvSpPr>
          <p:cNvPr id="842" name="Google Shape;842;g341b55efd58_0_163: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43" name="Google Shape;843;g341b55efd58_0_16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44" name="Google Shape;844;g341b55efd58_0_16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2" name="Shape 862"/>
        <p:cNvGrpSpPr/>
        <p:nvPr/>
      </p:nvGrpSpPr>
      <p:grpSpPr>
        <a:xfrm>
          <a:off x="0" y="0"/>
          <a:ext cx="0" cy="0"/>
          <a:chOff x="0" y="0"/>
          <a:chExt cx="0" cy="0"/>
        </a:xfrm>
      </p:grpSpPr>
      <p:sp>
        <p:nvSpPr>
          <p:cNvPr id="863" name="Google Shape;863;g341b55efd58_0_183: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64" name="Google Shape;864;g341b55efd58_0_18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65" name="Google Shape;865;g341b55efd58_0_18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7" name="Shape 897"/>
        <p:cNvGrpSpPr/>
        <p:nvPr/>
      </p:nvGrpSpPr>
      <p:grpSpPr>
        <a:xfrm>
          <a:off x="0" y="0"/>
          <a:ext cx="0" cy="0"/>
          <a:chOff x="0" y="0"/>
          <a:chExt cx="0" cy="0"/>
        </a:xfrm>
      </p:grpSpPr>
      <p:sp>
        <p:nvSpPr>
          <p:cNvPr id="898" name="Google Shape;898;g341b55efd58_0_217: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99" name="Google Shape;899;g341b55efd58_0_21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00" name="Google Shape;900;g341b55efd58_0_21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7" name="Shape 917"/>
        <p:cNvGrpSpPr/>
        <p:nvPr/>
      </p:nvGrpSpPr>
      <p:grpSpPr>
        <a:xfrm>
          <a:off x="0" y="0"/>
          <a:ext cx="0" cy="0"/>
          <a:chOff x="0" y="0"/>
          <a:chExt cx="0" cy="0"/>
        </a:xfrm>
      </p:grpSpPr>
      <p:sp>
        <p:nvSpPr>
          <p:cNvPr id="918" name="Google Shape;918;g341b55efd58_0_236: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19" name="Google Shape;919;g341b55efd58_0_23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20" name="Google Shape;920;g341b55efd58_0_23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8" name="Shape 938"/>
        <p:cNvGrpSpPr/>
        <p:nvPr/>
      </p:nvGrpSpPr>
      <p:grpSpPr>
        <a:xfrm>
          <a:off x="0" y="0"/>
          <a:ext cx="0" cy="0"/>
          <a:chOff x="0" y="0"/>
          <a:chExt cx="0" cy="0"/>
        </a:xfrm>
      </p:grpSpPr>
      <p:sp>
        <p:nvSpPr>
          <p:cNvPr id="939" name="Google Shape;939;g341b55efd58_0_256: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40" name="Google Shape;940;g341b55efd58_0_25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41" name="Google Shape;941;g341b55efd58_0_25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8" name="Shape 968"/>
        <p:cNvGrpSpPr/>
        <p:nvPr/>
      </p:nvGrpSpPr>
      <p:grpSpPr>
        <a:xfrm>
          <a:off x="0" y="0"/>
          <a:ext cx="0" cy="0"/>
          <a:chOff x="0" y="0"/>
          <a:chExt cx="0" cy="0"/>
        </a:xfrm>
      </p:grpSpPr>
      <p:sp>
        <p:nvSpPr>
          <p:cNvPr id="969" name="Google Shape;969;g341b55efd58_0_285: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70" name="Google Shape;970;g341b55efd58_0_28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71" name="Google Shape;971;g341b55efd58_0_28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8" name="Shape 998"/>
        <p:cNvGrpSpPr/>
        <p:nvPr/>
      </p:nvGrpSpPr>
      <p:grpSpPr>
        <a:xfrm>
          <a:off x="0" y="0"/>
          <a:ext cx="0" cy="0"/>
          <a:chOff x="0" y="0"/>
          <a:chExt cx="0" cy="0"/>
        </a:xfrm>
      </p:grpSpPr>
      <p:sp>
        <p:nvSpPr>
          <p:cNvPr id="999" name="Google Shape;999;g341b55efd58_0_314: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00" name="Google Shape;1000;g341b55efd58_0_31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01" name="Google Shape;1001;g341b55efd58_0_31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6" name="Shape 1006"/>
        <p:cNvGrpSpPr/>
        <p:nvPr/>
      </p:nvGrpSpPr>
      <p:grpSpPr>
        <a:xfrm>
          <a:off x="0" y="0"/>
          <a:ext cx="0" cy="0"/>
          <a:chOff x="0" y="0"/>
          <a:chExt cx="0" cy="0"/>
        </a:xfrm>
      </p:grpSpPr>
      <p:sp>
        <p:nvSpPr>
          <p:cNvPr id="1007" name="Google Shape;1007;g2c186218c5a_0_25: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08" name="Google Shape;1008;g2c186218c5a_0_2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09" name="Google Shape;1009;g2c186218c5a_0_2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9" name="Shape 1019"/>
        <p:cNvGrpSpPr/>
        <p:nvPr/>
      </p:nvGrpSpPr>
      <p:grpSpPr>
        <a:xfrm>
          <a:off x="0" y="0"/>
          <a:ext cx="0" cy="0"/>
          <a:chOff x="0" y="0"/>
          <a:chExt cx="0" cy="0"/>
        </a:xfrm>
      </p:grpSpPr>
      <p:sp>
        <p:nvSpPr>
          <p:cNvPr id="1020" name="Google Shape;1020;g2e5653a5c66_0_0: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21" name="Google Shape;1021;g2e5653a5c66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22" name="Google Shape;1022;g2e5653a5c66_0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2" name="Shape 1032"/>
        <p:cNvGrpSpPr/>
        <p:nvPr/>
      </p:nvGrpSpPr>
      <p:grpSpPr>
        <a:xfrm>
          <a:off x="0" y="0"/>
          <a:ext cx="0" cy="0"/>
          <a:chOff x="0" y="0"/>
          <a:chExt cx="0" cy="0"/>
        </a:xfrm>
      </p:grpSpPr>
      <p:sp>
        <p:nvSpPr>
          <p:cNvPr id="1033" name="Google Shape;1033;g2c186218c5a_0_40: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34" name="Google Shape;1034;g2c186218c5a_0_4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35" name="Google Shape;1035;g2c186218c5a_0_4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9" name="Shape 1039"/>
        <p:cNvGrpSpPr/>
        <p:nvPr/>
      </p:nvGrpSpPr>
      <p:grpSpPr>
        <a:xfrm>
          <a:off x="0" y="0"/>
          <a:ext cx="0" cy="0"/>
          <a:chOff x="0" y="0"/>
          <a:chExt cx="0" cy="0"/>
        </a:xfrm>
      </p:grpSpPr>
      <p:sp>
        <p:nvSpPr>
          <p:cNvPr id="1040" name="Google Shape;1040;g2c4fb7f6616_1_0: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41" name="Google Shape;1041;g2c4fb7f6616_1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42" name="Google Shape;1042;g2c4fb7f6616_1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4" name="Shape 1074"/>
        <p:cNvGrpSpPr/>
        <p:nvPr/>
      </p:nvGrpSpPr>
      <p:grpSpPr>
        <a:xfrm>
          <a:off x="0" y="0"/>
          <a:ext cx="0" cy="0"/>
          <a:chOff x="0" y="0"/>
          <a:chExt cx="0" cy="0"/>
        </a:xfrm>
      </p:grpSpPr>
      <p:sp>
        <p:nvSpPr>
          <p:cNvPr id="1075" name="Google Shape;1075;g2e6b5007c79_0_12: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76" name="Google Shape;1076;g2e6b5007c79_0_1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77" name="Google Shape;1077;g2e6b5007c79_0_1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6" name="Shape 1116"/>
        <p:cNvGrpSpPr/>
        <p:nvPr/>
      </p:nvGrpSpPr>
      <p:grpSpPr>
        <a:xfrm>
          <a:off x="0" y="0"/>
          <a:ext cx="0" cy="0"/>
          <a:chOff x="0" y="0"/>
          <a:chExt cx="0" cy="0"/>
        </a:xfrm>
      </p:grpSpPr>
      <p:sp>
        <p:nvSpPr>
          <p:cNvPr id="1117" name="Google Shape;1117;g2c186218c5a_0_44: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18" name="Google Shape;1118;g2c186218c5a_0_4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19" name="Google Shape;1119;g2c186218c5a_0_4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3" name="Shape 1123"/>
        <p:cNvGrpSpPr/>
        <p:nvPr/>
      </p:nvGrpSpPr>
      <p:grpSpPr>
        <a:xfrm>
          <a:off x="0" y="0"/>
          <a:ext cx="0" cy="0"/>
          <a:chOff x="0" y="0"/>
          <a:chExt cx="0" cy="0"/>
        </a:xfrm>
      </p:grpSpPr>
      <p:sp>
        <p:nvSpPr>
          <p:cNvPr id="1124" name="Google Shape;1124;g26b641b03cd_0_204: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25" name="Google Shape;1125;g26b641b03cd_0_20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26" name="Google Shape;1126;g26b641b03cd_0_20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2" name="Shape 1132"/>
        <p:cNvGrpSpPr/>
        <p:nvPr/>
      </p:nvGrpSpPr>
      <p:grpSpPr>
        <a:xfrm>
          <a:off x="0" y="0"/>
          <a:ext cx="0" cy="0"/>
          <a:chOff x="0" y="0"/>
          <a:chExt cx="0" cy="0"/>
        </a:xfrm>
      </p:grpSpPr>
      <p:sp>
        <p:nvSpPr>
          <p:cNvPr id="1133" name="Google Shape;1133;g2c186218c5a_0_48: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34" name="Google Shape;1134;g2c186218c5a_0_4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35" name="Google Shape;1135;g2c186218c5a_0_4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1" name="Shape 1141"/>
        <p:cNvGrpSpPr/>
        <p:nvPr/>
      </p:nvGrpSpPr>
      <p:grpSpPr>
        <a:xfrm>
          <a:off x="0" y="0"/>
          <a:ext cx="0" cy="0"/>
          <a:chOff x="0" y="0"/>
          <a:chExt cx="0" cy="0"/>
        </a:xfrm>
      </p:grpSpPr>
      <p:sp>
        <p:nvSpPr>
          <p:cNvPr id="1142" name="Google Shape;1142;g26b641b03cd_0_213: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43" name="Google Shape;1143;g26b641b03cd_0_21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44" name="Google Shape;1144;g26b641b03cd_0_21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0" name="Shape 1150"/>
        <p:cNvGrpSpPr/>
        <p:nvPr/>
      </p:nvGrpSpPr>
      <p:grpSpPr>
        <a:xfrm>
          <a:off x="0" y="0"/>
          <a:ext cx="0" cy="0"/>
          <a:chOff x="0" y="0"/>
          <a:chExt cx="0" cy="0"/>
        </a:xfrm>
      </p:grpSpPr>
      <p:sp>
        <p:nvSpPr>
          <p:cNvPr id="1151" name="Google Shape;1151;g2c186218c5a_0_149: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52" name="Google Shape;1152;g2c186218c5a_0_14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53" name="Google Shape;1153;g2c186218c5a_0_14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9" name="Shape 1159"/>
        <p:cNvGrpSpPr/>
        <p:nvPr/>
      </p:nvGrpSpPr>
      <p:grpSpPr>
        <a:xfrm>
          <a:off x="0" y="0"/>
          <a:ext cx="0" cy="0"/>
          <a:chOff x="0" y="0"/>
          <a:chExt cx="0" cy="0"/>
        </a:xfrm>
      </p:grpSpPr>
      <p:sp>
        <p:nvSpPr>
          <p:cNvPr id="1160" name="Google Shape;1160;g1f3daf8a844_0_64: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61" name="Google Shape;1161;g1f3daf8a844_0_6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62" name="Google Shape;1162;g1f3daf8a844_0_6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0" name="Shape 1190"/>
        <p:cNvGrpSpPr/>
        <p:nvPr/>
      </p:nvGrpSpPr>
      <p:grpSpPr>
        <a:xfrm>
          <a:off x="0" y="0"/>
          <a:ext cx="0" cy="0"/>
          <a:chOff x="0" y="0"/>
          <a:chExt cx="0" cy="0"/>
        </a:xfrm>
      </p:grpSpPr>
      <p:sp>
        <p:nvSpPr>
          <p:cNvPr id="1191" name="Google Shape;1191;g2e6b5007c79_0_56: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92" name="Google Shape;1192;g2e6b5007c79_0_5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93" name="Google Shape;1193;g2e6b5007c79_0_5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3" name="Shape 1223"/>
        <p:cNvGrpSpPr/>
        <p:nvPr/>
      </p:nvGrpSpPr>
      <p:grpSpPr>
        <a:xfrm>
          <a:off x="0" y="0"/>
          <a:ext cx="0" cy="0"/>
          <a:chOff x="0" y="0"/>
          <a:chExt cx="0" cy="0"/>
        </a:xfrm>
      </p:grpSpPr>
      <p:sp>
        <p:nvSpPr>
          <p:cNvPr id="1224" name="Google Shape;1224;g2c186218c5a_0_126: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25" name="Google Shape;1225;g2c186218c5a_0_12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26" name="Google Shape;1226;g2c186218c5a_0_12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9" name="Shape 1229"/>
        <p:cNvGrpSpPr/>
        <p:nvPr/>
      </p:nvGrpSpPr>
      <p:grpSpPr>
        <a:xfrm>
          <a:off x="0" y="0"/>
          <a:ext cx="0" cy="0"/>
          <a:chOff x="0" y="0"/>
          <a:chExt cx="0" cy="0"/>
        </a:xfrm>
      </p:grpSpPr>
      <p:sp>
        <p:nvSpPr>
          <p:cNvPr id="1230" name="Google Shape;1230;g2c4fb7f6616_0_0: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31" name="Google Shape;1231;g2c4fb7f6616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32" name="Google Shape;1232;g2c4fb7f6616_0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slideLayouts/_rels/slideLayout1.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5.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 Id="rId3" Type="http://schemas.openxmlformats.org/officeDocument/2006/relationships/image" Target="../media/image7.png"/><Relationship Id="rId4" Type="http://schemas.openxmlformats.org/officeDocument/2006/relationships/image" Target="../media/image1.png"/></Relationships>
</file>

<file path=ppt/slideLayouts/_rels/slideLayout6.xml.rels><?xml version="1.0" encoding="UTF-8"?><Relationships xmlns="http://schemas.openxmlformats.org/package/2006/relationships"><Relationship Id="rId11" Type="http://schemas.openxmlformats.org/officeDocument/2006/relationships/image" Target="../media/image13.png"/><Relationship Id="rId10" Type="http://schemas.openxmlformats.org/officeDocument/2006/relationships/image" Target="../media/image10.png"/><Relationship Id="rId13" Type="http://schemas.openxmlformats.org/officeDocument/2006/relationships/image" Target="../media/image5.png"/><Relationship Id="rId12" Type="http://schemas.openxmlformats.org/officeDocument/2006/relationships/image" Target="../media/image3.png"/><Relationship Id="rId1" Type="http://schemas.openxmlformats.org/officeDocument/2006/relationships/slideMaster" Target="../slideMasters/slideMaster1.xml"/><Relationship Id="rId2" Type="http://schemas.openxmlformats.org/officeDocument/2006/relationships/hyperlink" Target="http://www.rainbowphonics.com" TargetMode="External"/><Relationship Id="rId3" Type="http://schemas.openxmlformats.org/officeDocument/2006/relationships/hyperlink" Target="http://www.rainbowphonics.com" TargetMode="External"/><Relationship Id="rId4" Type="http://schemas.openxmlformats.org/officeDocument/2006/relationships/hyperlink" Target="http://www.beanstalkbooks.com" TargetMode="External"/><Relationship Id="rId9" Type="http://schemas.openxmlformats.org/officeDocument/2006/relationships/image" Target="../media/image4.png"/><Relationship Id="rId5" Type="http://schemas.openxmlformats.org/officeDocument/2006/relationships/hyperlink" Target="http://www.beanstalkbooks.com" TargetMode="External"/><Relationship Id="rId6" Type="http://schemas.openxmlformats.org/officeDocument/2006/relationships/hyperlink" Target="http://www.juniorlearning.com" TargetMode="External"/><Relationship Id="rId7" Type="http://schemas.openxmlformats.org/officeDocument/2006/relationships/hyperlink" Target="http://www.juniorlearning.com" TargetMode="External"/><Relationship Id="rId8" Type="http://schemas.openxmlformats.org/officeDocument/2006/relationships/image" Target="../media/image1.png"/></Relationships>
</file>

<file path=ppt/slideLayouts/_rels/slideLayout7.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8.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9.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0.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1.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 Id="rId3" Type="http://schemas.openxmlformats.org/officeDocument/2006/relationships/image" Target="../media/image2.png"/></Relationships>
</file>

<file path=ppt/slideLayouts/_rels/slideLayout12.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3.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4.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5.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6.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7.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8.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9.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jpg"/><Relationship Id="rId3" Type="http://schemas.openxmlformats.org/officeDocument/2006/relationships/image" Target="../media/image2.png"/></Relationships>
</file>

<file path=ppt/slideLayouts/_rels/slideLayout20.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1.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8.png"/><Relationship Id="rId3" Type="http://schemas.openxmlformats.org/officeDocument/2006/relationships/image" Target="../media/image2.png"/></Relationships>
</file>

<file path=ppt/slideLayouts/_rels/slideLayout22.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Phase, week, lesson">
  <p:cSld name="Title Slide-Phase, week, lesson">
    <p:spTree>
      <p:nvGrpSpPr>
        <p:cNvPr id="15" name="Shape 15"/>
        <p:cNvGrpSpPr/>
        <p:nvPr/>
      </p:nvGrpSpPr>
      <p:grpSpPr>
        <a:xfrm>
          <a:off x="0" y="0"/>
          <a:ext cx="0" cy="0"/>
          <a:chOff x="0" y="0"/>
          <a:chExt cx="0" cy="0"/>
        </a:xfrm>
      </p:grpSpPr>
      <p:sp>
        <p:nvSpPr>
          <p:cNvPr id="16" name="Google Shape;16;p14"/>
          <p:cNvSpPr txBox="1"/>
          <p:nvPr>
            <p:ph idx="1" type="subTitle"/>
          </p:nvPr>
        </p:nvSpPr>
        <p:spPr>
          <a:xfrm>
            <a:off x="884092" y="2716660"/>
            <a:ext cx="3882600" cy="845400"/>
          </a:xfrm>
          <a:prstGeom prst="rect">
            <a:avLst/>
          </a:prstGeom>
          <a:noFill/>
          <a:ln>
            <a:noFill/>
          </a:ln>
        </p:spPr>
        <p:txBody>
          <a:bodyPr anchorCtr="0" anchor="t" bIns="0" lIns="0" spcFirstLastPara="1" rIns="0" wrap="square" tIns="0">
            <a:normAutofit/>
          </a:bodyPr>
          <a:lstStyle>
            <a:lvl1pPr lvl="0" algn="l">
              <a:lnSpc>
                <a:spcPct val="90000"/>
              </a:lnSpc>
              <a:spcBef>
                <a:spcPts val="1000"/>
              </a:spcBef>
              <a:spcAft>
                <a:spcPts val="0"/>
              </a:spcAft>
              <a:buClr>
                <a:srgbClr val="262626"/>
              </a:buClr>
              <a:buSzPts val="3200"/>
              <a:buNone/>
              <a:defRPr b="0" sz="3200">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7" name="Google Shape;17;p14"/>
          <p:cNvSpPr txBox="1"/>
          <p:nvPr/>
        </p:nvSpPr>
        <p:spPr>
          <a:xfrm>
            <a:off x="804225" y="1600125"/>
            <a:ext cx="4692600" cy="1015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6600"/>
              <a:buFont typeface="Arial"/>
              <a:buNone/>
            </a:pPr>
            <a:r>
              <a:rPr lang="en-US" sz="6000">
                <a:solidFill>
                  <a:srgbClr val="CB3D85"/>
                </a:solidFill>
                <a:latin typeface="Poppins SemiBold"/>
                <a:ea typeface="Poppins SemiBold"/>
                <a:cs typeface="Poppins SemiBold"/>
                <a:sym typeface="Poppins SemiBold"/>
              </a:rPr>
              <a:t>Phase 5.5</a:t>
            </a:r>
            <a:endParaRPr b="0" i="0" sz="6000" u="none" cap="none" strike="noStrike">
              <a:solidFill>
                <a:srgbClr val="CB3D85"/>
              </a:solidFill>
              <a:latin typeface="Poppins SemiBold"/>
              <a:ea typeface="Poppins SemiBold"/>
              <a:cs typeface="Poppins SemiBold"/>
              <a:sym typeface="Poppins SemiBold"/>
            </a:endParaRPr>
          </a:p>
        </p:txBody>
      </p:sp>
      <p:sp>
        <p:nvSpPr>
          <p:cNvPr id="18" name="Google Shape;18;p14"/>
          <p:cNvSpPr/>
          <p:nvPr/>
        </p:nvSpPr>
        <p:spPr>
          <a:xfrm>
            <a:off x="-36800" y="6252300"/>
            <a:ext cx="9236100" cy="663000"/>
          </a:xfrm>
          <a:prstGeom prst="rect">
            <a:avLst/>
          </a:prstGeom>
          <a:solidFill>
            <a:srgbClr val="07376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 name="Google Shape;19;p14"/>
          <p:cNvSpPr txBox="1"/>
          <p:nvPr>
            <p:ph idx="2" type="subTitle"/>
          </p:nvPr>
        </p:nvSpPr>
        <p:spPr>
          <a:xfrm>
            <a:off x="884092" y="3677905"/>
            <a:ext cx="3882600" cy="845400"/>
          </a:xfrm>
          <a:prstGeom prst="rect">
            <a:avLst/>
          </a:prstGeom>
          <a:noFill/>
          <a:ln>
            <a:noFill/>
          </a:ln>
        </p:spPr>
        <p:txBody>
          <a:bodyPr anchorCtr="0" anchor="t" bIns="0" lIns="0" spcFirstLastPara="1" rIns="0" wrap="square" tIns="0">
            <a:normAutofit/>
          </a:bodyPr>
          <a:lstStyle>
            <a:lvl1pPr lvl="0" algn="l">
              <a:lnSpc>
                <a:spcPct val="90000"/>
              </a:lnSpc>
              <a:spcBef>
                <a:spcPts val="1000"/>
              </a:spcBef>
              <a:spcAft>
                <a:spcPts val="0"/>
              </a:spcAft>
              <a:buClr>
                <a:srgbClr val="262626"/>
              </a:buClr>
              <a:buSzPts val="2200"/>
              <a:buNone/>
              <a:defRPr b="0" i="1" sz="2200">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grpSp>
        <p:nvGrpSpPr>
          <p:cNvPr id="21" name="Google Shape;21;p14"/>
          <p:cNvGrpSpPr/>
          <p:nvPr/>
        </p:nvGrpSpPr>
        <p:grpSpPr>
          <a:xfrm>
            <a:off x="8199150" y="5983875"/>
            <a:ext cx="586800" cy="571500"/>
            <a:chOff x="7894350" y="6212475"/>
            <a:chExt cx="586800" cy="571500"/>
          </a:xfrm>
        </p:grpSpPr>
        <p:sp>
          <p:nvSpPr>
            <p:cNvPr id="22" name="Google Shape;22;p14">
              <a:hlinkClick action="ppaction://hlinkshowjump?jump=nextslide"/>
            </p:cNvPr>
            <p:cNvSpPr/>
            <p:nvPr/>
          </p:nvSpPr>
          <p:spPr>
            <a:xfrm flipH="1">
              <a:off x="7894350"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3" name="Google Shape;23;p14">
              <a:hlinkClick action="ppaction://hlinkshowjump?jump=nextslide"/>
            </p:cNvPr>
            <p:cNvSpPr/>
            <p:nvPr/>
          </p:nvSpPr>
          <p:spPr>
            <a:xfrm flipH="1">
              <a:off x="8000425"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4" name="Google Shape;24;p14">
              <a:hlinkClick action="ppaction://hlinkshowjump?jump=nextslide"/>
            </p:cNvPr>
            <p:cNvSpPr/>
            <p:nvPr/>
          </p:nvSpPr>
          <p:spPr>
            <a:xfrm>
              <a:off x="8120950"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grpSp>
        <p:nvGrpSpPr>
          <p:cNvPr id="25" name="Google Shape;25;p14"/>
          <p:cNvGrpSpPr/>
          <p:nvPr/>
        </p:nvGrpSpPr>
        <p:grpSpPr>
          <a:xfrm>
            <a:off x="-36800" y="-52000"/>
            <a:ext cx="9236100" cy="543600"/>
            <a:chOff x="-36800" y="-52000"/>
            <a:chExt cx="9236100" cy="543600"/>
          </a:xfrm>
        </p:grpSpPr>
        <p:sp>
          <p:nvSpPr>
            <p:cNvPr id="26" name="Google Shape;26;p14"/>
            <p:cNvSpPr/>
            <p:nvPr/>
          </p:nvSpPr>
          <p:spPr>
            <a:xfrm>
              <a:off x="-36800" y="-52000"/>
              <a:ext cx="9236100" cy="543600"/>
            </a:xfrm>
            <a:prstGeom prst="rect">
              <a:avLst/>
            </a:prstGeom>
            <a:solidFill>
              <a:srgbClr val="CFE2F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27" name="Google Shape;27;p14"/>
            <p:cNvGrpSpPr/>
            <p:nvPr/>
          </p:nvGrpSpPr>
          <p:grpSpPr>
            <a:xfrm>
              <a:off x="5905920" y="88100"/>
              <a:ext cx="1337400" cy="403500"/>
              <a:chOff x="565600" y="88250"/>
              <a:chExt cx="1337400" cy="403500"/>
            </a:xfrm>
          </p:grpSpPr>
          <p:sp>
            <p:nvSpPr>
              <p:cNvPr id="28" name="Google Shape;28;p14"/>
              <p:cNvSpPr/>
              <p:nvPr/>
            </p:nvSpPr>
            <p:spPr>
              <a:xfrm>
                <a:off x="565600" y="88250"/>
                <a:ext cx="1337400" cy="240000"/>
              </a:xfrm>
              <a:prstGeom prst="roundRect">
                <a:avLst>
                  <a:gd fmla="val 16667"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92278F"/>
                  </a:solidFill>
                  <a:latin typeface="Poppins"/>
                  <a:ea typeface="Poppins"/>
                  <a:cs typeface="Poppins"/>
                  <a:sym typeface="Poppins"/>
                </a:endParaRPr>
              </a:p>
            </p:txBody>
          </p:sp>
          <p:sp>
            <p:nvSpPr>
              <p:cNvPr id="29" name="Google Shape;29;p14"/>
              <p:cNvSpPr/>
              <p:nvPr/>
            </p:nvSpPr>
            <p:spPr>
              <a:xfrm>
                <a:off x="565600" y="251750"/>
                <a:ext cx="1337400" cy="2400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92278F"/>
                  </a:solidFill>
                  <a:latin typeface="Poppins"/>
                  <a:ea typeface="Poppins"/>
                  <a:cs typeface="Poppins"/>
                  <a:sym typeface="Poppins"/>
                </a:endParaRPr>
              </a:p>
            </p:txBody>
          </p:sp>
        </p:grpSp>
        <p:sp>
          <p:nvSpPr>
            <p:cNvPr id="30" name="Google Shape;30;p14"/>
            <p:cNvSpPr txBox="1"/>
            <p:nvPr/>
          </p:nvSpPr>
          <p:spPr>
            <a:xfrm>
              <a:off x="789125" y="88250"/>
              <a:ext cx="974100" cy="365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9FC5E8"/>
                  </a:solidFill>
                  <a:latin typeface="Poppins SemiBold"/>
                  <a:ea typeface="Poppins SemiBold"/>
                  <a:cs typeface="Poppins SemiBold"/>
                  <a:sym typeface="Poppins SemiBold"/>
                </a:rPr>
                <a:t>Phase 2</a:t>
              </a:r>
              <a:endParaRPr b="0" i="0" sz="1500" u="none" cap="none" strike="noStrike">
                <a:solidFill>
                  <a:srgbClr val="9FC5E8"/>
                </a:solidFill>
                <a:latin typeface="Poppins SemiBold"/>
                <a:ea typeface="Poppins SemiBold"/>
                <a:cs typeface="Poppins SemiBold"/>
                <a:sym typeface="Poppins SemiBold"/>
              </a:endParaRPr>
            </a:p>
          </p:txBody>
        </p:sp>
        <p:sp>
          <p:nvSpPr>
            <p:cNvPr id="31" name="Google Shape;31;p14"/>
            <p:cNvSpPr txBox="1"/>
            <p:nvPr/>
          </p:nvSpPr>
          <p:spPr>
            <a:xfrm>
              <a:off x="3422038" y="101716"/>
              <a:ext cx="974100" cy="338700"/>
            </a:xfrm>
            <a:prstGeom prst="rect">
              <a:avLst/>
            </a:prstGeom>
            <a:no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9FC5E8"/>
                  </a:solidFill>
                  <a:latin typeface="Poppins SemiBold"/>
                  <a:ea typeface="Poppins SemiBold"/>
                  <a:cs typeface="Poppins SemiBold"/>
                  <a:sym typeface="Poppins SemiBold"/>
                </a:rPr>
                <a:t>Phase 4</a:t>
              </a:r>
              <a:endParaRPr b="0" i="0" sz="1300" u="none" cap="none" strike="noStrike">
                <a:solidFill>
                  <a:srgbClr val="FFFFFF"/>
                </a:solidFill>
                <a:latin typeface="Poppins SemiBold"/>
                <a:ea typeface="Poppins SemiBold"/>
                <a:cs typeface="Poppins SemiBold"/>
                <a:sym typeface="Poppins SemiBold"/>
              </a:endParaRPr>
            </a:p>
          </p:txBody>
        </p:sp>
        <p:sp>
          <p:nvSpPr>
            <p:cNvPr id="32" name="Google Shape;32;p14"/>
            <p:cNvSpPr txBox="1"/>
            <p:nvPr/>
          </p:nvSpPr>
          <p:spPr>
            <a:xfrm>
              <a:off x="4753638" y="101716"/>
              <a:ext cx="974100" cy="338700"/>
            </a:xfrm>
            <a:prstGeom prst="rect">
              <a:avLst/>
            </a:prstGeom>
            <a:no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9FC5E8"/>
                  </a:solidFill>
                  <a:latin typeface="Poppins SemiBold"/>
                  <a:ea typeface="Poppins SemiBold"/>
                  <a:cs typeface="Poppins SemiBold"/>
                  <a:sym typeface="Poppins SemiBold"/>
                </a:rPr>
                <a:t>Phase 5</a:t>
              </a:r>
              <a:endParaRPr b="0" i="0" sz="1300" u="none" cap="none" strike="noStrike">
                <a:solidFill>
                  <a:srgbClr val="FFFFFF"/>
                </a:solidFill>
                <a:latin typeface="Poppins SemiBold"/>
                <a:ea typeface="Poppins SemiBold"/>
                <a:cs typeface="Poppins SemiBold"/>
                <a:sym typeface="Poppins SemiBold"/>
              </a:endParaRPr>
            </a:p>
          </p:txBody>
        </p:sp>
        <p:sp>
          <p:nvSpPr>
            <p:cNvPr id="33" name="Google Shape;33;p14"/>
            <p:cNvSpPr txBox="1"/>
            <p:nvPr/>
          </p:nvSpPr>
          <p:spPr>
            <a:xfrm>
              <a:off x="6096838" y="101716"/>
              <a:ext cx="974100" cy="338700"/>
            </a:xfrm>
            <a:prstGeom prst="rect">
              <a:avLst/>
            </a:prstGeom>
            <a:no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FFFFFF"/>
                  </a:solidFill>
                  <a:latin typeface="Poppins SemiBold"/>
                  <a:ea typeface="Poppins SemiBold"/>
                  <a:cs typeface="Poppins SemiBold"/>
                  <a:sym typeface="Poppins SemiBold"/>
                </a:rPr>
                <a:t>Phase 5.5</a:t>
              </a:r>
              <a:endParaRPr b="0" i="0" sz="1300" u="none" cap="none" strike="noStrike">
                <a:solidFill>
                  <a:srgbClr val="FFFFFF"/>
                </a:solidFill>
                <a:latin typeface="Poppins SemiBold"/>
                <a:ea typeface="Poppins SemiBold"/>
                <a:cs typeface="Poppins SemiBold"/>
                <a:sym typeface="Poppins SemiBold"/>
              </a:endParaRPr>
            </a:p>
          </p:txBody>
        </p:sp>
        <p:sp>
          <p:nvSpPr>
            <p:cNvPr id="34" name="Google Shape;34;p14"/>
            <p:cNvSpPr/>
            <p:nvPr/>
          </p:nvSpPr>
          <p:spPr>
            <a:xfrm>
              <a:off x="4570840" y="446900"/>
              <a:ext cx="1337400" cy="44700"/>
            </a:xfrm>
            <a:prstGeom prst="rect">
              <a:avLst/>
            </a:prstGeom>
            <a:solidFill>
              <a:srgbClr val="9FC5E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5" name="Google Shape;35;p14"/>
            <p:cNvSpPr txBox="1"/>
            <p:nvPr/>
          </p:nvSpPr>
          <p:spPr>
            <a:xfrm>
              <a:off x="7422638" y="101716"/>
              <a:ext cx="974100" cy="338700"/>
            </a:xfrm>
            <a:prstGeom prst="rect">
              <a:avLst/>
            </a:prstGeom>
            <a:no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9FC5E8"/>
                  </a:solidFill>
                  <a:latin typeface="Poppins SemiBold"/>
                  <a:ea typeface="Poppins SemiBold"/>
                  <a:cs typeface="Poppins SemiBold"/>
                  <a:sym typeface="Poppins SemiBold"/>
                </a:rPr>
                <a:t>Phase 6</a:t>
              </a:r>
              <a:endParaRPr b="0" i="0" sz="1300" u="none" cap="none" strike="noStrike">
                <a:solidFill>
                  <a:srgbClr val="9FC5E8"/>
                </a:solidFill>
                <a:latin typeface="Poppins SemiBold"/>
                <a:ea typeface="Poppins SemiBold"/>
                <a:cs typeface="Poppins SemiBold"/>
                <a:sym typeface="Poppins SemiBold"/>
              </a:endParaRPr>
            </a:p>
          </p:txBody>
        </p:sp>
        <p:sp>
          <p:nvSpPr>
            <p:cNvPr id="36" name="Google Shape;36;p14"/>
            <p:cNvSpPr/>
            <p:nvPr/>
          </p:nvSpPr>
          <p:spPr>
            <a:xfrm>
              <a:off x="7241000" y="446900"/>
              <a:ext cx="1337400" cy="44700"/>
            </a:xfrm>
            <a:prstGeom prst="rect">
              <a:avLst/>
            </a:prstGeom>
            <a:solidFill>
              <a:srgbClr val="9FC5E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7" name="Google Shape;37;p14"/>
            <p:cNvSpPr/>
            <p:nvPr/>
          </p:nvSpPr>
          <p:spPr>
            <a:xfrm>
              <a:off x="565600" y="446900"/>
              <a:ext cx="1337400" cy="44700"/>
            </a:xfrm>
            <a:prstGeom prst="rect">
              <a:avLst/>
            </a:prstGeom>
            <a:solidFill>
              <a:srgbClr val="9FC5E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163B7E"/>
                </a:solidFill>
                <a:latin typeface="Poppins"/>
                <a:ea typeface="Poppins"/>
                <a:cs typeface="Poppins"/>
                <a:sym typeface="Poppins"/>
              </a:endParaRPr>
            </a:p>
          </p:txBody>
        </p:sp>
        <p:sp>
          <p:nvSpPr>
            <p:cNvPr id="38" name="Google Shape;38;p14"/>
            <p:cNvSpPr txBox="1"/>
            <p:nvPr/>
          </p:nvSpPr>
          <p:spPr>
            <a:xfrm>
              <a:off x="2084638" y="101716"/>
              <a:ext cx="974100" cy="338700"/>
            </a:xfrm>
            <a:prstGeom prst="rect">
              <a:avLst/>
            </a:prstGeom>
            <a:no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9FC5E8"/>
                  </a:solidFill>
                  <a:latin typeface="Poppins SemiBold"/>
                  <a:ea typeface="Poppins SemiBold"/>
                  <a:cs typeface="Poppins SemiBold"/>
                  <a:sym typeface="Poppins SemiBold"/>
                </a:rPr>
                <a:t>Phase 3</a:t>
              </a:r>
              <a:endParaRPr b="0" i="0" sz="1300" u="none" cap="none" strike="noStrike">
                <a:solidFill>
                  <a:srgbClr val="9FC5E8"/>
                </a:solidFill>
                <a:latin typeface="Poppins SemiBold"/>
                <a:ea typeface="Poppins SemiBold"/>
                <a:cs typeface="Poppins SemiBold"/>
                <a:sym typeface="Poppins SemiBold"/>
              </a:endParaRPr>
            </a:p>
          </p:txBody>
        </p:sp>
        <p:sp>
          <p:nvSpPr>
            <p:cNvPr id="39" name="Google Shape;39;p14"/>
            <p:cNvSpPr/>
            <p:nvPr/>
          </p:nvSpPr>
          <p:spPr>
            <a:xfrm>
              <a:off x="1900680" y="446900"/>
              <a:ext cx="1337400" cy="44700"/>
            </a:xfrm>
            <a:prstGeom prst="rect">
              <a:avLst/>
            </a:prstGeom>
            <a:solidFill>
              <a:srgbClr val="9FC5E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0" name="Google Shape;40;p14"/>
            <p:cNvSpPr/>
            <p:nvPr/>
          </p:nvSpPr>
          <p:spPr>
            <a:xfrm>
              <a:off x="3235760" y="446900"/>
              <a:ext cx="1337400" cy="44700"/>
            </a:xfrm>
            <a:prstGeom prst="rect">
              <a:avLst/>
            </a:prstGeom>
            <a:solidFill>
              <a:srgbClr val="9FC5E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aily objective">
  <p:cSld name="1_Daily objective, Revision">
    <p:spTree>
      <p:nvGrpSpPr>
        <p:cNvPr id="41" name="Shape 41"/>
        <p:cNvGrpSpPr/>
        <p:nvPr/>
      </p:nvGrpSpPr>
      <p:grpSpPr>
        <a:xfrm>
          <a:off x="0" y="0"/>
          <a:ext cx="0" cy="0"/>
          <a:chOff x="0" y="0"/>
          <a:chExt cx="0" cy="0"/>
        </a:xfrm>
      </p:grpSpPr>
      <p:sp>
        <p:nvSpPr>
          <p:cNvPr id="42" name="Google Shape;42;p15"/>
          <p:cNvSpPr txBox="1"/>
          <p:nvPr>
            <p:ph idx="1" type="body"/>
          </p:nvPr>
        </p:nvSpPr>
        <p:spPr>
          <a:xfrm>
            <a:off x="3298550" y="1032250"/>
            <a:ext cx="4850100" cy="620700"/>
          </a:xfrm>
          <a:prstGeom prst="rect">
            <a:avLst/>
          </a:prstGeom>
          <a:noFill/>
          <a:ln>
            <a:noFill/>
          </a:ln>
        </p:spPr>
        <p:txBody>
          <a:bodyPr anchorCtr="0" anchor="ctr" bIns="0" lIns="0" spcFirstLastPara="1" rIns="0" wrap="square" tIns="0">
            <a:noAutofit/>
          </a:bodyPr>
          <a:lstStyle>
            <a:lvl1pPr indent="-330200" lvl="0" marL="457200" algn="l">
              <a:lnSpc>
                <a:spcPct val="100000"/>
              </a:lnSpc>
              <a:spcBef>
                <a:spcPts val="1000"/>
              </a:spcBef>
              <a:spcAft>
                <a:spcPts val="0"/>
              </a:spcAft>
              <a:buClr>
                <a:srgbClr val="262626"/>
              </a:buClr>
              <a:buSzPts val="1600"/>
              <a:buChar char="•"/>
              <a:defRPr sz="1600">
                <a:solidFill>
                  <a:srgbClr val="262626"/>
                </a:solidFill>
              </a:defRPr>
            </a:lvl1pPr>
            <a:lvl2pPr indent="-330200" lvl="1" marL="914400" algn="l">
              <a:lnSpc>
                <a:spcPct val="100000"/>
              </a:lnSpc>
              <a:spcBef>
                <a:spcPts val="1000"/>
              </a:spcBef>
              <a:spcAft>
                <a:spcPts val="0"/>
              </a:spcAft>
              <a:buClr>
                <a:schemeClr val="dk1"/>
              </a:buClr>
              <a:buSzPts val="1600"/>
              <a:buChar char="•"/>
              <a:defRPr sz="1600"/>
            </a:lvl2pPr>
            <a:lvl3pPr indent="-228600" lvl="2" marL="1371600" algn="l">
              <a:lnSpc>
                <a:spcPct val="100000"/>
              </a:lnSpc>
              <a:spcBef>
                <a:spcPts val="1000"/>
              </a:spcBef>
              <a:spcAft>
                <a:spcPts val="0"/>
              </a:spcAft>
              <a:buClr>
                <a:schemeClr val="dk1"/>
              </a:buClr>
              <a:buSzPts val="1600"/>
              <a:buNone/>
              <a:defRPr sz="1600"/>
            </a:lvl3pPr>
            <a:lvl4pPr indent="-330200" lvl="3" marL="1828800" algn="l">
              <a:lnSpc>
                <a:spcPct val="100000"/>
              </a:lnSpc>
              <a:spcBef>
                <a:spcPts val="1000"/>
              </a:spcBef>
              <a:spcAft>
                <a:spcPts val="0"/>
              </a:spcAft>
              <a:buClr>
                <a:schemeClr val="dk1"/>
              </a:buClr>
              <a:buSzPts val="1600"/>
              <a:buChar char="•"/>
              <a:defRPr sz="1600"/>
            </a:lvl4pPr>
            <a:lvl5pPr indent="-330200" lvl="4" marL="2286000" algn="l">
              <a:lnSpc>
                <a:spcPct val="100000"/>
              </a:lnSpc>
              <a:spcBef>
                <a:spcPts val="500"/>
              </a:spcBef>
              <a:spcAft>
                <a:spcPts val="0"/>
              </a:spcAft>
              <a:buClr>
                <a:schemeClr val="dk1"/>
              </a:buClr>
              <a:buSzPts val="1600"/>
              <a:buChar char="•"/>
              <a:defRPr sz="1600"/>
            </a:lvl5pPr>
            <a:lvl6pPr indent="-330200" lvl="5" marL="2743200" algn="l">
              <a:lnSpc>
                <a:spcPct val="100000"/>
              </a:lnSpc>
              <a:spcBef>
                <a:spcPts val="500"/>
              </a:spcBef>
              <a:spcAft>
                <a:spcPts val="0"/>
              </a:spcAft>
              <a:buClr>
                <a:schemeClr val="dk1"/>
              </a:buClr>
              <a:buSzPts val="1600"/>
              <a:buChar char="•"/>
              <a:defRPr sz="1600"/>
            </a:lvl6pPr>
            <a:lvl7pPr indent="-330200" lvl="6" marL="3200400" algn="l">
              <a:lnSpc>
                <a:spcPct val="100000"/>
              </a:lnSpc>
              <a:spcBef>
                <a:spcPts val="500"/>
              </a:spcBef>
              <a:spcAft>
                <a:spcPts val="0"/>
              </a:spcAft>
              <a:buClr>
                <a:schemeClr val="dk1"/>
              </a:buClr>
              <a:buSzPts val="1600"/>
              <a:buChar char="•"/>
              <a:defRPr sz="1600"/>
            </a:lvl7pPr>
            <a:lvl8pPr indent="-330200" lvl="7" marL="3657600" algn="l">
              <a:lnSpc>
                <a:spcPct val="100000"/>
              </a:lnSpc>
              <a:spcBef>
                <a:spcPts val="500"/>
              </a:spcBef>
              <a:spcAft>
                <a:spcPts val="0"/>
              </a:spcAft>
              <a:buClr>
                <a:schemeClr val="dk1"/>
              </a:buClr>
              <a:buSzPts val="1600"/>
              <a:buChar char="•"/>
              <a:defRPr sz="1600"/>
            </a:lvl8pPr>
            <a:lvl9pPr indent="-330200" lvl="8" marL="4114800" algn="l">
              <a:lnSpc>
                <a:spcPct val="100000"/>
              </a:lnSpc>
              <a:spcBef>
                <a:spcPts val="500"/>
              </a:spcBef>
              <a:spcAft>
                <a:spcPts val="0"/>
              </a:spcAft>
              <a:buClr>
                <a:schemeClr val="dk1"/>
              </a:buClr>
              <a:buSzPts val="1600"/>
              <a:buChar char="•"/>
              <a:defRPr sz="1600"/>
            </a:lvl9pPr>
          </a:lstStyle>
          <a:p/>
        </p:txBody>
      </p:sp>
      <p:sp>
        <p:nvSpPr>
          <p:cNvPr id="43" name="Google Shape;43;p15"/>
          <p:cNvSpPr txBox="1"/>
          <p:nvPr>
            <p:ph idx="2" type="body"/>
          </p:nvPr>
        </p:nvSpPr>
        <p:spPr>
          <a:xfrm>
            <a:off x="3298550" y="2159660"/>
            <a:ext cx="4850100" cy="620700"/>
          </a:xfrm>
          <a:prstGeom prst="rect">
            <a:avLst/>
          </a:prstGeom>
          <a:noFill/>
          <a:ln>
            <a:noFill/>
          </a:ln>
        </p:spPr>
        <p:txBody>
          <a:bodyPr anchorCtr="0" anchor="ctr" bIns="0" lIns="0" spcFirstLastPara="1" rIns="0" wrap="square" tIns="0">
            <a:noAutofit/>
          </a:bodyPr>
          <a:lstStyle>
            <a:lvl1pPr indent="-330200" lvl="0" marL="457200" algn="l">
              <a:lnSpc>
                <a:spcPct val="100000"/>
              </a:lnSpc>
              <a:spcBef>
                <a:spcPts val="1000"/>
              </a:spcBef>
              <a:spcAft>
                <a:spcPts val="0"/>
              </a:spcAft>
              <a:buClr>
                <a:srgbClr val="262626"/>
              </a:buClr>
              <a:buSzPts val="1600"/>
              <a:buChar char="•"/>
              <a:defRPr sz="1600">
                <a:solidFill>
                  <a:srgbClr val="262626"/>
                </a:solidFill>
              </a:defRPr>
            </a:lvl1pPr>
            <a:lvl2pPr indent="-330200" lvl="1" marL="914400" algn="l">
              <a:lnSpc>
                <a:spcPct val="100000"/>
              </a:lnSpc>
              <a:spcBef>
                <a:spcPts val="1000"/>
              </a:spcBef>
              <a:spcAft>
                <a:spcPts val="0"/>
              </a:spcAft>
              <a:buClr>
                <a:schemeClr val="dk1"/>
              </a:buClr>
              <a:buSzPts val="1600"/>
              <a:buChar char="•"/>
              <a:defRPr sz="1600"/>
            </a:lvl2pPr>
            <a:lvl3pPr indent="-330200" lvl="2" marL="1371600" algn="l">
              <a:lnSpc>
                <a:spcPct val="100000"/>
              </a:lnSpc>
              <a:spcBef>
                <a:spcPts val="1000"/>
              </a:spcBef>
              <a:spcAft>
                <a:spcPts val="0"/>
              </a:spcAft>
              <a:buClr>
                <a:schemeClr val="dk1"/>
              </a:buClr>
              <a:buSzPts val="1600"/>
              <a:buChar char="•"/>
              <a:defRPr sz="1600"/>
            </a:lvl3pPr>
            <a:lvl4pPr indent="-330200" lvl="3" marL="1828800" algn="l">
              <a:lnSpc>
                <a:spcPct val="100000"/>
              </a:lnSpc>
              <a:spcBef>
                <a:spcPts val="1000"/>
              </a:spcBef>
              <a:spcAft>
                <a:spcPts val="0"/>
              </a:spcAft>
              <a:buClr>
                <a:schemeClr val="dk1"/>
              </a:buClr>
              <a:buSzPts val="1600"/>
              <a:buChar char="•"/>
              <a:defRPr sz="1600"/>
            </a:lvl4pPr>
            <a:lvl5pPr indent="-330200" lvl="4" marL="2286000" algn="l">
              <a:lnSpc>
                <a:spcPct val="100000"/>
              </a:lnSpc>
              <a:spcBef>
                <a:spcPts val="500"/>
              </a:spcBef>
              <a:spcAft>
                <a:spcPts val="0"/>
              </a:spcAft>
              <a:buClr>
                <a:schemeClr val="dk1"/>
              </a:buClr>
              <a:buSzPts val="1600"/>
              <a:buChar char="•"/>
              <a:defRPr sz="1600"/>
            </a:lvl5pPr>
            <a:lvl6pPr indent="-330200" lvl="5" marL="2743200" algn="l">
              <a:lnSpc>
                <a:spcPct val="100000"/>
              </a:lnSpc>
              <a:spcBef>
                <a:spcPts val="500"/>
              </a:spcBef>
              <a:spcAft>
                <a:spcPts val="0"/>
              </a:spcAft>
              <a:buClr>
                <a:schemeClr val="dk1"/>
              </a:buClr>
              <a:buSzPts val="1600"/>
              <a:buChar char="•"/>
              <a:defRPr sz="1600"/>
            </a:lvl6pPr>
            <a:lvl7pPr indent="-330200" lvl="6" marL="3200400" algn="l">
              <a:lnSpc>
                <a:spcPct val="100000"/>
              </a:lnSpc>
              <a:spcBef>
                <a:spcPts val="500"/>
              </a:spcBef>
              <a:spcAft>
                <a:spcPts val="0"/>
              </a:spcAft>
              <a:buClr>
                <a:schemeClr val="dk1"/>
              </a:buClr>
              <a:buSzPts val="1600"/>
              <a:buChar char="•"/>
              <a:defRPr sz="1600"/>
            </a:lvl7pPr>
            <a:lvl8pPr indent="-330200" lvl="7" marL="3657600" algn="l">
              <a:lnSpc>
                <a:spcPct val="100000"/>
              </a:lnSpc>
              <a:spcBef>
                <a:spcPts val="500"/>
              </a:spcBef>
              <a:spcAft>
                <a:spcPts val="0"/>
              </a:spcAft>
              <a:buClr>
                <a:schemeClr val="dk1"/>
              </a:buClr>
              <a:buSzPts val="1600"/>
              <a:buChar char="•"/>
              <a:defRPr sz="1600"/>
            </a:lvl8pPr>
            <a:lvl9pPr indent="-330200" lvl="8" marL="4114800" algn="l">
              <a:lnSpc>
                <a:spcPct val="100000"/>
              </a:lnSpc>
              <a:spcBef>
                <a:spcPts val="500"/>
              </a:spcBef>
              <a:spcAft>
                <a:spcPts val="0"/>
              </a:spcAft>
              <a:buClr>
                <a:schemeClr val="dk1"/>
              </a:buClr>
              <a:buSzPts val="1600"/>
              <a:buChar char="•"/>
              <a:defRPr sz="1600"/>
            </a:lvl9pPr>
          </a:lstStyle>
          <a:p/>
        </p:txBody>
      </p:sp>
      <p:sp>
        <p:nvSpPr>
          <p:cNvPr id="44" name="Google Shape;44;p15"/>
          <p:cNvSpPr txBox="1"/>
          <p:nvPr/>
        </p:nvSpPr>
        <p:spPr>
          <a:xfrm>
            <a:off x="856314" y="3261675"/>
            <a:ext cx="6198000" cy="497700"/>
          </a:xfrm>
          <a:prstGeom prst="rect">
            <a:avLst/>
          </a:prstGeom>
          <a:noFill/>
          <a:ln>
            <a:noFill/>
          </a:ln>
        </p:spPr>
        <p:txBody>
          <a:bodyPr anchorCtr="0" anchor="ctr" bIns="0" lIns="0" spcFirstLastPara="1" rIns="0" wrap="square" tIns="0">
            <a:noAutofit/>
          </a:bodyPr>
          <a:lstStyle/>
          <a:p>
            <a:pPr indent="0" lvl="0" marL="0" marR="0" rtl="0" algn="l">
              <a:lnSpc>
                <a:spcPct val="90000"/>
              </a:lnSpc>
              <a:spcBef>
                <a:spcPts val="0"/>
              </a:spcBef>
              <a:spcAft>
                <a:spcPts val="0"/>
              </a:spcAft>
              <a:buClr>
                <a:srgbClr val="262626"/>
              </a:buClr>
              <a:buSzPts val="2400"/>
              <a:buFont typeface="Poppins"/>
              <a:buNone/>
            </a:pPr>
            <a:r>
              <a:rPr b="0" i="0" lang="en-US" sz="2400" u="none" cap="none" strike="noStrike">
                <a:solidFill>
                  <a:srgbClr val="262626"/>
                </a:solidFill>
                <a:latin typeface="Poppins"/>
                <a:ea typeface="Poppins"/>
                <a:cs typeface="Poppins"/>
                <a:sym typeface="Poppins"/>
              </a:rPr>
              <a:t>Supplementary Resources:</a:t>
            </a:r>
            <a:endParaRPr b="0" i="0" sz="2400" u="none" cap="none" strike="noStrike">
              <a:solidFill>
                <a:srgbClr val="262626"/>
              </a:solidFill>
              <a:latin typeface="Poppins"/>
              <a:ea typeface="Poppins"/>
              <a:cs typeface="Poppins"/>
              <a:sym typeface="Poppins"/>
            </a:endParaRPr>
          </a:p>
        </p:txBody>
      </p:sp>
      <p:sp>
        <p:nvSpPr>
          <p:cNvPr id="45" name="Google Shape;45;p15"/>
          <p:cNvSpPr txBox="1"/>
          <p:nvPr>
            <p:ph idx="3" type="body"/>
          </p:nvPr>
        </p:nvSpPr>
        <p:spPr>
          <a:xfrm>
            <a:off x="856325" y="3761525"/>
            <a:ext cx="7215900" cy="338700"/>
          </a:xfrm>
          <a:prstGeom prst="rect">
            <a:avLst/>
          </a:prstGeom>
          <a:noFill/>
          <a:ln>
            <a:noFill/>
          </a:ln>
        </p:spPr>
        <p:txBody>
          <a:bodyPr anchorCtr="0" anchor="t" bIns="45700" lIns="91425" spcFirstLastPara="1" rIns="91425" wrap="square" tIns="45700">
            <a:normAutofit/>
          </a:bodyPr>
          <a:lstStyle>
            <a:lvl1pPr indent="-330200" lvl="0" marL="457200" algn="l">
              <a:lnSpc>
                <a:spcPct val="100000"/>
              </a:lnSpc>
              <a:spcBef>
                <a:spcPts val="1000"/>
              </a:spcBef>
              <a:spcAft>
                <a:spcPts val="0"/>
              </a:spcAft>
              <a:buClr>
                <a:srgbClr val="262626"/>
              </a:buClr>
              <a:buSzPts val="1600"/>
              <a:buChar char="•"/>
              <a:defRPr sz="1600">
                <a:solidFill>
                  <a:srgbClr val="262626"/>
                </a:solidFill>
              </a:defRPr>
            </a:lvl1pPr>
            <a:lvl2pPr indent="-330200" lvl="1" marL="914400" algn="l">
              <a:lnSpc>
                <a:spcPct val="100000"/>
              </a:lnSpc>
              <a:spcBef>
                <a:spcPts val="500"/>
              </a:spcBef>
              <a:spcAft>
                <a:spcPts val="0"/>
              </a:spcAft>
              <a:buClr>
                <a:srgbClr val="262626"/>
              </a:buClr>
              <a:buSzPts val="1600"/>
              <a:buChar char="•"/>
              <a:defRPr sz="1600">
                <a:solidFill>
                  <a:srgbClr val="262626"/>
                </a:solidFill>
              </a:defRPr>
            </a:lvl2pPr>
            <a:lvl3pPr indent="-330200" lvl="2" marL="1371600" algn="l">
              <a:lnSpc>
                <a:spcPct val="100000"/>
              </a:lnSpc>
              <a:spcBef>
                <a:spcPts val="500"/>
              </a:spcBef>
              <a:spcAft>
                <a:spcPts val="0"/>
              </a:spcAft>
              <a:buClr>
                <a:srgbClr val="262626"/>
              </a:buClr>
              <a:buSzPts val="1600"/>
              <a:buChar char="•"/>
              <a:defRPr sz="1600">
                <a:solidFill>
                  <a:srgbClr val="262626"/>
                </a:solidFill>
              </a:defRPr>
            </a:lvl3pPr>
            <a:lvl4pPr indent="-330200" lvl="3" marL="1828800" algn="l">
              <a:lnSpc>
                <a:spcPct val="100000"/>
              </a:lnSpc>
              <a:spcBef>
                <a:spcPts val="500"/>
              </a:spcBef>
              <a:spcAft>
                <a:spcPts val="0"/>
              </a:spcAft>
              <a:buClr>
                <a:srgbClr val="262626"/>
              </a:buClr>
              <a:buSzPts val="1600"/>
              <a:buChar char="•"/>
              <a:defRPr sz="1600">
                <a:solidFill>
                  <a:srgbClr val="262626"/>
                </a:solidFill>
              </a:defRPr>
            </a:lvl4pPr>
            <a:lvl5pPr indent="-330200" lvl="4" marL="2286000" algn="l">
              <a:lnSpc>
                <a:spcPct val="100000"/>
              </a:lnSpc>
              <a:spcBef>
                <a:spcPts val="500"/>
              </a:spcBef>
              <a:spcAft>
                <a:spcPts val="0"/>
              </a:spcAft>
              <a:buClr>
                <a:srgbClr val="262626"/>
              </a:buClr>
              <a:buSzPts val="1600"/>
              <a:buChar char="•"/>
              <a:defRPr sz="1600">
                <a:solidFill>
                  <a:srgbClr val="262626"/>
                </a:solidFill>
              </a:defRPr>
            </a:lvl5pPr>
            <a:lvl6pPr indent="-330200" lvl="5" marL="2743200" algn="l">
              <a:lnSpc>
                <a:spcPct val="100000"/>
              </a:lnSpc>
              <a:spcBef>
                <a:spcPts val="500"/>
              </a:spcBef>
              <a:spcAft>
                <a:spcPts val="0"/>
              </a:spcAft>
              <a:buClr>
                <a:schemeClr val="dk1"/>
              </a:buClr>
              <a:buSzPts val="1600"/>
              <a:buChar char="•"/>
              <a:defRPr sz="1600"/>
            </a:lvl6pPr>
            <a:lvl7pPr indent="-330200" lvl="6" marL="3200400" algn="l">
              <a:lnSpc>
                <a:spcPct val="100000"/>
              </a:lnSpc>
              <a:spcBef>
                <a:spcPts val="500"/>
              </a:spcBef>
              <a:spcAft>
                <a:spcPts val="0"/>
              </a:spcAft>
              <a:buClr>
                <a:schemeClr val="dk1"/>
              </a:buClr>
              <a:buSzPts val="1600"/>
              <a:buChar char="•"/>
              <a:defRPr sz="1600"/>
            </a:lvl7pPr>
            <a:lvl8pPr indent="-330200" lvl="7" marL="3657600" algn="l">
              <a:lnSpc>
                <a:spcPct val="100000"/>
              </a:lnSpc>
              <a:spcBef>
                <a:spcPts val="500"/>
              </a:spcBef>
              <a:spcAft>
                <a:spcPts val="0"/>
              </a:spcAft>
              <a:buClr>
                <a:schemeClr val="dk1"/>
              </a:buClr>
              <a:buSzPts val="1600"/>
              <a:buChar char="•"/>
              <a:defRPr sz="1600"/>
            </a:lvl8pPr>
            <a:lvl9pPr indent="-330200" lvl="8" marL="4114800" algn="l">
              <a:lnSpc>
                <a:spcPct val="100000"/>
              </a:lnSpc>
              <a:spcBef>
                <a:spcPts val="500"/>
              </a:spcBef>
              <a:spcAft>
                <a:spcPts val="0"/>
              </a:spcAft>
              <a:buClr>
                <a:schemeClr val="dk1"/>
              </a:buClr>
              <a:buSzPts val="1600"/>
              <a:buChar char="•"/>
              <a:defRPr sz="1600"/>
            </a:lvl9pPr>
          </a:lstStyle>
          <a:p/>
        </p:txBody>
      </p:sp>
      <p:sp>
        <p:nvSpPr>
          <p:cNvPr id="46" name="Google Shape;46;p15"/>
          <p:cNvSpPr txBox="1"/>
          <p:nvPr/>
        </p:nvSpPr>
        <p:spPr>
          <a:xfrm>
            <a:off x="856323" y="1003020"/>
            <a:ext cx="2381700" cy="691200"/>
          </a:xfrm>
          <a:prstGeom prst="rect">
            <a:avLst/>
          </a:prstGeom>
          <a:noFill/>
          <a:ln>
            <a:noFill/>
          </a:ln>
        </p:spPr>
        <p:txBody>
          <a:bodyPr anchorCtr="0" anchor="ctr" bIns="0" lIns="91425" spcFirstLastPara="1" rIns="91425" wrap="square" tIns="0">
            <a:noAutofit/>
          </a:bodyPr>
          <a:lstStyle/>
          <a:p>
            <a:pPr indent="0" lvl="0" marL="0" marR="0" rtl="0" algn="l">
              <a:lnSpc>
                <a:spcPct val="90000"/>
              </a:lnSpc>
              <a:spcBef>
                <a:spcPts val="0"/>
              </a:spcBef>
              <a:spcAft>
                <a:spcPts val="0"/>
              </a:spcAft>
              <a:buClr>
                <a:srgbClr val="F7941D"/>
              </a:buClr>
              <a:buSzPts val="3200"/>
              <a:buFont typeface="Poppins Medium"/>
              <a:buNone/>
            </a:pPr>
            <a:r>
              <a:rPr b="0" i="0" lang="en-US" sz="3200" u="none" cap="none" strike="noStrike">
                <a:solidFill>
                  <a:srgbClr val="CB3D85"/>
                </a:solidFill>
                <a:latin typeface="Poppins Medium"/>
                <a:ea typeface="Poppins Medium"/>
                <a:cs typeface="Poppins Medium"/>
                <a:sym typeface="Poppins Medium"/>
              </a:rPr>
              <a:t>Objective</a:t>
            </a:r>
            <a:endParaRPr b="0" i="0" sz="3200" u="none" cap="none" strike="noStrike">
              <a:solidFill>
                <a:srgbClr val="CB3D85"/>
              </a:solidFill>
              <a:latin typeface="Poppins Medium"/>
              <a:ea typeface="Poppins Medium"/>
              <a:cs typeface="Poppins Medium"/>
              <a:sym typeface="Poppins Medium"/>
            </a:endParaRPr>
          </a:p>
        </p:txBody>
      </p:sp>
      <p:sp>
        <p:nvSpPr>
          <p:cNvPr id="47" name="Google Shape;47;p15"/>
          <p:cNvSpPr/>
          <p:nvPr/>
        </p:nvSpPr>
        <p:spPr>
          <a:xfrm>
            <a:off x="-36800" y="6252300"/>
            <a:ext cx="9236100" cy="663000"/>
          </a:xfrm>
          <a:prstGeom prst="rect">
            <a:avLst/>
          </a:prstGeom>
          <a:solidFill>
            <a:srgbClr val="07376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48" name="Google Shape;48;p15"/>
          <p:cNvGrpSpPr/>
          <p:nvPr/>
        </p:nvGrpSpPr>
        <p:grpSpPr>
          <a:xfrm>
            <a:off x="357775" y="5983875"/>
            <a:ext cx="586800" cy="571500"/>
            <a:chOff x="662575" y="6212475"/>
            <a:chExt cx="586800" cy="571500"/>
          </a:xfrm>
        </p:grpSpPr>
        <p:sp>
          <p:nvSpPr>
            <p:cNvPr id="49" name="Google Shape;49;p15">
              <a:hlinkClick action="ppaction://hlinkshowjump?jump=previousslide"/>
            </p:cNvPr>
            <p:cNvSpPr/>
            <p:nvPr/>
          </p:nvSpPr>
          <p:spPr>
            <a:xfrm>
              <a:off x="662575"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0" name="Google Shape;50;p15">
              <a:hlinkClick action="ppaction://hlinkshowjump?jump=previousslide"/>
            </p:cNvPr>
            <p:cNvSpPr/>
            <p:nvPr/>
          </p:nvSpPr>
          <p:spPr>
            <a:xfrm>
              <a:off x="767700"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1" name="Google Shape;51;p15">
              <a:hlinkClick action="ppaction://hlinkshowjump?jump=previousslide"/>
            </p:cNvPr>
            <p:cNvSpPr/>
            <p:nvPr/>
          </p:nvSpPr>
          <p:spPr>
            <a:xfrm flipH="1">
              <a:off x="869175"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sp>
        <p:nvSpPr>
          <p:cNvPr id="52" name="Google Shape;52;p15"/>
          <p:cNvSpPr txBox="1"/>
          <p:nvPr/>
        </p:nvSpPr>
        <p:spPr>
          <a:xfrm>
            <a:off x="856314" y="2124410"/>
            <a:ext cx="2244900" cy="69120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F7941D"/>
              </a:buClr>
              <a:buSzPts val="3200"/>
              <a:buFont typeface="Poppins Medium"/>
              <a:buNone/>
            </a:pPr>
            <a:r>
              <a:rPr b="0" i="0" lang="en-US" sz="3200" u="none" cap="none" strike="noStrike">
                <a:solidFill>
                  <a:srgbClr val="CB3D85"/>
                </a:solidFill>
                <a:latin typeface="Poppins Medium"/>
                <a:ea typeface="Poppins Medium"/>
                <a:cs typeface="Poppins Medium"/>
                <a:sym typeface="Poppins Medium"/>
              </a:rPr>
              <a:t>Review</a:t>
            </a:r>
            <a:endParaRPr b="0" i="0" sz="3200" u="none" cap="none" strike="noStrike">
              <a:solidFill>
                <a:srgbClr val="CB3D85"/>
              </a:solidFill>
              <a:latin typeface="Poppins Medium"/>
              <a:ea typeface="Poppins Medium"/>
              <a:cs typeface="Poppins Medium"/>
              <a:sym typeface="Poppins Medium"/>
            </a:endParaRPr>
          </a:p>
        </p:txBody>
      </p:sp>
      <p:cxnSp>
        <p:nvCxnSpPr>
          <p:cNvPr id="53" name="Google Shape;53;p15"/>
          <p:cNvCxnSpPr/>
          <p:nvPr/>
        </p:nvCxnSpPr>
        <p:spPr>
          <a:xfrm>
            <a:off x="865586" y="3078360"/>
            <a:ext cx="7283100" cy="0"/>
          </a:xfrm>
          <a:prstGeom prst="straightConnector1">
            <a:avLst/>
          </a:prstGeom>
          <a:noFill/>
          <a:ln cap="flat" cmpd="sng" w="9525">
            <a:solidFill>
              <a:srgbClr val="BFBFBF"/>
            </a:solidFill>
            <a:prstDash val="solid"/>
            <a:miter lim="800000"/>
            <a:headEnd len="sm" w="sm" type="none"/>
            <a:tailEnd len="sm" w="sm" type="none"/>
          </a:ln>
        </p:spPr>
      </p:cxnSp>
      <p:cxnSp>
        <p:nvCxnSpPr>
          <p:cNvPr id="54" name="Google Shape;54;p15"/>
          <p:cNvCxnSpPr/>
          <p:nvPr/>
        </p:nvCxnSpPr>
        <p:spPr>
          <a:xfrm>
            <a:off x="865586" y="1861660"/>
            <a:ext cx="7283100" cy="0"/>
          </a:xfrm>
          <a:prstGeom prst="straightConnector1">
            <a:avLst/>
          </a:prstGeom>
          <a:noFill/>
          <a:ln cap="flat" cmpd="sng" w="9525">
            <a:solidFill>
              <a:srgbClr val="BFBFBF"/>
            </a:solidFill>
            <a:prstDash val="solid"/>
            <a:miter lim="800000"/>
            <a:headEnd len="sm" w="sm" type="none"/>
            <a:tailEnd len="sm" w="sm" type="none"/>
          </a:ln>
        </p:spPr>
      </p:cxnSp>
      <p:grpSp>
        <p:nvGrpSpPr>
          <p:cNvPr id="55" name="Google Shape;55;p15"/>
          <p:cNvGrpSpPr/>
          <p:nvPr/>
        </p:nvGrpSpPr>
        <p:grpSpPr>
          <a:xfrm>
            <a:off x="8199150" y="5983875"/>
            <a:ext cx="586800" cy="571500"/>
            <a:chOff x="7894350" y="6212475"/>
            <a:chExt cx="586800" cy="571500"/>
          </a:xfrm>
        </p:grpSpPr>
        <p:sp>
          <p:nvSpPr>
            <p:cNvPr id="56" name="Google Shape;56;p15">
              <a:hlinkClick action="ppaction://hlinkshowjump?jump=nextslide"/>
            </p:cNvPr>
            <p:cNvSpPr/>
            <p:nvPr/>
          </p:nvSpPr>
          <p:spPr>
            <a:xfrm flipH="1">
              <a:off x="7894350"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7" name="Google Shape;57;p15">
              <a:hlinkClick action="ppaction://hlinkshowjump?jump=nextslide"/>
            </p:cNvPr>
            <p:cNvSpPr/>
            <p:nvPr/>
          </p:nvSpPr>
          <p:spPr>
            <a:xfrm flipH="1">
              <a:off x="8000425"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8" name="Google Shape;58;p15">
              <a:hlinkClick action="ppaction://hlinkshowjump?jump=nextslide"/>
            </p:cNvPr>
            <p:cNvSpPr/>
            <p:nvPr/>
          </p:nvSpPr>
          <p:spPr>
            <a:xfrm>
              <a:off x="8120950"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grpSp>
        <p:nvGrpSpPr>
          <p:cNvPr id="59" name="Google Shape;59;p15"/>
          <p:cNvGrpSpPr/>
          <p:nvPr/>
        </p:nvGrpSpPr>
        <p:grpSpPr>
          <a:xfrm>
            <a:off x="-36800" y="-52000"/>
            <a:ext cx="9236100" cy="543600"/>
            <a:chOff x="-36800" y="-52000"/>
            <a:chExt cx="9236100" cy="543600"/>
          </a:xfrm>
        </p:grpSpPr>
        <p:sp>
          <p:nvSpPr>
            <p:cNvPr id="60" name="Google Shape;60;p15"/>
            <p:cNvSpPr/>
            <p:nvPr/>
          </p:nvSpPr>
          <p:spPr>
            <a:xfrm>
              <a:off x="-36800" y="-52000"/>
              <a:ext cx="9236100" cy="543600"/>
            </a:xfrm>
            <a:prstGeom prst="rect">
              <a:avLst/>
            </a:prstGeom>
            <a:solidFill>
              <a:srgbClr val="CFE2F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61" name="Google Shape;61;p15"/>
            <p:cNvGrpSpPr/>
            <p:nvPr/>
          </p:nvGrpSpPr>
          <p:grpSpPr>
            <a:xfrm>
              <a:off x="5905920" y="88100"/>
              <a:ext cx="1337400" cy="403500"/>
              <a:chOff x="565600" y="88250"/>
              <a:chExt cx="1337400" cy="403500"/>
            </a:xfrm>
          </p:grpSpPr>
          <p:sp>
            <p:nvSpPr>
              <p:cNvPr id="62" name="Google Shape;62;p15"/>
              <p:cNvSpPr/>
              <p:nvPr/>
            </p:nvSpPr>
            <p:spPr>
              <a:xfrm>
                <a:off x="565600" y="88250"/>
                <a:ext cx="1337400" cy="240000"/>
              </a:xfrm>
              <a:prstGeom prst="roundRect">
                <a:avLst>
                  <a:gd fmla="val 16667"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92278F"/>
                  </a:solidFill>
                  <a:latin typeface="Poppins"/>
                  <a:ea typeface="Poppins"/>
                  <a:cs typeface="Poppins"/>
                  <a:sym typeface="Poppins"/>
                </a:endParaRPr>
              </a:p>
            </p:txBody>
          </p:sp>
          <p:sp>
            <p:nvSpPr>
              <p:cNvPr id="63" name="Google Shape;63;p15"/>
              <p:cNvSpPr/>
              <p:nvPr/>
            </p:nvSpPr>
            <p:spPr>
              <a:xfrm>
                <a:off x="565600" y="251750"/>
                <a:ext cx="1337400" cy="2400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92278F"/>
                  </a:solidFill>
                  <a:latin typeface="Poppins"/>
                  <a:ea typeface="Poppins"/>
                  <a:cs typeface="Poppins"/>
                  <a:sym typeface="Poppins"/>
                </a:endParaRPr>
              </a:p>
            </p:txBody>
          </p:sp>
        </p:grpSp>
        <p:sp>
          <p:nvSpPr>
            <p:cNvPr id="64" name="Google Shape;64;p15"/>
            <p:cNvSpPr txBox="1"/>
            <p:nvPr/>
          </p:nvSpPr>
          <p:spPr>
            <a:xfrm>
              <a:off x="789125" y="88250"/>
              <a:ext cx="974100" cy="365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9FC5E8"/>
                  </a:solidFill>
                  <a:latin typeface="Poppins SemiBold"/>
                  <a:ea typeface="Poppins SemiBold"/>
                  <a:cs typeface="Poppins SemiBold"/>
                  <a:sym typeface="Poppins SemiBold"/>
                </a:rPr>
                <a:t>Phase 2</a:t>
              </a:r>
              <a:endParaRPr b="0" i="0" sz="1500" u="none" cap="none" strike="noStrike">
                <a:solidFill>
                  <a:srgbClr val="9FC5E8"/>
                </a:solidFill>
                <a:latin typeface="Poppins SemiBold"/>
                <a:ea typeface="Poppins SemiBold"/>
                <a:cs typeface="Poppins SemiBold"/>
                <a:sym typeface="Poppins SemiBold"/>
              </a:endParaRPr>
            </a:p>
          </p:txBody>
        </p:sp>
        <p:sp>
          <p:nvSpPr>
            <p:cNvPr id="65" name="Google Shape;65;p15"/>
            <p:cNvSpPr txBox="1"/>
            <p:nvPr/>
          </p:nvSpPr>
          <p:spPr>
            <a:xfrm>
              <a:off x="3422038" y="101716"/>
              <a:ext cx="974100" cy="338700"/>
            </a:xfrm>
            <a:prstGeom prst="rect">
              <a:avLst/>
            </a:prstGeom>
            <a:no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9FC5E8"/>
                  </a:solidFill>
                  <a:latin typeface="Poppins SemiBold"/>
                  <a:ea typeface="Poppins SemiBold"/>
                  <a:cs typeface="Poppins SemiBold"/>
                  <a:sym typeface="Poppins SemiBold"/>
                </a:rPr>
                <a:t>Phase 4</a:t>
              </a:r>
              <a:endParaRPr b="0" i="0" sz="1300" u="none" cap="none" strike="noStrike">
                <a:solidFill>
                  <a:srgbClr val="FFFFFF"/>
                </a:solidFill>
                <a:latin typeface="Poppins SemiBold"/>
                <a:ea typeface="Poppins SemiBold"/>
                <a:cs typeface="Poppins SemiBold"/>
                <a:sym typeface="Poppins SemiBold"/>
              </a:endParaRPr>
            </a:p>
          </p:txBody>
        </p:sp>
        <p:sp>
          <p:nvSpPr>
            <p:cNvPr id="66" name="Google Shape;66;p15"/>
            <p:cNvSpPr txBox="1"/>
            <p:nvPr/>
          </p:nvSpPr>
          <p:spPr>
            <a:xfrm>
              <a:off x="4753638" y="101716"/>
              <a:ext cx="974100" cy="338700"/>
            </a:xfrm>
            <a:prstGeom prst="rect">
              <a:avLst/>
            </a:prstGeom>
            <a:no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9FC5E8"/>
                  </a:solidFill>
                  <a:latin typeface="Poppins SemiBold"/>
                  <a:ea typeface="Poppins SemiBold"/>
                  <a:cs typeface="Poppins SemiBold"/>
                  <a:sym typeface="Poppins SemiBold"/>
                </a:rPr>
                <a:t>Phase 5</a:t>
              </a:r>
              <a:endParaRPr b="0" i="0" sz="1300" u="none" cap="none" strike="noStrike">
                <a:solidFill>
                  <a:srgbClr val="FFFFFF"/>
                </a:solidFill>
                <a:latin typeface="Poppins SemiBold"/>
                <a:ea typeface="Poppins SemiBold"/>
                <a:cs typeface="Poppins SemiBold"/>
                <a:sym typeface="Poppins SemiBold"/>
              </a:endParaRPr>
            </a:p>
          </p:txBody>
        </p:sp>
        <p:sp>
          <p:nvSpPr>
            <p:cNvPr id="67" name="Google Shape;67;p15"/>
            <p:cNvSpPr txBox="1"/>
            <p:nvPr/>
          </p:nvSpPr>
          <p:spPr>
            <a:xfrm>
              <a:off x="6096838" y="101716"/>
              <a:ext cx="974100" cy="338700"/>
            </a:xfrm>
            <a:prstGeom prst="rect">
              <a:avLst/>
            </a:prstGeom>
            <a:no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FFFFFF"/>
                  </a:solidFill>
                  <a:latin typeface="Poppins SemiBold"/>
                  <a:ea typeface="Poppins SemiBold"/>
                  <a:cs typeface="Poppins SemiBold"/>
                  <a:sym typeface="Poppins SemiBold"/>
                </a:rPr>
                <a:t>Phase 5.5</a:t>
              </a:r>
              <a:endParaRPr b="0" i="0" sz="1300" u="none" cap="none" strike="noStrike">
                <a:solidFill>
                  <a:srgbClr val="FFFFFF"/>
                </a:solidFill>
                <a:latin typeface="Poppins SemiBold"/>
                <a:ea typeface="Poppins SemiBold"/>
                <a:cs typeface="Poppins SemiBold"/>
                <a:sym typeface="Poppins SemiBold"/>
              </a:endParaRPr>
            </a:p>
          </p:txBody>
        </p:sp>
        <p:sp>
          <p:nvSpPr>
            <p:cNvPr id="68" name="Google Shape;68;p15"/>
            <p:cNvSpPr/>
            <p:nvPr/>
          </p:nvSpPr>
          <p:spPr>
            <a:xfrm>
              <a:off x="4570840" y="446900"/>
              <a:ext cx="1337400" cy="44700"/>
            </a:xfrm>
            <a:prstGeom prst="rect">
              <a:avLst/>
            </a:prstGeom>
            <a:solidFill>
              <a:srgbClr val="9FC5E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69" name="Google Shape;69;p15"/>
            <p:cNvSpPr txBox="1"/>
            <p:nvPr/>
          </p:nvSpPr>
          <p:spPr>
            <a:xfrm>
              <a:off x="7422638" y="101716"/>
              <a:ext cx="974100" cy="338700"/>
            </a:xfrm>
            <a:prstGeom prst="rect">
              <a:avLst/>
            </a:prstGeom>
            <a:no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9FC5E8"/>
                  </a:solidFill>
                  <a:latin typeface="Poppins SemiBold"/>
                  <a:ea typeface="Poppins SemiBold"/>
                  <a:cs typeface="Poppins SemiBold"/>
                  <a:sym typeface="Poppins SemiBold"/>
                </a:rPr>
                <a:t>Phase 6</a:t>
              </a:r>
              <a:endParaRPr b="0" i="0" sz="1300" u="none" cap="none" strike="noStrike">
                <a:solidFill>
                  <a:srgbClr val="9FC5E8"/>
                </a:solidFill>
                <a:latin typeface="Poppins SemiBold"/>
                <a:ea typeface="Poppins SemiBold"/>
                <a:cs typeface="Poppins SemiBold"/>
                <a:sym typeface="Poppins SemiBold"/>
              </a:endParaRPr>
            </a:p>
          </p:txBody>
        </p:sp>
        <p:sp>
          <p:nvSpPr>
            <p:cNvPr id="70" name="Google Shape;70;p15"/>
            <p:cNvSpPr/>
            <p:nvPr/>
          </p:nvSpPr>
          <p:spPr>
            <a:xfrm>
              <a:off x="7241000" y="446900"/>
              <a:ext cx="1337400" cy="44700"/>
            </a:xfrm>
            <a:prstGeom prst="rect">
              <a:avLst/>
            </a:prstGeom>
            <a:solidFill>
              <a:srgbClr val="9FC5E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71" name="Google Shape;71;p15"/>
            <p:cNvSpPr/>
            <p:nvPr/>
          </p:nvSpPr>
          <p:spPr>
            <a:xfrm>
              <a:off x="565600" y="446900"/>
              <a:ext cx="1337400" cy="44700"/>
            </a:xfrm>
            <a:prstGeom prst="rect">
              <a:avLst/>
            </a:prstGeom>
            <a:solidFill>
              <a:srgbClr val="9FC5E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163B7E"/>
                </a:solidFill>
                <a:latin typeface="Poppins"/>
                <a:ea typeface="Poppins"/>
                <a:cs typeface="Poppins"/>
                <a:sym typeface="Poppins"/>
              </a:endParaRPr>
            </a:p>
          </p:txBody>
        </p:sp>
        <p:sp>
          <p:nvSpPr>
            <p:cNvPr id="72" name="Google Shape;72;p15"/>
            <p:cNvSpPr txBox="1"/>
            <p:nvPr/>
          </p:nvSpPr>
          <p:spPr>
            <a:xfrm>
              <a:off x="2084638" y="101716"/>
              <a:ext cx="974100" cy="338700"/>
            </a:xfrm>
            <a:prstGeom prst="rect">
              <a:avLst/>
            </a:prstGeom>
            <a:no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9FC5E8"/>
                  </a:solidFill>
                  <a:latin typeface="Poppins SemiBold"/>
                  <a:ea typeface="Poppins SemiBold"/>
                  <a:cs typeface="Poppins SemiBold"/>
                  <a:sym typeface="Poppins SemiBold"/>
                </a:rPr>
                <a:t>Phase 3</a:t>
              </a:r>
              <a:endParaRPr b="0" i="0" sz="1300" u="none" cap="none" strike="noStrike">
                <a:solidFill>
                  <a:srgbClr val="9FC5E8"/>
                </a:solidFill>
                <a:latin typeface="Poppins SemiBold"/>
                <a:ea typeface="Poppins SemiBold"/>
                <a:cs typeface="Poppins SemiBold"/>
                <a:sym typeface="Poppins SemiBold"/>
              </a:endParaRPr>
            </a:p>
          </p:txBody>
        </p:sp>
        <p:sp>
          <p:nvSpPr>
            <p:cNvPr id="73" name="Google Shape;73;p15"/>
            <p:cNvSpPr/>
            <p:nvPr/>
          </p:nvSpPr>
          <p:spPr>
            <a:xfrm>
              <a:off x="1900680" y="446900"/>
              <a:ext cx="1337400" cy="44700"/>
            </a:xfrm>
            <a:prstGeom prst="rect">
              <a:avLst/>
            </a:prstGeom>
            <a:solidFill>
              <a:srgbClr val="9FC5E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74" name="Google Shape;74;p15"/>
            <p:cNvSpPr/>
            <p:nvPr/>
          </p:nvSpPr>
          <p:spPr>
            <a:xfrm>
              <a:off x="3235760" y="446900"/>
              <a:ext cx="1337400" cy="44700"/>
            </a:xfrm>
            <a:prstGeom prst="rect">
              <a:avLst/>
            </a:prstGeom>
            <a:solidFill>
              <a:srgbClr val="9FC5E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eview Content">
  <p:cSld name="Alien Word of the Day_2_1_1">
    <p:spTree>
      <p:nvGrpSpPr>
        <p:cNvPr id="75" name="Shape 75"/>
        <p:cNvGrpSpPr/>
        <p:nvPr/>
      </p:nvGrpSpPr>
      <p:grpSpPr>
        <a:xfrm>
          <a:off x="0" y="0"/>
          <a:ext cx="0" cy="0"/>
          <a:chOff x="0" y="0"/>
          <a:chExt cx="0" cy="0"/>
        </a:xfrm>
      </p:grpSpPr>
      <p:sp>
        <p:nvSpPr>
          <p:cNvPr id="76" name="Google Shape;76;g26b641b03cd_1_92"/>
          <p:cNvSpPr/>
          <p:nvPr/>
        </p:nvSpPr>
        <p:spPr>
          <a:xfrm>
            <a:off x="-36800" y="6252300"/>
            <a:ext cx="9236100" cy="663000"/>
          </a:xfrm>
          <a:prstGeom prst="rect">
            <a:avLst/>
          </a:prstGeom>
          <a:solidFill>
            <a:srgbClr val="07376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 name="Google Shape;77;g26b641b03cd_1_92"/>
          <p:cNvSpPr txBox="1"/>
          <p:nvPr>
            <p:ph type="title"/>
          </p:nvPr>
        </p:nvSpPr>
        <p:spPr>
          <a:xfrm>
            <a:off x="995275" y="582900"/>
            <a:ext cx="7153500" cy="12432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rgbClr val="000000"/>
              </a:buClr>
              <a:buSzPts val="2400"/>
              <a:buNone/>
              <a:defRPr sz="2400">
                <a:solidFill>
                  <a:srgbClr val="000000"/>
                </a:solidFill>
              </a:defRPr>
            </a:lvl1pPr>
            <a:lvl2pPr lvl="1" algn="l">
              <a:lnSpc>
                <a:spcPct val="100000"/>
              </a:lnSpc>
              <a:spcBef>
                <a:spcPts val="0"/>
              </a:spcBef>
              <a:spcAft>
                <a:spcPts val="0"/>
              </a:spcAft>
              <a:buClr>
                <a:srgbClr val="FFFFFF"/>
              </a:buClr>
              <a:buSzPts val="1600"/>
              <a:buNone/>
              <a:defRPr sz="1600">
                <a:solidFill>
                  <a:srgbClr val="FFFFFF"/>
                </a:solidFill>
              </a:defRPr>
            </a:lvl2pPr>
            <a:lvl3pPr lvl="2" algn="l">
              <a:lnSpc>
                <a:spcPct val="100000"/>
              </a:lnSpc>
              <a:spcBef>
                <a:spcPts val="0"/>
              </a:spcBef>
              <a:spcAft>
                <a:spcPts val="0"/>
              </a:spcAft>
              <a:buClr>
                <a:srgbClr val="FFFFFF"/>
              </a:buClr>
              <a:buSzPts val="1600"/>
              <a:buNone/>
              <a:defRPr sz="1600">
                <a:solidFill>
                  <a:srgbClr val="FFFFFF"/>
                </a:solidFill>
              </a:defRPr>
            </a:lvl3pPr>
            <a:lvl4pPr lvl="3" algn="l">
              <a:lnSpc>
                <a:spcPct val="100000"/>
              </a:lnSpc>
              <a:spcBef>
                <a:spcPts val="0"/>
              </a:spcBef>
              <a:spcAft>
                <a:spcPts val="0"/>
              </a:spcAft>
              <a:buClr>
                <a:srgbClr val="FFFFFF"/>
              </a:buClr>
              <a:buSzPts val="1600"/>
              <a:buNone/>
              <a:defRPr sz="1600">
                <a:solidFill>
                  <a:srgbClr val="FFFFFF"/>
                </a:solidFill>
              </a:defRPr>
            </a:lvl4pPr>
            <a:lvl5pPr lvl="4" algn="l">
              <a:lnSpc>
                <a:spcPct val="100000"/>
              </a:lnSpc>
              <a:spcBef>
                <a:spcPts val="0"/>
              </a:spcBef>
              <a:spcAft>
                <a:spcPts val="0"/>
              </a:spcAft>
              <a:buClr>
                <a:srgbClr val="FFFFFF"/>
              </a:buClr>
              <a:buSzPts val="1600"/>
              <a:buNone/>
              <a:defRPr sz="1600">
                <a:solidFill>
                  <a:srgbClr val="FFFFFF"/>
                </a:solidFill>
              </a:defRPr>
            </a:lvl5pPr>
            <a:lvl6pPr lvl="5" algn="l">
              <a:lnSpc>
                <a:spcPct val="100000"/>
              </a:lnSpc>
              <a:spcBef>
                <a:spcPts val="0"/>
              </a:spcBef>
              <a:spcAft>
                <a:spcPts val="0"/>
              </a:spcAft>
              <a:buClr>
                <a:srgbClr val="FFFFFF"/>
              </a:buClr>
              <a:buSzPts val="1600"/>
              <a:buNone/>
              <a:defRPr sz="1600">
                <a:solidFill>
                  <a:srgbClr val="FFFFFF"/>
                </a:solidFill>
              </a:defRPr>
            </a:lvl6pPr>
            <a:lvl7pPr lvl="6" algn="l">
              <a:lnSpc>
                <a:spcPct val="100000"/>
              </a:lnSpc>
              <a:spcBef>
                <a:spcPts val="0"/>
              </a:spcBef>
              <a:spcAft>
                <a:spcPts val="0"/>
              </a:spcAft>
              <a:buClr>
                <a:srgbClr val="FFFFFF"/>
              </a:buClr>
              <a:buSzPts val="1600"/>
              <a:buNone/>
              <a:defRPr sz="1600">
                <a:solidFill>
                  <a:srgbClr val="FFFFFF"/>
                </a:solidFill>
              </a:defRPr>
            </a:lvl7pPr>
            <a:lvl8pPr lvl="7" algn="l">
              <a:lnSpc>
                <a:spcPct val="100000"/>
              </a:lnSpc>
              <a:spcBef>
                <a:spcPts val="0"/>
              </a:spcBef>
              <a:spcAft>
                <a:spcPts val="0"/>
              </a:spcAft>
              <a:buClr>
                <a:srgbClr val="FFFFFF"/>
              </a:buClr>
              <a:buSzPts val="1600"/>
              <a:buNone/>
              <a:defRPr sz="1600">
                <a:solidFill>
                  <a:srgbClr val="FFFFFF"/>
                </a:solidFill>
              </a:defRPr>
            </a:lvl8pPr>
            <a:lvl9pPr lvl="8" algn="l">
              <a:lnSpc>
                <a:spcPct val="100000"/>
              </a:lnSpc>
              <a:spcBef>
                <a:spcPts val="0"/>
              </a:spcBef>
              <a:spcAft>
                <a:spcPts val="0"/>
              </a:spcAft>
              <a:buClr>
                <a:srgbClr val="FFFFFF"/>
              </a:buClr>
              <a:buSzPts val="1600"/>
              <a:buNone/>
              <a:defRPr sz="1600">
                <a:solidFill>
                  <a:srgbClr val="FFFFFF"/>
                </a:solidFill>
              </a:defRPr>
            </a:lvl9pPr>
          </a:lstStyle>
          <a:p/>
        </p:txBody>
      </p:sp>
      <p:cxnSp>
        <p:nvCxnSpPr>
          <p:cNvPr id="78" name="Google Shape;78;g26b641b03cd_1_92"/>
          <p:cNvCxnSpPr/>
          <p:nvPr/>
        </p:nvCxnSpPr>
        <p:spPr>
          <a:xfrm>
            <a:off x="865586" y="1861660"/>
            <a:ext cx="7283100" cy="0"/>
          </a:xfrm>
          <a:prstGeom prst="straightConnector1">
            <a:avLst/>
          </a:prstGeom>
          <a:noFill/>
          <a:ln cap="flat" cmpd="sng" w="9525">
            <a:solidFill>
              <a:srgbClr val="BFBFBF"/>
            </a:solidFill>
            <a:prstDash val="solid"/>
            <a:miter lim="800000"/>
            <a:headEnd len="sm" w="sm" type="none"/>
            <a:tailEnd len="sm" w="sm" type="none"/>
          </a:ln>
        </p:spPr>
      </p:cxnSp>
      <p:grpSp>
        <p:nvGrpSpPr>
          <p:cNvPr id="79" name="Google Shape;79;g26b641b03cd_1_92"/>
          <p:cNvGrpSpPr/>
          <p:nvPr/>
        </p:nvGrpSpPr>
        <p:grpSpPr>
          <a:xfrm>
            <a:off x="357775" y="5983875"/>
            <a:ext cx="586800" cy="571500"/>
            <a:chOff x="662575" y="6212475"/>
            <a:chExt cx="586800" cy="571500"/>
          </a:xfrm>
        </p:grpSpPr>
        <p:sp>
          <p:nvSpPr>
            <p:cNvPr id="80" name="Google Shape;80;g26b641b03cd_1_92">
              <a:hlinkClick action="ppaction://hlinkshowjump?jump=previousslide"/>
            </p:cNvPr>
            <p:cNvSpPr/>
            <p:nvPr/>
          </p:nvSpPr>
          <p:spPr>
            <a:xfrm>
              <a:off x="662575"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81" name="Google Shape;81;g26b641b03cd_1_92">
              <a:hlinkClick action="ppaction://hlinkshowjump?jump=previousslide"/>
            </p:cNvPr>
            <p:cNvSpPr/>
            <p:nvPr/>
          </p:nvSpPr>
          <p:spPr>
            <a:xfrm>
              <a:off x="767700"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82" name="Google Shape;82;g26b641b03cd_1_92">
              <a:hlinkClick action="ppaction://hlinkshowjump?jump=previousslide"/>
            </p:cNvPr>
            <p:cNvSpPr/>
            <p:nvPr/>
          </p:nvSpPr>
          <p:spPr>
            <a:xfrm flipH="1">
              <a:off x="869175"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grpSp>
        <p:nvGrpSpPr>
          <p:cNvPr id="83" name="Google Shape;83;g26b641b03cd_1_92"/>
          <p:cNvGrpSpPr/>
          <p:nvPr/>
        </p:nvGrpSpPr>
        <p:grpSpPr>
          <a:xfrm>
            <a:off x="8199150" y="5983875"/>
            <a:ext cx="586800" cy="571500"/>
            <a:chOff x="7894350" y="6212475"/>
            <a:chExt cx="586800" cy="571500"/>
          </a:xfrm>
        </p:grpSpPr>
        <p:sp>
          <p:nvSpPr>
            <p:cNvPr id="84" name="Google Shape;84;g26b641b03cd_1_92">
              <a:hlinkClick action="ppaction://hlinkshowjump?jump=nextslide"/>
            </p:cNvPr>
            <p:cNvSpPr/>
            <p:nvPr/>
          </p:nvSpPr>
          <p:spPr>
            <a:xfrm flipH="1">
              <a:off x="7894350"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85" name="Google Shape;85;g26b641b03cd_1_92">
              <a:hlinkClick action="ppaction://hlinkshowjump?jump=nextslide"/>
            </p:cNvPr>
            <p:cNvSpPr/>
            <p:nvPr/>
          </p:nvSpPr>
          <p:spPr>
            <a:xfrm flipH="1">
              <a:off x="8000425"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86" name="Google Shape;86;g26b641b03cd_1_92">
              <a:hlinkClick action="ppaction://hlinkshowjump?jump=nextslide"/>
            </p:cNvPr>
            <p:cNvSpPr/>
            <p:nvPr/>
          </p:nvSpPr>
          <p:spPr>
            <a:xfrm>
              <a:off x="8120950"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grpSp>
        <p:nvGrpSpPr>
          <p:cNvPr id="87" name="Google Shape;87;g26b641b03cd_1_92"/>
          <p:cNvGrpSpPr/>
          <p:nvPr/>
        </p:nvGrpSpPr>
        <p:grpSpPr>
          <a:xfrm>
            <a:off x="-36800" y="-52000"/>
            <a:ext cx="9236100" cy="543600"/>
            <a:chOff x="-36800" y="-52000"/>
            <a:chExt cx="9236100" cy="543600"/>
          </a:xfrm>
        </p:grpSpPr>
        <p:sp>
          <p:nvSpPr>
            <p:cNvPr id="88" name="Google Shape;88;g26b641b03cd_1_92"/>
            <p:cNvSpPr/>
            <p:nvPr/>
          </p:nvSpPr>
          <p:spPr>
            <a:xfrm>
              <a:off x="-36800" y="-52000"/>
              <a:ext cx="9236100" cy="543600"/>
            </a:xfrm>
            <a:prstGeom prst="rect">
              <a:avLst/>
            </a:prstGeom>
            <a:solidFill>
              <a:srgbClr val="CFE2F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89" name="Google Shape;89;g26b641b03cd_1_92"/>
            <p:cNvGrpSpPr/>
            <p:nvPr/>
          </p:nvGrpSpPr>
          <p:grpSpPr>
            <a:xfrm>
              <a:off x="5905920" y="88100"/>
              <a:ext cx="1337400" cy="403500"/>
              <a:chOff x="565600" y="88250"/>
              <a:chExt cx="1337400" cy="403500"/>
            </a:xfrm>
          </p:grpSpPr>
          <p:sp>
            <p:nvSpPr>
              <p:cNvPr id="90" name="Google Shape;90;g26b641b03cd_1_92"/>
              <p:cNvSpPr/>
              <p:nvPr/>
            </p:nvSpPr>
            <p:spPr>
              <a:xfrm>
                <a:off x="565600" y="88250"/>
                <a:ext cx="1337400" cy="240000"/>
              </a:xfrm>
              <a:prstGeom prst="roundRect">
                <a:avLst>
                  <a:gd fmla="val 16667"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92278F"/>
                  </a:solidFill>
                  <a:latin typeface="Poppins"/>
                  <a:ea typeface="Poppins"/>
                  <a:cs typeface="Poppins"/>
                  <a:sym typeface="Poppins"/>
                </a:endParaRPr>
              </a:p>
            </p:txBody>
          </p:sp>
          <p:sp>
            <p:nvSpPr>
              <p:cNvPr id="91" name="Google Shape;91;g26b641b03cd_1_92"/>
              <p:cNvSpPr/>
              <p:nvPr/>
            </p:nvSpPr>
            <p:spPr>
              <a:xfrm>
                <a:off x="565600" y="251750"/>
                <a:ext cx="1337400" cy="2400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92278F"/>
                  </a:solidFill>
                  <a:latin typeface="Poppins"/>
                  <a:ea typeface="Poppins"/>
                  <a:cs typeface="Poppins"/>
                  <a:sym typeface="Poppins"/>
                </a:endParaRPr>
              </a:p>
            </p:txBody>
          </p:sp>
        </p:grpSp>
        <p:sp>
          <p:nvSpPr>
            <p:cNvPr id="92" name="Google Shape;92;g26b641b03cd_1_92"/>
            <p:cNvSpPr txBox="1"/>
            <p:nvPr/>
          </p:nvSpPr>
          <p:spPr>
            <a:xfrm>
              <a:off x="789125" y="88250"/>
              <a:ext cx="974100" cy="365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9FC5E8"/>
                  </a:solidFill>
                  <a:latin typeface="Poppins SemiBold"/>
                  <a:ea typeface="Poppins SemiBold"/>
                  <a:cs typeface="Poppins SemiBold"/>
                  <a:sym typeface="Poppins SemiBold"/>
                </a:rPr>
                <a:t>Phase 2</a:t>
              </a:r>
              <a:endParaRPr b="0" i="0" sz="1500" u="none" cap="none" strike="noStrike">
                <a:solidFill>
                  <a:srgbClr val="9FC5E8"/>
                </a:solidFill>
                <a:latin typeface="Poppins SemiBold"/>
                <a:ea typeface="Poppins SemiBold"/>
                <a:cs typeface="Poppins SemiBold"/>
                <a:sym typeface="Poppins SemiBold"/>
              </a:endParaRPr>
            </a:p>
          </p:txBody>
        </p:sp>
        <p:sp>
          <p:nvSpPr>
            <p:cNvPr id="93" name="Google Shape;93;g26b641b03cd_1_92"/>
            <p:cNvSpPr txBox="1"/>
            <p:nvPr/>
          </p:nvSpPr>
          <p:spPr>
            <a:xfrm>
              <a:off x="3422038" y="101716"/>
              <a:ext cx="974100" cy="338700"/>
            </a:xfrm>
            <a:prstGeom prst="rect">
              <a:avLst/>
            </a:prstGeom>
            <a:no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9FC5E8"/>
                  </a:solidFill>
                  <a:latin typeface="Poppins SemiBold"/>
                  <a:ea typeface="Poppins SemiBold"/>
                  <a:cs typeface="Poppins SemiBold"/>
                  <a:sym typeface="Poppins SemiBold"/>
                </a:rPr>
                <a:t>Phase 4</a:t>
              </a:r>
              <a:endParaRPr b="0" i="0" sz="1300" u="none" cap="none" strike="noStrike">
                <a:solidFill>
                  <a:srgbClr val="FFFFFF"/>
                </a:solidFill>
                <a:latin typeface="Poppins SemiBold"/>
                <a:ea typeface="Poppins SemiBold"/>
                <a:cs typeface="Poppins SemiBold"/>
                <a:sym typeface="Poppins SemiBold"/>
              </a:endParaRPr>
            </a:p>
          </p:txBody>
        </p:sp>
        <p:sp>
          <p:nvSpPr>
            <p:cNvPr id="94" name="Google Shape;94;g26b641b03cd_1_92"/>
            <p:cNvSpPr txBox="1"/>
            <p:nvPr/>
          </p:nvSpPr>
          <p:spPr>
            <a:xfrm>
              <a:off x="4753638" y="101716"/>
              <a:ext cx="974100" cy="338700"/>
            </a:xfrm>
            <a:prstGeom prst="rect">
              <a:avLst/>
            </a:prstGeom>
            <a:no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9FC5E8"/>
                  </a:solidFill>
                  <a:latin typeface="Poppins SemiBold"/>
                  <a:ea typeface="Poppins SemiBold"/>
                  <a:cs typeface="Poppins SemiBold"/>
                  <a:sym typeface="Poppins SemiBold"/>
                </a:rPr>
                <a:t>Phase 5</a:t>
              </a:r>
              <a:endParaRPr b="0" i="0" sz="1300" u="none" cap="none" strike="noStrike">
                <a:solidFill>
                  <a:srgbClr val="FFFFFF"/>
                </a:solidFill>
                <a:latin typeface="Poppins SemiBold"/>
                <a:ea typeface="Poppins SemiBold"/>
                <a:cs typeface="Poppins SemiBold"/>
                <a:sym typeface="Poppins SemiBold"/>
              </a:endParaRPr>
            </a:p>
          </p:txBody>
        </p:sp>
        <p:sp>
          <p:nvSpPr>
            <p:cNvPr id="95" name="Google Shape;95;g26b641b03cd_1_92"/>
            <p:cNvSpPr txBox="1"/>
            <p:nvPr/>
          </p:nvSpPr>
          <p:spPr>
            <a:xfrm>
              <a:off x="6096838" y="101716"/>
              <a:ext cx="974100" cy="338700"/>
            </a:xfrm>
            <a:prstGeom prst="rect">
              <a:avLst/>
            </a:prstGeom>
            <a:no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FFFFFF"/>
                  </a:solidFill>
                  <a:latin typeface="Poppins SemiBold"/>
                  <a:ea typeface="Poppins SemiBold"/>
                  <a:cs typeface="Poppins SemiBold"/>
                  <a:sym typeface="Poppins SemiBold"/>
                </a:rPr>
                <a:t>Phase 5.5</a:t>
              </a:r>
              <a:endParaRPr b="0" i="0" sz="1300" u="none" cap="none" strike="noStrike">
                <a:solidFill>
                  <a:srgbClr val="FFFFFF"/>
                </a:solidFill>
                <a:latin typeface="Poppins SemiBold"/>
                <a:ea typeface="Poppins SemiBold"/>
                <a:cs typeface="Poppins SemiBold"/>
                <a:sym typeface="Poppins SemiBold"/>
              </a:endParaRPr>
            </a:p>
          </p:txBody>
        </p:sp>
        <p:sp>
          <p:nvSpPr>
            <p:cNvPr id="96" name="Google Shape;96;g26b641b03cd_1_92"/>
            <p:cNvSpPr/>
            <p:nvPr/>
          </p:nvSpPr>
          <p:spPr>
            <a:xfrm>
              <a:off x="4570840" y="446900"/>
              <a:ext cx="1337400" cy="44700"/>
            </a:xfrm>
            <a:prstGeom prst="rect">
              <a:avLst/>
            </a:prstGeom>
            <a:solidFill>
              <a:srgbClr val="9FC5E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97" name="Google Shape;97;g26b641b03cd_1_92"/>
            <p:cNvSpPr txBox="1"/>
            <p:nvPr/>
          </p:nvSpPr>
          <p:spPr>
            <a:xfrm>
              <a:off x="7422638" y="101716"/>
              <a:ext cx="974100" cy="338700"/>
            </a:xfrm>
            <a:prstGeom prst="rect">
              <a:avLst/>
            </a:prstGeom>
            <a:no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9FC5E8"/>
                  </a:solidFill>
                  <a:latin typeface="Poppins SemiBold"/>
                  <a:ea typeface="Poppins SemiBold"/>
                  <a:cs typeface="Poppins SemiBold"/>
                  <a:sym typeface="Poppins SemiBold"/>
                </a:rPr>
                <a:t>Phase 6</a:t>
              </a:r>
              <a:endParaRPr b="0" i="0" sz="1300" u="none" cap="none" strike="noStrike">
                <a:solidFill>
                  <a:srgbClr val="9FC5E8"/>
                </a:solidFill>
                <a:latin typeface="Poppins SemiBold"/>
                <a:ea typeface="Poppins SemiBold"/>
                <a:cs typeface="Poppins SemiBold"/>
                <a:sym typeface="Poppins SemiBold"/>
              </a:endParaRPr>
            </a:p>
          </p:txBody>
        </p:sp>
        <p:sp>
          <p:nvSpPr>
            <p:cNvPr id="98" name="Google Shape;98;g26b641b03cd_1_92"/>
            <p:cNvSpPr/>
            <p:nvPr/>
          </p:nvSpPr>
          <p:spPr>
            <a:xfrm>
              <a:off x="7241000" y="446900"/>
              <a:ext cx="1337400" cy="44700"/>
            </a:xfrm>
            <a:prstGeom prst="rect">
              <a:avLst/>
            </a:prstGeom>
            <a:solidFill>
              <a:srgbClr val="9FC5E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99" name="Google Shape;99;g26b641b03cd_1_92"/>
            <p:cNvSpPr/>
            <p:nvPr/>
          </p:nvSpPr>
          <p:spPr>
            <a:xfrm>
              <a:off x="565600" y="446900"/>
              <a:ext cx="1337400" cy="44700"/>
            </a:xfrm>
            <a:prstGeom prst="rect">
              <a:avLst/>
            </a:prstGeom>
            <a:solidFill>
              <a:srgbClr val="9FC5E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163B7E"/>
                </a:solidFill>
                <a:latin typeface="Poppins"/>
                <a:ea typeface="Poppins"/>
                <a:cs typeface="Poppins"/>
                <a:sym typeface="Poppins"/>
              </a:endParaRPr>
            </a:p>
          </p:txBody>
        </p:sp>
        <p:sp>
          <p:nvSpPr>
            <p:cNvPr id="100" name="Google Shape;100;g26b641b03cd_1_92"/>
            <p:cNvSpPr txBox="1"/>
            <p:nvPr/>
          </p:nvSpPr>
          <p:spPr>
            <a:xfrm>
              <a:off x="2084638" y="101716"/>
              <a:ext cx="974100" cy="338700"/>
            </a:xfrm>
            <a:prstGeom prst="rect">
              <a:avLst/>
            </a:prstGeom>
            <a:no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9FC5E8"/>
                  </a:solidFill>
                  <a:latin typeface="Poppins SemiBold"/>
                  <a:ea typeface="Poppins SemiBold"/>
                  <a:cs typeface="Poppins SemiBold"/>
                  <a:sym typeface="Poppins SemiBold"/>
                </a:rPr>
                <a:t>Phase 3</a:t>
              </a:r>
              <a:endParaRPr b="0" i="0" sz="1300" u="none" cap="none" strike="noStrike">
                <a:solidFill>
                  <a:srgbClr val="9FC5E8"/>
                </a:solidFill>
                <a:latin typeface="Poppins SemiBold"/>
                <a:ea typeface="Poppins SemiBold"/>
                <a:cs typeface="Poppins SemiBold"/>
                <a:sym typeface="Poppins SemiBold"/>
              </a:endParaRPr>
            </a:p>
          </p:txBody>
        </p:sp>
        <p:sp>
          <p:nvSpPr>
            <p:cNvPr id="101" name="Google Shape;101;g26b641b03cd_1_92"/>
            <p:cNvSpPr/>
            <p:nvPr/>
          </p:nvSpPr>
          <p:spPr>
            <a:xfrm>
              <a:off x="1900680" y="446900"/>
              <a:ext cx="1337400" cy="44700"/>
            </a:xfrm>
            <a:prstGeom prst="rect">
              <a:avLst/>
            </a:prstGeom>
            <a:solidFill>
              <a:srgbClr val="9FC5E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102" name="Google Shape;102;g26b641b03cd_1_92"/>
            <p:cNvSpPr/>
            <p:nvPr/>
          </p:nvSpPr>
          <p:spPr>
            <a:xfrm>
              <a:off x="3235760" y="446900"/>
              <a:ext cx="1337400" cy="44700"/>
            </a:xfrm>
            <a:prstGeom prst="rect">
              <a:avLst/>
            </a:prstGeom>
            <a:solidFill>
              <a:srgbClr val="9FC5E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eneric Layout">
  <p:cSld name="Alien Word of the Day_2_1">
    <p:spTree>
      <p:nvGrpSpPr>
        <p:cNvPr id="103" name="Shape 103"/>
        <p:cNvGrpSpPr/>
        <p:nvPr/>
      </p:nvGrpSpPr>
      <p:grpSpPr>
        <a:xfrm>
          <a:off x="0" y="0"/>
          <a:ext cx="0" cy="0"/>
          <a:chOff x="0" y="0"/>
          <a:chExt cx="0" cy="0"/>
        </a:xfrm>
      </p:grpSpPr>
      <p:sp>
        <p:nvSpPr>
          <p:cNvPr id="104" name="Google Shape;104;g26b641b03cd_0_33"/>
          <p:cNvSpPr/>
          <p:nvPr/>
        </p:nvSpPr>
        <p:spPr>
          <a:xfrm>
            <a:off x="8557475"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105" name="Google Shape;105;g26b641b03cd_0_33"/>
          <p:cNvSpPr/>
          <p:nvPr/>
        </p:nvSpPr>
        <p:spPr>
          <a:xfrm>
            <a:off x="8562263"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8DC63F"/>
              </a:solidFill>
              <a:latin typeface="Poppins"/>
              <a:ea typeface="Poppins"/>
              <a:cs typeface="Poppins"/>
              <a:sym typeface="Poppins"/>
            </a:endParaRPr>
          </a:p>
        </p:txBody>
      </p:sp>
      <p:sp>
        <p:nvSpPr>
          <p:cNvPr id="106" name="Google Shape;106;g26b641b03cd_0_33"/>
          <p:cNvSpPr/>
          <p:nvPr/>
        </p:nvSpPr>
        <p:spPr>
          <a:xfrm rot="5400000">
            <a:off x="7628802" y="23958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107" name="Google Shape;107;g26b641b03cd_0_33"/>
          <p:cNvSpPr/>
          <p:nvPr/>
        </p:nvSpPr>
        <p:spPr>
          <a:xfrm flipH="1">
            <a:off x="-258"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108" name="Google Shape;108;g26b641b03cd_0_33"/>
          <p:cNvSpPr/>
          <p:nvPr/>
        </p:nvSpPr>
        <p:spPr>
          <a:xfrm flipH="1">
            <a:off x="-5045"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109" name="Google Shape;109;g26b641b03cd_0_33"/>
          <p:cNvSpPr/>
          <p:nvPr/>
        </p:nvSpPr>
        <p:spPr>
          <a:xfrm flipH="1" rot="-5400000">
            <a:off x="-938345" y="20910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110" name="Google Shape;110;g26b641b03cd_0_33"/>
          <p:cNvSpPr txBox="1"/>
          <p:nvPr/>
        </p:nvSpPr>
        <p:spPr>
          <a:xfrm rot="-5400000">
            <a:off x="-1852558" y="218850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Sound Family /ear/ - ere</a:t>
            </a:r>
            <a:endParaRPr b="0" i="0" sz="1800" u="none" cap="none" strike="noStrike">
              <a:solidFill>
                <a:srgbClr val="FFFFFF"/>
              </a:solidFill>
              <a:latin typeface="Poppins SemiBold"/>
              <a:ea typeface="Poppins SemiBold"/>
              <a:cs typeface="Poppins SemiBold"/>
              <a:sym typeface="Poppins SemiBold"/>
            </a:endParaRPr>
          </a:p>
        </p:txBody>
      </p:sp>
      <p:sp>
        <p:nvSpPr>
          <p:cNvPr id="111" name="Google Shape;111;g26b641b03cd_0_33"/>
          <p:cNvSpPr txBox="1"/>
          <p:nvPr/>
        </p:nvSpPr>
        <p:spPr>
          <a:xfrm rot="-5400000">
            <a:off x="-1852558" y="565665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lang="en-US" sz="1800">
                <a:solidFill>
                  <a:srgbClr val="CB3D85"/>
                </a:solidFill>
                <a:latin typeface="Poppins Medium"/>
                <a:ea typeface="Poppins Medium"/>
                <a:cs typeface="Poppins Medium"/>
                <a:sym typeface="Poppins Medium"/>
              </a:rPr>
              <a:t>Week 18 - Wednesday</a:t>
            </a:r>
            <a:endParaRPr b="0" i="0" sz="1800" u="none" cap="none" strike="noStrike">
              <a:solidFill>
                <a:srgbClr val="CB3D85"/>
              </a:solidFill>
              <a:latin typeface="Poppins Medium"/>
              <a:ea typeface="Poppins Medium"/>
              <a:cs typeface="Poppins Medium"/>
              <a:sym typeface="Poppins Medium"/>
            </a:endParaRPr>
          </a:p>
        </p:txBody>
      </p:sp>
      <p:sp>
        <p:nvSpPr>
          <p:cNvPr id="112" name="Google Shape;112;g26b641b03cd_0_33"/>
          <p:cNvSpPr txBox="1"/>
          <p:nvPr/>
        </p:nvSpPr>
        <p:spPr>
          <a:xfrm rot="5400000">
            <a:off x="6707775" y="5961450"/>
            <a:ext cx="42885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lang="en-US" sz="1800">
                <a:solidFill>
                  <a:srgbClr val="CB3D85"/>
                </a:solidFill>
                <a:latin typeface="Poppins Medium"/>
                <a:ea typeface="Poppins Medium"/>
                <a:cs typeface="Poppins Medium"/>
                <a:sym typeface="Poppins Medium"/>
              </a:rPr>
              <a:t>Lesson 88</a:t>
            </a:r>
            <a:endParaRPr b="0" i="0" sz="1800" u="none" cap="none" strike="noStrike">
              <a:solidFill>
                <a:srgbClr val="CB3D85"/>
              </a:solidFill>
              <a:latin typeface="Poppins Medium"/>
              <a:ea typeface="Poppins Medium"/>
              <a:cs typeface="Poppins Medium"/>
              <a:sym typeface="Poppins Medium"/>
            </a:endParaRPr>
          </a:p>
        </p:txBody>
      </p:sp>
      <p:sp>
        <p:nvSpPr>
          <p:cNvPr id="113" name="Google Shape;113;g26b641b03cd_0_33"/>
          <p:cNvSpPr txBox="1"/>
          <p:nvPr/>
        </p:nvSpPr>
        <p:spPr>
          <a:xfrm rot="5400000">
            <a:off x="7141875" y="1754400"/>
            <a:ext cx="34203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 xml:space="preserve">Phase 5.5 - Sound Families </a:t>
            </a:r>
            <a:endParaRPr b="0" i="0" sz="1800" u="none" cap="none" strike="noStrike">
              <a:solidFill>
                <a:srgbClr val="FFFFFF"/>
              </a:solidFill>
              <a:latin typeface="Poppins SemiBold"/>
              <a:ea typeface="Poppins SemiBold"/>
              <a:cs typeface="Poppins SemiBold"/>
              <a:sym typeface="Poppins SemiBold"/>
            </a:endParaRPr>
          </a:p>
        </p:txBody>
      </p:sp>
      <p:sp>
        <p:nvSpPr>
          <p:cNvPr id="114" name="Google Shape;114;g26b641b03cd_0_33"/>
          <p:cNvSpPr/>
          <p:nvPr/>
        </p:nvSpPr>
        <p:spPr>
          <a:xfrm>
            <a:off x="3024063" y="318050"/>
            <a:ext cx="3096000" cy="2463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D8D8D8"/>
                </a:solidFill>
                <a:latin typeface="Poppins Medium"/>
                <a:ea typeface="Poppins Medium"/>
                <a:cs typeface="Poppins Medium"/>
                <a:sym typeface="Poppins Medium"/>
              </a:rPr>
              <a:t>TEACH – 10MINS</a:t>
            </a:r>
            <a:endParaRPr b="0" i="0" sz="1400" u="none" cap="none" strike="noStrike">
              <a:solidFill>
                <a:srgbClr val="000000"/>
              </a:solidFill>
              <a:latin typeface="Arial"/>
              <a:ea typeface="Arial"/>
              <a:cs typeface="Arial"/>
              <a:sym typeface="Arial"/>
            </a:endParaRPr>
          </a:p>
        </p:txBody>
      </p:sp>
      <p:pic>
        <p:nvPicPr>
          <p:cNvPr id="115" name="Google Shape;115;g26b641b03cd_0_33"/>
          <p:cNvPicPr preferRelativeResize="0"/>
          <p:nvPr/>
        </p:nvPicPr>
        <p:blipFill rotWithShape="1">
          <a:blip r:embed="rId2">
            <a:alphaModFix/>
          </a:blip>
          <a:srcRect b="0" l="0" r="0" t="0"/>
          <a:stretch/>
        </p:blipFill>
        <p:spPr>
          <a:xfrm>
            <a:off x="3459875" y="302008"/>
            <a:ext cx="214317" cy="246300"/>
          </a:xfrm>
          <a:prstGeom prst="rect">
            <a:avLst/>
          </a:prstGeom>
          <a:noFill/>
          <a:ln>
            <a:noFill/>
          </a:ln>
        </p:spPr>
      </p:pic>
      <p:sp>
        <p:nvSpPr>
          <p:cNvPr id="116" name="Google Shape;116;g26b641b03cd_0_33"/>
          <p:cNvSpPr txBox="1"/>
          <p:nvPr>
            <p:ph type="title"/>
          </p:nvPr>
        </p:nvSpPr>
        <p:spPr>
          <a:xfrm>
            <a:off x="1360463" y="5568500"/>
            <a:ext cx="6423000" cy="69120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0"/>
              </a:spcBef>
              <a:spcAft>
                <a:spcPts val="0"/>
              </a:spcAft>
              <a:buClr>
                <a:srgbClr val="CB3D85"/>
              </a:buClr>
              <a:buSzPts val="3200"/>
              <a:buFont typeface="Poppins Medium"/>
              <a:buNone/>
              <a:defRPr sz="3200">
                <a:solidFill>
                  <a:srgbClr val="CB3D85"/>
                </a:solidFill>
                <a:latin typeface="Poppins Medium"/>
                <a:ea typeface="Poppins Medium"/>
                <a:cs typeface="Poppins Medium"/>
                <a:sym typeface="Poppins Medium"/>
              </a:defRPr>
            </a:lvl1pPr>
            <a:lvl2pPr lvl="1" algn="ctr">
              <a:lnSpc>
                <a:spcPct val="100000"/>
              </a:lnSpc>
              <a:spcBef>
                <a:spcPts val="0"/>
              </a:spcBef>
              <a:spcAft>
                <a:spcPts val="0"/>
              </a:spcAft>
              <a:buClr>
                <a:srgbClr val="F7941D"/>
              </a:buClr>
              <a:buSzPts val="3600"/>
              <a:buNone/>
              <a:defRPr sz="3600">
                <a:solidFill>
                  <a:srgbClr val="F7941D"/>
                </a:solidFill>
              </a:defRPr>
            </a:lvl2pPr>
            <a:lvl3pPr lvl="2" algn="ctr">
              <a:lnSpc>
                <a:spcPct val="100000"/>
              </a:lnSpc>
              <a:spcBef>
                <a:spcPts val="0"/>
              </a:spcBef>
              <a:spcAft>
                <a:spcPts val="0"/>
              </a:spcAft>
              <a:buClr>
                <a:srgbClr val="F7941D"/>
              </a:buClr>
              <a:buSzPts val="3600"/>
              <a:buNone/>
              <a:defRPr sz="3600">
                <a:solidFill>
                  <a:srgbClr val="F7941D"/>
                </a:solidFill>
              </a:defRPr>
            </a:lvl3pPr>
            <a:lvl4pPr lvl="3" algn="ctr">
              <a:lnSpc>
                <a:spcPct val="100000"/>
              </a:lnSpc>
              <a:spcBef>
                <a:spcPts val="0"/>
              </a:spcBef>
              <a:spcAft>
                <a:spcPts val="0"/>
              </a:spcAft>
              <a:buClr>
                <a:srgbClr val="F7941D"/>
              </a:buClr>
              <a:buSzPts val="3600"/>
              <a:buNone/>
              <a:defRPr sz="3600">
                <a:solidFill>
                  <a:srgbClr val="F7941D"/>
                </a:solidFill>
              </a:defRPr>
            </a:lvl4pPr>
            <a:lvl5pPr lvl="4" algn="ctr">
              <a:lnSpc>
                <a:spcPct val="100000"/>
              </a:lnSpc>
              <a:spcBef>
                <a:spcPts val="0"/>
              </a:spcBef>
              <a:spcAft>
                <a:spcPts val="0"/>
              </a:spcAft>
              <a:buClr>
                <a:srgbClr val="F7941D"/>
              </a:buClr>
              <a:buSzPts val="3600"/>
              <a:buNone/>
              <a:defRPr sz="3600">
                <a:solidFill>
                  <a:srgbClr val="F7941D"/>
                </a:solidFill>
              </a:defRPr>
            </a:lvl5pPr>
            <a:lvl6pPr lvl="5" algn="ctr">
              <a:lnSpc>
                <a:spcPct val="100000"/>
              </a:lnSpc>
              <a:spcBef>
                <a:spcPts val="0"/>
              </a:spcBef>
              <a:spcAft>
                <a:spcPts val="0"/>
              </a:spcAft>
              <a:buClr>
                <a:srgbClr val="F7941D"/>
              </a:buClr>
              <a:buSzPts val="3600"/>
              <a:buNone/>
              <a:defRPr sz="3600">
                <a:solidFill>
                  <a:srgbClr val="F7941D"/>
                </a:solidFill>
              </a:defRPr>
            </a:lvl6pPr>
            <a:lvl7pPr lvl="6" algn="ctr">
              <a:lnSpc>
                <a:spcPct val="100000"/>
              </a:lnSpc>
              <a:spcBef>
                <a:spcPts val="0"/>
              </a:spcBef>
              <a:spcAft>
                <a:spcPts val="0"/>
              </a:spcAft>
              <a:buClr>
                <a:srgbClr val="F7941D"/>
              </a:buClr>
              <a:buSzPts val="3600"/>
              <a:buNone/>
              <a:defRPr sz="3600">
                <a:solidFill>
                  <a:srgbClr val="F7941D"/>
                </a:solidFill>
              </a:defRPr>
            </a:lvl7pPr>
            <a:lvl8pPr lvl="7" algn="ctr">
              <a:lnSpc>
                <a:spcPct val="100000"/>
              </a:lnSpc>
              <a:spcBef>
                <a:spcPts val="0"/>
              </a:spcBef>
              <a:spcAft>
                <a:spcPts val="0"/>
              </a:spcAft>
              <a:buClr>
                <a:srgbClr val="F7941D"/>
              </a:buClr>
              <a:buSzPts val="3600"/>
              <a:buNone/>
              <a:defRPr sz="3600">
                <a:solidFill>
                  <a:srgbClr val="F7941D"/>
                </a:solidFill>
              </a:defRPr>
            </a:lvl8pPr>
            <a:lvl9pPr lvl="8" algn="ctr">
              <a:lnSpc>
                <a:spcPct val="100000"/>
              </a:lnSpc>
              <a:spcBef>
                <a:spcPts val="0"/>
              </a:spcBef>
              <a:spcAft>
                <a:spcPts val="0"/>
              </a:spcAft>
              <a:buClr>
                <a:srgbClr val="F7941D"/>
              </a:buClr>
              <a:buSzPts val="3600"/>
              <a:buNone/>
              <a:defRPr sz="3600">
                <a:solidFill>
                  <a:srgbClr val="F7941D"/>
                </a:solidFill>
              </a:defRPr>
            </a:lvl9pPr>
          </a:lstStyle>
          <a:p/>
        </p:txBody>
      </p:sp>
      <p:sp>
        <p:nvSpPr>
          <p:cNvPr id="117" name="Google Shape;117;g26b641b03cd_0_33"/>
          <p:cNvSpPr txBox="1"/>
          <p:nvPr>
            <p:ph idx="1" type="subTitle"/>
          </p:nvPr>
        </p:nvSpPr>
        <p:spPr>
          <a:xfrm>
            <a:off x="1360463" y="6212475"/>
            <a:ext cx="6423000" cy="36930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1000"/>
              </a:spcBef>
              <a:spcAft>
                <a:spcPts val="0"/>
              </a:spcAft>
              <a:buClr>
                <a:srgbClr val="AEABAB"/>
              </a:buClr>
              <a:buSzPts val="1800"/>
              <a:buFont typeface="Poppins Medium"/>
              <a:buNone/>
              <a:defRPr sz="1800">
                <a:solidFill>
                  <a:srgbClr val="AEABAB"/>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p:txBody>
      </p:sp>
      <p:grpSp>
        <p:nvGrpSpPr>
          <p:cNvPr id="118" name="Google Shape;118;g26b641b03cd_0_33"/>
          <p:cNvGrpSpPr/>
          <p:nvPr/>
        </p:nvGrpSpPr>
        <p:grpSpPr>
          <a:xfrm>
            <a:off x="662575" y="6212475"/>
            <a:ext cx="586800" cy="571500"/>
            <a:chOff x="662575" y="6212475"/>
            <a:chExt cx="586800" cy="571500"/>
          </a:xfrm>
        </p:grpSpPr>
        <p:sp>
          <p:nvSpPr>
            <p:cNvPr id="119" name="Google Shape;119;g26b641b03cd_0_33">
              <a:hlinkClick action="ppaction://hlinkshowjump?jump=previousslide"/>
            </p:cNvPr>
            <p:cNvSpPr/>
            <p:nvPr/>
          </p:nvSpPr>
          <p:spPr>
            <a:xfrm>
              <a:off x="662575"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120" name="Google Shape;120;g26b641b03cd_0_33">
              <a:hlinkClick action="ppaction://hlinkshowjump?jump=previousslide"/>
            </p:cNvPr>
            <p:cNvSpPr/>
            <p:nvPr/>
          </p:nvSpPr>
          <p:spPr>
            <a:xfrm>
              <a:off x="767700"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121" name="Google Shape;121;g26b641b03cd_0_33">
              <a:hlinkClick action="ppaction://hlinkshowjump?jump=previousslide"/>
            </p:cNvPr>
            <p:cNvSpPr/>
            <p:nvPr/>
          </p:nvSpPr>
          <p:spPr>
            <a:xfrm flipH="1">
              <a:off x="869175"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grpSp>
        <p:nvGrpSpPr>
          <p:cNvPr id="122" name="Google Shape;122;g26b641b03cd_0_33"/>
          <p:cNvGrpSpPr/>
          <p:nvPr/>
        </p:nvGrpSpPr>
        <p:grpSpPr>
          <a:xfrm>
            <a:off x="7894350" y="6212475"/>
            <a:ext cx="586800" cy="571500"/>
            <a:chOff x="7894350" y="6212475"/>
            <a:chExt cx="586800" cy="571500"/>
          </a:xfrm>
        </p:grpSpPr>
        <p:sp>
          <p:nvSpPr>
            <p:cNvPr id="123" name="Google Shape;123;g26b641b03cd_0_33">
              <a:hlinkClick action="ppaction://hlinkshowjump?jump=nextslide"/>
            </p:cNvPr>
            <p:cNvSpPr/>
            <p:nvPr/>
          </p:nvSpPr>
          <p:spPr>
            <a:xfrm flipH="1">
              <a:off x="7894350"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124" name="Google Shape;124;g26b641b03cd_0_33">
              <a:hlinkClick action="ppaction://hlinkshowjump?jump=nextslide"/>
            </p:cNvPr>
            <p:cNvSpPr/>
            <p:nvPr/>
          </p:nvSpPr>
          <p:spPr>
            <a:xfrm flipH="1">
              <a:off x="8000425"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125" name="Google Shape;125;g26b641b03cd_0_33">
              <a:hlinkClick action="ppaction://hlinkshowjump?jump=nextslide"/>
            </p:cNvPr>
            <p:cNvSpPr/>
            <p:nvPr/>
          </p:nvSpPr>
          <p:spPr>
            <a:xfrm>
              <a:off x="8120950"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sp>
        <p:nvSpPr>
          <p:cNvPr id="126" name="Google Shape;126;g26b641b03cd_0_33"/>
          <p:cNvSpPr txBox="1"/>
          <p:nvPr>
            <p:ph idx="2" type="subTitle"/>
          </p:nvPr>
        </p:nvSpPr>
        <p:spPr>
          <a:xfrm>
            <a:off x="1360500" y="5233050"/>
            <a:ext cx="6423000" cy="36930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10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1pPr>
            <a:lvl2pPr lvl="1"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2pPr>
            <a:lvl3pPr lvl="2"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3pPr>
            <a:lvl4pPr lvl="3"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4pPr>
            <a:lvl5pPr lvl="4"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5pPr>
            <a:lvl6pPr lvl="5"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6pPr>
            <a:lvl7pPr lvl="6"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7pPr>
            <a:lvl8pPr lvl="7"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8pPr>
            <a:lvl9pPr lvl="8"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d title slide">
  <p:cSld name="End title slide">
    <p:spTree>
      <p:nvGrpSpPr>
        <p:cNvPr id="127" name="Shape 127"/>
        <p:cNvGrpSpPr/>
        <p:nvPr/>
      </p:nvGrpSpPr>
      <p:grpSpPr>
        <a:xfrm>
          <a:off x="0" y="0"/>
          <a:ext cx="0" cy="0"/>
          <a:chOff x="0" y="0"/>
          <a:chExt cx="0" cy="0"/>
        </a:xfrm>
      </p:grpSpPr>
      <p:grpSp>
        <p:nvGrpSpPr>
          <p:cNvPr id="128" name="Google Shape;128;p25"/>
          <p:cNvGrpSpPr/>
          <p:nvPr/>
        </p:nvGrpSpPr>
        <p:grpSpPr>
          <a:xfrm>
            <a:off x="-400050" y="-342900"/>
            <a:ext cx="9944100" cy="7258200"/>
            <a:chOff x="-400050" y="-342900"/>
            <a:chExt cx="9944100" cy="7258200"/>
          </a:xfrm>
        </p:grpSpPr>
        <p:grpSp>
          <p:nvGrpSpPr>
            <p:cNvPr id="129" name="Google Shape;129;p25"/>
            <p:cNvGrpSpPr/>
            <p:nvPr/>
          </p:nvGrpSpPr>
          <p:grpSpPr>
            <a:xfrm>
              <a:off x="-400050" y="-342900"/>
              <a:ext cx="9944100" cy="7258200"/>
              <a:chOff x="-400050" y="-342900"/>
              <a:chExt cx="9944100" cy="7258200"/>
            </a:xfrm>
          </p:grpSpPr>
          <p:grpSp>
            <p:nvGrpSpPr>
              <p:cNvPr id="130" name="Google Shape;130;p25"/>
              <p:cNvGrpSpPr/>
              <p:nvPr/>
            </p:nvGrpSpPr>
            <p:grpSpPr>
              <a:xfrm>
                <a:off x="-36925" y="-42000"/>
                <a:ext cx="9236225" cy="6957300"/>
                <a:chOff x="-36925" y="-42000"/>
                <a:chExt cx="9236225" cy="6957300"/>
              </a:xfrm>
            </p:grpSpPr>
            <p:sp>
              <p:nvSpPr>
                <p:cNvPr id="131" name="Google Shape;131;p25"/>
                <p:cNvSpPr/>
                <p:nvPr/>
              </p:nvSpPr>
              <p:spPr>
                <a:xfrm>
                  <a:off x="-36800" y="-42000"/>
                  <a:ext cx="9236100" cy="6957300"/>
                </a:xfrm>
                <a:prstGeom prst="rect">
                  <a:avLst/>
                </a:prstGeom>
                <a:solidFill>
                  <a:srgbClr val="07376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2" name="Google Shape;132;p25"/>
                <p:cNvSpPr/>
                <p:nvPr/>
              </p:nvSpPr>
              <p:spPr>
                <a:xfrm>
                  <a:off x="-36925" y="-42000"/>
                  <a:ext cx="9236100" cy="6019800"/>
                </a:xfrm>
                <a:prstGeom prst="rect">
                  <a:avLst/>
                </a:prstGeom>
                <a:gradFill>
                  <a:gsLst>
                    <a:gs pos="0">
                      <a:srgbClr val="163B7E"/>
                    </a:gs>
                    <a:gs pos="100000">
                      <a:srgbClr val="073763"/>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pic>
            <p:nvPicPr>
              <p:cNvPr id="133" name="Google Shape;133;p25"/>
              <p:cNvPicPr preferRelativeResize="0"/>
              <p:nvPr/>
            </p:nvPicPr>
            <p:blipFill rotWithShape="1">
              <a:blip r:embed="rId2">
                <a:alphaModFix amt="3000"/>
              </a:blip>
              <a:srcRect b="0" l="9008" r="10559" t="34049"/>
              <a:stretch/>
            </p:blipFill>
            <p:spPr>
              <a:xfrm>
                <a:off x="-400050" y="-342900"/>
                <a:ext cx="9944100" cy="7236426"/>
              </a:xfrm>
              <a:prstGeom prst="rect">
                <a:avLst/>
              </a:prstGeom>
              <a:noFill/>
              <a:ln>
                <a:noFill/>
              </a:ln>
            </p:spPr>
          </p:pic>
        </p:grpSp>
        <p:pic>
          <p:nvPicPr>
            <p:cNvPr id="134" name="Google Shape;134;p25"/>
            <p:cNvPicPr preferRelativeResize="0"/>
            <p:nvPr/>
          </p:nvPicPr>
          <p:blipFill rotWithShape="1">
            <a:blip r:embed="rId3">
              <a:alphaModFix amt="40000"/>
            </a:blip>
            <a:srcRect b="0" l="0" r="0" t="0"/>
            <a:stretch/>
          </p:blipFill>
          <p:spPr>
            <a:xfrm>
              <a:off x="0" y="0"/>
              <a:ext cx="9144000" cy="6858000"/>
            </a:xfrm>
            <a:prstGeom prst="rect">
              <a:avLst/>
            </a:prstGeom>
            <a:noFill/>
            <a:ln>
              <a:noFill/>
            </a:ln>
          </p:spPr>
        </p:pic>
      </p:grpSp>
      <p:sp>
        <p:nvSpPr>
          <p:cNvPr id="135" name="Google Shape;135;p25"/>
          <p:cNvSpPr/>
          <p:nvPr/>
        </p:nvSpPr>
        <p:spPr>
          <a:xfrm>
            <a:off x="-18025" y="5985275"/>
            <a:ext cx="9236100" cy="930000"/>
          </a:xfrm>
          <a:prstGeom prst="rect">
            <a:avLst/>
          </a:prstGeom>
          <a:solidFill>
            <a:srgbClr val="3D85C6"/>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6" name="Google Shape;136;p25"/>
          <p:cNvSpPr/>
          <p:nvPr/>
        </p:nvSpPr>
        <p:spPr>
          <a:xfrm>
            <a:off x="-409550" y="5977725"/>
            <a:ext cx="2739772" cy="937791"/>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0B539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137" name="Google Shape;137;p25"/>
          <p:cNvSpPr txBox="1"/>
          <p:nvPr/>
        </p:nvSpPr>
        <p:spPr>
          <a:xfrm>
            <a:off x="363059" y="6084791"/>
            <a:ext cx="1658400" cy="73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Next Lesson:</a:t>
            </a:r>
            <a:endParaRPr b="0" i="0" sz="1800" u="none" cap="none" strike="noStrike">
              <a:solidFill>
                <a:srgbClr val="FFFFFF"/>
              </a:solidFill>
              <a:latin typeface="Poppins SemiBold"/>
              <a:ea typeface="Poppins SemiBold"/>
              <a:cs typeface="Poppins SemiBold"/>
              <a:sym typeface="Poppins SemiBold"/>
            </a:endParaRPr>
          </a:p>
        </p:txBody>
      </p:sp>
      <p:sp>
        <p:nvSpPr>
          <p:cNvPr id="138" name="Google Shape;138;p25"/>
          <p:cNvSpPr txBox="1"/>
          <p:nvPr>
            <p:ph idx="1" type="subTitle"/>
          </p:nvPr>
        </p:nvSpPr>
        <p:spPr>
          <a:xfrm>
            <a:off x="2521374" y="6081000"/>
            <a:ext cx="6472500" cy="734700"/>
          </a:xfrm>
          <a:prstGeom prst="rect">
            <a:avLst/>
          </a:prstGeom>
          <a:noFill/>
          <a:ln>
            <a:noFill/>
          </a:ln>
        </p:spPr>
        <p:txBody>
          <a:bodyPr anchorCtr="0" anchor="ctr" bIns="0" lIns="0" spcFirstLastPara="1" rIns="0" wrap="square" tIns="0">
            <a:noAutofit/>
          </a:bodyPr>
          <a:lstStyle>
            <a:lvl1pPr lvl="0" algn="l">
              <a:lnSpc>
                <a:spcPct val="90000"/>
              </a:lnSpc>
              <a:spcBef>
                <a:spcPts val="1000"/>
              </a:spcBef>
              <a:spcAft>
                <a:spcPts val="0"/>
              </a:spcAft>
              <a:buClr>
                <a:srgbClr val="FFFFFF"/>
              </a:buClr>
              <a:buSzPts val="1800"/>
              <a:buFont typeface="Poppins Medium"/>
              <a:buNone/>
              <a:defRPr i="1" sz="1800">
                <a:solidFill>
                  <a:srgbClr val="FFFFF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p:txBody>
      </p:sp>
      <p:pic>
        <p:nvPicPr>
          <p:cNvPr id="139" name="Google Shape;139;p25"/>
          <p:cNvPicPr preferRelativeResize="0"/>
          <p:nvPr/>
        </p:nvPicPr>
        <p:blipFill rotWithShape="1">
          <a:blip r:embed="rId4">
            <a:alphaModFix/>
          </a:blip>
          <a:srcRect b="0" l="0" r="0" t="0"/>
          <a:stretch/>
        </p:blipFill>
        <p:spPr>
          <a:xfrm>
            <a:off x="1616625" y="1379125"/>
            <a:ext cx="5910751" cy="2848550"/>
          </a:xfrm>
          <a:prstGeom prst="rect">
            <a:avLst/>
          </a:prstGeom>
          <a:noFill/>
          <a:ln>
            <a:noFill/>
          </a:ln>
          <a:effectLst>
            <a:outerShdw blurRad="57150" rotWithShape="0" algn="bl" dir="5400000" dist="19050">
              <a:srgbClr val="000000">
                <a:alpha val="49020"/>
              </a:srgbClr>
            </a:outerShdw>
          </a:effectLst>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egal Notice">
  <p:cSld name="Alien Word of the Day_2_1_1_1">
    <p:spTree>
      <p:nvGrpSpPr>
        <p:cNvPr id="140" name="Shape 140"/>
        <p:cNvGrpSpPr/>
        <p:nvPr/>
      </p:nvGrpSpPr>
      <p:grpSpPr>
        <a:xfrm>
          <a:off x="0" y="0"/>
          <a:ext cx="0" cy="0"/>
          <a:chOff x="0" y="0"/>
          <a:chExt cx="0" cy="0"/>
        </a:xfrm>
      </p:grpSpPr>
      <p:sp>
        <p:nvSpPr>
          <p:cNvPr id="141" name="Google Shape;141;g2c4fb7f6616_0_721"/>
          <p:cNvSpPr/>
          <p:nvPr/>
        </p:nvSpPr>
        <p:spPr>
          <a:xfrm>
            <a:off x="-36800" y="6252300"/>
            <a:ext cx="9236100" cy="663000"/>
          </a:xfrm>
          <a:prstGeom prst="rect">
            <a:avLst/>
          </a:prstGeom>
          <a:solidFill>
            <a:srgbClr val="07376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2" name="Google Shape;142;g2c4fb7f6616_0_721"/>
          <p:cNvSpPr/>
          <p:nvPr/>
        </p:nvSpPr>
        <p:spPr>
          <a:xfrm>
            <a:off x="-36800" y="-52000"/>
            <a:ext cx="9236100" cy="543600"/>
          </a:xfrm>
          <a:prstGeom prst="rect">
            <a:avLst/>
          </a:prstGeom>
          <a:solidFill>
            <a:srgbClr val="CFE2F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3" name="Google Shape;143;g2c4fb7f6616_0_721"/>
          <p:cNvSpPr txBox="1"/>
          <p:nvPr/>
        </p:nvSpPr>
        <p:spPr>
          <a:xfrm>
            <a:off x="995275" y="767400"/>
            <a:ext cx="7153500" cy="2481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 xml:space="preserve">Legal notice and Sharing Permissions </a:t>
            </a:r>
            <a:endParaRPr b="0" i="0" sz="1400" u="none" cap="none" strike="noStrike">
              <a:solidFill>
                <a:srgbClr val="000000"/>
              </a:solidFill>
              <a:latin typeface="Arial"/>
              <a:ea typeface="Arial"/>
              <a:cs typeface="Arial"/>
              <a:sym typeface="Arial"/>
            </a:endParaRPr>
          </a:p>
        </p:txBody>
      </p:sp>
      <p:sp>
        <p:nvSpPr>
          <p:cNvPr id="144" name="Google Shape;144;g2c4fb7f6616_0_721"/>
          <p:cNvSpPr txBox="1"/>
          <p:nvPr/>
        </p:nvSpPr>
        <p:spPr>
          <a:xfrm>
            <a:off x="995275" y="1370825"/>
            <a:ext cx="4624500" cy="2243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990"/>
              <a:buFont typeface="Arial"/>
              <a:buNone/>
            </a:pPr>
            <a:r>
              <a:rPr b="0" i="0" lang="en-US" sz="939" u="none" cap="none" strike="noStrike">
                <a:solidFill>
                  <a:srgbClr val="000000"/>
                </a:solidFill>
                <a:latin typeface="Arial"/>
                <a:ea typeface="Arial"/>
                <a:cs typeface="Arial"/>
                <a:sym typeface="Arial"/>
              </a:rPr>
              <a:t>All rights reserved. © Copyright 2024 by Rainbow Phonics.</a:t>
            </a:r>
            <a:endParaRPr b="0" i="0" sz="939"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990"/>
              <a:buFont typeface="Arial"/>
              <a:buNone/>
            </a:pPr>
            <a:r>
              <a:rPr b="0" i="0" lang="en-US" sz="939" u="none" cap="none" strike="noStrike">
                <a:solidFill>
                  <a:srgbClr val="000000"/>
                </a:solidFill>
                <a:latin typeface="Arial"/>
                <a:ea typeface="Arial"/>
                <a:cs typeface="Arial"/>
                <a:sym typeface="Arial"/>
              </a:rPr>
              <a:t xml:space="preserve">No part of this document may be reproduced for profit, stored in a retrieval system, or transmitted in any form or by any means, electronic, mechanical, photocopying, recording, or otherwise, without permission from publisher Rainbow Phonics. Resources in this presentation are published by Rainbow Phonics and are available for purchase at </a:t>
            </a:r>
            <a:r>
              <a:rPr b="0" i="0" lang="en-US" sz="939" u="sng" cap="none" strike="noStrike">
                <a:solidFill>
                  <a:schemeClr val="hlink"/>
                </a:solidFill>
                <a:latin typeface="Arial"/>
                <a:ea typeface="Arial"/>
                <a:cs typeface="Arial"/>
                <a:sym typeface="Arial"/>
                <a:hlinkClick r:id="rId2"/>
              </a:rPr>
              <a:t>www.rainbowphonics</a:t>
            </a:r>
            <a:r>
              <a:rPr lang="en-US" sz="939" u="sng">
                <a:solidFill>
                  <a:schemeClr val="hlink"/>
                </a:solidFill>
                <a:hlinkClick r:id="rId3"/>
              </a:rPr>
              <a:t>.co.nz</a:t>
            </a:r>
            <a:r>
              <a:rPr b="0" i="0" lang="en-US" sz="939" u="none" cap="none" strike="noStrike">
                <a:solidFill>
                  <a:srgbClr val="000000"/>
                </a:solidFill>
                <a:latin typeface="Arial"/>
                <a:ea typeface="Arial"/>
                <a:cs typeface="Arial"/>
                <a:sym typeface="Arial"/>
              </a:rPr>
              <a:t xml:space="preserve">. Decodable readers displayed are published by Beanstalk Books and are available at </a:t>
            </a:r>
            <a:r>
              <a:rPr b="0" i="0" lang="en-US" sz="939" u="sng" cap="none" strike="noStrike">
                <a:solidFill>
                  <a:schemeClr val="hlink"/>
                </a:solidFill>
                <a:latin typeface="Arial"/>
                <a:ea typeface="Arial"/>
                <a:cs typeface="Arial"/>
                <a:sym typeface="Arial"/>
                <a:hlinkClick r:id="rId4"/>
              </a:rPr>
              <a:t>www.beanstalkbooks</a:t>
            </a:r>
            <a:r>
              <a:rPr lang="en-US" sz="939" u="sng">
                <a:solidFill>
                  <a:schemeClr val="hlink"/>
                </a:solidFill>
                <a:hlinkClick r:id="rId5"/>
              </a:rPr>
              <a:t>.co.nz</a:t>
            </a:r>
            <a:r>
              <a:rPr b="0" i="0" lang="en-US" sz="939" u="none" cap="none" strike="noStrike">
                <a:solidFill>
                  <a:srgbClr val="000000"/>
                </a:solidFill>
                <a:latin typeface="Arial"/>
                <a:ea typeface="Arial"/>
                <a:cs typeface="Arial"/>
                <a:sym typeface="Arial"/>
              </a:rPr>
              <a:t xml:space="preserve">, teaching resources and games referenced are available at </a:t>
            </a:r>
            <a:r>
              <a:rPr b="0" i="0" lang="en-US" sz="939" u="sng" cap="none" strike="noStrike">
                <a:solidFill>
                  <a:schemeClr val="hlink"/>
                </a:solidFill>
                <a:latin typeface="Arial"/>
                <a:ea typeface="Arial"/>
                <a:cs typeface="Arial"/>
                <a:sym typeface="Arial"/>
                <a:hlinkClick r:id="rId6"/>
              </a:rPr>
              <a:t>www.juniorlearning</a:t>
            </a:r>
            <a:r>
              <a:rPr lang="en-US" sz="939" u="sng">
                <a:solidFill>
                  <a:schemeClr val="hlink"/>
                </a:solidFill>
                <a:hlinkClick r:id="rId7"/>
              </a:rPr>
              <a:t>.co.nz</a:t>
            </a:r>
            <a:r>
              <a:rPr b="0" i="0" lang="en-US" sz="939" u="none" cap="none" strike="noStrike">
                <a:solidFill>
                  <a:srgbClr val="000000"/>
                </a:solidFill>
                <a:latin typeface="Arial"/>
                <a:ea typeface="Arial"/>
                <a:cs typeface="Arial"/>
                <a:sym typeface="Arial"/>
              </a:rPr>
              <a:t xml:space="preserve">. </a:t>
            </a:r>
            <a:endParaRPr b="0" i="0" sz="939"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990"/>
              <a:buFont typeface="Arial"/>
              <a:buNone/>
            </a:pPr>
            <a:r>
              <a:t/>
            </a:r>
            <a:endParaRPr b="0" i="0" sz="939"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990"/>
              <a:buFont typeface="Arial"/>
              <a:buNone/>
            </a:pPr>
            <a:r>
              <a:rPr b="0" i="0" lang="en-US" sz="939" u="none" cap="none" strike="noStrike">
                <a:solidFill>
                  <a:schemeClr val="dk1"/>
                </a:solidFill>
                <a:latin typeface="Arial"/>
                <a:ea typeface="Arial"/>
                <a:cs typeface="Arial"/>
                <a:sym typeface="Arial"/>
              </a:rPr>
              <a:t xml:space="preserve">These presentations work alongside the Rainbow Phonics range of Teacher Planners and Supplementary Resources. The Teacher Planners provide daily lessons and weekly plans based on the progression of the Rainbow Phonics Program, with additional teacher-led activities, visual examples, phonics assessments and much more, all of which aid in successful phonics instruction. </a:t>
            </a:r>
            <a:endParaRPr b="0" i="0" sz="939" u="none" cap="none" strike="noStrike">
              <a:solidFill>
                <a:srgbClr val="000000"/>
              </a:solidFill>
              <a:latin typeface="Arial"/>
              <a:ea typeface="Arial"/>
              <a:cs typeface="Arial"/>
              <a:sym typeface="Arial"/>
            </a:endParaRPr>
          </a:p>
        </p:txBody>
      </p:sp>
      <p:sp>
        <p:nvSpPr>
          <p:cNvPr id="145" name="Google Shape;145;g2c4fb7f6616_0_721"/>
          <p:cNvSpPr txBox="1"/>
          <p:nvPr/>
        </p:nvSpPr>
        <p:spPr>
          <a:xfrm>
            <a:off x="1422825" y="3597900"/>
            <a:ext cx="3149700" cy="1824300"/>
          </a:xfrm>
          <a:prstGeom prst="rect">
            <a:avLst/>
          </a:prstGeom>
          <a:noFill/>
          <a:ln>
            <a:noFill/>
          </a:ln>
        </p:spPr>
        <p:txBody>
          <a:bodyPr anchorCtr="0" anchor="t" bIns="91425" lIns="91425" spcFirstLastPara="1" rIns="91425" wrap="square" tIns="91425">
            <a:noAutofit/>
          </a:bodyPr>
          <a:lstStyle/>
          <a:p>
            <a:pPr indent="0" lvl="0" marL="0" marR="0" rtl="0" algn="l">
              <a:lnSpc>
                <a:spcPct val="150000"/>
              </a:lnSpc>
              <a:spcBef>
                <a:spcPts val="0"/>
              </a:spcBef>
              <a:spcAft>
                <a:spcPts val="0"/>
              </a:spcAft>
              <a:buClr>
                <a:srgbClr val="000000"/>
              </a:buClr>
              <a:buSzPts val="990"/>
              <a:buFont typeface="Arial"/>
              <a:buNone/>
            </a:pPr>
            <a:r>
              <a:rPr b="0" i="0" lang="en-US" sz="1240" u="none" cap="none" strike="noStrike">
                <a:solidFill>
                  <a:srgbClr val="000000"/>
                </a:solidFill>
                <a:latin typeface="Arial"/>
                <a:ea typeface="Arial"/>
                <a:cs typeface="Arial"/>
                <a:sym typeface="Arial"/>
              </a:rPr>
              <a:t xml:space="preserve">What you can do with this </a:t>
            </a:r>
            <a:r>
              <a:rPr b="0" i="0" lang="en-US" sz="1240" u="none" cap="none" strike="noStrike">
                <a:solidFill>
                  <a:schemeClr val="dk1"/>
                </a:solidFill>
                <a:latin typeface="Arial"/>
                <a:ea typeface="Arial"/>
                <a:cs typeface="Arial"/>
                <a:sym typeface="Arial"/>
              </a:rPr>
              <a:t>resource</a:t>
            </a:r>
            <a:r>
              <a:rPr b="0" i="0" lang="en-US" sz="1240" u="none" cap="none" strike="noStrike">
                <a:solidFill>
                  <a:srgbClr val="000000"/>
                </a:solidFill>
                <a:latin typeface="Arial"/>
                <a:ea typeface="Arial"/>
                <a:cs typeface="Arial"/>
                <a:sym typeface="Arial"/>
              </a:rPr>
              <a:t>:</a:t>
            </a:r>
            <a:endParaRPr b="0" i="0" sz="1240" u="none" cap="none" strike="noStrike">
              <a:solidFill>
                <a:srgbClr val="000000"/>
              </a:solidFill>
              <a:latin typeface="Arial"/>
              <a:ea typeface="Arial"/>
              <a:cs typeface="Arial"/>
              <a:sym typeface="Arial"/>
            </a:endParaRPr>
          </a:p>
          <a:p>
            <a:pPr indent="-294640" lvl="0" marL="457200" marR="0" rtl="0" algn="l">
              <a:lnSpc>
                <a:spcPct val="115000"/>
              </a:lnSpc>
              <a:spcBef>
                <a:spcPts val="0"/>
              </a:spcBef>
              <a:spcAft>
                <a:spcPts val="0"/>
              </a:spcAft>
              <a:buClr>
                <a:srgbClr val="000000"/>
              </a:buClr>
              <a:buSzPts val="1040"/>
              <a:buFont typeface="Arial"/>
              <a:buChar char="●"/>
            </a:pPr>
            <a:r>
              <a:rPr b="0" i="0" lang="en-US" sz="1040" u="none" cap="none" strike="noStrike">
                <a:solidFill>
                  <a:srgbClr val="000000"/>
                </a:solidFill>
                <a:latin typeface="Arial"/>
                <a:ea typeface="Arial"/>
                <a:cs typeface="Arial"/>
                <a:sym typeface="Arial"/>
              </a:rPr>
              <a:t xml:space="preserve">Use this resource for personal / classroom use, </a:t>
            </a:r>
            <a:r>
              <a:rPr b="0" i="0" lang="en-US" sz="1040" u="none" cap="none" strike="noStrike">
                <a:solidFill>
                  <a:srgbClr val="000000"/>
                </a:solidFill>
                <a:latin typeface="Poppins SemiBold"/>
                <a:ea typeface="Poppins SemiBold"/>
                <a:cs typeface="Poppins SemiBold"/>
                <a:sym typeface="Poppins SemiBold"/>
              </a:rPr>
              <a:t>with</a:t>
            </a:r>
            <a:r>
              <a:rPr b="0" i="0" lang="en-US" sz="1040" u="none" cap="none" strike="noStrike">
                <a:solidFill>
                  <a:srgbClr val="000000"/>
                </a:solidFill>
                <a:latin typeface="Arial"/>
                <a:ea typeface="Arial"/>
                <a:cs typeface="Arial"/>
                <a:sym typeface="Arial"/>
              </a:rPr>
              <a:t xml:space="preserve"> proper acknowledgement given to Rainbow Phonics.</a:t>
            </a:r>
            <a:endParaRPr b="0" i="0" sz="1040" u="none" cap="none" strike="noStrike">
              <a:solidFill>
                <a:srgbClr val="000000"/>
              </a:solidFill>
              <a:latin typeface="Arial"/>
              <a:ea typeface="Arial"/>
              <a:cs typeface="Arial"/>
              <a:sym typeface="Arial"/>
            </a:endParaRPr>
          </a:p>
          <a:p>
            <a:pPr indent="-294640" lvl="0" marL="457200" marR="0" rtl="0" algn="l">
              <a:lnSpc>
                <a:spcPct val="115000"/>
              </a:lnSpc>
              <a:spcBef>
                <a:spcPts val="0"/>
              </a:spcBef>
              <a:spcAft>
                <a:spcPts val="0"/>
              </a:spcAft>
              <a:buClr>
                <a:srgbClr val="000000"/>
              </a:buClr>
              <a:buSzPts val="1040"/>
              <a:buFont typeface="Arial"/>
              <a:buChar char="●"/>
            </a:pPr>
            <a:r>
              <a:rPr b="0" i="0" lang="en-US" sz="1040" u="none" cap="none" strike="noStrike">
                <a:solidFill>
                  <a:srgbClr val="000000"/>
                </a:solidFill>
                <a:latin typeface="Arial"/>
                <a:ea typeface="Arial"/>
                <a:cs typeface="Arial"/>
                <a:sym typeface="Arial"/>
              </a:rPr>
              <a:t>Make a copy of this resource and edit for personal use such as editing text or changing slides, as long as proper acknowledgement is provided to the original publisher, Rainbow Phonics.</a:t>
            </a:r>
            <a:endParaRPr b="0" i="0" sz="1040" u="none" cap="none" strike="noStrike">
              <a:solidFill>
                <a:srgbClr val="000000"/>
              </a:solidFill>
              <a:latin typeface="Arial"/>
              <a:ea typeface="Arial"/>
              <a:cs typeface="Arial"/>
              <a:sym typeface="Arial"/>
            </a:endParaRPr>
          </a:p>
        </p:txBody>
      </p:sp>
      <p:sp>
        <p:nvSpPr>
          <p:cNvPr id="146" name="Google Shape;146;g2c4fb7f6616_0_721"/>
          <p:cNvSpPr txBox="1"/>
          <p:nvPr/>
        </p:nvSpPr>
        <p:spPr>
          <a:xfrm>
            <a:off x="4756150" y="3597900"/>
            <a:ext cx="3535800" cy="2411700"/>
          </a:xfrm>
          <a:prstGeom prst="rect">
            <a:avLst/>
          </a:prstGeom>
          <a:noFill/>
          <a:ln>
            <a:noFill/>
          </a:ln>
        </p:spPr>
        <p:txBody>
          <a:bodyPr anchorCtr="0" anchor="t" bIns="91425" lIns="91425" spcFirstLastPara="1" rIns="91425" wrap="square" tIns="91425">
            <a:noAutofit/>
          </a:bodyPr>
          <a:lstStyle/>
          <a:p>
            <a:pPr indent="0" lvl="0" marL="0" marR="0" rtl="0" algn="l">
              <a:lnSpc>
                <a:spcPct val="150000"/>
              </a:lnSpc>
              <a:spcBef>
                <a:spcPts val="0"/>
              </a:spcBef>
              <a:spcAft>
                <a:spcPts val="0"/>
              </a:spcAft>
              <a:buClr>
                <a:srgbClr val="000000"/>
              </a:buClr>
              <a:buSzPts val="990"/>
              <a:buFont typeface="Arial"/>
              <a:buNone/>
            </a:pPr>
            <a:r>
              <a:rPr b="0" i="0" lang="en-US" sz="1240" u="none" cap="none" strike="noStrike">
                <a:solidFill>
                  <a:srgbClr val="000000"/>
                </a:solidFill>
                <a:latin typeface="Arial"/>
                <a:ea typeface="Arial"/>
                <a:cs typeface="Arial"/>
                <a:sym typeface="Arial"/>
              </a:rPr>
              <a:t>What you can’t do with this resource:</a:t>
            </a:r>
            <a:endParaRPr b="0" i="0" sz="1240" u="none" cap="none" strike="noStrike">
              <a:solidFill>
                <a:srgbClr val="000000"/>
              </a:solidFill>
              <a:latin typeface="Arial"/>
              <a:ea typeface="Arial"/>
              <a:cs typeface="Arial"/>
              <a:sym typeface="Arial"/>
            </a:endParaRPr>
          </a:p>
          <a:p>
            <a:pPr indent="-294640" lvl="0" marL="457200" marR="0" rtl="0" algn="l">
              <a:lnSpc>
                <a:spcPct val="115000"/>
              </a:lnSpc>
              <a:spcBef>
                <a:spcPts val="0"/>
              </a:spcBef>
              <a:spcAft>
                <a:spcPts val="0"/>
              </a:spcAft>
              <a:buClr>
                <a:schemeClr val="dk1"/>
              </a:buClr>
              <a:buSzPts val="1040"/>
              <a:buFont typeface="Arial"/>
              <a:buChar char="●"/>
            </a:pPr>
            <a:r>
              <a:rPr b="0" i="0" lang="en-US" sz="1040" u="none" cap="none" strike="noStrike">
                <a:solidFill>
                  <a:schemeClr val="dk1"/>
                </a:solidFill>
                <a:latin typeface="Arial"/>
                <a:ea typeface="Arial"/>
                <a:cs typeface="Arial"/>
                <a:sym typeface="Arial"/>
              </a:rPr>
              <a:t>Make a copy of this resource and edit it for commercial distribution or other purposes.</a:t>
            </a:r>
            <a:endParaRPr b="0" i="0" sz="1040" u="none" cap="none" strike="noStrike">
              <a:solidFill>
                <a:srgbClr val="000000"/>
              </a:solidFill>
              <a:latin typeface="Arial"/>
              <a:ea typeface="Arial"/>
              <a:cs typeface="Arial"/>
              <a:sym typeface="Arial"/>
            </a:endParaRPr>
          </a:p>
          <a:p>
            <a:pPr indent="-294640" lvl="0" marL="457200" marR="0" rtl="0" algn="l">
              <a:lnSpc>
                <a:spcPct val="115000"/>
              </a:lnSpc>
              <a:spcBef>
                <a:spcPts val="0"/>
              </a:spcBef>
              <a:spcAft>
                <a:spcPts val="0"/>
              </a:spcAft>
              <a:buClr>
                <a:srgbClr val="000000"/>
              </a:buClr>
              <a:buSzPts val="1040"/>
              <a:buFont typeface="Arial"/>
              <a:buChar char="●"/>
            </a:pPr>
            <a:r>
              <a:rPr b="0" i="0" lang="en-US" sz="1040" u="none" cap="none" strike="noStrike">
                <a:solidFill>
                  <a:srgbClr val="000000"/>
                </a:solidFill>
                <a:latin typeface="Arial"/>
                <a:ea typeface="Arial"/>
                <a:cs typeface="Arial"/>
                <a:sym typeface="Arial"/>
              </a:rPr>
              <a:t>Distribute images or assets in this presentation outside of this resource, as this is copywritten material.</a:t>
            </a:r>
            <a:endParaRPr b="0" i="0" sz="1040" u="none" cap="none" strike="noStrike">
              <a:solidFill>
                <a:srgbClr val="000000"/>
              </a:solidFill>
              <a:latin typeface="Arial"/>
              <a:ea typeface="Arial"/>
              <a:cs typeface="Arial"/>
              <a:sym typeface="Arial"/>
            </a:endParaRPr>
          </a:p>
          <a:p>
            <a:pPr indent="-294640" lvl="0" marL="457200" marR="0" rtl="0" algn="l">
              <a:lnSpc>
                <a:spcPct val="115000"/>
              </a:lnSpc>
              <a:spcBef>
                <a:spcPts val="0"/>
              </a:spcBef>
              <a:spcAft>
                <a:spcPts val="0"/>
              </a:spcAft>
              <a:buClr>
                <a:schemeClr val="dk1"/>
              </a:buClr>
              <a:buSzPts val="1040"/>
              <a:buFont typeface="Arial"/>
              <a:buChar char="●"/>
            </a:pPr>
            <a:r>
              <a:rPr b="0" i="0" lang="en-US" sz="1040" u="none" cap="none" strike="noStrike">
                <a:solidFill>
                  <a:schemeClr val="dk1"/>
                </a:solidFill>
                <a:latin typeface="Arial"/>
                <a:ea typeface="Arial"/>
                <a:cs typeface="Arial"/>
                <a:sym typeface="Arial"/>
              </a:rPr>
              <a:t>Sell any of the displayed resources commercially.</a:t>
            </a:r>
            <a:endParaRPr b="0" i="0" sz="1040" u="none" cap="none" strike="noStrike">
              <a:solidFill>
                <a:srgbClr val="000000"/>
              </a:solidFill>
              <a:latin typeface="Arial"/>
              <a:ea typeface="Arial"/>
              <a:cs typeface="Arial"/>
              <a:sym typeface="Arial"/>
            </a:endParaRPr>
          </a:p>
          <a:p>
            <a:pPr indent="-294640" lvl="0" marL="457200" marR="0" rtl="0" algn="l">
              <a:lnSpc>
                <a:spcPct val="115000"/>
              </a:lnSpc>
              <a:spcBef>
                <a:spcPts val="0"/>
              </a:spcBef>
              <a:spcAft>
                <a:spcPts val="0"/>
              </a:spcAft>
              <a:buClr>
                <a:srgbClr val="000000"/>
              </a:buClr>
              <a:buSzPts val="1040"/>
              <a:buFont typeface="Arial"/>
              <a:buChar char="●"/>
            </a:pPr>
            <a:r>
              <a:rPr b="0" i="0" lang="en-US" sz="1040" u="none" cap="none" strike="noStrike">
                <a:solidFill>
                  <a:srgbClr val="000000"/>
                </a:solidFill>
                <a:latin typeface="Arial"/>
                <a:ea typeface="Arial"/>
                <a:cs typeface="Arial"/>
                <a:sym typeface="Arial"/>
              </a:rPr>
              <a:t xml:space="preserve">Host or share these resources with other parties, without written consent from </a:t>
            </a:r>
            <a:r>
              <a:rPr b="0" i="0" lang="en-US" sz="1040" u="none" cap="none" strike="noStrike">
                <a:solidFill>
                  <a:schemeClr val="dk1"/>
                </a:solidFill>
                <a:latin typeface="Arial"/>
                <a:ea typeface="Arial"/>
                <a:cs typeface="Arial"/>
                <a:sym typeface="Arial"/>
              </a:rPr>
              <a:t>Rainbow Phonics</a:t>
            </a:r>
            <a:r>
              <a:rPr b="0" i="0" lang="en-US" sz="1040" u="none" cap="none" strike="noStrike">
                <a:solidFill>
                  <a:srgbClr val="000000"/>
                </a:solidFill>
                <a:latin typeface="Arial"/>
                <a:ea typeface="Arial"/>
                <a:cs typeface="Arial"/>
                <a:sym typeface="Arial"/>
              </a:rPr>
              <a:t>.</a:t>
            </a:r>
            <a:endParaRPr b="0" i="0" sz="1040" u="none" cap="none" strike="noStrike">
              <a:solidFill>
                <a:srgbClr val="000000"/>
              </a:solidFill>
              <a:latin typeface="Arial"/>
              <a:ea typeface="Arial"/>
              <a:cs typeface="Arial"/>
              <a:sym typeface="Arial"/>
            </a:endParaRPr>
          </a:p>
        </p:txBody>
      </p:sp>
      <p:cxnSp>
        <p:nvCxnSpPr>
          <p:cNvPr id="147" name="Google Shape;147;g2c4fb7f6616_0_721"/>
          <p:cNvCxnSpPr/>
          <p:nvPr/>
        </p:nvCxnSpPr>
        <p:spPr>
          <a:xfrm>
            <a:off x="865586" y="1350235"/>
            <a:ext cx="7283100" cy="0"/>
          </a:xfrm>
          <a:prstGeom prst="straightConnector1">
            <a:avLst/>
          </a:prstGeom>
          <a:noFill/>
          <a:ln cap="flat" cmpd="sng" w="9525">
            <a:solidFill>
              <a:srgbClr val="BFBFBF"/>
            </a:solidFill>
            <a:prstDash val="solid"/>
            <a:miter lim="800000"/>
            <a:headEnd len="sm" w="sm" type="none"/>
            <a:tailEnd len="sm" w="sm" type="none"/>
          </a:ln>
        </p:spPr>
      </p:cxnSp>
      <p:sp>
        <p:nvSpPr>
          <p:cNvPr id="148" name="Google Shape;148;g2c4fb7f6616_0_721"/>
          <p:cNvSpPr/>
          <p:nvPr/>
        </p:nvSpPr>
        <p:spPr>
          <a:xfrm>
            <a:off x="4442194" y="3596257"/>
            <a:ext cx="363000" cy="363000"/>
          </a:xfrm>
          <a:prstGeom prst="mathMultiply">
            <a:avLst>
              <a:gd fmla="val 23520" name="adj1"/>
            </a:avLst>
          </a:prstGeom>
          <a:solidFill>
            <a:srgbClr val="ED1C2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nvGrpSpPr>
          <p:cNvPr id="149" name="Google Shape;149;g2c4fb7f6616_0_721"/>
          <p:cNvGrpSpPr/>
          <p:nvPr/>
        </p:nvGrpSpPr>
        <p:grpSpPr>
          <a:xfrm>
            <a:off x="1050674" y="3528974"/>
            <a:ext cx="508471" cy="472349"/>
            <a:chOff x="718913" y="3178865"/>
            <a:chExt cx="825441" cy="766800"/>
          </a:xfrm>
        </p:grpSpPr>
        <p:sp>
          <p:nvSpPr>
            <p:cNvPr id="150" name="Google Shape;150;g2c4fb7f6616_0_721"/>
            <p:cNvSpPr/>
            <p:nvPr/>
          </p:nvSpPr>
          <p:spPr>
            <a:xfrm rot="8100000">
              <a:off x="865666" y="3315344"/>
              <a:ext cx="590576" cy="493843"/>
            </a:xfrm>
            <a:prstGeom prst="mathMinus">
              <a:avLst>
                <a:gd fmla="val 23520" name="adj1"/>
              </a:avLst>
            </a:prstGeom>
            <a:solidFill>
              <a:srgbClr val="8DC63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151" name="Google Shape;151;g2c4fb7f6616_0_721"/>
            <p:cNvSpPr/>
            <p:nvPr/>
          </p:nvSpPr>
          <p:spPr>
            <a:xfrm rot="2700000">
              <a:off x="847908" y="3390222"/>
              <a:ext cx="311410" cy="493843"/>
            </a:xfrm>
            <a:prstGeom prst="mathMinus">
              <a:avLst>
                <a:gd fmla="val 23520" name="adj1"/>
              </a:avLst>
            </a:prstGeom>
            <a:solidFill>
              <a:srgbClr val="8DC63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pic>
        <p:nvPicPr>
          <p:cNvPr id="152" name="Google Shape;152;g2c4fb7f6616_0_721"/>
          <p:cNvPicPr preferRelativeResize="0"/>
          <p:nvPr/>
        </p:nvPicPr>
        <p:blipFill rotWithShape="1">
          <a:blip r:embed="rId8">
            <a:alphaModFix/>
          </a:blip>
          <a:srcRect b="0" l="0" r="0" t="0"/>
          <a:stretch/>
        </p:blipFill>
        <p:spPr>
          <a:xfrm>
            <a:off x="485725" y="5274624"/>
            <a:ext cx="2884175" cy="1389976"/>
          </a:xfrm>
          <a:prstGeom prst="rect">
            <a:avLst/>
          </a:prstGeom>
          <a:noFill/>
          <a:ln>
            <a:noFill/>
          </a:ln>
          <a:effectLst>
            <a:outerShdw blurRad="57150" rotWithShape="0" algn="bl" dir="5400000" dist="19050">
              <a:srgbClr val="000000">
                <a:alpha val="47843"/>
              </a:srgbClr>
            </a:outerShdw>
          </a:effectLst>
        </p:spPr>
      </p:pic>
      <p:sp>
        <p:nvSpPr>
          <p:cNvPr id="153" name="Google Shape;153;g2c4fb7f6616_0_721"/>
          <p:cNvSpPr txBox="1"/>
          <p:nvPr/>
        </p:nvSpPr>
        <p:spPr>
          <a:xfrm>
            <a:off x="995275" y="1008390"/>
            <a:ext cx="7153500" cy="2481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by accessing this resource you accept the following terms and conditions</a:t>
            </a:r>
            <a:endParaRPr b="0" i="0" sz="1000" u="none" cap="none" strike="noStrike">
              <a:solidFill>
                <a:srgbClr val="000000"/>
              </a:solidFill>
              <a:latin typeface="Arial"/>
              <a:ea typeface="Arial"/>
              <a:cs typeface="Arial"/>
              <a:sym typeface="Arial"/>
            </a:endParaRPr>
          </a:p>
        </p:txBody>
      </p:sp>
      <p:sp>
        <p:nvSpPr>
          <p:cNvPr id="154" name="Google Shape;154;g2c4fb7f6616_0_721"/>
          <p:cNvSpPr txBox="1"/>
          <p:nvPr/>
        </p:nvSpPr>
        <p:spPr>
          <a:xfrm>
            <a:off x="3694625" y="6352800"/>
            <a:ext cx="5162700" cy="303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FFFFFF"/>
                </a:solidFill>
                <a:latin typeface="Poppins Medium"/>
                <a:ea typeface="Poppins Medium"/>
                <a:cs typeface="Poppins Medium"/>
                <a:sym typeface="Poppins Medium"/>
              </a:rPr>
              <a:t>Discover more at www.rainbowphonics</a:t>
            </a:r>
            <a:r>
              <a:rPr lang="en-US" sz="1600">
                <a:solidFill>
                  <a:srgbClr val="FFFFFF"/>
                </a:solidFill>
                <a:latin typeface="Poppins Medium"/>
                <a:ea typeface="Poppins Medium"/>
                <a:cs typeface="Poppins Medium"/>
                <a:sym typeface="Poppins Medium"/>
              </a:rPr>
              <a:t>.co.nz</a:t>
            </a:r>
            <a:endParaRPr b="0" i="0" sz="1600" u="none" cap="none" strike="noStrike">
              <a:solidFill>
                <a:srgbClr val="FFFFFF"/>
              </a:solidFill>
              <a:latin typeface="Poppins Medium"/>
              <a:ea typeface="Poppins Medium"/>
              <a:cs typeface="Poppins Medium"/>
              <a:sym typeface="Poppins Medium"/>
            </a:endParaRPr>
          </a:p>
        </p:txBody>
      </p:sp>
      <p:pic>
        <p:nvPicPr>
          <p:cNvPr id="155" name="Google Shape;155;g2c4fb7f6616_0_721"/>
          <p:cNvPicPr preferRelativeResize="0"/>
          <p:nvPr/>
        </p:nvPicPr>
        <p:blipFill rotWithShape="1">
          <a:blip r:embed="rId9">
            <a:alphaModFix/>
          </a:blip>
          <a:srcRect b="0" l="0" r="0" t="0"/>
          <a:stretch/>
        </p:blipFill>
        <p:spPr>
          <a:xfrm rot="512460">
            <a:off x="7037628" y="1625095"/>
            <a:ext cx="1315271" cy="1315264"/>
          </a:xfrm>
          <a:prstGeom prst="rect">
            <a:avLst/>
          </a:prstGeom>
          <a:noFill/>
          <a:ln>
            <a:noFill/>
          </a:ln>
          <a:effectLst>
            <a:outerShdw blurRad="57150" rotWithShape="0" algn="bl" dir="5400000" dist="19050">
              <a:srgbClr val="000000">
                <a:alpha val="20000"/>
              </a:srgbClr>
            </a:outerShdw>
          </a:effectLst>
        </p:spPr>
      </p:pic>
      <p:pic>
        <p:nvPicPr>
          <p:cNvPr id="156" name="Google Shape;156;g2c4fb7f6616_0_721"/>
          <p:cNvPicPr preferRelativeResize="0"/>
          <p:nvPr/>
        </p:nvPicPr>
        <p:blipFill rotWithShape="1">
          <a:blip r:embed="rId10">
            <a:alphaModFix/>
          </a:blip>
          <a:srcRect b="0" l="0" r="0" t="0"/>
          <a:stretch/>
        </p:blipFill>
        <p:spPr>
          <a:xfrm rot="251087">
            <a:off x="6595023" y="1526228"/>
            <a:ext cx="1315273" cy="1315263"/>
          </a:xfrm>
          <a:prstGeom prst="rect">
            <a:avLst/>
          </a:prstGeom>
          <a:noFill/>
          <a:ln>
            <a:noFill/>
          </a:ln>
          <a:effectLst>
            <a:outerShdw blurRad="57150" rotWithShape="0" algn="bl" dir="5400000" dist="19050">
              <a:srgbClr val="000000">
                <a:alpha val="20000"/>
              </a:srgbClr>
            </a:outerShdw>
          </a:effectLst>
        </p:spPr>
      </p:pic>
      <p:pic>
        <p:nvPicPr>
          <p:cNvPr id="157" name="Google Shape;157;g2c4fb7f6616_0_721"/>
          <p:cNvPicPr preferRelativeResize="0"/>
          <p:nvPr/>
        </p:nvPicPr>
        <p:blipFill rotWithShape="1">
          <a:blip r:embed="rId11">
            <a:alphaModFix/>
          </a:blip>
          <a:srcRect b="0" l="0" r="0" t="0"/>
          <a:stretch/>
        </p:blipFill>
        <p:spPr>
          <a:xfrm rot="-198790">
            <a:off x="6033849" y="1525113"/>
            <a:ext cx="1317502" cy="1317490"/>
          </a:xfrm>
          <a:prstGeom prst="rect">
            <a:avLst/>
          </a:prstGeom>
          <a:noFill/>
          <a:ln>
            <a:noFill/>
          </a:ln>
          <a:effectLst>
            <a:outerShdw blurRad="57150" rotWithShape="0" algn="bl" dir="5400000" dist="19050">
              <a:srgbClr val="000000">
                <a:alpha val="20000"/>
              </a:srgbClr>
            </a:outerShdw>
          </a:effectLst>
        </p:spPr>
      </p:pic>
      <p:pic>
        <p:nvPicPr>
          <p:cNvPr id="158" name="Google Shape;158;g2c4fb7f6616_0_721"/>
          <p:cNvPicPr preferRelativeResize="0"/>
          <p:nvPr/>
        </p:nvPicPr>
        <p:blipFill rotWithShape="1">
          <a:blip r:embed="rId12">
            <a:alphaModFix/>
          </a:blip>
          <a:srcRect b="0" l="0" r="0" t="0"/>
          <a:stretch/>
        </p:blipFill>
        <p:spPr>
          <a:xfrm rot="-505316">
            <a:off x="5528790" y="1629680"/>
            <a:ext cx="1382684" cy="1382665"/>
          </a:xfrm>
          <a:prstGeom prst="rect">
            <a:avLst/>
          </a:prstGeom>
          <a:noFill/>
          <a:ln>
            <a:noFill/>
          </a:ln>
          <a:effectLst>
            <a:outerShdw blurRad="57150" rotWithShape="0" algn="bl" dir="5400000" dist="19050">
              <a:srgbClr val="000000">
                <a:alpha val="20000"/>
              </a:srgbClr>
            </a:outerShdw>
          </a:effectLst>
        </p:spPr>
      </p:pic>
      <p:pic>
        <p:nvPicPr>
          <p:cNvPr id="159" name="Google Shape;159;g2c4fb7f6616_0_721"/>
          <p:cNvPicPr preferRelativeResize="0"/>
          <p:nvPr/>
        </p:nvPicPr>
        <p:blipFill rotWithShape="1">
          <a:blip r:embed="rId13">
            <a:alphaModFix/>
          </a:blip>
          <a:srcRect b="0" l="0" r="0" t="0"/>
          <a:stretch/>
        </p:blipFill>
        <p:spPr>
          <a:xfrm rot="381644">
            <a:off x="6819230" y="2126378"/>
            <a:ext cx="1677627" cy="1677627"/>
          </a:xfrm>
          <a:prstGeom prst="rect">
            <a:avLst/>
          </a:prstGeom>
          <a:noFill/>
          <a:ln>
            <a:noFill/>
          </a:ln>
          <a:effectLst>
            <a:outerShdw blurRad="57150" rotWithShape="0" algn="bl" dir="5400000" dist="19050">
              <a:srgbClr val="000000">
                <a:alpha val="20000"/>
              </a:srgbClr>
            </a:outerShdw>
          </a:effectLst>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d of Session">
  <p:cSld name="End of Session_1_1">
    <p:spTree>
      <p:nvGrpSpPr>
        <p:cNvPr id="160" name="Shape 160"/>
        <p:cNvGrpSpPr/>
        <p:nvPr/>
      </p:nvGrpSpPr>
      <p:grpSpPr>
        <a:xfrm>
          <a:off x="0" y="0"/>
          <a:ext cx="0" cy="0"/>
          <a:chOff x="0" y="0"/>
          <a:chExt cx="0" cy="0"/>
        </a:xfrm>
      </p:grpSpPr>
      <p:sp>
        <p:nvSpPr>
          <p:cNvPr id="161" name="Google Shape;161;g26b641b03cd_0_260"/>
          <p:cNvSpPr txBox="1"/>
          <p:nvPr>
            <p:ph idx="1" type="body"/>
          </p:nvPr>
        </p:nvSpPr>
        <p:spPr>
          <a:xfrm>
            <a:off x="4277375" y="987225"/>
            <a:ext cx="3944400" cy="4475100"/>
          </a:xfrm>
          <a:prstGeom prst="rect">
            <a:avLst/>
          </a:prstGeom>
          <a:noFill/>
          <a:ln>
            <a:noFill/>
          </a:ln>
        </p:spPr>
        <p:txBody>
          <a:bodyPr anchorCtr="0" anchor="t" bIns="0" lIns="0" spcFirstLastPara="1" rIns="0" wrap="square" tIns="274300">
            <a:noAutofit/>
          </a:bodyPr>
          <a:lstStyle>
            <a:lvl1pPr indent="-330200" lvl="0" marL="457200" algn="l">
              <a:lnSpc>
                <a:spcPct val="115000"/>
              </a:lnSpc>
              <a:spcBef>
                <a:spcPts val="1000"/>
              </a:spcBef>
              <a:spcAft>
                <a:spcPts val="0"/>
              </a:spcAft>
              <a:buClr>
                <a:srgbClr val="262626"/>
              </a:buClr>
              <a:buSzPts val="1600"/>
              <a:buChar char="•"/>
              <a:defRPr sz="1600">
                <a:solidFill>
                  <a:srgbClr val="262626"/>
                </a:solidFill>
              </a:defRPr>
            </a:lvl1pPr>
            <a:lvl2pPr indent="-330200" lvl="1" marL="914400" algn="l">
              <a:lnSpc>
                <a:spcPct val="115000"/>
              </a:lnSpc>
              <a:spcBef>
                <a:spcPts val="1000"/>
              </a:spcBef>
              <a:spcAft>
                <a:spcPts val="0"/>
              </a:spcAft>
              <a:buClr>
                <a:schemeClr val="dk1"/>
              </a:buClr>
              <a:buSzPts val="1600"/>
              <a:buChar char="•"/>
              <a:defRPr sz="1600"/>
            </a:lvl2pPr>
            <a:lvl3pPr indent="-228600" lvl="2" marL="1371600" algn="l">
              <a:lnSpc>
                <a:spcPct val="115000"/>
              </a:lnSpc>
              <a:spcBef>
                <a:spcPts val="1000"/>
              </a:spcBef>
              <a:spcAft>
                <a:spcPts val="0"/>
              </a:spcAft>
              <a:buClr>
                <a:schemeClr val="dk1"/>
              </a:buClr>
              <a:buSzPts val="1600"/>
              <a:buNone/>
              <a:defRPr sz="1600"/>
            </a:lvl3pPr>
            <a:lvl4pPr indent="-330200" lvl="3" marL="1828800" algn="l">
              <a:lnSpc>
                <a:spcPct val="115000"/>
              </a:lnSpc>
              <a:spcBef>
                <a:spcPts val="1000"/>
              </a:spcBef>
              <a:spcAft>
                <a:spcPts val="0"/>
              </a:spcAft>
              <a:buClr>
                <a:schemeClr val="dk1"/>
              </a:buClr>
              <a:buSzPts val="1600"/>
              <a:buChar char="•"/>
              <a:defRPr sz="1600"/>
            </a:lvl4pPr>
            <a:lvl5pPr indent="-330200" lvl="4" marL="2286000" algn="l">
              <a:lnSpc>
                <a:spcPct val="115000"/>
              </a:lnSpc>
              <a:spcBef>
                <a:spcPts val="500"/>
              </a:spcBef>
              <a:spcAft>
                <a:spcPts val="0"/>
              </a:spcAft>
              <a:buClr>
                <a:schemeClr val="dk1"/>
              </a:buClr>
              <a:buSzPts val="1600"/>
              <a:buChar char="•"/>
              <a:defRPr sz="1600"/>
            </a:lvl5pPr>
            <a:lvl6pPr indent="-330200" lvl="5" marL="2743200" algn="l">
              <a:lnSpc>
                <a:spcPct val="115000"/>
              </a:lnSpc>
              <a:spcBef>
                <a:spcPts val="500"/>
              </a:spcBef>
              <a:spcAft>
                <a:spcPts val="0"/>
              </a:spcAft>
              <a:buClr>
                <a:schemeClr val="dk1"/>
              </a:buClr>
              <a:buSzPts val="1600"/>
              <a:buChar char="•"/>
              <a:defRPr sz="1600"/>
            </a:lvl6pPr>
            <a:lvl7pPr indent="-330200" lvl="6" marL="3200400" algn="l">
              <a:lnSpc>
                <a:spcPct val="115000"/>
              </a:lnSpc>
              <a:spcBef>
                <a:spcPts val="500"/>
              </a:spcBef>
              <a:spcAft>
                <a:spcPts val="0"/>
              </a:spcAft>
              <a:buClr>
                <a:schemeClr val="dk1"/>
              </a:buClr>
              <a:buSzPts val="1600"/>
              <a:buChar char="•"/>
              <a:defRPr sz="1600"/>
            </a:lvl7pPr>
            <a:lvl8pPr indent="-330200" lvl="7" marL="3657600" algn="l">
              <a:lnSpc>
                <a:spcPct val="115000"/>
              </a:lnSpc>
              <a:spcBef>
                <a:spcPts val="500"/>
              </a:spcBef>
              <a:spcAft>
                <a:spcPts val="0"/>
              </a:spcAft>
              <a:buClr>
                <a:schemeClr val="dk1"/>
              </a:buClr>
              <a:buSzPts val="1600"/>
              <a:buChar char="•"/>
              <a:defRPr sz="1600"/>
            </a:lvl8pPr>
            <a:lvl9pPr indent="-330200" lvl="8" marL="4114800" algn="l">
              <a:lnSpc>
                <a:spcPct val="115000"/>
              </a:lnSpc>
              <a:spcBef>
                <a:spcPts val="500"/>
              </a:spcBef>
              <a:spcAft>
                <a:spcPts val="0"/>
              </a:spcAft>
              <a:buClr>
                <a:schemeClr val="dk1"/>
              </a:buClr>
              <a:buSzPts val="1600"/>
              <a:buChar char="•"/>
              <a:defRPr sz="1600"/>
            </a:lvl9pPr>
          </a:lstStyle>
          <a:p/>
        </p:txBody>
      </p:sp>
      <p:sp>
        <p:nvSpPr>
          <p:cNvPr id="162" name="Google Shape;162;g26b641b03cd_0_260"/>
          <p:cNvSpPr txBox="1"/>
          <p:nvPr/>
        </p:nvSpPr>
        <p:spPr>
          <a:xfrm>
            <a:off x="856325" y="958000"/>
            <a:ext cx="3225600" cy="691200"/>
          </a:xfrm>
          <a:prstGeom prst="rect">
            <a:avLst/>
          </a:prstGeom>
          <a:noFill/>
          <a:ln>
            <a:noFill/>
          </a:ln>
        </p:spPr>
        <p:txBody>
          <a:bodyPr anchorCtr="0" anchor="ctr" bIns="0" lIns="91425" spcFirstLastPara="1" rIns="91425" wrap="square" tIns="0">
            <a:noAutofit/>
          </a:bodyPr>
          <a:lstStyle/>
          <a:p>
            <a:pPr indent="0" lvl="0" marL="0" marR="0" rtl="0" algn="l">
              <a:lnSpc>
                <a:spcPct val="90000"/>
              </a:lnSpc>
              <a:spcBef>
                <a:spcPts val="0"/>
              </a:spcBef>
              <a:spcAft>
                <a:spcPts val="0"/>
              </a:spcAft>
              <a:buClr>
                <a:srgbClr val="F7941D"/>
              </a:buClr>
              <a:buSzPts val="3200"/>
              <a:buFont typeface="Poppins Medium"/>
              <a:buNone/>
            </a:pPr>
            <a:r>
              <a:rPr b="0" i="0" lang="en-US" sz="3200" u="none" cap="none" strike="noStrike">
                <a:solidFill>
                  <a:srgbClr val="CB3D85"/>
                </a:solidFill>
                <a:latin typeface="Poppins Medium"/>
                <a:ea typeface="Poppins Medium"/>
                <a:cs typeface="Poppins Medium"/>
                <a:sym typeface="Poppins Medium"/>
              </a:rPr>
              <a:t>End of Session</a:t>
            </a:r>
            <a:endParaRPr b="0" i="0" sz="3200" u="none" cap="none" strike="noStrike">
              <a:solidFill>
                <a:srgbClr val="CB3D85"/>
              </a:solidFill>
              <a:latin typeface="Poppins Medium"/>
              <a:ea typeface="Poppins Medium"/>
              <a:cs typeface="Poppins Medium"/>
              <a:sym typeface="Poppins Medium"/>
            </a:endParaRPr>
          </a:p>
        </p:txBody>
      </p:sp>
      <p:cxnSp>
        <p:nvCxnSpPr>
          <p:cNvPr id="163" name="Google Shape;163;g26b641b03cd_0_260"/>
          <p:cNvCxnSpPr/>
          <p:nvPr/>
        </p:nvCxnSpPr>
        <p:spPr>
          <a:xfrm>
            <a:off x="941786" y="1709260"/>
            <a:ext cx="2946000" cy="0"/>
          </a:xfrm>
          <a:prstGeom prst="straightConnector1">
            <a:avLst/>
          </a:prstGeom>
          <a:noFill/>
          <a:ln cap="flat" cmpd="sng" w="9525">
            <a:solidFill>
              <a:srgbClr val="BFBFBF"/>
            </a:solidFill>
            <a:prstDash val="solid"/>
            <a:miter lim="800000"/>
            <a:headEnd len="sm" w="sm" type="none"/>
            <a:tailEnd len="sm" w="sm" type="none"/>
          </a:ln>
        </p:spPr>
      </p:cxnSp>
      <p:sp>
        <p:nvSpPr>
          <p:cNvPr id="164" name="Google Shape;164;g26b641b03cd_0_260"/>
          <p:cNvSpPr/>
          <p:nvPr/>
        </p:nvSpPr>
        <p:spPr>
          <a:xfrm>
            <a:off x="-36800" y="6252300"/>
            <a:ext cx="9236100" cy="663000"/>
          </a:xfrm>
          <a:prstGeom prst="rect">
            <a:avLst/>
          </a:prstGeom>
          <a:solidFill>
            <a:srgbClr val="07376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5" name="Google Shape;165;g26b641b03cd_0_260"/>
          <p:cNvSpPr/>
          <p:nvPr>
            <p:ph idx="2" type="pic"/>
          </p:nvPr>
        </p:nvSpPr>
        <p:spPr>
          <a:xfrm>
            <a:off x="960225" y="1993200"/>
            <a:ext cx="2946000" cy="1949700"/>
          </a:xfrm>
          <a:prstGeom prst="roundRect">
            <a:avLst>
              <a:gd fmla="val 16667" name="adj"/>
            </a:avLst>
          </a:prstGeom>
          <a:noFill/>
          <a:ln>
            <a:noFill/>
          </a:ln>
        </p:spPr>
      </p:sp>
      <p:pic>
        <p:nvPicPr>
          <p:cNvPr id="166" name="Google Shape;166;g26b641b03cd_0_260"/>
          <p:cNvPicPr preferRelativeResize="0"/>
          <p:nvPr/>
        </p:nvPicPr>
        <p:blipFill rotWithShape="1">
          <a:blip r:embed="rId2">
            <a:alphaModFix/>
          </a:blip>
          <a:srcRect b="0" l="0" r="0" t="0"/>
          <a:stretch/>
        </p:blipFill>
        <p:spPr>
          <a:xfrm>
            <a:off x="485725" y="5274624"/>
            <a:ext cx="2884175" cy="1389976"/>
          </a:xfrm>
          <a:prstGeom prst="rect">
            <a:avLst/>
          </a:prstGeom>
          <a:noFill/>
          <a:ln>
            <a:noFill/>
          </a:ln>
          <a:effectLst>
            <a:outerShdw blurRad="57150" rotWithShape="0" algn="bl" dir="5400000" dist="19050">
              <a:srgbClr val="000000">
                <a:alpha val="46666"/>
              </a:srgbClr>
            </a:outerShdw>
          </a:effectLst>
        </p:spPr>
      </p:pic>
      <p:grpSp>
        <p:nvGrpSpPr>
          <p:cNvPr id="167" name="Google Shape;167;g26b641b03cd_0_260"/>
          <p:cNvGrpSpPr/>
          <p:nvPr/>
        </p:nvGrpSpPr>
        <p:grpSpPr>
          <a:xfrm>
            <a:off x="8199150" y="5983875"/>
            <a:ext cx="586800" cy="571500"/>
            <a:chOff x="7894350" y="6212475"/>
            <a:chExt cx="586800" cy="571500"/>
          </a:xfrm>
        </p:grpSpPr>
        <p:sp>
          <p:nvSpPr>
            <p:cNvPr id="168" name="Google Shape;168;g26b641b03cd_0_260">
              <a:hlinkClick action="ppaction://hlinkshowjump?jump=nextslide"/>
            </p:cNvPr>
            <p:cNvSpPr/>
            <p:nvPr/>
          </p:nvSpPr>
          <p:spPr>
            <a:xfrm flipH="1">
              <a:off x="7894350"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169" name="Google Shape;169;g26b641b03cd_0_260">
              <a:hlinkClick action="ppaction://hlinkshowjump?jump=nextslide"/>
            </p:cNvPr>
            <p:cNvSpPr/>
            <p:nvPr/>
          </p:nvSpPr>
          <p:spPr>
            <a:xfrm flipH="1">
              <a:off x="8000425"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170" name="Google Shape;170;g26b641b03cd_0_260">
              <a:hlinkClick action="ppaction://hlinkshowjump?jump=nextslide"/>
            </p:cNvPr>
            <p:cNvSpPr/>
            <p:nvPr/>
          </p:nvSpPr>
          <p:spPr>
            <a:xfrm>
              <a:off x="8120950"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grpSp>
        <p:nvGrpSpPr>
          <p:cNvPr id="171" name="Google Shape;171;g26b641b03cd_0_260"/>
          <p:cNvGrpSpPr/>
          <p:nvPr/>
        </p:nvGrpSpPr>
        <p:grpSpPr>
          <a:xfrm>
            <a:off x="-36800" y="-52000"/>
            <a:ext cx="9236100" cy="543600"/>
            <a:chOff x="-36800" y="-52000"/>
            <a:chExt cx="9236100" cy="543600"/>
          </a:xfrm>
        </p:grpSpPr>
        <p:sp>
          <p:nvSpPr>
            <p:cNvPr id="172" name="Google Shape;172;g26b641b03cd_0_260"/>
            <p:cNvSpPr/>
            <p:nvPr/>
          </p:nvSpPr>
          <p:spPr>
            <a:xfrm>
              <a:off x="-36800" y="-52000"/>
              <a:ext cx="9236100" cy="543600"/>
            </a:xfrm>
            <a:prstGeom prst="rect">
              <a:avLst/>
            </a:prstGeom>
            <a:solidFill>
              <a:srgbClr val="CFE2F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73" name="Google Shape;173;g26b641b03cd_0_260"/>
            <p:cNvGrpSpPr/>
            <p:nvPr/>
          </p:nvGrpSpPr>
          <p:grpSpPr>
            <a:xfrm>
              <a:off x="5905920" y="88100"/>
              <a:ext cx="1337400" cy="403500"/>
              <a:chOff x="565600" y="88250"/>
              <a:chExt cx="1337400" cy="403500"/>
            </a:xfrm>
          </p:grpSpPr>
          <p:sp>
            <p:nvSpPr>
              <p:cNvPr id="174" name="Google Shape;174;g26b641b03cd_0_260"/>
              <p:cNvSpPr/>
              <p:nvPr/>
            </p:nvSpPr>
            <p:spPr>
              <a:xfrm>
                <a:off x="565600" y="88250"/>
                <a:ext cx="1337400" cy="240000"/>
              </a:xfrm>
              <a:prstGeom prst="roundRect">
                <a:avLst>
                  <a:gd fmla="val 16667"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92278F"/>
                  </a:solidFill>
                  <a:latin typeface="Poppins"/>
                  <a:ea typeface="Poppins"/>
                  <a:cs typeface="Poppins"/>
                  <a:sym typeface="Poppins"/>
                </a:endParaRPr>
              </a:p>
            </p:txBody>
          </p:sp>
          <p:sp>
            <p:nvSpPr>
              <p:cNvPr id="175" name="Google Shape;175;g26b641b03cd_0_260"/>
              <p:cNvSpPr/>
              <p:nvPr/>
            </p:nvSpPr>
            <p:spPr>
              <a:xfrm>
                <a:off x="565600" y="251750"/>
                <a:ext cx="1337400" cy="2400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92278F"/>
                  </a:solidFill>
                  <a:latin typeface="Poppins"/>
                  <a:ea typeface="Poppins"/>
                  <a:cs typeface="Poppins"/>
                  <a:sym typeface="Poppins"/>
                </a:endParaRPr>
              </a:p>
            </p:txBody>
          </p:sp>
        </p:grpSp>
        <p:sp>
          <p:nvSpPr>
            <p:cNvPr id="176" name="Google Shape;176;g26b641b03cd_0_260"/>
            <p:cNvSpPr txBox="1"/>
            <p:nvPr/>
          </p:nvSpPr>
          <p:spPr>
            <a:xfrm>
              <a:off x="789125" y="88250"/>
              <a:ext cx="974100" cy="365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9FC5E8"/>
                  </a:solidFill>
                  <a:latin typeface="Poppins SemiBold"/>
                  <a:ea typeface="Poppins SemiBold"/>
                  <a:cs typeface="Poppins SemiBold"/>
                  <a:sym typeface="Poppins SemiBold"/>
                </a:rPr>
                <a:t>Phase 2</a:t>
              </a:r>
              <a:endParaRPr b="0" i="0" sz="1500" u="none" cap="none" strike="noStrike">
                <a:solidFill>
                  <a:srgbClr val="9FC5E8"/>
                </a:solidFill>
                <a:latin typeface="Poppins SemiBold"/>
                <a:ea typeface="Poppins SemiBold"/>
                <a:cs typeface="Poppins SemiBold"/>
                <a:sym typeface="Poppins SemiBold"/>
              </a:endParaRPr>
            </a:p>
          </p:txBody>
        </p:sp>
        <p:sp>
          <p:nvSpPr>
            <p:cNvPr id="177" name="Google Shape;177;g26b641b03cd_0_260"/>
            <p:cNvSpPr txBox="1"/>
            <p:nvPr/>
          </p:nvSpPr>
          <p:spPr>
            <a:xfrm>
              <a:off x="3422038" y="101716"/>
              <a:ext cx="974100" cy="338700"/>
            </a:xfrm>
            <a:prstGeom prst="rect">
              <a:avLst/>
            </a:prstGeom>
            <a:no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9FC5E8"/>
                  </a:solidFill>
                  <a:latin typeface="Poppins SemiBold"/>
                  <a:ea typeface="Poppins SemiBold"/>
                  <a:cs typeface="Poppins SemiBold"/>
                  <a:sym typeface="Poppins SemiBold"/>
                </a:rPr>
                <a:t>Phase 4</a:t>
              </a:r>
              <a:endParaRPr b="0" i="0" sz="1300" u="none" cap="none" strike="noStrike">
                <a:solidFill>
                  <a:srgbClr val="FFFFFF"/>
                </a:solidFill>
                <a:latin typeface="Poppins SemiBold"/>
                <a:ea typeface="Poppins SemiBold"/>
                <a:cs typeface="Poppins SemiBold"/>
                <a:sym typeface="Poppins SemiBold"/>
              </a:endParaRPr>
            </a:p>
          </p:txBody>
        </p:sp>
        <p:sp>
          <p:nvSpPr>
            <p:cNvPr id="178" name="Google Shape;178;g26b641b03cd_0_260"/>
            <p:cNvSpPr txBox="1"/>
            <p:nvPr/>
          </p:nvSpPr>
          <p:spPr>
            <a:xfrm>
              <a:off x="4753638" y="101716"/>
              <a:ext cx="974100" cy="338700"/>
            </a:xfrm>
            <a:prstGeom prst="rect">
              <a:avLst/>
            </a:prstGeom>
            <a:no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9FC5E8"/>
                  </a:solidFill>
                  <a:latin typeface="Poppins SemiBold"/>
                  <a:ea typeface="Poppins SemiBold"/>
                  <a:cs typeface="Poppins SemiBold"/>
                  <a:sym typeface="Poppins SemiBold"/>
                </a:rPr>
                <a:t>Phase 5</a:t>
              </a:r>
              <a:endParaRPr b="0" i="0" sz="1300" u="none" cap="none" strike="noStrike">
                <a:solidFill>
                  <a:srgbClr val="FFFFFF"/>
                </a:solidFill>
                <a:latin typeface="Poppins SemiBold"/>
                <a:ea typeface="Poppins SemiBold"/>
                <a:cs typeface="Poppins SemiBold"/>
                <a:sym typeface="Poppins SemiBold"/>
              </a:endParaRPr>
            </a:p>
          </p:txBody>
        </p:sp>
        <p:sp>
          <p:nvSpPr>
            <p:cNvPr id="179" name="Google Shape;179;g26b641b03cd_0_260"/>
            <p:cNvSpPr txBox="1"/>
            <p:nvPr/>
          </p:nvSpPr>
          <p:spPr>
            <a:xfrm>
              <a:off x="6096838" y="101716"/>
              <a:ext cx="974100" cy="338700"/>
            </a:xfrm>
            <a:prstGeom prst="rect">
              <a:avLst/>
            </a:prstGeom>
            <a:no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FFFFFF"/>
                  </a:solidFill>
                  <a:latin typeface="Poppins SemiBold"/>
                  <a:ea typeface="Poppins SemiBold"/>
                  <a:cs typeface="Poppins SemiBold"/>
                  <a:sym typeface="Poppins SemiBold"/>
                </a:rPr>
                <a:t>Phase 5.5</a:t>
              </a:r>
              <a:endParaRPr b="0" i="0" sz="1300" u="none" cap="none" strike="noStrike">
                <a:solidFill>
                  <a:srgbClr val="FFFFFF"/>
                </a:solidFill>
                <a:latin typeface="Poppins SemiBold"/>
                <a:ea typeface="Poppins SemiBold"/>
                <a:cs typeface="Poppins SemiBold"/>
                <a:sym typeface="Poppins SemiBold"/>
              </a:endParaRPr>
            </a:p>
          </p:txBody>
        </p:sp>
        <p:sp>
          <p:nvSpPr>
            <p:cNvPr id="180" name="Google Shape;180;g26b641b03cd_0_260"/>
            <p:cNvSpPr/>
            <p:nvPr/>
          </p:nvSpPr>
          <p:spPr>
            <a:xfrm>
              <a:off x="4570840" y="446900"/>
              <a:ext cx="1337400" cy="44700"/>
            </a:xfrm>
            <a:prstGeom prst="rect">
              <a:avLst/>
            </a:prstGeom>
            <a:solidFill>
              <a:srgbClr val="9FC5E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181" name="Google Shape;181;g26b641b03cd_0_260"/>
            <p:cNvSpPr txBox="1"/>
            <p:nvPr/>
          </p:nvSpPr>
          <p:spPr>
            <a:xfrm>
              <a:off x="7422638" y="101716"/>
              <a:ext cx="974100" cy="338700"/>
            </a:xfrm>
            <a:prstGeom prst="rect">
              <a:avLst/>
            </a:prstGeom>
            <a:no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9FC5E8"/>
                  </a:solidFill>
                  <a:latin typeface="Poppins SemiBold"/>
                  <a:ea typeface="Poppins SemiBold"/>
                  <a:cs typeface="Poppins SemiBold"/>
                  <a:sym typeface="Poppins SemiBold"/>
                </a:rPr>
                <a:t>Phase 6</a:t>
              </a:r>
              <a:endParaRPr b="0" i="0" sz="1300" u="none" cap="none" strike="noStrike">
                <a:solidFill>
                  <a:srgbClr val="9FC5E8"/>
                </a:solidFill>
                <a:latin typeface="Poppins SemiBold"/>
                <a:ea typeface="Poppins SemiBold"/>
                <a:cs typeface="Poppins SemiBold"/>
                <a:sym typeface="Poppins SemiBold"/>
              </a:endParaRPr>
            </a:p>
          </p:txBody>
        </p:sp>
        <p:sp>
          <p:nvSpPr>
            <p:cNvPr id="182" name="Google Shape;182;g26b641b03cd_0_260"/>
            <p:cNvSpPr/>
            <p:nvPr/>
          </p:nvSpPr>
          <p:spPr>
            <a:xfrm>
              <a:off x="7241000" y="446900"/>
              <a:ext cx="1337400" cy="44700"/>
            </a:xfrm>
            <a:prstGeom prst="rect">
              <a:avLst/>
            </a:prstGeom>
            <a:solidFill>
              <a:srgbClr val="9FC5E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183" name="Google Shape;183;g26b641b03cd_0_260"/>
            <p:cNvSpPr/>
            <p:nvPr/>
          </p:nvSpPr>
          <p:spPr>
            <a:xfrm>
              <a:off x="565600" y="446900"/>
              <a:ext cx="1337400" cy="44700"/>
            </a:xfrm>
            <a:prstGeom prst="rect">
              <a:avLst/>
            </a:prstGeom>
            <a:solidFill>
              <a:srgbClr val="9FC5E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163B7E"/>
                </a:solidFill>
                <a:latin typeface="Poppins"/>
                <a:ea typeface="Poppins"/>
                <a:cs typeface="Poppins"/>
                <a:sym typeface="Poppins"/>
              </a:endParaRPr>
            </a:p>
          </p:txBody>
        </p:sp>
        <p:sp>
          <p:nvSpPr>
            <p:cNvPr id="184" name="Google Shape;184;g26b641b03cd_0_260"/>
            <p:cNvSpPr txBox="1"/>
            <p:nvPr/>
          </p:nvSpPr>
          <p:spPr>
            <a:xfrm>
              <a:off x="2084638" y="101716"/>
              <a:ext cx="974100" cy="338700"/>
            </a:xfrm>
            <a:prstGeom prst="rect">
              <a:avLst/>
            </a:prstGeom>
            <a:no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9FC5E8"/>
                  </a:solidFill>
                  <a:latin typeface="Poppins SemiBold"/>
                  <a:ea typeface="Poppins SemiBold"/>
                  <a:cs typeface="Poppins SemiBold"/>
                  <a:sym typeface="Poppins SemiBold"/>
                </a:rPr>
                <a:t>Phase 3</a:t>
              </a:r>
              <a:endParaRPr b="0" i="0" sz="1300" u="none" cap="none" strike="noStrike">
                <a:solidFill>
                  <a:srgbClr val="9FC5E8"/>
                </a:solidFill>
                <a:latin typeface="Poppins SemiBold"/>
                <a:ea typeface="Poppins SemiBold"/>
                <a:cs typeface="Poppins SemiBold"/>
                <a:sym typeface="Poppins SemiBold"/>
              </a:endParaRPr>
            </a:p>
          </p:txBody>
        </p:sp>
        <p:sp>
          <p:nvSpPr>
            <p:cNvPr id="185" name="Google Shape;185;g26b641b03cd_0_260"/>
            <p:cNvSpPr/>
            <p:nvPr/>
          </p:nvSpPr>
          <p:spPr>
            <a:xfrm>
              <a:off x="1900680" y="446900"/>
              <a:ext cx="1337400" cy="44700"/>
            </a:xfrm>
            <a:prstGeom prst="rect">
              <a:avLst/>
            </a:prstGeom>
            <a:solidFill>
              <a:srgbClr val="9FC5E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186" name="Google Shape;186;g26b641b03cd_0_260"/>
            <p:cNvSpPr/>
            <p:nvPr/>
          </p:nvSpPr>
          <p:spPr>
            <a:xfrm>
              <a:off x="3235760" y="446900"/>
              <a:ext cx="1337400" cy="44700"/>
            </a:xfrm>
            <a:prstGeom prst="rect">
              <a:avLst/>
            </a:prstGeom>
            <a:solidFill>
              <a:srgbClr val="9FC5E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Magnetic Letters-V2">
  <p:cSld name="Alien Word of the Day_1_1_1_1_1_1_1_1_1_1_3">
    <p:spTree>
      <p:nvGrpSpPr>
        <p:cNvPr id="187" name="Shape 187"/>
        <p:cNvGrpSpPr/>
        <p:nvPr/>
      </p:nvGrpSpPr>
      <p:grpSpPr>
        <a:xfrm>
          <a:off x="0" y="0"/>
          <a:ext cx="0" cy="0"/>
          <a:chOff x="0" y="0"/>
          <a:chExt cx="0" cy="0"/>
        </a:xfrm>
      </p:grpSpPr>
      <p:sp>
        <p:nvSpPr>
          <p:cNvPr id="188" name="Google Shape;188;g2c235dd0dad_1_87"/>
          <p:cNvSpPr txBox="1"/>
          <p:nvPr>
            <p:ph idx="1" type="subTitle"/>
          </p:nvPr>
        </p:nvSpPr>
        <p:spPr>
          <a:xfrm>
            <a:off x="1181100" y="3423025"/>
            <a:ext cx="6781800" cy="206100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p:txBody>
      </p:sp>
      <p:sp>
        <p:nvSpPr>
          <p:cNvPr id="189" name="Google Shape;189;g2c235dd0dad_1_87"/>
          <p:cNvSpPr/>
          <p:nvPr/>
        </p:nvSpPr>
        <p:spPr>
          <a:xfrm>
            <a:off x="1728299" y="6212475"/>
            <a:ext cx="5687400" cy="3693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AEABAB"/>
                </a:solidFill>
                <a:latin typeface="Poppins Medium"/>
                <a:ea typeface="Poppins Medium"/>
                <a:cs typeface="Poppins Medium"/>
                <a:sym typeface="Poppins Medium"/>
              </a:rPr>
              <a:t>USING MAGNETIC LETTERS AND A WHITEBOARD</a:t>
            </a:r>
            <a:endParaRPr b="0" i="0" sz="1400" u="none" cap="none" strike="noStrike">
              <a:solidFill>
                <a:srgbClr val="000000"/>
              </a:solidFill>
              <a:latin typeface="Arial"/>
              <a:ea typeface="Arial"/>
              <a:cs typeface="Arial"/>
              <a:sym typeface="Arial"/>
            </a:endParaRPr>
          </a:p>
        </p:txBody>
      </p:sp>
      <p:sp>
        <p:nvSpPr>
          <p:cNvPr id="190" name="Google Shape;190;g2c235dd0dad_1_87"/>
          <p:cNvSpPr txBox="1"/>
          <p:nvPr/>
        </p:nvSpPr>
        <p:spPr>
          <a:xfrm>
            <a:off x="1249500" y="5568500"/>
            <a:ext cx="6645000" cy="691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F7941D"/>
              </a:buClr>
              <a:buSzPts val="3600"/>
              <a:buFont typeface="Poppins Medium"/>
              <a:buNone/>
            </a:pPr>
            <a:r>
              <a:rPr lang="en-US" sz="3000">
                <a:solidFill>
                  <a:srgbClr val="CB3D85"/>
                </a:solidFill>
                <a:latin typeface="Poppins Medium"/>
                <a:ea typeface="Poppins Medium"/>
                <a:cs typeface="Poppins Medium"/>
                <a:sym typeface="Poppins Medium"/>
              </a:rPr>
              <a:t>Practise</a:t>
            </a:r>
            <a:r>
              <a:rPr b="0" i="0" lang="en-US" sz="3000" u="none" cap="none" strike="noStrike">
                <a:solidFill>
                  <a:srgbClr val="CB3D85"/>
                </a:solidFill>
                <a:latin typeface="Poppins Medium"/>
                <a:ea typeface="Poppins Medium"/>
                <a:cs typeface="Poppins Medium"/>
                <a:sym typeface="Poppins Medium"/>
              </a:rPr>
              <a:t xml:space="preserve"> Building Words</a:t>
            </a:r>
            <a:endParaRPr b="0" i="0" sz="3000" u="none" cap="none" strike="noStrike">
              <a:solidFill>
                <a:srgbClr val="CB3D85"/>
              </a:solidFill>
              <a:latin typeface="Poppins Medium"/>
              <a:ea typeface="Poppins Medium"/>
              <a:cs typeface="Poppins Medium"/>
              <a:sym typeface="Poppins Medium"/>
            </a:endParaRPr>
          </a:p>
        </p:txBody>
      </p:sp>
      <p:sp>
        <p:nvSpPr>
          <p:cNvPr id="191" name="Google Shape;191;g2c235dd0dad_1_87"/>
          <p:cNvSpPr txBox="1"/>
          <p:nvPr>
            <p:ph idx="2" type="subTitle"/>
          </p:nvPr>
        </p:nvSpPr>
        <p:spPr>
          <a:xfrm>
            <a:off x="1181100" y="824863"/>
            <a:ext cx="6781800" cy="194520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p:txBody>
      </p:sp>
      <p:cxnSp>
        <p:nvCxnSpPr>
          <p:cNvPr id="192" name="Google Shape;192;g2c235dd0dad_1_87"/>
          <p:cNvCxnSpPr/>
          <p:nvPr/>
        </p:nvCxnSpPr>
        <p:spPr>
          <a:xfrm>
            <a:off x="1181100" y="3461850"/>
            <a:ext cx="6781800" cy="0"/>
          </a:xfrm>
          <a:prstGeom prst="straightConnector1">
            <a:avLst/>
          </a:prstGeom>
          <a:noFill/>
          <a:ln cap="flat" cmpd="sng" w="28575">
            <a:solidFill>
              <a:srgbClr val="CFD9EF"/>
            </a:solidFill>
            <a:prstDash val="solid"/>
            <a:miter lim="800000"/>
            <a:headEnd len="sm" w="sm" type="none"/>
            <a:tailEnd len="sm" w="sm" type="none"/>
          </a:ln>
        </p:spPr>
      </p:cxnSp>
      <p:sp>
        <p:nvSpPr>
          <p:cNvPr id="193" name="Google Shape;193;g2c235dd0dad_1_87"/>
          <p:cNvSpPr/>
          <p:nvPr/>
        </p:nvSpPr>
        <p:spPr>
          <a:xfrm>
            <a:off x="3024063" y="318050"/>
            <a:ext cx="3096000" cy="2463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b="0" i="0" lang="en-US" sz="1600" u="none" cap="none" strike="noStrike">
                <a:solidFill>
                  <a:srgbClr val="D8D8D8"/>
                </a:solidFill>
                <a:latin typeface="Poppins Medium"/>
                <a:ea typeface="Poppins Medium"/>
                <a:cs typeface="Poppins Medium"/>
                <a:sym typeface="Poppins Medium"/>
              </a:rPr>
              <a:t xml:space="preserve"> – 10MINS</a:t>
            </a:r>
            <a:endParaRPr b="0" i="0" sz="1400" u="none" cap="none" strike="noStrike">
              <a:solidFill>
                <a:srgbClr val="000000"/>
              </a:solidFill>
              <a:latin typeface="Arial"/>
              <a:ea typeface="Arial"/>
              <a:cs typeface="Arial"/>
              <a:sym typeface="Arial"/>
            </a:endParaRPr>
          </a:p>
        </p:txBody>
      </p:sp>
      <p:pic>
        <p:nvPicPr>
          <p:cNvPr id="194" name="Google Shape;194;g2c235dd0dad_1_87"/>
          <p:cNvPicPr preferRelativeResize="0"/>
          <p:nvPr/>
        </p:nvPicPr>
        <p:blipFill rotWithShape="1">
          <a:blip r:embed="rId2">
            <a:alphaModFix/>
          </a:blip>
          <a:srcRect b="0" l="0" r="0" t="0"/>
          <a:stretch/>
        </p:blipFill>
        <p:spPr>
          <a:xfrm>
            <a:off x="3278989" y="302008"/>
            <a:ext cx="214317" cy="246300"/>
          </a:xfrm>
          <a:prstGeom prst="rect">
            <a:avLst/>
          </a:prstGeom>
          <a:noFill/>
          <a:ln>
            <a:noFill/>
          </a:ln>
        </p:spPr>
      </p:pic>
      <p:cxnSp>
        <p:nvCxnSpPr>
          <p:cNvPr id="195" name="Google Shape;195;g2c235dd0dad_1_87"/>
          <p:cNvCxnSpPr/>
          <p:nvPr/>
        </p:nvCxnSpPr>
        <p:spPr>
          <a:xfrm>
            <a:off x="1181100" y="4244639"/>
            <a:ext cx="6781800" cy="0"/>
          </a:xfrm>
          <a:prstGeom prst="straightConnector1">
            <a:avLst/>
          </a:prstGeom>
          <a:noFill/>
          <a:ln cap="flat" cmpd="sng" w="28575">
            <a:solidFill>
              <a:srgbClr val="8ED8F8"/>
            </a:solidFill>
            <a:prstDash val="lgDash"/>
            <a:miter lim="800000"/>
            <a:headEnd len="sm" w="sm" type="none"/>
            <a:tailEnd len="sm" w="sm" type="none"/>
          </a:ln>
        </p:spPr>
      </p:cxnSp>
      <p:cxnSp>
        <p:nvCxnSpPr>
          <p:cNvPr id="196" name="Google Shape;196;g2c235dd0dad_1_87"/>
          <p:cNvCxnSpPr/>
          <p:nvPr/>
        </p:nvCxnSpPr>
        <p:spPr>
          <a:xfrm>
            <a:off x="1181100" y="3940789"/>
            <a:ext cx="6781800" cy="0"/>
          </a:xfrm>
          <a:prstGeom prst="straightConnector1">
            <a:avLst/>
          </a:prstGeom>
          <a:noFill/>
          <a:ln cap="flat" cmpd="sng" w="28575">
            <a:solidFill>
              <a:srgbClr val="8ED8F8"/>
            </a:solidFill>
            <a:prstDash val="lgDash"/>
            <a:miter lim="800000"/>
            <a:headEnd len="sm" w="sm" type="none"/>
            <a:tailEnd len="sm" w="sm" type="none"/>
          </a:ln>
        </p:spPr>
      </p:cxnSp>
      <p:cxnSp>
        <p:nvCxnSpPr>
          <p:cNvPr id="197" name="Google Shape;197;g2c235dd0dad_1_87"/>
          <p:cNvCxnSpPr/>
          <p:nvPr/>
        </p:nvCxnSpPr>
        <p:spPr>
          <a:xfrm>
            <a:off x="1181100" y="4848175"/>
            <a:ext cx="6781800" cy="0"/>
          </a:xfrm>
          <a:prstGeom prst="straightConnector1">
            <a:avLst/>
          </a:prstGeom>
          <a:noFill/>
          <a:ln cap="flat" cmpd="sng" w="28575">
            <a:solidFill>
              <a:srgbClr val="8ED8F8"/>
            </a:solidFill>
            <a:prstDash val="solid"/>
            <a:miter lim="800000"/>
            <a:headEnd len="sm" w="sm" type="none"/>
            <a:tailEnd len="sm" w="sm" type="none"/>
          </a:ln>
        </p:spPr>
      </p:cxnSp>
      <p:cxnSp>
        <p:nvCxnSpPr>
          <p:cNvPr id="198" name="Google Shape;198;g2c235dd0dad_1_87"/>
          <p:cNvCxnSpPr/>
          <p:nvPr/>
        </p:nvCxnSpPr>
        <p:spPr>
          <a:xfrm>
            <a:off x="1181100" y="5111514"/>
            <a:ext cx="6781800" cy="0"/>
          </a:xfrm>
          <a:prstGeom prst="straightConnector1">
            <a:avLst/>
          </a:prstGeom>
          <a:noFill/>
          <a:ln cap="flat" cmpd="sng" w="28575">
            <a:solidFill>
              <a:srgbClr val="8ED8F8"/>
            </a:solidFill>
            <a:prstDash val="lgDash"/>
            <a:miter lim="800000"/>
            <a:headEnd len="sm" w="sm" type="none"/>
            <a:tailEnd len="sm" w="sm" type="none"/>
          </a:ln>
        </p:spPr>
      </p:cxnSp>
      <p:sp>
        <p:nvSpPr>
          <p:cNvPr id="199" name="Google Shape;199;g2c235dd0dad_1_87"/>
          <p:cNvSpPr txBox="1"/>
          <p:nvPr>
            <p:ph idx="3" type="subTitle"/>
          </p:nvPr>
        </p:nvSpPr>
        <p:spPr>
          <a:xfrm>
            <a:off x="1193375" y="3007366"/>
            <a:ext cx="6781800" cy="29310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p:txBody>
      </p:sp>
      <p:sp>
        <p:nvSpPr>
          <p:cNvPr id="200" name="Google Shape;200;g2c235dd0dad_1_87"/>
          <p:cNvSpPr/>
          <p:nvPr/>
        </p:nvSpPr>
        <p:spPr>
          <a:xfrm>
            <a:off x="8557475"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01" name="Google Shape;201;g2c235dd0dad_1_87"/>
          <p:cNvSpPr/>
          <p:nvPr/>
        </p:nvSpPr>
        <p:spPr>
          <a:xfrm>
            <a:off x="8562263"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8DC63F"/>
              </a:solidFill>
              <a:latin typeface="Poppins"/>
              <a:ea typeface="Poppins"/>
              <a:cs typeface="Poppins"/>
              <a:sym typeface="Poppins"/>
            </a:endParaRPr>
          </a:p>
        </p:txBody>
      </p:sp>
      <p:sp>
        <p:nvSpPr>
          <p:cNvPr id="202" name="Google Shape;202;g2c235dd0dad_1_87"/>
          <p:cNvSpPr/>
          <p:nvPr/>
        </p:nvSpPr>
        <p:spPr>
          <a:xfrm rot="5400000">
            <a:off x="7628802" y="24720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203" name="Google Shape;203;g2c235dd0dad_1_87"/>
          <p:cNvSpPr/>
          <p:nvPr/>
        </p:nvSpPr>
        <p:spPr>
          <a:xfrm flipH="1">
            <a:off x="-258"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04" name="Google Shape;204;g2c235dd0dad_1_87"/>
          <p:cNvSpPr/>
          <p:nvPr/>
        </p:nvSpPr>
        <p:spPr>
          <a:xfrm flipH="1">
            <a:off x="-5045"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05" name="Google Shape;205;g2c235dd0dad_1_87"/>
          <p:cNvSpPr/>
          <p:nvPr/>
        </p:nvSpPr>
        <p:spPr>
          <a:xfrm flipH="1" rot="-5400000">
            <a:off x="-938345" y="19386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206" name="Google Shape;206;g2c235dd0dad_1_87"/>
          <p:cNvSpPr txBox="1"/>
          <p:nvPr/>
        </p:nvSpPr>
        <p:spPr>
          <a:xfrm rot="-5400000">
            <a:off x="-1852558" y="218850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Insert Lesson Topic Here</a:t>
            </a:r>
            <a:endParaRPr b="0" i="0" sz="1800" u="none" cap="none" strike="noStrike">
              <a:solidFill>
                <a:srgbClr val="FFFFFF"/>
              </a:solidFill>
              <a:latin typeface="Poppins SemiBold"/>
              <a:ea typeface="Poppins SemiBold"/>
              <a:cs typeface="Poppins SemiBold"/>
              <a:sym typeface="Poppins SemiBold"/>
            </a:endParaRPr>
          </a:p>
        </p:txBody>
      </p:sp>
      <p:sp>
        <p:nvSpPr>
          <p:cNvPr id="207" name="Google Shape;207;g2c235dd0dad_1_87"/>
          <p:cNvSpPr txBox="1"/>
          <p:nvPr/>
        </p:nvSpPr>
        <p:spPr>
          <a:xfrm rot="-5400000">
            <a:off x="-1852558" y="550425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Week - Day Here</a:t>
            </a:r>
            <a:endParaRPr b="0" i="0" sz="1800" u="none" cap="none" strike="noStrike">
              <a:solidFill>
                <a:srgbClr val="CB3D85"/>
              </a:solidFill>
              <a:latin typeface="Poppins Medium"/>
              <a:ea typeface="Poppins Medium"/>
              <a:cs typeface="Poppins Medium"/>
              <a:sym typeface="Poppins Medium"/>
            </a:endParaRPr>
          </a:p>
        </p:txBody>
      </p:sp>
      <p:sp>
        <p:nvSpPr>
          <p:cNvPr id="208" name="Google Shape;208;g2c235dd0dad_1_87"/>
          <p:cNvSpPr txBox="1"/>
          <p:nvPr/>
        </p:nvSpPr>
        <p:spPr>
          <a:xfrm rot="5400000">
            <a:off x="6707775" y="6037650"/>
            <a:ext cx="42885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Lesson Number</a:t>
            </a:r>
            <a:endParaRPr b="0" i="0" sz="1800" u="none" cap="none" strike="noStrike">
              <a:solidFill>
                <a:srgbClr val="CB3D85"/>
              </a:solidFill>
              <a:latin typeface="Poppins Medium"/>
              <a:ea typeface="Poppins Medium"/>
              <a:cs typeface="Poppins Medium"/>
              <a:sym typeface="Poppins Medium"/>
            </a:endParaRPr>
          </a:p>
        </p:txBody>
      </p:sp>
      <p:sp>
        <p:nvSpPr>
          <p:cNvPr id="209" name="Google Shape;209;g2c235dd0dad_1_87"/>
          <p:cNvSpPr txBox="1"/>
          <p:nvPr/>
        </p:nvSpPr>
        <p:spPr>
          <a:xfrm rot="5400000">
            <a:off x="7141875" y="1754400"/>
            <a:ext cx="34203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 xml:space="preserve">Phase 5.5 - Sound Families </a:t>
            </a:r>
            <a:endParaRPr b="0" i="0" sz="1800" u="none" cap="none" strike="noStrike">
              <a:solidFill>
                <a:srgbClr val="FFFFFF"/>
              </a:solidFill>
              <a:latin typeface="Poppins SemiBold"/>
              <a:ea typeface="Poppins SemiBold"/>
              <a:cs typeface="Poppins SemiBold"/>
              <a:sym typeface="Poppins SemiBold"/>
            </a:endParaRPr>
          </a:p>
        </p:txBody>
      </p:sp>
      <p:grpSp>
        <p:nvGrpSpPr>
          <p:cNvPr id="210" name="Google Shape;210;g2c235dd0dad_1_87"/>
          <p:cNvGrpSpPr/>
          <p:nvPr/>
        </p:nvGrpSpPr>
        <p:grpSpPr>
          <a:xfrm>
            <a:off x="662575" y="6212475"/>
            <a:ext cx="586800" cy="571500"/>
            <a:chOff x="662575" y="6212475"/>
            <a:chExt cx="586800" cy="571500"/>
          </a:xfrm>
        </p:grpSpPr>
        <p:sp>
          <p:nvSpPr>
            <p:cNvPr id="211" name="Google Shape;211;g2c235dd0dad_1_87">
              <a:hlinkClick action="ppaction://hlinkshowjump?jump=previousslide"/>
            </p:cNvPr>
            <p:cNvSpPr/>
            <p:nvPr/>
          </p:nvSpPr>
          <p:spPr>
            <a:xfrm>
              <a:off x="662575"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12" name="Google Shape;212;g2c235dd0dad_1_87">
              <a:hlinkClick action="ppaction://hlinkshowjump?jump=previousslide"/>
            </p:cNvPr>
            <p:cNvSpPr/>
            <p:nvPr/>
          </p:nvSpPr>
          <p:spPr>
            <a:xfrm>
              <a:off x="767700"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13" name="Google Shape;213;g2c235dd0dad_1_87">
              <a:hlinkClick action="ppaction://hlinkshowjump?jump=previousslide"/>
            </p:cNvPr>
            <p:cNvSpPr/>
            <p:nvPr/>
          </p:nvSpPr>
          <p:spPr>
            <a:xfrm flipH="1">
              <a:off x="869175"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grpSp>
        <p:nvGrpSpPr>
          <p:cNvPr id="214" name="Google Shape;214;g2c235dd0dad_1_87"/>
          <p:cNvGrpSpPr/>
          <p:nvPr/>
        </p:nvGrpSpPr>
        <p:grpSpPr>
          <a:xfrm>
            <a:off x="7894350" y="6212475"/>
            <a:ext cx="586800" cy="571500"/>
            <a:chOff x="7894350" y="6212475"/>
            <a:chExt cx="586800" cy="571500"/>
          </a:xfrm>
        </p:grpSpPr>
        <p:sp>
          <p:nvSpPr>
            <p:cNvPr id="215" name="Google Shape;215;g2c235dd0dad_1_87">
              <a:hlinkClick action="ppaction://hlinkshowjump?jump=nextslide"/>
            </p:cNvPr>
            <p:cNvSpPr/>
            <p:nvPr/>
          </p:nvSpPr>
          <p:spPr>
            <a:xfrm flipH="1">
              <a:off x="7894350"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16" name="Google Shape;216;g2c235dd0dad_1_87">
              <a:hlinkClick action="ppaction://hlinkshowjump?jump=nextslide"/>
            </p:cNvPr>
            <p:cNvSpPr/>
            <p:nvPr/>
          </p:nvSpPr>
          <p:spPr>
            <a:xfrm flipH="1">
              <a:off x="8000425"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17" name="Google Shape;217;g2c235dd0dad_1_87">
              <a:hlinkClick action="ppaction://hlinkshowjump?jump=nextslide"/>
            </p:cNvPr>
            <p:cNvSpPr/>
            <p:nvPr/>
          </p:nvSpPr>
          <p:spPr>
            <a:xfrm>
              <a:off x="8120950"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Magnetic Letters-V1">
  <p:cSld name="Alien Word of the Day_1_1_1_1_1_1_1_1_1_1_3_1">
    <p:spTree>
      <p:nvGrpSpPr>
        <p:cNvPr id="218" name="Shape 218"/>
        <p:cNvGrpSpPr/>
        <p:nvPr/>
      </p:nvGrpSpPr>
      <p:grpSpPr>
        <a:xfrm>
          <a:off x="0" y="0"/>
          <a:ext cx="0" cy="0"/>
          <a:chOff x="0" y="0"/>
          <a:chExt cx="0" cy="0"/>
        </a:xfrm>
      </p:grpSpPr>
      <p:sp>
        <p:nvSpPr>
          <p:cNvPr id="219" name="Google Shape;219;g1f3daf8a844_0_32"/>
          <p:cNvSpPr/>
          <p:nvPr/>
        </p:nvSpPr>
        <p:spPr>
          <a:xfrm>
            <a:off x="1728299" y="6212475"/>
            <a:ext cx="5687400" cy="3693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AEABAB"/>
                </a:solidFill>
                <a:latin typeface="Poppins Medium"/>
                <a:ea typeface="Poppins Medium"/>
                <a:cs typeface="Poppins Medium"/>
                <a:sym typeface="Poppins Medium"/>
              </a:rPr>
              <a:t>USING MAGNETIC LETTERS AND A WHITEBOARD</a:t>
            </a:r>
            <a:endParaRPr b="0" i="0" sz="1400" u="none" cap="none" strike="noStrike">
              <a:solidFill>
                <a:srgbClr val="000000"/>
              </a:solidFill>
              <a:latin typeface="Arial"/>
              <a:ea typeface="Arial"/>
              <a:cs typeface="Arial"/>
              <a:sym typeface="Arial"/>
            </a:endParaRPr>
          </a:p>
        </p:txBody>
      </p:sp>
      <p:sp>
        <p:nvSpPr>
          <p:cNvPr id="220" name="Google Shape;220;g1f3daf8a844_0_32"/>
          <p:cNvSpPr txBox="1"/>
          <p:nvPr/>
        </p:nvSpPr>
        <p:spPr>
          <a:xfrm>
            <a:off x="1249500" y="5568500"/>
            <a:ext cx="6645000" cy="691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F7941D"/>
              </a:buClr>
              <a:buSzPts val="3600"/>
              <a:buFont typeface="Poppins Medium"/>
              <a:buNone/>
            </a:pPr>
            <a:r>
              <a:rPr lang="en-US" sz="3000">
                <a:solidFill>
                  <a:srgbClr val="CB3D85"/>
                </a:solidFill>
                <a:latin typeface="Poppins Medium"/>
                <a:ea typeface="Poppins Medium"/>
                <a:cs typeface="Poppins Medium"/>
                <a:sym typeface="Poppins Medium"/>
              </a:rPr>
              <a:t>Practise</a:t>
            </a:r>
            <a:r>
              <a:rPr b="0" i="0" lang="en-US" sz="3000" u="none" cap="none" strike="noStrike">
                <a:solidFill>
                  <a:srgbClr val="CB3D85"/>
                </a:solidFill>
                <a:latin typeface="Poppins Medium"/>
                <a:ea typeface="Poppins Medium"/>
                <a:cs typeface="Poppins Medium"/>
                <a:sym typeface="Poppins Medium"/>
              </a:rPr>
              <a:t xml:space="preserve"> Building Words</a:t>
            </a:r>
            <a:endParaRPr b="0" i="0" sz="3000" u="none" cap="none" strike="noStrike">
              <a:solidFill>
                <a:srgbClr val="CB3D85"/>
              </a:solidFill>
              <a:latin typeface="Poppins Medium"/>
              <a:ea typeface="Poppins Medium"/>
              <a:cs typeface="Poppins Medium"/>
              <a:sym typeface="Poppins Medium"/>
            </a:endParaRPr>
          </a:p>
        </p:txBody>
      </p:sp>
      <p:cxnSp>
        <p:nvCxnSpPr>
          <p:cNvPr id="221" name="Google Shape;221;g1f3daf8a844_0_32"/>
          <p:cNvCxnSpPr/>
          <p:nvPr/>
        </p:nvCxnSpPr>
        <p:spPr>
          <a:xfrm>
            <a:off x="1181100" y="3461850"/>
            <a:ext cx="6781800" cy="0"/>
          </a:xfrm>
          <a:prstGeom prst="straightConnector1">
            <a:avLst/>
          </a:prstGeom>
          <a:noFill/>
          <a:ln cap="flat" cmpd="sng" w="28575">
            <a:solidFill>
              <a:srgbClr val="CFD9EF"/>
            </a:solidFill>
            <a:prstDash val="solid"/>
            <a:miter lim="800000"/>
            <a:headEnd len="sm" w="sm" type="none"/>
            <a:tailEnd len="sm" w="sm" type="none"/>
          </a:ln>
        </p:spPr>
      </p:cxnSp>
      <p:sp>
        <p:nvSpPr>
          <p:cNvPr id="222" name="Google Shape;222;g1f3daf8a844_0_32"/>
          <p:cNvSpPr/>
          <p:nvPr/>
        </p:nvSpPr>
        <p:spPr>
          <a:xfrm>
            <a:off x="3024063" y="318050"/>
            <a:ext cx="3096000" cy="2463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b="0" i="0" lang="en-US" sz="1600" u="none" cap="none" strike="noStrike">
                <a:solidFill>
                  <a:srgbClr val="D8D8D8"/>
                </a:solidFill>
                <a:latin typeface="Poppins Medium"/>
                <a:ea typeface="Poppins Medium"/>
                <a:cs typeface="Poppins Medium"/>
                <a:sym typeface="Poppins Medium"/>
              </a:rPr>
              <a:t xml:space="preserve"> – 10MINS</a:t>
            </a:r>
            <a:endParaRPr b="0" i="0" sz="1400" u="none" cap="none" strike="noStrike">
              <a:solidFill>
                <a:srgbClr val="000000"/>
              </a:solidFill>
              <a:latin typeface="Arial"/>
              <a:ea typeface="Arial"/>
              <a:cs typeface="Arial"/>
              <a:sym typeface="Arial"/>
            </a:endParaRPr>
          </a:p>
        </p:txBody>
      </p:sp>
      <p:pic>
        <p:nvPicPr>
          <p:cNvPr id="223" name="Google Shape;223;g1f3daf8a844_0_32"/>
          <p:cNvPicPr preferRelativeResize="0"/>
          <p:nvPr/>
        </p:nvPicPr>
        <p:blipFill rotWithShape="1">
          <a:blip r:embed="rId2">
            <a:alphaModFix/>
          </a:blip>
          <a:srcRect b="0" l="0" r="0" t="0"/>
          <a:stretch/>
        </p:blipFill>
        <p:spPr>
          <a:xfrm>
            <a:off x="3278989" y="302008"/>
            <a:ext cx="214317" cy="246300"/>
          </a:xfrm>
          <a:prstGeom prst="rect">
            <a:avLst/>
          </a:prstGeom>
          <a:noFill/>
          <a:ln>
            <a:noFill/>
          </a:ln>
        </p:spPr>
      </p:pic>
      <p:cxnSp>
        <p:nvCxnSpPr>
          <p:cNvPr id="224" name="Google Shape;224;g1f3daf8a844_0_32"/>
          <p:cNvCxnSpPr/>
          <p:nvPr/>
        </p:nvCxnSpPr>
        <p:spPr>
          <a:xfrm>
            <a:off x="1181100" y="4244639"/>
            <a:ext cx="6781800" cy="0"/>
          </a:xfrm>
          <a:prstGeom prst="straightConnector1">
            <a:avLst/>
          </a:prstGeom>
          <a:noFill/>
          <a:ln cap="flat" cmpd="sng" w="28575">
            <a:solidFill>
              <a:srgbClr val="8ED8F8"/>
            </a:solidFill>
            <a:prstDash val="lgDash"/>
            <a:miter lim="800000"/>
            <a:headEnd len="sm" w="sm" type="none"/>
            <a:tailEnd len="sm" w="sm" type="none"/>
          </a:ln>
        </p:spPr>
      </p:cxnSp>
      <p:cxnSp>
        <p:nvCxnSpPr>
          <p:cNvPr id="225" name="Google Shape;225;g1f3daf8a844_0_32"/>
          <p:cNvCxnSpPr/>
          <p:nvPr/>
        </p:nvCxnSpPr>
        <p:spPr>
          <a:xfrm>
            <a:off x="1181100" y="3940789"/>
            <a:ext cx="6781800" cy="0"/>
          </a:xfrm>
          <a:prstGeom prst="straightConnector1">
            <a:avLst/>
          </a:prstGeom>
          <a:noFill/>
          <a:ln cap="flat" cmpd="sng" w="28575">
            <a:solidFill>
              <a:srgbClr val="8ED8F8"/>
            </a:solidFill>
            <a:prstDash val="lgDash"/>
            <a:miter lim="800000"/>
            <a:headEnd len="sm" w="sm" type="none"/>
            <a:tailEnd len="sm" w="sm" type="none"/>
          </a:ln>
        </p:spPr>
      </p:cxnSp>
      <p:cxnSp>
        <p:nvCxnSpPr>
          <p:cNvPr id="226" name="Google Shape;226;g1f3daf8a844_0_32"/>
          <p:cNvCxnSpPr/>
          <p:nvPr/>
        </p:nvCxnSpPr>
        <p:spPr>
          <a:xfrm>
            <a:off x="1181100" y="4848175"/>
            <a:ext cx="6781800" cy="0"/>
          </a:xfrm>
          <a:prstGeom prst="straightConnector1">
            <a:avLst/>
          </a:prstGeom>
          <a:noFill/>
          <a:ln cap="flat" cmpd="sng" w="28575">
            <a:solidFill>
              <a:srgbClr val="8ED8F8"/>
            </a:solidFill>
            <a:prstDash val="solid"/>
            <a:miter lim="800000"/>
            <a:headEnd len="sm" w="sm" type="none"/>
            <a:tailEnd len="sm" w="sm" type="none"/>
          </a:ln>
        </p:spPr>
      </p:cxnSp>
      <p:cxnSp>
        <p:nvCxnSpPr>
          <p:cNvPr id="227" name="Google Shape;227;g1f3daf8a844_0_32"/>
          <p:cNvCxnSpPr/>
          <p:nvPr/>
        </p:nvCxnSpPr>
        <p:spPr>
          <a:xfrm>
            <a:off x="1181100" y="5111514"/>
            <a:ext cx="6781800" cy="0"/>
          </a:xfrm>
          <a:prstGeom prst="straightConnector1">
            <a:avLst/>
          </a:prstGeom>
          <a:noFill/>
          <a:ln cap="flat" cmpd="sng" w="28575">
            <a:solidFill>
              <a:srgbClr val="8ED8F8"/>
            </a:solidFill>
            <a:prstDash val="lgDash"/>
            <a:miter lim="800000"/>
            <a:headEnd len="sm" w="sm" type="none"/>
            <a:tailEnd len="sm" w="sm" type="none"/>
          </a:ln>
        </p:spPr>
      </p:cxnSp>
      <p:sp>
        <p:nvSpPr>
          <p:cNvPr id="228" name="Google Shape;228;g1f3daf8a844_0_32"/>
          <p:cNvSpPr txBox="1"/>
          <p:nvPr>
            <p:ph idx="1" type="subTitle"/>
          </p:nvPr>
        </p:nvSpPr>
        <p:spPr>
          <a:xfrm>
            <a:off x="1193375" y="3007366"/>
            <a:ext cx="6781800" cy="29310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p:txBody>
      </p:sp>
      <p:sp>
        <p:nvSpPr>
          <p:cNvPr id="229" name="Google Shape;229;g1f3daf8a844_0_32"/>
          <p:cNvSpPr/>
          <p:nvPr/>
        </p:nvSpPr>
        <p:spPr>
          <a:xfrm>
            <a:off x="8557475"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30" name="Google Shape;230;g1f3daf8a844_0_32"/>
          <p:cNvSpPr/>
          <p:nvPr/>
        </p:nvSpPr>
        <p:spPr>
          <a:xfrm>
            <a:off x="8562263"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8DC63F"/>
              </a:solidFill>
              <a:latin typeface="Poppins"/>
              <a:ea typeface="Poppins"/>
              <a:cs typeface="Poppins"/>
              <a:sym typeface="Poppins"/>
            </a:endParaRPr>
          </a:p>
        </p:txBody>
      </p:sp>
      <p:sp>
        <p:nvSpPr>
          <p:cNvPr id="231" name="Google Shape;231;g1f3daf8a844_0_32"/>
          <p:cNvSpPr/>
          <p:nvPr/>
        </p:nvSpPr>
        <p:spPr>
          <a:xfrm rot="5400000">
            <a:off x="7628802" y="24720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232" name="Google Shape;232;g1f3daf8a844_0_32"/>
          <p:cNvSpPr/>
          <p:nvPr/>
        </p:nvSpPr>
        <p:spPr>
          <a:xfrm flipH="1">
            <a:off x="-258"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33" name="Google Shape;233;g1f3daf8a844_0_32"/>
          <p:cNvSpPr/>
          <p:nvPr/>
        </p:nvSpPr>
        <p:spPr>
          <a:xfrm flipH="1">
            <a:off x="-5045"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34" name="Google Shape;234;g1f3daf8a844_0_32"/>
          <p:cNvSpPr/>
          <p:nvPr/>
        </p:nvSpPr>
        <p:spPr>
          <a:xfrm flipH="1" rot="-5400000">
            <a:off x="-938345" y="19386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235" name="Google Shape;235;g1f3daf8a844_0_32"/>
          <p:cNvSpPr txBox="1"/>
          <p:nvPr/>
        </p:nvSpPr>
        <p:spPr>
          <a:xfrm rot="-5400000">
            <a:off x="-1852558" y="218850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Insert Lesson Topic Here</a:t>
            </a:r>
            <a:endParaRPr b="0" i="0" sz="1800" u="none" cap="none" strike="noStrike">
              <a:solidFill>
                <a:srgbClr val="FFFFFF"/>
              </a:solidFill>
              <a:latin typeface="Poppins SemiBold"/>
              <a:ea typeface="Poppins SemiBold"/>
              <a:cs typeface="Poppins SemiBold"/>
              <a:sym typeface="Poppins SemiBold"/>
            </a:endParaRPr>
          </a:p>
        </p:txBody>
      </p:sp>
      <p:sp>
        <p:nvSpPr>
          <p:cNvPr id="236" name="Google Shape;236;g1f3daf8a844_0_32"/>
          <p:cNvSpPr txBox="1"/>
          <p:nvPr/>
        </p:nvSpPr>
        <p:spPr>
          <a:xfrm rot="-5400000">
            <a:off x="-1852558" y="550425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Week - Day Here</a:t>
            </a:r>
            <a:endParaRPr b="0" i="0" sz="1800" u="none" cap="none" strike="noStrike">
              <a:solidFill>
                <a:srgbClr val="CB3D85"/>
              </a:solidFill>
              <a:latin typeface="Poppins Medium"/>
              <a:ea typeface="Poppins Medium"/>
              <a:cs typeface="Poppins Medium"/>
              <a:sym typeface="Poppins Medium"/>
            </a:endParaRPr>
          </a:p>
        </p:txBody>
      </p:sp>
      <p:sp>
        <p:nvSpPr>
          <p:cNvPr id="237" name="Google Shape;237;g1f3daf8a844_0_32"/>
          <p:cNvSpPr txBox="1"/>
          <p:nvPr/>
        </p:nvSpPr>
        <p:spPr>
          <a:xfrm rot="5400000">
            <a:off x="6707775" y="6037650"/>
            <a:ext cx="42885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Lesson Number</a:t>
            </a:r>
            <a:endParaRPr b="0" i="0" sz="1800" u="none" cap="none" strike="noStrike">
              <a:solidFill>
                <a:srgbClr val="CB3D85"/>
              </a:solidFill>
              <a:latin typeface="Poppins Medium"/>
              <a:ea typeface="Poppins Medium"/>
              <a:cs typeface="Poppins Medium"/>
              <a:sym typeface="Poppins Medium"/>
            </a:endParaRPr>
          </a:p>
        </p:txBody>
      </p:sp>
      <p:sp>
        <p:nvSpPr>
          <p:cNvPr id="238" name="Google Shape;238;g1f3daf8a844_0_32"/>
          <p:cNvSpPr txBox="1"/>
          <p:nvPr/>
        </p:nvSpPr>
        <p:spPr>
          <a:xfrm rot="5400000">
            <a:off x="7141875" y="1754400"/>
            <a:ext cx="34203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 xml:space="preserve">Phase 5.5 - Sound Families </a:t>
            </a:r>
            <a:endParaRPr b="0" i="0" sz="1800" u="none" cap="none" strike="noStrike">
              <a:solidFill>
                <a:srgbClr val="FFFFFF"/>
              </a:solidFill>
              <a:latin typeface="Poppins SemiBold"/>
              <a:ea typeface="Poppins SemiBold"/>
              <a:cs typeface="Poppins SemiBold"/>
              <a:sym typeface="Poppins SemiBold"/>
            </a:endParaRPr>
          </a:p>
        </p:txBody>
      </p:sp>
      <p:grpSp>
        <p:nvGrpSpPr>
          <p:cNvPr id="239" name="Google Shape;239;g1f3daf8a844_0_32"/>
          <p:cNvGrpSpPr/>
          <p:nvPr/>
        </p:nvGrpSpPr>
        <p:grpSpPr>
          <a:xfrm>
            <a:off x="662575" y="6212475"/>
            <a:ext cx="586800" cy="571500"/>
            <a:chOff x="662575" y="6212475"/>
            <a:chExt cx="586800" cy="571500"/>
          </a:xfrm>
        </p:grpSpPr>
        <p:sp>
          <p:nvSpPr>
            <p:cNvPr id="240" name="Google Shape;240;g1f3daf8a844_0_32">
              <a:hlinkClick action="ppaction://hlinkshowjump?jump=previousslide"/>
            </p:cNvPr>
            <p:cNvSpPr/>
            <p:nvPr/>
          </p:nvSpPr>
          <p:spPr>
            <a:xfrm>
              <a:off x="662575"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41" name="Google Shape;241;g1f3daf8a844_0_32">
              <a:hlinkClick action="ppaction://hlinkshowjump?jump=previousslide"/>
            </p:cNvPr>
            <p:cNvSpPr/>
            <p:nvPr/>
          </p:nvSpPr>
          <p:spPr>
            <a:xfrm>
              <a:off x="767700"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42" name="Google Shape;242;g1f3daf8a844_0_32">
              <a:hlinkClick action="ppaction://hlinkshowjump?jump=previousslide"/>
            </p:cNvPr>
            <p:cNvSpPr/>
            <p:nvPr/>
          </p:nvSpPr>
          <p:spPr>
            <a:xfrm flipH="1">
              <a:off x="869175"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grpSp>
        <p:nvGrpSpPr>
          <p:cNvPr id="243" name="Google Shape;243;g1f3daf8a844_0_32"/>
          <p:cNvGrpSpPr/>
          <p:nvPr/>
        </p:nvGrpSpPr>
        <p:grpSpPr>
          <a:xfrm>
            <a:off x="7894350" y="6212475"/>
            <a:ext cx="586800" cy="571500"/>
            <a:chOff x="7894350" y="6212475"/>
            <a:chExt cx="586800" cy="571500"/>
          </a:xfrm>
        </p:grpSpPr>
        <p:sp>
          <p:nvSpPr>
            <p:cNvPr id="244" name="Google Shape;244;g1f3daf8a844_0_32">
              <a:hlinkClick action="ppaction://hlinkshowjump?jump=nextslide"/>
            </p:cNvPr>
            <p:cNvSpPr/>
            <p:nvPr/>
          </p:nvSpPr>
          <p:spPr>
            <a:xfrm flipH="1">
              <a:off x="7894350"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45" name="Google Shape;245;g1f3daf8a844_0_32">
              <a:hlinkClick action="ppaction://hlinkshowjump?jump=nextslide"/>
            </p:cNvPr>
            <p:cNvSpPr/>
            <p:nvPr/>
          </p:nvSpPr>
          <p:spPr>
            <a:xfrm flipH="1">
              <a:off x="8000425"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46" name="Google Shape;246;g1f3daf8a844_0_32">
              <a:hlinkClick action="ppaction://hlinkshowjump?jump=nextslide"/>
            </p:cNvPr>
            <p:cNvSpPr/>
            <p:nvPr/>
          </p:nvSpPr>
          <p:spPr>
            <a:xfrm>
              <a:off x="8120950"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1-Quickwrite">
  <p:cSld name="Alien Word of the Day_1_1_1_1_1_1_1_1_1_1_1">
    <p:spTree>
      <p:nvGrpSpPr>
        <p:cNvPr id="247" name="Shape 247"/>
        <p:cNvGrpSpPr/>
        <p:nvPr/>
      </p:nvGrpSpPr>
      <p:grpSpPr>
        <a:xfrm>
          <a:off x="0" y="0"/>
          <a:ext cx="0" cy="0"/>
          <a:chOff x="0" y="0"/>
          <a:chExt cx="0" cy="0"/>
        </a:xfrm>
      </p:grpSpPr>
      <p:sp>
        <p:nvSpPr>
          <p:cNvPr id="248" name="Google Shape;248;g2c157a2fb06_0_53"/>
          <p:cNvSpPr/>
          <p:nvPr/>
        </p:nvSpPr>
        <p:spPr>
          <a:xfrm>
            <a:off x="2124105" y="6212475"/>
            <a:ext cx="4895700" cy="3693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AEABAB"/>
                </a:solidFill>
                <a:latin typeface="Poppins Medium"/>
                <a:ea typeface="Poppins Medium"/>
                <a:cs typeface="Poppins Medium"/>
                <a:sym typeface="Poppins Medium"/>
              </a:rPr>
              <a:t>SEGMENT FOR SPELLING</a:t>
            </a:r>
            <a:endParaRPr b="0" i="0" sz="1400" u="none" cap="none" strike="noStrike">
              <a:solidFill>
                <a:srgbClr val="000000"/>
              </a:solidFill>
              <a:latin typeface="Arial"/>
              <a:ea typeface="Arial"/>
              <a:cs typeface="Arial"/>
              <a:sym typeface="Arial"/>
            </a:endParaRPr>
          </a:p>
        </p:txBody>
      </p:sp>
      <p:sp>
        <p:nvSpPr>
          <p:cNvPr id="249" name="Google Shape;249;g2c157a2fb06_0_53"/>
          <p:cNvSpPr txBox="1"/>
          <p:nvPr/>
        </p:nvSpPr>
        <p:spPr>
          <a:xfrm>
            <a:off x="1249500" y="5568500"/>
            <a:ext cx="6645000" cy="691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F7941D"/>
              </a:buClr>
              <a:buSzPts val="3600"/>
              <a:buFont typeface="Poppins Medium"/>
              <a:buNone/>
            </a:pPr>
            <a:r>
              <a:rPr b="0" i="0" lang="en-US" sz="3000" u="none" cap="none" strike="noStrike">
                <a:solidFill>
                  <a:srgbClr val="CB3D85"/>
                </a:solidFill>
                <a:latin typeface="Poppins Medium"/>
                <a:ea typeface="Poppins Medium"/>
                <a:cs typeface="Poppins Medium"/>
                <a:sym typeface="Poppins Medium"/>
              </a:rPr>
              <a:t>Quickwrite</a:t>
            </a:r>
            <a:endParaRPr b="0" i="0" sz="3000" u="none" cap="none" strike="noStrike">
              <a:solidFill>
                <a:srgbClr val="CB3D85"/>
              </a:solidFill>
              <a:latin typeface="Poppins Medium"/>
              <a:ea typeface="Poppins Medium"/>
              <a:cs typeface="Poppins Medium"/>
              <a:sym typeface="Poppins Medium"/>
            </a:endParaRPr>
          </a:p>
        </p:txBody>
      </p:sp>
      <p:sp>
        <p:nvSpPr>
          <p:cNvPr id="250" name="Google Shape;250;g2c157a2fb06_0_53"/>
          <p:cNvSpPr txBox="1"/>
          <p:nvPr>
            <p:ph idx="1" type="subTitle"/>
          </p:nvPr>
        </p:nvSpPr>
        <p:spPr>
          <a:xfrm>
            <a:off x="1257300" y="3458625"/>
            <a:ext cx="2229000" cy="125820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p:txBody>
      </p:sp>
      <p:sp>
        <p:nvSpPr>
          <p:cNvPr id="251" name="Google Shape;251;g2c157a2fb06_0_53"/>
          <p:cNvSpPr txBox="1"/>
          <p:nvPr>
            <p:ph idx="2" type="subTitle"/>
          </p:nvPr>
        </p:nvSpPr>
        <p:spPr>
          <a:xfrm>
            <a:off x="3495600" y="3458625"/>
            <a:ext cx="2229000" cy="125820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p:txBody>
      </p:sp>
      <p:sp>
        <p:nvSpPr>
          <p:cNvPr id="252" name="Google Shape;252;g2c157a2fb06_0_53"/>
          <p:cNvSpPr txBox="1"/>
          <p:nvPr>
            <p:ph idx="3" type="subTitle"/>
          </p:nvPr>
        </p:nvSpPr>
        <p:spPr>
          <a:xfrm>
            <a:off x="5733900" y="3458625"/>
            <a:ext cx="2229000" cy="125820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p:txBody>
      </p:sp>
      <p:sp>
        <p:nvSpPr>
          <p:cNvPr id="253" name="Google Shape;253;g2c157a2fb06_0_53"/>
          <p:cNvSpPr txBox="1"/>
          <p:nvPr>
            <p:ph idx="4" type="subTitle"/>
          </p:nvPr>
        </p:nvSpPr>
        <p:spPr>
          <a:xfrm>
            <a:off x="1249500" y="1154988"/>
            <a:ext cx="6645000" cy="172890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p:txBody>
      </p:sp>
      <p:sp>
        <p:nvSpPr>
          <p:cNvPr id="254" name="Google Shape;254;g2c157a2fb06_0_53"/>
          <p:cNvSpPr/>
          <p:nvPr/>
        </p:nvSpPr>
        <p:spPr>
          <a:xfrm>
            <a:off x="3024063" y="318050"/>
            <a:ext cx="3096000" cy="2463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D8D8D8"/>
                </a:solidFill>
                <a:latin typeface="Poppins Medium"/>
                <a:ea typeface="Poppins Medium"/>
                <a:cs typeface="Poppins Medium"/>
                <a:sym typeface="Poppins Medium"/>
              </a:rPr>
              <a:t>TEACH – 10MINS</a:t>
            </a:r>
            <a:endParaRPr b="0" i="0" sz="1400" u="none" cap="none" strike="noStrike">
              <a:solidFill>
                <a:srgbClr val="000000"/>
              </a:solidFill>
              <a:latin typeface="Arial"/>
              <a:ea typeface="Arial"/>
              <a:cs typeface="Arial"/>
              <a:sym typeface="Arial"/>
            </a:endParaRPr>
          </a:p>
        </p:txBody>
      </p:sp>
      <p:pic>
        <p:nvPicPr>
          <p:cNvPr id="255" name="Google Shape;255;g2c157a2fb06_0_53"/>
          <p:cNvPicPr preferRelativeResize="0"/>
          <p:nvPr/>
        </p:nvPicPr>
        <p:blipFill rotWithShape="1">
          <a:blip r:embed="rId2">
            <a:alphaModFix/>
          </a:blip>
          <a:srcRect b="0" l="0" r="0" t="0"/>
          <a:stretch/>
        </p:blipFill>
        <p:spPr>
          <a:xfrm>
            <a:off x="3459875" y="302008"/>
            <a:ext cx="214317" cy="246300"/>
          </a:xfrm>
          <a:prstGeom prst="rect">
            <a:avLst/>
          </a:prstGeom>
          <a:noFill/>
          <a:ln>
            <a:noFill/>
          </a:ln>
        </p:spPr>
      </p:pic>
      <p:cxnSp>
        <p:nvCxnSpPr>
          <p:cNvPr id="256" name="Google Shape;256;g2c157a2fb06_0_53"/>
          <p:cNvCxnSpPr/>
          <p:nvPr/>
        </p:nvCxnSpPr>
        <p:spPr>
          <a:xfrm>
            <a:off x="1181100" y="3233250"/>
            <a:ext cx="6781800" cy="0"/>
          </a:xfrm>
          <a:prstGeom prst="straightConnector1">
            <a:avLst/>
          </a:prstGeom>
          <a:noFill/>
          <a:ln cap="flat" cmpd="sng" w="28575">
            <a:solidFill>
              <a:srgbClr val="CFD9EF"/>
            </a:solidFill>
            <a:prstDash val="solid"/>
            <a:miter lim="800000"/>
            <a:headEnd len="sm" w="sm" type="none"/>
            <a:tailEnd len="sm" w="sm" type="none"/>
          </a:ln>
        </p:spPr>
      </p:cxnSp>
      <p:sp>
        <p:nvSpPr>
          <p:cNvPr id="257" name="Google Shape;257;g2c157a2fb06_0_53"/>
          <p:cNvSpPr/>
          <p:nvPr/>
        </p:nvSpPr>
        <p:spPr>
          <a:xfrm>
            <a:off x="8557475"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58" name="Google Shape;258;g2c157a2fb06_0_53"/>
          <p:cNvSpPr/>
          <p:nvPr/>
        </p:nvSpPr>
        <p:spPr>
          <a:xfrm>
            <a:off x="8562263"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8DC63F"/>
              </a:solidFill>
              <a:latin typeface="Poppins"/>
              <a:ea typeface="Poppins"/>
              <a:cs typeface="Poppins"/>
              <a:sym typeface="Poppins"/>
            </a:endParaRPr>
          </a:p>
        </p:txBody>
      </p:sp>
      <p:sp>
        <p:nvSpPr>
          <p:cNvPr id="259" name="Google Shape;259;g2c157a2fb06_0_53"/>
          <p:cNvSpPr/>
          <p:nvPr/>
        </p:nvSpPr>
        <p:spPr>
          <a:xfrm rot="5400000">
            <a:off x="7628802" y="24720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260" name="Google Shape;260;g2c157a2fb06_0_53"/>
          <p:cNvSpPr/>
          <p:nvPr/>
        </p:nvSpPr>
        <p:spPr>
          <a:xfrm flipH="1">
            <a:off x="-258"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61" name="Google Shape;261;g2c157a2fb06_0_53"/>
          <p:cNvSpPr/>
          <p:nvPr/>
        </p:nvSpPr>
        <p:spPr>
          <a:xfrm flipH="1">
            <a:off x="-5045"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62" name="Google Shape;262;g2c157a2fb06_0_53"/>
          <p:cNvSpPr/>
          <p:nvPr/>
        </p:nvSpPr>
        <p:spPr>
          <a:xfrm flipH="1" rot="-5400000">
            <a:off x="-938345" y="19386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263" name="Google Shape;263;g2c157a2fb06_0_53"/>
          <p:cNvSpPr txBox="1"/>
          <p:nvPr/>
        </p:nvSpPr>
        <p:spPr>
          <a:xfrm rot="-5400000">
            <a:off x="-1852558" y="218850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Insert Lesson Topic Here</a:t>
            </a:r>
            <a:endParaRPr b="0" i="0" sz="1800" u="none" cap="none" strike="noStrike">
              <a:solidFill>
                <a:srgbClr val="FFFFFF"/>
              </a:solidFill>
              <a:latin typeface="Poppins SemiBold"/>
              <a:ea typeface="Poppins SemiBold"/>
              <a:cs typeface="Poppins SemiBold"/>
              <a:sym typeface="Poppins SemiBold"/>
            </a:endParaRPr>
          </a:p>
        </p:txBody>
      </p:sp>
      <p:sp>
        <p:nvSpPr>
          <p:cNvPr id="264" name="Google Shape;264;g2c157a2fb06_0_53"/>
          <p:cNvSpPr txBox="1"/>
          <p:nvPr/>
        </p:nvSpPr>
        <p:spPr>
          <a:xfrm rot="-5400000">
            <a:off x="-1852558" y="550425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Week - Day Here</a:t>
            </a:r>
            <a:endParaRPr b="0" i="0" sz="1800" u="none" cap="none" strike="noStrike">
              <a:solidFill>
                <a:srgbClr val="CB3D85"/>
              </a:solidFill>
              <a:latin typeface="Poppins Medium"/>
              <a:ea typeface="Poppins Medium"/>
              <a:cs typeface="Poppins Medium"/>
              <a:sym typeface="Poppins Medium"/>
            </a:endParaRPr>
          </a:p>
        </p:txBody>
      </p:sp>
      <p:sp>
        <p:nvSpPr>
          <p:cNvPr id="265" name="Google Shape;265;g2c157a2fb06_0_53"/>
          <p:cNvSpPr txBox="1"/>
          <p:nvPr/>
        </p:nvSpPr>
        <p:spPr>
          <a:xfrm rot="5400000">
            <a:off x="6707775" y="6037650"/>
            <a:ext cx="42885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Lesson Number</a:t>
            </a:r>
            <a:endParaRPr b="0" i="0" sz="1800" u="none" cap="none" strike="noStrike">
              <a:solidFill>
                <a:srgbClr val="CB3D85"/>
              </a:solidFill>
              <a:latin typeface="Poppins Medium"/>
              <a:ea typeface="Poppins Medium"/>
              <a:cs typeface="Poppins Medium"/>
              <a:sym typeface="Poppins Medium"/>
            </a:endParaRPr>
          </a:p>
        </p:txBody>
      </p:sp>
      <p:sp>
        <p:nvSpPr>
          <p:cNvPr id="266" name="Google Shape;266;g2c157a2fb06_0_53"/>
          <p:cNvSpPr txBox="1"/>
          <p:nvPr/>
        </p:nvSpPr>
        <p:spPr>
          <a:xfrm rot="5400000">
            <a:off x="7141875" y="1754400"/>
            <a:ext cx="34203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 xml:space="preserve">Phase 5.5 - Sound Families </a:t>
            </a:r>
            <a:endParaRPr b="0" i="0" sz="1800" u="none" cap="none" strike="noStrike">
              <a:solidFill>
                <a:srgbClr val="FFFFFF"/>
              </a:solidFill>
              <a:latin typeface="Poppins SemiBold"/>
              <a:ea typeface="Poppins SemiBold"/>
              <a:cs typeface="Poppins SemiBold"/>
              <a:sym typeface="Poppins SemiBold"/>
            </a:endParaRPr>
          </a:p>
        </p:txBody>
      </p:sp>
      <p:grpSp>
        <p:nvGrpSpPr>
          <p:cNvPr id="267" name="Google Shape;267;g2c157a2fb06_0_53"/>
          <p:cNvGrpSpPr/>
          <p:nvPr/>
        </p:nvGrpSpPr>
        <p:grpSpPr>
          <a:xfrm>
            <a:off x="662575" y="6212475"/>
            <a:ext cx="586800" cy="571500"/>
            <a:chOff x="662575" y="6212475"/>
            <a:chExt cx="586800" cy="571500"/>
          </a:xfrm>
        </p:grpSpPr>
        <p:sp>
          <p:nvSpPr>
            <p:cNvPr id="268" name="Google Shape;268;g2c157a2fb06_0_53">
              <a:hlinkClick action="ppaction://hlinkshowjump?jump=previousslide"/>
            </p:cNvPr>
            <p:cNvSpPr/>
            <p:nvPr/>
          </p:nvSpPr>
          <p:spPr>
            <a:xfrm>
              <a:off x="662575"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69" name="Google Shape;269;g2c157a2fb06_0_53">
              <a:hlinkClick action="ppaction://hlinkshowjump?jump=previousslide"/>
            </p:cNvPr>
            <p:cNvSpPr/>
            <p:nvPr/>
          </p:nvSpPr>
          <p:spPr>
            <a:xfrm>
              <a:off x="767700"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70" name="Google Shape;270;g2c157a2fb06_0_53">
              <a:hlinkClick action="ppaction://hlinkshowjump?jump=previousslide"/>
            </p:cNvPr>
            <p:cNvSpPr/>
            <p:nvPr/>
          </p:nvSpPr>
          <p:spPr>
            <a:xfrm flipH="1">
              <a:off x="869175"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grpSp>
        <p:nvGrpSpPr>
          <p:cNvPr id="271" name="Google Shape;271;g2c157a2fb06_0_53"/>
          <p:cNvGrpSpPr/>
          <p:nvPr/>
        </p:nvGrpSpPr>
        <p:grpSpPr>
          <a:xfrm>
            <a:off x="7894350" y="6212475"/>
            <a:ext cx="586800" cy="571500"/>
            <a:chOff x="7894350" y="6212475"/>
            <a:chExt cx="586800" cy="571500"/>
          </a:xfrm>
        </p:grpSpPr>
        <p:sp>
          <p:nvSpPr>
            <p:cNvPr id="272" name="Google Shape;272;g2c157a2fb06_0_53">
              <a:hlinkClick action="ppaction://hlinkshowjump?jump=nextslide"/>
            </p:cNvPr>
            <p:cNvSpPr/>
            <p:nvPr/>
          </p:nvSpPr>
          <p:spPr>
            <a:xfrm flipH="1">
              <a:off x="7894350"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73" name="Google Shape;273;g2c157a2fb06_0_53">
              <a:hlinkClick action="ppaction://hlinkshowjump?jump=nextslide"/>
            </p:cNvPr>
            <p:cNvSpPr/>
            <p:nvPr/>
          </p:nvSpPr>
          <p:spPr>
            <a:xfrm flipH="1">
              <a:off x="8000425"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74" name="Google Shape;274;g2c157a2fb06_0_53">
              <a:hlinkClick action="ppaction://hlinkshowjump?jump=nextslide"/>
            </p:cNvPr>
            <p:cNvSpPr/>
            <p:nvPr/>
          </p:nvSpPr>
          <p:spPr>
            <a:xfrm>
              <a:off x="8120950"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2 - Full Circle">
  <p:cSld name="Alien Word of the Day_1_1_1_1_1_1_1_1_1_1_1_1">
    <p:spTree>
      <p:nvGrpSpPr>
        <p:cNvPr id="275" name="Shape 275"/>
        <p:cNvGrpSpPr/>
        <p:nvPr/>
      </p:nvGrpSpPr>
      <p:grpSpPr>
        <a:xfrm>
          <a:off x="0" y="0"/>
          <a:ext cx="0" cy="0"/>
          <a:chOff x="0" y="0"/>
          <a:chExt cx="0" cy="0"/>
        </a:xfrm>
      </p:grpSpPr>
      <p:pic>
        <p:nvPicPr>
          <p:cNvPr id="276" name="Google Shape;276;g2c157a2fb06_0_158"/>
          <p:cNvPicPr preferRelativeResize="0"/>
          <p:nvPr/>
        </p:nvPicPr>
        <p:blipFill rotWithShape="1">
          <a:blip r:embed="rId2">
            <a:alphaModFix/>
          </a:blip>
          <a:srcRect b="0" l="0" r="0" t="0"/>
          <a:stretch/>
        </p:blipFill>
        <p:spPr>
          <a:xfrm>
            <a:off x="2544887" y="1334376"/>
            <a:ext cx="4054226" cy="4189251"/>
          </a:xfrm>
          <a:prstGeom prst="rect">
            <a:avLst/>
          </a:prstGeom>
          <a:noFill/>
          <a:ln>
            <a:noFill/>
          </a:ln>
        </p:spPr>
      </p:pic>
      <p:sp>
        <p:nvSpPr>
          <p:cNvPr id="277" name="Google Shape;277;g2c157a2fb06_0_158"/>
          <p:cNvSpPr/>
          <p:nvPr/>
        </p:nvSpPr>
        <p:spPr>
          <a:xfrm>
            <a:off x="2124105" y="6212475"/>
            <a:ext cx="4895700" cy="3693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AEABAB"/>
                </a:solidFill>
                <a:latin typeface="Poppins Medium"/>
                <a:ea typeface="Poppins Medium"/>
                <a:cs typeface="Poppins Medium"/>
                <a:sym typeface="Poppins Medium"/>
              </a:rPr>
              <a:t>SEGMENT FOR SPELLING</a:t>
            </a:r>
            <a:endParaRPr b="0" i="0" sz="1400" u="none" cap="none" strike="noStrike">
              <a:solidFill>
                <a:srgbClr val="000000"/>
              </a:solidFill>
              <a:latin typeface="Arial"/>
              <a:ea typeface="Arial"/>
              <a:cs typeface="Arial"/>
              <a:sym typeface="Arial"/>
            </a:endParaRPr>
          </a:p>
        </p:txBody>
      </p:sp>
      <p:sp>
        <p:nvSpPr>
          <p:cNvPr id="278" name="Google Shape;278;g2c157a2fb06_0_158"/>
          <p:cNvSpPr txBox="1"/>
          <p:nvPr/>
        </p:nvSpPr>
        <p:spPr>
          <a:xfrm>
            <a:off x="1249500" y="5568500"/>
            <a:ext cx="6645000" cy="691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F7941D"/>
              </a:buClr>
              <a:buSzPts val="3600"/>
              <a:buFont typeface="Poppins Medium"/>
              <a:buNone/>
            </a:pPr>
            <a:r>
              <a:rPr b="0" i="0" lang="en-US" sz="3000" u="none" cap="none" strike="noStrike">
                <a:solidFill>
                  <a:srgbClr val="CB3D85"/>
                </a:solidFill>
                <a:latin typeface="Poppins Medium"/>
                <a:ea typeface="Poppins Medium"/>
                <a:cs typeface="Poppins Medium"/>
                <a:sym typeface="Poppins Medium"/>
              </a:rPr>
              <a:t>Full Circle</a:t>
            </a:r>
            <a:endParaRPr b="0" i="0" sz="3000" u="none" cap="none" strike="noStrike">
              <a:solidFill>
                <a:srgbClr val="CB3D85"/>
              </a:solidFill>
              <a:latin typeface="Poppins Medium"/>
              <a:ea typeface="Poppins Medium"/>
              <a:cs typeface="Poppins Medium"/>
              <a:sym typeface="Poppins Medium"/>
            </a:endParaRPr>
          </a:p>
        </p:txBody>
      </p:sp>
      <p:sp>
        <p:nvSpPr>
          <p:cNvPr id="279" name="Google Shape;279;g2c157a2fb06_0_158"/>
          <p:cNvSpPr txBox="1"/>
          <p:nvPr>
            <p:ph idx="1" type="subTitle"/>
          </p:nvPr>
        </p:nvSpPr>
        <p:spPr>
          <a:xfrm>
            <a:off x="2638800" y="4864050"/>
            <a:ext cx="3866400" cy="571500"/>
          </a:xfrm>
          <a:prstGeom prst="rect">
            <a:avLst/>
          </a:prstGeom>
          <a:solidFill>
            <a:srgbClr val="FFFFFF"/>
          </a:solid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p:txBody>
      </p:sp>
      <p:sp>
        <p:nvSpPr>
          <p:cNvPr id="280" name="Google Shape;280;g2c157a2fb06_0_158"/>
          <p:cNvSpPr txBox="1"/>
          <p:nvPr>
            <p:ph idx="2" type="subTitle"/>
          </p:nvPr>
        </p:nvSpPr>
        <p:spPr>
          <a:xfrm>
            <a:off x="2638800" y="1276450"/>
            <a:ext cx="3866400" cy="571500"/>
          </a:xfrm>
          <a:prstGeom prst="rect">
            <a:avLst/>
          </a:prstGeom>
          <a:solidFill>
            <a:srgbClr val="FFFFFF"/>
          </a:solid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p:txBody>
      </p:sp>
      <p:sp>
        <p:nvSpPr>
          <p:cNvPr id="281" name="Google Shape;281;g2c157a2fb06_0_158"/>
          <p:cNvSpPr txBox="1"/>
          <p:nvPr>
            <p:ph idx="3" type="subTitle"/>
          </p:nvPr>
        </p:nvSpPr>
        <p:spPr>
          <a:xfrm>
            <a:off x="662575" y="3039325"/>
            <a:ext cx="3866400" cy="571500"/>
          </a:xfrm>
          <a:prstGeom prst="rect">
            <a:avLst/>
          </a:prstGeom>
          <a:solidFill>
            <a:srgbClr val="FFFFFF"/>
          </a:solid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p:txBody>
      </p:sp>
      <p:sp>
        <p:nvSpPr>
          <p:cNvPr id="282" name="Google Shape;282;g2c157a2fb06_0_158"/>
          <p:cNvSpPr txBox="1"/>
          <p:nvPr>
            <p:ph idx="4" type="subTitle"/>
          </p:nvPr>
        </p:nvSpPr>
        <p:spPr>
          <a:xfrm>
            <a:off x="4610025" y="3039325"/>
            <a:ext cx="3866400" cy="571500"/>
          </a:xfrm>
          <a:prstGeom prst="rect">
            <a:avLst/>
          </a:prstGeom>
          <a:solidFill>
            <a:srgbClr val="FFFFFF"/>
          </a:solid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p:txBody>
      </p:sp>
      <p:sp>
        <p:nvSpPr>
          <p:cNvPr id="283" name="Google Shape;283;g2c157a2fb06_0_158"/>
          <p:cNvSpPr/>
          <p:nvPr/>
        </p:nvSpPr>
        <p:spPr>
          <a:xfrm>
            <a:off x="3024063" y="318050"/>
            <a:ext cx="3096000" cy="2463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D8D8D8"/>
                </a:solidFill>
                <a:latin typeface="Poppins Medium"/>
                <a:ea typeface="Poppins Medium"/>
                <a:cs typeface="Poppins Medium"/>
                <a:sym typeface="Poppins Medium"/>
              </a:rPr>
              <a:t>TEACH – 10MINS</a:t>
            </a:r>
            <a:endParaRPr b="0" i="0" sz="1400" u="none" cap="none" strike="noStrike">
              <a:solidFill>
                <a:srgbClr val="000000"/>
              </a:solidFill>
              <a:latin typeface="Arial"/>
              <a:ea typeface="Arial"/>
              <a:cs typeface="Arial"/>
              <a:sym typeface="Arial"/>
            </a:endParaRPr>
          </a:p>
        </p:txBody>
      </p:sp>
      <p:pic>
        <p:nvPicPr>
          <p:cNvPr id="284" name="Google Shape;284;g2c157a2fb06_0_158"/>
          <p:cNvPicPr preferRelativeResize="0"/>
          <p:nvPr/>
        </p:nvPicPr>
        <p:blipFill rotWithShape="1">
          <a:blip r:embed="rId3">
            <a:alphaModFix/>
          </a:blip>
          <a:srcRect b="0" l="0" r="0" t="0"/>
          <a:stretch/>
        </p:blipFill>
        <p:spPr>
          <a:xfrm>
            <a:off x="3459875" y="302008"/>
            <a:ext cx="214317" cy="246300"/>
          </a:xfrm>
          <a:prstGeom prst="rect">
            <a:avLst/>
          </a:prstGeom>
          <a:noFill/>
          <a:ln>
            <a:noFill/>
          </a:ln>
        </p:spPr>
      </p:pic>
      <p:sp>
        <p:nvSpPr>
          <p:cNvPr id="285" name="Google Shape;285;g2c157a2fb06_0_158"/>
          <p:cNvSpPr/>
          <p:nvPr/>
        </p:nvSpPr>
        <p:spPr>
          <a:xfrm>
            <a:off x="8557475"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86" name="Google Shape;286;g2c157a2fb06_0_158"/>
          <p:cNvSpPr/>
          <p:nvPr/>
        </p:nvSpPr>
        <p:spPr>
          <a:xfrm>
            <a:off x="8562263"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8DC63F"/>
              </a:solidFill>
              <a:latin typeface="Poppins"/>
              <a:ea typeface="Poppins"/>
              <a:cs typeface="Poppins"/>
              <a:sym typeface="Poppins"/>
            </a:endParaRPr>
          </a:p>
        </p:txBody>
      </p:sp>
      <p:sp>
        <p:nvSpPr>
          <p:cNvPr id="287" name="Google Shape;287;g2c157a2fb06_0_158"/>
          <p:cNvSpPr/>
          <p:nvPr/>
        </p:nvSpPr>
        <p:spPr>
          <a:xfrm rot="5400000">
            <a:off x="7628802" y="24720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288" name="Google Shape;288;g2c157a2fb06_0_158"/>
          <p:cNvSpPr/>
          <p:nvPr/>
        </p:nvSpPr>
        <p:spPr>
          <a:xfrm flipH="1">
            <a:off x="-258"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89" name="Google Shape;289;g2c157a2fb06_0_158"/>
          <p:cNvSpPr/>
          <p:nvPr/>
        </p:nvSpPr>
        <p:spPr>
          <a:xfrm flipH="1">
            <a:off x="-5045"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90" name="Google Shape;290;g2c157a2fb06_0_158"/>
          <p:cNvSpPr/>
          <p:nvPr/>
        </p:nvSpPr>
        <p:spPr>
          <a:xfrm flipH="1" rot="-5400000">
            <a:off x="-938345" y="19386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291" name="Google Shape;291;g2c157a2fb06_0_158"/>
          <p:cNvSpPr txBox="1"/>
          <p:nvPr/>
        </p:nvSpPr>
        <p:spPr>
          <a:xfrm rot="-5400000">
            <a:off x="-1852558" y="218850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Insert Lesson Topic Here</a:t>
            </a:r>
            <a:endParaRPr b="0" i="0" sz="1800" u="none" cap="none" strike="noStrike">
              <a:solidFill>
                <a:srgbClr val="FFFFFF"/>
              </a:solidFill>
              <a:latin typeface="Poppins SemiBold"/>
              <a:ea typeface="Poppins SemiBold"/>
              <a:cs typeface="Poppins SemiBold"/>
              <a:sym typeface="Poppins SemiBold"/>
            </a:endParaRPr>
          </a:p>
        </p:txBody>
      </p:sp>
      <p:sp>
        <p:nvSpPr>
          <p:cNvPr id="292" name="Google Shape;292;g2c157a2fb06_0_158"/>
          <p:cNvSpPr txBox="1"/>
          <p:nvPr/>
        </p:nvSpPr>
        <p:spPr>
          <a:xfrm rot="-5400000">
            <a:off x="-1852558" y="550425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Week - Day Here</a:t>
            </a:r>
            <a:endParaRPr b="0" i="0" sz="1800" u="none" cap="none" strike="noStrike">
              <a:solidFill>
                <a:srgbClr val="CB3D85"/>
              </a:solidFill>
              <a:latin typeface="Poppins Medium"/>
              <a:ea typeface="Poppins Medium"/>
              <a:cs typeface="Poppins Medium"/>
              <a:sym typeface="Poppins Medium"/>
            </a:endParaRPr>
          </a:p>
        </p:txBody>
      </p:sp>
      <p:sp>
        <p:nvSpPr>
          <p:cNvPr id="293" name="Google Shape;293;g2c157a2fb06_0_158"/>
          <p:cNvSpPr txBox="1"/>
          <p:nvPr/>
        </p:nvSpPr>
        <p:spPr>
          <a:xfrm rot="5400000">
            <a:off x="6707775" y="6037650"/>
            <a:ext cx="42885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Lesson Number</a:t>
            </a:r>
            <a:endParaRPr b="0" i="0" sz="1800" u="none" cap="none" strike="noStrike">
              <a:solidFill>
                <a:srgbClr val="CB3D85"/>
              </a:solidFill>
              <a:latin typeface="Poppins Medium"/>
              <a:ea typeface="Poppins Medium"/>
              <a:cs typeface="Poppins Medium"/>
              <a:sym typeface="Poppins Medium"/>
            </a:endParaRPr>
          </a:p>
        </p:txBody>
      </p:sp>
      <p:sp>
        <p:nvSpPr>
          <p:cNvPr id="294" name="Google Shape;294;g2c157a2fb06_0_158"/>
          <p:cNvSpPr txBox="1"/>
          <p:nvPr/>
        </p:nvSpPr>
        <p:spPr>
          <a:xfrm rot="5400000">
            <a:off x="7141875" y="1754400"/>
            <a:ext cx="34203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 xml:space="preserve">Phase 5.5 - Sound Families </a:t>
            </a:r>
            <a:endParaRPr b="0" i="0" sz="1800" u="none" cap="none" strike="noStrike">
              <a:solidFill>
                <a:srgbClr val="FFFFFF"/>
              </a:solidFill>
              <a:latin typeface="Poppins SemiBold"/>
              <a:ea typeface="Poppins SemiBold"/>
              <a:cs typeface="Poppins SemiBold"/>
              <a:sym typeface="Poppins SemiBold"/>
            </a:endParaRPr>
          </a:p>
        </p:txBody>
      </p:sp>
      <p:grpSp>
        <p:nvGrpSpPr>
          <p:cNvPr id="295" name="Google Shape;295;g2c157a2fb06_0_158"/>
          <p:cNvGrpSpPr/>
          <p:nvPr/>
        </p:nvGrpSpPr>
        <p:grpSpPr>
          <a:xfrm>
            <a:off x="662575" y="6212475"/>
            <a:ext cx="586800" cy="571500"/>
            <a:chOff x="662575" y="6212475"/>
            <a:chExt cx="586800" cy="571500"/>
          </a:xfrm>
        </p:grpSpPr>
        <p:sp>
          <p:nvSpPr>
            <p:cNvPr id="296" name="Google Shape;296;g2c157a2fb06_0_158">
              <a:hlinkClick action="ppaction://hlinkshowjump?jump=previousslide"/>
            </p:cNvPr>
            <p:cNvSpPr/>
            <p:nvPr/>
          </p:nvSpPr>
          <p:spPr>
            <a:xfrm>
              <a:off x="662575"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97" name="Google Shape;297;g2c157a2fb06_0_158">
              <a:hlinkClick action="ppaction://hlinkshowjump?jump=previousslide"/>
            </p:cNvPr>
            <p:cNvSpPr/>
            <p:nvPr/>
          </p:nvSpPr>
          <p:spPr>
            <a:xfrm>
              <a:off x="767700"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98" name="Google Shape;298;g2c157a2fb06_0_158">
              <a:hlinkClick action="ppaction://hlinkshowjump?jump=previousslide"/>
            </p:cNvPr>
            <p:cNvSpPr/>
            <p:nvPr/>
          </p:nvSpPr>
          <p:spPr>
            <a:xfrm flipH="1">
              <a:off x="869175"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grpSp>
        <p:nvGrpSpPr>
          <p:cNvPr id="299" name="Google Shape;299;g2c157a2fb06_0_158"/>
          <p:cNvGrpSpPr/>
          <p:nvPr/>
        </p:nvGrpSpPr>
        <p:grpSpPr>
          <a:xfrm>
            <a:off x="7894350" y="6212475"/>
            <a:ext cx="586800" cy="571500"/>
            <a:chOff x="7894350" y="6212475"/>
            <a:chExt cx="586800" cy="571500"/>
          </a:xfrm>
        </p:grpSpPr>
        <p:sp>
          <p:nvSpPr>
            <p:cNvPr id="300" name="Google Shape;300;g2c157a2fb06_0_158">
              <a:hlinkClick action="ppaction://hlinkshowjump?jump=nextslide"/>
            </p:cNvPr>
            <p:cNvSpPr/>
            <p:nvPr/>
          </p:nvSpPr>
          <p:spPr>
            <a:xfrm flipH="1">
              <a:off x="7894350"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01" name="Google Shape;301;g2c157a2fb06_0_158">
              <a:hlinkClick action="ppaction://hlinkshowjump?jump=nextslide"/>
            </p:cNvPr>
            <p:cNvSpPr/>
            <p:nvPr/>
          </p:nvSpPr>
          <p:spPr>
            <a:xfrm flipH="1">
              <a:off x="8000425"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02" name="Google Shape;302;g2c157a2fb06_0_158">
              <a:hlinkClick action="ppaction://hlinkshowjump?jump=nextslide"/>
            </p:cNvPr>
            <p:cNvSpPr/>
            <p:nvPr/>
          </p:nvSpPr>
          <p:spPr>
            <a:xfrm>
              <a:off x="8120950"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3 - Picture Match">
  <p:cSld name="Alien Word of the Day_1_1_1_1_1_1_1_1_1_1_1_1_1">
    <p:spTree>
      <p:nvGrpSpPr>
        <p:cNvPr id="303" name="Shape 303"/>
        <p:cNvGrpSpPr/>
        <p:nvPr/>
      </p:nvGrpSpPr>
      <p:grpSpPr>
        <a:xfrm>
          <a:off x="0" y="0"/>
          <a:ext cx="0" cy="0"/>
          <a:chOff x="0" y="0"/>
          <a:chExt cx="0" cy="0"/>
        </a:xfrm>
      </p:grpSpPr>
      <p:sp>
        <p:nvSpPr>
          <p:cNvPr id="304" name="Google Shape;304;g2c157a2fb06_0_263"/>
          <p:cNvSpPr/>
          <p:nvPr/>
        </p:nvSpPr>
        <p:spPr>
          <a:xfrm>
            <a:off x="2124105" y="6212475"/>
            <a:ext cx="4895700" cy="3693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AEABAB"/>
                </a:solidFill>
                <a:latin typeface="Poppins Medium"/>
                <a:ea typeface="Poppins Medium"/>
                <a:cs typeface="Poppins Medium"/>
                <a:sym typeface="Poppins Medium"/>
              </a:rPr>
              <a:t>BLENDING FOR READING</a:t>
            </a:r>
            <a:endParaRPr b="0" i="0" sz="1400" u="none" cap="none" strike="noStrike">
              <a:solidFill>
                <a:srgbClr val="000000"/>
              </a:solidFill>
              <a:latin typeface="Arial"/>
              <a:ea typeface="Arial"/>
              <a:cs typeface="Arial"/>
              <a:sym typeface="Arial"/>
            </a:endParaRPr>
          </a:p>
        </p:txBody>
      </p:sp>
      <p:sp>
        <p:nvSpPr>
          <p:cNvPr id="305" name="Google Shape;305;g2c157a2fb06_0_263"/>
          <p:cNvSpPr txBox="1"/>
          <p:nvPr/>
        </p:nvSpPr>
        <p:spPr>
          <a:xfrm>
            <a:off x="1249500" y="5568500"/>
            <a:ext cx="6645000" cy="691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F7941D"/>
              </a:buClr>
              <a:buSzPts val="3600"/>
              <a:buFont typeface="Poppins Medium"/>
              <a:buNone/>
            </a:pPr>
            <a:r>
              <a:rPr b="0" i="0" lang="en-US" sz="3000" u="none" cap="none" strike="noStrike">
                <a:solidFill>
                  <a:srgbClr val="CB3D85"/>
                </a:solidFill>
                <a:latin typeface="Poppins Medium"/>
                <a:ea typeface="Poppins Medium"/>
                <a:cs typeface="Poppins Medium"/>
                <a:sym typeface="Poppins Medium"/>
              </a:rPr>
              <a:t>Picture Match</a:t>
            </a:r>
            <a:endParaRPr b="0" i="0" sz="3000" u="none" cap="none" strike="noStrike">
              <a:solidFill>
                <a:srgbClr val="CB3D85"/>
              </a:solidFill>
              <a:latin typeface="Poppins Medium"/>
              <a:ea typeface="Poppins Medium"/>
              <a:cs typeface="Poppins Medium"/>
              <a:sym typeface="Poppins Medium"/>
            </a:endParaRPr>
          </a:p>
        </p:txBody>
      </p:sp>
      <p:sp>
        <p:nvSpPr>
          <p:cNvPr id="306" name="Google Shape;306;g2c157a2fb06_0_263"/>
          <p:cNvSpPr txBox="1"/>
          <p:nvPr>
            <p:ph idx="1" type="subTitle"/>
          </p:nvPr>
        </p:nvSpPr>
        <p:spPr>
          <a:xfrm>
            <a:off x="1038600" y="4864050"/>
            <a:ext cx="3118200" cy="571500"/>
          </a:xfrm>
          <a:prstGeom prst="rect">
            <a:avLst/>
          </a:prstGeom>
          <a:solidFill>
            <a:srgbClr val="FFFFFF"/>
          </a:solid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p:txBody>
      </p:sp>
      <p:sp>
        <p:nvSpPr>
          <p:cNvPr id="307" name="Google Shape;307;g2c157a2fb06_0_263"/>
          <p:cNvSpPr txBox="1"/>
          <p:nvPr>
            <p:ph idx="2" type="subTitle"/>
          </p:nvPr>
        </p:nvSpPr>
        <p:spPr>
          <a:xfrm>
            <a:off x="1038600" y="1276450"/>
            <a:ext cx="3118200" cy="571500"/>
          </a:xfrm>
          <a:prstGeom prst="rect">
            <a:avLst/>
          </a:prstGeom>
          <a:solidFill>
            <a:srgbClr val="FFFFFF"/>
          </a:solid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p:txBody>
      </p:sp>
      <p:sp>
        <p:nvSpPr>
          <p:cNvPr id="308" name="Google Shape;308;g2c157a2fb06_0_263"/>
          <p:cNvSpPr txBox="1"/>
          <p:nvPr>
            <p:ph idx="3" type="subTitle"/>
          </p:nvPr>
        </p:nvSpPr>
        <p:spPr>
          <a:xfrm>
            <a:off x="1038600" y="2472317"/>
            <a:ext cx="3118200" cy="571500"/>
          </a:xfrm>
          <a:prstGeom prst="rect">
            <a:avLst/>
          </a:prstGeom>
          <a:solidFill>
            <a:srgbClr val="FFFFFF"/>
          </a:solid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p:txBody>
      </p:sp>
      <p:sp>
        <p:nvSpPr>
          <p:cNvPr id="309" name="Google Shape;309;g2c157a2fb06_0_263"/>
          <p:cNvSpPr txBox="1"/>
          <p:nvPr>
            <p:ph idx="4" type="subTitle"/>
          </p:nvPr>
        </p:nvSpPr>
        <p:spPr>
          <a:xfrm>
            <a:off x="1038600" y="3668183"/>
            <a:ext cx="3118200" cy="571500"/>
          </a:xfrm>
          <a:prstGeom prst="rect">
            <a:avLst/>
          </a:prstGeom>
          <a:solidFill>
            <a:srgbClr val="FFFFFF"/>
          </a:solid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p:txBody>
      </p:sp>
      <p:sp>
        <p:nvSpPr>
          <p:cNvPr id="310" name="Google Shape;310;g2c157a2fb06_0_263"/>
          <p:cNvSpPr/>
          <p:nvPr>
            <p:ph idx="5" type="pic"/>
          </p:nvPr>
        </p:nvSpPr>
        <p:spPr>
          <a:xfrm>
            <a:off x="5086375" y="4412425"/>
            <a:ext cx="2668800" cy="1291500"/>
          </a:xfrm>
          <a:prstGeom prst="rect">
            <a:avLst/>
          </a:prstGeom>
          <a:noFill/>
          <a:ln>
            <a:noFill/>
          </a:ln>
        </p:spPr>
      </p:sp>
      <p:sp>
        <p:nvSpPr>
          <p:cNvPr id="311" name="Google Shape;311;g2c157a2fb06_0_263"/>
          <p:cNvSpPr/>
          <p:nvPr>
            <p:ph idx="6" type="pic"/>
          </p:nvPr>
        </p:nvSpPr>
        <p:spPr>
          <a:xfrm>
            <a:off x="5086375" y="797675"/>
            <a:ext cx="2668800" cy="1291500"/>
          </a:xfrm>
          <a:prstGeom prst="rect">
            <a:avLst/>
          </a:prstGeom>
          <a:noFill/>
          <a:ln>
            <a:noFill/>
          </a:ln>
        </p:spPr>
      </p:sp>
      <p:sp>
        <p:nvSpPr>
          <p:cNvPr id="312" name="Google Shape;312;g2c157a2fb06_0_263"/>
          <p:cNvSpPr/>
          <p:nvPr>
            <p:ph idx="7" type="pic"/>
          </p:nvPr>
        </p:nvSpPr>
        <p:spPr>
          <a:xfrm>
            <a:off x="5086375" y="2002592"/>
            <a:ext cx="2668800" cy="1291500"/>
          </a:xfrm>
          <a:prstGeom prst="rect">
            <a:avLst/>
          </a:prstGeom>
          <a:noFill/>
          <a:ln>
            <a:noFill/>
          </a:ln>
        </p:spPr>
      </p:sp>
      <p:sp>
        <p:nvSpPr>
          <p:cNvPr id="313" name="Google Shape;313;g2c157a2fb06_0_263"/>
          <p:cNvSpPr/>
          <p:nvPr>
            <p:ph idx="8" type="pic"/>
          </p:nvPr>
        </p:nvSpPr>
        <p:spPr>
          <a:xfrm>
            <a:off x="5086375" y="3207508"/>
            <a:ext cx="2668800" cy="1291500"/>
          </a:xfrm>
          <a:prstGeom prst="rect">
            <a:avLst/>
          </a:prstGeom>
          <a:noFill/>
          <a:ln>
            <a:noFill/>
          </a:ln>
        </p:spPr>
      </p:sp>
      <p:sp>
        <p:nvSpPr>
          <p:cNvPr id="314" name="Google Shape;314;g2c157a2fb06_0_263"/>
          <p:cNvSpPr/>
          <p:nvPr/>
        </p:nvSpPr>
        <p:spPr>
          <a:xfrm>
            <a:off x="3024063" y="318050"/>
            <a:ext cx="3096000" cy="2463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D8D8D8"/>
                </a:solidFill>
                <a:latin typeface="Poppins Medium"/>
                <a:ea typeface="Poppins Medium"/>
                <a:cs typeface="Poppins Medium"/>
                <a:sym typeface="Poppins Medium"/>
              </a:rPr>
              <a:t>TEACH – 10MINS</a:t>
            </a:r>
            <a:endParaRPr b="0" i="0" sz="1400" u="none" cap="none" strike="noStrike">
              <a:solidFill>
                <a:srgbClr val="000000"/>
              </a:solidFill>
              <a:latin typeface="Arial"/>
              <a:ea typeface="Arial"/>
              <a:cs typeface="Arial"/>
              <a:sym typeface="Arial"/>
            </a:endParaRPr>
          </a:p>
        </p:txBody>
      </p:sp>
      <p:pic>
        <p:nvPicPr>
          <p:cNvPr id="315" name="Google Shape;315;g2c157a2fb06_0_263"/>
          <p:cNvPicPr preferRelativeResize="0"/>
          <p:nvPr/>
        </p:nvPicPr>
        <p:blipFill rotWithShape="1">
          <a:blip r:embed="rId2">
            <a:alphaModFix/>
          </a:blip>
          <a:srcRect b="0" l="0" r="0" t="0"/>
          <a:stretch/>
        </p:blipFill>
        <p:spPr>
          <a:xfrm>
            <a:off x="3459875" y="302008"/>
            <a:ext cx="214317" cy="246300"/>
          </a:xfrm>
          <a:prstGeom prst="rect">
            <a:avLst/>
          </a:prstGeom>
          <a:noFill/>
          <a:ln>
            <a:noFill/>
          </a:ln>
        </p:spPr>
      </p:pic>
      <p:sp>
        <p:nvSpPr>
          <p:cNvPr id="316" name="Google Shape;316;g2c157a2fb06_0_263"/>
          <p:cNvSpPr/>
          <p:nvPr/>
        </p:nvSpPr>
        <p:spPr>
          <a:xfrm>
            <a:off x="8557475"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17" name="Google Shape;317;g2c157a2fb06_0_263"/>
          <p:cNvSpPr/>
          <p:nvPr/>
        </p:nvSpPr>
        <p:spPr>
          <a:xfrm>
            <a:off x="8562263"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8DC63F"/>
              </a:solidFill>
              <a:latin typeface="Poppins"/>
              <a:ea typeface="Poppins"/>
              <a:cs typeface="Poppins"/>
              <a:sym typeface="Poppins"/>
            </a:endParaRPr>
          </a:p>
        </p:txBody>
      </p:sp>
      <p:sp>
        <p:nvSpPr>
          <p:cNvPr id="318" name="Google Shape;318;g2c157a2fb06_0_263"/>
          <p:cNvSpPr/>
          <p:nvPr/>
        </p:nvSpPr>
        <p:spPr>
          <a:xfrm rot="5400000">
            <a:off x="7628802" y="24720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319" name="Google Shape;319;g2c157a2fb06_0_263"/>
          <p:cNvSpPr/>
          <p:nvPr/>
        </p:nvSpPr>
        <p:spPr>
          <a:xfrm flipH="1">
            <a:off x="-258"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20" name="Google Shape;320;g2c157a2fb06_0_263"/>
          <p:cNvSpPr/>
          <p:nvPr/>
        </p:nvSpPr>
        <p:spPr>
          <a:xfrm flipH="1">
            <a:off x="-5045"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21" name="Google Shape;321;g2c157a2fb06_0_263"/>
          <p:cNvSpPr/>
          <p:nvPr/>
        </p:nvSpPr>
        <p:spPr>
          <a:xfrm flipH="1" rot="-5400000">
            <a:off x="-938345" y="19386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322" name="Google Shape;322;g2c157a2fb06_0_263"/>
          <p:cNvSpPr txBox="1"/>
          <p:nvPr/>
        </p:nvSpPr>
        <p:spPr>
          <a:xfrm rot="-5400000">
            <a:off x="-1852558" y="218850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Insert Lesson Topic Here</a:t>
            </a:r>
            <a:endParaRPr b="0" i="0" sz="1800" u="none" cap="none" strike="noStrike">
              <a:solidFill>
                <a:srgbClr val="FFFFFF"/>
              </a:solidFill>
              <a:latin typeface="Poppins SemiBold"/>
              <a:ea typeface="Poppins SemiBold"/>
              <a:cs typeface="Poppins SemiBold"/>
              <a:sym typeface="Poppins SemiBold"/>
            </a:endParaRPr>
          </a:p>
        </p:txBody>
      </p:sp>
      <p:sp>
        <p:nvSpPr>
          <p:cNvPr id="323" name="Google Shape;323;g2c157a2fb06_0_263"/>
          <p:cNvSpPr txBox="1"/>
          <p:nvPr/>
        </p:nvSpPr>
        <p:spPr>
          <a:xfrm rot="-5400000">
            <a:off x="-1852558" y="550425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Week - Day Here</a:t>
            </a:r>
            <a:endParaRPr b="0" i="0" sz="1800" u="none" cap="none" strike="noStrike">
              <a:solidFill>
                <a:srgbClr val="CB3D85"/>
              </a:solidFill>
              <a:latin typeface="Poppins Medium"/>
              <a:ea typeface="Poppins Medium"/>
              <a:cs typeface="Poppins Medium"/>
              <a:sym typeface="Poppins Medium"/>
            </a:endParaRPr>
          </a:p>
        </p:txBody>
      </p:sp>
      <p:sp>
        <p:nvSpPr>
          <p:cNvPr id="324" name="Google Shape;324;g2c157a2fb06_0_263"/>
          <p:cNvSpPr txBox="1"/>
          <p:nvPr/>
        </p:nvSpPr>
        <p:spPr>
          <a:xfrm rot="5400000">
            <a:off x="6707775" y="6037650"/>
            <a:ext cx="42885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Lesson Number</a:t>
            </a:r>
            <a:endParaRPr b="0" i="0" sz="1800" u="none" cap="none" strike="noStrike">
              <a:solidFill>
                <a:srgbClr val="CB3D85"/>
              </a:solidFill>
              <a:latin typeface="Poppins Medium"/>
              <a:ea typeface="Poppins Medium"/>
              <a:cs typeface="Poppins Medium"/>
              <a:sym typeface="Poppins Medium"/>
            </a:endParaRPr>
          </a:p>
        </p:txBody>
      </p:sp>
      <p:sp>
        <p:nvSpPr>
          <p:cNvPr id="325" name="Google Shape;325;g2c157a2fb06_0_263"/>
          <p:cNvSpPr txBox="1"/>
          <p:nvPr/>
        </p:nvSpPr>
        <p:spPr>
          <a:xfrm rot="5400000">
            <a:off x="7141875" y="1754400"/>
            <a:ext cx="34203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 xml:space="preserve">Phase 5.5 - Sound Families </a:t>
            </a:r>
            <a:endParaRPr b="0" i="0" sz="1800" u="none" cap="none" strike="noStrike">
              <a:solidFill>
                <a:srgbClr val="FFFFFF"/>
              </a:solidFill>
              <a:latin typeface="Poppins SemiBold"/>
              <a:ea typeface="Poppins SemiBold"/>
              <a:cs typeface="Poppins SemiBold"/>
              <a:sym typeface="Poppins SemiBold"/>
            </a:endParaRPr>
          </a:p>
        </p:txBody>
      </p:sp>
      <p:grpSp>
        <p:nvGrpSpPr>
          <p:cNvPr id="326" name="Google Shape;326;g2c157a2fb06_0_263"/>
          <p:cNvGrpSpPr/>
          <p:nvPr/>
        </p:nvGrpSpPr>
        <p:grpSpPr>
          <a:xfrm>
            <a:off x="662575" y="6212475"/>
            <a:ext cx="586800" cy="571500"/>
            <a:chOff x="662575" y="6212475"/>
            <a:chExt cx="586800" cy="571500"/>
          </a:xfrm>
        </p:grpSpPr>
        <p:sp>
          <p:nvSpPr>
            <p:cNvPr id="327" name="Google Shape;327;g2c157a2fb06_0_263">
              <a:hlinkClick action="ppaction://hlinkshowjump?jump=previousslide"/>
            </p:cNvPr>
            <p:cNvSpPr/>
            <p:nvPr/>
          </p:nvSpPr>
          <p:spPr>
            <a:xfrm>
              <a:off x="662575"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28" name="Google Shape;328;g2c157a2fb06_0_263">
              <a:hlinkClick action="ppaction://hlinkshowjump?jump=previousslide"/>
            </p:cNvPr>
            <p:cNvSpPr/>
            <p:nvPr/>
          </p:nvSpPr>
          <p:spPr>
            <a:xfrm>
              <a:off x="767700"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29" name="Google Shape;329;g2c157a2fb06_0_263">
              <a:hlinkClick action="ppaction://hlinkshowjump?jump=previousslide"/>
            </p:cNvPr>
            <p:cNvSpPr/>
            <p:nvPr/>
          </p:nvSpPr>
          <p:spPr>
            <a:xfrm flipH="1">
              <a:off x="869175"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grpSp>
        <p:nvGrpSpPr>
          <p:cNvPr id="330" name="Google Shape;330;g2c157a2fb06_0_263"/>
          <p:cNvGrpSpPr/>
          <p:nvPr/>
        </p:nvGrpSpPr>
        <p:grpSpPr>
          <a:xfrm>
            <a:off x="7894350" y="6212475"/>
            <a:ext cx="586800" cy="571500"/>
            <a:chOff x="7894350" y="6212475"/>
            <a:chExt cx="586800" cy="571500"/>
          </a:xfrm>
        </p:grpSpPr>
        <p:sp>
          <p:nvSpPr>
            <p:cNvPr id="331" name="Google Shape;331;g2c157a2fb06_0_263">
              <a:hlinkClick action="ppaction://hlinkshowjump?jump=nextslide"/>
            </p:cNvPr>
            <p:cNvSpPr/>
            <p:nvPr/>
          </p:nvSpPr>
          <p:spPr>
            <a:xfrm flipH="1">
              <a:off x="7894350"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32" name="Google Shape;332;g2c157a2fb06_0_263">
              <a:hlinkClick action="ppaction://hlinkshowjump?jump=nextslide"/>
            </p:cNvPr>
            <p:cNvSpPr/>
            <p:nvPr/>
          </p:nvSpPr>
          <p:spPr>
            <a:xfrm flipH="1">
              <a:off x="8000425"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33" name="Google Shape;333;g2c157a2fb06_0_263">
              <a:hlinkClick action="ppaction://hlinkshowjump?jump=nextslide"/>
            </p:cNvPr>
            <p:cNvSpPr/>
            <p:nvPr/>
          </p:nvSpPr>
          <p:spPr>
            <a:xfrm>
              <a:off x="8120950"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4 - Write a Caption">
  <p:cSld name="Alien Word of the Day_1_1_1_1_1_1_1_1_1_1_1_2">
    <p:spTree>
      <p:nvGrpSpPr>
        <p:cNvPr id="334" name="Shape 334"/>
        <p:cNvGrpSpPr/>
        <p:nvPr/>
      </p:nvGrpSpPr>
      <p:grpSpPr>
        <a:xfrm>
          <a:off x="0" y="0"/>
          <a:ext cx="0" cy="0"/>
          <a:chOff x="0" y="0"/>
          <a:chExt cx="0" cy="0"/>
        </a:xfrm>
      </p:grpSpPr>
      <p:cxnSp>
        <p:nvCxnSpPr>
          <p:cNvPr id="335" name="Google Shape;335;g2c157a2fb06_0_467"/>
          <p:cNvCxnSpPr/>
          <p:nvPr/>
        </p:nvCxnSpPr>
        <p:spPr>
          <a:xfrm>
            <a:off x="1181100" y="4909650"/>
            <a:ext cx="6781800" cy="0"/>
          </a:xfrm>
          <a:prstGeom prst="straightConnector1">
            <a:avLst/>
          </a:prstGeom>
          <a:noFill/>
          <a:ln cap="flat" cmpd="sng" w="28575">
            <a:solidFill>
              <a:srgbClr val="CFD9EF"/>
            </a:solidFill>
            <a:prstDash val="lgDash"/>
            <a:miter lim="800000"/>
            <a:headEnd len="sm" w="sm" type="none"/>
            <a:tailEnd len="sm" w="sm" type="none"/>
          </a:ln>
        </p:spPr>
      </p:cxnSp>
      <p:sp>
        <p:nvSpPr>
          <p:cNvPr id="336" name="Google Shape;336;g2c157a2fb06_0_467"/>
          <p:cNvSpPr txBox="1"/>
          <p:nvPr>
            <p:ph idx="1" type="subTitle"/>
          </p:nvPr>
        </p:nvSpPr>
        <p:spPr>
          <a:xfrm>
            <a:off x="1184550" y="4085175"/>
            <a:ext cx="6774900" cy="16209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p:txBody>
      </p:sp>
      <p:sp>
        <p:nvSpPr>
          <p:cNvPr id="337" name="Google Shape;337;g2c157a2fb06_0_467"/>
          <p:cNvSpPr/>
          <p:nvPr>
            <p:ph idx="2" type="pic"/>
          </p:nvPr>
        </p:nvSpPr>
        <p:spPr>
          <a:xfrm>
            <a:off x="1181100" y="852975"/>
            <a:ext cx="6781800" cy="2771700"/>
          </a:xfrm>
          <a:prstGeom prst="roundRect">
            <a:avLst>
              <a:gd fmla="val 16667" name="adj"/>
            </a:avLst>
          </a:prstGeom>
          <a:noFill/>
          <a:ln>
            <a:noFill/>
          </a:ln>
        </p:spPr>
      </p:sp>
      <p:sp>
        <p:nvSpPr>
          <p:cNvPr id="338" name="Google Shape;338;g2c157a2fb06_0_467"/>
          <p:cNvSpPr/>
          <p:nvPr/>
        </p:nvSpPr>
        <p:spPr>
          <a:xfrm>
            <a:off x="2124105" y="6212475"/>
            <a:ext cx="4895700" cy="3693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rPr b="0" i="0" lang="en-US" sz="1800" u="none" cap="none" strike="noStrike">
                <a:solidFill>
                  <a:srgbClr val="AEABAB"/>
                </a:solidFill>
                <a:latin typeface="Poppins Medium"/>
                <a:ea typeface="Poppins Medium"/>
                <a:cs typeface="Poppins Medium"/>
                <a:sym typeface="Poppins Medium"/>
              </a:rPr>
              <a:t>SEGMENT FOR SPELLING</a:t>
            </a:r>
            <a:endParaRPr b="0" i="0" sz="1800" u="none" cap="none" strike="noStrike">
              <a:solidFill>
                <a:srgbClr val="AEABAB"/>
              </a:solidFill>
              <a:latin typeface="Poppins Medium"/>
              <a:ea typeface="Poppins Medium"/>
              <a:cs typeface="Poppins Medium"/>
              <a:sym typeface="Poppins Medium"/>
            </a:endParaRPr>
          </a:p>
        </p:txBody>
      </p:sp>
      <p:sp>
        <p:nvSpPr>
          <p:cNvPr id="339" name="Google Shape;339;g2c157a2fb06_0_467"/>
          <p:cNvSpPr txBox="1"/>
          <p:nvPr/>
        </p:nvSpPr>
        <p:spPr>
          <a:xfrm>
            <a:off x="1249500" y="5568500"/>
            <a:ext cx="6645000" cy="691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F7941D"/>
              </a:buClr>
              <a:buSzPts val="3600"/>
              <a:buFont typeface="Poppins Medium"/>
              <a:buNone/>
            </a:pPr>
            <a:r>
              <a:rPr b="0" i="0" lang="en-US" sz="3000" u="none" cap="none" strike="noStrike">
                <a:solidFill>
                  <a:srgbClr val="CB3D85"/>
                </a:solidFill>
                <a:latin typeface="Poppins Medium"/>
                <a:ea typeface="Poppins Medium"/>
                <a:cs typeface="Poppins Medium"/>
                <a:sym typeface="Poppins Medium"/>
              </a:rPr>
              <a:t>Write a Caption</a:t>
            </a:r>
            <a:endParaRPr b="0" i="0" sz="3000" u="none" cap="none" strike="noStrike">
              <a:solidFill>
                <a:srgbClr val="CB3D85"/>
              </a:solidFill>
              <a:latin typeface="Poppins Medium"/>
              <a:ea typeface="Poppins Medium"/>
              <a:cs typeface="Poppins Medium"/>
              <a:sym typeface="Poppins Medium"/>
            </a:endParaRPr>
          </a:p>
        </p:txBody>
      </p:sp>
      <p:sp>
        <p:nvSpPr>
          <p:cNvPr id="340" name="Google Shape;340;g2c157a2fb06_0_467"/>
          <p:cNvSpPr/>
          <p:nvPr/>
        </p:nvSpPr>
        <p:spPr>
          <a:xfrm>
            <a:off x="3024063" y="318050"/>
            <a:ext cx="3096000" cy="2463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D8D8D8"/>
                </a:solidFill>
                <a:latin typeface="Poppins Medium"/>
                <a:ea typeface="Poppins Medium"/>
                <a:cs typeface="Poppins Medium"/>
                <a:sym typeface="Poppins Medium"/>
              </a:rPr>
              <a:t>TEACH – 10MINS</a:t>
            </a:r>
            <a:endParaRPr b="0" i="0" sz="1400" u="none" cap="none" strike="noStrike">
              <a:solidFill>
                <a:srgbClr val="000000"/>
              </a:solidFill>
              <a:latin typeface="Arial"/>
              <a:ea typeface="Arial"/>
              <a:cs typeface="Arial"/>
              <a:sym typeface="Arial"/>
            </a:endParaRPr>
          </a:p>
        </p:txBody>
      </p:sp>
      <p:pic>
        <p:nvPicPr>
          <p:cNvPr id="341" name="Google Shape;341;g2c157a2fb06_0_467"/>
          <p:cNvPicPr preferRelativeResize="0"/>
          <p:nvPr/>
        </p:nvPicPr>
        <p:blipFill rotWithShape="1">
          <a:blip r:embed="rId2">
            <a:alphaModFix/>
          </a:blip>
          <a:srcRect b="0" l="0" r="0" t="0"/>
          <a:stretch/>
        </p:blipFill>
        <p:spPr>
          <a:xfrm>
            <a:off x="3459875" y="302008"/>
            <a:ext cx="214317" cy="246300"/>
          </a:xfrm>
          <a:prstGeom prst="rect">
            <a:avLst/>
          </a:prstGeom>
          <a:noFill/>
          <a:ln>
            <a:noFill/>
          </a:ln>
        </p:spPr>
      </p:pic>
      <p:sp>
        <p:nvSpPr>
          <p:cNvPr id="342" name="Google Shape;342;g2c157a2fb06_0_467"/>
          <p:cNvSpPr/>
          <p:nvPr/>
        </p:nvSpPr>
        <p:spPr>
          <a:xfrm>
            <a:off x="8557475"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43" name="Google Shape;343;g2c157a2fb06_0_467"/>
          <p:cNvSpPr/>
          <p:nvPr/>
        </p:nvSpPr>
        <p:spPr>
          <a:xfrm>
            <a:off x="8562263"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8DC63F"/>
              </a:solidFill>
              <a:latin typeface="Poppins"/>
              <a:ea typeface="Poppins"/>
              <a:cs typeface="Poppins"/>
              <a:sym typeface="Poppins"/>
            </a:endParaRPr>
          </a:p>
        </p:txBody>
      </p:sp>
      <p:sp>
        <p:nvSpPr>
          <p:cNvPr id="344" name="Google Shape;344;g2c157a2fb06_0_467"/>
          <p:cNvSpPr/>
          <p:nvPr/>
        </p:nvSpPr>
        <p:spPr>
          <a:xfrm rot="5400000">
            <a:off x="7628802" y="24720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345" name="Google Shape;345;g2c157a2fb06_0_467"/>
          <p:cNvSpPr/>
          <p:nvPr/>
        </p:nvSpPr>
        <p:spPr>
          <a:xfrm flipH="1">
            <a:off x="-258"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46" name="Google Shape;346;g2c157a2fb06_0_467"/>
          <p:cNvSpPr/>
          <p:nvPr/>
        </p:nvSpPr>
        <p:spPr>
          <a:xfrm flipH="1">
            <a:off x="-5045"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47" name="Google Shape;347;g2c157a2fb06_0_467"/>
          <p:cNvSpPr/>
          <p:nvPr/>
        </p:nvSpPr>
        <p:spPr>
          <a:xfrm flipH="1" rot="-5400000">
            <a:off x="-938345" y="19386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348" name="Google Shape;348;g2c157a2fb06_0_467"/>
          <p:cNvSpPr txBox="1"/>
          <p:nvPr/>
        </p:nvSpPr>
        <p:spPr>
          <a:xfrm rot="-5400000">
            <a:off x="-1852558" y="218850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Insert Lesson Topic Here</a:t>
            </a:r>
            <a:endParaRPr b="0" i="0" sz="1800" u="none" cap="none" strike="noStrike">
              <a:solidFill>
                <a:srgbClr val="FFFFFF"/>
              </a:solidFill>
              <a:latin typeface="Poppins SemiBold"/>
              <a:ea typeface="Poppins SemiBold"/>
              <a:cs typeface="Poppins SemiBold"/>
              <a:sym typeface="Poppins SemiBold"/>
            </a:endParaRPr>
          </a:p>
        </p:txBody>
      </p:sp>
      <p:sp>
        <p:nvSpPr>
          <p:cNvPr id="349" name="Google Shape;349;g2c157a2fb06_0_467"/>
          <p:cNvSpPr txBox="1"/>
          <p:nvPr/>
        </p:nvSpPr>
        <p:spPr>
          <a:xfrm rot="-5400000">
            <a:off x="-1852558" y="550425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Week - Day Here</a:t>
            </a:r>
            <a:endParaRPr b="0" i="0" sz="1800" u="none" cap="none" strike="noStrike">
              <a:solidFill>
                <a:srgbClr val="CB3D85"/>
              </a:solidFill>
              <a:latin typeface="Poppins Medium"/>
              <a:ea typeface="Poppins Medium"/>
              <a:cs typeface="Poppins Medium"/>
              <a:sym typeface="Poppins Medium"/>
            </a:endParaRPr>
          </a:p>
        </p:txBody>
      </p:sp>
      <p:sp>
        <p:nvSpPr>
          <p:cNvPr id="350" name="Google Shape;350;g2c157a2fb06_0_467"/>
          <p:cNvSpPr txBox="1"/>
          <p:nvPr/>
        </p:nvSpPr>
        <p:spPr>
          <a:xfrm rot="5400000">
            <a:off x="6707775" y="6037650"/>
            <a:ext cx="42885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Lesson Number</a:t>
            </a:r>
            <a:endParaRPr b="0" i="0" sz="1800" u="none" cap="none" strike="noStrike">
              <a:solidFill>
                <a:srgbClr val="CB3D85"/>
              </a:solidFill>
              <a:latin typeface="Poppins Medium"/>
              <a:ea typeface="Poppins Medium"/>
              <a:cs typeface="Poppins Medium"/>
              <a:sym typeface="Poppins Medium"/>
            </a:endParaRPr>
          </a:p>
        </p:txBody>
      </p:sp>
      <p:sp>
        <p:nvSpPr>
          <p:cNvPr id="351" name="Google Shape;351;g2c157a2fb06_0_467"/>
          <p:cNvSpPr txBox="1"/>
          <p:nvPr/>
        </p:nvSpPr>
        <p:spPr>
          <a:xfrm rot="5400000">
            <a:off x="7141875" y="1754400"/>
            <a:ext cx="34203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 xml:space="preserve">Phase 5.5 - Sound Families </a:t>
            </a:r>
            <a:endParaRPr b="0" i="0" sz="1800" u="none" cap="none" strike="noStrike">
              <a:solidFill>
                <a:srgbClr val="FFFFFF"/>
              </a:solidFill>
              <a:latin typeface="Poppins SemiBold"/>
              <a:ea typeface="Poppins SemiBold"/>
              <a:cs typeface="Poppins SemiBold"/>
              <a:sym typeface="Poppins SemiBold"/>
            </a:endParaRPr>
          </a:p>
        </p:txBody>
      </p:sp>
      <p:grpSp>
        <p:nvGrpSpPr>
          <p:cNvPr id="352" name="Google Shape;352;g2c157a2fb06_0_467"/>
          <p:cNvGrpSpPr/>
          <p:nvPr/>
        </p:nvGrpSpPr>
        <p:grpSpPr>
          <a:xfrm>
            <a:off x="662575" y="6212475"/>
            <a:ext cx="586800" cy="571500"/>
            <a:chOff x="662575" y="6212475"/>
            <a:chExt cx="586800" cy="571500"/>
          </a:xfrm>
        </p:grpSpPr>
        <p:sp>
          <p:nvSpPr>
            <p:cNvPr id="353" name="Google Shape;353;g2c157a2fb06_0_467">
              <a:hlinkClick action="ppaction://hlinkshowjump?jump=previousslide"/>
            </p:cNvPr>
            <p:cNvSpPr/>
            <p:nvPr/>
          </p:nvSpPr>
          <p:spPr>
            <a:xfrm>
              <a:off x="662575"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54" name="Google Shape;354;g2c157a2fb06_0_467">
              <a:hlinkClick action="ppaction://hlinkshowjump?jump=previousslide"/>
            </p:cNvPr>
            <p:cNvSpPr/>
            <p:nvPr/>
          </p:nvSpPr>
          <p:spPr>
            <a:xfrm>
              <a:off x="767700"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55" name="Google Shape;355;g2c157a2fb06_0_467">
              <a:hlinkClick action="ppaction://hlinkshowjump?jump=previousslide"/>
            </p:cNvPr>
            <p:cNvSpPr/>
            <p:nvPr/>
          </p:nvSpPr>
          <p:spPr>
            <a:xfrm flipH="1">
              <a:off x="869175"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grpSp>
        <p:nvGrpSpPr>
          <p:cNvPr id="356" name="Google Shape;356;g2c157a2fb06_0_467"/>
          <p:cNvGrpSpPr/>
          <p:nvPr/>
        </p:nvGrpSpPr>
        <p:grpSpPr>
          <a:xfrm>
            <a:off x="7894350" y="6212475"/>
            <a:ext cx="586800" cy="571500"/>
            <a:chOff x="7894350" y="6212475"/>
            <a:chExt cx="586800" cy="571500"/>
          </a:xfrm>
        </p:grpSpPr>
        <p:sp>
          <p:nvSpPr>
            <p:cNvPr id="357" name="Google Shape;357;g2c157a2fb06_0_467">
              <a:hlinkClick action="ppaction://hlinkshowjump?jump=nextslide"/>
            </p:cNvPr>
            <p:cNvSpPr/>
            <p:nvPr/>
          </p:nvSpPr>
          <p:spPr>
            <a:xfrm flipH="1">
              <a:off x="7894350"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58" name="Google Shape;358;g2c157a2fb06_0_467">
              <a:hlinkClick action="ppaction://hlinkshowjump?jump=nextslide"/>
            </p:cNvPr>
            <p:cNvSpPr/>
            <p:nvPr/>
          </p:nvSpPr>
          <p:spPr>
            <a:xfrm flipH="1">
              <a:off x="8000425"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59" name="Google Shape;359;g2c157a2fb06_0_467">
              <a:hlinkClick action="ppaction://hlinkshowjump?jump=nextslide"/>
            </p:cNvPr>
            <p:cNvSpPr/>
            <p:nvPr/>
          </p:nvSpPr>
          <p:spPr>
            <a:xfrm>
              <a:off x="8120950"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5 - Read a Caption">
  <p:cSld name="Alien Word of the Day_1_1_1_1_1_1_1_1_1_1_1_2_1">
    <p:spTree>
      <p:nvGrpSpPr>
        <p:cNvPr id="360" name="Shape 360"/>
        <p:cNvGrpSpPr/>
        <p:nvPr/>
      </p:nvGrpSpPr>
      <p:grpSpPr>
        <a:xfrm>
          <a:off x="0" y="0"/>
          <a:ext cx="0" cy="0"/>
          <a:chOff x="0" y="0"/>
          <a:chExt cx="0" cy="0"/>
        </a:xfrm>
      </p:grpSpPr>
      <p:cxnSp>
        <p:nvCxnSpPr>
          <p:cNvPr id="361" name="Google Shape;361;g2c157a2fb06_0_629"/>
          <p:cNvCxnSpPr/>
          <p:nvPr/>
        </p:nvCxnSpPr>
        <p:spPr>
          <a:xfrm>
            <a:off x="1181100" y="4909650"/>
            <a:ext cx="6781800" cy="0"/>
          </a:xfrm>
          <a:prstGeom prst="straightConnector1">
            <a:avLst/>
          </a:prstGeom>
          <a:noFill/>
          <a:ln cap="flat" cmpd="sng" w="28575">
            <a:solidFill>
              <a:srgbClr val="CFD9EF"/>
            </a:solidFill>
            <a:prstDash val="lgDash"/>
            <a:miter lim="800000"/>
            <a:headEnd len="sm" w="sm" type="none"/>
            <a:tailEnd len="sm" w="sm" type="none"/>
          </a:ln>
        </p:spPr>
      </p:cxnSp>
      <p:sp>
        <p:nvSpPr>
          <p:cNvPr id="362" name="Google Shape;362;g2c157a2fb06_0_629"/>
          <p:cNvSpPr/>
          <p:nvPr>
            <p:ph idx="2" type="pic"/>
          </p:nvPr>
        </p:nvSpPr>
        <p:spPr>
          <a:xfrm>
            <a:off x="1181100" y="852975"/>
            <a:ext cx="6781800" cy="2771700"/>
          </a:xfrm>
          <a:prstGeom prst="roundRect">
            <a:avLst>
              <a:gd fmla="val 16667" name="adj"/>
            </a:avLst>
          </a:prstGeom>
          <a:noFill/>
          <a:ln>
            <a:noFill/>
          </a:ln>
        </p:spPr>
      </p:sp>
      <p:sp>
        <p:nvSpPr>
          <p:cNvPr id="363" name="Google Shape;363;g2c157a2fb06_0_629"/>
          <p:cNvSpPr/>
          <p:nvPr/>
        </p:nvSpPr>
        <p:spPr>
          <a:xfrm>
            <a:off x="2124105" y="6212475"/>
            <a:ext cx="4895700" cy="3693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rPr b="0" i="0" lang="en-US" sz="1800" u="none" cap="none" strike="noStrike">
                <a:solidFill>
                  <a:srgbClr val="AEABAB"/>
                </a:solidFill>
                <a:latin typeface="Poppins Medium"/>
                <a:ea typeface="Poppins Medium"/>
                <a:cs typeface="Poppins Medium"/>
                <a:sym typeface="Poppins Medium"/>
              </a:rPr>
              <a:t>BLENDING FOR READING</a:t>
            </a:r>
            <a:endParaRPr b="0" i="0" sz="1800" u="none" cap="none" strike="noStrike">
              <a:solidFill>
                <a:srgbClr val="AEABAB"/>
              </a:solidFill>
              <a:latin typeface="Poppins Medium"/>
              <a:ea typeface="Poppins Medium"/>
              <a:cs typeface="Poppins Medium"/>
              <a:sym typeface="Poppins Medium"/>
            </a:endParaRPr>
          </a:p>
        </p:txBody>
      </p:sp>
      <p:sp>
        <p:nvSpPr>
          <p:cNvPr id="364" name="Google Shape;364;g2c157a2fb06_0_629"/>
          <p:cNvSpPr txBox="1"/>
          <p:nvPr/>
        </p:nvSpPr>
        <p:spPr>
          <a:xfrm>
            <a:off x="1249500" y="5568500"/>
            <a:ext cx="6645000" cy="691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F7941D"/>
              </a:buClr>
              <a:buSzPts val="3600"/>
              <a:buFont typeface="Poppins Medium"/>
              <a:buNone/>
            </a:pPr>
            <a:r>
              <a:rPr b="0" i="0" lang="en-US" sz="3000" u="none" cap="none" strike="noStrike">
                <a:solidFill>
                  <a:srgbClr val="CB3D85"/>
                </a:solidFill>
                <a:latin typeface="Poppins Medium"/>
                <a:ea typeface="Poppins Medium"/>
                <a:cs typeface="Poppins Medium"/>
                <a:sym typeface="Poppins Medium"/>
              </a:rPr>
              <a:t>Read a Caption</a:t>
            </a:r>
            <a:endParaRPr b="0" i="0" sz="3000" u="none" cap="none" strike="noStrike">
              <a:solidFill>
                <a:srgbClr val="CB3D85"/>
              </a:solidFill>
              <a:latin typeface="Poppins Medium"/>
              <a:ea typeface="Poppins Medium"/>
              <a:cs typeface="Poppins Medium"/>
              <a:sym typeface="Poppins Medium"/>
            </a:endParaRPr>
          </a:p>
        </p:txBody>
      </p:sp>
      <p:sp>
        <p:nvSpPr>
          <p:cNvPr id="365" name="Google Shape;365;g2c157a2fb06_0_629"/>
          <p:cNvSpPr txBox="1"/>
          <p:nvPr>
            <p:ph idx="1" type="subTitle"/>
          </p:nvPr>
        </p:nvSpPr>
        <p:spPr>
          <a:xfrm>
            <a:off x="1184550" y="4085175"/>
            <a:ext cx="6774900" cy="16209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p:txBody>
      </p:sp>
      <p:sp>
        <p:nvSpPr>
          <p:cNvPr id="366" name="Google Shape;366;g2c157a2fb06_0_629"/>
          <p:cNvSpPr/>
          <p:nvPr/>
        </p:nvSpPr>
        <p:spPr>
          <a:xfrm>
            <a:off x="3024063" y="318050"/>
            <a:ext cx="3096000" cy="2463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D8D8D8"/>
                </a:solidFill>
                <a:latin typeface="Poppins Medium"/>
                <a:ea typeface="Poppins Medium"/>
                <a:cs typeface="Poppins Medium"/>
                <a:sym typeface="Poppins Medium"/>
              </a:rPr>
              <a:t>TEACH – 10MINS</a:t>
            </a:r>
            <a:endParaRPr b="0" i="0" sz="1400" u="none" cap="none" strike="noStrike">
              <a:solidFill>
                <a:srgbClr val="000000"/>
              </a:solidFill>
              <a:latin typeface="Arial"/>
              <a:ea typeface="Arial"/>
              <a:cs typeface="Arial"/>
              <a:sym typeface="Arial"/>
            </a:endParaRPr>
          </a:p>
        </p:txBody>
      </p:sp>
      <p:pic>
        <p:nvPicPr>
          <p:cNvPr id="367" name="Google Shape;367;g2c157a2fb06_0_629"/>
          <p:cNvPicPr preferRelativeResize="0"/>
          <p:nvPr/>
        </p:nvPicPr>
        <p:blipFill rotWithShape="1">
          <a:blip r:embed="rId2">
            <a:alphaModFix/>
          </a:blip>
          <a:srcRect b="0" l="0" r="0" t="0"/>
          <a:stretch/>
        </p:blipFill>
        <p:spPr>
          <a:xfrm>
            <a:off x="3459875" y="302008"/>
            <a:ext cx="214317" cy="246300"/>
          </a:xfrm>
          <a:prstGeom prst="rect">
            <a:avLst/>
          </a:prstGeom>
          <a:noFill/>
          <a:ln>
            <a:noFill/>
          </a:ln>
        </p:spPr>
      </p:pic>
      <p:sp>
        <p:nvSpPr>
          <p:cNvPr id="368" name="Google Shape;368;g2c157a2fb06_0_629"/>
          <p:cNvSpPr/>
          <p:nvPr/>
        </p:nvSpPr>
        <p:spPr>
          <a:xfrm>
            <a:off x="8557475"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69" name="Google Shape;369;g2c157a2fb06_0_629"/>
          <p:cNvSpPr/>
          <p:nvPr/>
        </p:nvSpPr>
        <p:spPr>
          <a:xfrm>
            <a:off x="8562263"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8DC63F"/>
              </a:solidFill>
              <a:latin typeface="Poppins"/>
              <a:ea typeface="Poppins"/>
              <a:cs typeface="Poppins"/>
              <a:sym typeface="Poppins"/>
            </a:endParaRPr>
          </a:p>
        </p:txBody>
      </p:sp>
      <p:sp>
        <p:nvSpPr>
          <p:cNvPr id="370" name="Google Shape;370;g2c157a2fb06_0_629"/>
          <p:cNvSpPr/>
          <p:nvPr/>
        </p:nvSpPr>
        <p:spPr>
          <a:xfrm rot="5400000">
            <a:off x="7628802" y="24720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371" name="Google Shape;371;g2c157a2fb06_0_629"/>
          <p:cNvSpPr/>
          <p:nvPr/>
        </p:nvSpPr>
        <p:spPr>
          <a:xfrm flipH="1">
            <a:off x="-258"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72" name="Google Shape;372;g2c157a2fb06_0_629"/>
          <p:cNvSpPr/>
          <p:nvPr/>
        </p:nvSpPr>
        <p:spPr>
          <a:xfrm flipH="1">
            <a:off x="-5045"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73" name="Google Shape;373;g2c157a2fb06_0_629"/>
          <p:cNvSpPr/>
          <p:nvPr/>
        </p:nvSpPr>
        <p:spPr>
          <a:xfrm flipH="1" rot="-5400000">
            <a:off x="-938345" y="19386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374" name="Google Shape;374;g2c157a2fb06_0_629"/>
          <p:cNvSpPr txBox="1"/>
          <p:nvPr/>
        </p:nvSpPr>
        <p:spPr>
          <a:xfrm rot="-5400000">
            <a:off x="-1852558" y="218850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Insert Lesson Topic Here</a:t>
            </a:r>
            <a:endParaRPr b="0" i="0" sz="1800" u="none" cap="none" strike="noStrike">
              <a:solidFill>
                <a:srgbClr val="FFFFFF"/>
              </a:solidFill>
              <a:latin typeface="Poppins SemiBold"/>
              <a:ea typeface="Poppins SemiBold"/>
              <a:cs typeface="Poppins SemiBold"/>
              <a:sym typeface="Poppins SemiBold"/>
            </a:endParaRPr>
          </a:p>
        </p:txBody>
      </p:sp>
      <p:sp>
        <p:nvSpPr>
          <p:cNvPr id="375" name="Google Shape;375;g2c157a2fb06_0_629"/>
          <p:cNvSpPr txBox="1"/>
          <p:nvPr/>
        </p:nvSpPr>
        <p:spPr>
          <a:xfrm rot="-5400000">
            <a:off x="-1852558" y="550425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Week - Day Here</a:t>
            </a:r>
            <a:endParaRPr b="0" i="0" sz="1800" u="none" cap="none" strike="noStrike">
              <a:solidFill>
                <a:srgbClr val="CB3D85"/>
              </a:solidFill>
              <a:latin typeface="Poppins Medium"/>
              <a:ea typeface="Poppins Medium"/>
              <a:cs typeface="Poppins Medium"/>
              <a:sym typeface="Poppins Medium"/>
            </a:endParaRPr>
          </a:p>
        </p:txBody>
      </p:sp>
      <p:sp>
        <p:nvSpPr>
          <p:cNvPr id="376" name="Google Shape;376;g2c157a2fb06_0_629"/>
          <p:cNvSpPr txBox="1"/>
          <p:nvPr/>
        </p:nvSpPr>
        <p:spPr>
          <a:xfrm rot="5400000">
            <a:off x="6707775" y="6037650"/>
            <a:ext cx="42885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Lesson Number</a:t>
            </a:r>
            <a:endParaRPr b="0" i="0" sz="1800" u="none" cap="none" strike="noStrike">
              <a:solidFill>
                <a:srgbClr val="CB3D85"/>
              </a:solidFill>
              <a:latin typeface="Poppins Medium"/>
              <a:ea typeface="Poppins Medium"/>
              <a:cs typeface="Poppins Medium"/>
              <a:sym typeface="Poppins Medium"/>
            </a:endParaRPr>
          </a:p>
        </p:txBody>
      </p:sp>
      <p:sp>
        <p:nvSpPr>
          <p:cNvPr id="377" name="Google Shape;377;g2c157a2fb06_0_629"/>
          <p:cNvSpPr txBox="1"/>
          <p:nvPr/>
        </p:nvSpPr>
        <p:spPr>
          <a:xfrm rot="5400000">
            <a:off x="7141875" y="1754400"/>
            <a:ext cx="34203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 xml:space="preserve">Phase 5.5 - Sound Families </a:t>
            </a:r>
            <a:endParaRPr b="0" i="0" sz="1800" u="none" cap="none" strike="noStrike">
              <a:solidFill>
                <a:srgbClr val="FFFFFF"/>
              </a:solidFill>
              <a:latin typeface="Poppins SemiBold"/>
              <a:ea typeface="Poppins SemiBold"/>
              <a:cs typeface="Poppins SemiBold"/>
              <a:sym typeface="Poppins SemiBold"/>
            </a:endParaRPr>
          </a:p>
        </p:txBody>
      </p:sp>
      <p:grpSp>
        <p:nvGrpSpPr>
          <p:cNvPr id="378" name="Google Shape;378;g2c157a2fb06_0_629"/>
          <p:cNvGrpSpPr/>
          <p:nvPr/>
        </p:nvGrpSpPr>
        <p:grpSpPr>
          <a:xfrm>
            <a:off x="662575" y="6212475"/>
            <a:ext cx="586800" cy="571500"/>
            <a:chOff x="662575" y="6212475"/>
            <a:chExt cx="586800" cy="571500"/>
          </a:xfrm>
        </p:grpSpPr>
        <p:sp>
          <p:nvSpPr>
            <p:cNvPr id="379" name="Google Shape;379;g2c157a2fb06_0_629">
              <a:hlinkClick action="ppaction://hlinkshowjump?jump=previousslide"/>
            </p:cNvPr>
            <p:cNvSpPr/>
            <p:nvPr/>
          </p:nvSpPr>
          <p:spPr>
            <a:xfrm>
              <a:off x="662575"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80" name="Google Shape;380;g2c157a2fb06_0_629">
              <a:hlinkClick action="ppaction://hlinkshowjump?jump=previousslide"/>
            </p:cNvPr>
            <p:cNvSpPr/>
            <p:nvPr/>
          </p:nvSpPr>
          <p:spPr>
            <a:xfrm>
              <a:off x="767700"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81" name="Google Shape;381;g2c157a2fb06_0_629">
              <a:hlinkClick action="ppaction://hlinkshowjump?jump=previousslide"/>
            </p:cNvPr>
            <p:cNvSpPr/>
            <p:nvPr/>
          </p:nvSpPr>
          <p:spPr>
            <a:xfrm flipH="1">
              <a:off x="869175"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grpSp>
        <p:nvGrpSpPr>
          <p:cNvPr id="382" name="Google Shape;382;g2c157a2fb06_0_629"/>
          <p:cNvGrpSpPr/>
          <p:nvPr/>
        </p:nvGrpSpPr>
        <p:grpSpPr>
          <a:xfrm>
            <a:off x="7894350" y="6212475"/>
            <a:ext cx="586800" cy="571500"/>
            <a:chOff x="7894350" y="6212475"/>
            <a:chExt cx="586800" cy="571500"/>
          </a:xfrm>
        </p:grpSpPr>
        <p:sp>
          <p:nvSpPr>
            <p:cNvPr id="383" name="Google Shape;383;g2c157a2fb06_0_629">
              <a:hlinkClick action="ppaction://hlinkshowjump?jump=nextslide"/>
            </p:cNvPr>
            <p:cNvSpPr/>
            <p:nvPr/>
          </p:nvSpPr>
          <p:spPr>
            <a:xfrm flipH="1">
              <a:off x="7894350"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84" name="Google Shape;384;g2c157a2fb06_0_629">
              <a:hlinkClick action="ppaction://hlinkshowjump?jump=nextslide"/>
            </p:cNvPr>
            <p:cNvSpPr/>
            <p:nvPr/>
          </p:nvSpPr>
          <p:spPr>
            <a:xfrm flipH="1">
              <a:off x="8000425"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85" name="Google Shape;385;g2c157a2fb06_0_629">
              <a:hlinkClick action="ppaction://hlinkshowjump?jump=nextslide"/>
            </p:cNvPr>
            <p:cNvSpPr/>
            <p:nvPr/>
          </p:nvSpPr>
          <p:spPr>
            <a:xfrm>
              <a:off x="8120950"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6 - Write a Sentence">
  <p:cSld name="Alien Word of the Day_1_1_1_1_1_1_1_1_1_1_1_2_2">
    <p:spTree>
      <p:nvGrpSpPr>
        <p:cNvPr id="386" name="Shape 386"/>
        <p:cNvGrpSpPr/>
        <p:nvPr/>
      </p:nvGrpSpPr>
      <p:grpSpPr>
        <a:xfrm>
          <a:off x="0" y="0"/>
          <a:ext cx="0" cy="0"/>
          <a:chOff x="0" y="0"/>
          <a:chExt cx="0" cy="0"/>
        </a:xfrm>
      </p:grpSpPr>
      <p:cxnSp>
        <p:nvCxnSpPr>
          <p:cNvPr id="387" name="Google Shape;387;g2c157a2fb06_0_798"/>
          <p:cNvCxnSpPr/>
          <p:nvPr/>
        </p:nvCxnSpPr>
        <p:spPr>
          <a:xfrm>
            <a:off x="1181100" y="4528650"/>
            <a:ext cx="6781800" cy="0"/>
          </a:xfrm>
          <a:prstGeom prst="straightConnector1">
            <a:avLst/>
          </a:prstGeom>
          <a:noFill/>
          <a:ln cap="flat" cmpd="sng" w="28575">
            <a:solidFill>
              <a:srgbClr val="CFD9EF"/>
            </a:solidFill>
            <a:prstDash val="lgDash"/>
            <a:miter lim="800000"/>
            <a:headEnd len="sm" w="sm" type="none"/>
            <a:tailEnd len="sm" w="sm" type="none"/>
          </a:ln>
        </p:spPr>
      </p:cxnSp>
      <p:cxnSp>
        <p:nvCxnSpPr>
          <p:cNvPr id="388" name="Google Shape;388;g2c157a2fb06_0_798"/>
          <p:cNvCxnSpPr/>
          <p:nvPr/>
        </p:nvCxnSpPr>
        <p:spPr>
          <a:xfrm>
            <a:off x="1181100" y="5369000"/>
            <a:ext cx="6781800" cy="0"/>
          </a:xfrm>
          <a:prstGeom prst="straightConnector1">
            <a:avLst/>
          </a:prstGeom>
          <a:noFill/>
          <a:ln cap="flat" cmpd="sng" w="28575">
            <a:solidFill>
              <a:srgbClr val="CFD9EF"/>
            </a:solidFill>
            <a:prstDash val="lgDash"/>
            <a:miter lim="800000"/>
            <a:headEnd len="sm" w="sm" type="none"/>
            <a:tailEnd len="sm" w="sm" type="none"/>
          </a:ln>
        </p:spPr>
      </p:cxnSp>
      <p:sp>
        <p:nvSpPr>
          <p:cNvPr id="389" name="Google Shape;389;g2c157a2fb06_0_798"/>
          <p:cNvSpPr txBox="1"/>
          <p:nvPr>
            <p:ph idx="1" type="subTitle"/>
          </p:nvPr>
        </p:nvSpPr>
        <p:spPr>
          <a:xfrm>
            <a:off x="1184550" y="3780375"/>
            <a:ext cx="6774900" cy="1620900"/>
          </a:xfrm>
          <a:prstGeom prst="rect">
            <a:avLst/>
          </a:prstGeom>
          <a:noFill/>
          <a:ln>
            <a:noFill/>
          </a:ln>
        </p:spPr>
        <p:txBody>
          <a:bodyPr anchorCtr="0" anchor="ctr" bIns="45700" lIns="91425" spcFirstLastPara="1" rIns="91425" wrap="square" tIns="4570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p:txBody>
      </p:sp>
      <p:sp>
        <p:nvSpPr>
          <p:cNvPr id="390" name="Google Shape;390;g2c157a2fb06_0_798"/>
          <p:cNvSpPr/>
          <p:nvPr>
            <p:ph idx="2" type="pic"/>
          </p:nvPr>
        </p:nvSpPr>
        <p:spPr>
          <a:xfrm>
            <a:off x="1181100" y="852975"/>
            <a:ext cx="6781800" cy="2771700"/>
          </a:xfrm>
          <a:prstGeom prst="roundRect">
            <a:avLst>
              <a:gd fmla="val 16667" name="adj"/>
            </a:avLst>
          </a:prstGeom>
          <a:noFill/>
          <a:ln>
            <a:noFill/>
          </a:ln>
        </p:spPr>
      </p:sp>
      <p:sp>
        <p:nvSpPr>
          <p:cNvPr id="391" name="Google Shape;391;g2c157a2fb06_0_798"/>
          <p:cNvSpPr/>
          <p:nvPr/>
        </p:nvSpPr>
        <p:spPr>
          <a:xfrm>
            <a:off x="2124105" y="6212475"/>
            <a:ext cx="4895700" cy="3693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rPr b="0" i="0" lang="en-US" sz="1800" u="none" cap="none" strike="noStrike">
                <a:solidFill>
                  <a:srgbClr val="AEABAB"/>
                </a:solidFill>
                <a:latin typeface="Poppins Medium"/>
                <a:ea typeface="Poppins Medium"/>
                <a:cs typeface="Poppins Medium"/>
                <a:sym typeface="Poppins Medium"/>
              </a:rPr>
              <a:t>SEGMENT FOR SPELLING</a:t>
            </a:r>
            <a:endParaRPr b="0" i="0" sz="1800" u="none" cap="none" strike="noStrike">
              <a:solidFill>
                <a:srgbClr val="AEABAB"/>
              </a:solidFill>
              <a:latin typeface="Poppins Medium"/>
              <a:ea typeface="Poppins Medium"/>
              <a:cs typeface="Poppins Medium"/>
              <a:sym typeface="Poppins Medium"/>
            </a:endParaRPr>
          </a:p>
        </p:txBody>
      </p:sp>
      <p:sp>
        <p:nvSpPr>
          <p:cNvPr id="392" name="Google Shape;392;g2c157a2fb06_0_798"/>
          <p:cNvSpPr txBox="1"/>
          <p:nvPr/>
        </p:nvSpPr>
        <p:spPr>
          <a:xfrm>
            <a:off x="1249500" y="5568500"/>
            <a:ext cx="6645000" cy="691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F7941D"/>
              </a:buClr>
              <a:buSzPts val="3600"/>
              <a:buFont typeface="Poppins Medium"/>
              <a:buNone/>
            </a:pPr>
            <a:r>
              <a:rPr b="0" i="0" lang="en-US" sz="3000" u="none" cap="none" strike="noStrike">
                <a:solidFill>
                  <a:srgbClr val="CB3D85"/>
                </a:solidFill>
                <a:latin typeface="Poppins Medium"/>
                <a:ea typeface="Poppins Medium"/>
                <a:cs typeface="Poppins Medium"/>
                <a:sym typeface="Poppins Medium"/>
              </a:rPr>
              <a:t>Write a Sentence</a:t>
            </a:r>
            <a:endParaRPr b="0" i="0" sz="3000" u="none" cap="none" strike="noStrike">
              <a:solidFill>
                <a:srgbClr val="CB3D85"/>
              </a:solidFill>
              <a:latin typeface="Poppins Medium"/>
              <a:ea typeface="Poppins Medium"/>
              <a:cs typeface="Poppins Medium"/>
              <a:sym typeface="Poppins Medium"/>
            </a:endParaRPr>
          </a:p>
        </p:txBody>
      </p:sp>
      <p:sp>
        <p:nvSpPr>
          <p:cNvPr id="393" name="Google Shape;393;g2c157a2fb06_0_798"/>
          <p:cNvSpPr/>
          <p:nvPr/>
        </p:nvSpPr>
        <p:spPr>
          <a:xfrm>
            <a:off x="3024063" y="318050"/>
            <a:ext cx="3096000" cy="2463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D8D8D8"/>
                </a:solidFill>
                <a:latin typeface="Poppins Medium"/>
                <a:ea typeface="Poppins Medium"/>
                <a:cs typeface="Poppins Medium"/>
                <a:sym typeface="Poppins Medium"/>
              </a:rPr>
              <a:t>TEACH – 10MINS</a:t>
            </a:r>
            <a:endParaRPr b="0" i="0" sz="1400" u="none" cap="none" strike="noStrike">
              <a:solidFill>
                <a:srgbClr val="000000"/>
              </a:solidFill>
              <a:latin typeface="Arial"/>
              <a:ea typeface="Arial"/>
              <a:cs typeface="Arial"/>
              <a:sym typeface="Arial"/>
            </a:endParaRPr>
          </a:p>
        </p:txBody>
      </p:sp>
      <p:pic>
        <p:nvPicPr>
          <p:cNvPr id="394" name="Google Shape;394;g2c157a2fb06_0_798"/>
          <p:cNvPicPr preferRelativeResize="0"/>
          <p:nvPr/>
        </p:nvPicPr>
        <p:blipFill rotWithShape="1">
          <a:blip r:embed="rId2">
            <a:alphaModFix/>
          </a:blip>
          <a:srcRect b="0" l="0" r="0" t="0"/>
          <a:stretch/>
        </p:blipFill>
        <p:spPr>
          <a:xfrm>
            <a:off x="3459875" y="302008"/>
            <a:ext cx="214317" cy="246300"/>
          </a:xfrm>
          <a:prstGeom prst="rect">
            <a:avLst/>
          </a:prstGeom>
          <a:noFill/>
          <a:ln>
            <a:noFill/>
          </a:ln>
        </p:spPr>
      </p:pic>
      <p:sp>
        <p:nvSpPr>
          <p:cNvPr id="395" name="Google Shape;395;g2c157a2fb06_0_798"/>
          <p:cNvSpPr/>
          <p:nvPr/>
        </p:nvSpPr>
        <p:spPr>
          <a:xfrm>
            <a:off x="8557475"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96" name="Google Shape;396;g2c157a2fb06_0_798"/>
          <p:cNvSpPr/>
          <p:nvPr/>
        </p:nvSpPr>
        <p:spPr>
          <a:xfrm>
            <a:off x="8562263"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8DC63F"/>
              </a:solidFill>
              <a:latin typeface="Poppins"/>
              <a:ea typeface="Poppins"/>
              <a:cs typeface="Poppins"/>
              <a:sym typeface="Poppins"/>
            </a:endParaRPr>
          </a:p>
        </p:txBody>
      </p:sp>
      <p:sp>
        <p:nvSpPr>
          <p:cNvPr id="397" name="Google Shape;397;g2c157a2fb06_0_798"/>
          <p:cNvSpPr/>
          <p:nvPr/>
        </p:nvSpPr>
        <p:spPr>
          <a:xfrm rot="5400000">
            <a:off x="7628802" y="24720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398" name="Google Shape;398;g2c157a2fb06_0_798"/>
          <p:cNvSpPr/>
          <p:nvPr/>
        </p:nvSpPr>
        <p:spPr>
          <a:xfrm flipH="1">
            <a:off x="-258"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99" name="Google Shape;399;g2c157a2fb06_0_798"/>
          <p:cNvSpPr/>
          <p:nvPr/>
        </p:nvSpPr>
        <p:spPr>
          <a:xfrm flipH="1">
            <a:off x="-5045"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00" name="Google Shape;400;g2c157a2fb06_0_798"/>
          <p:cNvSpPr/>
          <p:nvPr/>
        </p:nvSpPr>
        <p:spPr>
          <a:xfrm flipH="1" rot="-5400000">
            <a:off x="-938345" y="19386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401" name="Google Shape;401;g2c157a2fb06_0_798"/>
          <p:cNvSpPr txBox="1"/>
          <p:nvPr/>
        </p:nvSpPr>
        <p:spPr>
          <a:xfrm rot="-5400000">
            <a:off x="-1852558" y="218850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Insert Lesson Topic Here</a:t>
            </a:r>
            <a:endParaRPr b="0" i="0" sz="1800" u="none" cap="none" strike="noStrike">
              <a:solidFill>
                <a:srgbClr val="FFFFFF"/>
              </a:solidFill>
              <a:latin typeface="Poppins SemiBold"/>
              <a:ea typeface="Poppins SemiBold"/>
              <a:cs typeface="Poppins SemiBold"/>
              <a:sym typeface="Poppins SemiBold"/>
            </a:endParaRPr>
          </a:p>
        </p:txBody>
      </p:sp>
      <p:sp>
        <p:nvSpPr>
          <p:cNvPr id="402" name="Google Shape;402;g2c157a2fb06_0_798"/>
          <p:cNvSpPr txBox="1"/>
          <p:nvPr/>
        </p:nvSpPr>
        <p:spPr>
          <a:xfrm rot="-5400000">
            <a:off x="-1852558" y="550425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Week - Day Here</a:t>
            </a:r>
            <a:endParaRPr b="0" i="0" sz="1800" u="none" cap="none" strike="noStrike">
              <a:solidFill>
                <a:srgbClr val="CB3D85"/>
              </a:solidFill>
              <a:latin typeface="Poppins Medium"/>
              <a:ea typeface="Poppins Medium"/>
              <a:cs typeface="Poppins Medium"/>
              <a:sym typeface="Poppins Medium"/>
            </a:endParaRPr>
          </a:p>
        </p:txBody>
      </p:sp>
      <p:sp>
        <p:nvSpPr>
          <p:cNvPr id="403" name="Google Shape;403;g2c157a2fb06_0_798"/>
          <p:cNvSpPr txBox="1"/>
          <p:nvPr/>
        </p:nvSpPr>
        <p:spPr>
          <a:xfrm rot="5400000">
            <a:off x="6707775" y="6037650"/>
            <a:ext cx="42885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Lesson Number</a:t>
            </a:r>
            <a:endParaRPr b="0" i="0" sz="1800" u="none" cap="none" strike="noStrike">
              <a:solidFill>
                <a:srgbClr val="CB3D85"/>
              </a:solidFill>
              <a:latin typeface="Poppins Medium"/>
              <a:ea typeface="Poppins Medium"/>
              <a:cs typeface="Poppins Medium"/>
              <a:sym typeface="Poppins Medium"/>
            </a:endParaRPr>
          </a:p>
        </p:txBody>
      </p:sp>
      <p:sp>
        <p:nvSpPr>
          <p:cNvPr id="404" name="Google Shape;404;g2c157a2fb06_0_798"/>
          <p:cNvSpPr txBox="1"/>
          <p:nvPr/>
        </p:nvSpPr>
        <p:spPr>
          <a:xfrm rot="5400000">
            <a:off x="7141875" y="1754400"/>
            <a:ext cx="34203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 xml:space="preserve">Phase 5.5 - Sound Families </a:t>
            </a:r>
            <a:endParaRPr b="0" i="0" sz="1800" u="none" cap="none" strike="noStrike">
              <a:solidFill>
                <a:srgbClr val="FFFFFF"/>
              </a:solidFill>
              <a:latin typeface="Poppins SemiBold"/>
              <a:ea typeface="Poppins SemiBold"/>
              <a:cs typeface="Poppins SemiBold"/>
              <a:sym typeface="Poppins SemiBold"/>
            </a:endParaRPr>
          </a:p>
        </p:txBody>
      </p:sp>
      <p:grpSp>
        <p:nvGrpSpPr>
          <p:cNvPr id="405" name="Google Shape;405;g2c157a2fb06_0_798"/>
          <p:cNvGrpSpPr/>
          <p:nvPr/>
        </p:nvGrpSpPr>
        <p:grpSpPr>
          <a:xfrm>
            <a:off x="662575" y="6212475"/>
            <a:ext cx="586800" cy="571500"/>
            <a:chOff x="662575" y="6212475"/>
            <a:chExt cx="586800" cy="571500"/>
          </a:xfrm>
        </p:grpSpPr>
        <p:sp>
          <p:nvSpPr>
            <p:cNvPr id="406" name="Google Shape;406;g2c157a2fb06_0_798">
              <a:hlinkClick action="ppaction://hlinkshowjump?jump=previousslide"/>
            </p:cNvPr>
            <p:cNvSpPr/>
            <p:nvPr/>
          </p:nvSpPr>
          <p:spPr>
            <a:xfrm>
              <a:off x="662575"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07" name="Google Shape;407;g2c157a2fb06_0_798">
              <a:hlinkClick action="ppaction://hlinkshowjump?jump=previousslide"/>
            </p:cNvPr>
            <p:cNvSpPr/>
            <p:nvPr/>
          </p:nvSpPr>
          <p:spPr>
            <a:xfrm>
              <a:off x="767700"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08" name="Google Shape;408;g2c157a2fb06_0_798">
              <a:hlinkClick action="ppaction://hlinkshowjump?jump=previousslide"/>
            </p:cNvPr>
            <p:cNvSpPr/>
            <p:nvPr/>
          </p:nvSpPr>
          <p:spPr>
            <a:xfrm flipH="1">
              <a:off x="869175"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grpSp>
        <p:nvGrpSpPr>
          <p:cNvPr id="409" name="Google Shape;409;g2c157a2fb06_0_798"/>
          <p:cNvGrpSpPr/>
          <p:nvPr/>
        </p:nvGrpSpPr>
        <p:grpSpPr>
          <a:xfrm>
            <a:off x="7894350" y="6212475"/>
            <a:ext cx="586800" cy="571500"/>
            <a:chOff x="7894350" y="6212475"/>
            <a:chExt cx="586800" cy="571500"/>
          </a:xfrm>
        </p:grpSpPr>
        <p:sp>
          <p:nvSpPr>
            <p:cNvPr id="410" name="Google Shape;410;g2c157a2fb06_0_798">
              <a:hlinkClick action="ppaction://hlinkshowjump?jump=nextslide"/>
            </p:cNvPr>
            <p:cNvSpPr/>
            <p:nvPr/>
          </p:nvSpPr>
          <p:spPr>
            <a:xfrm flipH="1">
              <a:off x="7894350"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11" name="Google Shape;411;g2c157a2fb06_0_798">
              <a:hlinkClick action="ppaction://hlinkshowjump?jump=nextslide"/>
            </p:cNvPr>
            <p:cNvSpPr/>
            <p:nvPr/>
          </p:nvSpPr>
          <p:spPr>
            <a:xfrm flipH="1">
              <a:off x="8000425"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12" name="Google Shape;412;g2c157a2fb06_0_798">
              <a:hlinkClick action="ppaction://hlinkshowjump?jump=nextslide"/>
            </p:cNvPr>
            <p:cNvSpPr/>
            <p:nvPr/>
          </p:nvSpPr>
          <p:spPr>
            <a:xfrm>
              <a:off x="8120950"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7 - Read a Sentence">
  <p:cSld name="Alien Word of the Day_1_1_1_1_1_1_1_1_1_1_1_2_1_1">
    <p:spTree>
      <p:nvGrpSpPr>
        <p:cNvPr id="413" name="Shape 413"/>
        <p:cNvGrpSpPr/>
        <p:nvPr/>
      </p:nvGrpSpPr>
      <p:grpSpPr>
        <a:xfrm>
          <a:off x="0" y="0"/>
          <a:ext cx="0" cy="0"/>
          <a:chOff x="0" y="0"/>
          <a:chExt cx="0" cy="0"/>
        </a:xfrm>
      </p:grpSpPr>
      <p:cxnSp>
        <p:nvCxnSpPr>
          <p:cNvPr id="414" name="Google Shape;414;g2c157a2fb06_0_825"/>
          <p:cNvCxnSpPr/>
          <p:nvPr/>
        </p:nvCxnSpPr>
        <p:spPr>
          <a:xfrm>
            <a:off x="1181100" y="4528650"/>
            <a:ext cx="6781800" cy="0"/>
          </a:xfrm>
          <a:prstGeom prst="straightConnector1">
            <a:avLst/>
          </a:prstGeom>
          <a:noFill/>
          <a:ln cap="flat" cmpd="sng" w="28575">
            <a:solidFill>
              <a:srgbClr val="CFD9EF"/>
            </a:solidFill>
            <a:prstDash val="lgDash"/>
            <a:miter lim="800000"/>
            <a:headEnd len="sm" w="sm" type="none"/>
            <a:tailEnd len="sm" w="sm" type="none"/>
          </a:ln>
        </p:spPr>
      </p:cxnSp>
      <p:cxnSp>
        <p:nvCxnSpPr>
          <p:cNvPr id="415" name="Google Shape;415;g2c157a2fb06_0_825"/>
          <p:cNvCxnSpPr/>
          <p:nvPr/>
        </p:nvCxnSpPr>
        <p:spPr>
          <a:xfrm>
            <a:off x="1181100" y="5369000"/>
            <a:ext cx="6781800" cy="0"/>
          </a:xfrm>
          <a:prstGeom prst="straightConnector1">
            <a:avLst/>
          </a:prstGeom>
          <a:noFill/>
          <a:ln cap="flat" cmpd="sng" w="28575">
            <a:solidFill>
              <a:srgbClr val="CFD9EF"/>
            </a:solidFill>
            <a:prstDash val="lgDash"/>
            <a:miter lim="800000"/>
            <a:headEnd len="sm" w="sm" type="none"/>
            <a:tailEnd len="sm" w="sm" type="none"/>
          </a:ln>
        </p:spPr>
      </p:cxnSp>
      <p:sp>
        <p:nvSpPr>
          <p:cNvPr id="416" name="Google Shape;416;g2c157a2fb06_0_825"/>
          <p:cNvSpPr txBox="1"/>
          <p:nvPr>
            <p:ph idx="1" type="subTitle"/>
          </p:nvPr>
        </p:nvSpPr>
        <p:spPr>
          <a:xfrm>
            <a:off x="1184550" y="3780375"/>
            <a:ext cx="6774900" cy="1620900"/>
          </a:xfrm>
          <a:prstGeom prst="rect">
            <a:avLst/>
          </a:prstGeom>
          <a:noFill/>
          <a:ln>
            <a:noFill/>
          </a:ln>
        </p:spPr>
        <p:txBody>
          <a:bodyPr anchorCtr="0" anchor="ctr" bIns="45700" lIns="91425" spcFirstLastPara="1" rIns="91425" wrap="square" tIns="4570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p:txBody>
      </p:sp>
      <p:sp>
        <p:nvSpPr>
          <p:cNvPr id="417" name="Google Shape;417;g2c157a2fb06_0_825"/>
          <p:cNvSpPr/>
          <p:nvPr>
            <p:ph idx="2" type="pic"/>
          </p:nvPr>
        </p:nvSpPr>
        <p:spPr>
          <a:xfrm>
            <a:off x="1181100" y="852975"/>
            <a:ext cx="6781800" cy="2771700"/>
          </a:xfrm>
          <a:prstGeom prst="roundRect">
            <a:avLst>
              <a:gd fmla="val 16667" name="adj"/>
            </a:avLst>
          </a:prstGeom>
          <a:noFill/>
          <a:ln>
            <a:noFill/>
          </a:ln>
        </p:spPr>
      </p:sp>
      <p:sp>
        <p:nvSpPr>
          <p:cNvPr id="418" name="Google Shape;418;g2c157a2fb06_0_825"/>
          <p:cNvSpPr/>
          <p:nvPr/>
        </p:nvSpPr>
        <p:spPr>
          <a:xfrm>
            <a:off x="2124105" y="6212475"/>
            <a:ext cx="4895700" cy="3693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rPr b="0" i="0" lang="en-US" sz="1800" u="none" cap="none" strike="noStrike">
                <a:solidFill>
                  <a:srgbClr val="AEABAB"/>
                </a:solidFill>
                <a:latin typeface="Poppins Medium"/>
                <a:ea typeface="Poppins Medium"/>
                <a:cs typeface="Poppins Medium"/>
                <a:sym typeface="Poppins Medium"/>
              </a:rPr>
              <a:t>BLENDING FOR READING</a:t>
            </a:r>
            <a:endParaRPr b="0" i="0" sz="1800" u="none" cap="none" strike="noStrike">
              <a:solidFill>
                <a:srgbClr val="AEABAB"/>
              </a:solidFill>
              <a:latin typeface="Poppins Medium"/>
              <a:ea typeface="Poppins Medium"/>
              <a:cs typeface="Poppins Medium"/>
              <a:sym typeface="Poppins Medium"/>
            </a:endParaRPr>
          </a:p>
        </p:txBody>
      </p:sp>
      <p:sp>
        <p:nvSpPr>
          <p:cNvPr id="419" name="Google Shape;419;g2c157a2fb06_0_825"/>
          <p:cNvSpPr txBox="1"/>
          <p:nvPr/>
        </p:nvSpPr>
        <p:spPr>
          <a:xfrm>
            <a:off x="1249500" y="5568500"/>
            <a:ext cx="6645000" cy="691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F7941D"/>
              </a:buClr>
              <a:buSzPts val="3600"/>
              <a:buFont typeface="Poppins Medium"/>
              <a:buNone/>
            </a:pPr>
            <a:r>
              <a:rPr b="0" i="0" lang="en-US" sz="3000" u="none" cap="none" strike="noStrike">
                <a:solidFill>
                  <a:srgbClr val="CB3D85"/>
                </a:solidFill>
                <a:latin typeface="Poppins Medium"/>
                <a:ea typeface="Poppins Medium"/>
                <a:cs typeface="Poppins Medium"/>
                <a:sym typeface="Poppins Medium"/>
              </a:rPr>
              <a:t>Read a Sentence</a:t>
            </a:r>
            <a:endParaRPr b="0" i="0" sz="3000" u="none" cap="none" strike="noStrike">
              <a:solidFill>
                <a:srgbClr val="CB3D85"/>
              </a:solidFill>
              <a:latin typeface="Poppins Medium"/>
              <a:ea typeface="Poppins Medium"/>
              <a:cs typeface="Poppins Medium"/>
              <a:sym typeface="Poppins Medium"/>
            </a:endParaRPr>
          </a:p>
        </p:txBody>
      </p:sp>
      <p:sp>
        <p:nvSpPr>
          <p:cNvPr id="420" name="Google Shape;420;g2c157a2fb06_0_825"/>
          <p:cNvSpPr/>
          <p:nvPr/>
        </p:nvSpPr>
        <p:spPr>
          <a:xfrm>
            <a:off x="3024063" y="318050"/>
            <a:ext cx="3096000" cy="2463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D8D8D8"/>
                </a:solidFill>
                <a:latin typeface="Poppins Medium"/>
                <a:ea typeface="Poppins Medium"/>
                <a:cs typeface="Poppins Medium"/>
                <a:sym typeface="Poppins Medium"/>
              </a:rPr>
              <a:t>TEACH – 10MINS</a:t>
            </a:r>
            <a:endParaRPr b="0" i="0" sz="1400" u="none" cap="none" strike="noStrike">
              <a:solidFill>
                <a:srgbClr val="000000"/>
              </a:solidFill>
              <a:latin typeface="Arial"/>
              <a:ea typeface="Arial"/>
              <a:cs typeface="Arial"/>
              <a:sym typeface="Arial"/>
            </a:endParaRPr>
          </a:p>
        </p:txBody>
      </p:sp>
      <p:pic>
        <p:nvPicPr>
          <p:cNvPr id="421" name="Google Shape;421;g2c157a2fb06_0_825"/>
          <p:cNvPicPr preferRelativeResize="0"/>
          <p:nvPr/>
        </p:nvPicPr>
        <p:blipFill rotWithShape="1">
          <a:blip r:embed="rId2">
            <a:alphaModFix/>
          </a:blip>
          <a:srcRect b="0" l="0" r="0" t="0"/>
          <a:stretch/>
        </p:blipFill>
        <p:spPr>
          <a:xfrm>
            <a:off x="3459875" y="302008"/>
            <a:ext cx="214317" cy="246300"/>
          </a:xfrm>
          <a:prstGeom prst="rect">
            <a:avLst/>
          </a:prstGeom>
          <a:noFill/>
          <a:ln>
            <a:noFill/>
          </a:ln>
        </p:spPr>
      </p:pic>
      <p:sp>
        <p:nvSpPr>
          <p:cNvPr id="422" name="Google Shape;422;g2c157a2fb06_0_825"/>
          <p:cNvSpPr/>
          <p:nvPr/>
        </p:nvSpPr>
        <p:spPr>
          <a:xfrm>
            <a:off x="8557475"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23" name="Google Shape;423;g2c157a2fb06_0_825"/>
          <p:cNvSpPr/>
          <p:nvPr/>
        </p:nvSpPr>
        <p:spPr>
          <a:xfrm>
            <a:off x="8562263"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8DC63F"/>
              </a:solidFill>
              <a:latin typeface="Poppins"/>
              <a:ea typeface="Poppins"/>
              <a:cs typeface="Poppins"/>
              <a:sym typeface="Poppins"/>
            </a:endParaRPr>
          </a:p>
        </p:txBody>
      </p:sp>
      <p:sp>
        <p:nvSpPr>
          <p:cNvPr id="424" name="Google Shape;424;g2c157a2fb06_0_825"/>
          <p:cNvSpPr/>
          <p:nvPr/>
        </p:nvSpPr>
        <p:spPr>
          <a:xfrm rot="5400000">
            <a:off x="7628802" y="24720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425" name="Google Shape;425;g2c157a2fb06_0_825"/>
          <p:cNvSpPr/>
          <p:nvPr/>
        </p:nvSpPr>
        <p:spPr>
          <a:xfrm flipH="1">
            <a:off x="-258"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26" name="Google Shape;426;g2c157a2fb06_0_825"/>
          <p:cNvSpPr/>
          <p:nvPr/>
        </p:nvSpPr>
        <p:spPr>
          <a:xfrm flipH="1">
            <a:off x="-5045"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27" name="Google Shape;427;g2c157a2fb06_0_825"/>
          <p:cNvSpPr/>
          <p:nvPr/>
        </p:nvSpPr>
        <p:spPr>
          <a:xfrm flipH="1" rot="-5400000">
            <a:off x="-938345" y="19386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428" name="Google Shape;428;g2c157a2fb06_0_825"/>
          <p:cNvSpPr txBox="1"/>
          <p:nvPr/>
        </p:nvSpPr>
        <p:spPr>
          <a:xfrm rot="-5400000">
            <a:off x="-1852558" y="218850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Insert Lesson Topic Here</a:t>
            </a:r>
            <a:endParaRPr b="0" i="0" sz="1800" u="none" cap="none" strike="noStrike">
              <a:solidFill>
                <a:srgbClr val="FFFFFF"/>
              </a:solidFill>
              <a:latin typeface="Poppins SemiBold"/>
              <a:ea typeface="Poppins SemiBold"/>
              <a:cs typeface="Poppins SemiBold"/>
              <a:sym typeface="Poppins SemiBold"/>
            </a:endParaRPr>
          </a:p>
        </p:txBody>
      </p:sp>
      <p:sp>
        <p:nvSpPr>
          <p:cNvPr id="429" name="Google Shape;429;g2c157a2fb06_0_825"/>
          <p:cNvSpPr txBox="1"/>
          <p:nvPr/>
        </p:nvSpPr>
        <p:spPr>
          <a:xfrm rot="-5400000">
            <a:off x="-1852558" y="550425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Week - Day Here</a:t>
            </a:r>
            <a:endParaRPr b="0" i="0" sz="1800" u="none" cap="none" strike="noStrike">
              <a:solidFill>
                <a:srgbClr val="CB3D85"/>
              </a:solidFill>
              <a:latin typeface="Poppins Medium"/>
              <a:ea typeface="Poppins Medium"/>
              <a:cs typeface="Poppins Medium"/>
              <a:sym typeface="Poppins Medium"/>
            </a:endParaRPr>
          </a:p>
        </p:txBody>
      </p:sp>
      <p:sp>
        <p:nvSpPr>
          <p:cNvPr id="430" name="Google Shape;430;g2c157a2fb06_0_825"/>
          <p:cNvSpPr txBox="1"/>
          <p:nvPr/>
        </p:nvSpPr>
        <p:spPr>
          <a:xfrm rot="5400000">
            <a:off x="6707775" y="6037650"/>
            <a:ext cx="42885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Lesson Number</a:t>
            </a:r>
            <a:endParaRPr b="0" i="0" sz="1800" u="none" cap="none" strike="noStrike">
              <a:solidFill>
                <a:srgbClr val="CB3D85"/>
              </a:solidFill>
              <a:latin typeface="Poppins Medium"/>
              <a:ea typeface="Poppins Medium"/>
              <a:cs typeface="Poppins Medium"/>
              <a:sym typeface="Poppins Medium"/>
            </a:endParaRPr>
          </a:p>
        </p:txBody>
      </p:sp>
      <p:sp>
        <p:nvSpPr>
          <p:cNvPr id="431" name="Google Shape;431;g2c157a2fb06_0_825"/>
          <p:cNvSpPr txBox="1"/>
          <p:nvPr/>
        </p:nvSpPr>
        <p:spPr>
          <a:xfrm rot="5400000">
            <a:off x="7141875" y="1754400"/>
            <a:ext cx="34203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 xml:space="preserve">Phase 5.5 - Sound Families </a:t>
            </a:r>
            <a:endParaRPr b="0" i="0" sz="1800" u="none" cap="none" strike="noStrike">
              <a:solidFill>
                <a:srgbClr val="FFFFFF"/>
              </a:solidFill>
              <a:latin typeface="Poppins SemiBold"/>
              <a:ea typeface="Poppins SemiBold"/>
              <a:cs typeface="Poppins SemiBold"/>
              <a:sym typeface="Poppins SemiBold"/>
            </a:endParaRPr>
          </a:p>
        </p:txBody>
      </p:sp>
      <p:grpSp>
        <p:nvGrpSpPr>
          <p:cNvPr id="432" name="Google Shape;432;g2c157a2fb06_0_825"/>
          <p:cNvGrpSpPr/>
          <p:nvPr/>
        </p:nvGrpSpPr>
        <p:grpSpPr>
          <a:xfrm>
            <a:off x="662575" y="6212475"/>
            <a:ext cx="586800" cy="571500"/>
            <a:chOff x="662575" y="6212475"/>
            <a:chExt cx="586800" cy="571500"/>
          </a:xfrm>
        </p:grpSpPr>
        <p:sp>
          <p:nvSpPr>
            <p:cNvPr id="433" name="Google Shape;433;g2c157a2fb06_0_825">
              <a:hlinkClick action="ppaction://hlinkshowjump?jump=previousslide"/>
            </p:cNvPr>
            <p:cNvSpPr/>
            <p:nvPr/>
          </p:nvSpPr>
          <p:spPr>
            <a:xfrm>
              <a:off x="662575"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34" name="Google Shape;434;g2c157a2fb06_0_825">
              <a:hlinkClick action="ppaction://hlinkshowjump?jump=previousslide"/>
            </p:cNvPr>
            <p:cNvSpPr/>
            <p:nvPr/>
          </p:nvSpPr>
          <p:spPr>
            <a:xfrm>
              <a:off x="767700"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35" name="Google Shape;435;g2c157a2fb06_0_825">
              <a:hlinkClick action="ppaction://hlinkshowjump?jump=previousslide"/>
            </p:cNvPr>
            <p:cNvSpPr/>
            <p:nvPr/>
          </p:nvSpPr>
          <p:spPr>
            <a:xfrm flipH="1">
              <a:off x="869175"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grpSp>
        <p:nvGrpSpPr>
          <p:cNvPr id="436" name="Google Shape;436;g2c157a2fb06_0_825"/>
          <p:cNvGrpSpPr/>
          <p:nvPr/>
        </p:nvGrpSpPr>
        <p:grpSpPr>
          <a:xfrm>
            <a:off x="7894350" y="6212475"/>
            <a:ext cx="586800" cy="571500"/>
            <a:chOff x="7894350" y="6212475"/>
            <a:chExt cx="586800" cy="571500"/>
          </a:xfrm>
        </p:grpSpPr>
        <p:sp>
          <p:nvSpPr>
            <p:cNvPr id="437" name="Google Shape;437;g2c157a2fb06_0_825">
              <a:hlinkClick action="ppaction://hlinkshowjump?jump=nextslide"/>
            </p:cNvPr>
            <p:cNvSpPr/>
            <p:nvPr/>
          </p:nvSpPr>
          <p:spPr>
            <a:xfrm flipH="1">
              <a:off x="7894350"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38" name="Google Shape;438;g2c157a2fb06_0_825">
              <a:hlinkClick action="ppaction://hlinkshowjump?jump=nextslide"/>
            </p:cNvPr>
            <p:cNvSpPr/>
            <p:nvPr/>
          </p:nvSpPr>
          <p:spPr>
            <a:xfrm flipH="1">
              <a:off x="8000425"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39" name="Google Shape;439;g2c157a2fb06_0_825">
              <a:hlinkClick action="ppaction://hlinkshowjump?jump=nextslide"/>
            </p:cNvPr>
            <p:cNvSpPr/>
            <p:nvPr/>
          </p:nvSpPr>
          <p:spPr>
            <a:xfrm>
              <a:off x="8120950"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8 - Hands Up, Pair Up">
  <p:cSld name="Alien Word of the Day_1_1_1_1_1_1_1_1_1_1_1_3">
    <p:spTree>
      <p:nvGrpSpPr>
        <p:cNvPr id="440" name="Shape 440"/>
        <p:cNvGrpSpPr/>
        <p:nvPr/>
      </p:nvGrpSpPr>
      <p:grpSpPr>
        <a:xfrm>
          <a:off x="0" y="0"/>
          <a:ext cx="0" cy="0"/>
          <a:chOff x="0" y="0"/>
          <a:chExt cx="0" cy="0"/>
        </a:xfrm>
      </p:grpSpPr>
      <p:sp>
        <p:nvSpPr>
          <p:cNvPr id="441" name="Google Shape;441;g2c157a2fb06_0_700"/>
          <p:cNvSpPr/>
          <p:nvPr/>
        </p:nvSpPr>
        <p:spPr>
          <a:xfrm>
            <a:off x="1108510" y="724846"/>
            <a:ext cx="2012796" cy="1269972"/>
          </a:xfrm>
          <a:prstGeom prst="cloud">
            <a:avLst/>
          </a:prstGeom>
          <a:solidFill>
            <a:srgbClr val="F3F7FD"/>
          </a:solidFill>
          <a:ln cap="flat" cmpd="sng" w="38100">
            <a:solidFill>
              <a:srgbClr val="E6E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42" name="Google Shape;442;g2c157a2fb06_0_700"/>
          <p:cNvSpPr/>
          <p:nvPr/>
        </p:nvSpPr>
        <p:spPr>
          <a:xfrm flipH="1" rot="-513789">
            <a:off x="3539163" y="1038091"/>
            <a:ext cx="2012770" cy="1269967"/>
          </a:xfrm>
          <a:prstGeom prst="cloud">
            <a:avLst/>
          </a:prstGeom>
          <a:solidFill>
            <a:srgbClr val="F3F7FD"/>
          </a:solidFill>
          <a:ln cap="flat" cmpd="sng" w="38100">
            <a:solidFill>
              <a:srgbClr val="E6E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43" name="Google Shape;443;g2c157a2fb06_0_700"/>
          <p:cNvSpPr/>
          <p:nvPr/>
        </p:nvSpPr>
        <p:spPr>
          <a:xfrm>
            <a:off x="6123195" y="588758"/>
            <a:ext cx="2012796" cy="1269972"/>
          </a:xfrm>
          <a:prstGeom prst="cloud">
            <a:avLst/>
          </a:prstGeom>
          <a:solidFill>
            <a:srgbClr val="F3F7FD"/>
          </a:solidFill>
          <a:ln cap="flat" cmpd="sng" w="38100">
            <a:solidFill>
              <a:srgbClr val="E6E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44" name="Google Shape;444;g2c157a2fb06_0_700"/>
          <p:cNvSpPr txBox="1"/>
          <p:nvPr/>
        </p:nvSpPr>
        <p:spPr>
          <a:xfrm>
            <a:off x="1249500" y="5568500"/>
            <a:ext cx="6645000" cy="691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F7941D"/>
              </a:buClr>
              <a:buSzPts val="3600"/>
              <a:buFont typeface="Poppins Medium"/>
              <a:buNone/>
            </a:pPr>
            <a:r>
              <a:rPr b="0" i="0" lang="en-US" sz="3000" u="none" cap="none" strike="noStrike">
                <a:solidFill>
                  <a:srgbClr val="CB3D85"/>
                </a:solidFill>
                <a:latin typeface="Poppins Medium"/>
                <a:ea typeface="Poppins Medium"/>
                <a:cs typeface="Poppins Medium"/>
                <a:sym typeface="Poppins Medium"/>
              </a:rPr>
              <a:t>Hands Up, Pair Up</a:t>
            </a:r>
            <a:endParaRPr b="0" i="0" sz="3000" u="none" cap="none" strike="noStrike">
              <a:solidFill>
                <a:srgbClr val="CB3D85"/>
              </a:solidFill>
              <a:latin typeface="Poppins Medium"/>
              <a:ea typeface="Poppins Medium"/>
              <a:cs typeface="Poppins Medium"/>
              <a:sym typeface="Poppins Medium"/>
            </a:endParaRPr>
          </a:p>
        </p:txBody>
      </p:sp>
      <p:sp>
        <p:nvSpPr>
          <p:cNvPr id="445" name="Google Shape;445;g2c157a2fb06_0_700"/>
          <p:cNvSpPr/>
          <p:nvPr/>
        </p:nvSpPr>
        <p:spPr>
          <a:xfrm>
            <a:off x="2124105" y="6212475"/>
            <a:ext cx="4895700" cy="3693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rPr b="0" i="0" lang="en-US" sz="1800" u="none" cap="none" strike="noStrike">
                <a:solidFill>
                  <a:srgbClr val="AEABAB"/>
                </a:solidFill>
                <a:latin typeface="Poppins Medium"/>
                <a:ea typeface="Poppins Medium"/>
                <a:cs typeface="Poppins Medium"/>
                <a:sym typeface="Poppins Medium"/>
              </a:rPr>
              <a:t>BLENDING FOR READING</a:t>
            </a:r>
            <a:endParaRPr b="0" i="0" sz="1800" u="none" cap="none" strike="noStrike">
              <a:solidFill>
                <a:srgbClr val="AEABAB"/>
              </a:solidFill>
              <a:latin typeface="Poppins Medium"/>
              <a:ea typeface="Poppins Medium"/>
              <a:cs typeface="Poppins Medium"/>
              <a:sym typeface="Poppins Medium"/>
            </a:endParaRPr>
          </a:p>
        </p:txBody>
      </p:sp>
      <p:sp>
        <p:nvSpPr>
          <p:cNvPr id="446" name="Google Shape;446;g2c157a2fb06_0_700"/>
          <p:cNvSpPr txBox="1"/>
          <p:nvPr>
            <p:ph idx="1" type="subTitle"/>
          </p:nvPr>
        </p:nvSpPr>
        <p:spPr>
          <a:xfrm>
            <a:off x="1179855" y="726336"/>
            <a:ext cx="1870200" cy="1269900"/>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p:txBody>
      </p:sp>
      <p:sp>
        <p:nvSpPr>
          <p:cNvPr id="447" name="Google Shape;447;g2c157a2fb06_0_700"/>
          <p:cNvSpPr txBox="1"/>
          <p:nvPr>
            <p:ph idx="2" type="subTitle"/>
          </p:nvPr>
        </p:nvSpPr>
        <p:spPr>
          <a:xfrm>
            <a:off x="3645035" y="1039536"/>
            <a:ext cx="1870200" cy="1269900"/>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p:txBody>
      </p:sp>
      <p:sp>
        <p:nvSpPr>
          <p:cNvPr id="448" name="Google Shape;448;g2c157a2fb06_0_700"/>
          <p:cNvSpPr txBox="1"/>
          <p:nvPr>
            <p:ph idx="3" type="subTitle"/>
          </p:nvPr>
        </p:nvSpPr>
        <p:spPr>
          <a:xfrm>
            <a:off x="6263616" y="590249"/>
            <a:ext cx="1870200" cy="1269900"/>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p:txBody>
      </p:sp>
      <p:sp>
        <p:nvSpPr>
          <p:cNvPr id="449" name="Google Shape;449;g2c157a2fb06_0_700"/>
          <p:cNvSpPr/>
          <p:nvPr/>
        </p:nvSpPr>
        <p:spPr>
          <a:xfrm rot="-10251123">
            <a:off x="5784914" y="2390259"/>
            <a:ext cx="2012801" cy="1269934"/>
          </a:xfrm>
          <a:prstGeom prst="cloud">
            <a:avLst/>
          </a:prstGeom>
          <a:solidFill>
            <a:srgbClr val="F3F7FD"/>
          </a:solidFill>
          <a:ln cap="flat" cmpd="sng" w="38100">
            <a:solidFill>
              <a:srgbClr val="E6E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50" name="Google Shape;450;g2c157a2fb06_0_700"/>
          <p:cNvSpPr txBox="1"/>
          <p:nvPr>
            <p:ph idx="4" type="subTitle"/>
          </p:nvPr>
        </p:nvSpPr>
        <p:spPr>
          <a:xfrm>
            <a:off x="5856255" y="2391686"/>
            <a:ext cx="1870200" cy="1269900"/>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p:txBody>
      </p:sp>
      <p:sp>
        <p:nvSpPr>
          <p:cNvPr id="451" name="Google Shape;451;g2c157a2fb06_0_700"/>
          <p:cNvSpPr/>
          <p:nvPr/>
        </p:nvSpPr>
        <p:spPr>
          <a:xfrm>
            <a:off x="1984645" y="2367646"/>
            <a:ext cx="2012796" cy="1269972"/>
          </a:xfrm>
          <a:prstGeom prst="cloud">
            <a:avLst/>
          </a:prstGeom>
          <a:solidFill>
            <a:srgbClr val="F3F7FD"/>
          </a:solidFill>
          <a:ln cap="flat" cmpd="sng" w="38100">
            <a:solidFill>
              <a:srgbClr val="E6E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52" name="Google Shape;452;g2c157a2fb06_0_700"/>
          <p:cNvSpPr txBox="1"/>
          <p:nvPr>
            <p:ph idx="5" type="subTitle"/>
          </p:nvPr>
        </p:nvSpPr>
        <p:spPr>
          <a:xfrm>
            <a:off x="2125066" y="2369136"/>
            <a:ext cx="1870200" cy="1269900"/>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p:txBody>
      </p:sp>
      <p:sp>
        <p:nvSpPr>
          <p:cNvPr id="453" name="Google Shape;453;g2c157a2fb06_0_700"/>
          <p:cNvSpPr/>
          <p:nvPr/>
        </p:nvSpPr>
        <p:spPr>
          <a:xfrm>
            <a:off x="3755185" y="3874158"/>
            <a:ext cx="2012796" cy="1269972"/>
          </a:xfrm>
          <a:prstGeom prst="cloud">
            <a:avLst/>
          </a:prstGeom>
          <a:solidFill>
            <a:srgbClr val="F3F7FD"/>
          </a:solidFill>
          <a:ln cap="flat" cmpd="sng" w="38100">
            <a:solidFill>
              <a:srgbClr val="E6E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54" name="Google Shape;454;g2c157a2fb06_0_700"/>
          <p:cNvSpPr txBox="1"/>
          <p:nvPr>
            <p:ph idx="6" type="subTitle"/>
          </p:nvPr>
        </p:nvSpPr>
        <p:spPr>
          <a:xfrm>
            <a:off x="3826530" y="3875649"/>
            <a:ext cx="1870200" cy="1269900"/>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p:txBody>
      </p:sp>
      <p:sp>
        <p:nvSpPr>
          <p:cNvPr id="455" name="Google Shape;455;g2c157a2fb06_0_700"/>
          <p:cNvSpPr/>
          <p:nvPr/>
        </p:nvSpPr>
        <p:spPr>
          <a:xfrm>
            <a:off x="855895" y="4008958"/>
            <a:ext cx="2012796" cy="1269972"/>
          </a:xfrm>
          <a:prstGeom prst="cloud">
            <a:avLst/>
          </a:prstGeom>
          <a:solidFill>
            <a:srgbClr val="F3F7FD"/>
          </a:solidFill>
          <a:ln cap="flat" cmpd="sng" w="38100">
            <a:solidFill>
              <a:srgbClr val="E6E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56" name="Google Shape;456;g2c157a2fb06_0_700"/>
          <p:cNvSpPr txBox="1"/>
          <p:nvPr>
            <p:ph idx="7" type="subTitle"/>
          </p:nvPr>
        </p:nvSpPr>
        <p:spPr>
          <a:xfrm>
            <a:off x="996316" y="4010449"/>
            <a:ext cx="1870200" cy="1269900"/>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p:txBody>
      </p:sp>
      <p:sp>
        <p:nvSpPr>
          <p:cNvPr id="457" name="Google Shape;457;g2c157a2fb06_0_700"/>
          <p:cNvSpPr/>
          <p:nvPr/>
        </p:nvSpPr>
        <p:spPr>
          <a:xfrm flipH="1" rot="-513789">
            <a:off x="6058038" y="4333066"/>
            <a:ext cx="2012770" cy="1269967"/>
          </a:xfrm>
          <a:prstGeom prst="cloud">
            <a:avLst/>
          </a:prstGeom>
          <a:solidFill>
            <a:srgbClr val="F3F7FD"/>
          </a:solidFill>
          <a:ln cap="flat" cmpd="sng" w="38100">
            <a:solidFill>
              <a:srgbClr val="E6E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58" name="Google Shape;458;g2c157a2fb06_0_700"/>
          <p:cNvSpPr txBox="1"/>
          <p:nvPr>
            <p:ph idx="8" type="subTitle"/>
          </p:nvPr>
        </p:nvSpPr>
        <p:spPr>
          <a:xfrm>
            <a:off x="6163910" y="4334511"/>
            <a:ext cx="1870200" cy="1269900"/>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p:txBody>
      </p:sp>
      <p:sp>
        <p:nvSpPr>
          <p:cNvPr id="459" name="Google Shape;459;g2c157a2fb06_0_700"/>
          <p:cNvSpPr/>
          <p:nvPr/>
        </p:nvSpPr>
        <p:spPr>
          <a:xfrm>
            <a:off x="3024063" y="318050"/>
            <a:ext cx="3096000" cy="2463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D8D8D8"/>
                </a:solidFill>
                <a:latin typeface="Poppins Medium"/>
                <a:ea typeface="Poppins Medium"/>
                <a:cs typeface="Poppins Medium"/>
                <a:sym typeface="Poppins Medium"/>
              </a:rPr>
              <a:t>TEACH – 10MINS</a:t>
            </a:r>
            <a:endParaRPr b="0" i="0" sz="1400" u="none" cap="none" strike="noStrike">
              <a:solidFill>
                <a:srgbClr val="000000"/>
              </a:solidFill>
              <a:latin typeface="Arial"/>
              <a:ea typeface="Arial"/>
              <a:cs typeface="Arial"/>
              <a:sym typeface="Arial"/>
            </a:endParaRPr>
          </a:p>
        </p:txBody>
      </p:sp>
      <p:pic>
        <p:nvPicPr>
          <p:cNvPr id="460" name="Google Shape;460;g2c157a2fb06_0_700"/>
          <p:cNvPicPr preferRelativeResize="0"/>
          <p:nvPr/>
        </p:nvPicPr>
        <p:blipFill rotWithShape="1">
          <a:blip r:embed="rId2">
            <a:alphaModFix/>
          </a:blip>
          <a:srcRect b="0" l="0" r="0" t="0"/>
          <a:stretch/>
        </p:blipFill>
        <p:spPr>
          <a:xfrm>
            <a:off x="3459875" y="302008"/>
            <a:ext cx="214317" cy="246300"/>
          </a:xfrm>
          <a:prstGeom prst="rect">
            <a:avLst/>
          </a:prstGeom>
          <a:noFill/>
          <a:ln>
            <a:noFill/>
          </a:ln>
        </p:spPr>
      </p:pic>
      <p:sp>
        <p:nvSpPr>
          <p:cNvPr id="461" name="Google Shape;461;g2c157a2fb06_0_700"/>
          <p:cNvSpPr/>
          <p:nvPr/>
        </p:nvSpPr>
        <p:spPr>
          <a:xfrm>
            <a:off x="8557475"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62" name="Google Shape;462;g2c157a2fb06_0_700"/>
          <p:cNvSpPr/>
          <p:nvPr/>
        </p:nvSpPr>
        <p:spPr>
          <a:xfrm>
            <a:off x="8562263"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8DC63F"/>
              </a:solidFill>
              <a:latin typeface="Poppins"/>
              <a:ea typeface="Poppins"/>
              <a:cs typeface="Poppins"/>
              <a:sym typeface="Poppins"/>
            </a:endParaRPr>
          </a:p>
        </p:txBody>
      </p:sp>
      <p:sp>
        <p:nvSpPr>
          <p:cNvPr id="463" name="Google Shape;463;g2c157a2fb06_0_700"/>
          <p:cNvSpPr/>
          <p:nvPr/>
        </p:nvSpPr>
        <p:spPr>
          <a:xfrm rot="5400000">
            <a:off x="7628802" y="24720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464" name="Google Shape;464;g2c157a2fb06_0_700"/>
          <p:cNvSpPr/>
          <p:nvPr/>
        </p:nvSpPr>
        <p:spPr>
          <a:xfrm flipH="1">
            <a:off x="-258"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65" name="Google Shape;465;g2c157a2fb06_0_700"/>
          <p:cNvSpPr/>
          <p:nvPr/>
        </p:nvSpPr>
        <p:spPr>
          <a:xfrm flipH="1">
            <a:off x="-5045"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66" name="Google Shape;466;g2c157a2fb06_0_700"/>
          <p:cNvSpPr/>
          <p:nvPr/>
        </p:nvSpPr>
        <p:spPr>
          <a:xfrm flipH="1" rot="-5400000">
            <a:off x="-938345" y="19386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467" name="Google Shape;467;g2c157a2fb06_0_700"/>
          <p:cNvSpPr txBox="1"/>
          <p:nvPr/>
        </p:nvSpPr>
        <p:spPr>
          <a:xfrm rot="-5400000">
            <a:off x="-1852558" y="218850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Insert Lesson Topic Here</a:t>
            </a:r>
            <a:endParaRPr b="0" i="0" sz="1800" u="none" cap="none" strike="noStrike">
              <a:solidFill>
                <a:srgbClr val="FFFFFF"/>
              </a:solidFill>
              <a:latin typeface="Poppins SemiBold"/>
              <a:ea typeface="Poppins SemiBold"/>
              <a:cs typeface="Poppins SemiBold"/>
              <a:sym typeface="Poppins SemiBold"/>
            </a:endParaRPr>
          </a:p>
        </p:txBody>
      </p:sp>
      <p:sp>
        <p:nvSpPr>
          <p:cNvPr id="468" name="Google Shape;468;g2c157a2fb06_0_700"/>
          <p:cNvSpPr txBox="1"/>
          <p:nvPr/>
        </p:nvSpPr>
        <p:spPr>
          <a:xfrm rot="-5400000">
            <a:off x="-1852558" y="550425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Week - Day Here</a:t>
            </a:r>
            <a:endParaRPr b="0" i="0" sz="1800" u="none" cap="none" strike="noStrike">
              <a:solidFill>
                <a:srgbClr val="CB3D85"/>
              </a:solidFill>
              <a:latin typeface="Poppins Medium"/>
              <a:ea typeface="Poppins Medium"/>
              <a:cs typeface="Poppins Medium"/>
              <a:sym typeface="Poppins Medium"/>
            </a:endParaRPr>
          </a:p>
        </p:txBody>
      </p:sp>
      <p:sp>
        <p:nvSpPr>
          <p:cNvPr id="469" name="Google Shape;469;g2c157a2fb06_0_700"/>
          <p:cNvSpPr txBox="1"/>
          <p:nvPr/>
        </p:nvSpPr>
        <p:spPr>
          <a:xfrm rot="5400000">
            <a:off x="6707775" y="6037650"/>
            <a:ext cx="42885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Lesson Number</a:t>
            </a:r>
            <a:endParaRPr b="0" i="0" sz="1800" u="none" cap="none" strike="noStrike">
              <a:solidFill>
                <a:srgbClr val="CB3D85"/>
              </a:solidFill>
              <a:latin typeface="Poppins Medium"/>
              <a:ea typeface="Poppins Medium"/>
              <a:cs typeface="Poppins Medium"/>
              <a:sym typeface="Poppins Medium"/>
            </a:endParaRPr>
          </a:p>
        </p:txBody>
      </p:sp>
      <p:sp>
        <p:nvSpPr>
          <p:cNvPr id="470" name="Google Shape;470;g2c157a2fb06_0_700"/>
          <p:cNvSpPr txBox="1"/>
          <p:nvPr/>
        </p:nvSpPr>
        <p:spPr>
          <a:xfrm rot="5400000">
            <a:off x="7141875" y="1754400"/>
            <a:ext cx="34203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 xml:space="preserve">Phase 5.5 - Sound Families </a:t>
            </a:r>
            <a:endParaRPr b="0" i="0" sz="1800" u="none" cap="none" strike="noStrike">
              <a:solidFill>
                <a:srgbClr val="FFFFFF"/>
              </a:solidFill>
              <a:latin typeface="Poppins SemiBold"/>
              <a:ea typeface="Poppins SemiBold"/>
              <a:cs typeface="Poppins SemiBold"/>
              <a:sym typeface="Poppins SemiBold"/>
            </a:endParaRPr>
          </a:p>
        </p:txBody>
      </p:sp>
      <p:grpSp>
        <p:nvGrpSpPr>
          <p:cNvPr id="471" name="Google Shape;471;g2c157a2fb06_0_700"/>
          <p:cNvGrpSpPr/>
          <p:nvPr/>
        </p:nvGrpSpPr>
        <p:grpSpPr>
          <a:xfrm>
            <a:off x="662575" y="6212475"/>
            <a:ext cx="586800" cy="571500"/>
            <a:chOff x="662575" y="6212475"/>
            <a:chExt cx="586800" cy="571500"/>
          </a:xfrm>
        </p:grpSpPr>
        <p:sp>
          <p:nvSpPr>
            <p:cNvPr id="472" name="Google Shape;472;g2c157a2fb06_0_700">
              <a:hlinkClick action="ppaction://hlinkshowjump?jump=previousslide"/>
            </p:cNvPr>
            <p:cNvSpPr/>
            <p:nvPr/>
          </p:nvSpPr>
          <p:spPr>
            <a:xfrm>
              <a:off x="662575"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73" name="Google Shape;473;g2c157a2fb06_0_700">
              <a:hlinkClick action="ppaction://hlinkshowjump?jump=previousslide"/>
            </p:cNvPr>
            <p:cNvSpPr/>
            <p:nvPr/>
          </p:nvSpPr>
          <p:spPr>
            <a:xfrm>
              <a:off x="767700"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74" name="Google Shape;474;g2c157a2fb06_0_700">
              <a:hlinkClick action="ppaction://hlinkshowjump?jump=previousslide"/>
            </p:cNvPr>
            <p:cNvSpPr/>
            <p:nvPr/>
          </p:nvSpPr>
          <p:spPr>
            <a:xfrm flipH="1">
              <a:off x="869175"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grpSp>
        <p:nvGrpSpPr>
          <p:cNvPr id="475" name="Google Shape;475;g2c157a2fb06_0_700"/>
          <p:cNvGrpSpPr/>
          <p:nvPr/>
        </p:nvGrpSpPr>
        <p:grpSpPr>
          <a:xfrm>
            <a:off x="7894350" y="6212475"/>
            <a:ext cx="586800" cy="571500"/>
            <a:chOff x="7894350" y="6212475"/>
            <a:chExt cx="586800" cy="571500"/>
          </a:xfrm>
        </p:grpSpPr>
        <p:sp>
          <p:nvSpPr>
            <p:cNvPr id="476" name="Google Shape;476;g2c157a2fb06_0_700">
              <a:hlinkClick action="ppaction://hlinkshowjump?jump=nextslide"/>
            </p:cNvPr>
            <p:cNvSpPr/>
            <p:nvPr/>
          </p:nvSpPr>
          <p:spPr>
            <a:xfrm flipH="1">
              <a:off x="7894350"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77" name="Google Shape;477;g2c157a2fb06_0_700">
              <a:hlinkClick action="ppaction://hlinkshowjump?jump=nextslide"/>
            </p:cNvPr>
            <p:cNvSpPr/>
            <p:nvPr/>
          </p:nvSpPr>
          <p:spPr>
            <a:xfrm flipH="1">
              <a:off x="8000425"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78" name="Google Shape;478;g2c157a2fb06_0_700">
              <a:hlinkClick action="ppaction://hlinkshowjump?jump=nextslide"/>
            </p:cNvPr>
            <p:cNvSpPr/>
            <p:nvPr/>
          </p:nvSpPr>
          <p:spPr>
            <a:xfrm>
              <a:off x="8120950"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9 - Bingo">
  <p:cSld name="Alien Word of the Day_1_1_1_1_1_1_1_1_1_1_1_3_1">
    <p:spTree>
      <p:nvGrpSpPr>
        <p:cNvPr id="479" name="Shape 479"/>
        <p:cNvGrpSpPr/>
        <p:nvPr/>
      </p:nvGrpSpPr>
      <p:grpSpPr>
        <a:xfrm>
          <a:off x="0" y="0"/>
          <a:ext cx="0" cy="0"/>
          <a:chOff x="0" y="0"/>
          <a:chExt cx="0" cy="0"/>
        </a:xfrm>
      </p:grpSpPr>
      <p:sp>
        <p:nvSpPr>
          <p:cNvPr id="480" name="Google Shape;480;g2c157a2fb06_0_932"/>
          <p:cNvSpPr txBox="1"/>
          <p:nvPr/>
        </p:nvSpPr>
        <p:spPr>
          <a:xfrm>
            <a:off x="1249500" y="5568500"/>
            <a:ext cx="6645000" cy="691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F7941D"/>
              </a:buClr>
              <a:buSzPts val="3600"/>
              <a:buFont typeface="Poppins Medium"/>
              <a:buNone/>
            </a:pPr>
            <a:r>
              <a:rPr b="0" i="0" lang="en-US" sz="3000" u="none" cap="none" strike="noStrike">
                <a:solidFill>
                  <a:srgbClr val="CB3D85"/>
                </a:solidFill>
                <a:latin typeface="Poppins Medium"/>
                <a:ea typeface="Poppins Medium"/>
                <a:cs typeface="Poppins Medium"/>
                <a:sym typeface="Poppins Medium"/>
              </a:rPr>
              <a:t>Bingo</a:t>
            </a:r>
            <a:endParaRPr b="0" i="0" sz="3000" u="none" cap="none" strike="noStrike">
              <a:solidFill>
                <a:srgbClr val="CB3D85"/>
              </a:solidFill>
              <a:latin typeface="Poppins Medium"/>
              <a:ea typeface="Poppins Medium"/>
              <a:cs typeface="Poppins Medium"/>
              <a:sym typeface="Poppins Medium"/>
            </a:endParaRPr>
          </a:p>
        </p:txBody>
      </p:sp>
      <p:cxnSp>
        <p:nvCxnSpPr>
          <p:cNvPr id="481" name="Google Shape;481;g2c157a2fb06_0_932"/>
          <p:cNvCxnSpPr/>
          <p:nvPr/>
        </p:nvCxnSpPr>
        <p:spPr>
          <a:xfrm>
            <a:off x="1181100" y="2307667"/>
            <a:ext cx="6781800" cy="0"/>
          </a:xfrm>
          <a:prstGeom prst="straightConnector1">
            <a:avLst/>
          </a:prstGeom>
          <a:noFill/>
          <a:ln cap="flat" cmpd="sng" w="28575">
            <a:solidFill>
              <a:srgbClr val="CFD9EF"/>
            </a:solidFill>
            <a:prstDash val="lgDash"/>
            <a:miter lim="800000"/>
            <a:headEnd len="sm" w="sm" type="none"/>
            <a:tailEnd len="sm" w="sm" type="none"/>
          </a:ln>
        </p:spPr>
      </p:cxnSp>
      <p:cxnSp>
        <p:nvCxnSpPr>
          <p:cNvPr id="482" name="Google Shape;482;g2c157a2fb06_0_932"/>
          <p:cNvCxnSpPr/>
          <p:nvPr/>
        </p:nvCxnSpPr>
        <p:spPr>
          <a:xfrm>
            <a:off x="1181100" y="3853333"/>
            <a:ext cx="6781800" cy="0"/>
          </a:xfrm>
          <a:prstGeom prst="straightConnector1">
            <a:avLst/>
          </a:prstGeom>
          <a:noFill/>
          <a:ln cap="flat" cmpd="sng" w="28575">
            <a:solidFill>
              <a:srgbClr val="CFD9EF"/>
            </a:solidFill>
            <a:prstDash val="lgDash"/>
            <a:miter lim="800000"/>
            <a:headEnd len="sm" w="sm" type="none"/>
            <a:tailEnd len="sm" w="sm" type="none"/>
          </a:ln>
        </p:spPr>
      </p:cxnSp>
      <p:cxnSp>
        <p:nvCxnSpPr>
          <p:cNvPr id="483" name="Google Shape;483;g2c157a2fb06_0_932"/>
          <p:cNvCxnSpPr/>
          <p:nvPr/>
        </p:nvCxnSpPr>
        <p:spPr>
          <a:xfrm>
            <a:off x="1181100" y="5399000"/>
            <a:ext cx="6781800" cy="0"/>
          </a:xfrm>
          <a:prstGeom prst="straightConnector1">
            <a:avLst/>
          </a:prstGeom>
          <a:noFill/>
          <a:ln cap="flat" cmpd="sng" w="28575">
            <a:solidFill>
              <a:srgbClr val="CFD9EF"/>
            </a:solidFill>
            <a:prstDash val="lgDash"/>
            <a:miter lim="800000"/>
            <a:headEnd len="sm" w="sm" type="none"/>
            <a:tailEnd len="sm" w="sm" type="none"/>
          </a:ln>
        </p:spPr>
      </p:cxnSp>
      <p:cxnSp>
        <p:nvCxnSpPr>
          <p:cNvPr id="484" name="Google Shape;484;g2c157a2fb06_0_932"/>
          <p:cNvCxnSpPr/>
          <p:nvPr/>
        </p:nvCxnSpPr>
        <p:spPr>
          <a:xfrm>
            <a:off x="1181100" y="762000"/>
            <a:ext cx="6781800" cy="0"/>
          </a:xfrm>
          <a:prstGeom prst="straightConnector1">
            <a:avLst/>
          </a:prstGeom>
          <a:noFill/>
          <a:ln cap="flat" cmpd="sng" w="28575">
            <a:solidFill>
              <a:srgbClr val="CFD9EF"/>
            </a:solidFill>
            <a:prstDash val="lgDash"/>
            <a:miter lim="800000"/>
            <a:headEnd len="sm" w="sm" type="none"/>
            <a:tailEnd len="sm" w="sm" type="none"/>
          </a:ln>
        </p:spPr>
      </p:cxnSp>
      <p:cxnSp>
        <p:nvCxnSpPr>
          <p:cNvPr id="485" name="Google Shape;485;g2c157a2fb06_0_932"/>
          <p:cNvCxnSpPr/>
          <p:nvPr/>
        </p:nvCxnSpPr>
        <p:spPr>
          <a:xfrm>
            <a:off x="1181100" y="795350"/>
            <a:ext cx="0" cy="4562100"/>
          </a:xfrm>
          <a:prstGeom prst="straightConnector1">
            <a:avLst/>
          </a:prstGeom>
          <a:noFill/>
          <a:ln cap="flat" cmpd="sng" w="28575">
            <a:solidFill>
              <a:srgbClr val="CFD9EF"/>
            </a:solidFill>
            <a:prstDash val="lgDash"/>
            <a:miter lim="800000"/>
            <a:headEnd len="sm" w="sm" type="none"/>
            <a:tailEnd len="sm" w="sm" type="none"/>
          </a:ln>
        </p:spPr>
      </p:cxnSp>
      <p:cxnSp>
        <p:nvCxnSpPr>
          <p:cNvPr id="486" name="Google Shape;486;g2c157a2fb06_0_932"/>
          <p:cNvCxnSpPr/>
          <p:nvPr/>
        </p:nvCxnSpPr>
        <p:spPr>
          <a:xfrm>
            <a:off x="7994100" y="795350"/>
            <a:ext cx="0" cy="4562100"/>
          </a:xfrm>
          <a:prstGeom prst="straightConnector1">
            <a:avLst/>
          </a:prstGeom>
          <a:noFill/>
          <a:ln cap="flat" cmpd="sng" w="28575">
            <a:solidFill>
              <a:srgbClr val="CFD9EF"/>
            </a:solidFill>
            <a:prstDash val="lgDash"/>
            <a:miter lim="800000"/>
            <a:headEnd len="sm" w="sm" type="none"/>
            <a:tailEnd len="sm" w="sm" type="none"/>
          </a:ln>
        </p:spPr>
      </p:cxnSp>
      <p:cxnSp>
        <p:nvCxnSpPr>
          <p:cNvPr id="487" name="Google Shape;487;g2c157a2fb06_0_932"/>
          <p:cNvCxnSpPr/>
          <p:nvPr/>
        </p:nvCxnSpPr>
        <p:spPr>
          <a:xfrm>
            <a:off x="3452100" y="795350"/>
            <a:ext cx="0" cy="4562100"/>
          </a:xfrm>
          <a:prstGeom prst="straightConnector1">
            <a:avLst/>
          </a:prstGeom>
          <a:noFill/>
          <a:ln cap="flat" cmpd="sng" w="28575">
            <a:solidFill>
              <a:srgbClr val="CFD9EF"/>
            </a:solidFill>
            <a:prstDash val="lgDash"/>
            <a:miter lim="800000"/>
            <a:headEnd len="sm" w="sm" type="none"/>
            <a:tailEnd len="sm" w="sm" type="none"/>
          </a:ln>
        </p:spPr>
      </p:cxnSp>
      <p:cxnSp>
        <p:nvCxnSpPr>
          <p:cNvPr id="488" name="Google Shape;488;g2c157a2fb06_0_932"/>
          <p:cNvCxnSpPr/>
          <p:nvPr/>
        </p:nvCxnSpPr>
        <p:spPr>
          <a:xfrm>
            <a:off x="5723100" y="795350"/>
            <a:ext cx="0" cy="4562100"/>
          </a:xfrm>
          <a:prstGeom prst="straightConnector1">
            <a:avLst/>
          </a:prstGeom>
          <a:noFill/>
          <a:ln cap="flat" cmpd="sng" w="28575">
            <a:solidFill>
              <a:srgbClr val="CFD9EF"/>
            </a:solidFill>
            <a:prstDash val="lgDash"/>
            <a:miter lim="800000"/>
            <a:headEnd len="sm" w="sm" type="none"/>
            <a:tailEnd len="sm" w="sm" type="none"/>
          </a:ln>
        </p:spPr>
      </p:cxnSp>
      <p:sp>
        <p:nvSpPr>
          <p:cNvPr id="489" name="Google Shape;489;g2c157a2fb06_0_932"/>
          <p:cNvSpPr/>
          <p:nvPr/>
        </p:nvSpPr>
        <p:spPr>
          <a:xfrm>
            <a:off x="3024063" y="318050"/>
            <a:ext cx="3096000" cy="2463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D8D8D8"/>
                </a:solidFill>
                <a:latin typeface="Poppins Medium"/>
                <a:ea typeface="Poppins Medium"/>
                <a:cs typeface="Poppins Medium"/>
                <a:sym typeface="Poppins Medium"/>
              </a:rPr>
              <a:t>TEACH – 10MINS</a:t>
            </a:r>
            <a:endParaRPr b="0" i="0" sz="1400" u="none" cap="none" strike="noStrike">
              <a:solidFill>
                <a:srgbClr val="000000"/>
              </a:solidFill>
              <a:latin typeface="Arial"/>
              <a:ea typeface="Arial"/>
              <a:cs typeface="Arial"/>
              <a:sym typeface="Arial"/>
            </a:endParaRPr>
          </a:p>
        </p:txBody>
      </p:sp>
      <p:pic>
        <p:nvPicPr>
          <p:cNvPr id="490" name="Google Shape;490;g2c157a2fb06_0_932"/>
          <p:cNvPicPr preferRelativeResize="0"/>
          <p:nvPr/>
        </p:nvPicPr>
        <p:blipFill rotWithShape="1">
          <a:blip r:embed="rId2">
            <a:alphaModFix/>
          </a:blip>
          <a:srcRect b="0" l="0" r="0" t="0"/>
          <a:stretch/>
        </p:blipFill>
        <p:spPr>
          <a:xfrm>
            <a:off x="3459875" y="302008"/>
            <a:ext cx="214317" cy="246300"/>
          </a:xfrm>
          <a:prstGeom prst="rect">
            <a:avLst/>
          </a:prstGeom>
          <a:noFill/>
          <a:ln>
            <a:noFill/>
          </a:ln>
        </p:spPr>
      </p:pic>
      <p:sp>
        <p:nvSpPr>
          <p:cNvPr id="491" name="Google Shape;491;g2c157a2fb06_0_932"/>
          <p:cNvSpPr txBox="1"/>
          <p:nvPr>
            <p:ph idx="1" type="subTitle"/>
          </p:nvPr>
        </p:nvSpPr>
        <p:spPr>
          <a:xfrm>
            <a:off x="1249500" y="795350"/>
            <a:ext cx="2116500" cy="1437300"/>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p:txBody>
      </p:sp>
      <p:sp>
        <p:nvSpPr>
          <p:cNvPr id="492" name="Google Shape;492;g2c157a2fb06_0_932"/>
          <p:cNvSpPr txBox="1"/>
          <p:nvPr>
            <p:ph idx="2" type="subTitle"/>
          </p:nvPr>
        </p:nvSpPr>
        <p:spPr>
          <a:xfrm>
            <a:off x="3524925" y="795350"/>
            <a:ext cx="2116500" cy="1437300"/>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p:txBody>
      </p:sp>
      <p:sp>
        <p:nvSpPr>
          <p:cNvPr id="493" name="Google Shape;493;g2c157a2fb06_0_932"/>
          <p:cNvSpPr txBox="1"/>
          <p:nvPr>
            <p:ph idx="3" type="subTitle"/>
          </p:nvPr>
        </p:nvSpPr>
        <p:spPr>
          <a:xfrm>
            <a:off x="5800350" y="795350"/>
            <a:ext cx="2116500" cy="1437300"/>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p:txBody>
      </p:sp>
      <p:sp>
        <p:nvSpPr>
          <p:cNvPr id="494" name="Google Shape;494;g2c157a2fb06_0_932"/>
          <p:cNvSpPr txBox="1"/>
          <p:nvPr>
            <p:ph idx="4" type="subTitle"/>
          </p:nvPr>
        </p:nvSpPr>
        <p:spPr>
          <a:xfrm>
            <a:off x="1249500" y="2361850"/>
            <a:ext cx="2116500" cy="1437300"/>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p:txBody>
      </p:sp>
      <p:sp>
        <p:nvSpPr>
          <p:cNvPr id="495" name="Google Shape;495;g2c157a2fb06_0_932"/>
          <p:cNvSpPr txBox="1"/>
          <p:nvPr>
            <p:ph idx="5" type="subTitle"/>
          </p:nvPr>
        </p:nvSpPr>
        <p:spPr>
          <a:xfrm>
            <a:off x="3524925" y="2361850"/>
            <a:ext cx="2116500" cy="1437300"/>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p:txBody>
      </p:sp>
      <p:sp>
        <p:nvSpPr>
          <p:cNvPr id="496" name="Google Shape;496;g2c157a2fb06_0_932"/>
          <p:cNvSpPr txBox="1"/>
          <p:nvPr>
            <p:ph idx="6" type="subTitle"/>
          </p:nvPr>
        </p:nvSpPr>
        <p:spPr>
          <a:xfrm>
            <a:off x="5800350" y="2361850"/>
            <a:ext cx="2116500" cy="1437300"/>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p:txBody>
      </p:sp>
      <p:sp>
        <p:nvSpPr>
          <p:cNvPr id="497" name="Google Shape;497;g2c157a2fb06_0_932"/>
          <p:cNvSpPr txBox="1"/>
          <p:nvPr>
            <p:ph idx="7" type="subTitle"/>
          </p:nvPr>
        </p:nvSpPr>
        <p:spPr>
          <a:xfrm>
            <a:off x="1249500" y="3907513"/>
            <a:ext cx="2116500" cy="1437300"/>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p:txBody>
      </p:sp>
      <p:sp>
        <p:nvSpPr>
          <p:cNvPr id="498" name="Google Shape;498;g2c157a2fb06_0_932"/>
          <p:cNvSpPr txBox="1"/>
          <p:nvPr>
            <p:ph idx="8" type="subTitle"/>
          </p:nvPr>
        </p:nvSpPr>
        <p:spPr>
          <a:xfrm>
            <a:off x="3524925" y="3907513"/>
            <a:ext cx="2116500" cy="1437300"/>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p:txBody>
      </p:sp>
      <p:sp>
        <p:nvSpPr>
          <p:cNvPr id="499" name="Google Shape;499;g2c157a2fb06_0_932"/>
          <p:cNvSpPr txBox="1"/>
          <p:nvPr>
            <p:ph idx="9" type="subTitle"/>
          </p:nvPr>
        </p:nvSpPr>
        <p:spPr>
          <a:xfrm>
            <a:off x="5800350" y="3907513"/>
            <a:ext cx="2116500" cy="1437300"/>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p:txBody>
      </p:sp>
      <p:sp>
        <p:nvSpPr>
          <p:cNvPr id="500" name="Google Shape;500;g2c157a2fb06_0_932"/>
          <p:cNvSpPr/>
          <p:nvPr/>
        </p:nvSpPr>
        <p:spPr>
          <a:xfrm>
            <a:off x="8557475"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01" name="Google Shape;501;g2c157a2fb06_0_932"/>
          <p:cNvSpPr/>
          <p:nvPr/>
        </p:nvSpPr>
        <p:spPr>
          <a:xfrm>
            <a:off x="8562263"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8DC63F"/>
              </a:solidFill>
              <a:latin typeface="Poppins"/>
              <a:ea typeface="Poppins"/>
              <a:cs typeface="Poppins"/>
              <a:sym typeface="Poppins"/>
            </a:endParaRPr>
          </a:p>
        </p:txBody>
      </p:sp>
      <p:sp>
        <p:nvSpPr>
          <p:cNvPr id="502" name="Google Shape;502;g2c157a2fb06_0_932"/>
          <p:cNvSpPr/>
          <p:nvPr/>
        </p:nvSpPr>
        <p:spPr>
          <a:xfrm rot="5400000">
            <a:off x="7628802" y="24720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503" name="Google Shape;503;g2c157a2fb06_0_932"/>
          <p:cNvSpPr/>
          <p:nvPr/>
        </p:nvSpPr>
        <p:spPr>
          <a:xfrm flipH="1">
            <a:off x="-258"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04" name="Google Shape;504;g2c157a2fb06_0_932"/>
          <p:cNvSpPr/>
          <p:nvPr/>
        </p:nvSpPr>
        <p:spPr>
          <a:xfrm flipH="1">
            <a:off x="-5045"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05" name="Google Shape;505;g2c157a2fb06_0_932"/>
          <p:cNvSpPr/>
          <p:nvPr/>
        </p:nvSpPr>
        <p:spPr>
          <a:xfrm flipH="1" rot="-5400000">
            <a:off x="-938345" y="19386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506" name="Google Shape;506;g2c157a2fb06_0_932"/>
          <p:cNvSpPr txBox="1"/>
          <p:nvPr/>
        </p:nvSpPr>
        <p:spPr>
          <a:xfrm rot="-5400000">
            <a:off x="-1852558" y="218850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Insert Lesson Topic Here</a:t>
            </a:r>
            <a:endParaRPr b="0" i="0" sz="1800" u="none" cap="none" strike="noStrike">
              <a:solidFill>
                <a:srgbClr val="FFFFFF"/>
              </a:solidFill>
              <a:latin typeface="Poppins SemiBold"/>
              <a:ea typeface="Poppins SemiBold"/>
              <a:cs typeface="Poppins SemiBold"/>
              <a:sym typeface="Poppins SemiBold"/>
            </a:endParaRPr>
          </a:p>
        </p:txBody>
      </p:sp>
      <p:sp>
        <p:nvSpPr>
          <p:cNvPr id="507" name="Google Shape;507;g2c157a2fb06_0_932"/>
          <p:cNvSpPr txBox="1"/>
          <p:nvPr/>
        </p:nvSpPr>
        <p:spPr>
          <a:xfrm rot="-5400000">
            <a:off x="-1852558" y="550425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Week - Day Here</a:t>
            </a:r>
            <a:endParaRPr b="0" i="0" sz="1800" u="none" cap="none" strike="noStrike">
              <a:solidFill>
                <a:srgbClr val="CB3D85"/>
              </a:solidFill>
              <a:latin typeface="Poppins Medium"/>
              <a:ea typeface="Poppins Medium"/>
              <a:cs typeface="Poppins Medium"/>
              <a:sym typeface="Poppins Medium"/>
            </a:endParaRPr>
          </a:p>
        </p:txBody>
      </p:sp>
      <p:sp>
        <p:nvSpPr>
          <p:cNvPr id="508" name="Google Shape;508;g2c157a2fb06_0_932"/>
          <p:cNvSpPr txBox="1"/>
          <p:nvPr/>
        </p:nvSpPr>
        <p:spPr>
          <a:xfrm rot="5400000">
            <a:off x="6707775" y="6037650"/>
            <a:ext cx="42885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Lesson Number</a:t>
            </a:r>
            <a:endParaRPr b="0" i="0" sz="1800" u="none" cap="none" strike="noStrike">
              <a:solidFill>
                <a:srgbClr val="CB3D85"/>
              </a:solidFill>
              <a:latin typeface="Poppins Medium"/>
              <a:ea typeface="Poppins Medium"/>
              <a:cs typeface="Poppins Medium"/>
              <a:sym typeface="Poppins Medium"/>
            </a:endParaRPr>
          </a:p>
        </p:txBody>
      </p:sp>
      <p:sp>
        <p:nvSpPr>
          <p:cNvPr id="509" name="Google Shape;509;g2c157a2fb06_0_932"/>
          <p:cNvSpPr txBox="1"/>
          <p:nvPr/>
        </p:nvSpPr>
        <p:spPr>
          <a:xfrm rot="5400000">
            <a:off x="7141875" y="1754400"/>
            <a:ext cx="34203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 xml:space="preserve">Phase 5.5 - Sound Families </a:t>
            </a:r>
            <a:endParaRPr b="0" i="0" sz="1800" u="none" cap="none" strike="noStrike">
              <a:solidFill>
                <a:srgbClr val="FFFFFF"/>
              </a:solidFill>
              <a:latin typeface="Poppins SemiBold"/>
              <a:ea typeface="Poppins SemiBold"/>
              <a:cs typeface="Poppins SemiBold"/>
              <a:sym typeface="Poppins SemiBold"/>
            </a:endParaRPr>
          </a:p>
        </p:txBody>
      </p:sp>
      <p:grpSp>
        <p:nvGrpSpPr>
          <p:cNvPr id="510" name="Google Shape;510;g2c157a2fb06_0_932"/>
          <p:cNvGrpSpPr/>
          <p:nvPr/>
        </p:nvGrpSpPr>
        <p:grpSpPr>
          <a:xfrm>
            <a:off x="662575" y="6212475"/>
            <a:ext cx="586800" cy="571500"/>
            <a:chOff x="662575" y="6212475"/>
            <a:chExt cx="586800" cy="571500"/>
          </a:xfrm>
        </p:grpSpPr>
        <p:sp>
          <p:nvSpPr>
            <p:cNvPr id="511" name="Google Shape;511;g2c157a2fb06_0_932">
              <a:hlinkClick action="ppaction://hlinkshowjump?jump=previousslide"/>
            </p:cNvPr>
            <p:cNvSpPr/>
            <p:nvPr/>
          </p:nvSpPr>
          <p:spPr>
            <a:xfrm>
              <a:off x="662575"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12" name="Google Shape;512;g2c157a2fb06_0_932">
              <a:hlinkClick action="ppaction://hlinkshowjump?jump=previousslide"/>
            </p:cNvPr>
            <p:cNvSpPr/>
            <p:nvPr/>
          </p:nvSpPr>
          <p:spPr>
            <a:xfrm>
              <a:off x="767700"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13" name="Google Shape;513;g2c157a2fb06_0_932">
              <a:hlinkClick action="ppaction://hlinkshowjump?jump=previousslide"/>
            </p:cNvPr>
            <p:cNvSpPr/>
            <p:nvPr/>
          </p:nvSpPr>
          <p:spPr>
            <a:xfrm flipH="1">
              <a:off x="869175"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grpSp>
        <p:nvGrpSpPr>
          <p:cNvPr id="514" name="Google Shape;514;g2c157a2fb06_0_932"/>
          <p:cNvGrpSpPr/>
          <p:nvPr/>
        </p:nvGrpSpPr>
        <p:grpSpPr>
          <a:xfrm>
            <a:off x="7894350" y="6212475"/>
            <a:ext cx="586800" cy="571500"/>
            <a:chOff x="7894350" y="6212475"/>
            <a:chExt cx="586800" cy="571500"/>
          </a:xfrm>
        </p:grpSpPr>
        <p:sp>
          <p:nvSpPr>
            <p:cNvPr id="515" name="Google Shape;515;g2c157a2fb06_0_932">
              <a:hlinkClick action="ppaction://hlinkshowjump?jump=nextslide"/>
            </p:cNvPr>
            <p:cNvSpPr/>
            <p:nvPr/>
          </p:nvSpPr>
          <p:spPr>
            <a:xfrm flipH="1">
              <a:off x="7894350"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16" name="Google Shape;516;g2c157a2fb06_0_932">
              <a:hlinkClick action="ppaction://hlinkshowjump?jump=nextslide"/>
            </p:cNvPr>
            <p:cNvSpPr/>
            <p:nvPr/>
          </p:nvSpPr>
          <p:spPr>
            <a:xfrm flipH="1">
              <a:off x="8000425"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17" name="Google Shape;517;g2c157a2fb06_0_932">
              <a:hlinkClick action="ppaction://hlinkshowjump?jump=nextslide"/>
            </p:cNvPr>
            <p:cNvSpPr/>
            <p:nvPr/>
          </p:nvSpPr>
          <p:spPr>
            <a:xfrm>
              <a:off x="8120950"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 - Lucky Dip">
  <p:cSld name="Alien Word of the Day_1_1_1_1_1_1_1_1_1_1_2">
    <p:spTree>
      <p:nvGrpSpPr>
        <p:cNvPr id="518" name="Shape 518"/>
        <p:cNvGrpSpPr/>
        <p:nvPr/>
      </p:nvGrpSpPr>
      <p:grpSpPr>
        <a:xfrm>
          <a:off x="0" y="0"/>
          <a:ext cx="0" cy="0"/>
          <a:chOff x="0" y="0"/>
          <a:chExt cx="0" cy="0"/>
        </a:xfrm>
      </p:grpSpPr>
      <p:cxnSp>
        <p:nvCxnSpPr>
          <p:cNvPr id="519" name="Google Shape;519;g2c157a2fb06_0_1045"/>
          <p:cNvCxnSpPr/>
          <p:nvPr/>
        </p:nvCxnSpPr>
        <p:spPr>
          <a:xfrm>
            <a:off x="1181100" y="3385650"/>
            <a:ext cx="6781800" cy="0"/>
          </a:xfrm>
          <a:prstGeom prst="straightConnector1">
            <a:avLst/>
          </a:prstGeom>
          <a:noFill/>
          <a:ln cap="flat" cmpd="sng" w="28575">
            <a:solidFill>
              <a:srgbClr val="CFD9EF"/>
            </a:solidFill>
            <a:prstDash val="lgDash"/>
            <a:miter lim="800000"/>
            <a:headEnd len="sm" w="sm" type="none"/>
            <a:tailEnd len="sm" w="sm" type="none"/>
          </a:ln>
        </p:spPr>
      </p:cxnSp>
      <p:pic>
        <p:nvPicPr>
          <p:cNvPr id="520" name="Google Shape;520;g2c157a2fb06_0_1045"/>
          <p:cNvPicPr preferRelativeResize="0"/>
          <p:nvPr/>
        </p:nvPicPr>
        <p:blipFill rotWithShape="1">
          <a:blip r:embed="rId2">
            <a:alphaModFix amt="70000"/>
          </a:blip>
          <a:srcRect b="0" l="0" r="0" t="0"/>
          <a:stretch/>
        </p:blipFill>
        <p:spPr>
          <a:xfrm>
            <a:off x="3031650" y="3179019"/>
            <a:ext cx="3080700" cy="3080685"/>
          </a:xfrm>
          <a:prstGeom prst="rect">
            <a:avLst/>
          </a:prstGeom>
          <a:noFill/>
          <a:ln>
            <a:noFill/>
          </a:ln>
        </p:spPr>
      </p:pic>
      <p:sp>
        <p:nvSpPr>
          <p:cNvPr id="521" name="Google Shape;521;g2c157a2fb06_0_1045"/>
          <p:cNvSpPr txBox="1"/>
          <p:nvPr>
            <p:ph idx="1" type="subTitle"/>
          </p:nvPr>
        </p:nvSpPr>
        <p:spPr>
          <a:xfrm>
            <a:off x="1257300" y="1219200"/>
            <a:ext cx="2229000" cy="36930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p:txBody>
      </p:sp>
      <p:sp>
        <p:nvSpPr>
          <p:cNvPr id="522" name="Google Shape;522;g2c157a2fb06_0_1045"/>
          <p:cNvSpPr txBox="1"/>
          <p:nvPr>
            <p:ph idx="2" type="subTitle"/>
          </p:nvPr>
        </p:nvSpPr>
        <p:spPr>
          <a:xfrm>
            <a:off x="3495600" y="1219200"/>
            <a:ext cx="2229000" cy="36930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p:txBody>
      </p:sp>
      <p:sp>
        <p:nvSpPr>
          <p:cNvPr id="523" name="Google Shape;523;g2c157a2fb06_0_1045"/>
          <p:cNvSpPr txBox="1"/>
          <p:nvPr>
            <p:ph idx="3" type="subTitle"/>
          </p:nvPr>
        </p:nvSpPr>
        <p:spPr>
          <a:xfrm>
            <a:off x="5733900" y="1219200"/>
            <a:ext cx="2229000" cy="36930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p:txBody>
      </p:sp>
      <p:sp>
        <p:nvSpPr>
          <p:cNvPr id="524" name="Google Shape;524;g2c157a2fb06_0_1045"/>
          <p:cNvSpPr txBox="1"/>
          <p:nvPr>
            <p:ph idx="4" type="subTitle"/>
          </p:nvPr>
        </p:nvSpPr>
        <p:spPr>
          <a:xfrm>
            <a:off x="1257300" y="1854025"/>
            <a:ext cx="2229000" cy="36930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p:txBody>
      </p:sp>
      <p:sp>
        <p:nvSpPr>
          <p:cNvPr id="525" name="Google Shape;525;g2c157a2fb06_0_1045"/>
          <p:cNvSpPr txBox="1"/>
          <p:nvPr>
            <p:ph idx="5" type="subTitle"/>
          </p:nvPr>
        </p:nvSpPr>
        <p:spPr>
          <a:xfrm>
            <a:off x="3495600" y="1854025"/>
            <a:ext cx="2229000" cy="36930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p:txBody>
      </p:sp>
      <p:sp>
        <p:nvSpPr>
          <p:cNvPr id="526" name="Google Shape;526;g2c157a2fb06_0_1045"/>
          <p:cNvSpPr txBox="1"/>
          <p:nvPr>
            <p:ph idx="6" type="subTitle"/>
          </p:nvPr>
        </p:nvSpPr>
        <p:spPr>
          <a:xfrm>
            <a:off x="5733900" y="1854025"/>
            <a:ext cx="2229000" cy="36930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p:txBody>
      </p:sp>
      <p:sp>
        <p:nvSpPr>
          <p:cNvPr id="527" name="Google Shape;527;g2c157a2fb06_0_1045"/>
          <p:cNvSpPr txBox="1"/>
          <p:nvPr>
            <p:ph idx="7" type="subTitle"/>
          </p:nvPr>
        </p:nvSpPr>
        <p:spPr>
          <a:xfrm>
            <a:off x="1257300" y="2492063"/>
            <a:ext cx="2229000" cy="36930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p:txBody>
      </p:sp>
      <p:sp>
        <p:nvSpPr>
          <p:cNvPr id="528" name="Google Shape;528;g2c157a2fb06_0_1045"/>
          <p:cNvSpPr txBox="1"/>
          <p:nvPr>
            <p:ph idx="8" type="subTitle"/>
          </p:nvPr>
        </p:nvSpPr>
        <p:spPr>
          <a:xfrm>
            <a:off x="3495600" y="2492063"/>
            <a:ext cx="2229000" cy="36930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p:txBody>
      </p:sp>
      <p:sp>
        <p:nvSpPr>
          <p:cNvPr id="529" name="Google Shape;529;g2c157a2fb06_0_1045"/>
          <p:cNvSpPr txBox="1"/>
          <p:nvPr>
            <p:ph idx="9" type="subTitle"/>
          </p:nvPr>
        </p:nvSpPr>
        <p:spPr>
          <a:xfrm>
            <a:off x="5733900" y="2492063"/>
            <a:ext cx="2229000" cy="36930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p:txBody>
      </p:sp>
      <p:sp>
        <p:nvSpPr>
          <p:cNvPr id="530" name="Google Shape;530;g2c157a2fb06_0_1045"/>
          <p:cNvSpPr/>
          <p:nvPr/>
        </p:nvSpPr>
        <p:spPr>
          <a:xfrm>
            <a:off x="2124105" y="6212475"/>
            <a:ext cx="4895700" cy="3693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rPr b="0" i="0" lang="en-US" sz="1800" u="none" cap="none" strike="noStrike">
                <a:solidFill>
                  <a:srgbClr val="AEABAB"/>
                </a:solidFill>
                <a:latin typeface="Poppins Medium"/>
                <a:ea typeface="Poppins Medium"/>
                <a:cs typeface="Poppins Medium"/>
                <a:sym typeface="Poppins Medium"/>
              </a:rPr>
              <a:t>BLENDING FOR READING</a:t>
            </a:r>
            <a:endParaRPr b="0" i="0" sz="1800" u="none" cap="none" strike="noStrike">
              <a:solidFill>
                <a:srgbClr val="AEABAB"/>
              </a:solidFill>
              <a:latin typeface="Poppins Medium"/>
              <a:ea typeface="Poppins Medium"/>
              <a:cs typeface="Poppins Medium"/>
              <a:sym typeface="Poppins Medium"/>
            </a:endParaRPr>
          </a:p>
        </p:txBody>
      </p:sp>
      <p:sp>
        <p:nvSpPr>
          <p:cNvPr id="531" name="Google Shape;531;g2c157a2fb06_0_1045"/>
          <p:cNvSpPr txBox="1"/>
          <p:nvPr/>
        </p:nvSpPr>
        <p:spPr>
          <a:xfrm>
            <a:off x="1249500" y="5568500"/>
            <a:ext cx="6645000" cy="691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F7941D"/>
              </a:buClr>
              <a:buSzPts val="3600"/>
              <a:buFont typeface="Poppins Medium"/>
              <a:buNone/>
            </a:pPr>
            <a:r>
              <a:rPr b="0" i="0" lang="en-US" sz="3000" u="none" cap="none" strike="noStrike">
                <a:solidFill>
                  <a:srgbClr val="CB3D85"/>
                </a:solidFill>
                <a:latin typeface="Poppins Medium"/>
                <a:ea typeface="Poppins Medium"/>
                <a:cs typeface="Poppins Medium"/>
                <a:sym typeface="Poppins Medium"/>
              </a:rPr>
              <a:t>Lucky Dip</a:t>
            </a:r>
            <a:endParaRPr b="0" i="0" sz="3000" u="none" cap="none" strike="noStrike">
              <a:solidFill>
                <a:srgbClr val="CB3D85"/>
              </a:solidFill>
              <a:latin typeface="Poppins Medium"/>
              <a:ea typeface="Poppins Medium"/>
              <a:cs typeface="Poppins Medium"/>
              <a:sym typeface="Poppins Medium"/>
            </a:endParaRPr>
          </a:p>
        </p:txBody>
      </p:sp>
      <p:sp>
        <p:nvSpPr>
          <p:cNvPr id="532" name="Google Shape;532;g2c157a2fb06_0_1045"/>
          <p:cNvSpPr txBox="1"/>
          <p:nvPr>
            <p:ph idx="13" type="subTitle"/>
          </p:nvPr>
        </p:nvSpPr>
        <p:spPr>
          <a:xfrm>
            <a:off x="1249500" y="3669588"/>
            <a:ext cx="6645000" cy="172890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p:txBody>
      </p:sp>
      <p:sp>
        <p:nvSpPr>
          <p:cNvPr id="533" name="Google Shape;533;g2c157a2fb06_0_1045"/>
          <p:cNvSpPr txBox="1"/>
          <p:nvPr/>
        </p:nvSpPr>
        <p:spPr>
          <a:xfrm rot="847135">
            <a:off x="3980478" y="3929718"/>
            <a:ext cx="1109311" cy="1493270"/>
          </a:xfrm>
          <a:prstGeom prst="rect">
            <a:avLst/>
          </a:prstGeom>
          <a:noFill/>
          <a:ln>
            <a:noFill/>
          </a:ln>
        </p:spPr>
        <p:txBody>
          <a:bodyPr anchorCtr="0" anchor="ctr" bIns="0" lIns="91425" spcFirstLastPara="1" rIns="91425" wrap="square" tIns="0">
            <a:noAutofit/>
          </a:bodyPr>
          <a:lstStyle/>
          <a:p>
            <a:pPr indent="0" lvl="0" marL="0" marR="0" rtl="0" algn="l">
              <a:lnSpc>
                <a:spcPct val="90000"/>
              </a:lnSpc>
              <a:spcBef>
                <a:spcPts val="0"/>
              </a:spcBef>
              <a:spcAft>
                <a:spcPts val="0"/>
              </a:spcAft>
              <a:buClr>
                <a:srgbClr val="F7941D"/>
              </a:buClr>
              <a:buSzPts val="3200"/>
              <a:buFont typeface="Poppins Medium"/>
              <a:buNone/>
            </a:pPr>
            <a:r>
              <a:rPr b="0" i="0" lang="en-US" sz="15000" u="none" cap="none" strike="noStrike">
                <a:solidFill>
                  <a:srgbClr val="F1C232"/>
                </a:solidFill>
                <a:latin typeface="Nunito Black"/>
                <a:ea typeface="Nunito Black"/>
                <a:cs typeface="Nunito Black"/>
                <a:sym typeface="Nunito Black"/>
              </a:rPr>
              <a:t>?</a:t>
            </a:r>
            <a:endParaRPr b="0" i="0" sz="15000" u="none" cap="none" strike="noStrike">
              <a:solidFill>
                <a:srgbClr val="F1C232"/>
              </a:solidFill>
              <a:latin typeface="Nunito Black"/>
              <a:ea typeface="Nunito Black"/>
              <a:cs typeface="Nunito Black"/>
              <a:sym typeface="Nunito Black"/>
            </a:endParaRPr>
          </a:p>
        </p:txBody>
      </p:sp>
      <p:sp>
        <p:nvSpPr>
          <p:cNvPr id="534" name="Google Shape;534;g2c157a2fb06_0_1045"/>
          <p:cNvSpPr/>
          <p:nvPr/>
        </p:nvSpPr>
        <p:spPr>
          <a:xfrm>
            <a:off x="3024063" y="318050"/>
            <a:ext cx="3096000" cy="2463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D8D8D8"/>
                </a:solidFill>
                <a:latin typeface="Poppins Medium"/>
                <a:ea typeface="Poppins Medium"/>
                <a:cs typeface="Poppins Medium"/>
                <a:sym typeface="Poppins Medium"/>
              </a:rPr>
              <a:t>TEACH – 10MINS</a:t>
            </a:r>
            <a:endParaRPr b="0" i="0" sz="1400" u="none" cap="none" strike="noStrike">
              <a:solidFill>
                <a:srgbClr val="000000"/>
              </a:solidFill>
              <a:latin typeface="Arial"/>
              <a:ea typeface="Arial"/>
              <a:cs typeface="Arial"/>
              <a:sym typeface="Arial"/>
            </a:endParaRPr>
          </a:p>
        </p:txBody>
      </p:sp>
      <p:pic>
        <p:nvPicPr>
          <p:cNvPr id="535" name="Google Shape;535;g2c157a2fb06_0_1045"/>
          <p:cNvPicPr preferRelativeResize="0"/>
          <p:nvPr/>
        </p:nvPicPr>
        <p:blipFill rotWithShape="1">
          <a:blip r:embed="rId3">
            <a:alphaModFix/>
          </a:blip>
          <a:srcRect b="0" l="0" r="0" t="0"/>
          <a:stretch/>
        </p:blipFill>
        <p:spPr>
          <a:xfrm>
            <a:off x="3459875" y="302008"/>
            <a:ext cx="214317" cy="246300"/>
          </a:xfrm>
          <a:prstGeom prst="rect">
            <a:avLst/>
          </a:prstGeom>
          <a:noFill/>
          <a:ln>
            <a:noFill/>
          </a:ln>
        </p:spPr>
      </p:pic>
      <p:sp>
        <p:nvSpPr>
          <p:cNvPr id="536" name="Google Shape;536;g2c157a2fb06_0_1045"/>
          <p:cNvSpPr/>
          <p:nvPr/>
        </p:nvSpPr>
        <p:spPr>
          <a:xfrm>
            <a:off x="8557475"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37" name="Google Shape;537;g2c157a2fb06_0_1045"/>
          <p:cNvSpPr/>
          <p:nvPr/>
        </p:nvSpPr>
        <p:spPr>
          <a:xfrm>
            <a:off x="8562263"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8DC63F"/>
              </a:solidFill>
              <a:latin typeface="Poppins"/>
              <a:ea typeface="Poppins"/>
              <a:cs typeface="Poppins"/>
              <a:sym typeface="Poppins"/>
            </a:endParaRPr>
          </a:p>
        </p:txBody>
      </p:sp>
      <p:sp>
        <p:nvSpPr>
          <p:cNvPr id="538" name="Google Shape;538;g2c157a2fb06_0_1045"/>
          <p:cNvSpPr/>
          <p:nvPr/>
        </p:nvSpPr>
        <p:spPr>
          <a:xfrm rot="5400000">
            <a:off x="7628802" y="24720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539" name="Google Shape;539;g2c157a2fb06_0_1045"/>
          <p:cNvSpPr/>
          <p:nvPr/>
        </p:nvSpPr>
        <p:spPr>
          <a:xfrm flipH="1">
            <a:off x="-258"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40" name="Google Shape;540;g2c157a2fb06_0_1045"/>
          <p:cNvSpPr/>
          <p:nvPr/>
        </p:nvSpPr>
        <p:spPr>
          <a:xfrm flipH="1">
            <a:off x="-5045"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41" name="Google Shape;541;g2c157a2fb06_0_1045"/>
          <p:cNvSpPr/>
          <p:nvPr/>
        </p:nvSpPr>
        <p:spPr>
          <a:xfrm flipH="1" rot="-5400000">
            <a:off x="-938345" y="19386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542" name="Google Shape;542;g2c157a2fb06_0_1045"/>
          <p:cNvSpPr txBox="1"/>
          <p:nvPr/>
        </p:nvSpPr>
        <p:spPr>
          <a:xfrm rot="-5400000">
            <a:off x="-1852558" y="218850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Insert Lesson Topic Here</a:t>
            </a:r>
            <a:endParaRPr b="0" i="0" sz="1800" u="none" cap="none" strike="noStrike">
              <a:solidFill>
                <a:srgbClr val="FFFFFF"/>
              </a:solidFill>
              <a:latin typeface="Poppins SemiBold"/>
              <a:ea typeface="Poppins SemiBold"/>
              <a:cs typeface="Poppins SemiBold"/>
              <a:sym typeface="Poppins SemiBold"/>
            </a:endParaRPr>
          </a:p>
        </p:txBody>
      </p:sp>
      <p:sp>
        <p:nvSpPr>
          <p:cNvPr id="543" name="Google Shape;543;g2c157a2fb06_0_1045"/>
          <p:cNvSpPr txBox="1"/>
          <p:nvPr/>
        </p:nvSpPr>
        <p:spPr>
          <a:xfrm rot="-5400000">
            <a:off x="-1852558" y="550425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Week - Day Here</a:t>
            </a:r>
            <a:endParaRPr b="0" i="0" sz="1800" u="none" cap="none" strike="noStrike">
              <a:solidFill>
                <a:srgbClr val="CB3D85"/>
              </a:solidFill>
              <a:latin typeface="Poppins Medium"/>
              <a:ea typeface="Poppins Medium"/>
              <a:cs typeface="Poppins Medium"/>
              <a:sym typeface="Poppins Medium"/>
            </a:endParaRPr>
          </a:p>
        </p:txBody>
      </p:sp>
      <p:sp>
        <p:nvSpPr>
          <p:cNvPr id="544" name="Google Shape;544;g2c157a2fb06_0_1045"/>
          <p:cNvSpPr txBox="1"/>
          <p:nvPr/>
        </p:nvSpPr>
        <p:spPr>
          <a:xfrm rot="5400000">
            <a:off x="6707775" y="6037650"/>
            <a:ext cx="42885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Lesson Number</a:t>
            </a:r>
            <a:endParaRPr b="0" i="0" sz="1800" u="none" cap="none" strike="noStrike">
              <a:solidFill>
                <a:srgbClr val="CB3D85"/>
              </a:solidFill>
              <a:latin typeface="Poppins Medium"/>
              <a:ea typeface="Poppins Medium"/>
              <a:cs typeface="Poppins Medium"/>
              <a:sym typeface="Poppins Medium"/>
            </a:endParaRPr>
          </a:p>
        </p:txBody>
      </p:sp>
      <p:sp>
        <p:nvSpPr>
          <p:cNvPr id="545" name="Google Shape;545;g2c157a2fb06_0_1045"/>
          <p:cNvSpPr txBox="1"/>
          <p:nvPr/>
        </p:nvSpPr>
        <p:spPr>
          <a:xfrm rot="5400000">
            <a:off x="7141875" y="1754400"/>
            <a:ext cx="34203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 xml:space="preserve">Phase 5.5 - Sound Families </a:t>
            </a:r>
            <a:endParaRPr b="0" i="0" sz="1800" u="none" cap="none" strike="noStrike">
              <a:solidFill>
                <a:srgbClr val="FFFFFF"/>
              </a:solidFill>
              <a:latin typeface="Poppins SemiBold"/>
              <a:ea typeface="Poppins SemiBold"/>
              <a:cs typeface="Poppins SemiBold"/>
              <a:sym typeface="Poppins SemiBold"/>
            </a:endParaRPr>
          </a:p>
        </p:txBody>
      </p:sp>
      <p:grpSp>
        <p:nvGrpSpPr>
          <p:cNvPr id="546" name="Google Shape;546;g2c157a2fb06_0_1045"/>
          <p:cNvGrpSpPr/>
          <p:nvPr/>
        </p:nvGrpSpPr>
        <p:grpSpPr>
          <a:xfrm>
            <a:off x="662575" y="6212475"/>
            <a:ext cx="586800" cy="571500"/>
            <a:chOff x="662575" y="6212475"/>
            <a:chExt cx="586800" cy="571500"/>
          </a:xfrm>
        </p:grpSpPr>
        <p:sp>
          <p:nvSpPr>
            <p:cNvPr id="547" name="Google Shape;547;g2c157a2fb06_0_1045">
              <a:hlinkClick action="ppaction://hlinkshowjump?jump=previousslide"/>
            </p:cNvPr>
            <p:cNvSpPr/>
            <p:nvPr/>
          </p:nvSpPr>
          <p:spPr>
            <a:xfrm>
              <a:off x="662575"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48" name="Google Shape;548;g2c157a2fb06_0_1045">
              <a:hlinkClick action="ppaction://hlinkshowjump?jump=previousslide"/>
            </p:cNvPr>
            <p:cNvSpPr/>
            <p:nvPr/>
          </p:nvSpPr>
          <p:spPr>
            <a:xfrm>
              <a:off x="767700"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49" name="Google Shape;549;g2c157a2fb06_0_1045">
              <a:hlinkClick action="ppaction://hlinkshowjump?jump=previousslide"/>
            </p:cNvPr>
            <p:cNvSpPr/>
            <p:nvPr/>
          </p:nvSpPr>
          <p:spPr>
            <a:xfrm flipH="1">
              <a:off x="869175"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grpSp>
        <p:nvGrpSpPr>
          <p:cNvPr id="550" name="Google Shape;550;g2c157a2fb06_0_1045"/>
          <p:cNvGrpSpPr/>
          <p:nvPr/>
        </p:nvGrpSpPr>
        <p:grpSpPr>
          <a:xfrm>
            <a:off x="7894350" y="6212475"/>
            <a:ext cx="586800" cy="571500"/>
            <a:chOff x="7894350" y="6212475"/>
            <a:chExt cx="586800" cy="571500"/>
          </a:xfrm>
        </p:grpSpPr>
        <p:sp>
          <p:nvSpPr>
            <p:cNvPr id="551" name="Google Shape;551;g2c157a2fb06_0_1045">
              <a:hlinkClick action="ppaction://hlinkshowjump?jump=nextslide"/>
            </p:cNvPr>
            <p:cNvSpPr/>
            <p:nvPr/>
          </p:nvSpPr>
          <p:spPr>
            <a:xfrm flipH="1">
              <a:off x="7894350"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52" name="Google Shape;552;g2c157a2fb06_0_1045">
              <a:hlinkClick action="ppaction://hlinkshowjump?jump=nextslide"/>
            </p:cNvPr>
            <p:cNvSpPr/>
            <p:nvPr/>
          </p:nvSpPr>
          <p:spPr>
            <a:xfrm flipH="1">
              <a:off x="8000425"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53" name="Google Shape;553;g2c157a2fb06_0_1045">
              <a:hlinkClick action="ppaction://hlinkshowjump?jump=nextslide"/>
            </p:cNvPr>
            <p:cNvSpPr/>
            <p:nvPr/>
          </p:nvSpPr>
          <p:spPr>
            <a:xfrm>
              <a:off x="8120950"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1 - Countdown">
  <p:cSld name="Alien Word of the Day_1_1_1_1_1_1_1_1_1_1_1_1_2">
    <p:spTree>
      <p:nvGrpSpPr>
        <p:cNvPr id="554" name="Shape 554"/>
        <p:cNvGrpSpPr/>
        <p:nvPr/>
      </p:nvGrpSpPr>
      <p:grpSpPr>
        <a:xfrm>
          <a:off x="0" y="0"/>
          <a:ext cx="0" cy="0"/>
          <a:chOff x="0" y="0"/>
          <a:chExt cx="0" cy="0"/>
        </a:xfrm>
      </p:grpSpPr>
      <p:sp>
        <p:nvSpPr>
          <p:cNvPr id="555" name="Google Shape;555;g2c157a2fb06_0_1110"/>
          <p:cNvSpPr/>
          <p:nvPr/>
        </p:nvSpPr>
        <p:spPr>
          <a:xfrm>
            <a:off x="2124105" y="6212475"/>
            <a:ext cx="4895700" cy="3693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AEABAB"/>
                </a:solidFill>
                <a:latin typeface="Poppins Medium"/>
                <a:ea typeface="Poppins Medium"/>
                <a:cs typeface="Poppins Medium"/>
                <a:sym typeface="Poppins Medium"/>
              </a:rPr>
              <a:t>BLENDING FOR READING</a:t>
            </a:r>
            <a:endParaRPr b="0" i="0" sz="1400" u="none" cap="none" strike="noStrike">
              <a:solidFill>
                <a:srgbClr val="000000"/>
              </a:solidFill>
              <a:latin typeface="Arial"/>
              <a:ea typeface="Arial"/>
              <a:cs typeface="Arial"/>
              <a:sym typeface="Arial"/>
            </a:endParaRPr>
          </a:p>
        </p:txBody>
      </p:sp>
      <p:sp>
        <p:nvSpPr>
          <p:cNvPr id="556" name="Google Shape;556;g2c157a2fb06_0_1110"/>
          <p:cNvSpPr txBox="1"/>
          <p:nvPr/>
        </p:nvSpPr>
        <p:spPr>
          <a:xfrm>
            <a:off x="1249500" y="5568500"/>
            <a:ext cx="6645000" cy="691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F7941D"/>
              </a:buClr>
              <a:buSzPts val="3600"/>
              <a:buFont typeface="Poppins Medium"/>
              <a:buNone/>
            </a:pPr>
            <a:r>
              <a:rPr b="0" i="0" lang="en-US" sz="3000" u="none" cap="none" strike="noStrike">
                <a:solidFill>
                  <a:srgbClr val="CB3D85"/>
                </a:solidFill>
                <a:latin typeface="Poppins Medium"/>
                <a:ea typeface="Poppins Medium"/>
                <a:cs typeface="Poppins Medium"/>
                <a:sym typeface="Poppins Medium"/>
              </a:rPr>
              <a:t>Countdown</a:t>
            </a:r>
            <a:endParaRPr b="0" i="0" sz="3000" u="none" cap="none" strike="noStrike">
              <a:solidFill>
                <a:srgbClr val="CB3D85"/>
              </a:solidFill>
              <a:latin typeface="Poppins Medium"/>
              <a:ea typeface="Poppins Medium"/>
              <a:cs typeface="Poppins Medium"/>
              <a:sym typeface="Poppins Medium"/>
            </a:endParaRPr>
          </a:p>
        </p:txBody>
      </p:sp>
      <p:sp>
        <p:nvSpPr>
          <p:cNvPr id="557" name="Google Shape;557;g2c157a2fb06_0_1110"/>
          <p:cNvSpPr txBox="1"/>
          <p:nvPr>
            <p:ph idx="1" type="subTitle"/>
          </p:nvPr>
        </p:nvSpPr>
        <p:spPr>
          <a:xfrm>
            <a:off x="2638800" y="4635450"/>
            <a:ext cx="3866400" cy="571500"/>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p:txBody>
      </p:sp>
      <p:sp>
        <p:nvSpPr>
          <p:cNvPr id="558" name="Google Shape;558;g2c157a2fb06_0_1110"/>
          <p:cNvSpPr txBox="1"/>
          <p:nvPr>
            <p:ph idx="2" type="subTitle"/>
          </p:nvPr>
        </p:nvSpPr>
        <p:spPr>
          <a:xfrm>
            <a:off x="2638800" y="1505050"/>
            <a:ext cx="3866400" cy="571500"/>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p:txBody>
      </p:sp>
      <p:sp>
        <p:nvSpPr>
          <p:cNvPr id="559" name="Google Shape;559;g2c157a2fb06_0_1110"/>
          <p:cNvSpPr txBox="1"/>
          <p:nvPr>
            <p:ph idx="3" type="subTitle"/>
          </p:nvPr>
        </p:nvSpPr>
        <p:spPr>
          <a:xfrm>
            <a:off x="2638800" y="2548517"/>
            <a:ext cx="3866400" cy="571500"/>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p:txBody>
      </p:sp>
      <p:sp>
        <p:nvSpPr>
          <p:cNvPr id="560" name="Google Shape;560;g2c157a2fb06_0_1110"/>
          <p:cNvSpPr txBox="1"/>
          <p:nvPr>
            <p:ph idx="4" type="subTitle"/>
          </p:nvPr>
        </p:nvSpPr>
        <p:spPr>
          <a:xfrm>
            <a:off x="2638800" y="3591983"/>
            <a:ext cx="3866400" cy="571500"/>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p:txBody>
      </p:sp>
      <p:grpSp>
        <p:nvGrpSpPr>
          <p:cNvPr id="561" name="Google Shape;561;g2c157a2fb06_0_1110"/>
          <p:cNvGrpSpPr/>
          <p:nvPr/>
        </p:nvGrpSpPr>
        <p:grpSpPr>
          <a:xfrm>
            <a:off x="5806200" y="1807463"/>
            <a:ext cx="756300" cy="146700"/>
            <a:chOff x="5806200" y="1807463"/>
            <a:chExt cx="756300" cy="146700"/>
          </a:xfrm>
        </p:grpSpPr>
        <p:sp>
          <p:nvSpPr>
            <p:cNvPr id="562" name="Google Shape;562;g2c157a2fb06_0_1110"/>
            <p:cNvSpPr/>
            <p:nvPr/>
          </p:nvSpPr>
          <p:spPr>
            <a:xfrm>
              <a:off x="5806200" y="1807463"/>
              <a:ext cx="146700" cy="146700"/>
            </a:xfrm>
            <a:prstGeom prst="ellipse">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63" name="Google Shape;563;g2c157a2fb06_0_1110"/>
            <p:cNvSpPr/>
            <p:nvPr/>
          </p:nvSpPr>
          <p:spPr>
            <a:xfrm>
              <a:off x="6111000" y="1807463"/>
              <a:ext cx="146700" cy="146700"/>
            </a:xfrm>
            <a:prstGeom prst="ellipse">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64" name="Google Shape;564;g2c157a2fb06_0_1110"/>
            <p:cNvSpPr/>
            <p:nvPr/>
          </p:nvSpPr>
          <p:spPr>
            <a:xfrm>
              <a:off x="6415800" y="1807463"/>
              <a:ext cx="146700" cy="146700"/>
            </a:xfrm>
            <a:prstGeom prst="ellipse">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sp>
        <p:nvSpPr>
          <p:cNvPr id="565" name="Google Shape;565;g2c157a2fb06_0_1110"/>
          <p:cNvSpPr/>
          <p:nvPr/>
        </p:nvSpPr>
        <p:spPr>
          <a:xfrm>
            <a:off x="3024063" y="318050"/>
            <a:ext cx="3096000" cy="2463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D8D8D8"/>
                </a:solidFill>
                <a:latin typeface="Poppins Medium"/>
                <a:ea typeface="Poppins Medium"/>
                <a:cs typeface="Poppins Medium"/>
                <a:sym typeface="Poppins Medium"/>
              </a:rPr>
              <a:t>TEACH – 10MINS</a:t>
            </a:r>
            <a:endParaRPr b="0" i="0" sz="1400" u="none" cap="none" strike="noStrike">
              <a:solidFill>
                <a:srgbClr val="000000"/>
              </a:solidFill>
              <a:latin typeface="Arial"/>
              <a:ea typeface="Arial"/>
              <a:cs typeface="Arial"/>
              <a:sym typeface="Arial"/>
            </a:endParaRPr>
          </a:p>
        </p:txBody>
      </p:sp>
      <p:pic>
        <p:nvPicPr>
          <p:cNvPr id="566" name="Google Shape;566;g2c157a2fb06_0_1110"/>
          <p:cNvPicPr preferRelativeResize="0"/>
          <p:nvPr/>
        </p:nvPicPr>
        <p:blipFill rotWithShape="1">
          <a:blip r:embed="rId2">
            <a:alphaModFix/>
          </a:blip>
          <a:srcRect b="0" l="0" r="0" t="0"/>
          <a:stretch/>
        </p:blipFill>
        <p:spPr>
          <a:xfrm>
            <a:off x="3459875" y="302008"/>
            <a:ext cx="214317" cy="246300"/>
          </a:xfrm>
          <a:prstGeom prst="rect">
            <a:avLst/>
          </a:prstGeom>
          <a:noFill/>
          <a:ln>
            <a:noFill/>
          </a:ln>
        </p:spPr>
      </p:pic>
      <p:grpSp>
        <p:nvGrpSpPr>
          <p:cNvPr id="567" name="Google Shape;567;g2c157a2fb06_0_1110"/>
          <p:cNvGrpSpPr/>
          <p:nvPr/>
        </p:nvGrpSpPr>
        <p:grpSpPr>
          <a:xfrm>
            <a:off x="5806200" y="2842438"/>
            <a:ext cx="756300" cy="146700"/>
            <a:chOff x="5806200" y="1807463"/>
            <a:chExt cx="756300" cy="146700"/>
          </a:xfrm>
        </p:grpSpPr>
        <p:sp>
          <p:nvSpPr>
            <p:cNvPr id="568" name="Google Shape;568;g2c157a2fb06_0_1110"/>
            <p:cNvSpPr/>
            <p:nvPr/>
          </p:nvSpPr>
          <p:spPr>
            <a:xfrm>
              <a:off x="5806200" y="1807463"/>
              <a:ext cx="146700" cy="146700"/>
            </a:xfrm>
            <a:prstGeom prst="ellipse">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69" name="Google Shape;569;g2c157a2fb06_0_1110"/>
            <p:cNvSpPr/>
            <p:nvPr/>
          </p:nvSpPr>
          <p:spPr>
            <a:xfrm>
              <a:off x="6111000" y="1807463"/>
              <a:ext cx="146700" cy="146700"/>
            </a:xfrm>
            <a:prstGeom prst="ellipse">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70" name="Google Shape;570;g2c157a2fb06_0_1110"/>
            <p:cNvSpPr/>
            <p:nvPr/>
          </p:nvSpPr>
          <p:spPr>
            <a:xfrm>
              <a:off x="6415800" y="1807463"/>
              <a:ext cx="146700" cy="146700"/>
            </a:xfrm>
            <a:prstGeom prst="ellipse">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grpSp>
        <p:nvGrpSpPr>
          <p:cNvPr id="571" name="Google Shape;571;g2c157a2fb06_0_1110"/>
          <p:cNvGrpSpPr/>
          <p:nvPr/>
        </p:nvGrpSpPr>
        <p:grpSpPr>
          <a:xfrm>
            <a:off x="5806200" y="3877413"/>
            <a:ext cx="756300" cy="146700"/>
            <a:chOff x="5806200" y="1807463"/>
            <a:chExt cx="756300" cy="146700"/>
          </a:xfrm>
        </p:grpSpPr>
        <p:sp>
          <p:nvSpPr>
            <p:cNvPr id="572" name="Google Shape;572;g2c157a2fb06_0_1110"/>
            <p:cNvSpPr/>
            <p:nvPr/>
          </p:nvSpPr>
          <p:spPr>
            <a:xfrm>
              <a:off x="5806200" y="1807463"/>
              <a:ext cx="146700" cy="146700"/>
            </a:xfrm>
            <a:prstGeom prst="ellipse">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73" name="Google Shape;573;g2c157a2fb06_0_1110"/>
            <p:cNvSpPr/>
            <p:nvPr/>
          </p:nvSpPr>
          <p:spPr>
            <a:xfrm>
              <a:off x="6111000" y="1807463"/>
              <a:ext cx="146700" cy="146700"/>
            </a:xfrm>
            <a:prstGeom prst="ellipse">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74" name="Google Shape;574;g2c157a2fb06_0_1110"/>
            <p:cNvSpPr/>
            <p:nvPr/>
          </p:nvSpPr>
          <p:spPr>
            <a:xfrm>
              <a:off x="6415800" y="1807463"/>
              <a:ext cx="146700" cy="146700"/>
            </a:xfrm>
            <a:prstGeom prst="ellipse">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sp>
        <p:nvSpPr>
          <p:cNvPr id="575" name="Google Shape;575;g2c157a2fb06_0_1110"/>
          <p:cNvSpPr/>
          <p:nvPr/>
        </p:nvSpPr>
        <p:spPr>
          <a:xfrm>
            <a:off x="8557475"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76" name="Google Shape;576;g2c157a2fb06_0_1110"/>
          <p:cNvSpPr/>
          <p:nvPr/>
        </p:nvSpPr>
        <p:spPr>
          <a:xfrm>
            <a:off x="8562263"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8DC63F"/>
              </a:solidFill>
              <a:latin typeface="Poppins"/>
              <a:ea typeface="Poppins"/>
              <a:cs typeface="Poppins"/>
              <a:sym typeface="Poppins"/>
            </a:endParaRPr>
          </a:p>
        </p:txBody>
      </p:sp>
      <p:sp>
        <p:nvSpPr>
          <p:cNvPr id="577" name="Google Shape;577;g2c157a2fb06_0_1110"/>
          <p:cNvSpPr/>
          <p:nvPr/>
        </p:nvSpPr>
        <p:spPr>
          <a:xfrm rot="5400000">
            <a:off x="7628802" y="24720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578" name="Google Shape;578;g2c157a2fb06_0_1110"/>
          <p:cNvSpPr/>
          <p:nvPr/>
        </p:nvSpPr>
        <p:spPr>
          <a:xfrm flipH="1">
            <a:off x="-258"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79" name="Google Shape;579;g2c157a2fb06_0_1110"/>
          <p:cNvSpPr/>
          <p:nvPr/>
        </p:nvSpPr>
        <p:spPr>
          <a:xfrm flipH="1">
            <a:off x="-5045"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80" name="Google Shape;580;g2c157a2fb06_0_1110"/>
          <p:cNvSpPr/>
          <p:nvPr/>
        </p:nvSpPr>
        <p:spPr>
          <a:xfrm flipH="1" rot="-5400000">
            <a:off x="-938345" y="19386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581" name="Google Shape;581;g2c157a2fb06_0_1110"/>
          <p:cNvSpPr txBox="1"/>
          <p:nvPr/>
        </p:nvSpPr>
        <p:spPr>
          <a:xfrm rot="-5400000">
            <a:off x="-1852558" y="218850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Insert Lesson Topic Here</a:t>
            </a:r>
            <a:endParaRPr b="0" i="0" sz="1800" u="none" cap="none" strike="noStrike">
              <a:solidFill>
                <a:srgbClr val="FFFFFF"/>
              </a:solidFill>
              <a:latin typeface="Poppins SemiBold"/>
              <a:ea typeface="Poppins SemiBold"/>
              <a:cs typeface="Poppins SemiBold"/>
              <a:sym typeface="Poppins SemiBold"/>
            </a:endParaRPr>
          </a:p>
        </p:txBody>
      </p:sp>
      <p:sp>
        <p:nvSpPr>
          <p:cNvPr id="582" name="Google Shape;582;g2c157a2fb06_0_1110"/>
          <p:cNvSpPr txBox="1"/>
          <p:nvPr/>
        </p:nvSpPr>
        <p:spPr>
          <a:xfrm rot="-5400000">
            <a:off x="-1852558" y="550425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Week - Day Here</a:t>
            </a:r>
            <a:endParaRPr b="0" i="0" sz="1800" u="none" cap="none" strike="noStrike">
              <a:solidFill>
                <a:srgbClr val="CB3D85"/>
              </a:solidFill>
              <a:latin typeface="Poppins Medium"/>
              <a:ea typeface="Poppins Medium"/>
              <a:cs typeface="Poppins Medium"/>
              <a:sym typeface="Poppins Medium"/>
            </a:endParaRPr>
          </a:p>
        </p:txBody>
      </p:sp>
      <p:sp>
        <p:nvSpPr>
          <p:cNvPr id="583" name="Google Shape;583;g2c157a2fb06_0_1110"/>
          <p:cNvSpPr txBox="1"/>
          <p:nvPr/>
        </p:nvSpPr>
        <p:spPr>
          <a:xfrm rot="5400000">
            <a:off x="6707775" y="6037650"/>
            <a:ext cx="42885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Lesson Number</a:t>
            </a:r>
            <a:endParaRPr b="0" i="0" sz="1800" u="none" cap="none" strike="noStrike">
              <a:solidFill>
                <a:srgbClr val="CB3D85"/>
              </a:solidFill>
              <a:latin typeface="Poppins Medium"/>
              <a:ea typeface="Poppins Medium"/>
              <a:cs typeface="Poppins Medium"/>
              <a:sym typeface="Poppins Medium"/>
            </a:endParaRPr>
          </a:p>
        </p:txBody>
      </p:sp>
      <p:sp>
        <p:nvSpPr>
          <p:cNvPr id="584" name="Google Shape;584;g2c157a2fb06_0_1110"/>
          <p:cNvSpPr txBox="1"/>
          <p:nvPr/>
        </p:nvSpPr>
        <p:spPr>
          <a:xfrm rot="5400000">
            <a:off x="7141875" y="1754400"/>
            <a:ext cx="34203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 xml:space="preserve">Phase 5.5 - Sound Families </a:t>
            </a:r>
            <a:endParaRPr b="0" i="0" sz="1800" u="none" cap="none" strike="noStrike">
              <a:solidFill>
                <a:srgbClr val="FFFFFF"/>
              </a:solidFill>
              <a:latin typeface="Poppins SemiBold"/>
              <a:ea typeface="Poppins SemiBold"/>
              <a:cs typeface="Poppins SemiBold"/>
              <a:sym typeface="Poppins SemiBold"/>
            </a:endParaRPr>
          </a:p>
        </p:txBody>
      </p:sp>
      <p:grpSp>
        <p:nvGrpSpPr>
          <p:cNvPr id="585" name="Google Shape;585;g2c157a2fb06_0_1110"/>
          <p:cNvGrpSpPr/>
          <p:nvPr/>
        </p:nvGrpSpPr>
        <p:grpSpPr>
          <a:xfrm>
            <a:off x="662575" y="6212475"/>
            <a:ext cx="586800" cy="571500"/>
            <a:chOff x="662575" y="6212475"/>
            <a:chExt cx="586800" cy="571500"/>
          </a:xfrm>
        </p:grpSpPr>
        <p:sp>
          <p:nvSpPr>
            <p:cNvPr id="586" name="Google Shape;586;g2c157a2fb06_0_1110">
              <a:hlinkClick action="ppaction://hlinkshowjump?jump=previousslide"/>
            </p:cNvPr>
            <p:cNvSpPr/>
            <p:nvPr/>
          </p:nvSpPr>
          <p:spPr>
            <a:xfrm>
              <a:off x="662575"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87" name="Google Shape;587;g2c157a2fb06_0_1110">
              <a:hlinkClick action="ppaction://hlinkshowjump?jump=previousslide"/>
            </p:cNvPr>
            <p:cNvSpPr/>
            <p:nvPr/>
          </p:nvSpPr>
          <p:spPr>
            <a:xfrm>
              <a:off x="767700"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88" name="Google Shape;588;g2c157a2fb06_0_1110">
              <a:hlinkClick action="ppaction://hlinkshowjump?jump=previousslide"/>
            </p:cNvPr>
            <p:cNvSpPr/>
            <p:nvPr/>
          </p:nvSpPr>
          <p:spPr>
            <a:xfrm flipH="1">
              <a:off x="869175"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grpSp>
        <p:nvGrpSpPr>
          <p:cNvPr id="589" name="Google Shape;589;g2c157a2fb06_0_1110"/>
          <p:cNvGrpSpPr/>
          <p:nvPr/>
        </p:nvGrpSpPr>
        <p:grpSpPr>
          <a:xfrm>
            <a:off x="7894350" y="6212475"/>
            <a:ext cx="586800" cy="571500"/>
            <a:chOff x="7894350" y="6212475"/>
            <a:chExt cx="586800" cy="571500"/>
          </a:xfrm>
        </p:grpSpPr>
        <p:sp>
          <p:nvSpPr>
            <p:cNvPr id="590" name="Google Shape;590;g2c157a2fb06_0_1110">
              <a:hlinkClick action="ppaction://hlinkshowjump?jump=nextslide"/>
            </p:cNvPr>
            <p:cNvSpPr/>
            <p:nvPr/>
          </p:nvSpPr>
          <p:spPr>
            <a:xfrm flipH="1">
              <a:off x="7894350"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91" name="Google Shape;591;g2c157a2fb06_0_1110">
              <a:hlinkClick action="ppaction://hlinkshowjump?jump=nextslide"/>
            </p:cNvPr>
            <p:cNvSpPr/>
            <p:nvPr/>
          </p:nvSpPr>
          <p:spPr>
            <a:xfrm flipH="1">
              <a:off x="8000425"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92" name="Google Shape;592;g2c157a2fb06_0_1110">
              <a:hlinkClick action="ppaction://hlinkshowjump?jump=nextslide"/>
            </p:cNvPr>
            <p:cNvSpPr/>
            <p:nvPr/>
          </p:nvSpPr>
          <p:spPr>
            <a:xfrm>
              <a:off x="8120950"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eusable Assets">
  <p:cSld name="Reusable Assets">
    <p:spTree>
      <p:nvGrpSpPr>
        <p:cNvPr id="593" name="Shape 593"/>
        <p:cNvGrpSpPr/>
        <p:nvPr/>
      </p:nvGrpSpPr>
      <p:grpSpPr>
        <a:xfrm>
          <a:off x="0" y="0"/>
          <a:ext cx="0" cy="0"/>
          <a:chOff x="0" y="0"/>
          <a:chExt cx="0" cy="0"/>
        </a:xfrm>
      </p:grpSpPr>
      <p:sp>
        <p:nvSpPr>
          <p:cNvPr id="594" name="Google Shape;594;p30"/>
          <p:cNvSpPr/>
          <p:nvPr/>
        </p:nvSpPr>
        <p:spPr>
          <a:xfrm>
            <a:off x="3311407" y="3938159"/>
            <a:ext cx="1019700" cy="180000"/>
          </a:xfrm>
          <a:prstGeom prst="rect">
            <a:avLst/>
          </a:prstGeom>
          <a:solidFill>
            <a:srgbClr val="00904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95" name="Google Shape;595;p30"/>
          <p:cNvSpPr/>
          <p:nvPr/>
        </p:nvSpPr>
        <p:spPr>
          <a:xfrm>
            <a:off x="4564029" y="3938159"/>
            <a:ext cx="1019700" cy="180000"/>
          </a:xfrm>
          <a:prstGeom prst="rect">
            <a:avLst/>
          </a:prstGeom>
          <a:solidFill>
            <a:srgbClr val="993FA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96" name="Google Shape;596;p30"/>
          <p:cNvSpPr/>
          <p:nvPr/>
        </p:nvSpPr>
        <p:spPr>
          <a:xfrm>
            <a:off x="2058784" y="3938159"/>
            <a:ext cx="1019700" cy="180000"/>
          </a:xfrm>
          <a:prstGeom prst="rect">
            <a:avLst/>
          </a:prstGeom>
          <a:solidFill>
            <a:srgbClr val="FFD4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97" name="Google Shape;597;p30"/>
          <p:cNvSpPr txBox="1"/>
          <p:nvPr/>
        </p:nvSpPr>
        <p:spPr>
          <a:xfrm>
            <a:off x="777232" y="3285448"/>
            <a:ext cx="2594700" cy="37620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7F7F7F"/>
              </a:buClr>
              <a:buSzPts val="2000"/>
              <a:buFont typeface="Calibri"/>
              <a:buNone/>
            </a:pPr>
            <a:r>
              <a:rPr b="0" i="0" lang="en-US" sz="2000" u="none" cap="none" strike="noStrike">
                <a:solidFill>
                  <a:srgbClr val="7F7F7F"/>
                </a:solidFill>
                <a:latin typeface="Poppins"/>
                <a:ea typeface="Poppins"/>
                <a:cs typeface="Poppins"/>
                <a:sym typeface="Poppins"/>
              </a:rPr>
              <a:t>Sound Buttons</a:t>
            </a:r>
            <a:endParaRPr b="0" i="0" sz="2000" u="none" cap="none" strike="noStrike">
              <a:solidFill>
                <a:srgbClr val="7F7F7F"/>
              </a:solidFill>
              <a:latin typeface="Poppins"/>
              <a:ea typeface="Poppins"/>
              <a:cs typeface="Poppins"/>
              <a:sym typeface="Poppins"/>
            </a:endParaRPr>
          </a:p>
        </p:txBody>
      </p:sp>
      <p:sp>
        <p:nvSpPr>
          <p:cNvPr id="598" name="Google Shape;598;p30"/>
          <p:cNvSpPr/>
          <p:nvPr/>
        </p:nvSpPr>
        <p:spPr>
          <a:xfrm>
            <a:off x="5816652" y="3938159"/>
            <a:ext cx="1019700" cy="180000"/>
          </a:xfrm>
          <a:prstGeom prst="rect">
            <a:avLst/>
          </a:prstGeom>
          <a:solidFill>
            <a:srgbClr val="EF8F2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99" name="Google Shape;599;p30"/>
          <p:cNvSpPr/>
          <p:nvPr/>
        </p:nvSpPr>
        <p:spPr>
          <a:xfrm>
            <a:off x="7069275" y="3796537"/>
            <a:ext cx="124800" cy="463200"/>
          </a:xfrm>
          <a:prstGeom prst="rect">
            <a:avLst/>
          </a:prstGeom>
          <a:solidFill>
            <a:srgbClr val="BCBEC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00" name="Google Shape;600;p30"/>
          <p:cNvSpPr txBox="1"/>
          <p:nvPr/>
        </p:nvSpPr>
        <p:spPr>
          <a:xfrm>
            <a:off x="717231" y="4353122"/>
            <a:ext cx="561000" cy="376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7F7F7F"/>
              </a:buClr>
              <a:buSzPts val="1050"/>
              <a:buFont typeface="Calibri"/>
              <a:buNone/>
            </a:pPr>
            <a:r>
              <a:rPr b="0" i="0" lang="en-US" sz="950" u="none" cap="none" strike="noStrike">
                <a:solidFill>
                  <a:srgbClr val="7F7F7F"/>
                </a:solidFill>
                <a:latin typeface="Poppins"/>
                <a:ea typeface="Poppins"/>
                <a:cs typeface="Poppins"/>
                <a:sym typeface="Poppins"/>
              </a:rPr>
              <a:t>Vowel</a:t>
            </a:r>
            <a:endParaRPr b="0" i="0" sz="950" u="none" cap="none" strike="noStrike">
              <a:solidFill>
                <a:srgbClr val="7F7F7F"/>
              </a:solidFill>
              <a:latin typeface="Poppins"/>
              <a:ea typeface="Poppins"/>
              <a:cs typeface="Poppins"/>
              <a:sym typeface="Poppins"/>
            </a:endParaRPr>
          </a:p>
        </p:txBody>
      </p:sp>
      <p:sp>
        <p:nvSpPr>
          <p:cNvPr id="601" name="Google Shape;601;p30"/>
          <p:cNvSpPr txBox="1"/>
          <p:nvPr/>
        </p:nvSpPr>
        <p:spPr>
          <a:xfrm>
            <a:off x="1278224" y="4353125"/>
            <a:ext cx="965100" cy="376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7F7F7F"/>
              </a:buClr>
              <a:buSzPts val="1050"/>
              <a:buFont typeface="Calibri"/>
              <a:buNone/>
            </a:pPr>
            <a:r>
              <a:rPr b="0" i="0" lang="en-US" sz="950" u="none" cap="none" strike="noStrike">
                <a:solidFill>
                  <a:srgbClr val="7F7F7F"/>
                </a:solidFill>
                <a:latin typeface="Poppins"/>
                <a:ea typeface="Poppins"/>
                <a:cs typeface="Poppins"/>
                <a:sym typeface="Poppins"/>
              </a:rPr>
              <a:t>Consonant</a:t>
            </a:r>
            <a:endParaRPr b="0" i="0" sz="950" u="none" cap="none" strike="noStrike">
              <a:solidFill>
                <a:srgbClr val="7F7F7F"/>
              </a:solidFill>
              <a:latin typeface="Poppins"/>
              <a:ea typeface="Poppins"/>
              <a:cs typeface="Poppins"/>
              <a:sym typeface="Poppins"/>
            </a:endParaRPr>
          </a:p>
        </p:txBody>
      </p:sp>
      <p:sp>
        <p:nvSpPr>
          <p:cNvPr id="602" name="Google Shape;602;p30"/>
          <p:cNvSpPr txBox="1"/>
          <p:nvPr/>
        </p:nvSpPr>
        <p:spPr>
          <a:xfrm>
            <a:off x="2048446" y="4353122"/>
            <a:ext cx="1019700" cy="376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7F7F7F"/>
              </a:buClr>
              <a:buSzPts val="1050"/>
              <a:buFont typeface="Calibri"/>
              <a:buNone/>
            </a:pPr>
            <a:r>
              <a:rPr b="0" i="0" lang="en-US" sz="950" u="none" cap="none" strike="noStrike">
                <a:solidFill>
                  <a:srgbClr val="7F7F7F"/>
                </a:solidFill>
                <a:latin typeface="Poppins"/>
                <a:ea typeface="Poppins"/>
                <a:cs typeface="Poppins"/>
                <a:sym typeface="Poppins"/>
              </a:rPr>
              <a:t>Consonant Digraph</a:t>
            </a:r>
            <a:endParaRPr b="0" i="0" sz="950" u="none" cap="none" strike="noStrike">
              <a:solidFill>
                <a:srgbClr val="7F7F7F"/>
              </a:solidFill>
              <a:latin typeface="Poppins"/>
              <a:ea typeface="Poppins"/>
              <a:cs typeface="Poppins"/>
              <a:sym typeface="Poppins"/>
            </a:endParaRPr>
          </a:p>
        </p:txBody>
      </p:sp>
      <p:sp>
        <p:nvSpPr>
          <p:cNvPr id="603" name="Google Shape;603;p30"/>
          <p:cNvSpPr txBox="1"/>
          <p:nvPr/>
        </p:nvSpPr>
        <p:spPr>
          <a:xfrm>
            <a:off x="3341753" y="4353122"/>
            <a:ext cx="1019700" cy="376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7F7F7F"/>
              </a:buClr>
              <a:buSzPts val="1050"/>
              <a:buFont typeface="Calibri"/>
              <a:buNone/>
            </a:pPr>
            <a:r>
              <a:rPr b="0" i="0" lang="en-US" sz="950" u="none" cap="none" strike="noStrike">
                <a:solidFill>
                  <a:srgbClr val="7F7F7F"/>
                </a:solidFill>
                <a:latin typeface="Poppins"/>
                <a:ea typeface="Poppins"/>
                <a:cs typeface="Poppins"/>
                <a:sym typeface="Poppins"/>
              </a:rPr>
              <a:t>Long Vowel Sound</a:t>
            </a:r>
            <a:endParaRPr b="0" i="0" sz="950" u="none" cap="none" strike="noStrike">
              <a:solidFill>
                <a:srgbClr val="7F7F7F"/>
              </a:solidFill>
              <a:latin typeface="Poppins"/>
              <a:ea typeface="Poppins"/>
              <a:cs typeface="Poppins"/>
              <a:sym typeface="Poppins"/>
            </a:endParaRPr>
          </a:p>
        </p:txBody>
      </p:sp>
      <p:sp>
        <p:nvSpPr>
          <p:cNvPr id="604" name="Google Shape;604;p30"/>
          <p:cNvSpPr txBox="1"/>
          <p:nvPr/>
        </p:nvSpPr>
        <p:spPr>
          <a:xfrm>
            <a:off x="4562812" y="4353122"/>
            <a:ext cx="1019700" cy="376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7F7F7F"/>
              </a:buClr>
              <a:buSzPts val="1050"/>
              <a:buFont typeface="Calibri"/>
              <a:buNone/>
            </a:pPr>
            <a:r>
              <a:rPr b="0" i="0" lang="en-US" sz="950" u="none" cap="none" strike="noStrike">
                <a:solidFill>
                  <a:srgbClr val="7F7F7F"/>
                </a:solidFill>
                <a:latin typeface="Poppins"/>
                <a:ea typeface="Poppins"/>
                <a:cs typeface="Poppins"/>
                <a:sym typeface="Poppins"/>
              </a:rPr>
              <a:t>R-controlled Digraph</a:t>
            </a:r>
            <a:endParaRPr b="0" i="0" sz="950" u="none" cap="none" strike="noStrike">
              <a:solidFill>
                <a:srgbClr val="7F7F7F"/>
              </a:solidFill>
              <a:latin typeface="Poppins"/>
              <a:ea typeface="Poppins"/>
              <a:cs typeface="Poppins"/>
              <a:sym typeface="Poppins"/>
            </a:endParaRPr>
          </a:p>
        </p:txBody>
      </p:sp>
      <p:sp>
        <p:nvSpPr>
          <p:cNvPr id="605" name="Google Shape;605;p30"/>
          <p:cNvSpPr txBox="1"/>
          <p:nvPr/>
        </p:nvSpPr>
        <p:spPr>
          <a:xfrm>
            <a:off x="5848919" y="4353122"/>
            <a:ext cx="1019700" cy="376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7F7F7F"/>
              </a:buClr>
              <a:buSzPts val="1050"/>
              <a:buFont typeface="Calibri"/>
              <a:buNone/>
            </a:pPr>
            <a:r>
              <a:rPr b="0" i="0" lang="en-US" sz="950" u="none" cap="none" strike="noStrike">
                <a:solidFill>
                  <a:srgbClr val="7F7F7F"/>
                </a:solidFill>
                <a:latin typeface="Poppins"/>
                <a:ea typeface="Poppins"/>
                <a:cs typeface="Poppins"/>
                <a:sym typeface="Poppins"/>
              </a:rPr>
              <a:t>Split Digraph</a:t>
            </a:r>
            <a:endParaRPr b="0" i="0" sz="950" u="none" cap="none" strike="noStrike">
              <a:solidFill>
                <a:srgbClr val="7F7F7F"/>
              </a:solidFill>
              <a:latin typeface="Poppins"/>
              <a:ea typeface="Poppins"/>
              <a:cs typeface="Poppins"/>
              <a:sym typeface="Poppins"/>
            </a:endParaRPr>
          </a:p>
        </p:txBody>
      </p:sp>
      <p:sp>
        <p:nvSpPr>
          <p:cNvPr id="606" name="Google Shape;606;p30"/>
          <p:cNvSpPr txBox="1"/>
          <p:nvPr/>
        </p:nvSpPr>
        <p:spPr>
          <a:xfrm>
            <a:off x="6771179" y="4353122"/>
            <a:ext cx="720900" cy="376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7F7F7F"/>
              </a:buClr>
              <a:buSzPts val="1050"/>
              <a:buFont typeface="Calibri"/>
              <a:buNone/>
            </a:pPr>
            <a:r>
              <a:rPr b="0" i="0" lang="en-US" sz="950" u="none" cap="none" strike="noStrike">
                <a:solidFill>
                  <a:srgbClr val="7F7F7F"/>
                </a:solidFill>
                <a:latin typeface="Poppins"/>
                <a:ea typeface="Poppins"/>
                <a:cs typeface="Poppins"/>
                <a:sym typeface="Poppins"/>
              </a:rPr>
              <a:t>Syllable / Silent Letter</a:t>
            </a:r>
            <a:endParaRPr b="0" i="0" sz="950" u="none" cap="none" strike="noStrike">
              <a:solidFill>
                <a:srgbClr val="7F7F7F"/>
              </a:solidFill>
              <a:latin typeface="Poppins"/>
              <a:ea typeface="Poppins"/>
              <a:cs typeface="Poppins"/>
              <a:sym typeface="Poppins"/>
            </a:endParaRPr>
          </a:p>
        </p:txBody>
      </p:sp>
      <p:grpSp>
        <p:nvGrpSpPr>
          <p:cNvPr id="607" name="Google Shape;607;p30"/>
          <p:cNvGrpSpPr/>
          <p:nvPr/>
        </p:nvGrpSpPr>
        <p:grpSpPr>
          <a:xfrm>
            <a:off x="6022940" y="5341706"/>
            <a:ext cx="594501" cy="305904"/>
            <a:chOff x="5672081" y="1914352"/>
            <a:chExt cx="792668" cy="305904"/>
          </a:xfrm>
        </p:grpSpPr>
        <p:sp>
          <p:nvSpPr>
            <p:cNvPr id="608" name="Google Shape;608;p30"/>
            <p:cNvSpPr/>
            <p:nvPr/>
          </p:nvSpPr>
          <p:spPr>
            <a:xfrm>
              <a:off x="5672081" y="1914352"/>
              <a:ext cx="679731" cy="305904"/>
            </a:xfrm>
            <a:prstGeom prst="roundRect">
              <a:avLst>
                <a:gd fmla="val 28571" name="adj"/>
              </a:avLst>
            </a:prstGeom>
            <a:solidFill>
              <a:srgbClr val="ED1C2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09" name="Google Shape;609;p30"/>
            <p:cNvSpPr/>
            <p:nvPr/>
          </p:nvSpPr>
          <p:spPr>
            <a:xfrm rot="5400000">
              <a:off x="6346232" y="2002386"/>
              <a:ext cx="103684" cy="133350"/>
            </a:xfrm>
            <a:custGeom>
              <a:rect b="b" l="l" r="r" t="t"/>
              <a:pathLst>
                <a:path extrusionOk="0" h="404888" w="323995">
                  <a:moveTo>
                    <a:pt x="0" y="404888"/>
                  </a:moveTo>
                  <a:cubicBezTo>
                    <a:pt x="52753" y="299232"/>
                    <a:pt x="64477" y="181855"/>
                    <a:pt x="0" y="0"/>
                  </a:cubicBezTo>
                  <a:cubicBezTo>
                    <a:pt x="139261" y="58763"/>
                    <a:pt x="290246" y="123386"/>
                    <a:pt x="323995" y="404888"/>
                  </a:cubicBezTo>
                  <a:lnTo>
                    <a:pt x="0" y="404888"/>
                  </a:lnTo>
                  <a:close/>
                </a:path>
              </a:pathLst>
            </a:custGeom>
            <a:solidFill>
              <a:srgbClr val="ED1C2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sp>
        <p:nvSpPr>
          <p:cNvPr id="610" name="Google Shape;610;p30"/>
          <p:cNvSpPr txBox="1"/>
          <p:nvPr/>
        </p:nvSpPr>
        <p:spPr>
          <a:xfrm>
            <a:off x="5585126" y="5775650"/>
            <a:ext cx="1393500" cy="376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7F7F7F"/>
              </a:buClr>
              <a:buSzPts val="1050"/>
              <a:buFont typeface="Calibri"/>
              <a:buNone/>
            </a:pPr>
            <a:r>
              <a:rPr b="0" i="0" lang="en-US" sz="1050" u="none" cap="none" strike="noStrike">
                <a:solidFill>
                  <a:srgbClr val="7F7F7F"/>
                </a:solidFill>
                <a:latin typeface="Poppins"/>
                <a:ea typeface="Poppins"/>
                <a:cs typeface="Poppins"/>
                <a:sym typeface="Poppins"/>
              </a:rPr>
              <a:t>Pronunciation Bubble</a:t>
            </a:r>
            <a:endParaRPr b="0" i="0" sz="1050" u="none" cap="none" strike="noStrike">
              <a:solidFill>
                <a:srgbClr val="7F7F7F"/>
              </a:solidFill>
              <a:latin typeface="Poppins"/>
              <a:ea typeface="Poppins"/>
              <a:cs typeface="Poppins"/>
              <a:sym typeface="Poppins"/>
            </a:endParaRPr>
          </a:p>
        </p:txBody>
      </p:sp>
      <p:sp>
        <p:nvSpPr>
          <p:cNvPr id="611" name="Google Shape;611;p30"/>
          <p:cNvSpPr/>
          <p:nvPr/>
        </p:nvSpPr>
        <p:spPr>
          <a:xfrm>
            <a:off x="927366" y="5242640"/>
            <a:ext cx="463200" cy="450300"/>
          </a:xfrm>
          <a:prstGeom prst="rect">
            <a:avLst/>
          </a:prstGeom>
          <a:solidFill>
            <a:srgbClr val="00688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12" name="Google Shape;612;p30"/>
          <p:cNvSpPr/>
          <p:nvPr/>
        </p:nvSpPr>
        <p:spPr>
          <a:xfrm>
            <a:off x="2081616" y="5242640"/>
            <a:ext cx="463200" cy="450300"/>
          </a:xfrm>
          <a:prstGeom prst="rect">
            <a:avLst/>
          </a:prstGeom>
          <a:solidFill>
            <a:srgbClr val="2F286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13" name="Google Shape;613;p30"/>
          <p:cNvSpPr/>
          <p:nvPr/>
        </p:nvSpPr>
        <p:spPr>
          <a:xfrm>
            <a:off x="2658741" y="5242640"/>
            <a:ext cx="463200" cy="450300"/>
          </a:xfrm>
          <a:prstGeom prst="rect">
            <a:avLst/>
          </a:prstGeom>
          <a:solidFill>
            <a:srgbClr val="8DC63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14" name="Google Shape;614;p30"/>
          <p:cNvSpPr/>
          <p:nvPr/>
        </p:nvSpPr>
        <p:spPr>
          <a:xfrm>
            <a:off x="3256248" y="5242640"/>
            <a:ext cx="463200" cy="450300"/>
          </a:xfrm>
          <a:prstGeom prst="rect">
            <a:avLst/>
          </a:prstGeom>
          <a:solidFill>
            <a:srgbClr val="92278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15" name="Google Shape;615;p30"/>
          <p:cNvSpPr/>
          <p:nvPr/>
        </p:nvSpPr>
        <p:spPr>
          <a:xfrm>
            <a:off x="2081616" y="5761320"/>
            <a:ext cx="463200" cy="450300"/>
          </a:xfrm>
          <a:prstGeom prst="rect">
            <a:avLst/>
          </a:prstGeom>
          <a:solidFill>
            <a:srgbClr val="EAEA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16" name="Google Shape;616;p30"/>
          <p:cNvSpPr/>
          <p:nvPr/>
        </p:nvSpPr>
        <p:spPr>
          <a:xfrm>
            <a:off x="2658741" y="5761320"/>
            <a:ext cx="463200" cy="450300"/>
          </a:xfrm>
          <a:prstGeom prst="rect">
            <a:avLst/>
          </a:prstGeom>
          <a:solidFill>
            <a:srgbClr val="F2F7E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17" name="Google Shape;617;p30"/>
          <p:cNvSpPr/>
          <p:nvPr/>
        </p:nvSpPr>
        <p:spPr>
          <a:xfrm>
            <a:off x="3256248" y="5761320"/>
            <a:ext cx="463200" cy="450300"/>
          </a:xfrm>
          <a:prstGeom prst="rect">
            <a:avLst/>
          </a:prstGeom>
          <a:solidFill>
            <a:srgbClr val="EBE3E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18" name="Google Shape;618;p30"/>
          <p:cNvSpPr txBox="1"/>
          <p:nvPr/>
        </p:nvSpPr>
        <p:spPr>
          <a:xfrm>
            <a:off x="1189033" y="4817525"/>
            <a:ext cx="3154500" cy="369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Poppins"/>
                <a:ea typeface="Poppins"/>
                <a:cs typeface="Poppins"/>
                <a:sym typeface="Poppins"/>
              </a:rPr>
              <a:t>Swatches</a:t>
            </a:r>
            <a:endParaRPr b="0" i="0" sz="1400" u="none" cap="none" strike="noStrike">
              <a:solidFill>
                <a:srgbClr val="000000"/>
              </a:solidFill>
              <a:latin typeface="Poppins"/>
              <a:ea typeface="Poppins"/>
              <a:cs typeface="Poppins"/>
              <a:sym typeface="Poppins"/>
            </a:endParaRPr>
          </a:p>
        </p:txBody>
      </p:sp>
      <p:sp>
        <p:nvSpPr>
          <p:cNvPr id="619" name="Google Shape;619;p30"/>
          <p:cNvSpPr txBox="1"/>
          <p:nvPr/>
        </p:nvSpPr>
        <p:spPr>
          <a:xfrm rot="-5400000">
            <a:off x="-208625" y="5608325"/>
            <a:ext cx="1739400" cy="2769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200"/>
              <a:buFont typeface="Arial"/>
              <a:buNone/>
            </a:pPr>
            <a:r>
              <a:rPr b="0" i="0" lang="en-US" sz="1200" u="none" cap="none" strike="noStrike">
                <a:solidFill>
                  <a:schemeClr val="dk1"/>
                </a:solidFill>
                <a:latin typeface="Poppins"/>
                <a:ea typeface="Poppins"/>
                <a:cs typeface="Poppins"/>
                <a:sym typeface="Poppins"/>
              </a:rPr>
              <a:t>Phase colours</a:t>
            </a:r>
            <a:endParaRPr b="0" i="0" sz="1200" u="none" cap="none" strike="noStrike">
              <a:solidFill>
                <a:schemeClr val="dk1"/>
              </a:solidFill>
              <a:latin typeface="Poppins"/>
              <a:ea typeface="Poppins"/>
              <a:cs typeface="Poppins"/>
              <a:sym typeface="Poppins"/>
            </a:endParaRPr>
          </a:p>
        </p:txBody>
      </p:sp>
      <p:sp>
        <p:nvSpPr>
          <p:cNvPr id="620" name="Google Shape;620;p30"/>
          <p:cNvSpPr/>
          <p:nvPr/>
        </p:nvSpPr>
        <p:spPr>
          <a:xfrm>
            <a:off x="1504491" y="5761320"/>
            <a:ext cx="463200" cy="450300"/>
          </a:xfrm>
          <a:prstGeom prst="rect">
            <a:avLst/>
          </a:prstGeom>
          <a:solidFill>
            <a:srgbClr val="FFE1B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21" name="Google Shape;621;p30"/>
          <p:cNvSpPr/>
          <p:nvPr/>
        </p:nvSpPr>
        <p:spPr>
          <a:xfrm>
            <a:off x="1504491" y="5242640"/>
            <a:ext cx="463200" cy="450300"/>
          </a:xfrm>
          <a:prstGeom prst="rect">
            <a:avLst/>
          </a:prstGeom>
          <a:solidFill>
            <a:srgbClr val="F7941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22" name="Google Shape;622;p30"/>
          <p:cNvSpPr/>
          <p:nvPr/>
        </p:nvSpPr>
        <p:spPr>
          <a:xfrm>
            <a:off x="3853755" y="5242640"/>
            <a:ext cx="463200" cy="450300"/>
          </a:xfrm>
          <a:prstGeom prst="rect">
            <a:avLst/>
          </a:pr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23" name="Google Shape;623;p30"/>
          <p:cNvSpPr/>
          <p:nvPr/>
        </p:nvSpPr>
        <p:spPr>
          <a:xfrm>
            <a:off x="927366" y="5761320"/>
            <a:ext cx="463200" cy="450300"/>
          </a:xfrm>
          <a:prstGeom prst="rect">
            <a:avLst/>
          </a:prstGeom>
          <a:solidFill>
            <a:srgbClr val="CAD1D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24" name="Google Shape;624;p30"/>
          <p:cNvSpPr/>
          <p:nvPr/>
        </p:nvSpPr>
        <p:spPr>
          <a:xfrm>
            <a:off x="4451777" y="5242640"/>
            <a:ext cx="463200" cy="450300"/>
          </a:xfrm>
          <a:prstGeom prst="rect">
            <a:avLst/>
          </a:prstGeom>
          <a:solidFill>
            <a:srgbClr val="E8262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25" name="Google Shape;625;p30"/>
          <p:cNvSpPr/>
          <p:nvPr/>
        </p:nvSpPr>
        <p:spPr>
          <a:xfrm>
            <a:off x="3853755" y="5761320"/>
            <a:ext cx="463200" cy="450300"/>
          </a:xfrm>
          <a:prstGeom prst="rect">
            <a:avLst/>
          </a:prstGeom>
          <a:solidFill>
            <a:srgbClr val="F3E8E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26" name="Google Shape;626;p30"/>
          <p:cNvSpPr/>
          <p:nvPr/>
        </p:nvSpPr>
        <p:spPr>
          <a:xfrm>
            <a:off x="4451777" y="5761320"/>
            <a:ext cx="463200" cy="450300"/>
          </a:xfrm>
          <a:prstGeom prst="rect">
            <a:avLst/>
          </a:prstGeom>
          <a:solidFill>
            <a:srgbClr val="F9E8D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27" name="Google Shape;627;p30"/>
          <p:cNvSpPr txBox="1"/>
          <p:nvPr/>
        </p:nvSpPr>
        <p:spPr>
          <a:xfrm>
            <a:off x="915904" y="6280000"/>
            <a:ext cx="463200" cy="2616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100"/>
              <a:buFont typeface="Arial"/>
              <a:buNone/>
            </a:pPr>
            <a:r>
              <a:rPr b="0" i="0" lang="en-US" sz="1100" u="none" cap="none" strike="noStrike">
                <a:solidFill>
                  <a:schemeClr val="dk1"/>
                </a:solidFill>
                <a:latin typeface="Poppins"/>
                <a:ea typeface="Poppins"/>
                <a:cs typeface="Poppins"/>
                <a:sym typeface="Poppins"/>
              </a:rPr>
              <a:t>1</a:t>
            </a:r>
            <a:endParaRPr b="0" i="0" sz="1400" u="none" cap="none" strike="noStrike">
              <a:solidFill>
                <a:srgbClr val="000000"/>
              </a:solidFill>
              <a:latin typeface="Poppins"/>
              <a:ea typeface="Poppins"/>
              <a:cs typeface="Poppins"/>
              <a:sym typeface="Poppins"/>
            </a:endParaRPr>
          </a:p>
        </p:txBody>
      </p:sp>
      <p:sp>
        <p:nvSpPr>
          <p:cNvPr id="628" name="Google Shape;628;p30"/>
          <p:cNvSpPr txBox="1"/>
          <p:nvPr/>
        </p:nvSpPr>
        <p:spPr>
          <a:xfrm>
            <a:off x="1509707" y="6280000"/>
            <a:ext cx="463200" cy="2616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100"/>
              <a:buFont typeface="Arial"/>
              <a:buNone/>
            </a:pPr>
            <a:r>
              <a:rPr b="0" i="0" lang="en-US" sz="1100" u="none" cap="none" strike="noStrike">
                <a:solidFill>
                  <a:schemeClr val="dk1"/>
                </a:solidFill>
                <a:latin typeface="Poppins"/>
                <a:ea typeface="Poppins"/>
                <a:cs typeface="Poppins"/>
                <a:sym typeface="Poppins"/>
              </a:rPr>
              <a:t>2</a:t>
            </a:r>
            <a:endParaRPr b="0" i="0" sz="1400" u="none" cap="none" strike="noStrike">
              <a:solidFill>
                <a:srgbClr val="000000"/>
              </a:solidFill>
              <a:latin typeface="Poppins"/>
              <a:ea typeface="Poppins"/>
              <a:cs typeface="Poppins"/>
              <a:sym typeface="Poppins"/>
            </a:endParaRPr>
          </a:p>
        </p:txBody>
      </p:sp>
      <p:sp>
        <p:nvSpPr>
          <p:cNvPr id="629" name="Google Shape;629;p30"/>
          <p:cNvSpPr txBox="1"/>
          <p:nvPr/>
        </p:nvSpPr>
        <p:spPr>
          <a:xfrm>
            <a:off x="2103510" y="6280000"/>
            <a:ext cx="463200" cy="2616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100"/>
              <a:buFont typeface="Arial"/>
              <a:buNone/>
            </a:pPr>
            <a:r>
              <a:rPr b="0" i="0" lang="en-US" sz="1100" u="none" cap="none" strike="noStrike">
                <a:solidFill>
                  <a:schemeClr val="dk1"/>
                </a:solidFill>
                <a:latin typeface="Poppins"/>
                <a:ea typeface="Poppins"/>
                <a:cs typeface="Poppins"/>
                <a:sym typeface="Poppins"/>
              </a:rPr>
              <a:t>3</a:t>
            </a:r>
            <a:endParaRPr b="0" i="0" sz="1400" u="none" cap="none" strike="noStrike">
              <a:solidFill>
                <a:srgbClr val="000000"/>
              </a:solidFill>
              <a:latin typeface="Poppins"/>
              <a:ea typeface="Poppins"/>
              <a:cs typeface="Poppins"/>
              <a:sym typeface="Poppins"/>
            </a:endParaRPr>
          </a:p>
        </p:txBody>
      </p:sp>
      <p:sp>
        <p:nvSpPr>
          <p:cNvPr id="630" name="Google Shape;630;p30"/>
          <p:cNvSpPr txBox="1"/>
          <p:nvPr/>
        </p:nvSpPr>
        <p:spPr>
          <a:xfrm>
            <a:off x="2676106" y="6280000"/>
            <a:ext cx="463200" cy="2616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100"/>
              <a:buFont typeface="Arial"/>
              <a:buNone/>
            </a:pPr>
            <a:r>
              <a:rPr b="0" i="0" lang="en-US" sz="1100" u="none" cap="none" strike="noStrike">
                <a:solidFill>
                  <a:schemeClr val="dk1"/>
                </a:solidFill>
                <a:latin typeface="Poppins"/>
                <a:ea typeface="Poppins"/>
                <a:cs typeface="Poppins"/>
                <a:sym typeface="Poppins"/>
              </a:rPr>
              <a:t>4</a:t>
            </a:r>
            <a:endParaRPr b="0" i="0" sz="1400" u="none" cap="none" strike="noStrike">
              <a:solidFill>
                <a:srgbClr val="000000"/>
              </a:solidFill>
              <a:latin typeface="Poppins"/>
              <a:ea typeface="Poppins"/>
              <a:cs typeface="Poppins"/>
              <a:sym typeface="Poppins"/>
            </a:endParaRPr>
          </a:p>
        </p:txBody>
      </p:sp>
      <p:sp>
        <p:nvSpPr>
          <p:cNvPr id="631" name="Google Shape;631;p30"/>
          <p:cNvSpPr txBox="1"/>
          <p:nvPr/>
        </p:nvSpPr>
        <p:spPr>
          <a:xfrm>
            <a:off x="3262840" y="6280000"/>
            <a:ext cx="463200" cy="2616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100"/>
              <a:buFont typeface="Arial"/>
              <a:buNone/>
            </a:pPr>
            <a:r>
              <a:rPr b="0" i="0" lang="en-US" sz="1100" u="none" cap="none" strike="noStrike">
                <a:solidFill>
                  <a:schemeClr val="dk1"/>
                </a:solidFill>
                <a:latin typeface="Poppins"/>
                <a:ea typeface="Poppins"/>
                <a:cs typeface="Poppins"/>
                <a:sym typeface="Poppins"/>
              </a:rPr>
              <a:t>5</a:t>
            </a:r>
            <a:endParaRPr b="0" i="0" sz="1400" u="none" cap="none" strike="noStrike">
              <a:solidFill>
                <a:srgbClr val="000000"/>
              </a:solidFill>
              <a:latin typeface="Poppins"/>
              <a:ea typeface="Poppins"/>
              <a:cs typeface="Poppins"/>
              <a:sym typeface="Poppins"/>
            </a:endParaRPr>
          </a:p>
        </p:txBody>
      </p:sp>
      <p:sp>
        <p:nvSpPr>
          <p:cNvPr id="632" name="Google Shape;632;p30"/>
          <p:cNvSpPr txBox="1"/>
          <p:nvPr/>
        </p:nvSpPr>
        <p:spPr>
          <a:xfrm>
            <a:off x="3863712" y="6280000"/>
            <a:ext cx="463200" cy="2616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100"/>
              <a:buFont typeface="Arial"/>
              <a:buNone/>
            </a:pPr>
            <a:r>
              <a:rPr b="0" i="0" lang="en-US" sz="1100" u="none" cap="none" strike="noStrike">
                <a:solidFill>
                  <a:schemeClr val="dk1"/>
                </a:solidFill>
                <a:latin typeface="Poppins"/>
                <a:ea typeface="Poppins"/>
                <a:cs typeface="Poppins"/>
                <a:sym typeface="Poppins"/>
              </a:rPr>
              <a:t>5.5</a:t>
            </a:r>
            <a:endParaRPr b="0" i="0" sz="1400" u="none" cap="none" strike="noStrike">
              <a:solidFill>
                <a:srgbClr val="000000"/>
              </a:solidFill>
              <a:latin typeface="Poppins"/>
              <a:ea typeface="Poppins"/>
              <a:cs typeface="Poppins"/>
              <a:sym typeface="Poppins"/>
            </a:endParaRPr>
          </a:p>
        </p:txBody>
      </p:sp>
      <p:sp>
        <p:nvSpPr>
          <p:cNvPr id="633" name="Google Shape;633;p30"/>
          <p:cNvSpPr txBox="1"/>
          <p:nvPr/>
        </p:nvSpPr>
        <p:spPr>
          <a:xfrm>
            <a:off x="4443378" y="6280000"/>
            <a:ext cx="463200" cy="2616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100"/>
              <a:buFont typeface="Arial"/>
              <a:buNone/>
            </a:pPr>
            <a:r>
              <a:rPr b="0" i="0" lang="en-US" sz="1100" u="none" cap="none" strike="noStrike">
                <a:solidFill>
                  <a:schemeClr val="dk1"/>
                </a:solidFill>
                <a:latin typeface="Poppins"/>
                <a:ea typeface="Poppins"/>
                <a:cs typeface="Poppins"/>
                <a:sym typeface="Poppins"/>
              </a:rPr>
              <a:t>6</a:t>
            </a:r>
            <a:endParaRPr b="0" i="0" sz="1400" u="none" cap="none" strike="noStrike">
              <a:solidFill>
                <a:srgbClr val="000000"/>
              </a:solidFill>
              <a:latin typeface="Poppins"/>
              <a:ea typeface="Poppins"/>
              <a:cs typeface="Poppins"/>
              <a:sym typeface="Poppins"/>
            </a:endParaRPr>
          </a:p>
        </p:txBody>
      </p:sp>
      <p:sp>
        <p:nvSpPr>
          <p:cNvPr id="634" name="Google Shape;634;p30"/>
          <p:cNvSpPr/>
          <p:nvPr/>
        </p:nvSpPr>
        <p:spPr>
          <a:xfrm>
            <a:off x="812938" y="3837613"/>
            <a:ext cx="390000" cy="390000"/>
          </a:xfrm>
          <a:prstGeom prst="ellipse">
            <a:avLst/>
          </a:prstGeom>
          <a:solidFill>
            <a:srgbClr val="ED1C2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635" name="Google Shape;635;p30"/>
          <p:cNvSpPr/>
          <p:nvPr/>
        </p:nvSpPr>
        <p:spPr>
          <a:xfrm>
            <a:off x="1435861" y="3837613"/>
            <a:ext cx="390000" cy="390000"/>
          </a:xfrm>
          <a:prstGeom prst="ellipse">
            <a:avLst/>
          </a:prstGeom>
          <a:solidFill>
            <a:srgbClr val="2356A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636" name="Google Shape;636;p30"/>
          <p:cNvSpPr txBox="1"/>
          <p:nvPr/>
        </p:nvSpPr>
        <p:spPr>
          <a:xfrm>
            <a:off x="777227" y="369525"/>
            <a:ext cx="3539700" cy="69120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7F7F7F"/>
              </a:buClr>
              <a:buSzPts val="3200"/>
              <a:buFont typeface="Calibri"/>
              <a:buNone/>
            </a:pPr>
            <a:r>
              <a:rPr b="0" i="0" lang="en-US" sz="3200" u="none" cap="none" strike="noStrike">
                <a:solidFill>
                  <a:srgbClr val="7F7F7F"/>
                </a:solidFill>
                <a:latin typeface="Poppins Medium"/>
                <a:ea typeface="Poppins Medium"/>
                <a:cs typeface="Poppins Medium"/>
                <a:sym typeface="Poppins Medium"/>
              </a:rPr>
              <a:t>Reusable Assets</a:t>
            </a:r>
            <a:endParaRPr b="0" i="0" sz="3200" u="none" cap="none" strike="noStrike">
              <a:solidFill>
                <a:srgbClr val="7F7F7F"/>
              </a:solidFill>
              <a:latin typeface="Poppins Medium"/>
              <a:ea typeface="Poppins Medium"/>
              <a:cs typeface="Poppins Medium"/>
              <a:sym typeface="Poppins Medium"/>
            </a:endParaRPr>
          </a:p>
        </p:txBody>
      </p:sp>
      <p:pic>
        <p:nvPicPr>
          <p:cNvPr id="637" name="Google Shape;637;p30"/>
          <p:cNvPicPr preferRelativeResize="0"/>
          <p:nvPr/>
        </p:nvPicPr>
        <p:blipFill rotWithShape="1">
          <a:blip r:embed="rId2">
            <a:alphaModFix/>
          </a:blip>
          <a:srcRect b="0" l="0" r="0" t="0"/>
          <a:stretch/>
        </p:blipFill>
        <p:spPr>
          <a:xfrm>
            <a:off x="7839851" y="470198"/>
            <a:ext cx="507575" cy="592175"/>
          </a:xfrm>
          <a:prstGeom prst="rect">
            <a:avLst/>
          </a:prstGeom>
          <a:noFill/>
          <a:ln>
            <a:noFill/>
          </a:ln>
        </p:spPr>
      </p:pic>
      <p:pic>
        <p:nvPicPr>
          <p:cNvPr id="638" name="Google Shape;638;p30"/>
          <p:cNvPicPr preferRelativeResize="0"/>
          <p:nvPr/>
        </p:nvPicPr>
        <p:blipFill rotWithShape="1">
          <a:blip r:embed="rId3">
            <a:alphaModFix/>
          </a:blip>
          <a:srcRect b="0" l="0" r="0" t="0"/>
          <a:stretch/>
        </p:blipFill>
        <p:spPr>
          <a:xfrm>
            <a:off x="7275738" y="500125"/>
            <a:ext cx="463200" cy="532334"/>
          </a:xfrm>
          <a:prstGeom prst="rect">
            <a:avLst/>
          </a:prstGeom>
          <a:noFill/>
          <a:ln>
            <a:noFill/>
          </a:ln>
        </p:spPr>
      </p:pic>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eusable Assets 1">
  <p:cSld name="Reusable Assets_1">
    <p:spTree>
      <p:nvGrpSpPr>
        <p:cNvPr id="639" name="Shape 639"/>
        <p:cNvGrpSpPr/>
        <p:nvPr/>
      </p:nvGrpSpPr>
      <p:grpSpPr>
        <a:xfrm>
          <a:off x="0" y="0"/>
          <a:ext cx="0" cy="0"/>
          <a:chOff x="0" y="0"/>
          <a:chExt cx="0" cy="0"/>
        </a:xfrm>
      </p:grpSpPr>
      <p:sp>
        <p:nvSpPr>
          <p:cNvPr id="640" name="Google Shape;640;g26b33ddcd5e_0_106"/>
          <p:cNvSpPr txBox="1"/>
          <p:nvPr/>
        </p:nvSpPr>
        <p:spPr>
          <a:xfrm>
            <a:off x="777231" y="369518"/>
            <a:ext cx="5276400" cy="69120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7F7F7F"/>
              </a:buClr>
              <a:buSzPts val="3200"/>
              <a:buFont typeface="Calibri"/>
              <a:buNone/>
            </a:pPr>
            <a:r>
              <a:rPr b="0" i="0" lang="en-US" sz="3200" u="none" cap="none" strike="noStrike">
                <a:solidFill>
                  <a:srgbClr val="7F7F7F"/>
                </a:solidFill>
                <a:latin typeface="Poppins Medium"/>
                <a:ea typeface="Poppins Medium"/>
                <a:cs typeface="Poppins Medium"/>
                <a:sym typeface="Poppins Medium"/>
              </a:rPr>
              <a:t>Glossary</a:t>
            </a:r>
            <a:endParaRPr b="0" i="0" sz="3200" u="none" cap="none" strike="noStrike">
              <a:solidFill>
                <a:srgbClr val="7F7F7F"/>
              </a:solidFill>
              <a:latin typeface="Poppins Medium"/>
              <a:ea typeface="Poppins Medium"/>
              <a:cs typeface="Poppins Medium"/>
              <a:sym typeface="Poppins Medium"/>
            </a:endParaRPr>
          </a:p>
        </p:txBody>
      </p:sp>
      <p:sp>
        <p:nvSpPr>
          <p:cNvPr id="641" name="Google Shape;641;g26b33ddcd5e_0_106"/>
          <p:cNvSpPr/>
          <p:nvPr/>
        </p:nvSpPr>
        <p:spPr>
          <a:xfrm>
            <a:off x="777225" y="1060725"/>
            <a:ext cx="3876000" cy="5368800"/>
          </a:xfrm>
          <a:prstGeom prst="rect">
            <a:avLst/>
          </a:prstGeom>
          <a:noFill/>
          <a:ln>
            <a:noFill/>
          </a:ln>
        </p:spPr>
        <p:txBody>
          <a:bodyPr anchorCtr="0" anchor="t" bIns="45700" lIns="91425" spcFirstLastPara="1" rIns="91425" wrap="square" tIns="45700">
            <a:noAutofit/>
          </a:bodyPr>
          <a:lstStyle/>
          <a:p>
            <a:pPr indent="-298450" lvl="0" marL="457200" marR="0" rtl="0" algn="l">
              <a:lnSpc>
                <a:spcPct val="100000"/>
              </a:lnSpc>
              <a:spcBef>
                <a:spcPts val="0"/>
              </a:spcBef>
              <a:spcAft>
                <a:spcPts val="0"/>
              </a:spcAft>
              <a:buClr>
                <a:srgbClr val="AEABAB"/>
              </a:buClr>
              <a:buSzPts val="1100"/>
              <a:buFont typeface="Poppins"/>
              <a:buChar char="●"/>
            </a:pPr>
            <a:r>
              <a:rPr b="0" i="0" lang="en-US" sz="1100" u="none" cap="none" strike="noStrike">
                <a:solidFill>
                  <a:srgbClr val="1A1A1A"/>
                </a:solidFill>
                <a:latin typeface="Poppins"/>
                <a:ea typeface="Poppins"/>
                <a:cs typeface="Poppins"/>
                <a:sym typeface="Poppins"/>
              </a:rPr>
              <a:t>Phonics has a large technical vocabulary. This can appear to be more of an obstacle than a help if practitioners and teachers think they must know most of it in order to start teaching phonics, but thankfully this is not the case. Explained here is a small number of working terms to help teach Letters &amp; Sounds.</a:t>
            </a:r>
            <a:endParaRPr b="0" i="0" sz="1100" u="none" cap="none" strike="noStrike">
              <a:solidFill>
                <a:schemeClr val="dk1"/>
              </a:solidFill>
              <a:latin typeface="Poppins"/>
              <a:ea typeface="Poppins"/>
              <a:cs typeface="Poppins"/>
              <a:sym typeface="Poppins"/>
            </a:endParaRPr>
          </a:p>
          <a:p>
            <a:pPr indent="-298450" lvl="0" marL="457200" marR="0" rtl="0" algn="l">
              <a:lnSpc>
                <a:spcPct val="100000"/>
              </a:lnSpc>
              <a:spcBef>
                <a:spcPts val="0"/>
              </a:spcBef>
              <a:spcAft>
                <a:spcPts val="0"/>
              </a:spcAft>
              <a:buClr>
                <a:srgbClr val="AEABAB"/>
              </a:buClr>
              <a:buSzPts val="1100"/>
              <a:buFont typeface="Poppins"/>
              <a:buChar char="●"/>
            </a:pPr>
            <a:r>
              <a:rPr b="0" i="0" lang="en-US" sz="1100" u="none" cap="none" strike="noStrike">
                <a:solidFill>
                  <a:srgbClr val="1A1A1A"/>
                </a:solidFill>
                <a:latin typeface="Poppins"/>
                <a:ea typeface="Poppins"/>
                <a:cs typeface="Poppins"/>
                <a:sym typeface="Poppins"/>
              </a:rPr>
              <a:t>Phonics - Phonics consists of knowledge of the skills of segmenting and blending, knowledge of the alphabetic code and an understanding of the principles underpinning the way the code is used in reading and spelling.</a:t>
            </a:r>
            <a:endParaRPr b="0" i="0" sz="1100" u="none" cap="none" strike="noStrike">
              <a:solidFill>
                <a:schemeClr val="dk1"/>
              </a:solidFill>
              <a:latin typeface="Poppins"/>
              <a:ea typeface="Poppins"/>
              <a:cs typeface="Poppins"/>
              <a:sym typeface="Poppins"/>
            </a:endParaRPr>
          </a:p>
          <a:p>
            <a:pPr indent="-298450" lvl="0" marL="457200" marR="0" rtl="0" algn="l">
              <a:lnSpc>
                <a:spcPct val="115000"/>
              </a:lnSpc>
              <a:spcBef>
                <a:spcPts val="0"/>
              </a:spcBef>
              <a:spcAft>
                <a:spcPts val="0"/>
              </a:spcAft>
              <a:buClr>
                <a:srgbClr val="AEABAB"/>
              </a:buClr>
              <a:buSzPts val="1100"/>
              <a:buFont typeface="Poppins Medium"/>
              <a:buChar char="●"/>
            </a:pPr>
            <a:r>
              <a:rPr b="0" i="0" lang="en-US" sz="1100" u="none" cap="none" strike="noStrike">
                <a:solidFill>
                  <a:srgbClr val="1A1A1A"/>
                </a:solidFill>
                <a:latin typeface="Poppins"/>
                <a:ea typeface="Poppins"/>
                <a:cs typeface="Poppins"/>
                <a:sym typeface="Poppins"/>
              </a:rPr>
              <a:t xml:space="preserve">Phonemes - A phoneme is the smallest unit of sound in a word that can change it's meaning (e.g in </a:t>
            </a:r>
            <a:r>
              <a:rPr b="0" i="0" lang="en-US" sz="1100" u="none" cap="none" strike="noStrike">
                <a:solidFill>
                  <a:srgbClr val="1A30E8"/>
                </a:solidFill>
                <a:latin typeface="Poppins"/>
                <a:ea typeface="Poppins"/>
                <a:cs typeface="Poppins"/>
                <a:sym typeface="Poppins"/>
              </a:rPr>
              <a:t xml:space="preserve">bed </a:t>
            </a:r>
            <a:r>
              <a:rPr b="0" i="0" lang="en-US" sz="1100" u="none" cap="none" strike="noStrike">
                <a:solidFill>
                  <a:srgbClr val="1A1A1A"/>
                </a:solidFill>
                <a:latin typeface="Poppins"/>
                <a:ea typeface="Poppins"/>
                <a:cs typeface="Poppins"/>
                <a:sym typeface="Poppins"/>
              </a:rPr>
              <a:t xml:space="preserve">and </a:t>
            </a:r>
            <a:r>
              <a:rPr b="0" i="0" lang="en-US" sz="1100" u="none" cap="none" strike="noStrike">
                <a:solidFill>
                  <a:srgbClr val="1A30E8"/>
                </a:solidFill>
                <a:latin typeface="Poppins"/>
                <a:ea typeface="Poppins"/>
                <a:cs typeface="Poppins"/>
                <a:sym typeface="Poppins"/>
              </a:rPr>
              <a:t xml:space="preserve">led </a:t>
            </a:r>
            <a:r>
              <a:rPr b="0" i="0" lang="en-US" sz="1100" u="none" cap="none" strike="noStrike">
                <a:solidFill>
                  <a:srgbClr val="1A1A1A"/>
                </a:solidFill>
                <a:latin typeface="Poppins"/>
                <a:ea typeface="Poppins"/>
                <a:cs typeface="Poppins"/>
                <a:sym typeface="Poppins"/>
              </a:rPr>
              <a:t xml:space="preserve">the difference is the phonemes </a:t>
            </a:r>
            <a:r>
              <a:rPr b="0" i="0" lang="en-US" sz="1100" u="none" cap="none" strike="noStrike">
                <a:solidFill>
                  <a:srgbClr val="53F41A"/>
                </a:solidFill>
                <a:latin typeface="Poppins"/>
                <a:ea typeface="Poppins"/>
                <a:cs typeface="Poppins"/>
                <a:sym typeface="Poppins"/>
              </a:rPr>
              <a:t xml:space="preserve">/b/ </a:t>
            </a:r>
            <a:r>
              <a:rPr b="0" i="0" lang="en-US" sz="1100" u="none" cap="none" strike="noStrike">
                <a:solidFill>
                  <a:srgbClr val="1A1A1A"/>
                </a:solidFill>
                <a:latin typeface="Poppins"/>
                <a:ea typeface="Poppins"/>
                <a:cs typeface="Poppins"/>
                <a:sym typeface="Poppins"/>
              </a:rPr>
              <a:t xml:space="preserve">and </a:t>
            </a:r>
            <a:r>
              <a:rPr b="0" i="0" lang="en-US" sz="1100" u="none" cap="none" strike="noStrike">
                <a:solidFill>
                  <a:srgbClr val="53F41A"/>
                </a:solidFill>
                <a:latin typeface="Poppins"/>
                <a:ea typeface="Poppins"/>
                <a:cs typeface="Poppins"/>
                <a:sym typeface="Poppins"/>
              </a:rPr>
              <a:t>/l/</a:t>
            </a:r>
            <a:r>
              <a:rPr b="0" i="0" lang="en-US" sz="1100" u="none" cap="none" strike="noStrike">
                <a:solidFill>
                  <a:srgbClr val="1A1A1A"/>
                </a:solidFill>
                <a:latin typeface="Poppins"/>
                <a:ea typeface="Poppins"/>
                <a:cs typeface="Poppins"/>
                <a:sym typeface="Poppins"/>
              </a:rPr>
              <a:t>, which signals the difference in meaning between the words). It is generally accepted that most varieties of spoken English use about 44 phonemes. In alphabet writing systems (such as English) phonemes are represented by graphemes.</a:t>
            </a:r>
            <a:endParaRPr b="0" i="0" sz="1100" u="none" cap="none" strike="noStrike">
              <a:solidFill>
                <a:srgbClr val="1A1A1A"/>
              </a:solidFill>
              <a:latin typeface="Poppins"/>
              <a:ea typeface="Poppins"/>
              <a:cs typeface="Poppins"/>
              <a:sym typeface="Poppins"/>
            </a:endParaRPr>
          </a:p>
          <a:p>
            <a:pPr indent="-298450" lvl="0" marL="457200" marR="0" rtl="0" algn="l">
              <a:lnSpc>
                <a:spcPct val="115000"/>
              </a:lnSpc>
              <a:spcBef>
                <a:spcPts val="0"/>
              </a:spcBef>
              <a:spcAft>
                <a:spcPts val="0"/>
              </a:spcAft>
              <a:buClr>
                <a:srgbClr val="AEABAB"/>
              </a:buClr>
              <a:buSzPts val="1100"/>
              <a:buFont typeface="Poppins Medium"/>
              <a:buChar char="●"/>
            </a:pPr>
            <a:r>
              <a:rPr b="0" i="0" lang="en-US" sz="1100" u="none" cap="none" strike="noStrike">
                <a:solidFill>
                  <a:srgbClr val="1A1A1A"/>
                </a:solidFill>
                <a:latin typeface="Poppins"/>
                <a:ea typeface="Poppins"/>
                <a:cs typeface="Poppins"/>
                <a:sym typeface="Poppins"/>
              </a:rPr>
              <a:t>Graphemes - A grapheme is a symbol of a phoneme, that is, a letter or group of letters representing a sound. There is always the same number of graphemes in a word as phonemes. The alphabet contains only 26 letters but we use it to make all the graphemes that represent the phonemes of English.</a:t>
            </a:r>
            <a:endParaRPr b="0" i="0" sz="1100" u="none" cap="none" strike="noStrike">
              <a:solidFill>
                <a:srgbClr val="AEABAB"/>
              </a:solidFill>
              <a:latin typeface="Poppins"/>
              <a:ea typeface="Poppins"/>
              <a:cs typeface="Poppins"/>
              <a:sym typeface="Poppins"/>
            </a:endParaRPr>
          </a:p>
        </p:txBody>
      </p:sp>
      <p:sp>
        <p:nvSpPr>
          <p:cNvPr id="642" name="Google Shape;642;g26b33ddcd5e_0_106"/>
          <p:cNvSpPr/>
          <p:nvPr/>
        </p:nvSpPr>
        <p:spPr>
          <a:xfrm>
            <a:off x="4653225" y="1060725"/>
            <a:ext cx="3763200" cy="5368800"/>
          </a:xfrm>
          <a:prstGeom prst="rect">
            <a:avLst/>
          </a:prstGeom>
          <a:noFill/>
          <a:ln>
            <a:noFill/>
          </a:ln>
        </p:spPr>
        <p:txBody>
          <a:bodyPr anchorCtr="0" anchor="t" bIns="45700" lIns="91425" spcFirstLastPara="1" rIns="91425" wrap="square" tIns="45700">
            <a:noAutofit/>
          </a:bodyPr>
          <a:lstStyle/>
          <a:p>
            <a:pPr indent="-298450" lvl="0" marL="457200" marR="0" rtl="0" algn="l">
              <a:lnSpc>
                <a:spcPct val="115000"/>
              </a:lnSpc>
              <a:spcBef>
                <a:spcPts val="1200"/>
              </a:spcBef>
              <a:spcAft>
                <a:spcPts val="0"/>
              </a:spcAft>
              <a:buClr>
                <a:srgbClr val="000000"/>
              </a:buClr>
              <a:buSzPts val="1100"/>
              <a:buFont typeface="Poppins"/>
              <a:buChar char="●"/>
            </a:pPr>
            <a:r>
              <a:rPr b="0" i="0" lang="en-US" sz="1100" u="none" cap="none" strike="noStrike">
                <a:solidFill>
                  <a:srgbClr val="1A1A1A"/>
                </a:solidFill>
                <a:latin typeface="Poppins"/>
                <a:ea typeface="Poppins"/>
                <a:cs typeface="Poppins"/>
                <a:sym typeface="Poppins"/>
              </a:rPr>
              <a:t>Grapheme-Phoneme Correspondences (GPCs) - We convert graphemes to phonemes when we are reading aloud (decoding written words). We convert phonemes to graphemes when we are spelling (encoding words for writing).</a:t>
            </a:r>
            <a:br>
              <a:rPr b="0" i="0" lang="en-US" sz="1100" u="none" cap="none" strike="noStrike">
                <a:solidFill>
                  <a:srgbClr val="1A1A1A"/>
                </a:solidFill>
                <a:latin typeface="Poppins"/>
                <a:ea typeface="Poppins"/>
                <a:cs typeface="Poppins"/>
                <a:sym typeface="Poppins"/>
              </a:rPr>
            </a:br>
            <a:r>
              <a:rPr b="0" i="0" lang="en-US" sz="1100" u="none" cap="none" strike="noStrike">
                <a:solidFill>
                  <a:srgbClr val="1A1A1A"/>
                </a:solidFill>
                <a:latin typeface="Poppins"/>
                <a:ea typeface="Poppins"/>
                <a:cs typeface="Poppins"/>
                <a:sym typeface="Poppins"/>
              </a:rPr>
              <a:t xml:space="preserve"> To do this, students need to learn which graphemes correspond to which phonemes and vice versa. In order to read an unfamiliar word, a child must recognise ('sound out') each grapheme, not each letter (e.g sounding out the word </a:t>
            </a:r>
            <a:r>
              <a:rPr b="0" i="0" lang="en-US" sz="1100" u="none" cap="none" strike="noStrike">
                <a:solidFill>
                  <a:srgbClr val="1A30E8"/>
                </a:solidFill>
                <a:latin typeface="Poppins"/>
                <a:ea typeface="Poppins"/>
                <a:cs typeface="Poppins"/>
                <a:sym typeface="Poppins"/>
              </a:rPr>
              <a:t xml:space="preserve">ship </a:t>
            </a:r>
            <a:r>
              <a:rPr b="0" i="0" lang="en-US" sz="1100" u="none" cap="none" strike="noStrike">
                <a:solidFill>
                  <a:srgbClr val="1A1A1A"/>
                </a:solidFill>
                <a:latin typeface="Poppins"/>
                <a:ea typeface="Poppins"/>
                <a:cs typeface="Poppins"/>
                <a:sym typeface="Poppins"/>
              </a:rPr>
              <a:t xml:space="preserve">as </a:t>
            </a:r>
            <a:r>
              <a:rPr b="0" i="0" lang="en-US" sz="1100" u="none" cap="none" strike="noStrike">
                <a:solidFill>
                  <a:srgbClr val="53F41A"/>
                </a:solidFill>
                <a:latin typeface="Poppins"/>
                <a:ea typeface="Poppins"/>
                <a:cs typeface="Poppins"/>
                <a:sym typeface="Poppins"/>
              </a:rPr>
              <a:t xml:space="preserve">/sh/ /i/ /p/ </a:t>
            </a:r>
            <a:r>
              <a:rPr b="0" i="0" lang="en-US" sz="1100" u="none" cap="none" strike="noStrike">
                <a:solidFill>
                  <a:srgbClr val="1A1A1A"/>
                </a:solidFill>
                <a:latin typeface="Poppins"/>
                <a:ea typeface="Poppins"/>
                <a:cs typeface="Poppins"/>
                <a:sym typeface="Poppins"/>
              </a:rPr>
              <a:t>not /s/ /h/ /i/ /p/), and then merge (blend the phonemes together) to make a word..</a:t>
            </a:r>
            <a:endParaRPr b="0" i="0" sz="1100" u="none" cap="none" strike="noStrike">
              <a:solidFill>
                <a:schemeClr val="dk1"/>
              </a:solidFill>
              <a:latin typeface="Poppins"/>
              <a:ea typeface="Poppins"/>
              <a:cs typeface="Poppins"/>
              <a:sym typeface="Poppins"/>
            </a:endParaRPr>
          </a:p>
          <a:p>
            <a:pPr indent="-298450" lvl="0" marL="457200" marR="0" rtl="0" algn="l">
              <a:lnSpc>
                <a:spcPct val="115000"/>
              </a:lnSpc>
              <a:spcBef>
                <a:spcPts val="0"/>
              </a:spcBef>
              <a:spcAft>
                <a:spcPts val="0"/>
              </a:spcAft>
              <a:buClr>
                <a:srgbClr val="AEABAB"/>
              </a:buClr>
              <a:buSzPts val="1100"/>
              <a:buFont typeface="Poppins Medium"/>
              <a:buChar char="●"/>
            </a:pPr>
            <a:r>
              <a:rPr b="0" i="0" lang="en-US" sz="1100" u="none" cap="none" strike="noStrike">
                <a:solidFill>
                  <a:srgbClr val="1A1A1A"/>
                </a:solidFill>
                <a:latin typeface="Poppins"/>
                <a:ea typeface="Poppins"/>
                <a:cs typeface="Poppins"/>
                <a:sym typeface="Poppins"/>
              </a:rPr>
              <a:t>Segmenting and Blending - Segmenting and blending are reversible key phonics skills. Segmenting consists of breaking words down into their constituent phonemes to spell. Blending consists of building words from their constituent phonemes to read. Both skills are important. The skill of blending (synthesising) phonemes, in order, all through the word to read it, tends to receive too little attention in the teaching of phonics; it is very important to make sure that children secure blending skills.</a:t>
            </a:r>
            <a:endParaRPr b="0" i="0" sz="1100" u="none" cap="none" strike="noStrike">
              <a:solidFill>
                <a:srgbClr val="AEABAB"/>
              </a:solidFill>
              <a:latin typeface="Poppins"/>
              <a:ea typeface="Poppins"/>
              <a:cs typeface="Poppins"/>
              <a:sym typeface="Poppins"/>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eusable Assets 1 1">
  <p:cSld name="Reusable Assets_1_1">
    <p:spTree>
      <p:nvGrpSpPr>
        <p:cNvPr id="643" name="Shape 643"/>
        <p:cNvGrpSpPr/>
        <p:nvPr/>
      </p:nvGrpSpPr>
      <p:grpSpPr>
        <a:xfrm>
          <a:off x="0" y="0"/>
          <a:ext cx="0" cy="0"/>
          <a:chOff x="0" y="0"/>
          <a:chExt cx="0" cy="0"/>
        </a:xfrm>
      </p:grpSpPr>
      <p:sp>
        <p:nvSpPr>
          <p:cNvPr id="644" name="Google Shape;644;g26b33ddcd5e_0_161"/>
          <p:cNvSpPr txBox="1"/>
          <p:nvPr/>
        </p:nvSpPr>
        <p:spPr>
          <a:xfrm>
            <a:off x="777231" y="369518"/>
            <a:ext cx="5276400" cy="69120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7F7F7F"/>
              </a:buClr>
              <a:buSzPts val="3200"/>
              <a:buFont typeface="Calibri"/>
              <a:buNone/>
            </a:pPr>
            <a:r>
              <a:rPr b="0" i="0" lang="en-US" sz="3200" u="none" cap="none" strike="noStrike">
                <a:solidFill>
                  <a:srgbClr val="7F7F7F"/>
                </a:solidFill>
                <a:latin typeface="Poppins Medium"/>
                <a:ea typeface="Poppins Medium"/>
                <a:cs typeface="Poppins Medium"/>
                <a:sym typeface="Poppins Medium"/>
              </a:rPr>
              <a:t>Glossary</a:t>
            </a:r>
            <a:endParaRPr b="0" i="0" sz="3200" u="none" cap="none" strike="noStrike">
              <a:solidFill>
                <a:srgbClr val="7F7F7F"/>
              </a:solidFill>
              <a:latin typeface="Poppins Medium"/>
              <a:ea typeface="Poppins Medium"/>
              <a:cs typeface="Poppins Medium"/>
              <a:sym typeface="Poppins Medium"/>
            </a:endParaRPr>
          </a:p>
        </p:txBody>
      </p:sp>
      <p:sp>
        <p:nvSpPr>
          <p:cNvPr id="645" name="Google Shape;645;g26b33ddcd5e_0_161"/>
          <p:cNvSpPr/>
          <p:nvPr/>
        </p:nvSpPr>
        <p:spPr>
          <a:xfrm>
            <a:off x="777225" y="1060725"/>
            <a:ext cx="3876000" cy="5368800"/>
          </a:xfrm>
          <a:prstGeom prst="rect">
            <a:avLst/>
          </a:prstGeom>
          <a:noFill/>
          <a:ln>
            <a:noFill/>
          </a:ln>
        </p:spPr>
        <p:txBody>
          <a:bodyPr anchorCtr="0" anchor="t" bIns="45700" lIns="91425" spcFirstLastPara="1" rIns="91425" wrap="square" tIns="45700">
            <a:noAutofit/>
          </a:bodyPr>
          <a:lstStyle/>
          <a:p>
            <a:pPr indent="-298450" lvl="0" marL="457200" marR="0" rtl="0" algn="l">
              <a:lnSpc>
                <a:spcPct val="115000"/>
              </a:lnSpc>
              <a:spcBef>
                <a:spcPts val="1200"/>
              </a:spcBef>
              <a:spcAft>
                <a:spcPts val="0"/>
              </a:spcAft>
              <a:buClr>
                <a:srgbClr val="AEABAB"/>
              </a:buClr>
              <a:buSzPts val="1100"/>
              <a:buFont typeface="Poppins Medium"/>
              <a:buChar char="●"/>
            </a:pPr>
            <a:r>
              <a:rPr b="0" i="0" lang="en-US" sz="1100" u="none" cap="none" strike="noStrike">
                <a:solidFill>
                  <a:srgbClr val="1A1A1A"/>
                </a:solidFill>
                <a:latin typeface="Poppins"/>
                <a:ea typeface="Poppins"/>
                <a:cs typeface="Poppins"/>
                <a:sym typeface="Poppins"/>
              </a:rPr>
              <a:t>Digraphs, Trigraphs and Quadgraphs - A digraph is a two-letter grapheme where two letters represent one sound such as '</a:t>
            </a:r>
            <a:r>
              <a:rPr b="0" i="0" lang="en-US" sz="1100" u="none" cap="none" strike="noStrike">
                <a:solidFill>
                  <a:srgbClr val="53F41A"/>
                </a:solidFill>
                <a:latin typeface="Poppins"/>
                <a:ea typeface="Poppins"/>
                <a:cs typeface="Poppins"/>
                <a:sym typeface="Poppins"/>
              </a:rPr>
              <a:t>eɑ</a:t>
            </a:r>
            <a:r>
              <a:rPr b="0" i="0" lang="en-US" sz="1100" u="none" cap="none" strike="noStrike">
                <a:solidFill>
                  <a:srgbClr val="1A1A1A"/>
                </a:solidFill>
                <a:latin typeface="Poppins"/>
                <a:ea typeface="Poppins"/>
                <a:cs typeface="Poppins"/>
                <a:sym typeface="Poppins"/>
              </a:rPr>
              <a:t xml:space="preserve">' in </a:t>
            </a:r>
            <a:r>
              <a:rPr b="0" i="0" lang="en-US" sz="1100" u="none" cap="none" strike="noStrike">
                <a:solidFill>
                  <a:srgbClr val="1A30E8"/>
                </a:solidFill>
                <a:latin typeface="Poppins"/>
                <a:ea typeface="Poppins"/>
                <a:cs typeface="Poppins"/>
                <a:sym typeface="Poppins"/>
              </a:rPr>
              <a:t xml:space="preserve">seɑt </a:t>
            </a:r>
            <a:r>
              <a:rPr b="0" i="0" lang="en-US" sz="1100" u="none" cap="none" strike="noStrike">
                <a:solidFill>
                  <a:srgbClr val="1A1A1A"/>
                </a:solidFill>
                <a:latin typeface="Poppins"/>
                <a:ea typeface="Poppins"/>
                <a:cs typeface="Poppins"/>
                <a:sym typeface="Poppins"/>
              </a:rPr>
              <a:t>and '</a:t>
            </a:r>
            <a:r>
              <a:rPr b="0" i="0" lang="en-US" sz="1100" u="none" cap="none" strike="noStrike">
                <a:solidFill>
                  <a:srgbClr val="53F41A"/>
                </a:solidFill>
                <a:latin typeface="Poppins"/>
                <a:ea typeface="Poppins"/>
                <a:cs typeface="Poppins"/>
                <a:sym typeface="Poppins"/>
              </a:rPr>
              <a:t>sh</a:t>
            </a:r>
            <a:r>
              <a:rPr b="0" i="0" lang="en-US" sz="1100" u="none" cap="none" strike="noStrike">
                <a:solidFill>
                  <a:srgbClr val="1A1A1A"/>
                </a:solidFill>
                <a:latin typeface="Poppins"/>
                <a:ea typeface="Poppins"/>
                <a:cs typeface="Poppins"/>
                <a:sym typeface="Poppins"/>
              </a:rPr>
              <a:t xml:space="preserve">' in </a:t>
            </a:r>
            <a:r>
              <a:rPr b="0" i="0" lang="en-US" sz="1100" u="none" cap="none" strike="noStrike">
                <a:solidFill>
                  <a:srgbClr val="1A30E8"/>
                </a:solidFill>
                <a:latin typeface="Poppins"/>
                <a:ea typeface="Poppins"/>
                <a:cs typeface="Poppins"/>
                <a:sym typeface="Poppins"/>
              </a:rPr>
              <a:t>ship</a:t>
            </a:r>
            <a:r>
              <a:rPr b="0" i="0" lang="en-US" sz="1100" u="none" cap="none" strike="noStrike">
                <a:solidFill>
                  <a:srgbClr val="1A1A1A"/>
                </a:solidFill>
                <a:latin typeface="Poppins"/>
                <a:ea typeface="Poppins"/>
                <a:cs typeface="Poppins"/>
                <a:sym typeface="Poppins"/>
              </a:rPr>
              <a:t>. A trigraph is a three-letter grapheme where three letters represent one grapheme (e.g '</a:t>
            </a:r>
            <a:r>
              <a:rPr b="0" i="0" lang="en-US" sz="1100" u="none" cap="none" strike="noStrike">
                <a:solidFill>
                  <a:srgbClr val="53F41A"/>
                </a:solidFill>
                <a:latin typeface="Poppins"/>
                <a:ea typeface="Poppins"/>
                <a:cs typeface="Poppins"/>
                <a:sym typeface="Poppins"/>
              </a:rPr>
              <a:t>eɑu</a:t>
            </a:r>
            <a:r>
              <a:rPr b="0" i="0" lang="en-US" sz="1100" u="none" cap="none" strike="noStrike">
                <a:solidFill>
                  <a:srgbClr val="1A1A1A"/>
                </a:solidFill>
                <a:latin typeface="Poppins"/>
                <a:ea typeface="Poppins"/>
                <a:cs typeface="Poppins"/>
                <a:sym typeface="Poppins"/>
              </a:rPr>
              <a:t xml:space="preserve">' in </a:t>
            </a:r>
            <a:r>
              <a:rPr b="0" i="0" lang="en-US" sz="1100" u="none" cap="none" strike="noStrike">
                <a:solidFill>
                  <a:srgbClr val="1A30E8"/>
                </a:solidFill>
                <a:latin typeface="Poppins"/>
                <a:ea typeface="Poppins"/>
                <a:cs typeface="Poppins"/>
                <a:sym typeface="Poppins"/>
              </a:rPr>
              <a:t>bureɑu</a:t>
            </a:r>
            <a:r>
              <a:rPr b="0" i="0" lang="en-US" sz="1100" u="none" cap="none" strike="noStrike">
                <a:solidFill>
                  <a:srgbClr val="1A1A1A"/>
                </a:solidFill>
                <a:latin typeface="Poppins"/>
                <a:ea typeface="Poppins"/>
                <a:cs typeface="Poppins"/>
                <a:sym typeface="Poppins"/>
              </a:rPr>
              <a:t>, and '</a:t>
            </a:r>
            <a:r>
              <a:rPr b="0" i="0" lang="en-US" sz="1100" u="none" cap="none" strike="noStrike">
                <a:solidFill>
                  <a:srgbClr val="53F41A"/>
                </a:solidFill>
                <a:latin typeface="Poppins"/>
                <a:ea typeface="Poppins"/>
                <a:cs typeface="Poppins"/>
                <a:sym typeface="Poppins"/>
              </a:rPr>
              <a:t>igh</a:t>
            </a:r>
            <a:r>
              <a:rPr b="0" i="0" lang="en-US" sz="1100" u="none" cap="none" strike="noStrike">
                <a:solidFill>
                  <a:srgbClr val="1A1A1A"/>
                </a:solidFill>
                <a:latin typeface="Poppins"/>
                <a:ea typeface="Poppins"/>
                <a:cs typeface="Poppins"/>
                <a:sym typeface="Poppins"/>
              </a:rPr>
              <a:t xml:space="preserve">' in </a:t>
            </a:r>
            <a:r>
              <a:rPr b="0" i="0" lang="en-US" sz="1100" u="none" cap="none" strike="noStrike">
                <a:solidFill>
                  <a:srgbClr val="1A30E8"/>
                </a:solidFill>
                <a:latin typeface="Poppins"/>
                <a:ea typeface="Poppins"/>
                <a:cs typeface="Poppins"/>
                <a:sym typeface="Poppins"/>
              </a:rPr>
              <a:t>night</a:t>
            </a:r>
            <a:r>
              <a:rPr b="0" i="0" lang="en-US" sz="1100" u="none" cap="none" strike="noStrike">
                <a:solidFill>
                  <a:srgbClr val="1A1A1A"/>
                </a:solidFill>
                <a:latin typeface="Poppins"/>
                <a:ea typeface="Poppins"/>
                <a:cs typeface="Poppins"/>
                <a:sym typeface="Poppins"/>
              </a:rPr>
              <a:t>). And by definition a quadgraph is a four-letter grapheme using four letters to represent one phoneme (e.g '</a:t>
            </a:r>
            <a:r>
              <a:rPr b="0" i="0" lang="en-US" sz="1100" u="none" cap="none" strike="noStrike">
                <a:solidFill>
                  <a:srgbClr val="53F41A"/>
                </a:solidFill>
                <a:latin typeface="Poppins"/>
                <a:ea typeface="Poppins"/>
                <a:cs typeface="Poppins"/>
                <a:sym typeface="Poppins"/>
              </a:rPr>
              <a:t>eigh</a:t>
            </a:r>
            <a:r>
              <a:rPr b="0" i="0" lang="en-US" sz="1100" u="none" cap="none" strike="noStrike">
                <a:solidFill>
                  <a:srgbClr val="1A1A1A"/>
                </a:solidFill>
                <a:latin typeface="Poppins"/>
                <a:ea typeface="Poppins"/>
                <a:cs typeface="Poppins"/>
                <a:sym typeface="Poppins"/>
              </a:rPr>
              <a:t xml:space="preserve">' representing the </a:t>
            </a:r>
            <a:r>
              <a:rPr b="0" i="0" lang="en-US" sz="1100" u="none" cap="none" strike="noStrike">
                <a:solidFill>
                  <a:srgbClr val="53F41A"/>
                </a:solidFill>
                <a:latin typeface="Poppins"/>
                <a:ea typeface="Poppins"/>
                <a:cs typeface="Poppins"/>
                <a:sym typeface="Poppins"/>
              </a:rPr>
              <a:t xml:space="preserve">/ɑi/ </a:t>
            </a:r>
            <a:r>
              <a:rPr b="0" i="0" lang="en-US" sz="1100" u="none" cap="none" strike="noStrike">
                <a:solidFill>
                  <a:srgbClr val="1A1A1A"/>
                </a:solidFill>
                <a:latin typeface="Poppins"/>
                <a:ea typeface="Poppins"/>
                <a:cs typeface="Poppins"/>
                <a:sym typeface="Poppins"/>
              </a:rPr>
              <a:t xml:space="preserve">phoneme in </a:t>
            </a:r>
            <a:r>
              <a:rPr b="0" i="0" lang="en-US" sz="1100" u="none" cap="none" strike="noStrike">
                <a:solidFill>
                  <a:srgbClr val="1A30E8"/>
                </a:solidFill>
                <a:latin typeface="Poppins"/>
                <a:ea typeface="Poppins"/>
                <a:cs typeface="Poppins"/>
                <a:sym typeface="Poppins"/>
              </a:rPr>
              <a:t xml:space="preserve">eight </a:t>
            </a:r>
            <a:r>
              <a:rPr b="0" i="0" lang="en-US" sz="1100" u="none" cap="none" strike="noStrike">
                <a:solidFill>
                  <a:srgbClr val="1A1A1A"/>
                </a:solidFill>
                <a:latin typeface="Poppins"/>
                <a:ea typeface="Poppins"/>
                <a:cs typeface="Poppins"/>
                <a:sym typeface="Poppins"/>
              </a:rPr>
              <a:t xml:space="preserve">and </a:t>
            </a:r>
            <a:r>
              <a:rPr b="0" i="0" lang="en-US" sz="1100" u="none" cap="none" strike="noStrike">
                <a:solidFill>
                  <a:srgbClr val="1A30E8"/>
                </a:solidFill>
                <a:latin typeface="Poppins"/>
                <a:ea typeface="Poppins"/>
                <a:cs typeface="Poppins"/>
                <a:sym typeface="Poppins"/>
              </a:rPr>
              <a:t>weight</a:t>
            </a:r>
            <a:r>
              <a:rPr b="0" i="0" lang="en-US" sz="1100" u="none" cap="none" strike="noStrike">
                <a:solidFill>
                  <a:srgbClr val="1A1A1A"/>
                </a:solidFill>
                <a:latin typeface="Poppins"/>
                <a:ea typeface="Poppins"/>
                <a:cs typeface="Poppins"/>
                <a:sym typeface="Poppins"/>
              </a:rPr>
              <a:t>).</a:t>
            </a:r>
            <a:endParaRPr b="0" i="0" sz="1100" u="none" cap="none" strike="noStrike">
              <a:solidFill>
                <a:schemeClr val="dk1"/>
              </a:solidFill>
              <a:latin typeface="Poppins"/>
              <a:ea typeface="Poppins"/>
              <a:cs typeface="Poppins"/>
              <a:sym typeface="Poppins"/>
            </a:endParaRPr>
          </a:p>
          <a:p>
            <a:pPr indent="-298450" lvl="0" marL="457200" marR="0" rtl="0" algn="l">
              <a:lnSpc>
                <a:spcPct val="115000"/>
              </a:lnSpc>
              <a:spcBef>
                <a:spcPts val="0"/>
              </a:spcBef>
              <a:spcAft>
                <a:spcPts val="0"/>
              </a:spcAft>
              <a:buClr>
                <a:srgbClr val="AEABAB"/>
              </a:buClr>
              <a:buSzPts val="1100"/>
              <a:buFont typeface="Poppins Medium"/>
              <a:buChar char="●"/>
            </a:pPr>
            <a:r>
              <a:rPr b="0" i="0" lang="en-US" sz="1100" u="none" cap="none" strike="noStrike">
                <a:solidFill>
                  <a:srgbClr val="1A1A1A"/>
                </a:solidFill>
                <a:latin typeface="Poppins"/>
                <a:ea typeface="Poppins"/>
                <a:cs typeface="Poppins"/>
                <a:sym typeface="Poppins"/>
              </a:rPr>
              <a:t>Split Digraph - A split digraph has a letter that splits, i.e. comes between,</a:t>
            </a:r>
            <a:br>
              <a:rPr b="0" i="0" lang="en-US" sz="1100" u="none" cap="none" strike="noStrike">
                <a:solidFill>
                  <a:srgbClr val="1A1A1A"/>
                </a:solidFill>
                <a:latin typeface="Poppins"/>
                <a:ea typeface="Poppins"/>
                <a:cs typeface="Poppins"/>
                <a:sym typeface="Poppins"/>
              </a:rPr>
            </a:br>
            <a:r>
              <a:rPr b="0" i="0" lang="en-US" sz="1100" u="none" cap="none" strike="noStrike">
                <a:solidFill>
                  <a:srgbClr val="1A1A1A"/>
                </a:solidFill>
                <a:latin typeface="Poppins"/>
                <a:ea typeface="Poppins"/>
                <a:cs typeface="Poppins"/>
                <a:sym typeface="Poppins"/>
              </a:rPr>
              <a:t xml:space="preserve"> the two letters in the digraph, as in the words </a:t>
            </a:r>
            <a:r>
              <a:rPr b="0" i="0" lang="en-US" sz="1100" u="none" cap="none" strike="noStrike">
                <a:solidFill>
                  <a:srgbClr val="1A30E8"/>
                </a:solidFill>
                <a:latin typeface="Poppins"/>
                <a:ea typeface="Poppins"/>
                <a:cs typeface="Poppins"/>
                <a:sym typeface="Poppins"/>
              </a:rPr>
              <a:t xml:space="preserve">mɑke </a:t>
            </a:r>
            <a:r>
              <a:rPr b="0" i="0" lang="en-US" sz="1100" u="none" cap="none" strike="noStrike">
                <a:solidFill>
                  <a:srgbClr val="1A1A1A"/>
                </a:solidFill>
                <a:latin typeface="Poppins"/>
                <a:ea typeface="Poppins"/>
                <a:cs typeface="Poppins"/>
                <a:sym typeface="Poppins"/>
              </a:rPr>
              <a:t xml:space="preserve">and </a:t>
            </a:r>
            <a:r>
              <a:rPr b="0" i="0" lang="en-US" sz="1100" u="none" cap="none" strike="noStrike">
                <a:solidFill>
                  <a:srgbClr val="1A30E8"/>
                </a:solidFill>
                <a:latin typeface="Poppins"/>
                <a:ea typeface="Poppins"/>
                <a:cs typeface="Poppins"/>
                <a:sym typeface="Poppins"/>
              </a:rPr>
              <a:t>tɑke</a:t>
            </a:r>
            <a:r>
              <a:rPr b="0" i="0" lang="en-US" sz="1100" u="none" cap="none" strike="noStrike">
                <a:solidFill>
                  <a:srgbClr val="1A1A1A"/>
                </a:solidFill>
                <a:latin typeface="Poppins"/>
                <a:ea typeface="Poppins"/>
                <a:cs typeface="Poppins"/>
                <a:sym typeface="Poppins"/>
              </a:rPr>
              <a:t>, where the 'k' separates the digraph '</a:t>
            </a:r>
            <a:r>
              <a:rPr b="0" i="0" lang="en-US" sz="1100" u="none" cap="none" strike="noStrike">
                <a:solidFill>
                  <a:srgbClr val="53F41A"/>
                </a:solidFill>
                <a:latin typeface="Poppins"/>
                <a:ea typeface="Poppins"/>
                <a:cs typeface="Poppins"/>
                <a:sym typeface="Poppins"/>
              </a:rPr>
              <a:t>ɑ-e</a:t>
            </a:r>
            <a:r>
              <a:rPr b="0" i="0" lang="en-US" sz="1100" u="none" cap="none" strike="noStrike">
                <a:solidFill>
                  <a:srgbClr val="1A1A1A"/>
                </a:solidFill>
                <a:latin typeface="Poppins"/>
                <a:ea typeface="Poppins"/>
                <a:cs typeface="Poppins"/>
                <a:sym typeface="Poppins"/>
              </a:rPr>
              <a:t xml:space="preserve">' which in both words represents the phoneme </a:t>
            </a:r>
            <a:r>
              <a:rPr b="0" i="0" lang="en-US" sz="1100" u="none" cap="none" strike="noStrike">
                <a:solidFill>
                  <a:srgbClr val="53F41A"/>
                </a:solidFill>
                <a:latin typeface="Poppins"/>
                <a:ea typeface="Poppins"/>
                <a:cs typeface="Poppins"/>
                <a:sym typeface="Poppins"/>
              </a:rPr>
              <a:t>/ɑi/</a:t>
            </a:r>
            <a:r>
              <a:rPr b="0" i="0" lang="en-US" sz="1100" u="none" cap="none" strike="noStrike">
                <a:solidFill>
                  <a:srgbClr val="1A1A1A"/>
                </a:solidFill>
                <a:latin typeface="Poppins"/>
                <a:ea typeface="Poppins"/>
                <a:cs typeface="Poppins"/>
                <a:sym typeface="Poppins"/>
              </a:rPr>
              <a:t xml:space="preserve">. There are six split digraphs in English spelling: 'ɑ-e', 'e-e', 'i-e', 'o-e', 'u-e', and 'y- e', as in </a:t>
            </a:r>
            <a:r>
              <a:rPr b="0" i="0" lang="en-US" sz="1100" u="none" cap="none" strike="noStrike">
                <a:solidFill>
                  <a:srgbClr val="1A30E8"/>
                </a:solidFill>
                <a:latin typeface="Poppins"/>
                <a:ea typeface="Poppins"/>
                <a:cs typeface="Poppins"/>
                <a:sym typeface="Poppins"/>
              </a:rPr>
              <a:t>mɑke scene like bone cube type</a:t>
            </a:r>
            <a:r>
              <a:rPr b="0" i="0" lang="en-US" sz="1100" u="none" cap="none" strike="noStrike">
                <a:solidFill>
                  <a:srgbClr val="1A1A1A"/>
                </a:solidFill>
                <a:latin typeface="Poppins"/>
                <a:ea typeface="Poppins"/>
                <a:cs typeface="Poppins"/>
                <a:sym typeface="Poppins"/>
              </a:rPr>
              <a:t xml:space="preserve">. It is also be referred to as the magic e. A very few words have more than one letter in the middle of a split digraph (e.g. </a:t>
            </a:r>
            <a:r>
              <a:rPr b="0" i="0" lang="en-US" sz="1100" u="none" cap="none" strike="noStrike">
                <a:solidFill>
                  <a:srgbClr val="1A30E8"/>
                </a:solidFill>
                <a:latin typeface="Poppins"/>
                <a:ea typeface="Poppins"/>
                <a:cs typeface="Poppins"/>
                <a:sym typeface="Poppins"/>
              </a:rPr>
              <a:t>ɑche blithe cologne scythe</a:t>
            </a:r>
            <a:r>
              <a:rPr b="0" i="0" lang="en-US" sz="1100" u="none" cap="none" strike="noStrike">
                <a:solidFill>
                  <a:srgbClr val="1A1A1A"/>
                </a:solidFill>
                <a:latin typeface="Poppins"/>
                <a:ea typeface="Poppins"/>
                <a:cs typeface="Poppins"/>
                <a:sym typeface="Poppins"/>
              </a:rPr>
              <a:t>).</a:t>
            </a:r>
            <a:endParaRPr b="0" i="0" sz="1100" u="none" cap="none" strike="noStrike">
              <a:solidFill>
                <a:srgbClr val="1A1A1A"/>
              </a:solidFill>
              <a:latin typeface="Poppins"/>
              <a:ea typeface="Poppins"/>
              <a:cs typeface="Poppins"/>
              <a:sym typeface="Poppins"/>
            </a:endParaRPr>
          </a:p>
        </p:txBody>
      </p:sp>
      <p:sp>
        <p:nvSpPr>
          <p:cNvPr id="646" name="Google Shape;646;g26b33ddcd5e_0_161"/>
          <p:cNvSpPr/>
          <p:nvPr/>
        </p:nvSpPr>
        <p:spPr>
          <a:xfrm>
            <a:off x="4653225" y="1060725"/>
            <a:ext cx="3763200" cy="5368800"/>
          </a:xfrm>
          <a:prstGeom prst="rect">
            <a:avLst/>
          </a:prstGeom>
          <a:noFill/>
          <a:ln>
            <a:noFill/>
          </a:ln>
        </p:spPr>
        <p:txBody>
          <a:bodyPr anchorCtr="0" anchor="t" bIns="45700" lIns="91425" spcFirstLastPara="1" rIns="91425" wrap="square" tIns="45700">
            <a:noAutofit/>
          </a:bodyPr>
          <a:lstStyle/>
          <a:p>
            <a:pPr indent="-298450" lvl="0" marL="457200" marR="0" rtl="0" algn="l">
              <a:lnSpc>
                <a:spcPct val="115000"/>
              </a:lnSpc>
              <a:spcBef>
                <a:spcPts val="1200"/>
              </a:spcBef>
              <a:spcAft>
                <a:spcPts val="0"/>
              </a:spcAft>
              <a:buClr>
                <a:srgbClr val="AEABAB"/>
              </a:buClr>
              <a:buSzPts val="1100"/>
              <a:buFont typeface="Poppins Medium"/>
              <a:buChar char="●"/>
            </a:pPr>
            <a:r>
              <a:rPr b="0" i="0" lang="en-US" sz="1100" u="none" cap="none" strike="noStrike">
                <a:solidFill>
                  <a:srgbClr val="1A1A1A"/>
                </a:solidFill>
                <a:latin typeface="Poppins"/>
                <a:ea typeface="Poppins"/>
                <a:cs typeface="Poppins"/>
                <a:sym typeface="Poppins"/>
              </a:rPr>
              <a:t xml:space="preserve">Abbreviations - VC, CVC, CCVC are respective abbreviations for vowel- consonant, consonant-vowel-consonant, consonant-consonant-vowel- consonant, and are used to describe the order of graphemes in words (e.g. </a:t>
            </a:r>
            <a:r>
              <a:rPr b="0" i="0" lang="en-US" sz="1100" u="none" cap="none" strike="noStrike">
                <a:solidFill>
                  <a:srgbClr val="1A30E8"/>
                </a:solidFill>
                <a:latin typeface="Poppins"/>
                <a:ea typeface="Poppins"/>
                <a:cs typeface="Poppins"/>
                <a:sym typeface="Poppins"/>
              </a:rPr>
              <a:t xml:space="preserve">ɑm </a:t>
            </a:r>
            <a:r>
              <a:rPr b="0" i="0" lang="en-US" sz="1100" u="none" cap="none" strike="noStrike">
                <a:solidFill>
                  <a:srgbClr val="1A1A1A"/>
                </a:solidFill>
                <a:latin typeface="Poppins"/>
                <a:ea typeface="Poppins"/>
                <a:cs typeface="Poppins"/>
                <a:sym typeface="Poppins"/>
              </a:rPr>
              <a:t xml:space="preserve">(VC), </a:t>
            </a:r>
            <a:r>
              <a:rPr b="0" i="0" lang="en-US" sz="1100" u="none" cap="none" strike="noStrike">
                <a:solidFill>
                  <a:srgbClr val="1A30E8"/>
                </a:solidFill>
                <a:latin typeface="Poppins"/>
                <a:ea typeface="Poppins"/>
                <a:cs typeface="Poppins"/>
                <a:sym typeface="Poppins"/>
              </a:rPr>
              <a:t xml:space="preserve">sɑt </a:t>
            </a:r>
            <a:r>
              <a:rPr b="0" i="0" lang="en-US" sz="1100" u="none" cap="none" strike="noStrike">
                <a:solidFill>
                  <a:srgbClr val="1A1A1A"/>
                </a:solidFill>
                <a:latin typeface="Poppins"/>
                <a:ea typeface="Poppins"/>
                <a:cs typeface="Poppins"/>
                <a:sym typeface="Poppins"/>
              </a:rPr>
              <a:t xml:space="preserve">(CVC), </a:t>
            </a:r>
            <a:r>
              <a:rPr b="0" i="0" lang="en-US" sz="1100" u="none" cap="none" strike="noStrike">
                <a:solidFill>
                  <a:srgbClr val="1A30E8"/>
                </a:solidFill>
                <a:latin typeface="Poppins"/>
                <a:ea typeface="Poppins"/>
                <a:cs typeface="Poppins"/>
                <a:sym typeface="Poppins"/>
              </a:rPr>
              <a:t xml:space="preserve">slɑm </a:t>
            </a:r>
            <a:r>
              <a:rPr b="0" i="0" lang="en-US" sz="1100" u="none" cap="none" strike="noStrike">
                <a:solidFill>
                  <a:srgbClr val="1A1A1A"/>
                </a:solidFill>
                <a:latin typeface="Poppins"/>
                <a:ea typeface="Poppins"/>
                <a:cs typeface="Poppins"/>
                <a:sym typeface="Poppins"/>
              </a:rPr>
              <a:t xml:space="preserve">(CCVC) or </a:t>
            </a:r>
            <a:r>
              <a:rPr b="0" i="0" lang="en-US" sz="1100" u="none" cap="none" strike="noStrike">
                <a:solidFill>
                  <a:srgbClr val="1A30E8"/>
                </a:solidFill>
                <a:latin typeface="Poppins"/>
                <a:ea typeface="Poppins"/>
                <a:cs typeface="Poppins"/>
                <a:sym typeface="Poppins"/>
              </a:rPr>
              <a:t xml:space="preserve">eɑch </a:t>
            </a:r>
            <a:r>
              <a:rPr b="0" i="0" lang="en-US" sz="1100" u="none" cap="none" strike="noStrike">
                <a:solidFill>
                  <a:srgbClr val="1A1A1A"/>
                </a:solidFill>
                <a:latin typeface="Poppins"/>
                <a:ea typeface="Poppins"/>
                <a:cs typeface="Poppins"/>
                <a:sym typeface="Poppins"/>
              </a:rPr>
              <a:t xml:space="preserve">(VC), </a:t>
            </a:r>
            <a:r>
              <a:rPr b="0" i="0" lang="en-US" sz="1100" u="none" cap="none" strike="noStrike">
                <a:solidFill>
                  <a:srgbClr val="1A30E8"/>
                </a:solidFill>
                <a:latin typeface="Poppins"/>
                <a:ea typeface="Poppins"/>
                <a:cs typeface="Poppins"/>
                <a:sym typeface="Poppins"/>
              </a:rPr>
              <a:t xml:space="preserve">beɑch </a:t>
            </a:r>
            <a:r>
              <a:rPr b="0" i="0" lang="en-US" sz="1100" u="none" cap="none" strike="noStrike">
                <a:solidFill>
                  <a:srgbClr val="1A1A1A"/>
                </a:solidFill>
                <a:latin typeface="Poppins"/>
                <a:ea typeface="Poppins"/>
                <a:cs typeface="Poppins"/>
                <a:sym typeface="Poppins"/>
              </a:rPr>
              <a:t xml:space="preserve">(CVC), </a:t>
            </a:r>
            <a:r>
              <a:rPr b="0" i="0" lang="en-US" sz="1100" u="none" cap="none" strike="noStrike">
                <a:solidFill>
                  <a:srgbClr val="1A30E8"/>
                </a:solidFill>
                <a:latin typeface="Poppins"/>
                <a:ea typeface="Poppins"/>
                <a:cs typeface="Poppins"/>
                <a:sym typeface="Poppins"/>
              </a:rPr>
              <a:t xml:space="preserve">bleɑch </a:t>
            </a:r>
            <a:r>
              <a:rPr b="0" i="0" lang="en-US" sz="1100" u="none" cap="none" strike="noStrike">
                <a:solidFill>
                  <a:srgbClr val="1A1A1A"/>
                </a:solidFill>
                <a:latin typeface="Poppins"/>
                <a:ea typeface="Poppins"/>
                <a:cs typeface="Poppins"/>
                <a:sym typeface="Poppins"/>
              </a:rPr>
              <a:t xml:space="preserve">(CCVC). </a:t>
            </a:r>
            <a:endParaRPr b="0" i="0" sz="1100" u="none" cap="none" strike="noStrike">
              <a:solidFill>
                <a:srgbClr val="1A1A1A"/>
              </a:solidFill>
              <a:latin typeface="Poppins"/>
              <a:ea typeface="Poppins"/>
              <a:cs typeface="Poppins"/>
              <a:sym typeface="Poppins"/>
            </a:endParaRPr>
          </a:p>
        </p:txBody>
      </p:sp>
    </p:spTree>
  </p:cSld>
  <p:clrMapOvr>
    <a:masterClrMapping/>
  </p:clrMapOvr>
</p:sldLayout>
</file>

<file path=ppt/slideMasters/_rels/slideMaster1.xml.rels><?xml version="1.0" encoding="UTF-8"?><Relationships xmlns="http://schemas.openxmlformats.org/package/2006/relationships"><Relationship Id="rId20" Type="http://schemas.openxmlformats.org/officeDocument/2006/relationships/slideLayout" Target="../slideLayouts/slideLayout20.xml"/><Relationship Id="rId11" Type="http://schemas.openxmlformats.org/officeDocument/2006/relationships/slideLayout" Target="../slideLayouts/slideLayout11.xml"/><Relationship Id="rId22" Type="http://schemas.openxmlformats.org/officeDocument/2006/relationships/slideLayout" Target="../slideLayouts/slideLayout22.xml"/><Relationship Id="rId10" Type="http://schemas.openxmlformats.org/officeDocument/2006/relationships/slideLayout" Target="../slideLayouts/slideLayout10.xml"/><Relationship Id="rId21" Type="http://schemas.openxmlformats.org/officeDocument/2006/relationships/slideLayout" Target="../slideLayouts/slideLayout21.xml"/><Relationship Id="rId13" Type="http://schemas.openxmlformats.org/officeDocument/2006/relationships/slideLayout" Target="../slideLayouts/slideLayout13.xml"/><Relationship Id="rId24" Type="http://schemas.openxmlformats.org/officeDocument/2006/relationships/theme" Target="../theme/theme2.xml"/><Relationship Id="rId12" Type="http://schemas.openxmlformats.org/officeDocument/2006/relationships/slideLayout" Target="../slideLayouts/slideLayout12.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5" Type="http://schemas.openxmlformats.org/officeDocument/2006/relationships/slideLayout" Target="../slideLayouts/slideLayout5.xml"/><Relationship Id="rId19" Type="http://schemas.openxmlformats.org/officeDocument/2006/relationships/slideLayout" Target="../slideLayouts/slideLayout19.xml"/><Relationship Id="rId6" Type="http://schemas.openxmlformats.org/officeDocument/2006/relationships/slideLayout" Target="../slideLayouts/slideLayout6.xml"/><Relationship Id="rId18" Type="http://schemas.openxmlformats.org/officeDocument/2006/relationships/slideLayout" Target="../slideLayouts/slideLayout18.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3"/>
          <p:cNvSpPr txBox="1"/>
          <p:nvPr>
            <p:ph type="title"/>
          </p:nvPr>
        </p:nvSpPr>
        <p:spPr>
          <a:xfrm>
            <a:off x="628650" y="365125"/>
            <a:ext cx="7886700" cy="1325700"/>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Poppins"/>
              <a:buNone/>
              <a:defRPr b="0" i="0" sz="4400" u="none" cap="none" strike="noStrike">
                <a:solidFill>
                  <a:schemeClr val="dk1"/>
                </a:solidFill>
                <a:latin typeface="Poppins"/>
                <a:ea typeface="Poppins"/>
                <a:cs typeface="Poppins"/>
                <a:sym typeface="Poppins"/>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13"/>
          <p:cNvSpPr txBox="1"/>
          <p:nvPr>
            <p:ph idx="1" type="body"/>
          </p:nvPr>
        </p:nvSpPr>
        <p:spPr>
          <a:xfrm>
            <a:off x="628650" y="1825625"/>
            <a:ext cx="7886700" cy="4351200"/>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Poppins"/>
              <a:buChar char="•"/>
              <a:defRPr b="0" i="0" sz="2800" u="none" cap="none" strike="noStrike">
                <a:solidFill>
                  <a:schemeClr val="dk1"/>
                </a:solidFill>
                <a:latin typeface="Poppins"/>
                <a:ea typeface="Poppins"/>
                <a:cs typeface="Poppins"/>
                <a:sym typeface="Poppins"/>
              </a:defRPr>
            </a:lvl1pPr>
            <a:lvl2pPr indent="-381000" lvl="1" marL="914400" marR="0" rtl="0" algn="l">
              <a:lnSpc>
                <a:spcPct val="90000"/>
              </a:lnSpc>
              <a:spcBef>
                <a:spcPts val="500"/>
              </a:spcBef>
              <a:spcAft>
                <a:spcPts val="0"/>
              </a:spcAft>
              <a:buClr>
                <a:schemeClr val="dk1"/>
              </a:buClr>
              <a:buSzPts val="2400"/>
              <a:buFont typeface="Poppins"/>
              <a:buChar char="•"/>
              <a:defRPr b="0" i="0" sz="2400" u="none" cap="none" strike="noStrike">
                <a:solidFill>
                  <a:schemeClr val="dk1"/>
                </a:solidFill>
                <a:latin typeface="Poppins"/>
                <a:ea typeface="Poppins"/>
                <a:cs typeface="Poppins"/>
                <a:sym typeface="Poppins"/>
              </a:defRPr>
            </a:lvl2pPr>
            <a:lvl3pPr indent="-355600" lvl="2" marL="1371600" marR="0" rtl="0" algn="l">
              <a:lnSpc>
                <a:spcPct val="90000"/>
              </a:lnSpc>
              <a:spcBef>
                <a:spcPts val="500"/>
              </a:spcBef>
              <a:spcAft>
                <a:spcPts val="0"/>
              </a:spcAft>
              <a:buClr>
                <a:schemeClr val="dk1"/>
              </a:buClr>
              <a:buSzPts val="2000"/>
              <a:buFont typeface="Poppins"/>
              <a:buChar char="•"/>
              <a:defRPr b="0" i="0" sz="2000" u="none" cap="none" strike="noStrike">
                <a:solidFill>
                  <a:schemeClr val="dk1"/>
                </a:solidFill>
                <a:latin typeface="Poppins"/>
                <a:ea typeface="Poppins"/>
                <a:cs typeface="Poppins"/>
                <a:sym typeface="Poppins"/>
              </a:defRPr>
            </a:lvl3pPr>
            <a:lvl4pPr indent="-342900" lvl="3" marL="1828800" marR="0" rtl="0" algn="l">
              <a:lnSpc>
                <a:spcPct val="90000"/>
              </a:lnSpc>
              <a:spcBef>
                <a:spcPts val="500"/>
              </a:spcBef>
              <a:spcAft>
                <a:spcPts val="0"/>
              </a:spcAft>
              <a:buClr>
                <a:schemeClr val="dk1"/>
              </a:buClr>
              <a:buSzPts val="1800"/>
              <a:buFont typeface="Poppins"/>
              <a:buChar char="•"/>
              <a:defRPr b="0" i="0" sz="1800" u="none" cap="none" strike="noStrike">
                <a:solidFill>
                  <a:schemeClr val="dk1"/>
                </a:solidFill>
                <a:latin typeface="Poppins"/>
                <a:ea typeface="Poppins"/>
                <a:cs typeface="Poppins"/>
                <a:sym typeface="Poppins"/>
              </a:defRPr>
            </a:lvl4pPr>
            <a:lvl5pPr indent="-342900" lvl="4" marL="2286000" marR="0" rtl="0" algn="l">
              <a:lnSpc>
                <a:spcPct val="90000"/>
              </a:lnSpc>
              <a:spcBef>
                <a:spcPts val="500"/>
              </a:spcBef>
              <a:spcAft>
                <a:spcPts val="0"/>
              </a:spcAft>
              <a:buClr>
                <a:schemeClr val="dk1"/>
              </a:buClr>
              <a:buSzPts val="1800"/>
              <a:buFont typeface="Poppins"/>
              <a:buChar char="•"/>
              <a:defRPr b="0" i="0" sz="1800" u="none" cap="none" strike="noStrike">
                <a:solidFill>
                  <a:schemeClr val="dk1"/>
                </a:solidFill>
                <a:latin typeface="Poppins"/>
                <a:ea typeface="Poppins"/>
                <a:cs typeface="Poppins"/>
                <a:sym typeface="Poppins"/>
              </a:defRPr>
            </a:lvl5pPr>
            <a:lvl6pPr indent="-342900" lvl="5" marL="2743200" marR="0" rtl="0" algn="l">
              <a:lnSpc>
                <a:spcPct val="90000"/>
              </a:lnSpc>
              <a:spcBef>
                <a:spcPts val="500"/>
              </a:spcBef>
              <a:spcAft>
                <a:spcPts val="0"/>
              </a:spcAft>
              <a:buClr>
                <a:schemeClr val="dk1"/>
              </a:buClr>
              <a:buSzPts val="1800"/>
              <a:buFont typeface="Poppins"/>
              <a:buChar char="•"/>
              <a:defRPr b="0" i="0" sz="1800" u="none" cap="none" strike="noStrike">
                <a:solidFill>
                  <a:schemeClr val="dk1"/>
                </a:solidFill>
                <a:latin typeface="Poppins"/>
                <a:ea typeface="Poppins"/>
                <a:cs typeface="Poppins"/>
                <a:sym typeface="Poppins"/>
              </a:defRPr>
            </a:lvl6pPr>
            <a:lvl7pPr indent="-342900" lvl="6" marL="3200400" marR="0" rtl="0" algn="l">
              <a:lnSpc>
                <a:spcPct val="90000"/>
              </a:lnSpc>
              <a:spcBef>
                <a:spcPts val="500"/>
              </a:spcBef>
              <a:spcAft>
                <a:spcPts val="0"/>
              </a:spcAft>
              <a:buClr>
                <a:schemeClr val="dk1"/>
              </a:buClr>
              <a:buSzPts val="1800"/>
              <a:buFont typeface="Poppins"/>
              <a:buChar char="•"/>
              <a:defRPr b="0" i="0" sz="1800" u="none" cap="none" strike="noStrike">
                <a:solidFill>
                  <a:schemeClr val="dk1"/>
                </a:solidFill>
                <a:latin typeface="Poppins"/>
                <a:ea typeface="Poppins"/>
                <a:cs typeface="Poppins"/>
                <a:sym typeface="Poppins"/>
              </a:defRPr>
            </a:lvl7pPr>
            <a:lvl8pPr indent="-342900" lvl="7" marL="3657600" marR="0" rtl="0" algn="l">
              <a:lnSpc>
                <a:spcPct val="90000"/>
              </a:lnSpc>
              <a:spcBef>
                <a:spcPts val="500"/>
              </a:spcBef>
              <a:spcAft>
                <a:spcPts val="0"/>
              </a:spcAft>
              <a:buClr>
                <a:schemeClr val="dk1"/>
              </a:buClr>
              <a:buSzPts val="1800"/>
              <a:buFont typeface="Poppins"/>
              <a:buChar char="•"/>
              <a:defRPr b="0" i="0" sz="1800" u="none" cap="none" strike="noStrike">
                <a:solidFill>
                  <a:schemeClr val="dk1"/>
                </a:solidFill>
                <a:latin typeface="Poppins"/>
                <a:ea typeface="Poppins"/>
                <a:cs typeface="Poppins"/>
                <a:sym typeface="Poppins"/>
              </a:defRPr>
            </a:lvl8pPr>
            <a:lvl9pPr indent="-342900" lvl="8" marL="4114800" marR="0" rtl="0" algn="l">
              <a:lnSpc>
                <a:spcPct val="90000"/>
              </a:lnSpc>
              <a:spcBef>
                <a:spcPts val="500"/>
              </a:spcBef>
              <a:spcAft>
                <a:spcPts val="0"/>
              </a:spcAft>
              <a:buClr>
                <a:schemeClr val="dk1"/>
              </a:buClr>
              <a:buSzPts val="1800"/>
              <a:buFont typeface="Poppins"/>
              <a:buChar char="•"/>
              <a:defRPr b="0" i="0" sz="1800" u="none" cap="none" strike="noStrike">
                <a:solidFill>
                  <a:schemeClr val="dk1"/>
                </a:solidFill>
                <a:latin typeface="Poppins"/>
                <a:ea typeface="Poppins"/>
                <a:cs typeface="Poppins"/>
                <a:sym typeface="Poppins"/>
              </a:defRPr>
            </a:lvl9pPr>
          </a:lstStyle>
          <a:p/>
        </p:txBody>
      </p:sp>
      <p:sp>
        <p:nvSpPr>
          <p:cNvPr id="12" name="Google Shape;12;p13"/>
          <p:cNvSpPr txBox="1"/>
          <p:nvPr>
            <p:ph idx="10" type="dt"/>
          </p:nvPr>
        </p:nvSpPr>
        <p:spPr>
          <a:xfrm>
            <a:off x="628650" y="6356350"/>
            <a:ext cx="2057400" cy="36510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 name="Google Shape;13;p13"/>
          <p:cNvSpPr txBox="1"/>
          <p:nvPr>
            <p:ph idx="11" type="ftr"/>
          </p:nvPr>
        </p:nvSpPr>
        <p:spPr>
          <a:xfrm>
            <a:off x="3028950" y="6356350"/>
            <a:ext cx="3086100" cy="365100"/>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 name="Google Shape;14;p13"/>
          <p:cNvSpPr txBox="1"/>
          <p:nvPr>
            <p:ph idx="12" type="sldNum"/>
          </p:nvPr>
        </p:nvSpPr>
        <p:spPr>
          <a:xfrm>
            <a:off x="6457950" y="6356350"/>
            <a:ext cx="2057400" cy="36510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62.png"/><Relationship Id="rId4" Type="http://schemas.openxmlformats.org/officeDocument/2006/relationships/image" Target="../media/image27.png"/></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27.png"/><Relationship Id="rId4" Type="http://schemas.openxmlformats.org/officeDocument/2006/relationships/image" Target="../media/image32.png"/><Relationship Id="rId5" Type="http://schemas.openxmlformats.org/officeDocument/2006/relationships/image" Target="../media/image65.png"/><Relationship Id="rId6" Type="http://schemas.openxmlformats.org/officeDocument/2006/relationships/slide" Target="/ppt/slides/slide14.xml"/><Relationship Id="rId7" Type="http://schemas.openxmlformats.org/officeDocument/2006/relationships/slide" Target="/ppt/slides/slide21.xml"/><Relationship Id="rId8" Type="http://schemas.openxmlformats.org/officeDocument/2006/relationships/slide" Target="/ppt/slides/slide23.xml"/></Relationships>
</file>

<file path=ppt/slides/_rels/slide3.xml.rels><?xml version="1.0" encoding="UTF-8"?><Relationships xmlns="http://schemas.openxmlformats.org/package/2006/relationships"><Relationship Id="rId20" Type="http://schemas.openxmlformats.org/officeDocument/2006/relationships/image" Target="../media/image25.png"/><Relationship Id="rId22" Type="http://schemas.openxmlformats.org/officeDocument/2006/relationships/image" Target="../media/image35.png"/><Relationship Id="rId21" Type="http://schemas.openxmlformats.org/officeDocument/2006/relationships/image" Target="../media/image101.png"/><Relationship Id="rId24" Type="http://schemas.openxmlformats.org/officeDocument/2006/relationships/image" Target="../media/image44.png"/><Relationship Id="rId23" Type="http://schemas.openxmlformats.org/officeDocument/2006/relationships/image" Target="../media/image29.png"/><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4.png"/><Relationship Id="rId4" Type="http://schemas.openxmlformats.org/officeDocument/2006/relationships/image" Target="../media/image17.png"/><Relationship Id="rId9" Type="http://schemas.openxmlformats.org/officeDocument/2006/relationships/image" Target="../media/image23.png"/><Relationship Id="rId25" Type="http://schemas.openxmlformats.org/officeDocument/2006/relationships/image" Target="../media/image34.png"/><Relationship Id="rId5" Type="http://schemas.openxmlformats.org/officeDocument/2006/relationships/image" Target="../media/image16.png"/><Relationship Id="rId6" Type="http://schemas.openxmlformats.org/officeDocument/2006/relationships/image" Target="../media/image33.png"/><Relationship Id="rId7" Type="http://schemas.openxmlformats.org/officeDocument/2006/relationships/image" Target="../media/image18.png"/><Relationship Id="rId8" Type="http://schemas.openxmlformats.org/officeDocument/2006/relationships/image" Target="../media/image15.png"/><Relationship Id="rId11" Type="http://schemas.openxmlformats.org/officeDocument/2006/relationships/image" Target="../media/image19.png"/><Relationship Id="rId10" Type="http://schemas.openxmlformats.org/officeDocument/2006/relationships/image" Target="../media/image21.png"/><Relationship Id="rId13" Type="http://schemas.openxmlformats.org/officeDocument/2006/relationships/image" Target="../media/image20.png"/><Relationship Id="rId12" Type="http://schemas.openxmlformats.org/officeDocument/2006/relationships/image" Target="../media/image41.png"/><Relationship Id="rId15" Type="http://schemas.openxmlformats.org/officeDocument/2006/relationships/image" Target="../media/image22.png"/><Relationship Id="rId14" Type="http://schemas.openxmlformats.org/officeDocument/2006/relationships/image" Target="../media/image30.png"/><Relationship Id="rId17" Type="http://schemas.openxmlformats.org/officeDocument/2006/relationships/image" Target="../media/image24.png"/><Relationship Id="rId16" Type="http://schemas.openxmlformats.org/officeDocument/2006/relationships/image" Target="../media/image46.png"/><Relationship Id="rId19" Type="http://schemas.openxmlformats.org/officeDocument/2006/relationships/image" Target="../media/image28.png"/><Relationship Id="rId18" Type="http://schemas.openxmlformats.org/officeDocument/2006/relationships/image" Target="../media/image26.png"/></Relationships>
</file>

<file path=ppt/slides/_rels/slide4.xml.rels><?xml version="1.0" encoding="UTF-8"?><Relationships xmlns="http://schemas.openxmlformats.org/package/2006/relationships"><Relationship Id="rId20" Type="http://schemas.openxmlformats.org/officeDocument/2006/relationships/image" Target="../media/image66.png"/><Relationship Id="rId22" Type="http://schemas.openxmlformats.org/officeDocument/2006/relationships/image" Target="../media/image56.png"/><Relationship Id="rId21" Type="http://schemas.openxmlformats.org/officeDocument/2006/relationships/image" Target="../media/image81.png"/><Relationship Id="rId24" Type="http://schemas.openxmlformats.org/officeDocument/2006/relationships/image" Target="../media/image53.png"/><Relationship Id="rId23" Type="http://schemas.openxmlformats.org/officeDocument/2006/relationships/image" Target="../media/image67.png"/><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51.png"/><Relationship Id="rId4" Type="http://schemas.openxmlformats.org/officeDocument/2006/relationships/image" Target="../media/image36.png"/><Relationship Id="rId9" Type="http://schemas.openxmlformats.org/officeDocument/2006/relationships/image" Target="../media/image57.png"/><Relationship Id="rId26" Type="http://schemas.openxmlformats.org/officeDocument/2006/relationships/image" Target="../media/image72.png"/><Relationship Id="rId25" Type="http://schemas.openxmlformats.org/officeDocument/2006/relationships/image" Target="../media/image55.png"/><Relationship Id="rId28" Type="http://schemas.openxmlformats.org/officeDocument/2006/relationships/image" Target="../media/image61.png"/><Relationship Id="rId27" Type="http://schemas.openxmlformats.org/officeDocument/2006/relationships/image" Target="../media/image69.png"/><Relationship Id="rId5" Type="http://schemas.openxmlformats.org/officeDocument/2006/relationships/image" Target="../media/image37.png"/><Relationship Id="rId6" Type="http://schemas.openxmlformats.org/officeDocument/2006/relationships/image" Target="../media/image54.png"/><Relationship Id="rId29" Type="http://schemas.openxmlformats.org/officeDocument/2006/relationships/image" Target="../media/image59.png"/><Relationship Id="rId7" Type="http://schemas.openxmlformats.org/officeDocument/2006/relationships/image" Target="../media/image27.png"/><Relationship Id="rId8" Type="http://schemas.openxmlformats.org/officeDocument/2006/relationships/image" Target="../media/image42.png"/><Relationship Id="rId31" Type="http://schemas.openxmlformats.org/officeDocument/2006/relationships/image" Target="../media/image60.png"/><Relationship Id="rId30" Type="http://schemas.openxmlformats.org/officeDocument/2006/relationships/image" Target="../media/image58.png"/><Relationship Id="rId11" Type="http://schemas.openxmlformats.org/officeDocument/2006/relationships/image" Target="../media/image45.png"/><Relationship Id="rId10" Type="http://schemas.openxmlformats.org/officeDocument/2006/relationships/image" Target="../media/image40.png"/><Relationship Id="rId13" Type="http://schemas.openxmlformats.org/officeDocument/2006/relationships/image" Target="../media/image68.png"/><Relationship Id="rId12" Type="http://schemas.openxmlformats.org/officeDocument/2006/relationships/image" Target="../media/image76.png"/><Relationship Id="rId15" Type="http://schemas.openxmlformats.org/officeDocument/2006/relationships/image" Target="../media/image49.png"/><Relationship Id="rId14" Type="http://schemas.openxmlformats.org/officeDocument/2006/relationships/image" Target="../media/image47.png"/><Relationship Id="rId17" Type="http://schemas.openxmlformats.org/officeDocument/2006/relationships/image" Target="../media/image52.png"/><Relationship Id="rId16" Type="http://schemas.openxmlformats.org/officeDocument/2006/relationships/image" Target="../media/image48.png"/><Relationship Id="rId19" Type="http://schemas.openxmlformats.org/officeDocument/2006/relationships/image" Target="../media/image74.png"/><Relationship Id="rId18" Type="http://schemas.openxmlformats.org/officeDocument/2006/relationships/image" Target="../media/image50.png"/></Relationships>
</file>

<file path=ppt/slides/_rels/slide5.xml.rels><?xml version="1.0" encoding="UTF-8"?><Relationships xmlns="http://schemas.openxmlformats.org/package/2006/relationships"><Relationship Id="rId40" Type="http://schemas.openxmlformats.org/officeDocument/2006/relationships/image" Target="../media/image99.png"/><Relationship Id="rId20" Type="http://schemas.openxmlformats.org/officeDocument/2006/relationships/image" Target="../media/image84.png"/><Relationship Id="rId42" Type="http://schemas.openxmlformats.org/officeDocument/2006/relationships/image" Target="../media/image104.png"/><Relationship Id="rId41" Type="http://schemas.openxmlformats.org/officeDocument/2006/relationships/image" Target="../media/image130.png"/><Relationship Id="rId22" Type="http://schemas.openxmlformats.org/officeDocument/2006/relationships/image" Target="../media/image82.png"/><Relationship Id="rId21" Type="http://schemas.openxmlformats.org/officeDocument/2006/relationships/image" Target="../media/image105.png"/><Relationship Id="rId43" Type="http://schemas.openxmlformats.org/officeDocument/2006/relationships/image" Target="../media/image143.png"/><Relationship Id="rId24" Type="http://schemas.openxmlformats.org/officeDocument/2006/relationships/image" Target="../media/image85.png"/><Relationship Id="rId23" Type="http://schemas.openxmlformats.org/officeDocument/2006/relationships/image" Target="../media/image106.png"/><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11.png"/><Relationship Id="rId4" Type="http://schemas.openxmlformats.org/officeDocument/2006/relationships/image" Target="../media/image63.png"/><Relationship Id="rId9" Type="http://schemas.openxmlformats.org/officeDocument/2006/relationships/image" Target="../media/image70.png"/><Relationship Id="rId26" Type="http://schemas.openxmlformats.org/officeDocument/2006/relationships/image" Target="../media/image90.png"/><Relationship Id="rId25" Type="http://schemas.openxmlformats.org/officeDocument/2006/relationships/image" Target="../media/image88.png"/><Relationship Id="rId28" Type="http://schemas.openxmlformats.org/officeDocument/2006/relationships/image" Target="../media/image87.png"/><Relationship Id="rId27" Type="http://schemas.openxmlformats.org/officeDocument/2006/relationships/image" Target="../media/image89.png"/><Relationship Id="rId5" Type="http://schemas.openxmlformats.org/officeDocument/2006/relationships/image" Target="../media/image115.png"/><Relationship Id="rId6" Type="http://schemas.openxmlformats.org/officeDocument/2006/relationships/image" Target="../media/image64.png"/><Relationship Id="rId29" Type="http://schemas.openxmlformats.org/officeDocument/2006/relationships/image" Target="../media/image94.png"/><Relationship Id="rId7" Type="http://schemas.openxmlformats.org/officeDocument/2006/relationships/image" Target="../media/image97.png"/><Relationship Id="rId8" Type="http://schemas.openxmlformats.org/officeDocument/2006/relationships/image" Target="../media/image93.png"/><Relationship Id="rId31" Type="http://schemas.openxmlformats.org/officeDocument/2006/relationships/image" Target="../media/image91.png"/><Relationship Id="rId30" Type="http://schemas.openxmlformats.org/officeDocument/2006/relationships/image" Target="../media/image92.png"/><Relationship Id="rId11" Type="http://schemas.openxmlformats.org/officeDocument/2006/relationships/image" Target="../media/image83.png"/><Relationship Id="rId33" Type="http://schemas.openxmlformats.org/officeDocument/2006/relationships/image" Target="../media/image96.png"/><Relationship Id="rId10" Type="http://schemas.openxmlformats.org/officeDocument/2006/relationships/image" Target="../media/image86.png"/><Relationship Id="rId32" Type="http://schemas.openxmlformats.org/officeDocument/2006/relationships/image" Target="../media/image95.png"/><Relationship Id="rId13" Type="http://schemas.openxmlformats.org/officeDocument/2006/relationships/image" Target="../media/image114.png"/><Relationship Id="rId35" Type="http://schemas.openxmlformats.org/officeDocument/2006/relationships/image" Target="../media/image98.png"/><Relationship Id="rId12" Type="http://schemas.openxmlformats.org/officeDocument/2006/relationships/image" Target="../media/image71.png"/><Relationship Id="rId34" Type="http://schemas.openxmlformats.org/officeDocument/2006/relationships/image" Target="../media/image112.png"/><Relationship Id="rId15" Type="http://schemas.openxmlformats.org/officeDocument/2006/relationships/image" Target="../media/image75.png"/><Relationship Id="rId37" Type="http://schemas.openxmlformats.org/officeDocument/2006/relationships/image" Target="../media/image100.png"/><Relationship Id="rId14" Type="http://schemas.openxmlformats.org/officeDocument/2006/relationships/image" Target="../media/image73.png"/><Relationship Id="rId36" Type="http://schemas.openxmlformats.org/officeDocument/2006/relationships/image" Target="../media/image102.png"/><Relationship Id="rId17" Type="http://schemas.openxmlformats.org/officeDocument/2006/relationships/image" Target="../media/image77.png"/><Relationship Id="rId39" Type="http://schemas.openxmlformats.org/officeDocument/2006/relationships/image" Target="../media/image103.png"/><Relationship Id="rId16" Type="http://schemas.openxmlformats.org/officeDocument/2006/relationships/image" Target="../media/image79.png"/><Relationship Id="rId38" Type="http://schemas.openxmlformats.org/officeDocument/2006/relationships/image" Target="../media/image162.png"/><Relationship Id="rId19" Type="http://schemas.openxmlformats.org/officeDocument/2006/relationships/image" Target="../media/image80.png"/><Relationship Id="rId18" Type="http://schemas.openxmlformats.org/officeDocument/2006/relationships/image" Target="../media/image78.png"/></Relationships>
</file>

<file path=ppt/slides/_rels/slide6.xml.rels><?xml version="1.0" encoding="UTF-8"?><Relationships xmlns="http://schemas.openxmlformats.org/package/2006/relationships"><Relationship Id="rId40" Type="http://schemas.openxmlformats.org/officeDocument/2006/relationships/image" Target="../media/image141.png"/><Relationship Id="rId20" Type="http://schemas.openxmlformats.org/officeDocument/2006/relationships/image" Target="../media/image121.png"/><Relationship Id="rId42" Type="http://schemas.openxmlformats.org/officeDocument/2006/relationships/image" Target="../media/image148.png"/><Relationship Id="rId41" Type="http://schemas.openxmlformats.org/officeDocument/2006/relationships/image" Target="../media/image184.png"/><Relationship Id="rId22" Type="http://schemas.openxmlformats.org/officeDocument/2006/relationships/image" Target="../media/image122.png"/><Relationship Id="rId44" Type="http://schemas.openxmlformats.org/officeDocument/2006/relationships/image" Target="../media/image150.png"/><Relationship Id="rId21" Type="http://schemas.openxmlformats.org/officeDocument/2006/relationships/image" Target="../media/image125.png"/><Relationship Id="rId43" Type="http://schemas.openxmlformats.org/officeDocument/2006/relationships/image" Target="../media/image213.png"/><Relationship Id="rId24" Type="http://schemas.openxmlformats.org/officeDocument/2006/relationships/image" Target="../media/image145.png"/><Relationship Id="rId46" Type="http://schemas.openxmlformats.org/officeDocument/2006/relationships/image" Target="../media/image156.png"/><Relationship Id="rId23" Type="http://schemas.openxmlformats.org/officeDocument/2006/relationships/image" Target="../media/image134.png"/><Relationship Id="rId45" Type="http://schemas.openxmlformats.org/officeDocument/2006/relationships/image" Target="../media/image182.png"/><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24.png"/><Relationship Id="rId4" Type="http://schemas.openxmlformats.org/officeDocument/2006/relationships/image" Target="../media/image107.png"/><Relationship Id="rId9" Type="http://schemas.openxmlformats.org/officeDocument/2006/relationships/image" Target="../media/image136.png"/><Relationship Id="rId26" Type="http://schemas.openxmlformats.org/officeDocument/2006/relationships/image" Target="../media/image126.png"/><Relationship Id="rId25" Type="http://schemas.openxmlformats.org/officeDocument/2006/relationships/image" Target="../media/image147.png"/><Relationship Id="rId28" Type="http://schemas.openxmlformats.org/officeDocument/2006/relationships/image" Target="../media/image129.png"/><Relationship Id="rId27" Type="http://schemas.openxmlformats.org/officeDocument/2006/relationships/image" Target="../media/image153.png"/><Relationship Id="rId5" Type="http://schemas.openxmlformats.org/officeDocument/2006/relationships/image" Target="../media/image127.png"/><Relationship Id="rId6" Type="http://schemas.openxmlformats.org/officeDocument/2006/relationships/image" Target="../media/image140.png"/><Relationship Id="rId29" Type="http://schemas.openxmlformats.org/officeDocument/2006/relationships/image" Target="../media/image132.png"/><Relationship Id="rId7" Type="http://schemas.openxmlformats.org/officeDocument/2006/relationships/image" Target="../media/image108.png"/><Relationship Id="rId8" Type="http://schemas.openxmlformats.org/officeDocument/2006/relationships/image" Target="../media/image109.png"/><Relationship Id="rId31" Type="http://schemas.openxmlformats.org/officeDocument/2006/relationships/image" Target="../media/image144.png"/><Relationship Id="rId30" Type="http://schemas.openxmlformats.org/officeDocument/2006/relationships/image" Target="../media/image131.png"/><Relationship Id="rId11" Type="http://schemas.openxmlformats.org/officeDocument/2006/relationships/image" Target="../media/image128.png"/><Relationship Id="rId33" Type="http://schemas.openxmlformats.org/officeDocument/2006/relationships/image" Target="../media/image135.png"/><Relationship Id="rId10" Type="http://schemas.openxmlformats.org/officeDocument/2006/relationships/image" Target="../media/image110.png"/><Relationship Id="rId32" Type="http://schemas.openxmlformats.org/officeDocument/2006/relationships/image" Target="../media/image133.png"/><Relationship Id="rId13" Type="http://schemas.openxmlformats.org/officeDocument/2006/relationships/image" Target="../media/image113.png"/><Relationship Id="rId35" Type="http://schemas.openxmlformats.org/officeDocument/2006/relationships/image" Target="../media/image149.png"/><Relationship Id="rId12" Type="http://schemas.openxmlformats.org/officeDocument/2006/relationships/image" Target="../media/image118.png"/><Relationship Id="rId34" Type="http://schemas.openxmlformats.org/officeDocument/2006/relationships/image" Target="../media/image146.png"/><Relationship Id="rId15" Type="http://schemas.openxmlformats.org/officeDocument/2006/relationships/image" Target="../media/image117.png"/><Relationship Id="rId37" Type="http://schemas.openxmlformats.org/officeDocument/2006/relationships/image" Target="../media/image137.png"/><Relationship Id="rId14" Type="http://schemas.openxmlformats.org/officeDocument/2006/relationships/image" Target="../media/image116.png"/><Relationship Id="rId36" Type="http://schemas.openxmlformats.org/officeDocument/2006/relationships/image" Target="../media/image142.png"/><Relationship Id="rId17" Type="http://schemas.openxmlformats.org/officeDocument/2006/relationships/image" Target="../media/image119.png"/><Relationship Id="rId39" Type="http://schemas.openxmlformats.org/officeDocument/2006/relationships/image" Target="../media/image139.png"/><Relationship Id="rId16" Type="http://schemas.openxmlformats.org/officeDocument/2006/relationships/image" Target="../media/image175.png"/><Relationship Id="rId38" Type="http://schemas.openxmlformats.org/officeDocument/2006/relationships/image" Target="../media/image138.png"/><Relationship Id="rId19" Type="http://schemas.openxmlformats.org/officeDocument/2006/relationships/image" Target="../media/image123.png"/><Relationship Id="rId18" Type="http://schemas.openxmlformats.org/officeDocument/2006/relationships/image" Target="../media/image120.png"/></Relationships>
</file>

<file path=ppt/slides/_rels/slide7.xml.rels><?xml version="1.0" encoding="UTF-8"?><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52.png"/><Relationship Id="rId4" Type="http://schemas.openxmlformats.org/officeDocument/2006/relationships/image" Target="../media/image151.png"/><Relationship Id="rId9" Type="http://schemas.openxmlformats.org/officeDocument/2006/relationships/image" Target="../media/image157.png"/><Relationship Id="rId5" Type="http://schemas.openxmlformats.org/officeDocument/2006/relationships/image" Target="../media/image178.png"/><Relationship Id="rId6" Type="http://schemas.openxmlformats.org/officeDocument/2006/relationships/image" Target="../media/image154.png"/><Relationship Id="rId7" Type="http://schemas.openxmlformats.org/officeDocument/2006/relationships/image" Target="../media/image165.png"/><Relationship Id="rId8" Type="http://schemas.openxmlformats.org/officeDocument/2006/relationships/image" Target="../media/image155.png"/><Relationship Id="rId11" Type="http://schemas.openxmlformats.org/officeDocument/2006/relationships/image" Target="../media/image172.png"/><Relationship Id="rId10" Type="http://schemas.openxmlformats.org/officeDocument/2006/relationships/image" Target="../media/image159.png"/><Relationship Id="rId13" Type="http://schemas.openxmlformats.org/officeDocument/2006/relationships/image" Target="../media/image176.png"/><Relationship Id="rId12" Type="http://schemas.openxmlformats.org/officeDocument/2006/relationships/image" Target="../media/image158.png"/><Relationship Id="rId15" Type="http://schemas.openxmlformats.org/officeDocument/2006/relationships/image" Target="../media/image167.png"/><Relationship Id="rId14" Type="http://schemas.openxmlformats.org/officeDocument/2006/relationships/image" Target="../media/image161.png"/><Relationship Id="rId16" Type="http://schemas.openxmlformats.org/officeDocument/2006/relationships/image" Target="../media/image181.png"/></Relationships>
</file>

<file path=ppt/slides/_rels/slide8.xml.rels><?xml version="1.0" encoding="UTF-8"?><Relationships xmlns="http://schemas.openxmlformats.org/package/2006/relationships"><Relationship Id="rId20" Type="http://schemas.openxmlformats.org/officeDocument/2006/relationships/image" Target="../media/image180.png"/><Relationship Id="rId22" Type="http://schemas.openxmlformats.org/officeDocument/2006/relationships/image" Target="../media/image177.png"/><Relationship Id="rId21" Type="http://schemas.openxmlformats.org/officeDocument/2006/relationships/image" Target="../media/image194.png"/><Relationship Id="rId24" Type="http://schemas.openxmlformats.org/officeDocument/2006/relationships/image" Target="../media/image221.png"/><Relationship Id="rId23" Type="http://schemas.openxmlformats.org/officeDocument/2006/relationships/image" Target="../media/image183.png"/><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60.png"/><Relationship Id="rId4" Type="http://schemas.openxmlformats.org/officeDocument/2006/relationships/image" Target="../media/image171.png"/><Relationship Id="rId9" Type="http://schemas.openxmlformats.org/officeDocument/2006/relationships/image" Target="../media/image168.png"/><Relationship Id="rId26" Type="http://schemas.openxmlformats.org/officeDocument/2006/relationships/image" Target="../media/image185.png"/><Relationship Id="rId25" Type="http://schemas.openxmlformats.org/officeDocument/2006/relationships/image" Target="../media/image186.png"/><Relationship Id="rId28" Type="http://schemas.openxmlformats.org/officeDocument/2006/relationships/image" Target="../media/image189.png"/><Relationship Id="rId27" Type="http://schemas.openxmlformats.org/officeDocument/2006/relationships/image" Target="../media/image187.png"/><Relationship Id="rId5" Type="http://schemas.openxmlformats.org/officeDocument/2006/relationships/image" Target="../media/image164.png"/><Relationship Id="rId6" Type="http://schemas.openxmlformats.org/officeDocument/2006/relationships/image" Target="../media/image163.png"/><Relationship Id="rId29" Type="http://schemas.openxmlformats.org/officeDocument/2006/relationships/image" Target="../media/image190.png"/><Relationship Id="rId7" Type="http://schemas.openxmlformats.org/officeDocument/2006/relationships/image" Target="../media/image166.png"/><Relationship Id="rId8" Type="http://schemas.openxmlformats.org/officeDocument/2006/relationships/image" Target="../media/image217.png"/><Relationship Id="rId30" Type="http://schemas.openxmlformats.org/officeDocument/2006/relationships/image" Target="../media/image191.png"/><Relationship Id="rId11" Type="http://schemas.openxmlformats.org/officeDocument/2006/relationships/image" Target="../media/image174.png"/><Relationship Id="rId10" Type="http://schemas.openxmlformats.org/officeDocument/2006/relationships/image" Target="../media/image179.png"/><Relationship Id="rId13" Type="http://schemas.openxmlformats.org/officeDocument/2006/relationships/image" Target="../media/image170.png"/><Relationship Id="rId12" Type="http://schemas.openxmlformats.org/officeDocument/2006/relationships/image" Target="../media/image169.png"/><Relationship Id="rId15" Type="http://schemas.openxmlformats.org/officeDocument/2006/relationships/image" Target="../media/image203.png"/><Relationship Id="rId14" Type="http://schemas.openxmlformats.org/officeDocument/2006/relationships/image" Target="../media/image188.png"/><Relationship Id="rId17" Type="http://schemas.openxmlformats.org/officeDocument/2006/relationships/image" Target="../media/image210.png"/><Relationship Id="rId16" Type="http://schemas.openxmlformats.org/officeDocument/2006/relationships/image" Target="../media/image200.png"/><Relationship Id="rId19" Type="http://schemas.openxmlformats.org/officeDocument/2006/relationships/image" Target="../media/image173.png"/><Relationship Id="rId18" Type="http://schemas.openxmlformats.org/officeDocument/2006/relationships/image" Target="../media/image225.png"/></Relationships>
</file>

<file path=ppt/slides/_rels/slide9.xml.rels><?xml version="1.0" encoding="UTF-8"?><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259.png"/><Relationship Id="rId4" Type="http://schemas.openxmlformats.org/officeDocument/2006/relationships/image" Target="../media/image192.png"/><Relationship Id="rId9" Type="http://schemas.openxmlformats.org/officeDocument/2006/relationships/image" Target="../media/image196.png"/><Relationship Id="rId5" Type="http://schemas.openxmlformats.org/officeDocument/2006/relationships/image" Target="../media/image193.png"/><Relationship Id="rId6" Type="http://schemas.openxmlformats.org/officeDocument/2006/relationships/image" Target="../media/image195.png"/><Relationship Id="rId7" Type="http://schemas.openxmlformats.org/officeDocument/2006/relationships/image" Target="../media/image198.png"/><Relationship Id="rId8" Type="http://schemas.openxmlformats.org/officeDocument/2006/relationships/image" Target="../media/image202.png"/><Relationship Id="rId11" Type="http://schemas.openxmlformats.org/officeDocument/2006/relationships/image" Target="../media/image201.png"/><Relationship Id="rId10" Type="http://schemas.openxmlformats.org/officeDocument/2006/relationships/image" Target="../media/image218.png"/><Relationship Id="rId13" Type="http://schemas.openxmlformats.org/officeDocument/2006/relationships/image" Target="../media/image226.png"/><Relationship Id="rId12" Type="http://schemas.openxmlformats.org/officeDocument/2006/relationships/image" Target="../media/image197.png"/><Relationship Id="rId15" Type="http://schemas.openxmlformats.org/officeDocument/2006/relationships/image" Target="../media/image206.png"/><Relationship Id="rId14" Type="http://schemas.openxmlformats.org/officeDocument/2006/relationships/image" Target="../media/image199.png"/></Relationships>
</file>

<file path=ppt/slides/_rels/slide10.xml.rels><?xml version="1.0" encoding="UTF-8"?><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207.png"/><Relationship Id="rId4" Type="http://schemas.openxmlformats.org/officeDocument/2006/relationships/image" Target="../media/image204.png"/><Relationship Id="rId9" Type="http://schemas.openxmlformats.org/officeDocument/2006/relationships/image" Target="../media/image276.png"/><Relationship Id="rId5" Type="http://schemas.openxmlformats.org/officeDocument/2006/relationships/image" Target="../media/image205.png"/><Relationship Id="rId6" Type="http://schemas.openxmlformats.org/officeDocument/2006/relationships/image" Target="../media/image219.png"/><Relationship Id="rId7" Type="http://schemas.openxmlformats.org/officeDocument/2006/relationships/image" Target="../media/image208.png"/><Relationship Id="rId8" Type="http://schemas.openxmlformats.org/officeDocument/2006/relationships/image" Target="../media/image267.png"/><Relationship Id="rId11" Type="http://schemas.openxmlformats.org/officeDocument/2006/relationships/image" Target="../media/image240.png"/><Relationship Id="rId10" Type="http://schemas.openxmlformats.org/officeDocument/2006/relationships/image" Target="../media/image209.png"/><Relationship Id="rId13" Type="http://schemas.openxmlformats.org/officeDocument/2006/relationships/image" Target="../media/image214.png"/><Relationship Id="rId12" Type="http://schemas.openxmlformats.org/officeDocument/2006/relationships/image" Target="../media/image211.png"/><Relationship Id="rId15" Type="http://schemas.openxmlformats.org/officeDocument/2006/relationships/image" Target="../media/image216.png"/><Relationship Id="rId14" Type="http://schemas.openxmlformats.org/officeDocument/2006/relationships/image" Target="../media/image212.png"/><Relationship Id="rId16" Type="http://schemas.openxmlformats.org/officeDocument/2006/relationships/image" Target="../media/image242.png"/></Relationships>
</file>

<file path=ppt/slides/_rels/slide11.xml.rels><?xml version="1.0" encoding="UTF-8"?><Relationships xmlns="http://schemas.openxmlformats.org/package/2006/relationships"><Relationship Id="rId20" Type="http://schemas.openxmlformats.org/officeDocument/2006/relationships/image" Target="../media/image231.png"/><Relationship Id="rId22" Type="http://schemas.openxmlformats.org/officeDocument/2006/relationships/image" Target="../media/image236.png"/><Relationship Id="rId21" Type="http://schemas.openxmlformats.org/officeDocument/2006/relationships/image" Target="../media/image234.png"/><Relationship Id="rId24" Type="http://schemas.openxmlformats.org/officeDocument/2006/relationships/image" Target="../media/image238.png"/><Relationship Id="rId23" Type="http://schemas.openxmlformats.org/officeDocument/2006/relationships/image" Target="../media/image235.png"/><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215.png"/><Relationship Id="rId4" Type="http://schemas.openxmlformats.org/officeDocument/2006/relationships/image" Target="../media/image220.png"/><Relationship Id="rId9" Type="http://schemas.openxmlformats.org/officeDocument/2006/relationships/image" Target="../media/image223.png"/><Relationship Id="rId26" Type="http://schemas.openxmlformats.org/officeDocument/2006/relationships/image" Target="../media/image243.png"/><Relationship Id="rId25" Type="http://schemas.openxmlformats.org/officeDocument/2006/relationships/image" Target="../media/image241.png"/><Relationship Id="rId5" Type="http://schemas.openxmlformats.org/officeDocument/2006/relationships/image" Target="../media/image239.png"/><Relationship Id="rId6" Type="http://schemas.openxmlformats.org/officeDocument/2006/relationships/image" Target="../media/image249.png"/><Relationship Id="rId7" Type="http://schemas.openxmlformats.org/officeDocument/2006/relationships/image" Target="../media/image222.png"/><Relationship Id="rId8" Type="http://schemas.openxmlformats.org/officeDocument/2006/relationships/image" Target="../media/image224.png"/><Relationship Id="rId11" Type="http://schemas.openxmlformats.org/officeDocument/2006/relationships/image" Target="../media/image227.png"/><Relationship Id="rId10" Type="http://schemas.openxmlformats.org/officeDocument/2006/relationships/image" Target="../media/image233.png"/><Relationship Id="rId13" Type="http://schemas.openxmlformats.org/officeDocument/2006/relationships/image" Target="../media/image229.png"/><Relationship Id="rId12" Type="http://schemas.openxmlformats.org/officeDocument/2006/relationships/image" Target="../media/image268.png"/><Relationship Id="rId15" Type="http://schemas.openxmlformats.org/officeDocument/2006/relationships/image" Target="../media/image237.png"/><Relationship Id="rId14" Type="http://schemas.openxmlformats.org/officeDocument/2006/relationships/image" Target="../media/image245.png"/><Relationship Id="rId17" Type="http://schemas.openxmlformats.org/officeDocument/2006/relationships/image" Target="../media/image228.png"/><Relationship Id="rId16" Type="http://schemas.openxmlformats.org/officeDocument/2006/relationships/image" Target="../media/image232.png"/><Relationship Id="rId19" Type="http://schemas.openxmlformats.org/officeDocument/2006/relationships/image" Target="../media/image230.png"/><Relationship Id="rId18" Type="http://schemas.openxmlformats.org/officeDocument/2006/relationships/image" Target="../media/image246.png"/></Relationships>
</file>

<file path=ppt/slides/_rels/slide12.xml.rels><?xml version="1.0" encoding="UTF-8"?><Relationships xmlns="http://schemas.openxmlformats.org/package/2006/relationships"><Relationship Id="rId20" Type="http://schemas.openxmlformats.org/officeDocument/2006/relationships/image" Target="../media/image258.png"/><Relationship Id="rId22" Type="http://schemas.openxmlformats.org/officeDocument/2006/relationships/image" Target="../media/image275.png"/><Relationship Id="rId21" Type="http://schemas.openxmlformats.org/officeDocument/2006/relationships/image" Target="../media/image280.png"/><Relationship Id="rId24" Type="http://schemas.openxmlformats.org/officeDocument/2006/relationships/image" Target="../media/image263.png"/><Relationship Id="rId23" Type="http://schemas.openxmlformats.org/officeDocument/2006/relationships/image" Target="../media/image261.png"/><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257.png"/><Relationship Id="rId4" Type="http://schemas.openxmlformats.org/officeDocument/2006/relationships/image" Target="../media/image262.png"/><Relationship Id="rId9" Type="http://schemas.openxmlformats.org/officeDocument/2006/relationships/image" Target="../media/image248.png"/><Relationship Id="rId26" Type="http://schemas.openxmlformats.org/officeDocument/2006/relationships/image" Target="../media/image269.png"/><Relationship Id="rId25" Type="http://schemas.openxmlformats.org/officeDocument/2006/relationships/image" Target="../media/image265.png"/><Relationship Id="rId5" Type="http://schemas.openxmlformats.org/officeDocument/2006/relationships/image" Target="../media/image244.png"/><Relationship Id="rId6" Type="http://schemas.openxmlformats.org/officeDocument/2006/relationships/image" Target="../media/image253.png"/><Relationship Id="rId7" Type="http://schemas.openxmlformats.org/officeDocument/2006/relationships/image" Target="../media/image247.png"/><Relationship Id="rId8" Type="http://schemas.openxmlformats.org/officeDocument/2006/relationships/image" Target="../media/image260.png"/><Relationship Id="rId11" Type="http://schemas.openxmlformats.org/officeDocument/2006/relationships/image" Target="../media/image277.png"/><Relationship Id="rId10" Type="http://schemas.openxmlformats.org/officeDocument/2006/relationships/image" Target="../media/image250.png"/><Relationship Id="rId13" Type="http://schemas.openxmlformats.org/officeDocument/2006/relationships/image" Target="../media/image274.png"/><Relationship Id="rId12" Type="http://schemas.openxmlformats.org/officeDocument/2006/relationships/image" Target="../media/image251.png"/><Relationship Id="rId15" Type="http://schemas.openxmlformats.org/officeDocument/2006/relationships/image" Target="../media/image252.png"/><Relationship Id="rId14" Type="http://schemas.openxmlformats.org/officeDocument/2006/relationships/image" Target="../media/image273.png"/><Relationship Id="rId17" Type="http://schemas.openxmlformats.org/officeDocument/2006/relationships/image" Target="../media/image256.png"/><Relationship Id="rId16" Type="http://schemas.openxmlformats.org/officeDocument/2006/relationships/image" Target="../media/image279.png"/><Relationship Id="rId19" Type="http://schemas.openxmlformats.org/officeDocument/2006/relationships/image" Target="../media/image254.png"/><Relationship Id="rId18" Type="http://schemas.openxmlformats.org/officeDocument/2006/relationships/image" Target="../media/image255.png"/></Relationships>
</file>

<file path=ppt/slides/_rels/slide13.xml.rels><?xml version="1.0" encoding="UTF-8"?><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278.png"/><Relationship Id="rId4" Type="http://schemas.openxmlformats.org/officeDocument/2006/relationships/image" Target="../media/image283.png"/></Relationships>
</file>

<file path=ppt/slides/_rels/slide14.xml.rels><?xml version="1.0" encoding="UTF-8"?><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 Id="rId3" Type="http://schemas.openxmlformats.org/officeDocument/2006/relationships/image" Target="../media/image27.png"/></Relationships>
</file>

<file path=ppt/slides/_rels/slide15.xml.rels><?xml version="1.0" encoding="UTF-8"?><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 Id="rId3" Type="http://schemas.openxmlformats.org/officeDocument/2006/relationships/image" Target="../media/image62.png"/></Relationships>
</file>

<file path=ppt/slides/_rels/slide16.xml.rels><?xml version="1.0" encoding="UTF-8"?><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 Id="rId3" Type="http://schemas.openxmlformats.org/officeDocument/2006/relationships/image" Target="../media/image271.png"/></Relationships>
</file>

<file path=ppt/slides/_rels/slide17.xml.rels><?xml version="1.0" encoding="UTF-8"?><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 Id="rId3" Type="http://schemas.openxmlformats.org/officeDocument/2006/relationships/image" Target="../media/image282.png"/></Relationships>
</file>

<file path=ppt/slides/_rels/slide20.xml.rels><?xml version="1.0" encoding="UTF-8"?><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 Id="rId3" Type="http://schemas.openxmlformats.org/officeDocument/2006/relationships/image" Target="../media/image281.png"/></Relationships>
</file>

<file path=ppt/slides/_rels/slide21.xml.rels><?xml version="1.0" encoding="UTF-8"?><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 Id="rId3" Type="http://schemas.openxmlformats.org/officeDocument/2006/relationships/image" Target="../media/image32.png"/></Relationships>
</file>

<file path=ppt/slides/_rels/slide22.xml.rels><?xml version="1.0" encoding="UTF-8"?><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 Id="rId3" Type="http://schemas.openxmlformats.org/officeDocument/2006/relationships/image" Target="../media/image284.png"/></Relationships>
</file>

<file path=ppt/slides/_rels/slide23.xml.rels><?xml version="1.0" encoding="UTF-8"?><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 Id="rId3" Type="http://schemas.openxmlformats.org/officeDocument/2006/relationships/image" Target="../media/image65.png"/></Relationships>
</file>

<file path=ppt/slides/_rels/slide24.xml.rels><?xml version="1.0" encoding="UTF-8"?><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 Id="rId3" Type="http://schemas.openxmlformats.org/officeDocument/2006/relationships/image" Target="../media/image2.png"/></Relationships>
</file>

<file path=ppt/slides/_rels/slide25.xml.rels><?xml version="1.0" encoding="UTF-8"?><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 Id="rId3" Type="http://schemas.openxmlformats.org/officeDocument/2006/relationships/image" Target="../media/image2.png"/></Relationships>
</file>

<file path=ppt/slides/_rels/slide26.xml.rels><?xml version="1.0" encoding="UTF-8"?><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6.xml"/></Relationships>
</file>

<file path=ppt/slides/_rels/slide27.xml.rels><?xml version="1.0" encoding="UTF-8"?><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0" name="Shape 650"/>
        <p:cNvGrpSpPr/>
        <p:nvPr/>
      </p:nvGrpSpPr>
      <p:grpSpPr>
        <a:xfrm>
          <a:off x="0" y="0"/>
          <a:ext cx="0" cy="0"/>
          <a:chOff x="0" y="0"/>
          <a:chExt cx="0" cy="0"/>
        </a:xfrm>
      </p:grpSpPr>
      <p:sp>
        <p:nvSpPr>
          <p:cNvPr id="651" name="Google Shape;651;p1"/>
          <p:cNvSpPr txBox="1"/>
          <p:nvPr>
            <p:ph idx="1" type="subTitle"/>
          </p:nvPr>
        </p:nvSpPr>
        <p:spPr>
          <a:xfrm>
            <a:off x="884092" y="2716660"/>
            <a:ext cx="3882600" cy="8454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262626"/>
              </a:buClr>
              <a:buSzPts val="3600"/>
              <a:buNone/>
            </a:pPr>
            <a:r>
              <a:rPr lang="en-US" sz="3000"/>
              <a:t xml:space="preserve">Sound Family /ear/; </a:t>
            </a:r>
            <a:br>
              <a:rPr lang="en-US" sz="3000"/>
            </a:br>
            <a:r>
              <a:rPr lang="en-US" sz="3000"/>
              <a:t>ere</a:t>
            </a:r>
            <a:endParaRPr sz="3000"/>
          </a:p>
        </p:txBody>
      </p:sp>
      <p:sp>
        <p:nvSpPr>
          <p:cNvPr id="652" name="Google Shape;652;p1"/>
          <p:cNvSpPr txBox="1"/>
          <p:nvPr>
            <p:ph idx="2" type="subTitle"/>
          </p:nvPr>
        </p:nvSpPr>
        <p:spPr>
          <a:xfrm>
            <a:off x="884092" y="3693158"/>
            <a:ext cx="3882600" cy="8454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1000"/>
              </a:spcBef>
              <a:spcAft>
                <a:spcPts val="0"/>
              </a:spcAft>
              <a:buSzPts val="2200"/>
              <a:buNone/>
            </a:pPr>
            <a:r>
              <a:rPr lang="en-US"/>
              <a:t>Lesson 88</a:t>
            </a:r>
            <a:endParaRPr/>
          </a:p>
        </p:txBody>
      </p:sp>
      <p:grpSp>
        <p:nvGrpSpPr>
          <p:cNvPr id="653" name="Google Shape;653;p1"/>
          <p:cNvGrpSpPr/>
          <p:nvPr/>
        </p:nvGrpSpPr>
        <p:grpSpPr>
          <a:xfrm>
            <a:off x="5485189" y="3866198"/>
            <a:ext cx="2544947" cy="1877838"/>
            <a:chOff x="5485189" y="3866198"/>
            <a:chExt cx="2544947" cy="1877838"/>
          </a:xfrm>
        </p:grpSpPr>
        <p:pic>
          <p:nvPicPr>
            <p:cNvPr id="654" name="Google Shape;654;p1" title="JNL686-146F.png"/>
            <p:cNvPicPr preferRelativeResize="0"/>
            <p:nvPr/>
          </p:nvPicPr>
          <p:blipFill rotWithShape="1">
            <a:blip r:embed="rId3">
              <a:alphaModFix/>
            </a:blip>
            <a:srcRect b="0" l="19" r="19" t="0"/>
            <a:stretch/>
          </p:blipFill>
          <p:spPr>
            <a:xfrm rot="540305">
              <a:off x="6695728" y="3950203"/>
              <a:ext cx="1208040" cy="1709828"/>
            </a:xfrm>
            <a:prstGeom prst="rect">
              <a:avLst/>
            </a:prstGeom>
            <a:noFill/>
            <a:ln>
              <a:noFill/>
            </a:ln>
            <a:effectLst>
              <a:outerShdw blurRad="71438" rotWithShape="0" algn="bl" dir="5220000" dist="38100">
                <a:srgbClr val="000000">
                  <a:alpha val="20000"/>
                </a:srgbClr>
              </a:outerShdw>
            </a:effectLst>
          </p:spPr>
        </p:pic>
        <p:pic>
          <p:nvPicPr>
            <p:cNvPr id="655" name="Google Shape;655;p1" title="JNL686-74F.png"/>
            <p:cNvPicPr preferRelativeResize="0"/>
            <p:nvPr/>
          </p:nvPicPr>
          <p:blipFill rotWithShape="1">
            <a:blip r:embed="rId4">
              <a:alphaModFix/>
            </a:blip>
            <a:srcRect b="0" l="19" r="19" t="0"/>
            <a:stretch/>
          </p:blipFill>
          <p:spPr>
            <a:xfrm rot="-278018">
              <a:off x="5552278" y="3960008"/>
              <a:ext cx="1208038" cy="1709827"/>
            </a:xfrm>
            <a:prstGeom prst="rect">
              <a:avLst/>
            </a:prstGeom>
            <a:noFill/>
            <a:ln>
              <a:noFill/>
            </a:ln>
            <a:effectLst>
              <a:outerShdw blurRad="71438" rotWithShape="0" algn="bl" dir="5220000" dist="38100">
                <a:srgbClr val="000000">
                  <a:alpha val="20000"/>
                </a:srgbClr>
              </a:outerShdw>
            </a:effectLst>
          </p:spPr>
        </p:pic>
      </p:grpSp>
      <p:graphicFrame>
        <p:nvGraphicFramePr>
          <p:cNvPr id="656" name="Google Shape;656;p1"/>
          <p:cNvGraphicFramePr/>
          <p:nvPr/>
        </p:nvGraphicFramePr>
        <p:xfrm>
          <a:off x="4844200" y="1646527"/>
          <a:ext cx="3000000" cy="3000000"/>
        </p:xfrm>
        <a:graphic>
          <a:graphicData uri="http://schemas.openxmlformats.org/drawingml/2006/table">
            <a:tbl>
              <a:tblPr bandRow="1" firstRow="1">
                <a:noFill/>
                <a:tableStyleId>{FE81FF7D-B21A-48B9-A2D2-B972A38A1FF6}</a:tableStyleId>
              </a:tblPr>
              <a:tblGrid>
                <a:gridCol w="508550"/>
                <a:gridCol w="508550"/>
                <a:gridCol w="604975"/>
                <a:gridCol w="508575"/>
                <a:gridCol w="556725"/>
                <a:gridCol w="596975"/>
                <a:gridCol w="500525"/>
              </a:tblGrid>
              <a:tr h="508050">
                <a:tc>
                  <a:txBody>
                    <a:bodyPr/>
                    <a:lstStyle/>
                    <a:p>
                      <a:pPr indent="0" lvl="0" marL="0" marR="0" rtl="0" algn="ctr">
                        <a:lnSpc>
                          <a:spcPct val="100000"/>
                        </a:lnSpc>
                        <a:spcBef>
                          <a:spcPts val="0"/>
                        </a:spcBef>
                        <a:spcAft>
                          <a:spcPts val="0"/>
                        </a:spcAft>
                        <a:buClr>
                          <a:srgbClr val="000000"/>
                        </a:buClr>
                        <a:buSzPts val="1800"/>
                        <a:buFont typeface="Arial"/>
                        <a:buNone/>
                      </a:pPr>
                      <a:r>
                        <a:rPr lang="en-US" sz="1600" u="none" cap="none" strike="noStrike">
                          <a:latin typeface="Jost"/>
                          <a:ea typeface="Jost"/>
                          <a:cs typeface="Jost"/>
                          <a:sym typeface="Jost"/>
                        </a:rPr>
                        <a:t>/</a:t>
                      </a:r>
                      <a:r>
                        <a:rPr lang="en-US" sz="1350" u="none" cap="none" strike="noStrike">
                          <a:latin typeface="Poppins"/>
                          <a:ea typeface="Poppins"/>
                          <a:cs typeface="Poppins"/>
                          <a:sym typeface="Poppins"/>
                        </a:rPr>
                        <a:t>a</a:t>
                      </a:r>
                      <a:r>
                        <a:rPr lang="en-US" sz="1600" u="none" cap="none" strike="noStrike">
                          <a:latin typeface="Jost"/>
                          <a:ea typeface="Jost"/>
                          <a:cs typeface="Jost"/>
                          <a:sym typeface="Jost"/>
                        </a:rPr>
                        <a:t>i/</a:t>
                      </a:r>
                      <a:endParaRPr sz="1600" u="none" cap="none" strike="noStrike">
                        <a:latin typeface="Jost"/>
                        <a:ea typeface="Jost"/>
                        <a:cs typeface="Jost"/>
                        <a:sym typeface="Jost"/>
                      </a:endParaRPr>
                    </a:p>
                  </a:txBody>
                  <a:tcPr marT="0" marB="0" marR="0" marL="0" anchor="ctr">
                    <a:lnL cap="flat" cmpd="sng" w="9525">
                      <a:solidFill>
                        <a:srgbClr val="D8D8D8"/>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0CEC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lang="en-US" sz="1600" u="none" cap="none" strike="noStrike">
                          <a:latin typeface="Jost"/>
                          <a:ea typeface="Jost"/>
                          <a:cs typeface="Jost"/>
                          <a:sym typeface="Jost"/>
                        </a:rPr>
                        <a:t xml:space="preserve">/ee/ </a:t>
                      </a:r>
                      <a:endParaRPr sz="1600" u="none" cap="none" strike="noStrike">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0CEC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lang="en-US" sz="1600" u="none" cap="none" strike="noStrike">
                          <a:latin typeface="Jost"/>
                          <a:ea typeface="Jost"/>
                          <a:cs typeface="Jost"/>
                          <a:sym typeface="Jost"/>
                        </a:rPr>
                        <a:t>/igh/</a:t>
                      </a:r>
                      <a:endParaRPr sz="1600" u="none" cap="none" strike="noStrike">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0CEC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lang="en-US" sz="1600" u="none" cap="none" strike="noStrike">
                          <a:latin typeface="Jost"/>
                          <a:ea typeface="Jost"/>
                          <a:cs typeface="Jost"/>
                          <a:sym typeface="Jost"/>
                        </a:rPr>
                        <a:t>/o</a:t>
                      </a:r>
                      <a:r>
                        <a:rPr lang="en-US" sz="1350" u="none" cap="none" strike="noStrike">
                          <a:latin typeface="Poppins"/>
                          <a:ea typeface="Poppins"/>
                          <a:cs typeface="Poppins"/>
                          <a:sym typeface="Poppins"/>
                        </a:rPr>
                        <a:t>a</a:t>
                      </a:r>
                      <a:r>
                        <a:rPr lang="en-US" sz="1600" u="none" cap="none" strike="noStrike">
                          <a:latin typeface="Jost"/>
                          <a:ea typeface="Jost"/>
                          <a:cs typeface="Jost"/>
                          <a:sym typeface="Jost"/>
                        </a:rPr>
                        <a:t xml:space="preserve">/ </a:t>
                      </a:r>
                      <a:endParaRPr sz="1600" u="none" cap="none" strike="noStrike">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0CEC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500"/>
                        <a:buFont typeface="Arial"/>
                        <a:buNone/>
                      </a:pPr>
                      <a:r>
                        <a:rPr lang="en-US" sz="1600" u="none" cap="none" strike="noStrike">
                          <a:latin typeface="Jost"/>
                          <a:ea typeface="Jost"/>
                          <a:cs typeface="Jost"/>
                          <a:sym typeface="Jost"/>
                        </a:rPr>
                        <a:t xml:space="preserve">/oo/ </a:t>
                      </a:r>
                      <a:endParaRPr sz="1600" u="none" cap="none" strike="noStrike">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0CEC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600"/>
                        <a:buFont typeface="Arial"/>
                        <a:buNone/>
                      </a:pPr>
                      <a:r>
                        <a:rPr lang="en-US" sz="1600" u="none" cap="none" strike="noStrike">
                          <a:latin typeface="Jost"/>
                          <a:ea typeface="Jost"/>
                          <a:cs typeface="Jost"/>
                          <a:sym typeface="Jost"/>
                        </a:rPr>
                        <a:t xml:space="preserve">/y-oo/ </a:t>
                      </a:r>
                      <a:endParaRPr sz="1600" u="none" cap="none" strike="noStrike">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0CEC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600"/>
                        <a:buFont typeface="Arial"/>
                        <a:buNone/>
                      </a:pPr>
                      <a:r>
                        <a:rPr lang="en-US" sz="1600" u="none" cap="none" strike="noStrike">
                          <a:latin typeface="Jost"/>
                          <a:ea typeface="Jost"/>
                          <a:cs typeface="Jost"/>
                          <a:sym typeface="Jost"/>
                        </a:rPr>
                        <a:t>/r/</a:t>
                      </a:r>
                      <a:endParaRPr sz="1600" u="none" cap="none" strike="noStrike">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0CECE"/>
                      </a:solidFill>
                      <a:prstDash val="solid"/>
                      <a:round/>
                      <a:headEnd len="sm" w="sm" type="none"/>
                      <a:tailEnd len="sm" w="sm" type="none"/>
                    </a:lnB>
                  </a:tcPr>
                </a:tc>
              </a:tr>
              <a:tr h="508050">
                <a:tc>
                  <a:txBody>
                    <a:bodyPr/>
                    <a:lstStyle/>
                    <a:p>
                      <a:pPr indent="0" lvl="0" marL="0" marR="0" rtl="0" algn="ctr">
                        <a:lnSpc>
                          <a:spcPct val="100000"/>
                        </a:lnSpc>
                        <a:spcBef>
                          <a:spcPts val="0"/>
                        </a:spcBef>
                        <a:spcAft>
                          <a:spcPts val="0"/>
                        </a:spcAft>
                        <a:buClr>
                          <a:srgbClr val="000000"/>
                        </a:buClr>
                        <a:buSzPts val="1800"/>
                        <a:buFont typeface="Arial"/>
                        <a:buNone/>
                      </a:pPr>
                      <a:r>
                        <a:rPr lang="en-US" sz="1600" u="none" cap="none" strike="noStrike">
                          <a:latin typeface="Jost"/>
                          <a:ea typeface="Jost"/>
                          <a:cs typeface="Jost"/>
                          <a:sym typeface="Jost"/>
                        </a:rPr>
                        <a:t>/n/</a:t>
                      </a:r>
                      <a:endParaRPr sz="1600" u="none" cap="none" strike="noStrike">
                        <a:latin typeface="Jost"/>
                        <a:ea typeface="Jost"/>
                        <a:cs typeface="Jost"/>
                        <a:sym typeface="Jost"/>
                      </a:endParaRPr>
                    </a:p>
                  </a:txBody>
                  <a:tcPr marT="0" marB="0" marR="0" marL="0" anchor="ctr">
                    <a:lnL cap="flat" cmpd="sng" w="9525">
                      <a:solidFill>
                        <a:srgbClr val="D8D8D8"/>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0CECE"/>
                      </a:solidFill>
                      <a:prstDash val="solid"/>
                      <a:round/>
                      <a:headEnd len="sm" w="sm" type="none"/>
                      <a:tailEnd len="sm" w="sm" type="none"/>
                    </a:lnT>
                    <a:lnB cap="flat" cmpd="sng" w="9525">
                      <a:solidFill>
                        <a:srgbClr val="D0CEC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lang="en-US" sz="1600" u="none" cap="none" strike="noStrike">
                          <a:latin typeface="Jost"/>
                          <a:ea typeface="Jost"/>
                          <a:cs typeface="Jost"/>
                          <a:sym typeface="Jost"/>
                        </a:rPr>
                        <a:t>/m/</a:t>
                      </a:r>
                      <a:endParaRPr sz="1600" u="none" cap="none" strike="noStrike">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0CECE"/>
                      </a:solidFill>
                      <a:prstDash val="solid"/>
                      <a:round/>
                      <a:headEnd len="sm" w="sm" type="none"/>
                      <a:tailEnd len="sm" w="sm" type="none"/>
                    </a:lnT>
                    <a:lnB cap="flat" cmpd="sng" w="9525">
                      <a:solidFill>
                        <a:srgbClr val="D0CEC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lang="en-US" sz="1600" u="none" cap="none" strike="noStrike">
                          <a:latin typeface="Jost"/>
                          <a:ea typeface="Jost"/>
                          <a:cs typeface="Jost"/>
                          <a:sym typeface="Jost"/>
                        </a:rPr>
                        <a:t>/ch/</a:t>
                      </a:r>
                      <a:endParaRPr sz="1600" u="none" cap="none" strike="noStrike">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0CECE"/>
                      </a:solidFill>
                      <a:prstDash val="solid"/>
                      <a:round/>
                      <a:headEnd len="sm" w="sm" type="none"/>
                      <a:tailEnd len="sm" w="sm" type="none"/>
                    </a:lnT>
                    <a:lnB cap="flat" cmpd="sng" w="9525">
                      <a:solidFill>
                        <a:srgbClr val="D0CEC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lang="en-US" sz="1600" u="none" cap="none" strike="noStrike">
                          <a:latin typeface="Jost"/>
                          <a:ea typeface="Jost"/>
                          <a:cs typeface="Jost"/>
                          <a:sym typeface="Jost"/>
                        </a:rPr>
                        <a:t>/k/</a:t>
                      </a:r>
                      <a:endParaRPr sz="1600" u="none" cap="none" strike="noStrike">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0CECE"/>
                      </a:solidFill>
                      <a:prstDash val="solid"/>
                      <a:round/>
                      <a:headEnd len="sm" w="sm" type="none"/>
                      <a:tailEnd len="sm" w="sm" type="none"/>
                    </a:lnT>
                    <a:lnB cap="flat" cmpd="sng" w="9525">
                      <a:solidFill>
                        <a:srgbClr val="D0CEC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lang="en-US" sz="1600" u="none" cap="none" strike="noStrike">
                          <a:latin typeface="Jost"/>
                          <a:ea typeface="Jost"/>
                          <a:cs typeface="Jost"/>
                          <a:sym typeface="Jost"/>
                        </a:rPr>
                        <a:t>/sh/</a:t>
                      </a:r>
                      <a:endParaRPr sz="1600" u="none" cap="none" strike="noStrike">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0CECE"/>
                      </a:solidFill>
                      <a:prstDash val="solid"/>
                      <a:round/>
                      <a:headEnd len="sm" w="sm" type="none"/>
                      <a:tailEnd len="sm" w="sm" type="none"/>
                    </a:lnT>
                    <a:lnB cap="flat" cmpd="sng" w="9525">
                      <a:solidFill>
                        <a:srgbClr val="D0CEC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600"/>
                        <a:buFont typeface="Arial"/>
                        <a:buNone/>
                      </a:pPr>
                      <a:r>
                        <a:rPr lang="en-US" sz="1600" u="none" cap="none" strike="noStrike">
                          <a:latin typeface="Jost"/>
                          <a:ea typeface="Jost"/>
                          <a:cs typeface="Jost"/>
                          <a:sym typeface="Jost"/>
                        </a:rPr>
                        <a:t>/j/</a:t>
                      </a:r>
                      <a:endParaRPr sz="1600" u="none" cap="none" strike="noStrike">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0CECE"/>
                      </a:solidFill>
                      <a:prstDash val="solid"/>
                      <a:round/>
                      <a:headEnd len="sm" w="sm" type="none"/>
                      <a:tailEnd len="sm" w="sm" type="none"/>
                    </a:lnT>
                    <a:lnB cap="flat" cmpd="sng" w="9525">
                      <a:solidFill>
                        <a:srgbClr val="D0CEC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600"/>
                        <a:buFont typeface="Arial"/>
                        <a:buNone/>
                      </a:pPr>
                      <a:r>
                        <a:rPr lang="en-US" sz="1600" u="none" cap="none" strike="noStrike">
                          <a:latin typeface="Jost"/>
                          <a:ea typeface="Jost"/>
                          <a:cs typeface="Jost"/>
                          <a:sym typeface="Jost"/>
                        </a:rPr>
                        <a:t>/v/</a:t>
                      </a:r>
                      <a:endParaRPr sz="1600" u="none" cap="none" strike="noStrike">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0CECE"/>
                      </a:solidFill>
                      <a:prstDash val="solid"/>
                      <a:round/>
                      <a:headEnd len="sm" w="sm" type="none"/>
                      <a:tailEnd len="sm" w="sm" type="none"/>
                    </a:lnT>
                    <a:lnB cap="flat" cmpd="sng" w="9525">
                      <a:solidFill>
                        <a:srgbClr val="D0CECE"/>
                      </a:solidFill>
                      <a:prstDash val="solid"/>
                      <a:round/>
                      <a:headEnd len="sm" w="sm" type="none"/>
                      <a:tailEnd len="sm" w="sm" type="none"/>
                    </a:lnB>
                  </a:tcPr>
                </a:tc>
              </a:tr>
              <a:tr h="508050">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latin typeface="Jost"/>
                          <a:ea typeface="Jost"/>
                          <a:cs typeface="Jost"/>
                          <a:sym typeface="Jost"/>
                        </a:rPr>
                        <a:t xml:space="preserve">/u/ </a:t>
                      </a:r>
                      <a:endParaRPr sz="1800" u="none" cap="none" strike="noStrike">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0CECE"/>
                      </a:solidFill>
                      <a:prstDash val="solid"/>
                      <a:round/>
                      <a:headEnd len="sm" w="sm" type="none"/>
                      <a:tailEnd len="sm" w="sm" type="none"/>
                    </a:lnT>
                    <a:lnB cap="flat" cmpd="sng" w="9525">
                      <a:solidFill>
                        <a:srgbClr val="D0CEC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lang="en-US" sz="1600" u="none" cap="none" strike="noStrike">
                          <a:latin typeface="Jost"/>
                          <a:ea typeface="Jost"/>
                          <a:cs typeface="Jost"/>
                          <a:sym typeface="Jost"/>
                        </a:rPr>
                        <a:t>/e/</a:t>
                      </a:r>
                      <a:endParaRPr sz="1600" u="none" cap="none" strike="noStrike">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0CECE"/>
                      </a:solidFill>
                      <a:prstDash val="solid"/>
                      <a:round/>
                      <a:headEnd len="sm" w="sm" type="none"/>
                      <a:tailEnd len="sm" w="sm" type="none"/>
                    </a:lnT>
                    <a:lnB cap="flat" cmpd="sng" w="9525">
                      <a:solidFill>
                        <a:srgbClr val="D0CEC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lang="en-US" sz="1600" u="none" cap="none" strike="noStrike">
                          <a:latin typeface="Jost"/>
                          <a:ea typeface="Jost"/>
                          <a:cs typeface="Jost"/>
                          <a:sym typeface="Jost"/>
                        </a:rPr>
                        <a:t xml:space="preserve">/i/ </a:t>
                      </a:r>
                      <a:endParaRPr sz="1600" u="none" cap="none" strike="noStrike">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0CECE"/>
                      </a:solidFill>
                      <a:prstDash val="solid"/>
                      <a:round/>
                      <a:headEnd len="sm" w="sm" type="none"/>
                      <a:tailEnd len="sm" w="sm" type="none"/>
                    </a:lnT>
                    <a:lnB cap="flat" cmpd="sng" w="9525">
                      <a:solidFill>
                        <a:srgbClr val="D0CEC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lang="en-US" sz="1600" u="none" cap="none" strike="noStrike">
                          <a:latin typeface="Jost"/>
                          <a:ea typeface="Jost"/>
                          <a:cs typeface="Jost"/>
                          <a:sym typeface="Jost"/>
                        </a:rPr>
                        <a:t>/s/</a:t>
                      </a:r>
                      <a:endParaRPr sz="1600" u="none" cap="none" strike="noStrike">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0CECE"/>
                      </a:solidFill>
                      <a:prstDash val="solid"/>
                      <a:round/>
                      <a:headEnd len="sm" w="sm" type="none"/>
                      <a:tailEnd len="sm" w="sm" type="none"/>
                    </a:lnT>
                    <a:lnB cap="flat" cmpd="sng" w="9525">
                      <a:solidFill>
                        <a:srgbClr val="D0CEC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lang="en-US" sz="1600" u="none" cap="none" strike="noStrike">
                          <a:latin typeface="Jost"/>
                          <a:ea typeface="Jost"/>
                          <a:cs typeface="Jost"/>
                          <a:sym typeface="Jost"/>
                        </a:rPr>
                        <a:t>/zh/</a:t>
                      </a:r>
                      <a:endParaRPr sz="1600" u="none" cap="none" strike="noStrike">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0CECE"/>
                      </a:solidFill>
                      <a:prstDash val="solid"/>
                      <a:round/>
                      <a:headEnd len="sm" w="sm" type="none"/>
                      <a:tailEnd len="sm" w="sm" type="none"/>
                    </a:lnT>
                    <a:lnB cap="flat" cmpd="sng" w="9525">
                      <a:solidFill>
                        <a:srgbClr val="D0CEC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600"/>
                        <a:buFont typeface="Arial"/>
                        <a:buNone/>
                      </a:pPr>
                      <a:r>
                        <a:rPr lang="en-US" sz="1600" u="none" cap="none" strike="noStrike">
                          <a:latin typeface="Jost"/>
                          <a:ea typeface="Jost"/>
                          <a:cs typeface="Jost"/>
                          <a:sym typeface="Jost"/>
                        </a:rPr>
                        <a:t>/z/</a:t>
                      </a:r>
                      <a:endParaRPr sz="1600" u="none" cap="none" strike="noStrike">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0CECE"/>
                      </a:solidFill>
                      <a:prstDash val="solid"/>
                      <a:round/>
                      <a:headEnd len="sm" w="sm" type="none"/>
                      <a:tailEnd len="sm" w="sm" type="none"/>
                    </a:lnT>
                    <a:lnB cap="flat" cmpd="sng" w="9525">
                      <a:solidFill>
                        <a:srgbClr val="D0CECE"/>
                      </a:solidFill>
                      <a:prstDash val="solid"/>
                      <a:round/>
                      <a:headEnd len="sm" w="sm" type="none"/>
                      <a:tailEnd len="sm" w="sm" type="none"/>
                    </a:lnB>
                  </a:tcPr>
                </a:tc>
                <a:tc>
                  <a:txBody>
                    <a:bodyPr/>
                    <a:lstStyle/>
                    <a:p>
                      <a:pPr indent="0" lvl="0" marL="0" rtl="0" algn="ctr">
                        <a:spcBef>
                          <a:spcPts val="0"/>
                        </a:spcBef>
                        <a:spcAft>
                          <a:spcPts val="0"/>
                        </a:spcAft>
                        <a:buClr>
                          <a:srgbClr val="000000"/>
                        </a:buClr>
                        <a:buSzPts val="1600"/>
                        <a:buFont typeface="Arial"/>
                        <a:buNone/>
                      </a:pPr>
                      <a:r>
                        <a:rPr lang="en-US" sz="1600">
                          <a:latin typeface="Jost"/>
                          <a:ea typeface="Jost"/>
                          <a:cs typeface="Jost"/>
                          <a:sym typeface="Jost"/>
                        </a:rPr>
                        <a:t>/</a:t>
                      </a:r>
                      <a:r>
                        <a:rPr lang="en-US" sz="1350">
                          <a:latin typeface="Poppins"/>
                          <a:ea typeface="Poppins"/>
                          <a:cs typeface="Poppins"/>
                          <a:sym typeface="Poppins"/>
                        </a:rPr>
                        <a:t>a</a:t>
                      </a:r>
                      <a:r>
                        <a:rPr lang="en-US" sz="1600">
                          <a:latin typeface="Jost"/>
                          <a:ea typeface="Jost"/>
                          <a:cs typeface="Jost"/>
                          <a:sym typeface="Jost"/>
                        </a:rPr>
                        <a:t>r/</a:t>
                      </a:r>
                      <a:endParaRPr sz="1600">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0CECE"/>
                      </a:solidFill>
                      <a:prstDash val="solid"/>
                      <a:round/>
                      <a:headEnd len="sm" w="sm" type="none"/>
                      <a:tailEnd len="sm" w="sm" type="none"/>
                    </a:lnT>
                    <a:lnB cap="flat" cmpd="sng" w="9525">
                      <a:solidFill>
                        <a:srgbClr val="D0CECE"/>
                      </a:solidFill>
                      <a:prstDash val="solid"/>
                      <a:round/>
                      <a:headEnd len="sm" w="sm" type="none"/>
                      <a:tailEnd len="sm" w="sm" type="none"/>
                    </a:lnB>
                  </a:tcPr>
                </a:tc>
              </a:tr>
              <a:tr h="508050">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latin typeface="Jost"/>
                          <a:ea typeface="Jost"/>
                          <a:cs typeface="Jost"/>
                          <a:sym typeface="Jost"/>
                        </a:rPr>
                        <a:t>/or/</a:t>
                      </a:r>
                      <a:endParaRPr sz="1800" u="none" cap="none" strike="noStrike">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0CECE"/>
                      </a:solidFill>
                      <a:prstDash val="solid"/>
                      <a:round/>
                      <a:headEnd len="sm" w="sm" type="none"/>
                      <a:tailEnd len="sm" w="sm" type="none"/>
                    </a:lnT>
                    <a:lnB cap="flat" cmpd="sng" w="9525">
                      <a:solidFill>
                        <a:srgbClr val="D0CECE"/>
                      </a:solidFill>
                      <a:prstDash val="solid"/>
                      <a:round/>
                      <a:headEnd len="sm" w="sm" type="none"/>
                      <a:tailEnd len="sm" w="sm" type="none"/>
                    </a:lnB>
                  </a:tcPr>
                </a:tc>
                <a:tc>
                  <a:txBody>
                    <a:bodyPr/>
                    <a:lstStyle/>
                    <a:p>
                      <a:pPr indent="0" lvl="0" marL="0" rtl="0" algn="ctr">
                        <a:spcBef>
                          <a:spcPts val="0"/>
                        </a:spcBef>
                        <a:spcAft>
                          <a:spcPts val="0"/>
                        </a:spcAft>
                        <a:buClr>
                          <a:srgbClr val="000000"/>
                        </a:buClr>
                        <a:buSzPts val="1600"/>
                        <a:buFont typeface="Arial"/>
                        <a:buNone/>
                      </a:pPr>
                      <a:r>
                        <a:rPr lang="en-US" sz="1600">
                          <a:latin typeface="Jost"/>
                          <a:ea typeface="Jost"/>
                          <a:cs typeface="Jost"/>
                          <a:sym typeface="Jost"/>
                        </a:rPr>
                        <a:t>/ur/</a:t>
                      </a:r>
                      <a:endParaRPr sz="1600">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0CECE"/>
                      </a:solidFill>
                      <a:prstDash val="solid"/>
                      <a:round/>
                      <a:headEnd len="sm" w="sm" type="none"/>
                      <a:tailEnd len="sm" w="sm" type="none"/>
                    </a:lnT>
                    <a:lnB cap="flat" cmpd="sng" w="9525">
                      <a:solidFill>
                        <a:srgbClr val="D0CECE"/>
                      </a:solidFill>
                      <a:prstDash val="solid"/>
                      <a:round/>
                      <a:headEnd len="sm" w="sm" type="none"/>
                      <a:tailEnd len="sm" w="sm" type="none"/>
                    </a:lnB>
                  </a:tcPr>
                </a:tc>
                <a:tc>
                  <a:txBody>
                    <a:bodyPr/>
                    <a:lstStyle/>
                    <a:p>
                      <a:pPr indent="0" lvl="0" marL="0" rtl="0" algn="ctr">
                        <a:spcBef>
                          <a:spcPts val="0"/>
                        </a:spcBef>
                        <a:spcAft>
                          <a:spcPts val="0"/>
                        </a:spcAft>
                        <a:buClr>
                          <a:srgbClr val="000000"/>
                        </a:buClr>
                        <a:buSzPts val="1600"/>
                        <a:buFont typeface="Arial"/>
                        <a:buNone/>
                      </a:pPr>
                      <a:r>
                        <a:rPr lang="en-US" sz="1600">
                          <a:latin typeface="Jost"/>
                          <a:ea typeface="Jost"/>
                          <a:cs typeface="Jost"/>
                          <a:sym typeface="Jost"/>
                        </a:rPr>
                        <a:t>/</a:t>
                      </a:r>
                      <a:r>
                        <a:rPr lang="en-US" sz="1350">
                          <a:latin typeface="Poppins"/>
                          <a:ea typeface="Poppins"/>
                          <a:cs typeface="Poppins"/>
                          <a:sym typeface="Poppins"/>
                        </a:rPr>
                        <a:t>a</a:t>
                      </a:r>
                      <a:r>
                        <a:rPr lang="en-US" sz="1600">
                          <a:latin typeface="Jost"/>
                          <a:ea typeface="Jost"/>
                          <a:cs typeface="Jost"/>
                          <a:sym typeface="Jost"/>
                        </a:rPr>
                        <a:t>ir/</a:t>
                      </a:r>
                      <a:endParaRPr sz="1600">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0CECE"/>
                      </a:solidFill>
                      <a:prstDash val="solid"/>
                      <a:round/>
                      <a:headEnd len="sm" w="sm" type="none"/>
                      <a:tailEnd len="sm" w="sm" type="none"/>
                    </a:lnT>
                    <a:lnB cap="flat" cmpd="sng" w="9525">
                      <a:solidFill>
                        <a:srgbClr val="D0CEC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600"/>
                        <a:buFont typeface="Arial"/>
                        <a:buNone/>
                      </a:pPr>
                      <a:r>
                        <a:rPr lang="en-US" sz="1600">
                          <a:solidFill>
                            <a:srgbClr val="FFFFFF"/>
                          </a:solidFill>
                          <a:latin typeface="Jost"/>
                          <a:ea typeface="Jost"/>
                          <a:cs typeface="Jost"/>
                          <a:sym typeface="Jost"/>
                        </a:rPr>
                        <a:t>/e</a:t>
                      </a:r>
                      <a:r>
                        <a:rPr lang="en-US" sz="1350">
                          <a:solidFill>
                            <a:srgbClr val="FFFFFF"/>
                          </a:solidFill>
                          <a:latin typeface="Poppins"/>
                          <a:ea typeface="Poppins"/>
                          <a:cs typeface="Poppins"/>
                          <a:sym typeface="Poppins"/>
                        </a:rPr>
                        <a:t>a</a:t>
                      </a:r>
                      <a:r>
                        <a:rPr lang="en-US" sz="1600">
                          <a:solidFill>
                            <a:srgbClr val="FFFFFF"/>
                          </a:solidFill>
                          <a:latin typeface="Jost"/>
                          <a:ea typeface="Jost"/>
                          <a:cs typeface="Jost"/>
                          <a:sym typeface="Jost"/>
                        </a:rPr>
                        <a:t>r/</a:t>
                      </a:r>
                      <a:endParaRPr sz="1600" u="none" cap="none" strike="noStrike">
                        <a:solidFill>
                          <a:srgbClr val="FFFFFF"/>
                        </a:solidFill>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0CECE"/>
                      </a:solidFill>
                      <a:prstDash val="solid"/>
                      <a:round/>
                      <a:headEnd len="sm" w="sm" type="none"/>
                      <a:tailEnd len="sm" w="sm" type="none"/>
                    </a:lnT>
                    <a:lnB cap="flat" cmpd="sng" w="9525">
                      <a:solidFill>
                        <a:srgbClr val="D0CECE"/>
                      </a:solidFill>
                      <a:prstDash val="solid"/>
                      <a:round/>
                      <a:headEnd len="sm" w="sm" type="none"/>
                      <a:tailEnd len="sm" w="sm" type="none"/>
                    </a:lnB>
                    <a:solidFill>
                      <a:srgbClr val="000000"/>
                    </a:solidFill>
                  </a:tcPr>
                </a:tc>
                <a:tc>
                  <a:txBody>
                    <a:bodyPr/>
                    <a:lstStyle/>
                    <a:p>
                      <a:pPr indent="0" lvl="0" marL="0" marR="0" rtl="0" algn="ctr">
                        <a:lnSpc>
                          <a:spcPct val="100000"/>
                        </a:lnSpc>
                        <a:spcBef>
                          <a:spcPts val="0"/>
                        </a:spcBef>
                        <a:spcAft>
                          <a:spcPts val="0"/>
                        </a:spcAft>
                        <a:buClr>
                          <a:srgbClr val="000000"/>
                        </a:buClr>
                        <a:buSzPts val="1600"/>
                        <a:buFont typeface="Arial"/>
                        <a:buNone/>
                      </a:pPr>
                      <a:r>
                        <a:t/>
                      </a:r>
                      <a:endParaRPr sz="1600" u="none" cap="none" strike="noStrike">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0CECE"/>
                      </a:solidFill>
                      <a:prstDash val="solid"/>
                      <a:round/>
                      <a:headEnd len="sm" w="sm" type="none"/>
                      <a:tailEnd len="sm" w="sm" type="none"/>
                    </a:lnT>
                    <a:lnB cap="flat" cmpd="sng" w="9525">
                      <a:solidFill>
                        <a:srgbClr val="D0CEC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600"/>
                        <a:buFont typeface="Arial"/>
                        <a:buNone/>
                      </a:pPr>
                      <a:r>
                        <a:t/>
                      </a:r>
                      <a:endParaRPr sz="1600" u="none" cap="none" strike="noStrike">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0CECE"/>
                      </a:solidFill>
                      <a:prstDash val="solid"/>
                      <a:round/>
                      <a:headEnd len="sm" w="sm" type="none"/>
                      <a:tailEnd len="sm" w="sm" type="none"/>
                    </a:lnT>
                    <a:lnB cap="flat" cmpd="sng" w="9525">
                      <a:solidFill>
                        <a:srgbClr val="D0CEC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600"/>
                        <a:buFont typeface="Arial"/>
                        <a:buNone/>
                      </a:pPr>
                      <a:r>
                        <a:t/>
                      </a:r>
                      <a:endParaRPr sz="1600" u="none" cap="none" strike="noStrike">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0CECE"/>
                      </a:solidFill>
                      <a:prstDash val="solid"/>
                      <a:round/>
                      <a:headEnd len="sm" w="sm" type="none"/>
                      <a:tailEnd len="sm" w="sm" type="none"/>
                    </a:lnT>
                    <a:lnB cap="flat" cmpd="sng" w="9525">
                      <a:solidFill>
                        <a:srgbClr val="D0CECE"/>
                      </a:solidFill>
                      <a:prstDash val="solid"/>
                      <a:round/>
                      <a:headEnd len="sm" w="sm" type="none"/>
                      <a:tailEnd len="sm" w="sm" type="none"/>
                    </a:lnB>
                  </a:tcPr>
                </a:tc>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1" name="Shape 661"/>
        <p:cNvGrpSpPr/>
        <p:nvPr/>
      </p:nvGrpSpPr>
      <p:grpSpPr>
        <a:xfrm>
          <a:off x="0" y="0"/>
          <a:ext cx="0" cy="0"/>
          <a:chOff x="0" y="0"/>
          <a:chExt cx="0" cy="0"/>
        </a:xfrm>
      </p:grpSpPr>
      <p:sp>
        <p:nvSpPr>
          <p:cNvPr id="662" name="Google Shape;662;g2bee4f4af4b_0_204"/>
          <p:cNvSpPr txBox="1"/>
          <p:nvPr>
            <p:ph idx="1" type="body"/>
          </p:nvPr>
        </p:nvSpPr>
        <p:spPr>
          <a:xfrm>
            <a:off x="3298550" y="1032250"/>
            <a:ext cx="4850100" cy="711900"/>
          </a:xfrm>
          <a:prstGeom prst="rect">
            <a:avLst/>
          </a:prstGeom>
          <a:noFill/>
          <a:ln>
            <a:noFill/>
          </a:ln>
        </p:spPr>
        <p:txBody>
          <a:bodyPr anchorCtr="0" anchor="ctr" bIns="0" lIns="0" spcFirstLastPara="1" rIns="0" wrap="square" tIns="0">
            <a:noAutofit/>
          </a:bodyPr>
          <a:lstStyle/>
          <a:p>
            <a:pPr indent="-330200" lvl="0" marL="457200" rtl="0" algn="l">
              <a:lnSpc>
                <a:spcPct val="100000"/>
              </a:lnSpc>
              <a:spcBef>
                <a:spcPts val="0"/>
              </a:spcBef>
              <a:spcAft>
                <a:spcPts val="0"/>
              </a:spcAft>
              <a:buSzPts val="1600"/>
              <a:buChar char="•"/>
            </a:pPr>
            <a:r>
              <a:rPr lang="en-US"/>
              <a:t xml:space="preserve">Learn and </a:t>
            </a:r>
            <a:r>
              <a:rPr lang="en-US"/>
              <a:t>practise</a:t>
            </a:r>
            <a:r>
              <a:rPr lang="en-US"/>
              <a:t xml:space="preserve"> </a:t>
            </a:r>
            <a:r>
              <a:rPr lang="en-US">
                <a:solidFill>
                  <a:srgbClr val="8DC63F"/>
                </a:solidFill>
              </a:rPr>
              <a:t>/ear/</a:t>
            </a:r>
            <a:r>
              <a:rPr lang="en-US"/>
              <a:t xml:space="preserve"> sound family spelling patterns.</a:t>
            </a:r>
            <a:endParaRPr/>
          </a:p>
        </p:txBody>
      </p:sp>
      <p:sp>
        <p:nvSpPr>
          <p:cNvPr id="663" name="Google Shape;663;g2bee4f4af4b_0_204"/>
          <p:cNvSpPr txBox="1"/>
          <p:nvPr>
            <p:ph idx="2" type="body"/>
          </p:nvPr>
        </p:nvSpPr>
        <p:spPr>
          <a:xfrm>
            <a:off x="3298550" y="2159660"/>
            <a:ext cx="4850100" cy="620700"/>
          </a:xfrm>
          <a:prstGeom prst="rect">
            <a:avLst/>
          </a:prstGeom>
          <a:noFill/>
          <a:ln>
            <a:noFill/>
          </a:ln>
        </p:spPr>
        <p:txBody>
          <a:bodyPr anchorCtr="0" anchor="ctr" bIns="0" lIns="0" spcFirstLastPara="1" rIns="0" wrap="square" tIns="0">
            <a:noAutofit/>
          </a:bodyPr>
          <a:lstStyle/>
          <a:p>
            <a:pPr indent="-330200" lvl="0" marL="457200" rtl="0" algn="l">
              <a:lnSpc>
                <a:spcPct val="100000"/>
              </a:lnSpc>
              <a:spcBef>
                <a:spcPts val="0"/>
              </a:spcBef>
              <a:spcAft>
                <a:spcPts val="0"/>
              </a:spcAft>
              <a:buSzPts val="1600"/>
              <a:buChar char="•"/>
            </a:pPr>
            <a:r>
              <a:rPr lang="en-US"/>
              <a:t>Recall all GPCs learned so far using flashcards.</a:t>
            </a:r>
            <a:endParaRPr/>
          </a:p>
        </p:txBody>
      </p:sp>
      <p:sp>
        <p:nvSpPr>
          <p:cNvPr id="664" name="Google Shape;664;g2bee4f4af4b_0_204"/>
          <p:cNvSpPr txBox="1"/>
          <p:nvPr/>
        </p:nvSpPr>
        <p:spPr>
          <a:xfrm>
            <a:off x="982251" y="5566003"/>
            <a:ext cx="813600" cy="246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lang="en-US" sz="1000">
                <a:solidFill>
                  <a:srgbClr val="AEABAB"/>
                </a:solidFill>
                <a:latin typeface="Poppins"/>
                <a:ea typeface="Poppins"/>
                <a:cs typeface="Poppins"/>
                <a:sym typeface="Poppins"/>
              </a:rPr>
              <a:t>JNL686</a:t>
            </a:r>
            <a:endParaRPr b="0" i="0" sz="1000" u="none" cap="none" strike="noStrike">
              <a:solidFill>
                <a:srgbClr val="000000"/>
              </a:solidFill>
              <a:latin typeface="Poppins"/>
              <a:ea typeface="Poppins"/>
              <a:cs typeface="Poppins"/>
              <a:sym typeface="Poppins"/>
            </a:endParaRPr>
          </a:p>
        </p:txBody>
      </p:sp>
      <p:sp>
        <p:nvSpPr>
          <p:cNvPr id="665" name="Google Shape;665;g2bee4f4af4b_0_204"/>
          <p:cNvSpPr txBox="1"/>
          <p:nvPr/>
        </p:nvSpPr>
        <p:spPr>
          <a:xfrm>
            <a:off x="774951" y="5256529"/>
            <a:ext cx="1228200" cy="369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Grapheme to Phoneme Cards</a:t>
            </a:r>
            <a:endParaRPr b="0" i="0" sz="1400" u="none" cap="none" strike="noStrike">
              <a:solidFill>
                <a:srgbClr val="000000"/>
              </a:solidFill>
              <a:latin typeface="Poppins Medium"/>
              <a:ea typeface="Poppins Medium"/>
              <a:cs typeface="Poppins Medium"/>
              <a:sym typeface="Poppins Medium"/>
            </a:endParaRPr>
          </a:p>
        </p:txBody>
      </p:sp>
      <p:pic>
        <p:nvPicPr>
          <p:cNvPr id="666" name="Google Shape;666;g2bee4f4af4b_0_204" title="JNL686-74F.png"/>
          <p:cNvPicPr preferRelativeResize="0"/>
          <p:nvPr/>
        </p:nvPicPr>
        <p:blipFill rotWithShape="1">
          <a:blip r:embed="rId3">
            <a:alphaModFix/>
          </a:blip>
          <a:srcRect b="0" l="19" r="19" t="0"/>
          <a:stretch/>
        </p:blipFill>
        <p:spPr>
          <a:xfrm>
            <a:off x="995626" y="4101860"/>
            <a:ext cx="786850" cy="1113688"/>
          </a:xfrm>
          <a:prstGeom prst="rect">
            <a:avLst/>
          </a:prstGeom>
          <a:noFill/>
          <a:ln>
            <a:noFill/>
          </a:ln>
          <a:effectLst>
            <a:outerShdw blurRad="71438" rotWithShape="0" algn="bl" dir="5220000" dist="19050">
              <a:srgbClr val="D8D8D8"/>
            </a:outerShdw>
          </a:effectLst>
        </p:spPr>
      </p:pic>
      <p:sp>
        <p:nvSpPr>
          <p:cNvPr id="667" name="Google Shape;667;g2bee4f4af4b_0_204"/>
          <p:cNvSpPr txBox="1"/>
          <p:nvPr/>
        </p:nvSpPr>
        <p:spPr>
          <a:xfrm>
            <a:off x="2262506" y="5566003"/>
            <a:ext cx="813600" cy="246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lang="en-US" sz="1000">
                <a:solidFill>
                  <a:srgbClr val="AEABAB"/>
                </a:solidFill>
                <a:latin typeface="Poppins"/>
                <a:ea typeface="Poppins"/>
                <a:cs typeface="Poppins"/>
                <a:sym typeface="Poppins"/>
              </a:rPr>
              <a:t>JNL689</a:t>
            </a:r>
            <a:endParaRPr b="0" i="0" sz="1000" u="none" cap="none" strike="noStrike">
              <a:solidFill>
                <a:srgbClr val="000000"/>
              </a:solidFill>
              <a:latin typeface="Poppins"/>
              <a:ea typeface="Poppins"/>
              <a:cs typeface="Poppins"/>
              <a:sym typeface="Poppins"/>
            </a:endParaRPr>
          </a:p>
        </p:txBody>
      </p:sp>
      <p:sp>
        <p:nvSpPr>
          <p:cNvPr id="668" name="Google Shape;668;g2bee4f4af4b_0_204"/>
          <p:cNvSpPr txBox="1"/>
          <p:nvPr/>
        </p:nvSpPr>
        <p:spPr>
          <a:xfrm>
            <a:off x="2055206" y="5256529"/>
            <a:ext cx="1228200" cy="369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Phoneme Frame Cards</a:t>
            </a:r>
            <a:endParaRPr b="0" i="0" sz="1400" u="none" cap="none" strike="noStrike">
              <a:solidFill>
                <a:srgbClr val="000000"/>
              </a:solidFill>
              <a:latin typeface="Poppins Medium"/>
              <a:ea typeface="Poppins Medium"/>
              <a:cs typeface="Poppins Medium"/>
              <a:sym typeface="Poppins Medium"/>
            </a:endParaRPr>
          </a:p>
        </p:txBody>
      </p:sp>
      <p:pic>
        <p:nvPicPr>
          <p:cNvPr id="669" name="Google Shape;669;g2bee4f4af4b_0_204" title="JNL689-161F.png"/>
          <p:cNvPicPr preferRelativeResize="0"/>
          <p:nvPr/>
        </p:nvPicPr>
        <p:blipFill rotWithShape="1">
          <a:blip r:embed="rId4">
            <a:alphaModFix/>
          </a:blip>
          <a:srcRect b="0" l="69" r="69" t="0"/>
          <a:stretch/>
        </p:blipFill>
        <p:spPr>
          <a:xfrm>
            <a:off x="2262506" y="4169988"/>
            <a:ext cx="813600" cy="977433"/>
          </a:xfrm>
          <a:prstGeom prst="rect">
            <a:avLst/>
          </a:prstGeom>
          <a:noFill/>
          <a:ln>
            <a:noFill/>
          </a:ln>
          <a:effectLst>
            <a:outerShdw blurRad="71438" rotWithShape="0" algn="bl" dir="5220000" dist="19050">
              <a:srgbClr val="D8D8D8"/>
            </a:outerShdw>
          </a:effectLst>
        </p:spPr>
      </p:pic>
      <p:sp>
        <p:nvSpPr>
          <p:cNvPr id="670" name="Google Shape;670;g2bee4f4af4b_0_204"/>
          <p:cNvSpPr txBox="1"/>
          <p:nvPr/>
        </p:nvSpPr>
        <p:spPr>
          <a:xfrm>
            <a:off x="3450061" y="5566003"/>
            <a:ext cx="813600" cy="246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lang="en-US" sz="1000">
                <a:solidFill>
                  <a:srgbClr val="AEABAB"/>
                </a:solidFill>
                <a:latin typeface="Poppins"/>
                <a:ea typeface="Poppins"/>
                <a:cs typeface="Poppins"/>
                <a:sym typeface="Poppins"/>
              </a:rPr>
              <a:t>JNL692</a:t>
            </a:r>
            <a:endParaRPr b="0" i="0" sz="1000" u="none" cap="none" strike="noStrike">
              <a:solidFill>
                <a:srgbClr val="000000"/>
              </a:solidFill>
              <a:latin typeface="Poppins"/>
              <a:ea typeface="Poppins"/>
              <a:cs typeface="Poppins"/>
              <a:sym typeface="Poppins"/>
            </a:endParaRPr>
          </a:p>
        </p:txBody>
      </p:sp>
      <p:sp>
        <p:nvSpPr>
          <p:cNvPr id="671" name="Google Shape;671;g2bee4f4af4b_0_204"/>
          <p:cNvSpPr txBox="1"/>
          <p:nvPr/>
        </p:nvSpPr>
        <p:spPr>
          <a:xfrm>
            <a:off x="3335461" y="5256529"/>
            <a:ext cx="1042800" cy="369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900"/>
              <a:buFont typeface="Arial"/>
              <a:buNone/>
            </a:pPr>
            <a:r>
              <a:rPr b="0" i="0" lang="en-US" sz="900" u="none" cap="none" strike="noStrike">
                <a:solidFill>
                  <a:srgbClr val="757070"/>
                </a:solidFill>
                <a:latin typeface="Poppins Medium"/>
                <a:ea typeface="Poppins Medium"/>
                <a:cs typeface="Poppins Medium"/>
                <a:sym typeface="Poppins Medium"/>
              </a:rPr>
              <a:t>Alien Word Cards</a:t>
            </a:r>
            <a:endParaRPr b="0" i="0" sz="1400" u="none" cap="none" strike="noStrike">
              <a:solidFill>
                <a:srgbClr val="000000"/>
              </a:solidFill>
              <a:latin typeface="Poppins Medium"/>
              <a:ea typeface="Poppins Medium"/>
              <a:cs typeface="Poppins Medium"/>
              <a:sym typeface="Poppins Medium"/>
            </a:endParaRPr>
          </a:p>
        </p:txBody>
      </p:sp>
      <p:pic>
        <p:nvPicPr>
          <p:cNvPr id="672" name="Google Shape;672;g2bee4f4af4b_0_204" title="JNL692-160F.png"/>
          <p:cNvPicPr preferRelativeResize="0"/>
          <p:nvPr/>
        </p:nvPicPr>
        <p:blipFill rotWithShape="1">
          <a:blip r:embed="rId5">
            <a:alphaModFix/>
          </a:blip>
          <a:srcRect b="0" l="0" r="0" t="0"/>
          <a:stretch/>
        </p:blipFill>
        <p:spPr>
          <a:xfrm>
            <a:off x="3549599" y="4232253"/>
            <a:ext cx="614525" cy="852902"/>
          </a:xfrm>
          <a:prstGeom prst="rect">
            <a:avLst/>
          </a:prstGeom>
          <a:noFill/>
          <a:ln>
            <a:noFill/>
          </a:ln>
          <a:effectLst>
            <a:outerShdw blurRad="71438" rotWithShape="0" algn="bl" dir="5220000" dist="19050">
              <a:srgbClr val="D8D8D8"/>
            </a:outerShdw>
          </a:effectLst>
        </p:spPr>
      </p:pic>
      <p:sp>
        <p:nvSpPr>
          <p:cNvPr id="673" name="Google Shape;673;g2bee4f4af4b_0_204">
            <a:hlinkClick action="ppaction://hlinksldjump" r:id="rId6"/>
          </p:cNvPr>
          <p:cNvSpPr/>
          <p:nvPr/>
        </p:nvSpPr>
        <p:spPr>
          <a:xfrm>
            <a:off x="898575" y="4127750"/>
            <a:ext cx="996300" cy="18084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674" name="Google Shape;674;g2bee4f4af4b_0_204">
            <a:hlinkClick action="ppaction://hlinksldjump" r:id="rId7"/>
          </p:cNvPr>
          <p:cNvSpPr/>
          <p:nvPr/>
        </p:nvSpPr>
        <p:spPr>
          <a:xfrm>
            <a:off x="2055200" y="4127750"/>
            <a:ext cx="1228200" cy="18084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675" name="Google Shape;675;g2bee4f4af4b_0_204">
            <a:hlinkClick action="ppaction://hlinksldjump" r:id="rId8"/>
          </p:cNvPr>
          <p:cNvSpPr/>
          <p:nvPr/>
        </p:nvSpPr>
        <p:spPr>
          <a:xfrm>
            <a:off x="3335463" y="4127750"/>
            <a:ext cx="1042800" cy="18084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0" name="Shape 680"/>
        <p:cNvGrpSpPr/>
        <p:nvPr/>
      </p:nvGrpSpPr>
      <p:grpSpPr>
        <a:xfrm>
          <a:off x="0" y="0"/>
          <a:ext cx="0" cy="0"/>
          <a:chOff x="0" y="0"/>
          <a:chExt cx="0" cy="0"/>
        </a:xfrm>
      </p:grpSpPr>
      <p:sp>
        <p:nvSpPr>
          <p:cNvPr id="681" name="Google Shape;681;g341b55efd58_0_1"/>
          <p:cNvSpPr txBox="1"/>
          <p:nvPr>
            <p:ph type="title"/>
          </p:nvPr>
        </p:nvSpPr>
        <p:spPr>
          <a:xfrm>
            <a:off x="995275" y="582900"/>
            <a:ext cx="7153500" cy="12432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SzPts val="2400"/>
              <a:buNone/>
            </a:pPr>
            <a:r>
              <a:rPr lang="en-US"/>
              <a:t>Recall all GPCs learned so far using flashcards.</a:t>
            </a:r>
            <a:endParaRPr/>
          </a:p>
        </p:txBody>
      </p:sp>
      <p:grpSp>
        <p:nvGrpSpPr>
          <p:cNvPr id="682" name="Google Shape;682;g341b55efd58_0_1"/>
          <p:cNvGrpSpPr/>
          <p:nvPr/>
        </p:nvGrpSpPr>
        <p:grpSpPr>
          <a:xfrm>
            <a:off x="930400" y="2053244"/>
            <a:ext cx="7283200" cy="3724851"/>
            <a:chOff x="930400" y="2129444"/>
            <a:chExt cx="7283200" cy="3724851"/>
          </a:xfrm>
        </p:grpSpPr>
        <p:pic>
          <p:nvPicPr>
            <p:cNvPr id="683" name="Google Shape;683;g341b55efd58_0_1"/>
            <p:cNvPicPr preferRelativeResize="0"/>
            <p:nvPr/>
          </p:nvPicPr>
          <p:blipFill rotWithShape="1">
            <a:blip r:embed="rId3">
              <a:alphaModFix/>
            </a:blip>
            <a:srcRect b="0" l="79" r="79" t="0"/>
            <a:stretch/>
          </p:blipFill>
          <p:spPr>
            <a:xfrm>
              <a:off x="930400" y="2129444"/>
              <a:ext cx="822525" cy="1164251"/>
            </a:xfrm>
            <a:prstGeom prst="rect">
              <a:avLst/>
            </a:prstGeom>
            <a:noFill/>
            <a:ln>
              <a:noFill/>
            </a:ln>
            <a:effectLst>
              <a:outerShdw blurRad="71438" rotWithShape="0" algn="bl" dir="5400000" dist="28575">
                <a:srgbClr val="000000">
                  <a:alpha val="15290"/>
                </a:srgbClr>
              </a:outerShdw>
            </a:effectLst>
          </p:spPr>
        </p:pic>
        <p:pic>
          <p:nvPicPr>
            <p:cNvPr id="684" name="Google Shape;684;g341b55efd58_0_1"/>
            <p:cNvPicPr preferRelativeResize="0"/>
            <p:nvPr/>
          </p:nvPicPr>
          <p:blipFill rotWithShape="1">
            <a:blip r:embed="rId4">
              <a:alphaModFix/>
            </a:blip>
            <a:srcRect b="0" l="19" r="29" t="0"/>
            <a:stretch/>
          </p:blipFill>
          <p:spPr>
            <a:xfrm>
              <a:off x="3699261" y="2129444"/>
              <a:ext cx="822525" cy="1164251"/>
            </a:xfrm>
            <a:prstGeom prst="rect">
              <a:avLst/>
            </a:prstGeom>
            <a:noFill/>
            <a:ln>
              <a:noFill/>
            </a:ln>
            <a:effectLst>
              <a:outerShdw blurRad="71438" rotWithShape="0" algn="bl" dir="5400000" dist="28575">
                <a:srgbClr val="000000">
                  <a:alpha val="15290"/>
                </a:srgbClr>
              </a:outerShdw>
            </a:effectLst>
          </p:spPr>
        </p:pic>
        <p:pic>
          <p:nvPicPr>
            <p:cNvPr id="685" name="Google Shape;685;g341b55efd58_0_1"/>
            <p:cNvPicPr preferRelativeResize="0"/>
            <p:nvPr/>
          </p:nvPicPr>
          <p:blipFill rotWithShape="1">
            <a:blip r:embed="rId5">
              <a:alphaModFix/>
            </a:blip>
            <a:srcRect b="0" l="19" r="29" t="0"/>
            <a:stretch/>
          </p:blipFill>
          <p:spPr>
            <a:xfrm>
              <a:off x="1853354" y="2129444"/>
              <a:ext cx="822525" cy="1164251"/>
            </a:xfrm>
            <a:prstGeom prst="rect">
              <a:avLst/>
            </a:prstGeom>
            <a:noFill/>
            <a:ln>
              <a:noFill/>
            </a:ln>
            <a:effectLst>
              <a:outerShdw blurRad="71438" rotWithShape="0" algn="bl" dir="5400000" dist="28575">
                <a:srgbClr val="000000">
                  <a:alpha val="15290"/>
                </a:srgbClr>
              </a:outerShdw>
            </a:effectLst>
          </p:spPr>
        </p:pic>
        <p:pic>
          <p:nvPicPr>
            <p:cNvPr id="686" name="Google Shape;686;g341b55efd58_0_1"/>
            <p:cNvPicPr preferRelativeResize="0"/>
            <p:nvPr/>
          </p:nvPicPr>
          <p:blipFill rotWithShape="1">
            <a:blip r:embed="rId6">
              <a:alphaModFix/>
            </a:blip>
            <a:srcRect b="0" l="19" r="29" t="0"/>
            <a:stretch/>
          </p:blipFill>
          <p:spPr>
            <a:xfrm>
              <a:off x="2776307" y="2129444"/>
              <a:ext cx="822525" cy="1164251"/>
            </a:xfrm>
            <a:prstGeom prst="rect">
              <a:avLst/>
            </a:prstGeom>
            <a:noFill/>
            <a:ln>
              <a:noFill/>
            </a:ln>
            <a:effectLst>
              <a:outerShdw blurRad="71438" rotWithShape="0" algn="bl" dir="5400000" dist="28575">
                <a:srgbClr val="000000">
                  <a:alpha val="15290"/>
                </a:srgbClr>
              </a:outerShdw>
            </a:effectLst>
          </p:spPr>
        </p:pic>
        <p:pic>
          <p:nvPicPr>
            <p:cNvPr id="687" name="Google Shape;687;g341b55efd58_0_1"/>
            <p:cNvPicPr preferRelativeResize="0"/>
            <p:nvPr/>
          </p:nvPicPr>
          <p:blipFill rotWithShape="1">
            <a:blip r:embed="rId7">
              <a:alphaModFix/>
            </a:blip>
            <a:srcRect b="0" l="79" r="79" t="0"/>
            <a:stretch/>
          </p:blipFill>
          <p:spPr>
            <a:xfrm>
              <a:off x="4622214" y="2129444"/>
              <a:ext cx="822525" cy="1164251"/>
            </a:xfrm>
            <a:prstGeom prst="rect">
              <a:avLst/>
            </a:prstGeom>
            <a:noFill/>
            <a:ln>
              <a:noFill/>
            </a:ln>
            <a:effectLst>
              <a:outerShdw blurRad="71438" rotWithShape="0" algn="bl" dir="5400000" dist="28575">
                <a:srgbClr val="000000">
                  <a:alpha val="15290"/>
                </a:srgbClr>
              </a:outerShdw>
            </a:effectLst>
          </p:spPr>
        </p:pic>
        <p:pic>
          <p:nvPicPr>
            <p:cNvPr id="688" name="Google Shape;688;g341b55efd58_0_1"/>
            <p:cNvPicPr preferRelativeResize="0"/>
            <p:nvPr/>
          </p:nvPicPr>
          <p:blipFill rotWithShape="1">
            <a:blip r:embed="rId8">
              <a:alphaModFix/>
            </a:blip>
            <a:srcRect b="0" l="79" r="79" t="0"/>
            <a:stretch/>
          </p:blipFill>
          <p:spPr>
            <a:xfrm>
              <a:off x="7391075" y="2129444"/>
              <a:ext cx="822525" cy="1164251"/>
            </a:xfrm>
            <a:prstGeom prst="rect">
              <a:avLst/>
            </a:prstGeom>
            <a:noFill/>
            <a:ln>
              <a:noFill/>
            </a:ln>
            <a:effectLst>
              <a:outerShdw blurRad="71438" rotWithShape="0" algn="bl" dir="5400000" dist="28575">
                <a:srgbClr val="000000">
                  <a:alpha val="15290"/>
                </a:srgbClr>
              </a:outerShdw>
            </a:effectLst>
          </p:spPr>
        </p:pic>
        <p:pic>
          <p:nvPicPr>
            <p:cNvPr id="689" name="Google Shape;689;g341b55efd58_0_1"/>
            <p:cNvPicPr preferRelativeResize="0"/>
            <p:nvPr/>
          </p:nvPicPr>
          <p:blipFill rotWithShape="1">
            <a:blip r:embed="rId9">
              <a:alphaModFix/>
            </a:blip>
            <a:srcRect b="0" l="79" r="79" t="0"/>
            <a:stretch/>
          </p:blipFill>
          <p:spPr>
            <a:xfrm>
              <a:off x="5545168" y="2129444"/>
              <a:ext cx="822525" cy="1164251"/>
            </a:xfrm>
            <a:prstGeom prst="rect">
              <a:avLst/>
            </a:prstGeom>
            <a:noFill/>
            <a:ln>
              <a:noFill/>
            </a:ln>
            <a:effectLst>
              <a:outerShdw blurRad="71438" rotWithShape="0" algn="bl" dir="5400000" dist="28575">
                <a:srgbClr val="000000">
                  <a:alpha val="15290"/>
                </a:srgbClr>
              </a:outerShdw>
            </a:effectLst>
          </p:spPr>
        </p:pic>
        <p:pic>
          <p:nvPicPr>
            <p:cNvPr id="690" name="Google Shape;690;g341b55efd58_0_1"/>
            <p:cNvPicPr preferRelativeResize="0"/>
            <p:nvPr/>
          </p:nvPicPr>
          <p:blipFill rotWithShape="1">
            <a:blip r:embed="rId10">
              <a:alphaModFix/>
            </a:blip>
            <a:srcRect b="0" l="19" r="29" t="0"/>
            <a:stretch/>
          </p:blipFill>
          <p:spPr>
            <a:xfrm>
              <a:off x="6468121" y="2129444"/>
              <a:ext cx="822525" cy="1164251"/>
            </a:xfrm>
            <a:prstGeom prst="rect">
              <a:avLst/>
            </a:prstGeom>
            <a:noFill/>
            <a:ln>
              <a:noFill/>
            </a:ln>
            <a:effectLst>
              <a:outerShdw blurRad="71438" rotWithShape="0" algn="bl" dir="5400000" dist="28575">
                <a:srgbClr val="000000">
                  <a:alpha val="15290"/>
                </a:srgbClr>
              </a:outerShdw>
            </a:effectLst>
          </p:spPr>
        </p:pic>
        <p:pic>
          <p:nvPicPr>
            <p:cNvPr id="691" name="Google Shape;691;g341b55efd58_0_1"/>
            <p:cNvPicPr preferRelativeResize="0"/>
            <p:nvPr/>
          </p:nvPicPr>
          <p:blipFill rotWithShape="1">
            <a:blip r:embed="rId11">
              <a:alphaModFix/>
            </a:blip>
            <a:srcRect b="0" l="79" r="79" t="0"/>
            <a:stretch/>
          </p:blipFill>
          <p:spPr>
            <a:xfrm>
              <a:off x="930400" y="3409744"/>
              <a:ext cx="822525" cy="1164251"/>
            </a:xfrm>
            <a:prstGeom prst="rect">
              <a:avLst/>
            </a:prstGeom>
            <a:noFill/>
            <a:ln>
              <a:noFill/>
            </a:ln>
            <a:effectLst>
              <a:outerShdw blurRad="71438" rotWithShape="0" algn="bl" dir="5400000" dist="28575">
                <a:srgbClr val="000000">
                  <a:alpha val="15290"/>
                </a:srgbClr>
              </a:outerShdw>
            </a:effectLst>
          </p:spPr>
        </p:pic>
        <p:pic>
          <p:nvPicPr>
            <p:cNvPr id="692" name="Google Shape;692;g341b55efd58_0_1"/>
            <p:cNvPicPr preferRelativeResize="0"/>
            <p:nvPr/>
          </p:nvPicPr>
          <p:blipFill rotWithShape="1">
            <a:blip r:embed="rId12">
              <a:alphaModFix/>
            </a:blip>
            <a:srcRect b="0" l="19" r="29" t="0"/>
            <a:stretch/>
          </p:blipFill>
          <p:spPr>
            <a:xfrm>
              <a:off x="3699261" y="3409744"/>
              <a:ext cx="822525" cy="1164251"/>
            </a:xfrm>
            <a:prstGeom prst="rect">
              <a:avLst/>
            </a:prstGeom>
            <a:noFill/>
            <a:ln>
              <a:noFill/>
            </a:ln>
            <a:effectLst>
              <a:outerShdw blurRad="71438" rotWithShape="0" algn="bl" dir="5400000" dist="28575">
                <a:srgbClr val="000000">
                  <a:alpha val="15290"/>
                </a:srgbClr>
              </a:outerShdw>
            </a:effectLst>
          </p:spPr>
        </p:pic>
        <p:pic>
          <p:nvPicPr>
            <p:cNvPr id="693" name="Google Shape;693;g341b55efd58_0_1"/>
            <p:cNvPicPr preferRelativeResize="0"/>
            <p:nvPr/>
          </p:nvPicPr>
          <p:blipFill rotWithShape="1">
            <a:blip r:embed="rId13">
              <a:alphaModFix/>
            </a:blip>
            <a:srcRect b="0" l="19" r="29" t="0"/>
            <a:stretch/>
          </p:blipFill>
          <p:spPr>
            <a:xfrm>
              <a:off x="1853354" y="3409744"/>
              <a:ext cx="822525" cy="1164251"/>
            </a:xfrm>
            <a:prstGeom prst="rect">
              <a:avLst/>
            </a:prstGeom>
            <a:noFill/>
            <a:ln>
              <a:noFill/>
            </a:ln>
            <a:effectLst>
              <a:outerShdw blurRad="71438" rotWithShape="0" algn="bl" dir="5400000" dist="28575">
                <a:srgbClr val="000000">
                  <a:alpha val="15290"/>
                </a:srgbClr>
              </a:outerShdw>
            </a:effectLst>
          </p:spPr>
        </p:pic>
        <p:pic>
          <p:nvPicPr>
            <p:cNvPr id="694" name="Google Shape;694;g341b55efd58_0_1"/>
            <p:cNvPicPr preferRelativeResize="0"/>
            <p:nvPr/>
          </p:nvPicPr>
          <p:blipFill rotWithShape="1">
            <a:blip r:embed="rId14">
              <a:alphaModFix/>
            </a:blip>
            <a:srcRect b="0" l="19" r="29" t="0"/>
            <a:stretch/>
          </p:blipFill>
          <p:spPr>
            <a:xfrm>
              <a:off x="2776307" y="3409744"/>
              <a:ext cx="822525" cy="1164251"/>
            </a:xfrm>
            <a:prstGeom prst="rect">
              <a:avLst/>
            </a:prstGeom>
            <a:noFill/>
            <a:ln>
              <a:noFill/>
            </a:ln>
            <a:effectLst>
              <a:outerShdw blurRad="71438" rotWithShape="0" algn="bl" dir="5400000" dist="28575">
                <a:srgbClr val="000000">
                  <a:alpha val="15290"/>
                </a:srgbClr>
              </a:outerShdw>
            </a:effectLst>
          </p:spPr>
        </p:pic>
        <p:pic>
          <p:nvPicPr>
            <p:cNvPr id="695" name="Google Shape;695;g341b55efd58_0_1"/>
            <p:cNvPicPr preferRelativeResize="0"/>
            <p:nvPr/>
          </p:nvPicPr>
          <p:blipFill rotWithShape="1">
            <a:blip r:embed="rId15">
              <a:alphaModFix/>
            </a:blip>
            <a:srcRect b="0" l="79" r="79" t="0"/>
            <a:stretch/>
          </p:blipFill>
          <p:spPr>
            <a:xfrm>
              <a:off x="4622214" y="3409744"/>
              <a:ext cx="822525" cy="1164251"/>
            </a:xfrm>
            <a:prstGeom prst="rect">
              <a:avLst/>
            </a:prstGeom>
            <a:noFill/>
            <a:ln>
              <a:noFill/>
            </a:ln>
            <a:effectLst>
              <a:outerShdw blurRad="71438" rotWithShape="0" algn="bl" dir="5400000" dist="28575">
                <a:srgbClr val="000000">
                  <a:alpha val="15290"/>
                </a:srgbClr>
              </a:outerShdw>
            </a:effectLst>
          </p:spPr>
        </p:pic>
        <p:pic>
          <p:nvPicPr>
            <p:cNvPr id="696" name="Google Shape;696;g341b55efd58_0_1"/>
            <p:cNvPicPr preferRelativeResize="0"/>
            <p:nvPr/>
          </p:nvPicPr>
          <p:blipFill rotWithShape="1">
            <a:blip r:embed="rId16">
              <a:alphaModFix/>
            </a:blip>
            <a:srcRect b="0" l="79" r="79" t="0"/>
            <a:stretch/>
          </p:blipFill>
          <p:spPr>
            <a:xfrm>
              <a:off x="7391075" y="3409744"/>
              <a:ext cx="822525" cy="1164251"/>
            </a:xfrm>
            <a:prstGeom prst="rect">
              <a:avLst/>
            </a:prstGeom>
            <a:noFill/>
            <a:ln>
              <a:noFill/>
            </a:ln>
            <a:effectLst>
              <a:outerShdw blurRad="71438" rotWithShape="0" algn="bl" dir="5400000" dist="28575">
                <a:srgbClr val="000000">
                  <a:alpha val="15290"/>
                </a:srgbClr>
              </a:outerShdw>
            </a:effectLst>
          </p:spPr>
        </p:pic>
        <p:pic>
          <p:nvPicPr>
            <p:cNvPr id="697" name="Google Shape;697;g341b55efd58_0_1"/>
            <p:cNvPicPr preferRelativeResize="0"/>
            <p:nvPr/>
          </p:nvPicPr>
          <p:blipFill rotWithShape="1">
            <a:blip r:embed="rId17">
              <a:alphaModFix/>
            </a:blip>
            <a:srcRect b="0" l="79" r="79" t="0"/>
            <a:stretch/>
          </p:blipFill>
          <p:spPr>
            <a:xfrm>
              <a:off x="5545168" y="3409744"/>
              <a:ext cx="822525" cy="1164251"/>
            </a:xfrm>
            <a:prstGeom prst="rect">
              <a:avLst/>
            </a:prstGeom>
            <a:noFill/>
            <a:ln>
              <a:noFill/>
            </a:ln>
            <a:effectLst>
              <a:outerShdw blurRad="71438" rotWithShape="0" algn="bl" dir="5400000" dist="28575">
                <a:srgbClr val="000000">
                  <a:alpha val="15290"/>
                </a:srgbClr>
              </a:outerShdw>
            </a:effectLst>
          </p:spPr>
        </p:pic>
        <p:pic>
          <p:nvPicPr>
            <p:cNvPr id="698" name="Google Shape;698;g341b55efd58_0_1"/>
            <p:cNvPicPr preferRelativeResize="0"/>
            <p:nvPr/>
          </p:nvPicPr>
          <p:blipFill rotWithShape="1">
            <a:blip r:embed="rId18">
              <a:alphaModFix/>
            </a:blip>
            <a:srcRect b="0" l="19" r="29" t="0"/>
            <a:stretch/>
          </p:blipFill>
          <p:spPr>
            <a:xfrm>
              <a:off x="6468121" y="3409744"/>
              <a:ext cx="822525" cy="1164251"/>
            </a:xfrm>
            <a:prstGeom prst="rect">
              <a:avLst/>
            </a:prstGeom>
            <a:noFill/>
            <a:ln>
              <a:noFill/>
            </a:ln>
            <a:effectLst>
              <a:outerShdw blurRad="71438" rotWithShape="0" algn="bl" dir="5400000" dist="28575">
                <a:srgbClr val="000000">
                  <a:alpha val="15290"/>
                </a:srgbClr>
              </a:outerShdw>
            </a:effectLst>
          </p:spPr>
        </p:pic>
        <p:pic>
          <p:nvPicPr>
            <p:cNvPr id="699" name="Google Shape;699;g341b55efd58_0_1"/>
            <p:cNvPicPr preferRelativeResize="0"/>
            <p:nvPr/>
          </p:nvPicPr>
          <p:blipFill rotWithShape="1">
            <a:blip r:embed="rId19">
              <a:alphaModFix/>
            </a:blip>
            <a:srcRect b="0" l="79" r="79" t="0"/>
            <a:stretch/>
          </p:blipFill>
          <p:spPr>
            <a:xfrm>
              <a:off x="930400" y="4690044"/>
              <a:ext cx="822525" cy="1164251"/>
            </a:xfrm>
            <a:prstGeom prst="rect">
              <a:avLst/>
            </a:prstGeom>
            <a:noFill/>
            <a:ln>
              <a:noFill/>
            </a:ln>
            <a:effectLst>
              <a:outerShdw blurRad="71438" rotWithShape="0" algn="bl" dir="5400000" dist="28575">
                <a:srgbClr val="000000">
                  <a:alpha val="15290"/>
                </a:srgbClr>
              </a:outerShdw>
            </a:effectLst>
          </p:spPr>
        </p:pic>
        <p:pic>
          <p:nvPicPr>
            <p:cNvPr id="700" name="Google Shape;700;g341b55efd58_0_1"/>
            <p:cNvPicPr preferRelativeResize="0"/>
            <p:nvPr/>
          </p:nvPicPr>
          <p:blipFill rotWithShape="1">
            <a:blip r:embed="rId20">
              <a:alphaModFix/>
            </a:blip>
            <a:srcRect b="0" l="19" r="29" t="0"/>
            <a:stretch/>
          </p:blipFill>
          <p:spPr>
            <a:xfrm>
              <a:off x="3699261" y="4690044"/>
              <a:ext cx="822525" cy="1164251"/>
            </a:xfrm>
            <a:prstGeom prst="rect">
              <a:avLst/>
            </a:prstGeom>
            <a:noFill/>
            <a:ln>
              <a:noFill/>
            </a:ln>
            <a:effectLst>
              <a:outerShdw blurRad="71438" rotWithShape="0" algn="bl" dir="5400000" dist="28575">
                <a:srgbClr val="000000">
                  <a:alpha val="15290"/>
                </a:srgbClr>
              </a:outerShdw>
            </a:effectLst>
          </p:spPr>
        </p:pic>
        <p:pic>
          <p:nvPicPr>
            <p:cNvPr id="701" name="Google Shape;701;g341b55efd58_0_1"/>
            <p:cNvPicPr preferRelativeResize="0"/>
            <p:nvPr/>
          </p:nvPicPr>
          <p:blipFill rotWithShape="1">
            <a:blip r:embed="rId21">
              <a:alphaModFix/>
            </a:blip>
            <a:srcRect b="0" l="19" r="29" t="0"/>
            <a:stretch/>
          </p:blipFill>
          <p:spPr>
            <a:xfrm>
              <a:off x="1853354" y="4690044"/>
              <a:ext cx="822525" cy="1164251"/>
            </a:xfrm>
            <a:prstGeom prst="rect">
              <a:avLst/>
            </a:prstGeom>
            <a:noFill/>
            <a:ln>
              <a:noFill/>
            </a:ln>
            <a:effectLst>
              <a:outerShdw blurRad="71438" rotWithShape="0" algn="bl" dir="5400000" dist="28575">
                <a:srgbClr val="000000">
                  <a:alpha val="15290"/>
                </a:srgbClr>
              </a:outerShdw>
            </a:effectLst>
          </p:spPr>
        </p:pic>
        <p:pic>
          <p:nvPicPr>
            <p:cNvPr id="702" name="Google Shape;702;g341b55efd58_0_1"/>
            <p:cNvPicPr preferRelativeResize="0"/>
            <p:nvPr/>
          </p:nvPicPr>
          <p:blipFill rotWithShape="1">
            <a:blip r:embed="rId22">
              <a:alphaModFix/>
            </a:blip>
            <a:srcRect b="0" l="19" r="29" t="0"/>
            <a:stretch/>
          </p:blipFill>
          <p:spPr>
            <a:xfrm>
              <a:off x="2776307" y="4690044"/>
              <a:ext cx="822525" cy="1164251"/>
            </a:xfrm>
            <a:prstGeom prst="rect">
              <a:avLst/>
            </a:prstGeom>
            <a:noFill/>
            <a:ln>
              <a:noFill/>
            </a:ln>
            <a:effectLst>
              <a:outerShdw blurRad="71438" rotWithShape="0" algn="bl" dir="5400000" dist="28575">
                <a:srgbClr val="000000">
                  <a:alpha val="15290"/>
                </a:srgbClr>
              </a:outerShdw>
            </a:effectLst>
          </p:spPr>
        </p:pic>
        <p:pic>
          <p:nvPicPr>
            <p:cNvPr id="703" name="Google Shape;703;g341b55efd58_0_1"/>
            <p:cNvPicPr preferRelativeResize="0"/>
            <p:nvPr/>
          </p:nvPicPr>
          <p:blipFill rotWithShape="1">
            <a:blip r:embed="rId23">
              <a:alphaModFix/>
            </a:blip>
            <a:srcRect b="0" l="79" r="79" t="0"/>
            <a:stretch/>
          </p:blipFill>
          <p:spPr>
            <a:xfrm>
              <a:off x="4622214" y="4690044"/>
              <a:ext cx="822525" cy="1164251"/>
            </a:xfrm>
            <a:prstGeom prst="rect">
              <a:avLst/>
            </a:prstGeom>
            <a:noFill/>
            <a:ln>
              <a:noFill/>
            </a:ln>
            <a:effectLst>
              <a:outerShdw blurRad="71438" rotWithShape="0" algn="bl" dir="5400000" dist="28575">
                <a:srgbClr val="000000">
                  <a:alpha val="15290"/>
                </a:srgbClr>
              </a:outerShdw>
            </a:effectLst>
          </p:spPr>
        </p:pic>
        <p:pic>
          <p:nvPicPr>
            <p:cNvPr id="704" name="Google Shape;704;g341b55efd58_0_1"/>
            <p:cNvPicPr preferRelativeResize="0"/>
            <p:nvPr/>
          </p:nvPicPr>
          <p:blipFill rotWithShape="1">
            <a:blip r:embed="rId24">
              <a:alphaModFix/>
            </a:blip>
            <a:srcRect b="0" l="79" r="79" t="0"/>
            <a:stretch/>
          </p:blipFill>
          <p:spPr>
            <a:xfrm>
              <a:off x="5545168" y="4690044"/>
              <a:ext cx="822525" cy="1164251"/>
            </a:xfrm>
            <a:prstGeom prst="rect">
              <a:avLst/>
            </a:prstGeom>
            <a:noFill/>
            <a:ln>
              <a:noFill/>
            </a:ln>
            <a:effectLst>
              <a:outerShdw blurRad="71438" rotWithShape="0" algn="bl" dir="5400000" dist="28575">
                <a:srgbClr val="000000">
                  <a:alpha val="15290"/>
                </a:srgbClr>
              </a:outerShdw>
            </a:effectLst>
          </p:spPr>
        </p:pic>
        <p:pic>
          <p:nvPicPr>
            <p:cNvPr id="705" name="Google Shape;705;g341b55efd58_0_1"/>
            <p:cNvPicPr preferRelativeResize="0"/>
            <p:nvPr/>
          </p:nvPicPr>
          <p:blipFill rotWithShape="1">
            <a:blip r:embed="rId25">
              <a:alphaModFix/>
            </a:blip>
            <a:srcRect b="0" l="19" r="29" t="0"/>
            <a:stretch/>
          </p:blipFill>
          <p:spPr>
            <a:xfrm>
              <a:off x="6468121" y="4690044"/>
              <a:ext cx="822525" cy="1164251"/>
            </a:xfrm>
            <a:prstGeom prst="rect">
              <a:avLst/>
            </a:prstGeom>
            <a:noFill/>
            <a:ln>
              <a:noFill/>
            </a:ln>
            <a:effectLst>
              <a:outerShdw blurRad="71438" rotWithShape="0" algn="bl" dir="5400000" dist="28575">
                <a:srgbClr val="000000">
                  <a:alpha val="15290"/>
                </a:srgbClr>
              </a:outerShdw>
            </a:effectLst>
          </p:spPr>
        </p:pic>
      </p:gr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0" name="Shape 710"/>
        <p:cNvGrpSpPr/>
        <p:nvPr/>
      </p:nvGrpSpPr>
      <p:grpSpPr>
        <a:xfrm>
          <a:off x="0" y="0"/>
          <a:ext cx="0" cy="0"/>
          <a:chOff x="0" y="0"/>
          <a:chExt cx="0" cy="0"/>
        </a:xfrm>
      </p:grpSpPr>
      <p:sp>
        <p:nvSpPr>
          <p:cNvPr id="711" name="Google Shape;711;g341b55efd58_0_30"/>
          <p:cNvSpPr txBox="1"/>
          <p:nvPr>
            <p:ph type="title"/>
          </p:nvPr>
        </p:nvSpPr>
        <p:spPr>
          <a:xfrm>
            <a:off x="995275" y="582900"/>
            <a:ext cx="7153500" cy="12432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SzPts val="2400"/>
              <a:buNone/>
            </a:pPr>
            <a:r>
              <a:rPr lang="en-US">
                <a:solidFill>
                  <a:schemeClr val="dk1"/>
                </a:solidFill>
              </a:rPr>
              <a:t>Recall all GPCs learned so far using flashcards.</a:t>
            </a:r>
            <a:endParaRPr/>
          </a:p>
        </p:txBody>
      </p:sp>
      <p:grpSp>
        <p:nvGrpSpPr>
          <p:cNvPr id="712" name="Google Shape;712;g341b55efd58_0_30"/>
          <p:cNvGrpSpPr/>
          <p:nvPr/>
        </p:nvGrpSpPr>
        <p:grpSpPr>
          <a:xfrm>
            <a:off x="930400" y="2053250"/>
            <a:ext cx="7283201" cy="2971674"/>
            <a:chOff x="930400" y="2129450"/>
            <a:chExt cx="7283201" cy="2971674"/>
          </a:xfrm>
        </p:grpSpPr>
        <p:pic>
          <p:nvPicPr>
            <p:cNvPr id="713" name="Google Shape;713;g341b55efd58_0_30"/>
            <p:cNvPicPr preferRelativeResize="0"/>
            <p:nvPr/>
          </p:nvPicPr>
          <p:blipFill rotWithShape="1">
            <a:blip r:embed="rId3">
              <a:alphaModFix/>
            </a:blip>
            <a:srcRect b="0" l="79" r="79" t="0"/>
            <a:stretch/>
          </p:blipFill>
          <p:spPr>
            <a:xfrm>
              <a:off x="6821063" y="4172288"/>
              <a:ext cx="656212" cy="928835"/>
            </a:xfrm>
            <a:prstGeom prst="rect">
              <a:avLst/>
            </a:prstGeom>
            <a:noFill/>
            <a:ln>
              <a:noFill/>
            </a:ln>
            <a:effectLst>
              <a:outerShdw blurRad="71438" rotWithShape="0" algn="bl" dir="5400000" dist="28575">
                <a:srgbClr val="000000">
                  <a:alpha val="15290"/>
                </a:srgbClr>
              </a:outerShdw>
            </a:effectLst>
          </p:spPr>
        </p:pic>
        <p:pic>
          <p:nvPicPr>
            <p:cNvPr id="714" name="Google Shape;714;g341b55efd58_0_30"/>
            <p:cNvPicPr preferRelativeResize="0"/>
            <p:nvPr/>
          </p:nvPicPr>
          <p:blipFill rotWithShape="1">
            <a:blip r:embed="rId4">
              <a:alphaModFix/>
            </a:blip>
            <a:srcRect b="0" l="19" r="29" t="0"/>
            <a:stretch/>
          </p:blipFill>
          <p:spPr>
            <a:xfrm>
              <a:off x="6084733" y="4172288"/>
              <a:ext cx="656212" cy="928836"/>
            </a:xfrm>
            <a:prstGeom prst="rect">
              <a:avLst/>
            </a:prstGeom>
            <a:noFill/>
            <a:ln>
              <a:noFill/>
            </a:ln>
            <a:effectLst>
              <a:outerShdw blurRad="71438" rotWithShape="0" algn="bl" dir="5400000" dist="28575">
                <a:srgbClr val="000000">
                  <a:alpha val="15690"/>
                </a:srgbClr>
              </a:outerShdw>
            </a:effectLst>
          </p:spPr>
        </p:pic>
        <p:pic>
          <p:nvPicPr>
            <p:cNvPr id="715" name="Google Shape;715;g341b55efd58_0_30"/>
            <p:cNvPicPr preferRelativeResize="0"/>
            <p:nvPr/>
          </p:nvPicPr>
          <p:blipFill rotWithShape="1">
            <a:blip r:embed="rId5">
              <a:alphaModFix/>
            </a:blip>
            <a:srcRect b="0" l="79" r="79" t="0"/>
            <a:stretch/>
          </p:blipFill>
          <p:spPr>
            <a:xfrm>
              <a:off x="5348396" y="4172288"/>
              <a:ext cx="656212" cy="928835"/>
            </a:xfrm>
            <a:prstGeom prst="rect">
              <a:avLst/>
            </a:prstGeom>
            <a:noFill/>
            <a:ln>
              <a:noFill/>
            </a:ln>
            <a:effectLst>
              <a:outerShdw blurRad="71438" rotWithShape="0" algn="bl" dir="5400000" dist="28575">
                <a:srgbClr val="000000">
                  <a:alpha val="15690"/>
                </a:srgbClr>
              </a:outerShdw>
            </a:effectLst>
          </p:spPr>
        </p:pic>
        <p:pic>
          <p:nvPicPr>
            <p:cNvPr id="716" name="Google Shape;716;g341b55efd58_0_30"/>
            <p:cNvPicPr preferRelativeResize="0"/>
            <p:nvPr/>
          </p:nvPicPr>
          <p:blipFill rotWithShape="1">
            <a:blip r:embed="rId6">
              <a:alphaModFix/>
            </a:blip>
            <a:srcRect b="0" l="79" r="79" t="0"/>
            <a:stretch/>
          </p:blipFill>
          <p:spPr>
            <a:xfrm>
              <a:off x="4612067" y="4172288"/>
              <a:ext cx="656212" cy="928835"/>
            </a:xfrm>
            <a:prstGeom prst="rect">
              <a:avLst/>
            </a:prstGeom>
            <a:noFill/>
            <a:ln>
              <a:noFill/>
            </a:ln>
            <a:effectLst>
              <a:outerShdw blurRad="71438" rotWithShape="0" algn="bl" dir="5400000" dist="28575">
                <a:srgbClr val="000000">
                  <a:alpha val="15690"/>
                </a:srgbClr>
              </a:outerShdw>
            </a:effectLst>
          </p:spPr>
        </p:pic>
        <p:pic>
          <p:nvPicPr>
            <p:cNvPr id="717" name="Google Shape;717;g341b55efd58_0_30"/>
            <p:cNvPicPr preferRelativeResize="0"/>
            <p:nvPr/>
          </p:nvPicPr>
          <p:blipFill rotWithShape="1">
            <a:blip r:embed="rId7">
              <a:alphaModFix/>
            </a:blip>
            <a:srcRect b="0" l="19" r="29" t="0"/>
            <a:stretch/>
          </p:blipFill>
          <p:spPr>
            <a:xfrm>
              <a:off x="3875733" y="4172288"/>
              <a:ext cx="656212" cy="928836"/>
            </a:xfrm>
            <a:prstGeom prst="rect">
              <a:avLst/>
            </a:prstGeom>
            <a:noFill/>
            <a:ln>
              <a:noFill/>
            </a:ln>
            <a:effectLst>
              <a:outerShdw blurRad="71438" rotWithShape="0" algn="bl" dir="5400000" dist="28575">
                <a:srgbClr val="000000">
                  <a:alpha val="15690"/>
                </a:srgbClr>
              </a:outerShdw>
            </a:effectLst>
          </p:spPr>
        </p:pic>
        <p:pic>
          <p:nvPicPr>
            <p:cNvPr id="718" name="Google Shape;718;g341b55efd58_0_30"/>
            <p:cNvPicPr preferRelativeResize="0"/>
            <p:nvPr/>
          </p:nvPicPr>
          <p:blipFill rotWithShape="1">
            <a:blip r:embed="rId8">
              <a:alphaModFix/>
            </a:blip>
            <a:srcRect b="0" l="79" r="79" t="0"/>
            <a:stretch/>
          </p:blipFill>
          <p:spPr>
            <a:xfrm>
              <a:off x="3139400" y="4172288"/>
              <a:ext cx="656212" cy="928835"/>
            </a:xfrm>
            <a:prstGeom prst="rect">
              <a:avLst/>
            </a:prstGeom>
            <a:noFill/>
            <a:ln>
              <a:noFill/>
            </a:ln>
            <a:effectLst>
              <a:outerShdw blurRad="71438" rotWithShape="0" algn="bl" dir="5400000" dist="28575">
                <a:srgbClr val="000000">
                  <a:alpha val="15690"/>
                </a:srgbClr>
              </a:outerShdw>
            </a:effectLst>
          </p:spPr>
        </p:pic>
        <p:pic>
          <p:nvPicPr>
            <p:cNvPr id="719" name="Google Shape;719;g341b55efd58_0_30"/>
            <p:cNvPicPr preferRelativeResize="0"/>
            <p:nvPr/>
          </p:nvPicPr>
          <p:blipFill rotWithShape="1">
            <a:blip r:embed="rId9">
              <a:alphaModFix/>
            </a:blip>
            <a:srcRect b="0" l="79" r="79" t="0"/>
            <a:stretch/>
          </p:blipFill>
          <p:spPr>
            <a:xfrm>
              <a:off x="2403067" y="4172288"/>
              <a:ext cx="656212" cy="928835"/>
            </a:xfrm>
            <a:prstGeom prst="rect">
              <a:avLst/>
            </a:prstGeom>
            <a:noFill/>
            <a:ln>
              <a:noFill/>
            </a:ln>
            <a:effectLst>
              <a:outerShdw blurRad="71438" rotWithShape="0" algn="bl" dir="5400000" dist="28575">
                <a:srgbClr val="000000">
                  <a:alpha val="15690"/>
                </a:srgbClr>
              </a:outerShdw>
            </a:effectLst>
          </p:spPr>
        </p:pic>
        <p:pic>
          <p:nvPicPr>
            <p:cNvPr id="720" name="Google Shape;720;g341b55efd58_0_30"/>
            <p:cNvPicPr preferRelativeResize="0"/>
            <p:nvPr/>
          </p:nvPicPr>
          <p:blipFill rotWithShape="1">
            <a:blip r:embed="rId10">
              <a:alphaModFix/>
            </a:blip>
            <a:srcRect b="0" l="19" r="29" t="0"/>
            <a:stretch/>
          </p:blipFill>
          <p:spPr>
            <a:xfrm>
              <a:off x="1666733" y="4172288"/>
              <a:ext cx="656212" cy="928836"/>
            </a:xfrm>
            <a:prstGeom prst="rect">
              <a:avLst/>
            </a:prstGeom>
            <a:noFill/>
            <a:ln>
              <a:noFill/>
            </a:ln>
            <a:effectLst>
              <a:outerShdw blurRad="71438" rotWithShape="0" algn="bl" dir="5400000" dist="28575">
                <a:srgbClr val="000000">
                  <a:alpha val="15690"/>
                </a:srgbClr>
              </a:outerShdw>
            </a:effectLst>
          </p:spPr>
        </p:pic>
        <p:pic>
          <p:nvPicPr>
            <p:cNvPr id="721" name="Google Shape;721;g341b55efd58_0_30"/>
            <p:cNvPicPr preferRelativeResize="0"/>
            <p:nvPr/>
          </p:nvPicPr>
          <p:blipFill rotWithShape="1">
            <a:blip r:embed="rId11">
              <a:alphaModFix/>
            </a:blip>
            <a:srcRect b="0" l="79" r="79" t="0"/>
            <a:stretch/>
          </p:blipFill>
          <p:spPr>
            <a:xfrm>
              <a:off x="930400" y="4172288"/>
              <a:ext cx="656212" cy="928835"/>
            </a:xfrm>
            <a:prstGeom prst="rect">
              <a:avLst/>
            </a:prstGeom>
            <a:noFill/>
            <a:ln>
              <a:noFill/>
            </a:ln>
            <a:effectLst>
              <a:outerShdw blurRad="71438" rotWithShape="0" algn="bl" dir="5400000" dist="28575">
                <a:srgbClr val="000000">
                  <a:alpha val="15690"/>
                </a:srgbClr>
              </a:outerShdw>
            </a:effectLst>
          </p:spPr>
        </p:pic>
        <p:pic>
          <p:nvPicPr>
            <p:cNvPr id="722" name="Google Shape;722;g341b55efd58_0_30"/>
            <p:cNvPicPr preferRelativeResize="0"/>
            <p:nvPr/>
          </p:nvPicPr>
          <p:blipFill rotWithShape="1">
            <a:blip r:embed="rId12">
              <a:alphaModFix/>
            </a:blip>
            <a:srcRect b="0" l="19" r="29" t="0"/>
            <a:stretch/>
          </p:blipFill>
          <p:spPr>
            <a:xfrm>
              <a:off x="7557389" y="3150869"/>
              <a:ext cx="656212" cy="928836"/>
            </a:xfrm>
            <a:prstGeom prst="rect">
              <a:avLst/>
            </a:prstGeom>
            <a:noFill/>
            <a:ln>
              <a:noFill/>
            </a:ln>
            <a:effectLst>
              <a:outerShdw blurRad="71438" rotWithShape="0" algn="bl" dir="5400000" dist="28575">
                <a:srgbClr val="000000">
                  <a:alpha val="16079"/>
                </a:srgbClr>
              </a:outerShdw>
            </a:effectLst>
          </p:spPr>
        </p:pic>
        <p:pic>
          <p:nvPicPr>
            <p:cNvPr id="723" name="Google Shape;723;g341b55efd58_0_30"/>
            <p:cNvPicPr preferRelativeResize="0"/>
            <p:nvPr/>
          </p:nvPicPr>
          <p:blipFill rotWithShape="1">
            <a:blip r:embed="rId13">
              <a:alphaModFix/>
            </a:blip>
            <a:srcRect b="0" l="79" r="79" t="0"/>
            <a:stretch/>
          </p:blipFill>
          <p:spPr>
            <a:xfrm>
              <a:off x="6821063" y="3150869"/>
              <a:ext cx="656212" cy="928835"/>
            </a:xfrm>
            <a:prstGeom prst="rect">
              <a:avLst/>
            </a:prstGeom>
            <a:noFill/>
            <a:ln>
              <a:noFill/>
            </a:ln>
            <a:effectLst>
              <a:outerShdw blurRad="71438" rotWithShape="0" algn="bl" dir="5400000" dist="28575">
                <a:srgbClr val="000000">
                  <a:alpha val="15690"/>
                </a:srgbClr>
              </a:outerShdw>
            </a:effectLst>
          </p:spPr>
        </p:pic>
        <p:pic>
          <p:nvPicPr>
            <p:cNvPr id="724" name="Google Shape;724;g341b55efd58_0_30"/>
            <p:cNvPicPr preferRelativeResize="0"/>
            <p:nvPr/>
          </p:nvPicPr>
          <p:blipFill rotWithShape="1">
            <a:blip r:embed="rId14">
              <a:alphaModFix/>
            </a:blip>
            <a:srcRect b="0" l="79" r="79" t="0"/>
            <a:stretch/>
          </p:blipFill>
          <p:spPr>
            <a:xfrm>
              <a:off x="6084733" y="3150869"/>
              <a:ext cx="656212" cy="928835"/>
            </a:xfrm>
            <a:prstGeom prst="rect">
              <a:avLst/>
            </a:prstGeom>
            <a:noFill/>
            <a:ln>
              <a:noFill/>
            </a:ln>
            <a:effectLst>
              <a:outerShdw blurRad="71438" rotWithShape="0" algn="bl" dir="5400000" dist="28575">
                <a:srgbClr val="000000">
                  <a:alpha val="15690"/>
                </a:srgbClr>
              </a:outerShdw>
            </a:effectLst>
          </p:spPr>
        </p:pic>
        <p:pic>
          <p:nvPicPr>
            <p:cNvPr id="725" name="Google Shape;725;g341b55efd58_0_30"/>
            <p:cNvPicPr preferRelativeResize="0"/>
            <p:nvPr/>
          </p:nvPicPr>
          <p:blipFill rotWithShape="1">
            <a:blip r:embed="rId15">
              <a:alphaModFix/>
            </a:blip>
            <a:srcRect b="0" l="19" r="29" t="0"/>
            <a:stretch/>
          </p:blipFill>
          <p:spPr>
            <a:xfrm>
              <a:off x="5348400" y="3150869"/>
              <a:ext cx="656212" cy="928836"/>
            </a:xfrm>
            <a:prstGeom prst="rect">
              <a:avLst/>
            </a:prstGeom>
            <a:noFill/>
            <a:ln>
              <a:noFill/>
            </a:ln>
            <a:effectLst>
              <a:outerShdw blurRad="71438" rotWithShape="0" algn="bl" dir="5400000" dist="28575">
                <a:srgbClr val="000000">
                  <a:alpha val="15690"/>
                </a:srgbClr>
              </a:outerShdw>
            </a:effectLst>
          </p:spPr>
        </p:pic>
        <p:pic>
          <p:nvPicPr>
            <p:cNvPr id="726" name="Google Shape;726;g341b55efd58_0_30"/>
            <p:cNvPicPr preferRelativeResize="0"/>
            <p:nvPr/>
          </p:nvPicPr>
          <p:blipFill rotWithShape="1">
            <a:blip r:embed="rId16">
              <a:alphaModFix/>
            </a:blip>
            <a:srcRect b="0" l="79" r="79" t="0"/>
            <a:stretch/>
          </p:blipFill>
          <p:spPr>
            <a:xfrm>
              <a:off x="4612067" y="3150869"/>
              <a:ext cx="656212" cy="928835"/>
            </a:xfrm>
            <a:prstGeom prst="rect">
              <a:avLst/>
            </a:prstGeom>
            <a:noFill/>
            <a:ln>
              <a:noFill/>
            </a:ln>
            <a:effectLst>
              <a:outerShdw blurRad="71438" rotWithShape="0" algn="bl" dir="5400000" dist="28575">
                <a:srgbClr val="000000">
                  <a:alpha val="15690"/>
                </a:srgbClr>
              </a:outerShdw>
            </a:effectLst>
          </p:spPr>
        </p:pic>
        <p:pic>
          <p:nvPicPr>
            <p:cNvPr id="727" name="Google Shape;727;g341b55efd58_0_30"/>
            <p:cNvPicPr preferRelativeResize="0"/>
            <p:nvPr/>
          </p:nvPicPr>
          <p:blipFill rotWithShape="1">
            <a:blip r:embed="rId17">
              <a:alphaModFix/>
            </a:blip>
            <a:srcRect b="0" l="19" r="29" t="0"/>
            <a:stretch/>
          </p:blipFill>
          <p:spPr>
            <a:xfrm>
              <a:off x="3139400" y="3150869"/>
              <a:ext cx="656212" cy="928836"/>
            </a:xfrm>
            <a:prstGeom prst="rect">
              <a:avLst/>
            </a:prstGeom>
            <a:noFill/>
            <a:ln>
              <a:noFill/>
            </a:ln>
            <a:effectLst>
              <a:outerShdw blurRad="71438" rotWithShape="0" algn="bl" dir="5400000" dist="28575">
                <a:srgbClr val="000000">
                  <a:alpha val="15690"/>
                </a:srgbClr>
              </a:outerShdw>
            </a:effectLst>
          </p:spPr>
        </p:pic>
        <p:pic>
          <p:nvPicPr>
            <p:cNvPr id="728" name="Google Shape;728;g341b55efd58_0_30"/>
            <p:cNvPicPr preferRelativeResize="0"/>
            <p:nvPr/>
          </p:nvPicPr>
          <p:blipFill rotWithShape="1">
            <a:blip r:embed="rId18">
              <a:alphaModFix/>
            </a:blip>
            <a:srcRect b="0" l="79" r="79" t="0"/>
            <a:stretch/>
          </p:blipFill>
          <p:spPr>
            <a:xfrm>
              <a:off x="3875733" y="3150869"/>
              <a:ext cx="656212" cy="928835"/>
            </a:xfrm>
            <a:prstGeom prst="rect">
              <a:avLst/>
            </a:prstGeom>
            <a:noFill/>
            <a:ln>
              <a:noFill/>
            </a:ln>
            <a:effectLst>
              <a:outerShdw blurRad="71438" rotWithShape="0" algn="bl" dir="5400000" dist="28575">
                <a:srgbClr val="000000">
                  <a:alpha val="15690"/>
                </a:srgbClr>
              </a:outerShdw>
            </a:effectLst>
          </p:spPr>
        </p:pic>
        <p:pic>
          <p:nvPicPr>
            <p:cNvPr id="729" name="Google Shape;729;g341b55efd58_0_30"/>
            <p:cNvPicPr preferRelativeResize="0"/>
            <p:nvPr/>
          </p:nvPicPr>
          <p:blipFill rotWithShape="1">
            <a:blip r:embed="rId19">
              <a:alphaModFix/>
            </a:blip>
            <a:srcRect b="0" l="79" r="79" t="0"/>
            <a:stretch/>
          </p:blipFill>
          <p:spPr>
            <a:xfrm>
              <a:off x="930400" y="2129450"/>
              <a:ext cx="656212" cy="928835"/>
            </a:xfrm>
            <a:prstGeom prst="rect">
              <a:avLst/>
            </a:prstGeom>
            <a:noFill/>
            <a:ln>
              <a:noFill/>
            </a:ln>
            <a:effectLst>
              <a:outerShdw blurRad="71438" rotWithShape="0" algn="bl" dir="5400000" dist="28575">
                <a:srgbClr val="000000">
                  <a:alpha val="15290"/>
                </a:srgbClr>
              </a:outerShdw>
            </a:effectLst>
          </p:spPr>
        </p:pic>
        <p:pic>
          <p:nvPicPr>
            <p:cNvPr id="730" name="Google Shape;730;g341b55efd58_0_30"/>
            <p:cNvPicPr preferRelativeResize="0"/>
            <p:nvPr/>
          </p:nvPicPr>
          <p:blipFill rotWithShape="1">
            <a:blip r:embed="rId20">
              <a:alphaModFix/>
            </a:blip>
            <a:srcRect b="0" l="79" r="79" t="0"/>
            <a:stretch/>
          </p:blipFill>
          <p:spPr>
            <a:xfrm>
              <a:off x="3139400" y="2129450"/>
              <a:ext cx="656212" cy="928835"/>
            </a:xfrm>
            <a:prstGeom prst="rect">
              <a:avLst/>
            </a:prstGeom>
            <a:noFill/>
            <a:ln>
              <a:noFill/>
            </a:ln>
            <a:effectLst>
              <a:outerShdw blurRad="71438" rotWithShape="0" algn="bl" dir="5400000" dist="28575">
                <a:srgbClr val="000000">
                  <a:alpha val="15290"/>
                </a:srgbClr>
              </a:outerShdw>
            </a:effectLst>
          </p:spPr>
        </p:pic>
        <p:pic>
          <p:nvPicPr>
            <p:cNvPr id="731" name="Google Shape;731;g341b55efd58_0_30"/>
            <p:cNvPicPr preferRelativeResize="0"/>
            <p:nvPr/>
          </p:nvPicPr>
          <p:blipFill rotWithShape="1">
            <a:blip r:embed="rId21">
              <a:alphaModFix/>
            </a:blip>
            <a:srcRect b="0" l="79" r="79" t="0"/>
            <a:stretch/>
          </p:blipFill>
          <p:spPr>
            <a:xfrm>
              <a:off x="1666733" y="2129450"/>
              <a:ext cx="656212" cy="928835"/>
            </a:xfrm>
            <a:prstGeom prst="rect">
              <a:avLst/>
            </a:prstGeom>
            <a:noFill/>
            <a:ln>
              <a:noFill/>
            </a:ln>
            <a:effectLst>
              <a:outerShdw blurRad="71438" rotWithShape="0" algn="bl" dir="5400000" dist="28575">
                <a:srgbClr val="000000">
                  <a:alpha val="15290"/>
                </a:srgbClr>
              </a:outerShdw>
            </a:effectLst>
          </p:spPr>
        </p:pic>
        <p:pic>
          <p:nvPicPr>
            <p:cNvPr id="732" name="Google Shape;732;g341b55efd58_0_30"/>
            <p:cNvPicPr preferRelativeResize="0"/>
            <p:nvPr/>
          </p:nvPicPr>
          <p:blipFill rotWithShape="1">
            <a:blip r:embed="rId22">
              <a:alphaModFix/>
            </a:blip>
            <a:srcRect b="0" l="19" r="29" t="0"/>
            <a:stretch/>
          </p:blipFill>
          <p:spPr>
            <a:xfrm>
              <a:off x="2403067" y="2129450"/>
              <a:ext cx="656212" cy="928836"/>
            </a:xfrm>
            <a:prstGeom prst="rect">
              <a:avLst/>
            </a:prstGeom>
            <a:noFill/>
            <a:ln>
              <a:noFill/>
            </a:ln>
            <a:effectLst>
              <a:outerShdw blurRad="71438" rotWithShape="0" algn="bl" dir="5400000" dist="28575">
                <a:srgbClr val="000000">
                  <a:alpha val="15290"/>
                </a:srgbClr>
              </a:outerShdw>
            </a:effectLst>
          </p:spPr>
        </p:pic>
        <p:pic>
          <p:nvPicPr>
            <p:cNvPr id="733" name="Google Shape;733;g341b55efd58_0_30"/>
            <p:cNvPicPr preferRelativeResize="0"/>
            <p:nvPr/>
          </p:nvPicPr>
          <p:blipFill rotWithShape="1">
            <a:blip r:embed="rId23">
              <a:alphaModFix/>
            </a:blip>
            <a:srcRect b="0" l="19" r="29" t="0"/>
            <a:stretch/>
          </p:blipFill>
          <p:spPr>
            <a:xfrm>
              <a:off x="3875733" y="2129450"/>
              <a:ext cx="656212" cy="928836"/>
            </a:xfrm>
            <a:prstGeom prst="rect">
              <a:avLst/>
            </a:prstGeom>
            <a:noFill/>
            <a:ln>
              <a:noFill/>
            </a:ln>
            <a:effectLst>
              <a:outerShdw blurRad="71438" rotWithShape="0" algn="bl" dir="5400000" dist="28575">
                <a:srgbClr val="000000">
                  <a:alpha val="15290"/>
                </a:srgbClr>
              </a:outerShdw>
            </a:effectLst>
          </p:spPr>
        </p:pic>
        <p:pic>
          <p:nvPicPr>
            <p:cNvPr id="734" name="Google Shape;734;g341b55efd58_0_30"/>
            <p:cNvPicPr preferRelativeResize="0"/>
            <p:nvPr/>
          </p:nvPicPr>
          <p:blipFill rotWithShape="1">
            <a:blip r:embed="rId24">
              <a:alphaModFix/>
            </a:blip>
            <a:srcRect b="0" l="79" r="79" t="0"/>
            <a:stretch/>
          </p:blipFill>
          <p:spPr>
            <a:xfrm>
              <a:off x="6084733" y="2129450"/>
              <a:ext cx="656212" cy="928835"/>
            </a:xfrm>
            <a:prstGeom prst="rect">
              <a:avLst/>
            </a:prstGeom>
            <a:noFill/>
            <a:ln>
              <a:noFill/>
            </a:ln>
            <a:effectLst>
              <a:outerShdw blurRad="71438" rotWithShape="0" algn="bl" dir="5400000" dist="28575">
                <a:srgbClr val="000000">
                  <a:alpha val="15290"/>
                </a:srgbClr>
              </a:outerShdw>
            </a:effectLst>
          </p:spPr>
        </p:pic>
        <p:pic>
          <p:nvPicPr>
            <p:cNvPr id="735" name="Google Shape;735;g341b55efd58_0_30"/>
            <p:cNvPicPr preferRelativeResize="0"/>
            <p:nvPr/>
          </p:nvPicPr>
          <p:blipFill rotWithShape="1">
            <a:blip r:embed="rId25">
              <a:alphaModFix/>
            </a:blip>
            <a:srcRect b="0" l="79" r="79" t="0"/>
            <a:stretch/>
          </p:blipFill>
          <p:spPr>
            <a:xfrm>
              <a:off x="4612067" y="2129450"/>
              <a:ext cx="656212" cy="928835"/>
            </a:xfrm>
            <a:prstGeom prst="rect">
              <a:avLst/>
            </a:prstGeom>
            <a:noFill/>
            <a:ln>
              <a:noFill/>
            </a:ln>
            <a:effectLst>
              <a:outerShdw blurRad="71438" rotWithShape="0" algn="bl" dir="5400000" dist="28575">
                <a:srgbClr val="000000">
                  <a:alpha val="15290"/>
                </a:srgbClr>
              </a:outerShdw>
            </a:effectLst>
          </p:spPr>
        </p:pic>
        <p:pic>
          <p:nvPicPr>
            <p:cNvPr id="736" name="Google Shape;736;g341b55efd58_0_30"/>
            <p:cNvPicPr preferRelativeResize="0"/>
            <p:nvPr/>
          </p:nvPicPr>
          <p:blipFill rotWithShape="1">
            <a:blip r:embed="rId26">
              <a:alphaModFix/>
            </a:blip>
            <a:srcRect b="0" l="79" r="79" t="0"/>
            <a:stretch/>
          </p:blipFill>
          <p:spPr>
            <a:xfrm>
              <a:off x="5348400" y="2129450"/>
              <a:ext cx="656212" cy="928835"/>
            </a:xfrm>
            <a:prstGeom prst="rect">
              <a:avLst/>
            </a:prstGeom>
            <a:noFill/>
            <a:ln>
              <a:noFill/>
            </a:ln>
            <a:effectLst>
              <a:outerShdw blurRad="71438" rotWithShape="0" algn="bl" dir="5400000" dist="28575">
                <a:srgbClr val="000000">
                  <a:alpha val="15290"/>
                </a:srgbClr>
              </a:outerShdw>
            </a:effectLst>
          </p:spPr>
        </p:pic>
        <p:pic>
          <p:nvPicPr>
            <p:cNvPr id="737" name="Google Shape;737;g341b55efd58_0_30"/>
            <p:cNvPicPr preferRelativeResize="0"/>
            <p:nvPr/>
          </p:nvPicPr>
          <p:blipFill rotWithShape="1">
            <a:blip r:embed="rId27">
              <a:alphaModFix/>
            </a:blip>
            <a:srcRect b="0" l="79" r="79" t="0"/>
            <a:stretch/>
          </p:blipFill>
          <p:spPr>
            <a:xfrm>
              <a:off x="2403067" y="3150869"/>
              <a:ext cx="656212" cy="928835"/>
            </a:xfrm>
            <a:prstGeom prst="rect">
              <a:avLst/>
            </a:prstGeom>
            <a:noFill/>
            <a:ln>
              <a:noFill/>
            </a:ln>
            <a:effectLst>
              <a:outerShdw blurRad="71438" rotWithShape="0" algn="bl" dir="5400000" dist="28575">
                <a:srgbClr val="000000">
                  <a:alpha val="15290"/>
                </a:srgbClr>
              </a:outerShdw>
            </a:effectLst>
          </p:spPr>
        </p:pic>
        <p:pic>
          <p:nvPicPr>
            <p:cNvPr id="738" name="Google Shape;738;g341b55efd58_0_30"/>
            <p:cNvPicPr preferRelativeResize="0"/>
            <p:nvPr/>
          </p:nvPicPr>
          <p:blipFill rotWithShape="1">
            <a:blip r:embed="rId28">
              <a:alphaModFix/>
            </a:blip>
            <a:srcRect b="0" l="79" r="79" t="0"/>
            <a:stretch/>
          </p:blipFill>
          <p:spPr>
            <a:xfrm>
              <a:off x="930400" y="3150869"/>
              <a:ext cx="656212" cy="928835"/>
            </a:xfrm>
            <a:prstGeom prst="rect">
              <a:avLst/>
            </a:prstGeom>
            <a:noFill/>
            <a:ln>
              <a:noFill/>
            </a:ln>
            <a:effectLst>
              <a:outerShdw blurRad="71438" rotWithShape="0" algn="bl" dir="5400000" dist="28575">
                <a:srgbClr val="000000">
                  <a:alpha val="15290"/>
                </a:srgbClr>
              </a:outerShdw>
            </a:effectLst>
          </p:spPr>
        </p:pic>
        <p:pic>
          <p:nvPicPr>
            <p:cNvPr id="739" name="Google Shape;739;g341b55efd58_0_30"/>
            <p:cNvPicPr preferRelativeResize="0"/>
            <p:nvPr/>
          </p:nvPicPr>
          <p:blipFill rotWithShape="1">
            <a:blip r:embed="rId29">
              <a:alphaModFix/>
            </a:blip>
            <a:srcRect b="0" l="19" r="29" t="0"/>
            <a:stretch/>
          </p:blipFill>
          <p:spPr>
            <a:xfrm>
              <a:off x="1666733" y="3150869"/>
              <a:ext cx="656212" cy="928836"/>
            </a:xfrm>
            <a:prstGeom prst="rect">
              <a:avLst/>
            </a:prstGeom>
            <a:noFill/>
            <a:ln>
              <a:noFill/>
            </a:ln>
            <a:effectLst>
              <a:outerShdw blurRad="71438" rotWithShape="0" algn="bl" dir="5400000" dist="28575">
                <a:srgbClr val="000000">
                  <a:alpha val="15290"/>
                </a:srgbClr>
              </a:outerShdw>
            </a:effectLst>
          </p:spPr>
        </p:pic>
        <p:pic>
          <p:nvPicPr>
            <p:cNvPr id="740" name="Google Shape;740;g341b55efd58_0_30"/>
            <p:cNvPicPr preferRelativeResize="0"/>
            <p:nvPr/>
          </p:nvPicPr>
          <p:blipFill rotWithShape="1">
            <a:blip r:embed="rId30">
              <a:alphaModFix/>
            </a:blip>
            <a:srcRect b="0" l="19" r="29" t="0"/>
            <a:stretch/>
          </p:blipFill>
          <p:spPr>
            <a:xfrm>
              <a:off x="6821063" y="2129450"/>
              <a:ext cx="656212" cy="928836"/>
            </a:xfrm>
            <a:prstGeom prst="rect">
              <a:avLst/>
            </a:prstGeom>
            <a:noFill/>
            <a:ln>
              <a:noFill/>
            </a:ln>
            <a:effectLst>
              <a:outerShdw blurRad="71438" rotWithShape="0" algn="bl" dir="5400000" dist="28575">
                <a:srgbClr val="000000">
                  <a:alpha val="15290"/>
                </a:srgbClr>
              </a:outerShdw>
            </a:effectLst>
          </p:spPr>
        </p:pic>
        <p:pic>
          <p:nvPicPr>
            <p:cNvPr id="741" name="Google Shape;741;g341b55efd58_0_30"/>
            <p:cNvPicPr preferRelativeResize="0"/>
            <p:nvPr/>
          </p:nvPicPr>
          <p:blipFill rotWithShape="1">
            <a:blip r:embed="rId31">
              <a:alphaModFix/>
            </a:blip>
            <a:srcRect b="0" l="79" r="79" t="0"/>
            <a:stretch/>
          </p:blipFill>
          <p:spPr>
            <a:xfrm>
              <a:off x="7557389" y="2129450"/>
              <a:ext cx="656212" cy="928835"/>
            </a:xfrm>
            <a:prstGeom prst="rect">
              <a:avLst/>
            </a:prstGeom>
            <a:noFill/>
            <a:ln>
              <a:noFill/>
            </a:ln>
            <a:effectLst>
              <a:outerShdw blurRad="71438" rotWithShape="0" algn="bl" dir="5400000" dist="28575">
                <a:srgbClr val="000000">
                  <a:alpha val="15290"/>
                </a:srgbClr>
              </a:outerShdw>
            </a:effectLst>
          </p:spPr>
        </p:pic>
      </p:gr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6" name="Shape 746"/>
        <p:cNvGrpSpPr/>
        <p:nvPr/>
      </p:nvGrpSpPr>
      <p:grpSpPr>
        <a:xfrm>
          <a:off x="0" y="0"/>
          <a:ext cx="0" cy="0"/>
          <a:chOff x="0" y="0"/>
          <a:chExt cx="0" cy="0"/>
        </a:xfrm>
      </p:grpSpPr>
      <p:sp>
        <p:nvSpPr>
          <p:cNvPr id="747" name="Google Shape;747;g341b55efd58_0_65"/>
          <p:cNvSpPr txBox="1"/>
          <p:nvPr>
            <p:ph type="title"/>
          </p:nvPr>
        </p:nvSpPr>
        <p:spPr>
          <a:xfrm>
            <a:off x="995275" y="582900"/>
            <a:ext cx="7153500" cy="12432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SzPts val="2400"/>
              <a:buNone/>
            </a:pPr>
            <a:r>
              <a:rPr lang="en-US">
                <a:solidFill>
                  <a:schemeClr val="dk1"/>
                </a:solidFill>
              </a:rPr>
              <a:t>Recall all GPCs learned so far using flashcards.</a:t>
            </a:r>
            <a:endParaRPr/>
          </a:p>
        </p:txBody>
      </p:sp>
      <p:grpSp>
        <p:nvGrpSpPr>
          <p:cNvPr id="748" name="Google Shape;748;g341b55efd58_0_65"/>
          <p:cNvGrpSpPr/>
          <p:nvPr/>
        </p:nvGrpSpPr>
        <p:grpSpPr>
          <a:xfrm>
            <a:off x="930400" y="2053250"/>
            <a:ext cx="7283201" cy="2971674"/>
            <a:chOff x="930400" y="2053250"/>
            <a:chExt cx="7283201" cy="2971674"/>
          </a:xfrm>
        </p:grpSpPr>
        <p:pic>
          <p:nvPicPr>
            <p:cNvPr id="749" name="Google Shape;749;g341b55efd58_0_65"/>
            <p:cNvPicPr preferRelativeResize="0"/>
            <p:nvPr/>
          </p:nvPicPr>
          <p:blipFill rotWithShape="1">
            <a:blip r:embed="rId3">
              <a:alphaModFix/>
            </a:blip>
            <a:srcRect b="0" l="79" r="79" t="0"/>
            <a:stretch/>
          </p:blipFill>
          <p:spPr>
            <a:xfrm>
              <a:off x="2403067" y="4096088"/>
              <a:ext cx="656212" cy="928835"/>
            </a:xfrm>
            <a:prstGeom prst="rect">
              <a:avLst/>
            </a:prstGeom>
            <a:noFill/>
            <a:ln>
              <a:noFill/>
            </a:ln>
            <a:effectLst>
              <a:outerShdw blurRad="71438" rotWithShape="0" algn="bl" dir="5400000" dist="28575">
                <a:srgbClr val="000000">
                  <a:alpha val="14510"/>
                </a:srgbClr>
              </a:outerShdw>
            </a:effectLst>
          </p:spPr>
        </p:pic>
        <p:pic>
          <p:nvPicPr>
            <p:cNvPr id="750" name="Google Shape;750;g341b55efd58_0_65"/>
            <p:cNvPicPr preferRelativeResize="0"/>
            <p:nvPr/>
          </p:nvPicPr>
          <p:blipFill rotWithShape="1">
            <a:blip r:embed="rId4">
              <a:alphaModFix/>
            </a:blip>
            <a:srcRect b="0" l="19" r="29" t="0"/>
            <a:stretch/>
          </p:blipFill>
          <p:spPr>
            <a:xfrm>
              <a:off x="1666733" y="4096088"/>
              <a:ext cx="656212" cy="928836"/>
            </a:xfrm>
            <a:prstGeom prst="rect">
              <a:avLst/>
            </a:prstGeom>
            <a:noFill/>
            <a:ln>
              <a:noFill/>
            </a:ln>
            <a:effectLst>
              <a:outerShdw blurRad="71438" rotWithShape="0" algn="bl" dir="5400000" dist="28575">
                <a:srgbClr val="000000">
                  <a:alpha val="15290"/>
                </a:srgbClr>
              </a:outerShdw>
            </a:effectLst>
          </p:spPr>
        </p:pic>
        <p:pic>
          <p:nvPicPr>
            <p:cNvPr id="751" name="Google Shape;751;g341b55efd58_0_65"/>
            <p:cNvPicPr preferRelativeResize="0"/>
            <p:nvPr/>
          </p:nvPicPr>
          <p:blipFill rotWithShape="1">
            <a:blip r:embed="rId5">
              <a:alphaModFix/>
            </a:blip>
            <a:srcRect b="0" l="19" r="29" t="0"/>
            <a:stretch/>
          </p:blipFill>
          <p:spPr>
            <a:xfrm>
              <a:off x="930400" y="4096088"/>
              <a:ext cx="656212" cy="928836"/>
            </a:xfrm>
            <a:prstGeom prst="rect">
              <a:avLst/>
            </a:prstGeom>
            <a:noFill/>
            <a:ln>
              <a:noFill/>
            </a:ln>
            <a:effectLst>
              <a:outerShdw blurRad="71438" rotWithShape="0" algn="bl" dir="5400000" dist="28575">
                <a:srgbClr val="000000">
                  <a:alpha val="15290"/>
                </a:srgbClr>
              </a:outerShdw>
            </a:effectLst>
          </p:spPr>
        </p:pic>
        <p:pic>
          <p:nvPicPr>
            <p:cNvPr id="752" name="Google Shape;752;g341b55efd58_0_65"/>
            <p:cNvPicPr preferRelativeResize="0"/>
            <p:nvPr/>
          </p:nvPicPr>
          <p:blipFill rotWithShape="1">
            <a:blip r:embed="rId6">
              <a:alphaModFix/>
            </a:blip>
            <a:srcRect b="0" l="79" r="79" t="0"/>
            <a:stretch/>
          </p:blipFill>
          <p:spPr>
            <a:xfrm>
              <a:off x="7557389" y="3074669"/>
              <a:ext cx="656212" cy="928835"/>
            </a:xfrm>
            <a:prstGeom prst="rect">
              <a:avLst/>
            </a:prstGeom>
            <a:noFill/>
            <a:ln>
              <a:noFill/>
            </a:ln>
            <a:effectLst>
              <a:outerShdw blurRad="71438" rotWithShape="0" algn="bl" dir="5400000" dist="28575">
                <a:srgbClr val="000000">
                  <a:alpha val="15290"/>
                </a:srgbClr>
              </a:outerShdw>
            </a:effectLst>
          </p:spPr>
        </p:pic>
        <p:pic>
          <p:nvPicPr>
            <p:cNvPr id="753" name="Google Shape;753;g341b55efd58_0_65"/>
            <p:cNvPicPr preferRelativeResize="0"/>
            <p:nvPr/>
          </p:nvPicPr>
          <p:blipFill rotWithShape="1">
            <a:blip r:embed="rId7">
              <a:alphaModFix/>
            </a:blip>
            <a:srcRect b="0" l="79" r="79" t="0"/>
            <a:stretch/>
          </p:blipFill>
          <p:spPr>
            <a:xfrm>
              <a:off x="930400" y="2053250"/>
              <a:ext cx="656212" cy="928835"/>
            </a:xfrm>
            <a:prstGeom prst="rect">
              <a:avLst/>
            </a:prstGeom>
            <a:noFill/>
            <a:ln>
              <a:noFill/>
            </a:ln>
            <a:effectLst>
              <a:outerShdw blurRad="71438" rotWithShape="0" algn="bl" dir="5400000" dist="28575">
                <a:srgbClr val="000000">
                  <a:alpha val="14900"/>
                </a:srgbClr>
              </a:outerShdw>
            </a:effectLst>
          </p:spPr>
        </p:pic>
        <p:pic>
          <p:nvPicPr>
            <p:cNvPr id="754" name="Google Shape;754;g341b55efd58_0_65"/>
            <p:cNvPicPr preferRelativeResize="0"/>
            <p:nvPr/>
          </p:nvPicPr>
          <p:blipFill rotWithShape="1">
            <a:blip r:embed="rId8">
              <a:alphaModFix/>
            </a:blip>
            <a:srcRect b="0" l="19" r="29" t="0"/>
            <a:stretch/>
          </p:blipFill>
          <p:spPr>
            <a:xfrm>
              <a:off x="3139400" y="2053250"/>
              <a:ext cx="656212" cy="928836"/>
            </a:xfrm>
            <a:prstGeom prst="rect">
              <a:avLst/>
            </a:prstGeom>
            <a:noFill/>
            <a:ln>
              <a:noFill/>
            </a:ln>
            <a:effectLst>
              <a:outerShdw blurRad="71438" rotWithShape="0" algn="bl" dir="5400000" dist="28575">
                <a:srgbClr val="000000">
                  <a:alpha val="14900"/>
                </a:srgbClr>
              </a:outerShdw>
            </a:effectLst>
          </p:spPr>
        </p:pic>
        <p:pic>
          <p:nvPicPr>
            <p:cNvPr id="755" name="Google Shape;755;g341b55efd58_0_65"/>
            <p:cNvPicPr preferRelativeResize="0"/>
            <p:nvPr/>
          </p:nvPicPr>
          <p:blipFill rotWithShape="1">
            <a:blip r:embed="rId9">
              <a:alphaModFix/>
            </a:blip>
            <a:srcRect b="0" l="19" r="29" t="0"/>
            <a:stretch/>
          </p:blipFill>
          <p:spPr>
            <a:xfrm>
              <a:off x="1666733" y="2053250"/>
              <a:ext cx="656212" cy="928836"/>
            </a:xfrm>
            <a:prstGeom prst="rect">
              <a:avLst/>
            </a:prstGeom>
            <a:noFill/>
            <a:ln>
              <a:noFill/>
            </a:ln>
            <a:effectLst>
              <a:outerShdw blurRad="71438" rotWithShape="0" algn="bl" dir="5400000" dist="28575">
                <a:srgbClr val="000000">
                  <a:alpha val="14900"/>
                </a:srgbClr>
              </a:outerShdw>
            </a:effectLst>
          </p:spPr>
        </p:pic>
        <p:pic>
          <p:nvPicPr>
            <p:cNvPr id="756" name="Google Shape;756;g341b55efd58_0_65"/>
            <p:cNvPicPr preferRelativeResize="0"/>
            <p:nvPr/>
          </p:nvPicPr>
          <p:blipFill rotWithShape="1">
            <a:blip r:embed="rId10">
              <a:alphaModFix/>
            </a:blip>
            <a:srcRect b="0" l="19" r="29" t="0"/>
            <a:stretch/>
          </p:blipFill>
          <p:spPr>
            <a:xfrm>
              <a:off x="2403067" y="2053250"/>
              <a:ext cx="656212" cy="928836"/>
            </a:xfrm>
            <a:prstGeom prst="rect">
              <a:avLst/>
            </a:prstGeom>
            <a:noFill/>
            <a:ln>
              <a:noFill/>
            </a:ln>
            <a:effectLst>
              <a:outerShdw blurRad="71438" rotWithShape="0" algn="bl" dir="5400000" dist="28575">
                <a:srgbClr val="000000">
                  <a:alpha val="14900"/>
                </a:srgbClr>
              </a:outerShdw>
            </a:effectLst>
          </p:spPr>
        </p:pic>
        <p:pic>
          <p:nvPicPr>
            <p:cNvPr id="757" name="Google Shape;757;g341b55efd58_0_65"/>
            <p:cNvPicPr preferRelativeResize="0"/>
            <p:nvPr/>
          </p:nvPicPr>
          <p:blipFill rotWithShape="1">
            <a:blip r:embed="rId11">
              <a:alphaModFix/>
            </a:blip>
            <a:srcRect b="0" l="79" r="79" t="0"/>
            <a:stretch/>
          </p:blipFill>
          <p:spPr>
            <a:xfrm>
              <a:off x="3875733" y="2053250"/>
              <a:ext cx="656212" cy="928835"/>
            </a:xfrm>
            <a:prstGeom prst="rect">
              <a:avLst/>
            </a:prstGeom>
            <a:noFill/>
            <a:ln>
              <a:noFill/>
            </a:ln>
            <a:effectLst>
              <a:outerShdw blurRad="71438" rotWithShape="0" algn="bl" dir="5400000" dist="28575">
                <a:srgbClr val="000000">
                  <a:alpha val="14900"/>
                </a:srgbClr>
              </a:outerShdw>
            </a:effectLst>
          </p:spPr>
        </p:pic>
        <p:pic>
          <p:nvPicPr>
            <p:cNvPr id="758" name="Google Shape;758;g341b55efd58_0_65"/>
            <p:cNvPicPr preferRelativeResize="0"/>
            <p:nvPr/>
          </p:nvPicPr>
          <p:blipFill rotWithShape="1">
            <a:blip r:embed="rId12">
              <a:alphaModFix/>
            </a:blip>
            <a:srcRect b="0" l="79" r="79" t="0"/>
            <a:stretch/>
          </p:blipFill>
          <p:spPr>
            <a:xfrm>
              <a:off x="6084733" y="2053250"/>
              <a:ext cx="656212" cy="928835"/>
            </a:xfrm>
            <a:prstGeom prst="rect">
              <a:avLst/>
            </a:prstGeom>
            <a:noFill/>
            <a:ln>
              <a:noFill/>
            </a:ln>
            <a:effectLst>
              <a:outerShdw blurRad="71438" rotWithShape="0" algn="bl" dir="5400000" dist="28575">
                <a:srgbClr val="000000">
                  <a:alpha val="14900"/>
                </a:srgbClr>
              </a:outerShdw>
            </a:effectLst>
          </p:spPr>
        </p:pic>
        <p:pic>
          <p:nvPicPr>
            <p:cNvPr id="759" name="Google Shape;759;g341b55efd58_0_65"/>
            <p:cNvPicPr preferRelativeResize="0"/>
            <p:nvPr/>
          </p:nvPicPr>
          <p:blipFill rotWithShape="1">
            <a:blip r:embed="rId13">
              <a:alphaModFix/>
            </a:blip>
            <a:srcRect b="0" l="79" r="79" t="0"/>
            <a:stretch/>
          </p:blipFill>
          <p:spPr>
            <a:xfrm>
              <a:off x="4612067" y="2053250"/>
              <a:ext cx="656212" cy="928835"/>
            </a:xfrm>
            <a:prstGeom prst="rect">
              <a:avLst/>
            </a:prstGeom>
            <a:noFill/>
            <a:ln>
              <a:noFill/>
            </a:ln>
            <a:effectLst>
              <a:outerShdw blurRad="71438" rotWithShape="0" algn="bl" dir="5400000" dist="28575">
                <a:srgbClr val="000000">
                  <a:alpha val="14900"/>
                </a:srgbClr>
              </a:outerShdw>
            </a:effectLst>
          </p:spPr>
        </p:pic>
        <p:pic>
          <p:nvPicPr>
            <p:cNvPr id="760" name="Google Shape;760;g341b55efd58_0_65"/>
            <p:cNvPicPr preferRelativeResize="0"/>
            <p:nvPr/>
          </p:nvPicPr>
          <p:blipFill rotWithShape="1">
            <a:blip r:embed="rId14">
              <a:alphaModFix/>
            </a:blip>
            <a:srcRect b="0" l="19" r="29" t="0"/>
            <a:stretch/>
          </p:blipFill>
          <p:spPr>
            <a:xfrm>
              <a:off x="5348400" y="2053250"/>
              <a:ext cx="656212" cy="928836"/>
            </a:xfrm>
            <a:prstGeom prst="rect">
              <a:avLst/>
            </a:prstGeom>
            <a:noFill/>
            <a:ln>
              <a:noFill/>
            </a:ln>
            <a:effectLst>
              <a:outerShdw blurRad="71438" rotWithShape="0" algn="bl" dir="5400000" dist="28575">
                <a:srgbClr val="000000">
                  <a:alpha val="14900"/>
                </a:srgbClr>
              </a:outerShdw>
            </a:effectLst>
          </p:spPr>
        </p:pic>
        <p:pic>
          <p:nvPicPr>
            <p:cNvPr id="761" name="Google Shape;761;g341b55efd58_0_65"/>
            <p:cNvPicPr preferRelativeResize="0"/>
            <p:nvPr/>
          </p:nvPicPr>
          <p:blipFill rotWithShape="1">
            <a:blip r:embed="rId15">
              <a:alphaModFix/>
            </a:blip>
            <a:srcRect b="0" l="79" r="79" t="0"/>
            <a:stretch/>
          </p:blipFill>
          <p:spPr>
            <a:xfrm>
              <a:off x="2403067" y="3074669"/>
              <a:ext cx="656212" cy="928835"/>
            </a:xfrm>
            <a:prstGeom prst="rect">
              <a:avLst/>
            </a:prstGeom>
            <a:noFill/>
            <a:ln>
              <a:noFill/>
            </a:ln>
            <a:effectLst>
              <a:outerShdw blurRad="71438" rotWithShape="0" algn="bl" dir="5400000" dist="28575">
                <a:srgbClr val="000000">
                  <a:alpha val="14900"/>
                </a:srgbClr>
              </a:outerShdw>
            </a:effectLst>
          </p:spPr>
        </p:pic>
        <p:pic>
          <p:nvPicPr>
            <p:cNvPr id="762" name="Google Shape;762;g341b55efd58_0_65"/>
            <p:cNvPicPr preferRelativeResize="0"/>
            <p:nvPr/>
          </p:nvPicPr>
          <p:blipFill rotWithShape="1">
            <a:blip r:embed="rId16">
              <a:alphaModFix/>
            </a:blip>
            <a:srcRect b="0" l="19" r="29" t="0"/>
            <a:stretch/>
          </p:blipFill>
          <p:spPr>
            <a:xfrm>
              <a:off x="930400" y="3074669"/>
              <a:ext cx="656212" cy="928836"/>
            </a:xfrm>
            <a:prstGeom prst="rect">
              <a:avLst/>
            </a:prstGeom>
            <a:noFill/>
            <a:ln>
              <a:noFill/>
            </a:ln>
            <a:effectLst>
              <a:outerShdw blurRad="71438" rotWithShape="0" algn="bl" dir="5400000" dist="28575">
                <a:srgbClr val="000000">
                  <a:alpha val="14900"/>
                </a:srgbClr>
              </a:outerShdw>
            </a:effectLst>
          </p:spPr>
        </p:pic>
        <p:pic>
          <p:nvPicPr>
            <p:cNvPr id="763" name="Google Shape;763;g341b55efd58_0_65"/>
            <p:cNvPicPr preferRelativeResize="0"/>
            <p:nvPr/>
          </p:nvPicPr>
          <p:blipFill rotWithShape="1">
            <a:blip r:embed="rId17">
              <a:alphaModFix/>
            </a:blip>
            <a:srcRect b="0" l="19" r="29" t="0"/>
            <a:stretch/>
          </p:blipFill>
          <p:spPr>
            <a:xfrm>
              <a:off x="1666733" y="3074669"/>
              <a:ext cx="656212" cy="928836"/>
            </a:xfrm>
            <a:prstGeom prst="rect">
              <a:avLst/>
            </a:prstGeom>
            <a:noFill/>
            <a:ln>
              <a:noFill/>
            </a:ln>
            <a:effectLst>
              <a:outerShdw blurRad="71438" rotWithShape="0" algn="bl" dir="5400000" dist="28575">
                <a:srgbClr val="000000">
                  <a:alpha val="14900"/>
                </a:srgbClr>
              </a:outerShdw>
            </a:effectLst>
          </p:spPr>
        </p:pic>
        <p:pic>
          <p:nvPicPr>
            <p:cNvPr id="764" name="Google Shape;764;g341b55efd58_0_65"/>
            <p:cNvPicPr preferRelativeResize="0"/>
            <p:nvPr/>
          </p:nvPicPr>
          <p:blipFill rotWithShape="1">
            <a:blip r:embed="rId18">
              <a:alphaModFix/>
            </a:blip>
            <a:srcRect b="0" l="19" r="29" t="0"/>
            <a:stretch/>
          </p:blipFill>
          <p:spPr>
            <a:xfrm>
              <a:off x="3139400" y="3074669"/>
              <a:ext cx="656212" cy="928836"/>
            </a:xfrm>
            <a:prstGeom prst="rect">
              <a:avLst/>
            </a:prstGeom>
            <a:noFill/>
            <a:ln>
              <a:noFill/>
            </a:ln>
            <a:effectLst>
              <a:outerShdw blurRad="71438" rotWithShape="0" algn="bl" dir="5400000" dist="28575">
                <a:srgbClr val="000000">
                  <a:alpha val="14900"/>
                </a:srgbClr>
              </a:outerShdw>
            </a:effectLst>
          </p:spPr>
        </p:pic>
        <p:pic>
          <p:nvPicPr>
            <p:cNvPr id="765" name="Google Shape;765;g341b55efd58_0_65"/>
            <p:cNvPicPr preferRelativeResize="0"/>
            <p:nvPr/>
          </p:nvPicPr>
          <p:blipFill rotWithShape="1">
            <a:blip r:embed="rId19">
              <a:alphaModFix/>
            </a:blip>
            <a:srcRect b="0" l="79" r="79" t="0"/>
            <a:stretch/>
          </p:blipFill>
          <p:spPr>
            <a:xfrm>
              <a:off x="5348400" y="3074669"/>
              <a:ext cx="656212" cy="928835"/>
            </a:xfrm>
            <a:prstGeom prst="rect">
              <a:avLst/>
            </a:prstGeom>
            <a:noFill/>
            <a:ln>
              <a:noFill/>
            </a:ln>
            <a:effectLst>
              <a:outerShdw blurRad="71438" rotWithShape="0" algn="bl" dir="5400000" dist="28575">
                <a:srgbClr val="000000">
                  <a:alpha val="14900"/>
                </a:srgbClr>
              </a:outerShdw>
            </a:effectLst>
          </p:spPr>
        </p:pic>
        <p:pic>
          <p:nvPicPr>
            <p:cNvPr id="766" name="Google Shape;766;g341b55efd58_0_65"/>
            <p:cNvPicPr preferRelativeResize="0"/>
            <p:nvPr/>
          </p:nvPicPr>
          <p:blipFill rotWithShape="1">
            <a:blip r:embed="rId20">
              <a:alphaModFix/>
            </a:blip>
            <a:srcRect b="0" l="19" r="29" t="0"/>
            <a:stretch/>
          </p:blipFill>
          <p:spPr>
            <a:xfrm>
              <a:off x="3875733" y="3074669"/>
              <a:ext cx="656212" cy="928836"/>
            </a:xfrm>
            <a:prstGeom prst="rect">
              <a:avLst/>
            </a:prstGeom>
            <a:noFill/>
            <a:ln>
              <a:noFill/>
            </a:ln>
            <a:effectLst>
              <a:outerShdw blurRad="71438" rotWithShape="0" algn="bl" dir="5400000" dist="28575">
                <a:srgbClr val="000000">
                  <a:alpha val="14900"/>
                </a:srgbClr>
              </a:outerShdw>
            </a:effectLst>
          </p:spPr>
        </p:pic>
        <p:pic>
          <p:nvPicPr>
            <p:cNvPr id="767" name="Google Shape;767;g341b55efd58_0_65"/>
            <p:cNvPicPr preferRelativeResize="0"/>
            <p:nvPr/>
          </p:nvPicPr>
          <p:blipFill rotWithShape="1">
            <a:blip r:embed="rId21">
              <a:alphaModFix/>
            </a:blip>
            <a:srcRect b="0" l="79" r="79" t="0"/>
            <a:stretch/>
          </p:blipFill>
          <p:spPr>
            <a:xfrm>
              <a:off x="4612067" y="3074669"/>
              <a:ext cx="656212" cy="928835"/>
            </a:xfrm>
            <a:prstGeom prst="rect">
              <a:avLst/>
            </a:prstGeom>
            <a:noFill/>
            <a:ln>
              <a:noFill/>
            </a:ln>
            <a:effectLst>
              <a:outerShdw blurRad="71438" rotWithShape="0" algn="bl" dir="5400000" dist="28575">
                <a:srgbClr val="000000">
                  <a:alpha val="14900"/>
                </a:srgbClr>
              </a:outerShdw>
            </a:effectLst>
          </p:spPr>
        </p:pic>
        <p:pic>
          <p:nvPicPr>
            <p:cNvPr id="768" name="Google Shape;768;g341b55efd58_0_65"/>
            <p:cNvPicPr preferRelativeResize="0"/>
            <p:nvPr/>
          </p:nvPicPr>
          <p:blipFill rotWithShape="1">
            <a:blip r:embed="rId22">
              <a:alphaModFix/>
            </a:blip>
            <a:srcRect b="0" l="19" r="29" t="0"/>
            <a:stretch/>
          </p:blipFill>
          <p:spPr>
            <a:xfrm>
              <a:off x="6821063" y="3074669"/>
              <a:ext cx="656212" cy="928836"/>
            </a:xfrm>
            <a:prstGeom prst="rect">
              <a:avLst/>
            </a:prstGeom>
            <a:noFill/>
            <a:ln>
              <a:noFill/>
            </a:ln>
            <a:effectLst>
              <a:outerShdw blurRad="71438" rotWithShape="0" algn="bl" dir="5400000" dist="28575">
                <a:srgbClr val="000000">
                  <a:alpha val="14900"/>
                </a:srgbClr>
              </a:outerShdw>
            </a:effectLst>
          </p:spPr>
        </p:pic>
        <p:pic>
          <p:nvPicPr>
            <p:cNvPr id="769" name="Google Shape;769;g341b55efd58_0_65"/>
            <p:cNvPicPr preferRelativeResize="0"/>
            <p:nvPr/>
          </p:nvPicPr>
          <p:blipFill rotWithShape="1">
            <a:blip r:embed="rId23">
              <a:alphaModFix/>
            </a:blip>
            <a:srcRect b="0" l="79" r="79" t="0"/>
            <a:stretch/>
          </p:blipFill>
          <p:spPr>
            <a:xfrm>
              <a:off x="6821063" y="2053250"/>
              <a:ext cx="656212" cy="928835"/>
            </a:xfrm>
            <a:prstGeom prst="rect">
              <a:avLst/>
            </a:prstGeom>
            <a:noFill/>
            <a:ln>
              <a:noFill/>
            </a:ln>
            <a:effectLst>
              <a:outerShdw blurRad="71438" rotWithShape="0" algn="bl" dir="5400000" dist="28575">
                <a:srgbClr val="000000">
                  <a:alpha val="14900"/>
                </a:srgbClr>
              </a:outerShdw>
            </a:effectLst>
          </p:spPr>
        </p:pic>
        <p:pic>
          <p:nvPicPr>
            <p:cNvPr id="770" name="Google Shape;770;g341b55efd58_0_65"/>
            <p:cNvPicPr preferRelativeResize="0"/>
            <p:nvPr/>
          </p:nvPicPr>
          <p:blipFill rotWithShape="1">
            <a:blip r:embed="rId24">
              <a:alphaModFix/>
            </a:blip>
            <a:srcRect b="0" l="19" r="29" t="0"/>
            <a:stretch/>
          </p:blipFill>
          <p:spPr>
            <a:xfrm>
              <a:off x="6084733" y="3074669"/>
              <a:ext cx="656212" cy="928836"/>
            </a:xfrm>
            <a:prstGeom prst="rect">
              <a:avLst/>
            </a:prstGeom>
            <a:noFill/>
            <a:ln>
              <a:noFill/>
            </a:ln>
            <a:effectLst>
              <a:outerShdw blurRad="71438" rotWithShape="0" algn="bl" dir="5400000" dist="28575">
                <a:srgbClr val="000000">
                  <a:alpha val="14900"/>
                </a:srgbClr>
              </a:outerShdw>
            </a:effectLst>
          </p:spPr>
        </p:pic>
        <p:pic>
          <p:nvPicPr>
            <p:cNvPr id="771" name="Google Shape;771;g341b55efd58_0_65"/>
            <p:cNvPicPr preferRelativeResize="0"/>
            <p:nvPr/>
          </p:nvPicPr>
          <p:blipFill rotWithShape="1">
            <a:blip r:embed="rId25">
              <a:alphaModFix/>
            </a:blip>
            <a:srcRect b="0" l="19" r="29" t="0"/>
            <a:stretch/>
          </p:blipFill>
          <p:spPr>
            <a:xfrm>
              <a:off x="7557389" y="2053250"/>
              <a:ext cx="656212" cy="928836"/>
            </a:xfrm>
            <a:prstGeom prst="rect">
              <a:avLst/>
            </a:prstGeom>
            <a:noFill/>
            <a:ln>
              <a:noFill/>
            </a:ln>
            <a:effectLst>
              <a:outerShdw blurRad="71438" rotWithShape="0" algn="bl" dir="5400000" dist="28575">
                <a:srgbClr val="000000">
                  <a:alpha val="14900"/>
                </a:srgbClr>
              </a:outerShdw>
            </a:effectLst>
          </p:spPr>
        </p:pic>
        <p:pic>
          <p:nvPicPr>
            <p:cNvPr id="772" name="Google Shape;772;g341b55efd58_0_65"/>
            <p:cNvPicPr preferRelativeResize="0"/>
            <p:nvPr/>
          </p:nvPicPr>
          <p:blipFill rotWithShape="1">
            <a:blip r:embed="rId26">
              <a:alphaModFix/>
            </a:blip>
            <a:srcRect b="0" l="19" r="29" t="0"/>
            <a:stretch/>
          </p:blipFill>
          <p:spPr>
            <a:xfrm>
              <a:off x="6084733" y="3074669"/>
              <a:ext cx="656212" cy="928836"/>
            </a:xfrm>
            <a:prstGeom prst="rect">
              <a:avLst/>
            </a:prstGeom>
            <a:noFill/>
            <a:ln>
              <a:noFill/>
            </a:ln>
            <a:effectLst>
              <a:outerShdw blurRad="71438" rotWithShape="0" algn="bl" dir="5400000" dist="28575">
                <a:srgbClr val="000000">
                  <a:alpha val="15290"/>
                </a:srgbClr>
              </a:outerShdw>
            </a:effectLst>
          </p:spPr>
        </p:pic>
        <p:pic>
          <p:nvPicPr>
            <p:cNvPr id="773" name="Google Shape;773;g341b55efd58_0_65"/>
            <p:cNvPicPr preferRelativeResize="0"/>
            <p:nvPr/>
          </p:nvPicPr>
          <p:blipFill rotWithShape="1">
            <a:blip r:embed="rId27">
              <a:alphaModFix/>
            </a:blip>
            <a:srcRect b="0" l="79" r="79" t="0"/>
            <a:stretch/>
          </p:blipFill>
          <p:spPr>
            <a:xfrm>
              <a:off x="5348400" y="3074669"/>
              <a:ext cx="656212" cy="928835"/>
            </a:xfrm>
            <a:prstGeom prst="rect">
              <a:avLst/>
            </a:prstGeom>
            <a:noFill/>
            <a:ln>
              <a:noFill/>
            </a:ln>
            <a:effectLst>
              <a:outerShdw blurRad="71438" rotWithShape="0" algn="bl" dir="5400000" dist="28575">
                <a:srgbClr val="000000">
                  <a:alpha val="15290"/>
                </a:srgbClr>
              </a:outerShdw>
            </a:effectLst>
          </p:spPr>
        </p:pic>
        <p:pic>
          <p:nvPicPr>
            <p:cNvPr id="774" name="Google Shape;774;g341b55efd58_0_65"/>
            <p:cNvPicPr preferRelativeResize="0"/>
            <p:nvPr/>
          </p:nvPicPr>
          <p:blipFill rotWithShape="1">
            <a:blip r:embed="rId28">
              <a:alphaModFix/>
            </a:blip>
            <a:srcRect b="0" l="79" r="79" t="0"/>
            <a:stretch/>
          </p:blipFill>
          <p:spPr>
            <a:xfrm>
              <a:off x="4612067" y="3074669"/>
              <a:ext cx="656212" cy="928835"/>
            </a:xfrm>
            <a:prstGeom prst="rect">
              <a:avLst/>
            </a:prstGeom>
            <a:noFill/>
            <a:ln>
              <a:noFill/>
            </a:ln>
            <a:effectLst>
              <a:outerShdw blurRad="71438" rotWithShape="0" algn="bl" dir="5400000" dist="28575">
                <a:srgbClr val="000000">
                  <a:alpha val="14900"/>
                </a:srgbClr>
              </a:outerShdw>
            </a:effectLst>
          </p:spPr>
        </p:pic>
        <p:pic>
          <p:nvPicPr>
            <p:cNvPr id="775" name="Google Shape;775;g341b55efd58_0_65"/>
            <p:cNvPicPr preferRelativeResize="0"/>
            <p:nvPr/>
          </p:nvPicPr>
          <p:blipFill rotWithShape="1">
            <a:blip r:embed="rId29">
              <a:alphaModFix/>
            </a:blip>
            <a:srcRect b="0" l="19" r="29" t="0"/>
            <a:stretch/>
          </p:blipFill>
          <p:spPr>
            <a:xfrm>
              <a:off x="3875733" y="3074669"/>
              <a:ext cx="656212" cy="928836"/>
            </a:xfrm>
            <a:prstGeom prst="rect">
              <a:avLst/>
            </a:prstGeom>
            <a:noFill/>
            <a:ln>
              <a:noFill/>
            </a:ln>
            <a:effectLst>
              <a:outerShdw blurRad="71438" rotWithShape="0" algn="bl" dir="5400000" dist="28575">
                <a:srgbClr val="000000">
                  <a:alpha val="15290"/>
                </a:srgbClr>
              </a:outerShdw>
            </a:effectLst>
          </p:spPr>
        </p:pic>
        <p:pic>
          <p:nvPicPr>
            <p:cNvPr id="776" name="Google Shape;776;g341b55efd58_0_65"/>
            <p:cNvPicPr preferRelativeResize="0"/>
            <p:nvPr/>
          </p:nvPicPr>
          <p:blipFill rotWithShape="1">
            <a:blip r:embed="rId30">
              <a:alphaModFix/>
            </a:blip>
            <a:srcRect b="0" l="19" r="29" t="0"/>
            <a:stretch/>
          </p:blipFill>
          <p:spPr>
            <a:xfrm>
              <a:off x="3139400" y="3074669"/>
              <a:ext cx="656212" cy="928836"/>
            </a:xfrm>
            <a:prstGeom prst="rect">
              <a:avLst/>
            </a:prstGeom>
            <a:noFill/>
            <a:ln>
              <a:noFill/>
            </a:ln>
            <a:effectLst>
              <a:outerShdw blurRad="71438" rotWithShape="0" algn="bl" dir="5400000" dist="28575">
                <a:srgbClr val="000000">
                  <a:alpha val="15290"/>
                </a:srgbClr>
              </a:outerShdw>
            </a:effectLst>
          </p:spPr>
        </p:pic>
        <p:pic>
          <p:nvPicPr>
            <p:cNvPr id="777" name="Google Shape;777;g341b55efd58_0_65"/>
            <p:cNvPicPr preferRelativeResize="0"/>
            <p:nvPr/>
          </p:nvPicPr>
          <p:blipFill rotWithShape="1">
            <a:blip r:embed="rId31">
              <a:alphaModFix/>
            </a:blip>
            <a:srcRect b="0" l="79" r="79" t="0"/>
            <a:stretch/>
          </p:blipFill>
          <p:spPr>
            <a:xfrm>
              <a:off x="2403067" y="3074669"/>
              <a:ext cx="656212" cy="928835"/>
            </a:xfrm>
            <a:prstGeom prst="rect">
              <a:avLst/>
            </a:prstGeom>
            <a:noFill/>
            <a:ln>
              <a:noFill/>
            </a:ln>
            <a:effectLst>
              <a:outerShdw blurRad="71438" rotWithShape="0" algn="bl" dir="5400000" dist="28575">
                <a:srgbClr val="000000">
                  <a:alpha val="15290"/>
                </a:srgbClr>
              </a:outerShdw>
            </a:effectLst>
          </p:spPr>
        </p:pic>
        <p:pic>
          <p:nvPicPr>
            <p:cNvPr id="778" name="Google Shape;778;g341b55efd58_0_65"/>
            <p:cNvPicPr preferRelativeResize="0"/>
            <p:nvPr/>
          </p:nvPicPr>
          <p:blipFill rotWithShape="1">
            <a:blip r:embed="rId32">
              <a:alphaModFix/>
            </a:blip>
            <a:srcRect b="0" l="19" r="29" t="0"/>
            <a:stretch/>
          </p:blipFill>
          <p:spPr>
            <a:xfrm>
              <a:off x="930400" y="3074669"/>
              <a:ext cx="656212" cy="928836"/>
            </a:xfrm>
            <a:prstGeom prst="rect">
              <a:avLst/>
            </a:prstGeom>
            <a:noFill/>
            <a:ln>
              <a:noFill/>
            </a:ln>
            <a:effectLst>
              <a:outerShdw blurRad="71438" rotWithShape="0" algn="bl" dir="5400000" dist="28575">
                <a:srgbClr val="000000">
                  <a:alpha val="14900"/>
                </a:srgbClr>
              </a:outerShdw>
            </a:effectLst>
          </p:spPr>
        </p:pic>
        <p:pic>
          <p:nvPicPr>
            <p:cNvPr id="779" name="Google Shape;779;g341b55efd58_0_65"/>
            <p:cNvPicPr preferRelativeResize="0"/>
            <p:nvPr/>
          </p:nvPicPr>
          <p:blipFill rotWithShape="1">
            <a:blip r:embed="rId33">
              <a:alphaModFix/>
            </a:blip>
            <a:srcRect b="0" l="19" r="29" t="0"/>
            <a:stretch/>
          </p:blipFill>
          <p:spPr>
            <a:xfrm>
              <a:off x="1666733" y="3074669"/>
              <a:ext cx="656212" cy="928836"/>
            </a:xfrm>
            <a:prstGeom prst="rect">
              <a:avLst/>
            </a:prstGeom>
            <a:noFill/>
            <a:ln>
              <a:noFill/>
            </a:ln>
            <a:effectLst>
              <a:outerShdw blurRad="71438" rotWithShape="0" algn="bl" dir="5400000" dist="28575">
                <a:srgbClr val="000000">
                  <a:alpha val="14900"/>
                </a:srgbClr>
              </a:outerShdw>
            </a:effectLst>
          </p:spPr>
        </p:pic>
        <p:pic>
          <p:nvPicPr>
            <p:cNvPr id="780" name="Google Shape;780;g341b55efd58_0_65"/>
            <p:cNvPicPr preferRelativeResize="0"/>
            <p:nvPr/>
          </p:nvPicPr>
          <p:blipFill rotWithShape="1">
            <a:blip r:embed="rId34">
              <a:alphaModFix/>
            </a:blip>
            <a:srcRect b="0" l="79" r="79" t="0"/>
            <a:stretch/>
          </p:blipFill>
          <p:spPr>
            <a:xfrm>
              <a:off x="930400" y="2053250"/>
              <a:ext cx="656212" cy="928835"/>
            </a:xfrm>
            <a:prstGeom prst="rect">
              <a:avLst/>
            </a:prstGeom>
            <a:noFill/>
            <a:ln>
              <a:noFill/>
            </a:ln>
            <a:effectLst>
              <a:outerShdw blurRad="71438" rotWithShape="0" algn="bl" dir="5400000" dist="28575">
                <a:srgbClr val="000000">
                  <a:alpha val="15290"/>
                </a:srgbClr>
              </a:outerShdw>
            </a:effectLst>
          </p:spPr>
        </p:pic>
        <p:pic>
          <p:nvPicPr>
            <p:cNvPr id="781" name="Google Shape;781;g341b55efd58_0_65"/>
            <p:cNvPicPr preferRelativeResize="0"/>
            <p:nvPr/>
          </p:nvPicPr>
          <p:blipFill rotWithShape="1">
            <a:blip r:embed="rId35">
              <a:alphaModFix/>
            </a:blip>
            <a:srcRect b="0" l="19" r="29" t="0"/>
            <a:stretch/>
          </p:blipFill>
          <p:spPr>
            <a:xfrm>
              <a:off x="3139400" y="2053250"/>
              <a:ext cx="656212" cy="928836"/>
            </a:xfrm>
            <a:prstGeom prst="rect">
              <a:avLst/>
            </a:prstGeom>
            <a:noFill/>
            <a:ln>
              <a:noFill/>
            </a:ln>
            <a:effectLst>
              <a:outerShdw blurRad="71438" rotWithShape="0" algn="bl" dir="5400000" dist="28575">
                <a:srgbClr val="000000">
                  <a:alpha val="15290"/>
                </a:srgbClr>
              </a:outerShdw>
            </a:effectLst>
          </p:spPr>
        </p:pic>
        <p:pic>
          <p:nvPicPr>
            <p:cNvPr id="782" name="Google Shape;782;g341b55efd58_0_65"/>
            <p:cNvPicPr preferRelativeResize="0"/>
            <p:nvPr/>
          </p:nvPicPr>
          <p:blipFill rotWithShape="1">
            <a:blip r:embed="rId36">
              <a:alphaModFix/>
            </a:blip>
            <a:srcRect b="0" l="19" r="29" t="0"/>
            <a:stretch/>
          </p:blipFill>
          <p:spPr>
            <a:xfrm>
              <a:off x="1666733" y="2053250"/>
              <a:ext cx="656212" cy="928836"/>
            </a:xfrm>
            <a:prstGeom prst="rect">
              <a:avLst/>
            </a:prstGeom>
            <a:noFill/>
            <a:ln>
              <a:noFill/>
            </a:ln>
            <a:effectLst>
              <a:outerShdw blurRad="71438" rotWithShape="0" algn="bl" dir="5400000" dist="28575">
                <a:srgbClr val="000000">
                  <a:alpha val="15290"/>
                </a:srgbClr>
              </a:outerShdw>
            </a:effectLst>
          </p:spPr>
        </p:pic>
        <p:pic>
          <p:nvPicPr>
            <p:cNvPr id="783" name="Google Shape;783;g341b55efd58_0_65"/>
            <p:cNvPicPr preferRelativeResize="0"/>
            <p:nvPr/>
          </p:nvPicPr>
          <p:blipFill rotWithShape="1">
            <a:blip r:embed="rId37">
              <a:alphaModFix/>
            </a:blip>
            <a:srcRect b="0" l="19" r="29" t="0"/>
            <a:stretch/>
          </p:blipFill>
          <p:spPr>
            <a:xfrm>
              <a:off x="2403067" y="2053250"/>
              <a:ext cx="656212" cy="928836"/>
            </a:xfrm>
            <a:prstGeom prst="rect">
              <a:avLst/>
            </a:prstGeom>
            <a:noFill/>
            <a:ln>
              <a:noFill/>
            </a:ln>
            <a:effectLst>
              <a:outerShdw blurRad="71438" rotWithShape="0" algn="bl" dir="5400000" dist="28575">
                <a:srgbClr val="000000">
                  <a:alpha val="15290"/>
                </a:srgbClr>
              </a:outerShdw>
            </a:effectLst>
          </p:spPr>
        </p:pic>
        <p:pic>
          <p:nvPicPr>
            <p:cNvPr id="784" name="Google Shape;784;g341b55efd58_0_65"/>
            <p:cNvPicPr preferRelativeResize="0"/>
            <p:nvPr/>
          </p:nvPicPr>
          <p:blipFill rotWithShape="1">
            <a:blip r:embed="rId38">
              <a:alphaModFix/>
            </a:blip>
            <a:srcRect b="0" l="79" r="79" t="0"/>
            <a:stretch/>
          </p:blipFill>
          <p:spPr>
            <a:xfrm>
              <a:off x="3875733" y="2053250"/>
              <a:ext cx="656212" cy="928835"/>
            </a:xfrm>
            <a:prstGeom prst="rect">
              <a:avLst/>
            </a:prstGeom>
            <a:noFill/>
            <a:ln>
              <a:noFill/>
            </a:ln>
            <a:effectLst>
              <a:outerShdw blurRad="71438" rotWithShape="0" algn="bl" dir="5400000" dist="28575">
                <a:srgbClr val="000000">
                  <a:alpha val="15290"/>
                </a:srgbClr>
              </a:outerShdw>
            </a:effectLst>
          </p:spPr>
        </p:pic>
        <p:pic>
          <p:nvPicPr>
            <p:cNvPr id="785" name="Google Shape;785;g341b55efd58_0_65"/>
            <p:cNvPicPr preferRelativeResize="0"/>
            <p:nvPr/>
          </p:nvPicPr>
          <p:blipFill rotWithShape="1">
            <a:blip r:embed="rId39">
              <a:alphaModFix/>
            </a:blip>
            <a:srcRect b="0" l="79" r="79" t="0"/>
            <a:stretch/>
          </p:blipFill>
          <p:spPr>
            <a:xfrm>
              <a:off x="6084733" y="2053250"/>
              <a:ext cx="656212" cy="928835"/>
            </a:xfrm>
            <a:prstGeom prst="rect">
              <a:avLst/>
            </a:prstGeom>
            <a:noFill/>
            <a:ln>
              <a:noFill/>
            </a:ln>
            <a:effectLst>
              <a:outerShdw blurRad="71438" rotWithShape="0" algn="bl" dir="5400000" dist="28575">
                <a:srgbClr val="000000">
                  <a:alpha val="15290"/>
                </a:srgbClr>
              </a:outerShdw>
            </a:effectLst>
          </p:spPr>
        </p:pic>
        <p:pic>
          <p:nvPicPr>
            <p:cNvPr id="786" name="Google Shape;786;g341b55efd58_0_65"/>
            <p:cNvPicPr preferRelativeResize="0"/>
            <p:nvPr/>
          </p:nvPicPr>
          <p:blipFill rotWithShape="1">
            <a:blip r:embed="rId40">
              <a:alphaModFix/>
            </a:blip>
            <a:srcRect b="0" l="79" r="79" t="0"/>
            <a:stretch/>
          </p:blipFill>
          <p:spPr>
            <a:xfrm>
              <a:off x="4612067" y="2053250"/>
              <a:ext cx="656212" cy="928835"/>
            </a:xfrm>
            <a:prstGeom prst="rect">
              <a:avLst/>
            </a:prstGeom>
            <a:noFill/>
            <a:ln>
              <a:noFill/>
            </a:ln>
            <a:effectLst>
              <a:outerShdw blurRad="71438" rotWithShape="0" algn="bl" dir="5400000" dist="28575">
                <a:srgbClr val="000000">
                  <a:alpha val="15290"/>
                </a:srgbClr>
              </a:outerShdw>
            </a:effectLst>
          </p:spPr>
        </p:pic>
        <p:pic>
          <p:nvPicPr>
            <p:cNvPr id="787" name="Google Shape;787;g341b55efd58_0_65"/>
            <p:cNvPicPr preferRelativeResize="0"/>
            <p:nvPr/>
          </p:nvPicPr>
          <p:blipFill rotWithShape="1">
            <a:blip r:embed="rId41">
              <a:alphaModFix/>
            </a:blip>
            <a:srcRect b="0" l="19" r="29" t="0"/>
            <a:stretch/>
          </p:blipFill>
          <p:spPr>
            <a:xfrm>
              <a:off x="5348400" y="2053250"/>
              <a:ext cx="656212" cy="928836"/>
            </a:xfrm>
            <a:prstGeom prst="rect">
              <a:avLst/>
            </a:prstGeom>
            <a:noFill/>
            <a:ln>
              <a:noFill/>
            </a:ln>
            <a:effectLst>
              <a:outerShdw blurRad="71438" rotWithShape="0" algn="bl" dir="5400000" dist="28575">
                <a:srgbClr val="000000">
                  <a:alpha val="15290"/>
                </a:srgbClr>
              </a:outerShdw>
            </a:effectLst>
          </p:spPr>
        </p:pic>
        <p:pic>
          <p:nvPicPr>
            <p:cNvPr id="788" name="Google Shape;788;g341b55efd58_0_65"/>
            <p:cNvPicPr preferRelativeResize="0"/>
            <p:nvPr/>
          </p:nvPicPr>
          <p:blipFill rotWithShape="1">
            <a:blip r:embed="rId42">
              <a:alphaModFix/>
            </a:blip>
            <a:srcRect b="0" l="79" r="79" t="0"/>
            <a:stretch/>
          </p:blipFill>
          <p:spPr>
            <a:xfrm>
              <a:off x="6821063" y="2053250"/>
              <a:ext cx="656212" cy="928835"/>
            </a:xfrm>
            <a:prstGeom prst="rect">
              <a:avLst/>
            </a:prstGeom>
            <a:noFill/>
            <a:ln>
              <a:noFill/>
            </a:ln>
            <a:effectLst>
              <a:outerShdw blurRad="71438" rotWithShape="0" algn="bl" dir="5400000" dist="28575">
                <a:srgbClr val="000000">
                  <a:alpha val="15290"/>
                </a:srgbClr>
              </a:outerShdw>
            </a:effectLst>
          </p:spPr>
        </p:pic>
        <p:pic>
          <p:nvPicPr>
            <p:cNvPr id="789" name="Google Shape;789;g341b55efd58_0_65"/>
            <p:cNvPicPr preferRelativeResize="0"/>
            <p:nvPr/>
          </p:nvPicPr>
          <p:blipFill rotWithShape="1">
            <a:blip r:embed="rId43">
              <a:alphaModFix/>
            </a:blip>
            <a:srcRect b="0" l="19" r="29" t="0"/>
            <a:stretch/>
          </p:blipFill>
          <p:spPr>
            <a:xfrm>
              <a:off x="7557389" y="2053250"/>
              <a:ext cx="656212" cy="928836"/>
            </a:xfrm>
            <a:prstGeom prst="rect">
              <a:avLst/>
            </a:prstGeom>
            <a:noFill/>
            <a:ln>
              <a:noFill/>
            </a:ln>
            <a:effectLst>
              <a:outerShdw blurRad="71438" rotWithShape="0" algn="bl" dir="5400000" dist="28575">
                <a:srgbClr val="000000">
                  <a:alpha val="15290"/>
                </a:srgbClr>
              </a:outerShdw>
            </a:effectLst>
          </p:spPr>
        </p:pic>
      </p:gr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4" name="Shape 794"/>
        <p:cNvGrpSpPr/>
        <p:nvPr/>
      </p:nvGrpSpPr>
      <p:grpSpPr>
        <a:xfrm>
          <a:off x="0" y="0"/>
          <a:ext cx="0" cy="0"/>
          <a:chOff x="0" y="0"/>
          <a:chExt cx="0" cy="0"/>
        </a:xfrm>
      </p:grpSpPr>
      <p:sp>
        <p:nvSpPr>
          <p:cNvPr id="795" name="Google Shape;795;g341b55efd58_0_112"/>
          <p:cNvSpPr txBox="1"/>
          <p:nvPr>
            <p:ph type="title"/>
          </p:nvPr>
        </p:nvSpPr>
        <p:spPr>
          <a:xfrm>
            <a:off x="995275" y="582900"/>
            <a:ext cx="7153500" cy="12432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SzPts val="2400"/>
              <a:buNone/>
            </a:pPr>
            <a:r>
              <a:rPr lang="en-US">
                <a:solidFill>
                  <a:schemeClr val="dk1"/>
                </a:solidFill>
              </a:rPr>
              <a:t>Recall all GPCs learned so far using flashcards.</a:t>
            </a:r>
            <a:endParaRPr/>
          </a:p>
        </p:txBody>
      </p:sp>
      <p:grpSp>
        <p:nvGrpSpPr>
          <p:cNvPr id="796" name="Google Shape;796;g341b55efd58_0_112"/>
          <p:cNvGrpSpPr/>
          <p:nvPr/>
        </p:nvGrpSpPr>
        <p:grpSpPr>
          <a:xfrm>
            <a:off x="855905" y="2053250"/>
            <a:ext cx="7272577" cy="3316697"/>
            <a:chOff x="855905" y="2053250"/>
            <a:chExt cx="7272577" cy="3316697"/>
          </a:xfrm>
        </p:grpSpPr>
        <p:pic>
          <p:nvPicPr>
            <p:cNvPr id="797" name="Google Shape;797;g341b55efd58_0_112"/>
            <p:cNvPicPr preferRelativeResize="0"/>
            <p:nvPr/>
          </p:nvPicPr>
          <p:blipFill rotWithShape="1">
            <a:blip r:embed="rId3">
              <a:alphaModFix/>
            </a:blip>
            <a:srcRect b="0" l="0" r="0" t="0"/>
            <a:stretch/>
          </p:blipFill>
          <p:spPr>
            <a:xfrm>
              <a:off x="3913873" y="2901638"/>
              <a:ext cx="545045" cy="771487"/>
            </a:xfrm>
            <a:prstGeom prst="rect">
              <a:avLst/>
            </a:prstGeom>
            <a:noFill/>
            <a:ln>
              <a:noFill/>
            </a:ln>
            <a:effectLst>
              <a:outerShdw blurRad="71438" rotWithShape="0" algn="bl" dir="5400000" dist="28575">
                <a:srgbClr val="000000">
                  <a:alpha val="14900"/>
                </a:srgbClr>
              </a:outerShdw>
            </a:effectLst>
          </p:spPr>
        </p:pic>
        <p:pic>
          <p:nvPicPr>
            <p:cNvPr id="798" name="Google Shape;798;g341b55efd58_0_112"/>
            <p:cNvPicPr preferRelativeResize="0"/>
            <p:nvPr/>
          </p:nvPicPr>
          <p:blipFill rotWithShape="1">
            <a:blip r:embed="rId4">
              <a:alphaModFix/>
            </a:blip>
            <a:srcRect b="0" l="79" r="79" t="0"/>
            <a:stretch/>
          </p:blipFill>
          <p:spPr>
            <a:xfrm>
              <a:off x="4525464" y="2901638"/>
              <a:ext cx="545045" cy="771487"/>
            </a:xfrm>
            <a:prstGeom prst="rect">
              <a:avLst/>
            </a:prstGeom>
            <a:noFill/>
            <a:ln>
              <a:noFill/>
            </a:ln>
            <a:effectLst>
              <a:outerShdw blurRad="71438" rotWithShape="0" algn="bl" dir="5400000" dist="28575">
                <a:srgbClr val="000000">
                  <a:alpha val="14900"/>
                </a:srgbClr>
              </a:outerShdw>
            </a:effectLst>
          </p:spPr>
        </p:pic>
        <p:pic>
          <p:nvPicPr>
            <p:cNvPr id="799" name="Google Shape;799;g341b55efd58_0_112"/>
            <p:cNvPicPr preferRelativeResize="0"/>
            <p:nvPr/>
          </p:nvPicPr>
          <p:blipFill rotWithShape="1">
            <a:blip r:embed="rId5">
              <a:alphaModFix/>
            </a:blip>
            <a:srcRect b="0" l="19" r="29" t="0"/>
            <a:stretch/>
          </p:blipFill>
          <p:spPr>
            <a:xfrm>
              <a:off x="5137051" y="2901638"/>
              <a:ext cx="545045" cy="771492"/>
            </a:xfrm>
            <a:prstGeom prst="rect">
              <a:avLst/>
            </a:prstGeom>
            <a:noFill/>
            <a:ln>
              <a:noFill/>
            </a:ln>
            <a:effectLst>
              <a:outerShdw blurRad="71438" rotWithShape="0" algn="bl" dir="5400000" dist="28575">
                <a:srgbClr val="000000">
                  <a:alpha val="14900"/>
                </a:srgbClr>
              </a:outerShdw>
            </a:effectLst>
          </p:spPr>
        </p:pic>
        <p:pic>
          <p:nvPicPr>
            <p:cNvPr id="800" name="Google Shape;800;g341b55efd58_0_112"/>
            <p:cNvPicPr preferRelativeResize="0"/>
            <p:nvPr/>
          </p:nvPicPr>
          <p:blipFill rotWithShape="1">
            <a:blip r:embed="rId6">
              <a:alphaModFix/>
            </a:blip>
            <a:srcRect b="0" l="19" r="29" t="0"/>
            <a:stretch/>
          </p:blipFill>
          <p:spPr>
            <a:xfrm>
              <a:off x="5748645" y="2901638"/>
              <a:ext cx="545045" cy="771492"/>
            </a:xfrm>
            <a:prstGeom prst="rect">
              <a:avLst/>
            </a:prstGeom>
            <a:noFill/>
            <a:ln>
              <a:noFill/>
            </a:ln>
            <a:effectLst>
              <a:outerShdw blurRad="71438" rotWithShape="0" algn="bl" dir="5400000" dist="28575">
                <a:srgbClr val="000000">
                  <a:alpha val="14900"/>
                </a:srgbClr>
              </a:outerShdw>
            </a:effectLst>
          </p:spPr>
        </p:pic>
        <p:pic>
          <p:nvPicPr>
            <p:cNvPr id="801" name="Google Shape;801;g341b55efd58_0_112"/>
            <p:cNvPicPr preferRelativeResize="0"/>
            <p:nvPr/>
          </p:nvPicPr>
          <p:blipFill rotWithShape="1">
            <a:blip r:embed="rId7">
              <a:alphaModFix/>
            </a:blip>
            <a:srcRect b="0" l="19" r="29" t="0"/>
            <a:stretch/>
          </p:blipFill>
          <p:spPr>
            <a:xfrm>
              <a:off x="6360241" y="2901638"/>
              <a:ext cx="545045" cy="771492"/>
            </a:xfrm>
            <a:prstGeom prst="rect">
              <a:avLst/>
            </a:prstGeom>
            <a:noFill/>
            <a:ln>
              <a:noFill/>
            </a:ln>
            <a:effectLst>
              <a:outerShdw blurRad="71438" rotWithShape="0" algn="bl" dir="5400000" dist="28575">
                <a:srgbClr val="000000">
                  <a:alpha val="14900"/>
                </a:srgbClr>
              </a:outerShdw>
            </a:effectLst>
          </p:spPr>
        </p:pic>
        <p:pic>
          <p:nvPicPr>
            <p:cNvPr id="802" name="Google Shape;802;g341b55efd58_0_112"/>
            <p:cNvPicPr preferRelativeResize="0"/>
            <p:nvPr/>
          </p:nvPicPr>
          <p:blipFill rotWithShape="1">
            <a:blip r:embed="rId8">
              <a:alphaModFix/>
            </a:blip>
            <a:srcRect b="0" l="79" r="79" t="0"/>
            <a:stretch/>
          </p:blipFill>
          <p:spPr>
            <a:xfrm>
              <a:off x="7583414" y="2901642"/>
              <a:ext cx="545045" cy="771487"/>
            </a:xfrm>
            <a:prstGeom prst="rect">
              <a:avLst/>
            </a:prstGeom>
            <a:noFill/>
            <a:ln>
              <a:noFill/>
            </a:ln>
            <a:effectLst>
              <a:outerShdw blurRad="71438" rotWithShape="0" algn="bl" dir="5400000" dist="28575">
                <a:srgbClr val="000000">
                  <a:alpha val="14900"/>
                </a:srgbClr>
              </a:outerShdw>
            </a:effectLst>
          </p:spPr>
        </p:pic>
        <p:pic>
          <p:nvPicPr>
            <p:cNvPr id="803" name="Google Shape;803;g341b55efd58_0_112"/>
            <p:cNvPicPr preferRelativeResize="0"/>
            <p:nvPr/>
          </p:nvPicPr>
          <p:blipFill rotWithShape="1">
            <a:blip r:embed="rId9">
              <a:alphaModFix/>
            </a:blip>
            <a:srcRect b="0" l="79" r="79" t="0"/>
            <a:stretch/>
          </p:blipFill>
          <p:spPr>
            <a:xfrm>
              <a:off x="6971821" y="2901642"/>
              <a:ext cx="545045" cy="771487"/>
            </a:xfrm>
            <a:prstGeom prst="rect">
              <a:avLst/>
            </a:prstGeom>
            <a:noFill/>
            <a:ln>
              <a:noFill/>
            </a:ln>
            <a:effectLst>
              <a:outerShdw blurRad="71438" rotWithShape="0" algn="bl" dir="5400000" dist="28575">
                <a:srgbClr val="000000">
                  <a:alpha val="14900"/>
                </a:srgbClr>
              </a:outerShdw>
            </a:effectLst>
          </p:spPr>
        </p:pic>
        <p:pic>
          <p:nvPicPr>
            <p:cNvPr id="804" name="Google Shape;804;g341b55efd58_0_112"/>
            <p:cNvPicPr preferRelativeResize="0"/>
            <p:nvPr/>
          </p:nvPicPr>
          <p:blipFill rotWithShape="1">
            <a:blip r:embed="rId10">
              <a:alphaModFix/>
            </a:blip>
            <a:srcRect b="0" l="19" r="29" t="0"/>
            <a:stretch/>
          </p:blipFill>
          <p:spPr>
            <a:xfrm>
              <a:off x="856170" y="3750043"/>
              <a:ext cx="545045" cy="771492"/>
            </a:xfrm>
            <a:prstGeom prst="rect">
              <a:avLst/>
            </a:prstGeom>
            <a:noFill/>
            <a:ln>
              <a:noFill/>
            </a:ln>
            <a:effectLst>
              <a:outerShdw blurRad="71438" rotWithShape="0" algn="bl" dir="5400000" dist="28575">
                <a:srgbClr val="000000">
                  <a:alpha val="14900"/>
                </a:srgbClr>
              </a:outerShdw>
            </a:effectLst>
          </p:spPr>
        </p:pic>
        <p:pic>
          <p:nvPicPr>
            <p:cNvPr id="805" name="Google Shape;805;g341b55efd58_0_112"/>
            <p:cNvPicPr preferRelativeResize="0"/>
            <p:nvPr/>
          </p:nvPicPr>
          <p:blipFill rotWithShape="1">
            <a:blip r:embed="rId11">
              <a:alphaModFix/>
            </a:blip>
            <a:srcRect b="0" l="79" r="79" t="0"/>
            <a:stretch/>
          </p:blipFill>
          <p:spPr>
            <a:xfrm>
              <a:off x="2690948" y="3750028"/>
              <a:ext cx="545045" cy="771487"/>
            </a:xfrm>
            <a:prstGeom prst="rect">
              <a:avLst/>
            </a:prstGeom>
            <a:noFill/>
            <a:ln>
              <a:noFill/>
            </a:ln>
            <a:effectLst>
              <a:outerShdw blurRad="71438" rotWithShape="0" algn="bl" dir="5400000" dist="28575">
                <a:srgbClr val="000000">
                  <a:alpha val="14900"/>
                </a:srgbClr>
              </a:outerShdw>
            </a:effectLst>
          </p:spPr>
        </p:pic>
        <p:pic>
          <p:nvPicPr>
            <p:cNvPr id="806" name="Google Shape;806;g341b55efd58_0_112"/>
            <p:cNvPicPr preferRelativeResize="0"/>
            <p:nvPr/>
          </p:nvPicPr>
          <p:blipFill rotWithShape="1">
            <a:blip r:embed="rId12">
              <a:alphaModFix/>
            </a:blip>
            <a:srcRect b="0" l="79" r="79" t="0"/>
            <a:stretch/>
          </p:blipFill>
          <p:spPr>
            <a:xfrm>
              <a:off x="1467764" y="3750043"/>
              <a:ext cx="545045" cy="771487"/>
            </a:xfrm>
            <a:prstGeom prst="rect">
              <a:avLst/>
            </a:prstGeom>
            <a:noFill/>
            <a:ln>
              <a:noFill/>
            </a:ln>
            <a:effectLst>
              <a:outerShdw blurRad="71438" rotWithShape="0" algn="bl" dir="5400000" dist="28575">
                <a:srgbClr val="000000">
                  <a:alpha val="14900"/>
                </a:srgbClr>
              </a:outerShdw>
            </a:effectLst>
          </p:spPr>
        </p:pic>
        <p:pic>
          <p:nvPicPr>
            <p:cNvPr id="807" name="Google Shape;807;g341b55efd58_0_112"/>
            <p:cNvPicPr preferRelativeResize="0"/>
            <p:nvPr/>
          </p:nvPicPr>
          <p:blipFill rotWithShape="1">
            <a:blip r:embed="rId13">
              <a:alphaModFix/>
            </a:blip>
            <a:srcRect b="0" l="79" r="79" t="0"/>
            <a:stretch/>
          </p:blipFill>
          <p:spPr>
            <a:xfrm>
              <a:off x="2079354" y="3750027"/>
              <a:ext cx="545045" cy="771487"/>
            </a:xfrm>
            <a:prstGeom prst="rect">
              <a:avLst/>
            </a:prstGeom>
            <a:noFill/>
            <a:ln>
              <a:noFill/>
            </a:ln>
            <a:effectLst>
              <a:outerShdw blurRad="71438" rotWithShape="0" algn="bl" dir="5400000" dist="28575">
                <a:srgbClr val="000000">
                  <a:alpha val="14900"/>
                </a:srgbClr>
              </a:outerShdw>
            </a:effectLst>
          </p:spPr>
        </p:pic>
        <p:pic>
          <p:nvPicPr>
            <p:cNvPr id="808" name="Google Shape;808;g341b55efd58_0_112"/>
            <p:cNvPicPr preferRelativeResize="0"/>
            <p:nvPr/>
          </p:nvPicPr>
          <p:blipFill rotWithShape="1">
            <a:blip r:embed="rId14">
              <a:alphaModFix/>
            </a:blip>
            <a:srcRect b="0" l="19" r="29" t="0"/>
            <a:stretch/>
          </p:blipFill>
          <p:spPr>
            <a:xfrm>
              <a:off x="3302538" y="3750028"/>
              <a:ext cx="545045" cy="771492"/>
            </a:xfrm>
            <a:prstGeom prst="rect">
              <a:avLst/>
            </a:prstGeom>
            <a:noFill/>
            <a:ln>
              <a:noFill/>
            </a:ln>
            <a:effectLst>
              <a:outerShdw blurRad="71438" rotWithShape="0" algn="bl" dir="5400000" dist="28575">
                <a:srgbClr val="000000">
                  <a:alpha val="14900"/>
                </a:srgbClr>
              </a:outerShdw>
            </a:effectLst>
          </p:spPr>
        </p:pic>
        <p:pic>
          <p:nvPicPr>
            <p:cNvPr id="809" name="Google Shape;809;g341b55efd58_0_112"/>
            <p:cNvPicPr preferRelativeResize="0"/>
            <p:nvPr/>
          </p:nvPicPr>
          <p:blipFill rotWithShape="1">
            <a:blip r:embed="rId15">
              <a:alphaModFix/>
            </a:blip>
            <a:srcRect b="0" l="79" r="79" t="0"/>
            <a:stretch/>
          </p:blipFill>
          <p:spPr>
            <a:xfrm>
              <a:off x="3914125" y="3750027"/>
              <a:ext cx="545045" cy="771487"/>
            </a:xfrm>
            <a:prstGeom prst="rect">
              <a:avLst/>
            </a:prstGeom>
            <a:noFill/>
            <a:ln>
              <a:noFill/>
            </a:ln>
            <a:effectLst>
              <a:outerShdw blurRad="71438" rotWithShape="0" algn="bl" dir="5400000" dist="28575">
                <a:srgbClr val="000000">
                  <a:alpha val="14900"/>
                </a:srgbClr>
              </a:outerShdw>
            </a:effectLst>
          </p:spPr>
        </p:pic>
        <p:pic>
          <p:nvPicPr>
            <p:cNvPr id="810" name="Google Shape;810;g341b55efd58_0_112"/>
            <p:cNvPicPr preferRelativeResize="0"/>
            <p:nvPr/>
          </p:nvPicPr>
          <p:blipFill rotWithShape="1">
            <a:blip r:embed="rId16">
              <a:alphaModFix/>
            </a:blip>
            <a:srcRect b="0" l="79" r="79" t="0"/>
            <a:stretch/>
          </p:blipFill>
          <p:spPr>
            <a:xfrm>
              <a:off x="4525722" y="3750028"/>
              <a:ext cx="545045" cy="771487"/>
            </a:xfrm>
            <a:prstGeom prst="rect">
              <a:avLst/>
            </a:prstGeom>
            <a:noFill/>
            <a:ln>
              <a:noFill/>
            </a:ln>
            <a:effectLst>
              <a:outerShdw blurRad="71438" rotWithShape="0" algn="bl" dir="5400000" dist="28575">
                <a:srgbClr val="000000">
                  <a:alpha val="14900"/>
                </a:srgbClr>
              </a:outerShdw>
            </a:effectLst>
          </p:spPr>
        </p:pic>
        <p:pic>
          <p:nvPicPr>
            <p:cNvPr id="811" name="Google Shape;811;g341b55efd58_0_112"/>
            <p:cNvPicPr preferRelativeResize="0"/>
            <p:nvPr/>
          </p:nvPicPr>
          <p:blipFill rotWithShape="1">
            <a:blip r:embed="rId17">
              <a:alphaModFix/>
            </a:blip>
            <a:srcRect b="0" l="19" r="29" t="0"/>
            <a:stretch/>
          </p:blipFill>
          <p:spPr>
            <a:xfrm>
              <a:off x="5137316" y="3750027"/>
              <a:ext cx="545045" cy="771487"/>
            </a:xfrm>
            <a:prstGeom prst="rect">
              <a:avLst/>
            </a:prstGeom>
            <a:noFill/>
            <a:ln>
              <a:noFill/>
            </a:ln>
            <a:effectLst>
              <a:outerShdw blurRad="71438" rotWithShape="0" algn="bl" dir="5400000" dist="28575">
                <a:srgbClr val="000000">
                  <a:alpha val="14900"/>
                </a:srgbClr>
              </a:outerShdw>
            </a:effectLst>
          </p:spPr>
        </p:pic>
        <p:pic>
          <p:nvPicPr>
            <p:cNvPr id="812" name="Google Shape;812;g341b55efd58_0_112"/>
            <p:cNvPicPr preferRelativeResize="0"/>
            <p:nvPr/>
          </p:nvPicPr>
          <p:blipFill rotWithShape="1">
            <a:blip r:embed="rId18">
              <a:alphaModFix/>
            </a:blip>
            <a:srcRect b="0" l="79" r="79" t="0"/>
            <a:stretch/>
          </p:blipFill>
          <p:spPr>
            <a:xfrm>
              <a:off x="5748909" y="3750026"/>
              <a:ext cx="545045" cy="771487"/>
            </a:xfrm>
            <a:prstGeom prst="rect">
              <a:avLst/>
            </a:prstGeom>
            <a:noFill/>
            <a:ln>
              <a:noFill/>
            </a:ln>
            <a:effectLst>
              <a:outerShdw blurRad="71438" rotWithShape="0" algn="bl" dir="5400000" dist="28575">
                <a:srgbClr val="000000">
                  <a:alpha val="14900"/>
                </a:srgbClr>
              </a:outerShdw>
            </a:effectLst>
          </p:spPr>
        </p:pic>
        <p:pic>
          <p:nvPicPr>
            <p:cNvPr id="813" name="Google Shape;813;g341b55efd58_0_112"/>
            <p:cNvPicPr preferRelativeResize="0"/>
            <p:nvPr/>
          </p:nvPicPr>
          <p:blipFill rotWithShape="1">
            <a:blip r:embed="rId19">
              <a:alphaModFix/>
            </a:blip>
            <a:srcRect b="0" l="89" r="79" t="0"/>
            <a:stretch/>
          </p:blipFill>
          <p:spPr>
            <a:xfrm>
              <a:off x="6360482" y="3750026"/>
              <a:ext cx="544981" cy="771496"/>
            </a:xfrm>
            <a:prstGeom prst="rect">
              <a:avLst/>
            </a:prstGeom>
            <a:noFill/>
            <a:ln>
              <a:noFill/>
            </a:ln>
            <a:effectLst>
              <a:outerShdw blurRad="71438" rotWithShape="0" algn="bl" dir="5400000" dist="28575">
                <a:srgbClr val="000000">
                  <a:alpha val="14900"/>
                </a:srgbClr>
              </a:outerShdw>
            </a:effectLst>
          </p:spPr>
        </p:pic>
        <p:pic>
          <p:nvPicPr>
            <p:cNvPr id="814" name="Google Shape;814;g341b55efd58_0_112"/>
            <p:cNvPicPr preferRelativeResize="0"/>
            <p:nvPr/>
          </p:nvPicPr>
          <p:blipFill rotWithShape="1">
            <a:blip r:embed="rId20">
              <a:alphaModFix/>
            </a:blip>
            <a:srcRect b="0" l="0" r="0" t="0"/>
            <a:stretch/>
          </p:blipFill>
          <p:spPr>
            <a:xfrm>
              <a:off x="3302280" y="2901638"/>
              <a:ext cx="545045" cy="771487"/>
            </a:xfrm>
            <a:prstGeom prst="rect">
              <a:avLst/>
            </a:prstGeom>
            <a:noFill/>
            <a:ln>
              <a:noFill/>
            </a:ln>
            <a:effectLst>
              <a:outerShdw blurRad="71438" rotWithShape="0" algn="bl" dir="5400000" dist="28575">
                <a:srgbClr val="000000">
                  <a:alpha val="14900"/>
                </a:srgbClr>
              </a:outerShdw>
            </a:effectLst>
          </p:spPr>
        </p:pic>
        <p:pic>
          <p:nvPicPr>
            <p:cNvPr id="815" name="Google Shape;815;g341b55efd58_0_112"/>
            <p:cNvPicPr preferRelativeResize="0"/>
            <p:nvPr/>
          </p:nvPicPr>
          <p:blipFill rotWithShape="1">
            <a:blip r:embed="rId21">
              <a:alphaModFix/>
            </a:blip>
            <a:srcRect b="0" l="0" r="0" t="0"/>
            <a:stretch/>
          </p:blipFill>
          <p:spPr>
            <a:xfrm>
              <a:off x="2690687" y="2901638"/>
              <a:ext cx="545045" cy="771487"/>
            </a:xfrm>
            <a:prstGeom prst="rect">
              <a:avLst/>
            </a:prstGeom>
            <a:noFill/>
            <a:ln>
              <a:noFill/>
            </a:ln>
            <a:effectLst>
              <a:outerShdw blurRad="71438" rotWithShape="0" algn="bl" dir="5400000" dist="28575">
                <a:srgbClr val="000000">
                  <a:alpha val="15290"/>
                </a:srgbClr>
              </a:outerShdw>
            </a:effectLst>
          </p:spPr>
        </p:pic>
        <p:pic>
          <p:nvPicPr>
            <p:cNvPr id="816" name="Google Shape;816;g341b55efd58_0_112"/>
            <p:cNvPicPr preferRelativeResize="0"/>
            <p:nvPr/>
          </p:nvPicPr>
          <p:blipFill rotWithShape="1">
            <a:blip r:embed="rId22">
              <a:alphaModFix/>
            </a:blip>
            <a:srcRect b="0" l="0" r="0" t="0"/>
            <a:stretch/>
          </p:blipFill>
          <p:spPr>
            <a:xfrm>
              <a:off x="2079093" y="2901638"/>
              <a:ext cx="545045" cy="771487"/>
            </a:xfrm>
            <a:prstGeom prst="rect">
              <a:avLst/>
            </a:prstGeom>
            <a:noFill/>
            <a:ln>
              <a:noFill/>
            </a:ln>
            <a:effectLst>
              <a:outerShdw blurRad="71438" rotWithShape="0" algn="bl" dir="5400000" dist="28575">
                <a:srgbClr val="000000">
                  <a:alpha val="15290"/>
                </a:srgbClr>
              </a:outerShdw>
            </a:effectLst>
          </p:spPr>
        </p:pic>
        <p:pic>
          <p:nvPicPr>
            <p:cNvPr id="817" name="Google Shape;817;g341b55efd58_0_112"/>
            <p:cNvPicPr preferRelativeResize="0"/>
            <p:nvPr/>
          </p:nvPicPr>
          <p:blipFill rotWithShape="1">
            <a:blip r:embed="rId23">
              <a:alphaModFix/>
            </a:blip>
            <a:srcRect b="49" l="0" r="0" t="59"/>
            <a:stretch/>
          </p:blipFill>
          <p:spPr>
            <a:xfrm>
              <a:off x="1467500" y="2901638"/>
              <a:ext cx="545045" cy="771492"/>
            </a:xfrm>
            <a:prstGeom prst="rect">
              <a:avLst/>
            </a:prstGeom>
            <a:noFill/>
            <a:ln>
              <a:noFill/>
            </a:ln>
            <a:effectLst>
              <a:outerShdw blurRad="71438" rotWithShape="0" algn="bl" dir="5400000" dist="28575">
                <a:srgbClr val="000000">
                  <a:alpha val="15290"/>
                </a:srgbClr>
              </a:outerShdw>
            </a:effectLst>
          </p:spPr>
        </p:pic>
        <p:pic>
          <p:nvPicPr>
            <p:cNvPr id="818" name="Google Shape;818;g341b55efd58_0_112"/>
            <p:cNvPicPr preferRelativeResize="0"/>
            <p:nvPr/>
          </p:nvPicPr>
          <p:blipFill rotWithShape="1">
            <a:blip r:embed="rId24">
              <a:alphaModFix/>
            </a:blip>
            <a:srcRect b="0" l="79" r="79" t="0"/>
            <a:stretch/>
          </p:blipFill>
          <p:spPr>
            <a:xfrm>
              <a:off x="855908" y="2053250"/>
              <a:ext cx="545045" cy="771487"/>
            </a:xfrm>
            <a:prstGeom prst="rect">
              <a:avLst/>
            </a:prstGeom>
            <a:noFill/>
            <a:ln>
              <a:noFill/>
            </a:ln>
            <a:effectLst>
              <a:outerShdw blurRad="71438" rotWithShape="0" algn="bl" dir="5400000" dist="28575">
                <a:srgbClr val="000000">
                  <a:alpha val="15290"/>
                </a:srgbClr>
              </a:outerShdw>
            </a:effectLst>
          </p:spPr>
        </p:pic>
        <p:pic>
          <p:nvPicPr>
            <p:cNvPr id="819" name="Google Shape;819;g341b55efd58_0_112"/>
            <p:cNvPicPr preferRelativeResize="0"/>
            <p:nvPr/>
          </p:nvPicPr>
          <p:blipFill rotWithShape="1">
            <a:blip r:embed="rId25">
              <a:alphaModFix/>
            </a:blip>
            <a:srcRect b="0" l="79" r="79" t="0"/>
            <a:stretch/>
          </p:blipFill>
          <p:spPr>
            <a:xfrm>
              <a:off x="2690688" y="2053250"/>
              <a:ext cx="545045" cy="771487"/>
            </a:xfrm>
            <a:prstGeom prst="rect">
              <a:avLst/>
            </a:prstGeom>
            <a:noFill/>
            <a:ln>
              <a:noFill/>
            </a:ln>
            <a:effectLst>
              <a:outerShdw blurRad="71438" rotWithShape="0" algn="bl" dir="5400000" dist="28575">
                <a:srgbClr val="000000">
                  <a:alpha val="15290"/>
                </a:srgbClr>
              </a:outerShdw>
            </a:effectLst>
          </p:spPr>
        </p:pic>
        <p:pic>
          <p:nvPicPr>
            <p:cNvPr id="820" name="Google Shape;820;g341b55efd58_0_112"/>
            <p:cNvPicPr preferRelativeResize="0"/>
            <p:nvPr/>
          </p:nvPicPr>
          <p:blipFill rotWithShape="1">
            <a:blip r:embed="rId26">
              <a:alphaModFix/>
            </a:blip>
            <a:srcRect b="0" l="19" r="29" t="0"/>
            <a:stretch/>
          </p:blipFill>
          <p:spPr>
            <a:xfrm>
              <a:off x="1467501" y="2053250"/>
              <a:ext cx="545045" cy="771492"/>
            </a:xfrm>
            <a:prstGeom prst="rect">
              <a:avLst/>
            </a:prstGeom>
            <a:noFill/>
            <a:ln>
              <a:noFill/>
            </a:ln>
            <a:effectLst>
              <a:outerShdw blurRad="71438" rotWithShape="0" algn="bl" dir="5400000" dist="28575">
                <a:srgbClr val="000000">
                  <a:alpha val="15290"/>
                </a:srgbClr>
              </a:outerShdw>
            </a:effectLst>
          </p:spPr>
        </p:pic>
        <p:pic>
          <p:nvPicPr>
            <p:cNvPr id="821" name="Google Shape;821;g341b55efd58_0_112"/>
            <p:cNvPicPr preferRelativeResize="0"/>
            <p:nvPr/>
          </p:nvPicPr>
          <p:blipFill rotWithShape="1">
            <a:blip r:embed="rId27">
              <a:alphaModFix/>
            </a:blip>
            <a:srcRect b="0" l="19" r="29" t="0"/>
            <a:stretch/>
          </p:blipFill>
          <p:spPr>
            <a:xfrm>
              <a:off x="2079096" y="2053250"/>
              <a:ext cx="545045" cy="771492"/>
            </a:xfrm>
            <a:prstGeom prst="rect">
              <a:avLst/>
            </a:prstGeom>
            <a:noFill/>
            <a:ln>
              <a:noFill/>
            </a:ln>
            <a:effectLst>
              <a:outerShdw blurRad="71438" rotWithShape="0" algn="bl" dir="5400000" dist="28575">
                <a:srgbClr val="000000">
                  <a:alpha val="15290"/>
                </a:srgbClr>
              </a:outerShdw>
            </a:effectLst>
          </p:spPr>
        </p:pic>
        <p:pic>
          <p:nvPicPr>
            <p:cNvPr id="822" name="Google Shape;822;g341b55efd58_0_112"/>
            <p:cNvPicPr preferRelativeResize="0"/>
            <p:nvPr/>
          </p:nvPicPr>
          <p:blipFill rotWithShape="1">
            <a:blip r:embed="rId28">
              <a:alphaModFix/>
            </a:blip>
            <a:srcRect b="0" l="19" r="29" t="0"/>
            <a:stretch/>
          </p:blipFill>
          <p:spPr>
            <a:xfrm>
              <a:off x="3302281" y="2053250"/>
              <a:ext cx="545045" cy="771492"/>
            </a:xfrm>
            <a:prstGeom prst="rect">
              <a:avLst/>
            </a:prstGeom>
            <a:noFill/>
            <a:ln>
              <a:noFill/>
            </a:ln>
            <a:effectLst>
              <a:outerShdw blurRad="71438" rotWithShape="0" algn="bl" dir="5400000" dist="28575">
                <a:srgbClr val="000000">
                  <a:alpha val="15290"/>
                </a:srgbClr>
              </a:outerShdw>
            </a:effectLst>
          </p:spPr>
        </p:pic>
        <p:pic>
          <p:nvPicPr>
            <p:cNvPr id="823" name="Google Shape;823;g341b55efd58_0_112"/>
            <p:cNvPicPr preferRelativeResize="0"/>
            <p:nvPr/>
          </p:nvPicPr>
          <p:blipFill rotWithShape="1">
            <a:blip r:embed="rId29">
              <a:alphaModFix/>
            </a:blip>
            <a:srcRect b="0" l="79" r="79" t="0"/>
            <a:stretch/>
          </p:blipFill>
          <p:spPr>
            <a:xfrm>
              <a:off x="5137061" y="2053250"/>
              <a:ext cx="545045" cy="771487"/>
            </a:xfrm>
            <a:prstGeom prst="rect">
              <a:avLst/>
            </a:prstGeom>
            <a:noFill/>
            <a:ln>
              <a:noFill/>
            </a:ln>
            <a:effectLst>
              <a:outerShdw blurRad="71438" rotWithShape="0" algn="bl" dir="5400000" dist="28575">
                <a:srgbClr val="000000">
                  <a:alpha val="15290"/>
                </a:srgbClr>
              </a:outerShdw>
            </a:effectLst>
          </p:spPr>
        </p:pic>
        <p:pic>
          <p:nvPicPr>
            <p:cNvPr id="824" name="Google Shape;824;g341b55efd58_0_112"/>
            <p:cNvPicPr preferRelativeResize="0"/>
            <p:nvPr/>
          </p:nvPicPr>
          <p:blipFill rotWithShape="1">
            <a:blip r:embed="rId30">
              <a:alphaModFix/>
            </a:blip>
            <a:srcRect b="0" l="79" r="79" t="0"/>
            <a:stretch/>
          </p:blipFill>
          <p:spPr>
            <a:xfrm>
              <a:off x="3913876" y="2053250"/>
              <a:ext cx="545045" cy="771487"/>
            </a:xfrm>
            <a:prstGeom prst="rect">
              <a:avLst/>
            </a:prstGeom>
            <a:noFill/>
            <a:ln>
              <a:noFill/>
            </a:ln>
            <a:effectLst>
              <a:outerShdw blurRad="71438" rotWithShape="0" algn="bl" dir="5400000" dist="28575">
                <a:srgbClr val="000000">
                  <a:alpha val="15290"/>
                </a:srgbClr>
              </a:outerShdw>
            </a:effectLst>
          </p:spPr>
        </p:pic>
        <p:pic>
          <p:nvPicPr>
            <p:cNvPr id="825" name="Google Shape;825;g341b55efd58_0_112"/>
            <p:cNvPicPr preferRelativeResize="0"/>
            <p:nvPr/>
          </p:nvPicPr>
          <p:blipFill rotWithShape="1">
            <a:blip r:embed="rId31">
              <a:alphaModFix/>
            </a:blip>
            <a:srcRect b="0" l="79" r="79" t="0"/>
            <a:stretch/>
          </p:blipFill>
          <p:spPr>
            <a:xfrm>
              <a:off x="4525469" y="2053250"/>
              <a:ext cx="545045" cy="771487"/>
            </a:xfrm>
            <a:prstGeom prst="rect">
              <a:avLst/>
            </a:prstGeom>
            <a:noFill/>
            <a:ln>
              <a:noFill/>
            </a:ln>
            <a:effectLst>
              <a:outerShdw blurRad="71438" rotWithShape="0" algn="bl" dir="5400000" dist="28575">
                <a:srgbClr val="000000">
                  <a:alpha val="15290"/>
                </a:srgbClr>
              </a:outerShdw>
            </a:effectLst>
          </p:spPr>
        </p:pic>
        <p:pic>
          <p:nvPicPr>
            <p:cNvPr id="826" name="Google Shape;826;g341b55efd58_0_112"/>
            <p:cNvPicPr preferRelativeResize="0"/>
            <p:nvPr/>
          </p:nvPicPr>
          <p:blipFill rotWithShape="1">
            <a:blip r:embed="rId32">
              <a:alphaModFix/>
            </a:blip>
            <a:srcRect b="0" l="19" r="29" t="0"/>
            <a:stretch/>
          </p:blipFill>
          <p:spPr>
            <a:xfrm>
              <a:off x="5748652" y="2053250"/>
              <a:ext cx="545045" cy="771492"/>
            </a:xfrm>
            <a:prstGeom prst="rect">
              <a:avLst/>
            </a:prstGeom>
            <a:noFill/>
            <a:ln>
              <a:noFill/>
            </a:ln>
            <a:effectLst>
              <a:outerShdw blurRad="71438" rotWithShape="0" algn="bl" dir="5400000" dist="28575">
                <a:srgbClr val="000000">
                  <a:alpha val="15290"/>
                </a:srgbClr>
              </a:outerShdw>
            </a:effectLst>
          </p:spPr>
        </p:pic>
        <p:pic>
          <p:nvPicPr>
            <p:cNvPr id="827" name="Google Shape;827;g341b55efd58_0_112"/>
            <p:cNvPicPr preferRelativeResize="0"/>
            <p:nvPr/>
          </p:nvPicPr>
          <p:blipFill rotWithShape="1">
            <a:blip r:embed="rId33">
              <a:alphaModFix/>
            </a:blip>
            <a:srcRect b="0" l="0" r="0" t="0"/>
            <a:stretch/>
          </p:blipFill>
          <p:spPr>
            <a:xfrm>
              <a:off x="6360240" y="2053250"/>
              <a:ext cx="545045" cy="771487"/>
            </a:xfrm>
            <a:prstGeom prst="rect">
              <a:avLst/>
            </a:prstGeom>
            <a:noFill/>
            <a:ln>
              <a:noFill/>
            </a:ln>
            <a:effectLst>
              <a:outerShdw blurRad="71438" rotWithShape="0" algn="bl" dir="5400000" dist="28575">
                <a:srgbClr val="000000">
                  <a:alpha val="15290"/>
                </a:srgbClr>
              </a:outerShdw>
            </a:effectLst>
          </p:spPr>
        </p:pic>
        <p:pic>
          <p:nvPicPr>
            <p:cNvPr id="828" name="Google Shape;828;g341b55efd58_0_112"/>
            <p:cNvPicPr preferRelativeResize="0"/>
            <p:nvPr/>
          </p:nvPicPr>
          <p:blipFill rotWithShape="1">
            <a:blip r:embed="rId34">
              <a:alphaModFix/>
            </a:blip>
            <a:srcRect b="49" l="0" r="0" t="59"/>
            <a:stretch/>
          </p:blipFill>
          <p:spPr>
            <a:xfrm>
              <a:off x="6971835" y="2053250"/>
              <a:ext cx="545045" cy="771492"/>
            </a:xfrm>
            <a:prstGeom prst="rect">
              <a:avLst/>
            </a:prstGeom>
            <a:noFill/>
            <a:ln>
              <a:noFill/>
            </a:ln>
            <a:effectLst>
              <a:outerShdw blurRad="71438" rotWithShape="0" algn="bl" dir="5400000" dist="28575">
                <a:srgbClr val="000000">
                  <a:alpha val="15290"/>
                </a:srgbClr>
              </a:outerShdw>
            </a:effectLst>
          </p:spPr>
        </p:pic>
        <p:pic>
          <p:nvPicPr>
            <p:cNvPr id="829" name="Google Shape;829;g341b55efd58_0_112"/>
            <p:cNvPicPr preferRelativeResize="0"/>
            <p:nvPr/>
          </p:nvPicPr>
          <p:blipFill rotWithShape="1">
            <a:blip r:embed="rId35">
              <a:alphaModFix/>
            </a:blip>
            <a:srcRect b="49" l="0" r="0" t="59"/>
            <a:stretch/>
          </p:blipFill>
          <p:spPr>
            <a:xfrm>
              <a:off x="7583436" y="2053254"/>
              <a:ext cx="545045" cy="771492"/>
            </a:xfrm>
            <a:prstGeom prst="rect">
              <a:avLst/>
            </a:prstGeom>
            <a:noFill/>
            <a:ln>
              <a:noFill/>
            </a:ln>
            <a:effectLst>
              <a:outerShdw blurRad="71438" rotWithShape="0" algn="bl" dir="5400000" dist="28575">
                <a:srgbClr val="000000">
                  <a:alpha val="15290"/>
                </a:srgbClr>
              </a:outerShdw>
            </a:effectLst>
          </p:spPr>
        </p:pic>
        <p:pic>
          <p:nvPicPr>
            <p:cNvPr id="830" name="Google Shape;830;g341b55efd58_0_112"/>
            <p:cNvPicPr preferRelativeResize="0"/>
            <p:nvPr/>
          </p:nvPicPr>
          <p:blipFill rotWithShape="1">
            <a:blip r:embed="rId36">
              <a:alphaModFix/>
            </a:blip>
            <a:srcRect b="0" l="0" r="0" t="0"/>
            <a:stretch/>
          </p:blipFill>
          <p:spPr>
            <a:xfrm>
              <a:off x="855905" y="2901641"/>
              <a:ext cx="545045" cy="771487"/>
            </a:xfrm>
            <a:prstGeom prst="rect">
              <a:avLst/>
            </a:prstGeom>
            <a:noFill/>
            <a:ln>
              <a:noFill/>
            </a:ln>
            <a:effectLst>
              <a:outerShdw blurRad="71438" rotWithShape="0" algn="bl" dir="5400000" dist="28575">
                <a:srgbClr val="000000">
                  <a:alpha val="15290"/>
                </a:srgbClr>
              </a:outerShdw>
            </a:effectLst>
          </p:spPr>
        </p:pic>
        <p:pic>
          <p:nvPicPr>
            <p:cNvPr id="831" name="Google Shape;831;g341b55efd58_0_112"/>
            <p:cNvPicPr preferRelativeResize="0"/>
            <p:nvPr/>
          </p:nvPicPr>
          <p:blipFill rotWithShape="1">
            <a:blip r:embed="rId37">
              <a:alphaModFix/>
            </a:blip>
            <a:srcRect b="0" l="89" r="79" t="0"/>
            <a:stretch/>
          </p:blipFill>
          <p:spPr>
            <a:xfrm>
              <a:off x="6971985" y="3750026"/>
              <a:ext cx="544981" cy="771496"/>
            </a:xfrm>
            <a:prstGeom prst="rect">
              <a:avLst/>
            </a:prstGeom>
            <a:noFill/>
            <a:ln>
              <a:noFill/>
            </a:ln>
            <a:effectLst>
              <a:outerShdw blurRad="71438" rotWithShape="0" algn="bl" dir="5400000" dist="28575">
                <a:srgbClr val="000000">
                  <a:alpha val="14900"/>
                </a:srgbClr>
              </a:outerShdw>
            </a:effectLst>
          </p:spPr>
        </p:pic>
        <p:pic>
          <p:nvPicPr>
            <p:cNvPr id="832" name="Google Shape;832;g341b55efd58_0_112"/>
            <p:cNvPicPr preferRelativeResize="0"/>
            <p:nvPr/>
          </p:nvPicPr>
          <p:blipFill rotWithShape="1">
            <a:blip r:embed="rId38">
              <a:alphaModFix/>
            </a:blip>
            <a:srcRect b="0" l="29" r="29" t="0"/>
            <a:stretch/>
          </p:blipFill>
          <p:spPr>
            <a:xfrm>
              <a:off x="7583489" y="3750026"/>
              <a:ext cx="544981" cy="771496"/>
            </a:xfrm>
            <a:prstGeom prst="rect">
              <a:avLst/>
            </a:prstGeom>
            <a:noFill/>
            <a:ln>
              <a:noFill/>
            </a:ln>
            <a:effectLst>
              <a:outerShdw blurRad="71438" rotWithShape="0" algn="bl" dir="5400000" dist="28575">
                <a:srgbClr val="000000">
                  <a:alpha val="14900"/>
                </a:srgbClr>
              </a:outerShdw>
            </a:effectLst>
          </p:spPr>
        </p:pic>
        <p:pic>
          <p:nvPicPr>
            <p:cNvPr id="833" name="Google Shape;833;g341b55efd58_0_112"/>
            <p:cNvPicPr preferRelativeResize="0"/>
            <p:nvPr/>
          </p:nvPicPr>
          <p:blipFill rotWithShape="1">
            <a:blip r:embed="rId39">
              <a:alphaModFix/>
            </a:blip>
            <a:srcRect b="0" l="89" r="79" t="0"/>
            <a:stretch/>
          </p:blipFill>
          <p:spPr>
            <a:xfrm>
              <a:off x="856030" y="4598451"/>
              <a:ext cx="544981" cy="771496"/>
            </a:xfrm>
            <a:prstGeom prst="rect">
              <a:avLst/>
            </a:prstGeom>
            <a:noFill/>
            <a:ln>
              <a:noFill/>
            </a:ln>
            <a:effectLst>
              <a:outerShdw blurRad="71438" rotWithShape="0" algn="bl" dir="5400000" dist="28575">
                <a:srgbClr val="000000">
                  <a:alpha val="14900"/>
                </a:srgbClr>
              </a:outerShdw>
            </a:effectLst>
          </p:spPr>
        </p:pic>
        <p:pic>
          <p:nvPicPr>
            <p:cNvPr id="834" name="Google Shape;834;g341b55efd58_0_112"/>
            <p:cNvPicPr preferRelativeResize="0"/>
            <p:nvPr/>
          </p:nvPicPr>
          <p:blipFill rotWithShape="1">
            <a:blip r:embed="rId40">
              <a:alphaModFix/>
            </a:blip>
            <a:srcRect b="0" l="29" r="29" t="0"/>
            <a:stretch/>
          </p:blipFill>
          <p:spPr>
            <a:xfrm>
              <a:off x="1467533" y="4598451"/>
              <a:ext cx="544981" cy="771496"/>
            </a:xfrm>
            <a:prstGeom prst="rect">
              <a:avLst/>
            </a:prstGeom>
            <a:noFill/>
            <a:ln>
              <a:noFill/>
            </a:ln>
            <a:effectLst>
              <a:outerShdw blurRad="71438" rotWithShape="0" algn="bl" dir="5400000" dist="28575">
                <a:srgbClr val="000000">
                  <a:alpha val="14900"/>
                </a:srgbClr>
              </a:outerShdw>
            </a:effectLst>
          </p:spPr>
        </p:pic>
        <p:pic>
          <p:nvPicPr>
            <p:cNvPr id="835" name="Google Shape;835;g341b55efd58_0_112"/>
            <p:cNvPicPr preferRelativeResize="0"/>
            <p:nvPr/>
          </p:nvPicPr>
          <p:blipFill rotWithShape="1">
            <a:blip r:embed="rId41">
              <a:alphaModFix/>
            </a:blip>
            <a:srcRect b="0" l="89" r="79" t="0"/>
            <a:stretch/>
          </p:blipFill>
          <p:spPr>
            <a:xfrm>
              <a:off x="2079037" y="4598451"/>
              <a:ext cx="544981" cy="771496"/>
            </a:xfrm>
            <a:prstGeom prst="rect">
              <a:avLst/>
            </a:prstGeom>
            <a:noFill/>
            <a:ln>
              <a:noFill/>
            </a:ln>
            <a:effectLst>
              <a:outerShdw blurRad="71438" rotWithShape="0" algn="bl" dir="5400000" dist="28575">
                <a:srgbClr val="000000">
                  <a:alpha val="14900"/>
                </a:srgbClr>
              </a:outerShdw>
            </a:effectLst>
          </p:spPr>
        </p:pic>
        <p:pic>
          <p:nvPicPr>
            <p:cNvPr id="836" name="Google Shape;836;g341b55efd58_0_112"/>
            <p:cNvPicPr preferRelativeResize="0"/>
            <p:nvPr/>
          </p:nvPicPr>
          <p:blipFill rotWithShape="1">
            <a:blip r:embed="rId42">
              <a:alphaModFix/>
            </a:blip>
            <a:srcRect b="0" l="79" r="79" t="0"/>
            <a:stretch/>
          </p:blipFill>
          <p:spPr>
            <a:xfrm>
              <a:off x="2690529" y="4598412"/>
              <a:ext cx="545045" cy="771487"/>
            </a:xfrm>
            <a:prstGeom prst="rect">
              <a:avLst/>
            </a:prstGeom>
            <a:noFill/>
            <a:ln>
              <a:noFill/>
            </a:ln>
            <a:effectLst>
              <a:outerShdw blurRad="71438" rotWithShape="0" algn="bl" dir="5400000" dist="28575">
                <a:srgbClr val="000000">
                  <a:alpha val="14900"/>
                </a:srgbClr>
              </a:outerShdw>
            </a:effectLst>
          </p:spPr>
        </p:pic>
        <p:pic>
          <p:nvPicPr>
            <p:cNvPr id="837" name="Google Shape;837;g341b55efd58_0_112"/>
            <p:cNvPicPr preferRelativeResize="0"/>
            <p:nvPr/>
          </p:nvPicPr>
          <p:blipFill rotWithShape="1">
            <a:blip r:embed="rId43">
              <a:alphaModFix/>
            </a:blip>
            <a:srcRect b="0" l="79" r="79" t="0"/>
            <a:stretch/>
          </p:blipFill>
          <p:spPr>
            <a:xfrm>
              <a:off x="3302141" y="4598412"/>
              <a:ext cx="545045" cy="771487"/>
            </a:xfrm>
            <a:prstGeom prst="rect">
              <a:avLst/>
            </a:prstGeom>
            <a:noFill/>
            <a:ln>
              <a:noFill/>
            </a:ln>
            <a:effectLst>
              <a:outerShdw blurRad="71438" rotWithShape="0" algn="bl" dir="5400000" dist="28575">
                <a:srgbClr val="000000">
                  <a:alpha val="14900"/>
                </a:srgbClr>
              </a:outerShdw>
            </a:effectLst>
          </p:spPr>
        </p:pic>
        <p:pic>
          <p:nvPicPr>
            <p:cNvPr id="838" name="Google Shape;838;g341b55efd58_0_112"/>
            <p:cNvPicPr preferRelativeResize="0"/>
            <p:nvPr/>
          </p:nvPicPr>
          <p:blipFill rotWithShape="1">
            <a:blip r:embed="rId44">
              <a:alphaModFix/>
            </a:blip>
            <a:srcRect b="0" l="19" r="29" t="0"/>
            <a:stretch/>
          </p:blipFill>
          <p:spPr>
            <a:xfrm>
              <a:off x="3913752" y="4598412"/>
              <a:ext cx="545045" cy="771487"/>
            </a:xfrm>
            <a:prstGeom prst="rect">
              <a:avLst/>
            </a:prstGeom>
            <a:noFill/>
            <a:ln>
              <a:noFill/>
            </a:ln>
            <a:effectLst>
              <a:outerShdw blurRad="71438" rotWithShape="0" algn="bl" dir="5400000" dist="28575">
                <a:srgbClr val="000000">
                  <a:alpha val="14900"/>
                </a:srgbClr>
              </a:outerShdw>
            </a:effectLst>
          </p:spPr>
        </p:pic>
        <p:pic>
          <p:nvPicPr>
            <p:cNvPr id="839" name="Google Shape;839;g341b55efd58_0_112"/>
            <p:cNvPicPr preferRelativeResize="0"/>
            <p:nvPr/>
          </p:nvPicPr>
          <p:blipFill rotWithShape="1">
            <a:blip r:embed="rId45">
              <a:alphaModFix/>
            </a:blip>
            <a:srcRect b="0" l="79" r="79" t="0"/>
            <a:stretch/>
          </p:blipFill>
          <p:spPr>
            <a:xfrm>
              <a:off x="4525363" y="4598412"/>
              <a:ext cx="545045" cy="771487"/>
            </a:xfrm>
            <a:prstGeom prst="rect">
              <a:avLst/>
            </a:prstGeom>
            <a:noFill/>
            <a:ln>
              <a:noFill/>
            </a:ln>
            <a:effectLst>
              <a:outerShdw blurRad="71438" rotWithShape="0" algn="bl" dir="5400000" dist="28575">
                <a:srgbClr val="000000">
                  <a:alpha val="14900"/>
                </a:srgbClr>
              </a:outerShdw>
            </a:effectLst>
          </p:spPr>
        </p:pic>
        <p:pic>
          <p:nvPicPr>
            <p:cNvPr id="840" name="Google Shape;840;g341b55efd58_0_112"/>
            <p:cNvPicPr preferRelativeResize="0"/>
            <p:nvPr/>
          </p:nvPicPr>
          <p:blipFill rotWithShape="1">
            <a:blip r:embed="rId46">
              <a:alphaModFix/>
            </a:blip>
            <a:srcRect b="0" l="79" r="79" t="0"/>
            <a:stretch/>
          </p:blipFill>
          <p:spPr>
            <a:xfrm>
              <a:off x="5136975" y="4598412"/>
              <a:ext cx="545045" cy="771487"/>
            </a:xfrm>
            <a:prstGeom prst="rect">
              <a:avLst/>
            </a:prstGeom>
            <a:noFill/>
            <a:ln>
              <a:noFill/>
            </a:ln>
            <a:effectLst>
              <a:outerShdw blurRad="71438" rotWithShape="0" algn="bl" dir="5400000" dist="28575">
                <a:srgbClr val="000000">
                  <a:alpha val="14900"/>
                </a:srgbClr>
              </a:outerShdw>
            </a:effectLst>
          </p:spPr>
        </p:pic>
      </p:gr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5" name="Shape 845"/>
        <p:cNvGrpSpPr/>
        <p:nvPr/>
      </p:nvGrpSpPr>
      <p:grpSpPr>
        <a:xfrm>
          <a:off x="0" y="0"/>
          <a:ext cx="0" cy="0"/>
          <a:chOff x="0" y="0"/>
          <a:chExt cx="0" cy="0"/>
        </a:xfrm>
      </p:grpSpPr>
      <p:sp>
        <p:nvSpPr>
          <p:cNvPr id="846" name="Google Shape;846;g341b55efd58_0_163"/>
          <p:cNvSpPr txBox="1"/>
          <p:nvPr>
            <p:ph type="title"/>
          </p:nvPr>
        </p:nvSpPr>
        <p:spPr>
          <a:xfrm>
            <a:off x="995275" y="582900"/>
            <a:ext cx="7153500" cy="12432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SzPts val="2400"/>
              <a:buNone/>
            </a:pPr>
            <a:r>
              <a:rPr lang="en-US"/>
              <a:t xml:space="preserve">Review Phase 2 Common Exception Words </a:t>
            </a:r>
            <a:br>
              <a:rPr lang="en-US"/>
            </a:br>
            <a:r>
              <a:rPr lang="en-US">
                <a:solidFill>
                  <a:srgbClr val="2356AF"/>
                </a:solidFill>
              </a:rPr>
              <a:t>as I is no go to into the put his has of pull full</a:t>
            </a:r>
            <a:r>
              <a:rPr lang="en-US"/>
              <a:t>.</a:t>
            </a:r>
            <a:endParaRPr/>
          </a:p>
        </p:txBody>
      </p:sp>
      <p:grpSp>
        <p:nvGrpSpPr>
          <p:cNvPr id="847" name="Google Shape;847;g341b55efd58_0_163"/>
          <p:cNvGrpSpPr/>
          <p:nvPr/>
        </p:nvGrpSpPr>
        <p:grpSpPr>
          <a:xfrm>
            <a:off x="865957" y="2135925"/>
            <a:ext cx="7282807" cy="2686611"/>
            <a:chOff x="867357" y="2129450"/>
            <a:chExt cx="7282807" cy="2686611"/>
          </a:xfrm>
        </p:grpSpPr>
        <p:pic>
          <p:nvPicPr>
            <p:cNvPr id="848" name="Google Shape;848;g341b55efd58_0_163"/>
            <p:cNvPicPr preferRelativeResize="0"/>
            <p:nvPr/>
          </p:nvPicPr>
          <p:blipFill rotWithShape="1">
            <a:blip r:embed="rId3">
              <a:alphaModFix/>
            </a:blip>
            <a:srcRect b="0" l="0" r="0" t="0"/>
            <a:stretch/>
          </p:blipFill>
          <p:spPr>
            <a:xfrm>
              <a:off x="868300" y="2129450"/>
              <a:ext cx="1146813" cy="819547"/>
            </a:xfrm>
            <a:prstGeom prst="rect">
              <a:avLst/>
            </a:prstGeom>
            <a:noFill/>
            <a:ln>
              <a:noFill/>
            </a:ln>
            <a:effectLst>
              <a:outerShdw blurRad="71438" rotWithShape="0" algn="bl" dir="5400000" dist="19050">
                <a:srgbClr val="000000">
                  <a:alpha val="18430"/>
                </a:srgbClr>
              </a:outerShdw>
            </a:effectLst>
          </p:spPr>
        </p:pic>
        <p:pic>
          <p:nvPicPr>
            <p:cNvPr id="849" name="Google Shape;849;g341b55efd58_0_163"/>
            <p:cNvPicPr preferRelativeResize="0"/>
            <p:nvPr/>
          </p:nvPicPr>
          <p:blipFill rotWithShape="1">
            <a:blip r:embed="rId4">
              <a:alphaModFix/>
            </a:blip>
            <a:srcRect b="0" l="99" r="99" t="0"/>
            <a:stretch/>
          </p:blipFill>
          <p:spPr>
            <a:xfrm>
              <a:off x="2094526" y="2129450"/>
              <a:ext cx="1147320" cy="822955"/>
            </a:xfrm>
            <a:prstGeom prst="rect">
              <a:avLst/>
            </a:prstGeom>
            <a:noFill/>
            <a:ln>
              <a:noFill/>
            </a:ln>
            <a:effectLst>
              <a:outerShdw blurRad="71438" rotWithShape="0" algn="bl" dir="5400000" dist="19050">
                <a:srgbClr val="000000">
                  <a:alpha val="18430"/>
                </a:srgbClr>
              </a:outerShdw>
            </a:effectLst>
          </p:spPr>
        </p:pic>
        <p:pic>
          <p:nvPicPr>
            <p:cNvPr id="850" name="Google Shape;850;g341b55efd58_0_163"/>
            <p:cNvPicPr preferRelativeResize="0"/>
            <p:nvPr/>
          </p:nvPicPr>
          <p:blipFill rotWithShape="1">
            <a:blip r:embed="rId5">
              <a:alphaModFix/>
            </a:blip>
            <a:srcRect b="0" l="99" r="99" t="0"/>
            <a:stretch/>
          </p:blipFill>
          <p:spPr>
            <a:xfrm>
              <a:off x="3321259" y="2129450"/>
              <a:ext cx="1147320" cy="821565"/>
            </a:xfrm>
            <a:prstGeom prst="rect">
              <a:avLst/>
            </a:prstGeom>
            <a:noFill/>
            <a:ln>
              <a:noFill/>
            </a:ln>
            <a:effectLst>
              <a:outerShdw blurRad="71438" rotWithShape="0" algn="bl" dir="5400000" dist="19050">
                <a:srgbClr val="000000">
                  <a:alpha val="18430"/>
                </a:srgbClr>
              </a:outerShdw>
            </a:effectLst>
          </p:spPr>
        </p:pic>
        <p:pic>
          <p:nvPicPr>
            <p:cNvPr id="851" name="Google Shape;851;g341b55efd58_0_163"/>
            <p:cNvPicPr preferRelativeResize="0"/>
            <p:nvPr/>
          </p:nvPicPr>
          <p:blipFill rotWithShape="1">
            <a:blip r:embed="rId6">
              <a:alphaModFix/>
            </a:blip>
            <a:srcRect b="0" l="99" r="99" t="0"/>
            <a:stretch/>
          </p:blipFill>
          <p:spPr>
            <a:xfrm>
              <a:off x="4547991" y="2129450"/>
              <a:ext cx="1147320" cy="821565"/>
            </a:xfrm>
            <a:prstGeom prst="rect">
              <a:avLst/>
            </a:prstGeom>
            <a:noFill/>
            <a:ln>
              <a:noFill/>
            </a:ln>
            <a:effectLst>
              <a:outerShdw blurRad="71438" rotWithShape="0" algn="bl" dir="5400000" dist="19050">
                <a:srgbClr val="000000">
                  <a:alpha val="18430"/>
                </a:srgbClr>
              </a:outerShdw>
            </a:effectLst>
          </p:spPr>
        </p:pic>
        <p:pic>
          <p:nvPicPr>
            <p:cNvPr id="852" name="Google Shape;852;g341b55efd58_0_163"/>
            <p:cNvPicPr preferRelativeResize="0"/>
            <p:nvPr/>
          </p:nvPicPr>
          <p:blipFill rotWithShape="1">
            <a:blip r:embed="rId7">
              <a:alphaModFix/>
            </a:blip>
            <a:srcRect b="0" l="99" r="99" t="0"/>
            <a:stretch/>
          </p:blipFill>
          <p:spPr>
            <a:xfrm>
              <a:off x="5774724" y="2129450"/>
              <a:ext cx="1147320" cy="821565"/>
            </a:xfrm>
            <a:prstGeom prst="rect">
              <a:avLst/>
            </a:prstGeom>
            <a:noFill/>
            <a:ln>
              <a:noFill/>
            </a:ln>
            <a:effectLst>
              <a:outerShdw blurRad="71438" rotWithShape="0" algn="bl" dir="5400000" dist="19050">
                <a:srgbClr val="000000">
                  <a:alpha val="18430"/>
                </a:srgbClr>
              </a:outerShdw>
            </a:effectLst>
          </p:spPr>
        </p:pic>
        <p:pic>
          <p:nvPicPr>
            <p:cNvPr id="853" name="Google Shape;853;g341b55efd58_0_163"/>
            <p:cNvPicPr preferRelativeResize="0"/>
            <p:nvPr/>
          </p:nvPicPr>
          <p:blipFill rotWithShape="1">
            <a:blip r:embed="rId8">
              <a:alphaModFix/>
            </a:blip>
            <a:srcRect b="0" l="99" r="99" t="0"/>
            <a:stretch/>
          </p:blipFill>
          <p:spPr>
            <a:xfrm>
              <a:off x="7001457" y="2129450"/>
              <a:ext cx="1147320" cy="821565"/>
            </a:xfrm>
            <a:prstGeom prst="rect">
              <a:avLst/>
            </a:prstGeom>
            <a:noFill/>
            <a:ln>
              <a:noFill/>
            </a:ln>
            <a:effectLst>
              <a:outerShdw blurRad="71438" rotWithShape="0" algn="bl" dir="5400000" dist="19050">
                <a:srgbClr val="000000">
                  <a:alpha val="18430"/>
                </a:srgbClr>
              </a:outerShdw>
            </a:effectLst>
          </p:spPr>
        </p:pic>
        <p:pic>
          <p:nvPicPr>
            <p:cNvPr id="854" name="Google Shape;854;g341b55efd58_0_163"/>
            <p:cNvPicPr preferRelativeResize="0"/>
            <p:nvPr/>
          </p:nvPicPr>
          <p:blipFill rotWithShape="1">
            <a:blip r:embed="rId9">
              <a:alphaModFix/>
            </a:blip>
            <a:srcRect b="0" l="99" r="99" t="0"/>
            <a:stretch/>
          </p:blipFill>
          <p:spPr>
            <a:xfrm>
              <a:off x="868300" y="3060270"/>
              <a:ext cx="1147320" cy="822955"/>
            </a:xfrm>
            <a:prstGeom prst="rect">
              <a:avLst/>
            </a:prstGeom>
            <a:noFill/>
            <a:ln>
              <a:noFill/>
            </a:ln>
            <a:effectLst>
              <a:outerShdw blurRad="71438" rotWithShape="0" algn="bl" dir="5400000" dist="19050">
                <a:srgbClr val="000000">
                  <a:alpha val="18430"/>
                </a:srgbClr>
              </a:outerShdw>
            </a:effectLst>
          </p:spPr>
        </p:pic>
        <p:pic>
          <p:nvPicPr>
            <p:cNvPr id="855" name="Google Shape;855;g341b55efd58_0_163"/>
            <p:cNvPicPr preferRelativeResize="0"/>
            <p:nvPr/>
          </p:nvPicPr>
          <p:blipFill rotWithShape="1">
            <a:blip r:embed="rId10">
              <a:alphaModFix/>
            </a:blip>
            <a:srcRect b="0" l="99" r="99" t="0"/>
            <a:stretch/>
          </p:blipFill>
          <p:spPr>
            <a:xfrm>
              <a:off x="2093821" y="3060270"/>
              <a:ext cx="1148707" cy="821565"/>
            </a:xfrm>
            <a:prstGeom prst="rect">
              <a:avLst/>
            </a:prstGeom>
            <a:noFill/>
            <a:ln>
              <a:noFill/>
            </a:ln>
            <a:effectLst>
              <a:outerShdw blurRad="71438" rotWithShape="0" algn="bl" dir="5400000" dist="19050">
                <a:srgbClr val="000000">
                  <a:alpha val="18430"/>
                </a:srgbClr>
              </a:outerShdw>
            </a:effectLst>
          </p:spPr>
        </p:pic>
        <p:pic>
          <p:nvPicPr>
            <p:cNvPr id="856" name="Google Shape;856;g341b55efd58_0_163"/>
            <p:cNvPicPr preferRelativeResize="0"/>
            <p:nvPr/>
          </p:nvPicPr>
          <p:blipFill rotWithShape="1">
            <a:blip r:embed="rId11">
              <a:alphaModFix/>
            </a:blip>
            <a:srcRect b="0" l="189" r="179" t="0"/>
            <a:stretch/>
          </p:blipFill>
          <p:spPr>
            <a:xfrm>
              <a:off x="3320730" y="3060270"/>
              <a:ext cx="1148707" cy="822956"/>
            </a:xfrm>
            <a:prstGeom prst="rect">
              <a:avLst/>
            </a:prstGeom>
            <a:noFill/>
            <a:ln>
              <a:noFill/>
            </a:ln>
            <a:effectLst>
              <a:outerShdw blurRad="71438" rotWithShape="0" algn="bl" dir="5400000" dist="19050">
                <a:srgbClr val="000000">
                  <a:alpha val="18430"/>
                </a:srgbClr>
              </a:outerShdw>
            </a:effectLst>
          </p:spPr>
        </p:pic>
        <p:pic>
          <p:nvPicPr>
            <p:cNvPr id="857" name="Google Shape;857;g341b55efd58_0_163"/>
            <p:cNvPicPr preferRelativeResize="0"/>
            <p:nvPr/>
          </p:nvPicPr>
          <p:blipFill rotWithShape="1">
            <a:blip r:embed="rId12">
              <a:alphaModFix/>
            </a:blip>
            <a:srcRect b="0" l="99" r="99" t="0"/>
            <a:stretch/>
          </p:blipFill>
          <p:spPr>
            <a:xfrm>
              <a:off x="4547639" y="3060270"/>
              <a:ext cx="1148707" cy="822955"/>
            </a:xfrm>
            <a:prstGeom prst="rect">
              <a:avLst/>
            </a:prstGeom>
            <a:noFill/>
            <a:ln>
              <a:noFill/>
            </a:ln>
            <a:effectLst>
              <a:outerShdw blurRad="71438" rotWithShape="0" algn="bl" dir="5400000" dist="19050">
                <a:srgbClr val="000000">
                  <a:alpha val="18430"/>
                </a:srgbClr>
              </a:outerShdw>
            </a:effectLst>
          </p:spPr>
        </p:pic>
        <p:pic>
          <p:nvPicPr>
            <p:cNvPr id="858" name="Google Shape;858;g341b55efd58_0_163"/>
            <p:cNvPicPr preferRelativeResize="0"/>
            <p:nvPr/>
          </p:nvPicPr>
          <p:blipFill rotWithShape="1">
            <a:blip r:embed="rId13">
              <a:alphaModFix/>
            </a:blip>
            <a:srcRect b="0" l="189" r="179" t="0"/>
            <a:stretch/>
          </p:blipFill>
          <p:spPr>
            <a:xfrm>
              <a:off x="5774548" y="3060270"/>
              <a:ext cx="1148707" cy="822956"/>
            </a:xfrm>
            <a:prstGeom prst="rect">
              <a:avLst/>
            </a:prstGeom>
            <a:noFill/>
            <a:ln>
              <a:noFill/>
            </a:ln>
            <a:effectLst>
              <a:outerShdw blurRad="71438" rotWithShape="0" algn="bl" dir="5400000" dist="19050">
                <a:srgbClr val="000000">
                  <a:alpha val="18430"/>
                </a:srgbClr>
              </a:outerShdw>
            </a:effectLst>
          </p:spPr>
        </p:pic>
        <p:pic>
          <p:nvPicPr>
            <p:cNvPr id="859" name="Google Shape;859;g341b55efd58_0_163"/>
            <p:cNvPicPr preferRelativeResize="0"/>
            <p:nvPr/>
          </p:nvPicPr>
          <p:blipFill rotWithShape="1">
            <a:blip r:embed="rId14">
              <a:alphaModFix/>
            </a:blip>
            <a:srcRect b="0" l="19" r="9" t="0"/>
            <a:stretch/>
          </p:blipFill>
          <p:spPr>
            <a:xfrm>
              <a:off x="867357" y="3994495"/>
              <a:ext cx="1148707" cy="821566"/>
            </a:xfrm>
            <a:prstGeom prst="rect">
              <a:avLst/>
            </a:prstGeom>
            <a:noFill/>
            <a:ln>
              <a:noFill/>
            </a:ln>
            <a:effectLst>
              <a:outerShdw blurRad="71438" rotWithShape="0" algn="bl" dir="5400000" dist="19050">
                <a:srgbClr val="000000">
                  <a:alpha val="18430"/>
                </a:srgbClr>
              </a:outerShdw>
            </a:effectLst>
          </p:spPr>
        </p:pic>
        <p:pic>
          <p:nvPicPr>
            <p:cNvPr id="860" name="Google Shape;860;g341b55efd58_0_163"/>
            <p:cNvPicPr preferRelativeResize="0"/>
            <p:nvPr/>
          </p:nvPicPr>
          <p:blipFill rotWithShape="1">
            <a:blip r:embed="rId15">
              <a:alphaModFix/>
            </a:blip>
            <a:srcRect b="0" l="19" r="9" t="0"/>
            <a:stretch/>
          </p:blipFill>
          <p:spPr>
            <a:xfrm>
              <a:off x="7001457" y="3060270"/>
              <a:ext cx="1148707" cy="821564"/>
            </a:xfrm>
            <a:prstGeom prst="rect">
              <a:avLst/>
            </a:prstGeom>
            <a:noFill/>
            <a:ln>
              <a:noFill/>
            </a:ln>
            <a:effectLst>
              <a:outerShdw blurRad="71438" rotWithShape="0" algn="bl" dir="5400000" dist="19050">
                <a:srgbClr val="000000">
                  <a:alpha val="18430"/>
                </a:srgbClr>
              </a:outerShdw>
            </a:effectLst>
          </p:spPr>
        </p:pic>
        <p:pic>
          <p:nvPicPr>
            <p:cNvPr id="861" name="Google Shape;861;g341b55efd58_0_163"/>
            <p:cNvPicPr preferRelativeResize="0"/>
            <p:nvPr/>
          </p:nvPicPr>
          <p:blipFill rotWithShape="1">
            <a:blip r:embed="rId16">
              <a:alphaModFix/>
            </a:blip>
            <a:srcRect b="0" l="99" r="99" t="0"/>
            <a:stretch/>
          </p:blipFill>
          <p:spPr>
            <a:xfrm>
              <a:off x="2093821" y="3994495"/>
              <a:ext cx="1148707" cy="821565"/>
            </a:xfrm>
            <a:prstGeom prst="rect">
              <a:avLst/>
            </a:prstGeom>
            <a:noFill/>
            <a:ln>
              <a:noFill/>
            </a:ln>
            <a:effectLst>
              <a:outerShdw blurRad="71438" rotWithShape="0" algn="bl" dir="5400000" dist="19050">
                <a:srgbClr val="000000">
                  <a:alpha val="18430"/>
                </a:srgbClr>
              </a:outerShdw>
            </a:effectLst>
          </p:spPr>
        </p:pic>
      </p:gr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6" name="Shape 866"/>
        <p:cNvGrpSpPr/>
        <p:nvPr/>
      </p:nvGrpSpPr>
      <p:grpSpPr>
        <a:xfrm>
          <a:off x="0" y="0"/>
          <a:ext cx="0" cy="0"/>
          <a:chOff x="0" y="0"/>
          <a:chExt cx="0" cy="0"/>
        </a:xfrm>
      </p:grpSpPr>
      <p:sp>
        <p:nvSpPr>
          <p:cNvPr id="867" name="Google Shape;867;g341b55efd58_0_183"/>
          <p:cNvSpPr txBox="1"/>
          <p:nvPr>
            <p:ph type="title"/>
          </p:nvPr>
        </p:nvSpPr>
        <p:spPr>
          <a:xfrm>
            <a:off x="995275" y="582900"/>
            <a:ext cx="7153500" cy="12432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SzPts val="2400"/>
              <a:buNone/>
            </a:pPr>
            <a:r>
              <a:rPr lang="en-US"/>
              <a:t xml:space="preserve">Review Phase 3 Common Exception Words </a:t>
            </a:r>
            <a:r>
              <a:rPr lang="en-US">
                <a:solidFill>
                  <a:srgbClr val="2356AF"/>
                </a:solidFill>
              </a:rPr>
              <a:t>push they me we be he she my by looked you are there here were all sure</a:t>
            </a:r>
            <a:r>
              <a:rPr lang="en-US"/>
              <a:t>.</a:t>
            </a:r>
            <a:endParaRPr/>
          </a:p>
        </p:txBody>
      </p:sp>
      <p:grpSp>
        <p:nvGrpSpPr>
          <p:cNvPr id="868" name="Google Shape;868;g341b55efd58_0_183"/>
          <p:cNvGrpSpPr/>
          <p:nvPr/>
        </p:nvGrpSpPr>
        <p:grpSpPr>
          <a:xfrm>
            <a:off x="866900" y="2136011"/>
            <a:ext cx="7281864" cy="2684601"/>
            <a:chOff x="868300" y="2129450"/>
            <a:chExt cx="7281864" cy="2684601"/>
          </a:xfrm>
        </p:grpSpPr>
        <p:pic>
          <p:nvPicPr>
            <p:cNvPr id="869" name="Google Shape;869;g341b55efd58_0_183"/>
            <p:cNvPicPr preferRelativeResize="0"/>
            <p:nvPr/>
          </p:nvPicPr>
          <p:blipFill rotWithShape="1">
            <a:blip r:embed="rId3">
              <a:alphaModFix/>
            </a:blip>
            <a:srcRect b="0" l="99" r="99" t="0"/>
            <a:stretch/>
          </p:blipFill>
          <p:spPr>
            <a:xfrm>
              <a:off x="4547639" y="3991095"/>
              <a:ext cx="1148707" cy="822955"/>
            </a:xfrm>
            <a:prstGeom prst="rect">
              <a:avLst/>
            </a:prstGeom>
            <a:noFill/>
            <a:ln>
              <a:noFill/>
            </a:ln>
            <a:effectLst>
              <a:outerShdw blurRad="71438" rotWithShape="0" algn="bl" dir="5400000" dist="19050">
                <a:srgbClr val="000000">
                  <a:alpha val="18430"/>
                </a:srgbClr>
              </a:outerShdw>
            </a:effectLst>
          </p:spPr>
        </p:pic>
        <p:pic>
          <p:nvPicPr>
            <p:cNvPr id="870" name="Google Shape;870;g341b55efd58_0_183"/>
            <p:cNvPicPr preferRelativeResize="0"/>
            <p:nvPr/>
          </p:nvPicPr>
          <p:blipFill rotWithShape="1">
            <a:blip r:embed="rId4">
              <a:alphaModFix/>
            </a:blip>
            <a:srcRect b="0" l="189" r="179" t="0"/>
            <a:stretch/>
          </p:blipFill>
          <p:spPr>
            <a:xfrm>
              <a:off x="3320730" y="3991095"/>
              <a:ext cx="1148707" cy="822956"/>
            </a:xfrm>
            <a:prstGeom prst="rect">
              <a:avLst/>
            </a:prstGeom>
            <a:noFill/>
            <a:ln>
              <a:noFill/>
            </a:ln>
            <a:effectLst>
              <a:outerShdw blurRad="71438" rotWithShape="0" algn="bl" dir="5400000" dist="19050">
                <a:srgbClr val="000000">
                  <a:alpha val="18430"/>
                </a:srgbClr>
              </a:outerShdw>
            </a:effectLst>
          </p:spPr>
        </p:pic>
        <p:pic>
          <p:nvPicPr>
            <p:cNvPr id="871" name="Google Shape;871;g341b55efd58_0_183"/>
            <p:cNvPicPr preferRelativeResize="0"/>
            <p:nvPr/>
          </p:nvPicPr>
          <p:blipFill rotWithShape="1">
            <a:blip r:embed="rId5">
              <a:alphaModFix/>
            </a:blip>
            <a:srcRect b="0" l="19" r="9" t="0"/>
            <a:stretch/>
          </p:blipFill>
          <p:spPr>
            <a:xfrm>
              <a:off x="2093821" y="3991095"/>
              <a:ext cx="1148707" cy="821566"/>
            </a:xfrm>
            <a:prstGeom prst="rect">
              <a:avLst/>
            </a:prstGeom>
            <a:noFill/>
            <a:ln>
              <a:noFill/>
            </a:ln>
            <a:effectLst>
              <a:outerShdw blurRad="71438" rotWithShape="0" algn="bl" dir="5400000" dist="19050">
                <a:srgbClr val="000000">
                  <a:alpha val="18430"/>
                </a:srgbClr>
              </a:outerShdw>
            </a:effectLst>
          </p:spPr>
        </p:pic>
        <p:pic>
          <p:nvPicPr>
            <p:cNvPr id="872" name="Google Shape;872;g341b55efd58_0_183"/>
            <p:cNvPicPr preferRelativeResize="0"/>
            <p:nvPr/>
          </p:nvPicPr>
          <p:blipFill rotWithShape="1">
            <a:blip r:embed="rId6">
              <a:alphaModFix/>
            </a:blip>
            <a:srcRect b="0" l="159" r="159" t="0"/>
            <a:stretch/>
          </p:blipFill>
          <p:spPr>
            <a:xfrm>
              <a:off x="868300" y="3991095"/>
              <a:ext cx="1147320" cy="822955"/>
            </a:xfrm>
            <a:prstGeom prst="rect">
              <a:avLst/>
            </a:prstGeom>
            <a:noFill/>
            <a:ln>
              <a:noFill/>
            </a:ln>
            <a:effectLst>
              <a:outerShdw blurRad="71438" rotWithShape="0" algn="bl" dir="5400000" dist="19050">
                <a:srgbClr val="000000">
                  <a:alpha val="18820"/>
                </a:srgbClr>
              </a:outerShdw>
            </a:effectLst>
          </p:spPr>
        </p:pic>
        <p:pic>
          <p:nvPicPr>
            <p:cNvPr id="873" name="Google Shape;873;g341b55efd58_0_183"/>
            <p:cNvPicPr preferRelativeResize="0"/>
            <p:nvPr/>
          </p:nvPicPr>
          <p:blipFill rotWithShape="1">
            <a:blip r:embed="rId7">
              <a:alphaModFix/>
            </a:blip>
            <a:srcRect b="0" l="99" r="99" t="0"/>
            <a:stretch/>
          </p:blipFill>
          <p:spPr>
            <a:xfrm>
              <a:off x="7001457" y="3060270"/>
              <a:ext cx="1148707" cy="821565"/>
            </a:xfrm>
            <a:prstGeom prst="rect">
              <a:avLst/>
            </a:prstGeom>
            <a:noFill/>
            <a:ln>
              <a:noFill/>
            </a:ln>
            <a:effectLst>
              <a:outerShdw blurRad="71438" rotWithShape="0" algn="bl" dir="5400000" dist="19050">
                <a:srgbClr val="000000">
                  <a:alpha val="18430"/>
                </a:srgbClr>
              </a:outerShdw>
            </a:effectLst>
          </p:spPr>
        </p:pic>
        <p:pic>
          <p:nvPicPr>
            <p:cNvPr id="874" name="Google Shape;874;g341b55efd58_0_183"/>
            <p:cNvPicPr preferRelativeResize="0"/>
            <p:nvPr/>
          </p:nvPicPr>
          <p:blipFill rotWithShape="1">
            <a:blip r:embed="rId8">
              <a:alphaModFix/>
            </a:blip>
            <a:srcRect b="29" l="0" r="0" t="19"/>
            <a:stretch/>
          </p:blipFill>
          <p:spPr>
            <a:xfrm>
              <a:off x="868300" y="2129450"/>
              <a:ext cx="1146813" cy="819547"/>
            </a:xfrm>
            <a:prstGeom prst="rect">
              <a:avLst/>
            </a:prstGeom>
            <a:noFill/>
            <a:ln>
              <a:noFill/>
            </a:ln>
            <a:effectLst>
              <a:outerShdw blurRad="71438" rotWithShape="0" algn="bl" dir="5400000" dist="19050">
                <a:srgbClr val="000000">
                  <a:alpha val="18430"/>
                </a:srgbClr>
              </a:outerShdw>
            </a:effectLst>
          </p:spPr>
        </p:pic>
        <p:pic>
          <p:nvPicPr>
            <p:cNvPr id="875" name="Google Shape;875;g341b55efd58_0_183"/>
            <p:cNvPicPr preferRelativeResize="0"/>
            <p:nvPr/>
          </p:nvPicPr>
          <p:blipFill rotWithShape="1">
            <a:blip r:embed="rId9">
              <a:alphaModFix/>
            </a:blip>
            <a:srcRect b="0" l="159" r="159" t="0"/>
            <a:stretch/>
          </p:blipFill>
          <p:spPr>
            <a:xfrm>
              <a:off x="2094526" y="2129450"/>
              <a:ext cx="1147320" cy="822955"/>
            </a:xfrm>
            <a:prstGeom prst="rect">
              <a:avLst/>
            </a:prstGeom>
            <a:noFill/>
            <a:ln>
              <a:noFill/>
            </a:ln>
            <a:effectLst>
              <a:outerShdw blurRad="71438" rotWithShape="0" algn="bl" dir="5400000" dist="19050">
                <a:srgbClr val="000000">
                  <a:alpha val="18430"/>
                </a:srgbClr>
              </a:outerShdw>
            </a:effectLst>
          </p:spPr>
        </p:pic>
        <p:pic>
          <p:nvPicPr>
            <p:cNvPr id="876" name="Google Shape;876;g341b55efd58_0_183"/>
            <p:cNvPicPr preferRelativeResize="0"/>
            <p:nvPr/>
          </p:nvPicPr>
          <p:blipFill rotWithShape="1">
            <a:blip r:embed="rId10">
              <a:alphaModFix/>
            </a:blip>
            <a:srcRect b="0" l="159" r="159" t="0"/>
            <a:stretch/>
          </p:blipFill>
          <p:spPr>
            <a:xfrm>
              <a:off x="3321259" y="2129450"/>
              <a:ext cx="1147320" cy="821565"/>
            </a:xfrm>
            <a:prstGeom prst="rect">
              <a:avLst/>
            </a:prstGeom>
            <a:noFill/>
            <a:ln>
              <a:noFill/>
            </a:ln>
            <a:effectLst>
              <a:outerShdw blurRad="71438" rotWithShape="0" algn="bl" dir="5400000" dist="19050">
                <a:srgbClr val="000000">
                  <a:alpha val="18430"/>
                </a:srgbClr>
              </a:outerShdw>
            </a:effectLst>
          </p:spPr>
        </p:pic>
        <p:pic>
          <p:nvPicPr>
            <p:cNvPr id="877" name="Google Shape;877;g341b55efd58_0_183"/>
            <p:cNvPicPr preferRelativeResize="0"/>
            <p:nvPr/>
          </p:nvPicPr>
          <p:blipFill rotWithShape="1">
            <a:blip r:embed="rId11">
              <a:alphaModFix/>
            </a:blip>
            <a:srcRect b="0" l="79" r="69" t="0"/>
            <a:stretch/>
          </p:blipFill>
          <p:spPr>
            <a:xfrm>
              <a:off x="4547991" y="2129450"/>
              <a:ext cx="1147320" cy="821566"/>
            </a:xfrm>
            <a:prstGeom prst="rect">
              <a:avLst/>
            </a:prstGeom>
            <a:noFill/>
            <a:ln>
              <a:noFill/>
            </a:ln>
            <a:effectLst>
              <a:outerShdw blurRad="71438" rotWithShape="0" algn="bl" dir="5400000" dist="19050">
                <a:srgbClr val="000000">
                  <a:alpha val="18430"/>
                </a:srgbClr>
              </a:outerShdw>
            </a:effectLst>
          </p:spPr>
        </p:pic>
        <p:pic>
          <p:nvPicPr>
            <p:cNvPr id="878" name="Google Shape;878;g341b55efd58_0_183"/>
            <p:cNvPicPr preferRelativeResize="0"/>
            <p:nvPr/>
          </p:nvPicPr>
          <p:blipFill rotWithShape="1">
            <a:blip r:embed="rId12">
              <a:alphaModFix/>
            </a:blip>
            <a:srcRect b="0" l="79" r="69" t="0"/>
            <a:stretch/>
          </p:blipFill>
          <p:spPr>
            <a:xfrm>
              <a:off x="5774724" y="2129450"/>
              <a:ext cx="1147320" cy="821566"/>
            </a:xfrm>
            <a:prstGeom prst="rect">
              <a:avLst/>
            </a:prstGeom>
            <a:noFill/>
            <a:ln>
              <a:noFill/>
            </a:ln>
            <a:effectLst>
              <a:outerShdw blurRad="71438" rotWithShape="0" algn="bl" dir="5400000" dist="19050">
                <a:srgbClr val="000000">
                  <a:alpha val="18430"/>
                </a:srgbClr>
              </a:outerShdw>
            </a:effectLst>
          </p:spPr>
        </p:pic>
        <p:pic>
          <p:nvPicPr>
            <p:cNvPr id="879" name="Google Shape;879;g341b55efd58_0_183"/>
            <p:cNvPicPr preferRelativeResize="0"/>
            <p:nvPr/>
          </p:nvPicPr>
          <p:blipFill rotWithShape="1">
            <a:blip r:embed="rId13">
              <a:alphaModFix/>
            </a:blip>
            <a:srcRect b="0" l="159" r="159" t="0"/>
            <a:stretch/>
          </p:blipFill>
          <p:spPr>
            <a:xfrm>
              <a:off x="7001457" y="2129450"/>
              <a:ext cx="1147320" cy="821565"/>
            </a:xfrm>
            <a:prstGeom prst="rect">
              <a:avLst/>
            </a:prstGeom>
            <a:noFill/>
            <a:ln>
              <a:noFill/>
            </a:ln>
            <a:effectLst>
              <a:outerShdw blurRad="71438" rotWithShape="0" algn="bl" dir="5400000" dist="19050">
                <a:srgbClr val="000000">
                  <a:alpha val="18430"/>
                </a:srgbClr>
              </a:outerShdw>
            </a:effectLst>
          </p:spPr>
        </p:pic>
        <p:pic>
          <p:nvPicPr>
            <p:cNvPr id="880" name="Google Shape;880;g341b55efd58_0_183"/>
            <p:cNvPicPr preferRelativeResize="0"/>
            <p:nvPr/>
          </p:nvPicPr>
          <p:blipFill rotWithShape="1">
            <a:blip r:embed="rId14">
              <a:alphaModFix/>
            </a:blip>
            <a:srcRect b="0" l="159" r="159" t="0"/>
            <a:stretch/>
          </p:blipFill>
          <p:spPr>
            <a:xfrm>
              <a:off x="868300" y="3060270"/>
              <a:ext cx="1147320" cy="822955"/>
            </a:xfrm>
            <a:prstGeom prst="rect">
              <a:avLst/>
            </a:prstGeom>
            <a:noFill/>
            <a:ln>
              <a:noFill/>
            </a:ln>
            <a:effectLst>
              <a:outerShdw blurRad="71438" rotWithShape="0" algn="bl" dir="5400000" dist="19050">
                <a:srgbClr val="000000">
                  <a:alpha val="18430"/>
                </a:srgbClr>
              </a:outerShdw>
            </a:effectLst>
          </p:spPr>
        </p:pic>
        <p:pic>
          <p:nvPicPr>
            <p:cNvPr id="881" name="Google Shape;881;g341b55efd58_0_183"/>
            <p:cNvPicPr preferRelativeResize="0"/>
            <p:nvPr/>
          </p:nvPicPr>
          <p:blipFill rotWithShape="1">
            <a:blip r:embed="rId15">
              <a:alphaModFix/>
            </a:blip>
            <a:srcRect b="0" l="19" r="9" t="0"/>
            <a:stretch/>
          </p:blipFill>
          <p:spPr>
            <a:xfrm>
              <a:off x="2093821" y="3060270"/>
              <a:ext cx="1148707" cy="821566"/>
            </a:xfrm>
            <a:prstGeom prst="rect">
              <a:avLst/>
            </a:prstGeom>
            <a:noFill/>
            <a:ln>
              <a:noFill/>
            </a:ln>
            <a:effectLst>
              <a:outerShdw blurRad="71438" rotWithShape="0" algn="bl" dir="5400000" dist="19050">
                <a:srgbClr val="000000">
                  <a:alpha val="18430"/>
                </a:srgbClr>
              </a:outerShdw>
            </a:effectLst>
          </p:spPr>
        </p:pic>
        <p:pic>
          <p:nvPicPr>
            <p:cNvPr id="882" name="Google Shape;882;g341b55efd58_0_183"/>
            <p:cNvPicPr preferRelativeResize="0"/>
            <p:nvPr/>
          </p:nvPicPr>
          <p:blipFill rotWithShape="1">
            <a:blip r:embed="rId16">
              <a:alphaModFix/>
            </a:blip>
            <a:srcRect b="0" l="189" r="179" t="0"/>
            <a:stretch/>
          </p:blipFill>
          <p:spPr>
            <a:xfrm>
              <a:off x="3320730" y="3060270"/>
              <a:ext cx="1148707" cy="822956"/>
            </a:xfrm>
            <a:prstGeom prst="rect">
              <a:avLst/>
            </a:prstGeom>
            <a:noFill/>
            <a:ln>
              <a:noFill/>
            </a:ln>
            <a:effectLst>
              <a:outerShdw blurRad="71438" rotWithShape="0" algn="bl" dir="5400000" dist="19050">
                <a:srgbClr val="000000">
                  <a:alpha val="18430"/>
                </a:srgbClr>
              </a:outerShdw>
            </a:effectLst>
          </p:spPr>
        </p:pic>
        <p:pic>
          <p:nvPicPr>
            <p:cNvPr id="883" name="Google Shape;883;g341b55efd58_0_183"/>
            <p:cNvPicPr preferRelativeResize="0"/>
            <p:nvPr/>
          </p:nvPicPr>
          <p:blipFill rotWithShape="1">
            <a:blip r:embed="rId17">
              <a:alphaModFix/>
            </a:blip>
            <a:srcRect b="0" l="99" r="99" t="0"/>
            <a:stretch/>
          </p:blipFill>
          <p:spPr>
            <a:xfrm>
              <a:off x="4547639" y="3060270"/>
              <a:ext cx="1148707" cy="822955"/>
            </a:xfrm>
            <a:prstGeom prst="rect">
              <a:avLst/>
            </a:prstGeom>
            <a:noFill/>
            <a:ln>
              <a:noFill/>
            </a:ln>
            <a:effectLst>
              <a:outerShdw blurRad="71438" rotWithShape="0" algn="bl" dir="5400000" dist="19050">
                <a:srgbClr val="000000">
                  <a:alpha val="18430"/>
                </a:srgbClr>
              </a:outerShdw>
            </a:effectLst>
          </p:spPr>
        </p:pic>
        <p:pic>
          <p:nvPicPr>
            <p:cNvPr id="884" name="Google Shape;884;g341b55efd58_0_183"/>
            <p:cNvPicPr preferRelativeResize="0"/>
            <p:nvPr/>
          </p:nvPicPr>
          <p:blipFill rotWithShape="1">
            <a:blip r:embed="rId18">
              <a:alphaModFix/>
            </a:blip>
            <a:srcRect b="0" l="99" r="99" t="0"/>
            <a:stretch/>
          </p:blipFill>
          <p:spPr>
            <a:xfrm>
              <a:off x="5774548" y="3060270"/>
              <a:ext cx="1148707" cy="822955"/>
            </a:xfrm>
            <a:prstGeom prst="rect">
              <a:avLst/>
            </a:prstGeom>
            <a:noFill/>
            <a:ln>
              <a:noFill/>
            </a:ln>
            <a:effectLst>
              <a:outerShdw blurRad="71438" rotWithShape="0" algn="bl" dir="5400000" dist="19050">
                <a:srgbClr val="000000">
                  <a:alpha val="18430"/>
                </a:srgbClr>
              </a:outerShdw>
            </a:effectLst>
          </p:spPr>
        </p:pic>
        <p:pic>
          <p:nvPicPr>
            <p:cNvPr id="885" name="Google Shape;885;g341b55efd58_0_183"/>
            <p:cNvPicPr preferRelativeResize="0"/>
            <p:nvPr/>
          </p:nvPicPr>
          <p:blipFill rotWithShape="1">
            <a:blip r:embed="rId19">
              <a:alphaModFix/>
            </a:blip>
            <a:srcRect b="29" l="0" r="0" t="19"/>
            <a:stretch/>
          </p:blipFill>
          <p:spPr>
            <a:xfrm>
              <a:off x="868300" y="2129450"/>
              <a:ext cx="1146813" cy="819547"/>
            </a:xfrm>
            <a:prstGeom prst="rect">
              <a:avLst/>
            </a:prstGeom>
            <a:noFill/>
            <a:ln>
              <a:noFill/>
            </a:ln>
            <a:effectLst>
              <a:outerShdw blurRad="71438" rotWithShape="0" algn="bl" dir="5400000" dist="19050">
                <a:srgbClr val="000000">
                  <a:alpha val="18430"/>
                </a:srgbClr>
              </a:outerShdw>
            </a:effectLst>
          </p:spPr>
        </p:pic>
        <p:pic>
          <p:nvPicPr>
            <p:cNvPr id="886" name="Google Shape;886;g341b55efd58_0_183"/>
            <p:cNvPicPr preferRelativeResize="0"/>
            <p:nvPr/>
          </p:nvPicPr>
          <p:blipFill rotWithShape="1">
            <a:blip r:embed="rId20">
              <a:alphaModFix/>
            </a:blip>
            <a:srcRect b="0" l="159" r="159" t="0"/>
            <a:stretch/>
          </p:blipFill>
          <p:spPr>
            <a:xfrm>
              <a:off x="2094526" y="2129450"/>
              <a:ext cx="1147320" cy="822955"/>
            </a:xfrm>
            <a:prstGeom prst="rect">
              <a:avLst/>
            </a:prstGeom>
            <a:noFill/>
            <a:ln>
              <a:noFill/>
            </a:ln>
            <a:effectLst>
              <a:outerShdw blurRad="71438" rotWithShape="0" algn="bl" dir="5400000" dist="19050">
                <a:srgbClr val="000000">
                  <a:alpha val="18430"/>
                </a:srgbClr>
              </a:outerShdw>
            </a:effectLst>
          </p:spPr>
        </p:pic>
        <p:pic>
          <p:nvPicPr>
            <p:cNvPr id="887" name="Google Shape;887;g341b55efd58_0_183"/>
            <p:cNvPicPr preferRelativeResize="0"/>
            <p:nvPr/>
          </p:nvPicPr>
          <p:blipFill rotWithShape="1">
            <a:blip r:embed="rId21">
              <a:alphaModFix/>
            </a:blip>
            <a:srcRect b="0" l="159" r="159" t="0"/>
            <a:stretch/>
          </p:blipFill>
          <p:spPr>
            <a:xfrm>
              <a:off x="3321259" y="2129450"/>
              <a:ext cx="1147320" cy="821565"/>
            </a:xfrm>
            <a:prstGeom prst="rect">
              <a:avLst/>
            </a:prstGeom>
            <a:noFill/>
            <a:ln>
              <a:noFill/>
            </a:ln>
            <a:effectLst>
              <a:outerShdw blurRad="71438" rotWithShape="0" algn="bl" dir="5400000" dist="19050">
                <a:srgbClr val="000000">
                  <a:alpha val="18430"/>
                </a:srgbClr>
              </a:outerShdw>
            </a:effectLst>
          </p:spPr>
        </p:pic>
        <p:pic>
          <p:nvPicPr>
            <p:cNvPr id="888" name="Google Shape;888;g341b55efd58_0_183"/>
            <p:cNvPicPr preferRelativeResize="0"/>
            <p:nvPr/>
          </p:nvPicPr>
          <p:blipFill rotWithShape="1">
            <a:blip r:embed="rId22">
              <a:alphaModFix/>
            </a:blip>
            <a:srcRect b="0" l="79" r="69" t="0"/>
            <a:stretch/>
          </p:blipFill>
          <p:spPr>
            <a:xfrm>
              <a:off x="4547991" y="2129450"/>
              <a:ext cx="1147320" cy="821566"/>
            </a:xfrm>
            <a:prstGeom prst="rect">
              <a:avLst/>
            </a:prstGeom>
            <a:noFill/>
            <a:ln>
              <a:noFill/>
            </a:ln>
            <a:effectLst>
              <a:outerShdw blurRad="71438" rotWithShape="0" algn="bl" dir="5400000" dist="19050">
                <a:srgbClr val="000000">
                  <a:alpha val="18430"/>
                </a:srgbClr>
              </a:outerShdw>
            </a:effectLst>
          </p:spPr>
        </p:pic>
        <p:pic>
          <p:nvPicPr>
            <p:cNvPr id="889" name="Google Shape;889;g341b55efd58_0_183"/>
            <p:cNvPicPr preferRelativeResize="0"/>
            <p:nvPr/>
          </p:nvPicPr>
          <p:blipFill rotWithShape="1">
            <a:blip r:embed="rId23">
              <a:alphaModFix/>
            </a:blip>
            <a:srcRect b="0" l="79" r="69" t="0"/>
            <a:stretch/>
          </p:blipFill>
          <p:spPr>
            <a:xfrm>
              <a:off x="5774724" y="2129450"/>
              <a:ext cx="1147320" cy="821566"/>
            </a:xfrm>
            <a:prstGeom prst="rect">
              <a:avLst/>
            </a:prstGeom>
            <a:noFill/>
            <a:ln>
              <a:noFill/>
            </a:ln>
            <a:effectLst>
              <a:outerShdw blurRad="71438" rotWithShape="0" algn="bl" dir="5400000" dist="19050">
                <a:srgbClr val="000000">
                  <a:alpha val="18430"/>
                </a:srgbClr>
              </a:outerShdw>
            </a:effectLst>
          </p:spPr>
        </p:pic>
        <p:pic>
          <p:nvPicPr>
            <p:cNvPr id="890" name="Google Shape;890;g341b55efd58_0_183"/>
            <p:cNvPicPr preferRelativeResize="0"/>
            <p:nvPr/>
          </p:nvPicPr>
          <p:blipFill rotWithShape="1">
            <a:blip r:embed="rId24">
              <a:alphaModFix/>
            </a:blip>
            <a:srcRect b="0" l="159" r="159" t="0"/>
            <a:stretch/>
          </p:blipFill>
          <p:spPr>
            <a:xfrm>
              <a:off x="7001457" y="2129450"/>
              <a:ext cx="1147320" cy="821565"/>
            </a:xfrm>
            <a:prstGeom prst="rect">
              <a:avLst/>
            </a:prstGeom>
            <a:noFill/>
            <a:ln>
              <a:noFill/>
            </a:ln>
            <a:effectLst>
              <a:outerShdw blurRad="71438" rotWithShape="0" algn="bl" dir="5400000" dist="19050">
                <a:srgbClr val="000000">
                  <a:alpha val="18430"/>
                </a:srgbClr>
              </a:outerShdw>
            </a:effectLst>
          </p:spPr>
        </p:pic>
        <p:pic>
          <p:nvPicPr>
            <p:cNvPr id="891" name="Google Shape;891;g341b55efd58_0_183"/>
            <p:cNvPicPr preferRelativeResize="0"/>
            <p:nvPr/>
          </p:nvPicPr>
          <p:blipFill rotWithShape="1">
            <a:blip r:embed="rId25">
              <a:alphaModFix/>
            </a:blip>
            <a:srcRect b="0" l="159" r="159" t="0"/>
            <a:stretch/>
          </p:blipFill>
          <p:spPr>
            <a:xfrm>
              <a:off x="868300" y="3060270"/>
              <a:ext cx="1147320" cy="822955"/>
            </a:xfrm>
            <a:prstGeom prst="rect">
              <a:avLst/>
            </a:prstGeom>
            <a:noFill/>
            <a:ln>
              <a:noFill/>
            </a:ln>
            <a:effectLst>
              <a:outerShdw blurRad="71438" rotWithShape="0" algn="bl" dir="5400000" dist="19050">
                <a:srgbClr val="000000">
                  <a:alpha val="18430"/>
                </a:srgbClr>
              </a:outerShdw>
            </a:effectLst>
          </p:spPr>
        </p:pic>
        <p:pic>
          <p:nvPicPr>
            <p:cNvPr id="892" name="Google Shape;892;g341b55efd58_0_183"/>
            <p:cNvPicPr preferRelativeResize="0"/>
            <p:nvPr/>
          </p:nvPicPr>
          <p:blipFill rotWithShape="1">
            <a:blip r:embed="rId26">
              <a:alphaModFix/>
            </a:blip>
            <a:srcRect b="0" l="19" r="9" t="0"/>
            <a:stretch/>
          </p:blipFill>
          <p:spPr>
            <a:xfrm>
              <a:off x="2093821" y="3060270"/>
              <a:ext cx="1148707" cy="821566"/>
            </a:xfrm>
            <a:prstGeom prst="rect">
              <a:avLst/>
            </a:prstGeom>
            <a:noFill/>
            <a:ln>
              <a:noFill/>
            </a:ln>
            <a:effectLst>
              <a:outerShdw blurRad="71438" rotWithShape="0" algn="bl" dir="5400000" dist="19050">
                <a:srgbClr val="000000">
                  <a:alpha val="18430"/>
                </a:srgbClr>
              </a:outerShdw>
            </a:effectLst>
          </p:spPr>
        </p:pic>
        <p:pic>
          <p:nvPicPr>
            <p:cNvPr id="893" name="Google Shape;893;g341b55efd58_0_183"/>
            <p:cNvPicPr preferRelativeResize="0"/>
            <p:nvPr/>
          </p:nvPicPr>
          <p:blipFill rotWithShape="1">
            <a:blip r:embed="rId27">
              <a:alphaModFix/>
            </a:blip>
            <a:srcRect b="0" l="189" r="179" t="0"/>
            <a:stretch/>
          </p:blipFill>
          <p:spPr>
            <a:xfrm>
              <a:off x="3320730" y="3060270"/>
              <a:ext cx="1148707" cy="822956"/>
            </a:xfrm>
            <a:prstGeom prst="rect">
              <a:avLst/>
            </a:prstGeom>
            <a:noFill/>
            <a:ln>
              <a:noFill/>
            </a:ln>
            <a:effectLst>
              <a:outerShdw blurRad="71438" rotWithShape="0" algn="bl" dir="5400000" dist="19050">
                <a:srgbClr val="000000">
                  <a:alpha val="18430"/>
                </a:srgbClr>
              </a:outerShdw>
            </a:effectLst>
          </p:spPr>
        </p:pic>
        <p:pic>
          <p:nvPicPr>
            <p:cNvPr id="894" name="Google Shape;894;g341b55efd58_0_183"/>
            <p:cNvPicPr preferRelativeResize="0"/>
            <p:nvPr/>
          </p:nvPicPr>
          <p:blipFill rotWithShape="1">
            <a:blip r:embed="rId28">
              <a:alphaModFix/>
            </a:blip>
            <a:srcRect b="0" l="99" r="99" t="0"/>
            <a:stretch/>
          </p:blipFill>
          <p:spPr>
            <a:xfrm>
              <a:off x="4547639" y="3060270"/>
              <a:ext cx="1148707" cy="822955"/>
            </a:xfrm>
            <a:prstGeom prst="rect">
              <a:avLst/>
            </a:prstGeom>
            <a:noFill/>
            <a:ln>
              <a:noFill/>
            </a:ln>
            <a:effectLst>
              <a:outerShdw blurRad="71438" rotWithShape="0" algn="bl" dir="5400000" dist="19050">
                <a:srgbClr val="000000">
                  <a:alpha val="18430"/>
                </a:srgbClr>
              </a:outerShdw>
            </a:effectLst>
          </p:spPr>
        </p:pic>
        <p:pic>
          <p:nvPicPr>
            <p:cNvPr id="895" name="Google Shape;895;g341b55efd58_0_183"/>
            <p:cNvPicPr preferRelativeResize="0"/>
            <p:nvPr/>
          </p:nvPicPr>
          <p:blipFill rotWithShape="1">
            <a:blip r:embed="rId29">
              <a:alphaModFix/>
            </a:blip>
            <a:srcRect b="0" l="99" r="99" t="0"/>
            <a:stretch/>
          </p:blipFill>
          <p:spPr>
            <a:xfrm>
              <a:off x="5774548" y="3060270"/>
              <a:ext cx="1148707" cy="822955"/>
            </a:xfrm>
            <a:prstGeom prst="rect">
              <a:avLst/>
            </a:prstGeom>
            <a:noFill/>
            <a:ln>
              <a:noFill/>
            </a:ln>
            <a:effectLst>
              <a:outerShdw blurRad="71438" rotWithShape="0" algn="bl" dir="5400000" dist="19050">
                <a:srgbClr val="000000">
                  <a:alpha val="18430"/>
                </a:srgbClr>
              </a:outerShdw>
            </a:effectLst>
          </p:spPr>
        </p:pic>
        <p:pic>
          <p:nvPicPr>
            <p:cNvPr id="896" name="Google Shape;896;g341b55efd58_0_183"/>
            <p:cNvPicPr preferRelativeResize="0"/>
            <p:nvPr/>
          </p:nvPicPr>
          <p:blipFill rotWithShape="1">
            <a:blip r:embed="rId30">
              <a:alphaModFix/>
            </a:blip>
            <a:srcRect b="0" l="99" r="99" t="0"/>
            <a:stretch/>
          </p:blipFill>
          <p:spPr>
            <a:xfrm>
              <a:off x="5774548" y="3991095"/>
              <a:ext cx="1148707" cy="822955"/>
            </a:xfrm>
            <a:prstGeom prst="rect">
              <a:avLst/>
            </a:prstGeom>
            <a:noFill/>
            <a:ln>
              <a:noFill/>
            </a:ln>
            <a:effectLst>
              <a:outerShdw blurRad="71438" rotWithShape="0" algn="bl" dir="5400000" dist="19050">
                <a:srgbClr val="000000">
                  <a:alpha val="18430"/>
                </a:srgbClr>
              </a:outerShdw>
            </a:effectLst>
          </p:spPr>
        </p:pic>
      </p:gr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1" name="Shape 901"/>
        <p:cNvGrpSpPr/>
        <p:nvPr/>
      </p:nvGrpSpPr>
      <p:grpSpPr>
        <a:xfrm>
          <a:off x="0" y="0"/>
          <a:ext cx="0" cy="0"/>
          <a:chOff x="0" y="0"/>
          <a:chExt cx="0" cy="0"/>
        </a:xfrm>
      </p:grpSpPr>
      <p:sp>
        <p:nvSpPr>
          <p:cNvPr id="902" name="Google Shape;902;g341b55efd58_0_217"/>
          <p:cNvSpPr txBox="1"/>
          <p:nvPr>
            <p:ph type="title"/>
          </p:nvPr>
        </p:nvSpPr>
        <p:spPr>
          <a:xfrm>
            <a:off x="995275" y="582900"/>
            <a:ext cx="7153500" cy="12432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SzPts val="2400"/>
              <a:buNone/>
            </a:pPr>
            <a:r>
              <a:rPr lang="en-US"/>
              <a:t xml:space="preserve">Review Phase 4 Common Exception Words </a:t>
            </a:r>
            <a:r>
              <a:rPr lang="en-US">
                <a:solidFill>
                  <a:srgbClr val="2356AF"/>
                </a:solidFill>
              </a:rPr>
              <a:t>said like out have some come what was so old do little one</a:t>
            </a:r>
            <a:r>
              <a:rPr lang="en-US"/>
              <a:t>.</a:t>
            </a:r>
            <a:endParaRPr/>
          </a:p>
        </p:txBody>
      </p:sp>
      <p:grpSp>
        <p:nvGrpSpPr>
          <p:cNvPr id="903" name="Google Shape;903;g341b55efd58_0_217"/>
          <p:cNvGrpSpPr/>
          <p:nvPr/>
        </p:nvGrpSpPr>
        <p:grpSpPr>
          <a:xfrm>
            <a:off x="868300" y="2129450"/>
            <a:ext cx="7281864" cy="2684601"/>
            <a:chOff x="868300" y="2053250"/>
            <a:chExt cx="7281864" cy="2684601"/>
          </a:xfrm>
        </p:grpSpPr>
        <p:pic>
          <p:nvPicPr>
            <p:cNvPr id="904" name="Google Shape;904;g341b55efd58_0_217"/>
            <p:cNvPicPr preferRelativeResize="0"/>
            <p:nvPr/>
          </p:nvPicPr>
          <p:blipFill rotWithShape="1">
            <a:blip r:embed="rId3">
              <a:alphaModFix/>
            </a:blip>
            <a:srcRect b="0" l="189" r="179" t="0"/>
            <a:stretch/>
          </p:blipFill>
          <p:spPr>
            <a:xfrm>
              <a:off x="868300" y="3914895"/>
              <a:ext cx="1147320" cy="822956"/>
            </a:xfrm>
            <a:prstGeom prst="rect">
              <a:avLst/>
            </a:prstGeom>
            <a:noFill/>
            <a:ln>
              <a:noFill/>
            </a:ln>
            <a:effectLst>
              <a:outerShdw blurRad="71438" rotWithShape="0" algn="bl" dir="5400000" dist="19050">
                <a:srgbClr val="000000">
                  <a:alpha val="17650"/>
                </a:srgbClr>
              </a:outerShdw>
            </a:effectLst>
          </p:spPr>
        </p:pic>
        <p:pic>
          <p:nvPicPr>
            <p:cNvPr id="905" name="Google Shape;905;g341b55efd58_0_217"/>
            <p:cNvPicPr preferRelativeResize="0"/>
            <p:nvPr/>
          </p:nvPicPr>
          <p:blipFill rotWithShape="1">
            <a:blip r:embed="rId4">
              <a:alphaModFix/>
            </a:blip>
            <a:srcRect b="0" l="39" r="39" t="0"/>
            <a:stretch/>
          </p:blipFill>
          <p:spPr>
            <a:xfrm>
              <a:off x="5774548" y="2984070"/>
              <a:ext cx="1148707" cy="822955"/>
            </a:xfrm>
            <a:prstGeom prst="rect">
              <a:avLst/>
            </a:prstGeom>
            <a:noFill/>
            <a:ln>
              <a:noFill/>
            </a:ln>
            <a:effectLst>
              <a:outerShdw blurRad="71438" rotWithShape="0" algn="bl" dir="5400000" dist="19050">
                <a:srgbClr val="000000">
                  <a:alpha val="17650"/>
                </a:srgbClr>
              </a:outerShdw>
            </a:effectLst>
          </p:spPr>
        </p:pic>
        <p:pic>
          <p:nvPicPr>
            <p:cNvPr id="906" name="Google Shape;906;g341b55efd58_0_217"/>
            <p:cNvPicPr preferRelativeResize="0"/>
            <p:nvPr/>
          </p:nvPicPr>
          <p:blipFill rotWithShape="1">
            <a:blip r:embed="rId5">
              <a:alphaModFix/>
            </a:blip>
            <a:srcRect b="0" l="39" r="39" t="0"/>
            <a:stretch/>
          </p:blipFill>
          <p:spPr>
            <a:xfrm>
              <a:off x="7001457" y="2984070"/>
              <a:ext cx="1148707" cy="821565"/>
            </a:xfrm>
            <a:prstGeom prst="rect">
              <a:avLst/>
            </a:prstGeom>
            <a:noFill/>
            <a:ln>
              <a:noFill/>
            </a:ln>
            <a:effectLst>
              <a:outerShdw blurRad="71438" rotWithShape="0" algn="bl" dir="5400000" dist="19050">
                <a:srgbClr val="000000">
                  <a:alpha val="17650"/>
                </a:srgbClr>
              </a:outerShdw>
            </a:effectLst>
          </p:spPr>
        </p:pic>
        <p:pic>
          <p:nvPicPr>
            <p:cNvPr id="907" name="Google Shape;907;g341b55efd58_0_217"/>
            <p:cNvPicPr preferRelativeResize="0"/>
            <p:nvPr/>
          </p:nvPicPr>
          <p:blipFill rotWithShape="1">
            <a:blip r:embed="rId6">
              <a:alphaModFix/>
            </a:blip>
            <a:srcRect b="0" l="39" r="39" t="0"/>
            <a:stretch/>
          </p:blipFill>
          <p:spPr>
            <a:xfrm>
              <a:off x="3320730" y="2984070"/>
              <a:ext cx="1148707" cy="822955"/>
            </a:xfrm>
            <a:prstGeom prst="rect">
              <a:avLst/>
            </a:prstGeom>
            <a:noFill/>
            <a:ln>
              <a:noFill/>
            </a:ln>
            <a:effectLst>
              <a:outerShdw blurRad="71438" rotWithShape="0" algn="bl" dir="5400000" dist="19050">
                <a:srgbClr val="000000">
                  <a:alpha val="17650"/>
                </a:srgbClr>
              </a:outerShdw>
            </a:effectLst>
          </p:spPr>
        </p:pic>
        <p:pic>
          <p:nvPicPr>
            <p:cNvPr id="908" name="Google Shape;908;g341b55efd58_0_217"/>
            <p:cNvPicPr preferRelativeResize="0"/>
            <p:nvPr/>
          </p:nvPicPr>
          <p:blipFill rotWithShape="1">
            <a:blip r:embed="rId7">
              <a:alphaModFix/>
            </a:blip>
            <a:srcRect b="0" l="39" r="39" t="0"/>
            <a:stretch/>
          </p:blipFill>
          <p:spPr>
            <a:xfrm>
              <a:off x="4547639" y="2984070"/>
              <a:ext cx="1148707" cy="822955"/>
            </a:xfrm>
            <a:prstGeom prst="rect">
              <a:avLst/>
            </a:prstGeom>
            <a:noFill/>
            <a:ln>
              <a:noFill/>
            </a:ln>
            <a:effectLst>
              <a:outerShdw blurRad="71438" rotWithShape="0" algn="bl" dir="5400000" dist="19050">
                <a:srgbClr val="000000">
                  <a:alpha val="17650"/>
                </a:srgbClr>
              </a:outerShdw>
            </a:effectLst>
          </p:spPr>
        </p:pic>
        <p:pic>
          <p:nvPicPr>
            <p:cNvPr id="909" name="Google Shape;909;g341b55efd58_0_217"/>
            <p:cNvPicPr preferRelativeResize="0"/>
            <p:nvPr/>
          </p:nvPicPr>
          <p:blipFill rotWithShape="1">
            <a:blip r:embed="rId8">
              <a:alphaModFix/>
            </a:blip>
            <a:srcRect b="0" l="189" r="179" t="0"/>
            <a:stretch/>
          </p:blipFill>
          <p:spPr>
            <a:xfrm>
              <a:off x="868300" y="2984070"/>
              <a:ext cx="1147320" cy="822956"/>
            </a:xfrm>
            <a:prstGeom prst="rect">
              <a:avLst/>
            </a:prstGeom>
            <a:noFill/>
            <a:ln>
              <a:noFill/>
            </a:ln>
            <a:effectLst>
              <a:outerShdw blurRad="71438" rotWithShape="0" algn="bl" dir="5400000" dist="19050">
                <a:srgbClr val="000000">
                  <a:alpha val="17650"/>
                </a:srgbClr>
              </a:outerShdw>
            </a:effectLst>
          </p:spPr>
        </p:pic>
        <p:pic>
          <p:nvPicPr>
            <p:cNvPr id="910" name="Google Shape;910;g341b55efd58_0_217"/>
            <p:cNvPicPr preferRelativeResize="0"/>
            <p:nvPr/>
          </p:nvPicPr>
          <p:blipFill rotWithShape="1">
            <a:blip r:embed="rId9">
              <a:alphaModFix/>
            </a:blip>
            <a:srcRect b="49" l="0" r="0" t="39"/>
            <a:stretch/>
          </p:blipFill>
          <p:spPr>
            <a:xfrm>
              <a:off x="2093821" y="2984070"/>
              <a:ext cx="1148707" cy="821566"/>
            </a:xfrm>
            <a:prstGeom prst="rect">
              <a:avLst/>
            </a:prstGeom>
            <a:noFill/>
            <a:ln>
              <a:noFill/>
            </a:ln>
            <a:effectLst>
              <a:outerShdw blurRad="71438" rotWithShape="0" algn="bl" dir="5400000" dist="19050">
                <a:srgbClr val="000000">
                  <a:alpha val="17650"/>
                </a:srgbClr>
              </a:outerShdw>
            </a:effectLst>
          </p:spPr>
        </p:pic>
        <p:pic>
          <p:nvPicPr>
            <p:cNvPr id="911" name="Google Shape;911;g341b55efd58_0_217"/>
            <p:cNvPicPr preferRelativeResize="0"/>
            <p:nvPr/>
          </p:nvPicPr>
          <p:blipFill rotWithShape="1">
            <a:blip r:embed="rId10">
              <a:alphaModFix/>
            </a:blip>
            <a:srcRect b="0" l="59" r="59" t="0"/>
            <a:stretch/>
          </p:blipFill>
          <p:spPr>
            <a:xfrm>
              <a:off x="868300" y="2053250"/>
              <a:ext cx="1146813" cy="819547"/>
            </a:xfrm>
            <a:prstGeom prst="rect">
              <a:avLst/>
            </a:prstGeom>
            <a:noFill/>
            <a:ln>
              <a:noFill/>
            </a:ln>
            <a:effectLst>
              <a:outerShdw blurRad="71438" rotWithShape="0" algn="bl" dir="5400000" dist="19050">
                <a:srgbClr val="000000">
                  <a:alpha val="18040"/>
                </a:srgbClr>
              </a:outerShdw>
            </a:effectLst>
          </p:spPr>
        </p:pic>
        <p:pic>
          <p:nvPicPr>
            <p:cNvPr id="912" name="Google Shape;912;g341b55efd58_0_217"/>
            <p:cNvPicPr preferRelativeResize="0"/>
            <p:nvPr/>
          </p:nvPicPr>
          <p:blipFill rotWithShape="1">
            <a:blip r:embed="rId11">
              <a:alphaModFix/>
            </a:blip>
            <a:srcRect b="0" l="159" r="159" t="0"/>
            <a:stretch/>
          </p:blipFill>
          <p:spPr>
            <a:xfrm>
              <a:off x="2094526" y="2053250"/>
              <a:ext cx="1147320" cy="822955"/>
            </a:xfrm>
            <a:prstGeom prst="rect">
              <a:avLst/>
            </a:prstGeom>
            <a:noFill/>
            <a:ln>
              <a:noFill/>
            </a:ln>
            <a:effectLst>
              <a:outerShdw blurRad="71438" rotWithShape="0" algn="bl" dir="5400000" dist="19050">
                <a:srgbClr val="000000">
                  <a:alpha val="18040"/>
                </a:srgbClr>
              </a:outerShdw>
            </a:effectLst>
          </p:spPr>
        </p:pic>
        <p:pic>
          <p:nvPicPr>
            <p:cNvPr id="913" name="Google Shape;913;g341b55efd58_0_217"/>
            <p:cNvPicPr preferRelativeResize="0"/>
            <p:nvPr/>
          </p:nvPicPr>
          <p:blipFill rotWithShape="1">
            <a:blip r:embed="rId12">
              <a:alphaModFix/>
            </a:blip>
            <a:srcRect b="0" l="159" r="159" t="0"/>
            <a:stretch/>
          </p:blipFill>
          <p:spPr>
            <a:xfrm>
              <a:off x="3321259" y="2053250"/>
              <a:ext cx="1147320" cy="821565"/>
            </a:xfrm>
            <a:prstGeom prst="rect">
              <a:avLst/>
            </a:prstGeom>
            <a:noFill/>
            <a:ln>
              <a:noFill/>
            </a:ln>
            <a:effectLst>
              <a:outerShdw blurRad="71438" rotWithShape="0" algn="bl" dir="5400000" dist="19050">
                <a:srgbClr val="000000">
                  <a:alpha val="18040"/>
                </a:srgbClr>
              </a:outerShdw>
            </a:effectLst>
          </p:spPr>
        </p:pic>
        <p:pic>
          <p:nvPicPr>
            <p:cNvPr id="914" name="Google Shape;914;g341b55efd58_0_217"/>
            <p:cNvPicPr preferRelativeResize="0"/>
            <p:nvPr/>
          </p:nvPicPr>
          <p:blipFill rotWithShape="1">
            <a:blip r:embed="rId13">
              <a:alphaModFix/>
            </a:blip>
            <a:srcRect b="0" l="79" r="69" t="0"/>
            <a:stretch/>
          </p:blipFill>
          <p:spPr>
            <a:xfrm>
              <a:off x="4547991" y="2053250"/>
              <a:ext cx="1147320" cy="821566"/>
            </a:xfrm>
            <a:prstGeom prst="rect">
              <a:avLst/>
            </a:prstGeom>
            <a:noFill/>
            <a:ln>
              <a:noFill/>
            </a:ln>
            <a:effectLst>
              <a:outerShdw blurRad="71438" rotWithShape="0" algn="bl" dir="5400000" dist="19050">
                <a:srgbClr val="000000">
                  <a:alpha val="18040"/>
                </a:srgbClr>
              </a:outerShdw>
            </a:effectLst>
          </p:spPr>
        </p:pic>
        <p:pic>
          <p:nvPicPr>
            <p:cNvPr id="915" name="Google Shape;915;g341b55efd58_0_217"/>
            <p:cNvPicPr preferRelativeResize="0"/>
            <p:nvPr/>
          </p:nvPicPr>
          <p:blipFill rotWithShape="1">
            <a:blip r:embed="rId14">
              <a:alphaModFix/>
            </a:blip>
            <a:srcRect b="0" l="79" r="69" t="0"/>
            <a:stretch/>
          </p:blipFill>
          <p:spPr>
            <a:xfrm>
              <a:off x="5774724" y="2053250"/>
              <a:ext cx="1147320" cy="821566"/>
            </a:xfrm>
            <a:prstGeom prst="rect">
              <a:avLst/>
            </a:prstGeom>
            <a:noFill/>
            <a:ln>
              <a:noFill/>
            </a:ln>
            <a:effectLst>
              <a:outerShdw blurRad="71438" rotWithShape="0" algn="bl" dir="5400000" dist="19050">
                <a:srgbClr val="000000">
                  <a:alpha val="18040"/>
                </a:srgbClr>
              </a:outerShdw>
            </a:effectLst>
          </p:spPr>
        </p:pic>
        <p:pic>
          <p:nvPicPr>
            <p:cNvPr id="916" name="Google Shape;916;g341b55efd58_0_217"/>
            <p:cNvPicPr preferRelativeResize="0"/>
            <p:nvPr/>
          </p:nvPicPr>
          <p:blipFill rotWithShape="1">
            <a:blip r:embed="rId15">
              <a:alphaModFix/>
            </a:blip>
            <a:srcRect b="0" l="79" r="69" t="0"/>
            <a:stretch/>
          </p:blipFill>
          <p:spPr>
            <a:xfrm>
              <a:off x="7001457" y="2053250"/>
              <a:ext cx="1147320" cy="821566"/>
            </a:xfrm>
            <a:prstGeom prst="rect">
              <a:avLst/>
            </a:prstGeom>
            <a:noFill/>
            <a:ln>
              <a:noFill/>
            </a:ln>
            <a:effectLst>
              <a:outerShdw blurRad="71438" rotWithShape="0" algn="bl" dir="5400000" dist="19050">
                <a:srgbClr val="000000">
                  <a:alpha val="18040"/>
                </a:srgbClr>
              </a:outerShdw>
            </a:effectLst>
          </p:spPr>
        </p:pic>
      </p:gr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1" name="Shape 921"/>
        <p:cNvGrpSpPr/>
        <p:nvPr/>
      </p:nvGrpSpPr>
      <p:grpSpPr>
        <a:xfrm>
          <a:off x="0" y="0"/>
          <a:ext cx="0" cy="0"/>
          <a:chOff x="0" y="0"/>
          <a:chExt cx="0" cy="0"/>
        </a:xfrm>
      </p:grpSpPr>
      <p:sp>
        <p:nvSpPr>
          <p:cNvPr id="922" name="Google Shape;922;g341b55efd58_0_236"/>
          <p:cNvSpPr txBox="1"/>
          <p:nvPr>
            <p:ph type="title"/>
          </p:nvPr>
        </p:nvSpPr>
        <p:spPr>
          <a:xfrm>
            <a:off x="995275" y="582900"/>
            <a:ext cx="7153500" cy="12432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SzPts val="2400"/>
              <a:buNone/>
            </a:pPr>
            <a:r>
              <a:rPr lang="en-US"/>
              <a:t xml:space="preserve">Review Phase 5 Common Exception Words </a:t>
            </a:r>
            <a:r>
              <a:rPr lang="en-US">
                <a:solidFill>
                  <a:srgbClr val="2356AF"/>
                </a:solidFill>
              </a:rPr>
              <a:t>today house mouse hour because Mr Mrs Ms where should could would move use</a:t>
            </a:r>
            <a:r>
              <a:rPr lang="en-US"/>
              <a:t>.</a:t>
            </a:r>
            <a:endParaRPr/>
          </a:p>
        </p:txBody>
      </p:sp>
      <p:grpSp>
        <p:nvGrpSpPr>
          <p:cNvPr id="923" name="Google Shape;923;g341b55efd58_0_236"/>
          <p:cNvGrpSpPr/>
          <p:nvPr/>
        </p:nvGrpSpPr>
        <p:grpSpPr>
          <a:xfrm>
            <a:off x="868300" y="2129450"/>
            <a:ext cx="7281864" cy="2688001"/>
            <a:chOff x="868300" y="2129450"/>
            <a:chExt cx="7281864" cy="2688001"/>
          </a:xfrm>
        </p:grpSpPr>
        <p:pic>
          <p:nvPicPr>
            <p:cNvPr id="924" name="Google Shape;924;g341b55efd58_0_236"/>
            <p:cNvPicPr preferRelativeResize="0"/>
            <p:nvPr/>
          </p:nvPicPr>
          <p:blipFill rotWithShape="1">
            <a:blip r:embed="rId3">
              <a:alphaModFix/>
            </a:blip>
            <a:srcRect b="0" l="248" r="238" t="0"/>
            <a:stretch/>
          </p:blipFill>
          <p:spPr>
            <a:xfrm>
              <a:off x="868300" y="3994495"/>
              <a:ext cx="1147320" cy="822956"/>
            </a:xfrm>
            <a:prstGeom prst="rect">
              <a:avLst/>
            </a:prstGeom>
            <a:noFill/>
            <a:ln>
              <a:noFill/>
            </a:ln>
            <a:effectLst>
              <a:outerShdw blurRad="71438" rotWithShape="0" algn="bl" dir="5400000" dist="19050">
                <a:srgbClr val="000000">
                  <a:alpha val="17650"/>
                </a:srgbClr>
              </a:outerShdw>
            </a:effectLst>
          </p:spPr>
        </p:pic>
        <p:pic>
          <p:nvPicPr>
            <p:cNvPr id="925" name="Google Shape;925;g341b55efd58_0_236"/>
            <p:cNvPicPr preferRelativeResize="0"/>
            <p:nvPr/>
          </p:nvPicPr>
          <p:blipFill rotWithShape="1">
            <a:blip r:embed="rId4">
              <a:alphaModFix/>
            </a:blip>
            <a:srcRect b="0" l="99" r="99" t="0"/>
            <a:stretch/>
          </p:blipFill>
          <p:spPr>
            <a:xfrm>
              <a:off x="5774548" y="3060270"/>
              <a:ext cx="1148707" cy="822955"/>
            </a:xfrm>
            <a:prstGeom prst="rect">
              <a:avLst/>
            </a:prstGeom>
            <a:noFill/>
            <a:ln>
              <a:noFill/>
            </a:ln>
            <a:effectLst>
              <a:outerShdw blurRad="71438" rotWithShape="0" algn="bl" dir="5400000" dist="19050">
                <a:srgbClr val="000000">
                  <a:alpha val="17650"/>
                </a:srgbClr>
              </a:outerShdw>
            </a:effectLst>
          </p:spPr>
        </p:pic>
        <p:pic>
          <p:nvPicPr>
            <p:cNvPr id="926" name="Google Shape;926;g341b55efd58_0_236"/>
            <p:cNvPicPr preferRelativeResize="0"/>
            <p:nvPr/>
          </p:nvPicPr>
          <p:blipFill rotWithShape="1">
            <a:blip r:embed="rId5">
              <a:alphaModFix/>
            </a:blip>
            <a:srcRect b="0" l="99" r="99" t="0"/>
            <a:stretch/>
          </p:blipFill>
          <p:spPr>
            <a:xfrm>
              <a:off x="7001457" y="3060270"/>
              <a:ext cx="1148707" cy="821565"/>
            </a:xfrm>
            <a:prstGeom prst="rect">
              <a:avLst/>
            </a:prstGeom>
            <a:noFill/>
            <a:ln>
              <a:noFill/>
            </a:ln>
            <a:effectLst>
              <a:outerShdw blurRad="71438" rotWithShape="0" algn="bl" dir="5400000" dist="19050">
                <a:srgbClr val="000000">
                  <a:alpha val="17650"/>
                </a:srgbClr>
              </a:outerShdw>
            </a:effectLst>
          </p:spPr>
        </p:pic>
        <p:pic>
          <p:nvPicPr>
            <p:cNvPr id="927" name="Google Shape;927;g341b55efd58_0_236"/>
            <p:cNvPicPr preferRelativeResize="0"/>
            <p:nvPr/>
          </p:nvPicPr>
          <p:blipFill rotWithShape="1">
            <a:blip r:embed="rId6">
              <a:alphaModFix/>
            </a:blip>
            <a:srcRect b="0" l="99" r="99" t="0"/>
            <a:stretch/>
          </p:blipFill>
          <p:spPr>
            <a:xfrm>
              <a:off x="3320730" y="3060270"/>
              <a:ext cx="1148707" cy="822955"/>
            </a:xfrm>
            <a:prstGeom prst="rect">
              <a:avLst/>
            </a:prstGeom>
            <a:noFill/>
            <a:ln>
              <a:noFill/>
            </a:ln>
            <a:effectLst>
              <a:outerShdw blurRad="71438" rotWithShape="0" algn="bl" dir="5400000" dist="19050">
                <a:srgbClr val="000000">
                  <a:alpha val="17650"/>
                </a:srgbClr>
              </a:outerShdw>
            </a:effectLst>
          </p:spPr>
        </p:pic>
        <p:pic>
          <p:nvPicPr>
            <p:cNvPr id="928" name="Google Shape;928;g341b55efd58_0_236"/>
            <p:cNvPicPr preferRelativeResize="0"/>
            <p:nvPr/>
          </p:nvPicPr>
          <p:blipFill rotWithShape="1">
            <a:blip r:embed="rId7">
              <a:alphaModFix/>
            </a:blip>
            <a:srcRect b="0" l="189" r="179" t="0"/>
            <a:stretch/>
          </p:blipFill>
          <p:spPr>
            <a:xfrm>
              <a:off x="4547639" y="3060270"/>
              <a:ext cx="1148707" cy="822956"/>
            </a:xfrm>
            <a:prstGeom prst="rect">
              <a:avLst/>
            </a:prstGeom>
            <a:noFill/>
            <a:ln>
              <a:noFill/>
            </a:ln>
            <a:effectLst>
              <a:outerShdw blurRad="71438" rotWithShape="0" algn="bl" dir="5400000" dist="19050">
                <a:srgbClr val="000000">
                  <a:alpha val="17650"/>
                </a:srgbClr>
              </a:outerShdw>
            </a:effectLst>
          </p:spPr>
        </p:pic>
        <p:pic>
          <p:nvPicPr>
            <p:cNvPr id="929" name="Google Shape;929;g341b55efd58_0_236"/>
            <p:cNvPicPr preferRelativeResize="0"/>
            <p:nvPr/>
          </p:nvPicPr>
          <p:blipFill rotWithShape="1">
            <a:blip r:embed="rId8">
              <a:alphaModFix/>
            </a:blip>
            <a:srcRect b="0" l="248" r="238" t="0"/>
            <a:stretch/>
          </p:blipFill>
          <p:spPr>
            <a:xfrm>
              <a:off x="868300" y="3060270"/>
              <a:ext cx="1147320" cy="822956"/>
            </a:xfrm>
            <a:prstGeom prst="rect">
              <a:avLst/>
            </a:prstGeom>
            <a:noFill/>
            <a:ln>
              <a:noFill/>
            </a:ln>
            <a:effectLst>
              <a:outerShdw blurRad="71438" rotWithShape="0" algn="bl" dir="5400000" dist="19050">
                <a:srgbClr val="000000">
                  <a:alpha val="17650"/>
                </a:srgbClr>
              </a:outerShdw>
            </a:effectLst>
          </p:spPr>
        </p:pic>
        <p:pic>
          <p:nvPicPr>
            <p:cNvPr id="930" name="Google Shape;930;g341b55efd58_0_236"/>
            <p:cNvPicPr preferRelativeResize="0"/>
            <p:nvPr/>
          </p:nvPicPr>
          <p:blipFill rotWithShape="1">
            <a:blip r:embed="rId9">
              <a:alphaModFix/>
            </a:blip>
            <a:srcRect b="0" l="99" r="99" t="0"/>
            <a:stretch/>
          </p:blipFill>
          <p:spPr>
            <a:xfrm>
              <a:off x="2093821" y="3060270"/>
              <a:ext cx="1148707" cy="821565"/>
            </a:xfrm>
            <a:prstGeom prst="rect">
              <a:avLst/>
            </a:prstGeom>
            <a:noFill/>
            <a:ln>
              <a:noFill/>
            </a:ln>
            <a:effectLst>
              <a:outerShdw blurRad="71438" rotWithShape="0" algn="bl" dir="5400000" dist="19050">
                <a:srgbClr val="000000">
                  <a:alpha val="17650"/>
                </a:srgbClr>
              </a:outerShdw>
            </a:effectLst>
          </p:spPr>
        </p:pic>
        <p:pic>
          <p:nvPicPr>
            <p:cNvPr id="931" name="Google Shape;931;g341b55efd58_0_236"/>
            <p:cNvPicPr preferRelativeResize="0"/>
            <p:nvPr/>
          </p:nvPicPr>
          <p:blipFill rotWithShape="1">
            <a:blip r:embed="rId10">
              <a:alphaModFix/>
            </a:blip>
            <a:srcRect b="0" l="59" r="59" t="0"/>
            <a:stretch/>
          </p:blipFill>
          <p:spPr>
            <a:xfrm>
              <a:off x="868300" y="2129450"/>
              <a:ext cx="1146813" cy="819547"/>
            </a:xfrm>
            <a:prstGeom prst="rect">
              <a:avLst/>
            </a:prstGeom>
            <a:noFill/>
            <a:ln>
              <a:noFill/>
            </a:ln>
            <a:effectLst>
              <a:outerShdw blurRad="71438" rotWithShape="0" algn="bl" dir="5400000" dist="19050">
                <a:srgbClr val="000000">
                  <a:alpha val="18040"/>
                </a:srgbClr>
              </a:outerShdw>
            </a:effectLst>
          </p:spPr>
        </p:pic>
        <p:pic>
          <p:nvPicPr>
            <p:cNvPr id="932" name="Google Shape;932;g341b55efd58_0_236"/>
            <p:cNvPicPr preferRelativeResize="0"/>
            <p:nvPr/>
          </p:nvPicPr>
          <p:blipFill rotWithShape="1">
            <a:blip r:embed="rId11">
              <a:alphaModFix/>
            </a:blip>
            <a:srcRect b="0" l="248" r="238" t="0"/>
            <a:stretch/>
          </p:blipFill>
          <p:spPr>
            <a:xfrm>
              <a:off x="2094526" y="2129450"/>
              <a:ext cx="1147320" cy="822956"/>
            </a:xfrm>
            <a:prstGeom prst="rect">
              <a:avLst/>
            </a:prstGeom>
            <a:noFill/>
            <a:ln>
              <a:noFill/>
            </a:ln>
            <a:effectLst>
              <a:outerShdw blurRad="71438" rotWithShape="0" algn="bl" dir="5400000" dist="19050">
                <a:srgbClr val="000000">
                  <a:alpha val="18040"/>
                </a:srgbClr>
              </a:outerShdw>
            </a:effectLst>
          </p:spPr>
        </p:pic>
        <p:pic>
          <p:nvPicPr>
            <p:cNvPr id="933" name="Google Shape;933;g341b55efd58_0_236"/>
            <p:cNvPicPr preferRelativeResize="0"/>
            <p:nvPr/>
          </p:nvPicPr>
          <p:blipFill rotWithShape="1">
            <a:blip r:embed="rId12">
              <a:alphaModFix/>
            </a:blip>
            <a:srcRect b="0" l="159" r="159" t="0"/>
            <a:stretch/>
          </p:blipFill>
          <p:spPr>
            <a:xfrm>
              <a:off x="3321271" y="2130138"/>
              <a:ext cx="1147320" cy="821565"/>
            </a:xfrm>
            <a:prstGeom prst="rect">
              <a:avLst/>
            </a:prstGeom>
            <a:noFill/>
            <a:ln>
              <a:noFill/>
            </a:ln>
            <a:effectLst>
              <a:outerShdw blurRad="71438" rotWithShape="0" algn="bl" dir="5400000" dist="19050">
                <a:srgbClr val="000000">
                  <a:alpha val="18040"/>
                </a:srgbClr>
              </a:outerShdw>
            </a:effectLst>
          </p:spPr>
        </p:pic>
        <p:pic>
          <p:nvPicPr>
            <p:cNvPr id="934" name="Google Shape;934;g341b55efd58_0_236"/>
            <p:cNvPicPr preferRelativeResize="0"/>
            <p:nvPr/>
          </p:nvPicPr>
          <p:blipFill rotWithShape="1">
            <a:blip r:embed="rId13">
              <a:alphaModFix/>
            </a:blip>
            <a:srcRect b="0" l="79" r="69" t="0"/>
            <a:stretch/>
          </p:blipFill>
          <p:spPr>
            <a:xfrm>
              <a:off x="4547991" y="2129450"/>
              <a:ext cx="1147320" cy="821566"/>
            </a:xfrm>
            <a:prstGeom prst="rect">
              <a:avLst/>
            </a:prstGeom>
            <a:noFill/>
            <a:ln>
              <a:noFill/>
            </a:ln>
            <a:effectLst>
              <a:outerShdw blurRad="71438" rotWithShape="0" algn="bl" dir="5400000" dist="19050">
                <a:srgbClr val="000000">
                  <a:alpha val="18040"/>
                </a:srgbClr>
              </a:outerShdw>
            </a:effectLst>
          </p:spPr>
        </p:pic>
        <p:pic>
          <p:nvPicPr>
            <p:cNvPr id="935" name="Google Shape;935;g341b55efd58_0_236"/>
            <p:cNvPicPr preferRelativeResize="0"/>
            <p:nvPr/>
          </p:nvPicPr>
          <p:blipFill rotWithShape="1">
            <a:blip r:embed="rId14">
              <a:alphaModFix/>
            </a:blip>
            <a:srcRect b="0" l="79" r="69" t="0"/>
            <a:stretch/>
          </p:blipFill>
          <p:spPr>
            <a:xfrm>
              <a:off x="5774724" y="2129450"/>
              <a:ext cx="1147320" cy="821566"/>
            </a:xfrm>
            <a:prstGeom prst="rect">
              <a:avLst/>
            </a:prstGeom>
            <a:noFill/>
            <a:ln>
              <a:noFill/>
            </a:ln>
            <a:effectLst>
              <a:outerShdw blurRad="71438" rotWithShape="0" algn="bl" dir="5400000" dist="19050">
                <a:srgbClr val="000000">
                  <a:alpha val="18040"/>
                </a:srgbClr>
              </a:outerShdw>
            </a:effectLst>
          </p:spPr>
        </p:pic>
        <p:pic>
          <p:nvPicPr>
            <p:cNvPr id="936" name="Google Shape;936;g341b55efd58_0_236"/>
            <p:cNvPicPr preferRelativeResize="0"/>
            <p:nvPr/>
          </p:nvPicPr>
          <p:blipFill rotWithShape="1">
            <a:blip r:embed="rId15">
              <a:alphaModFix/>
            </a:blip>
            <a:srcRect b="0" l="159" r="159" t="0"/>
            <a:stretch/>
          </p:blipFill>
          <p:spPr>
            <a:xfrm>
              <a:off x="7001457" y="2129450"/>
              <a:ext cx="1147320" cy="821565"/>
            </a:xfrm>
            <a:prstGeom prst="rect">
              <a:avLst/>
            </a:prstGeom>
            <a:noFill/>
            <a:ln>
              <a:noFill/>
            </a:ln>
            <a:effectLst>
              <a:outerShdw blurRad="71438" rotWithShape="0" algn="bl" dir="5400000" dist="19050">
                <a:srgbClr val="000000">
                  <a:alpha val="18040"/>
                </a:srgbClr>
              </a:outerShdw>
            </a:effectLst>
          </p:spPr>
        </p:pic>
        <p:pic>
          <p:nvPicPr>
            <p:cNvPr id="937" name="Google Shape;937;g341b55efd58_0_236"/>
            <p:cNvPicPr preferRelativeResize="0"/>
            <p:nvPr/>
          </p:nvPicPr>
          <p:blipFill rotWithShape="1">
            <a:blip r:embed="rId16">
              <a:alphaModFix/>
            </a:blip>
            <a:srcRect b="0" l="19" r="9" t="0"/>
            <a:stretch/>
          </p:blipFill>
          <p:spPr>
            <a:xfrm>
              <a:off x="2093821" y="3995885"/>
              <a:ext cx="1148707" cy="821566"/>
            </a:xfrm>
            <a:prstGeom prst="rect">
              <a:avLst/>
            </a:prstGeom>
            <a:noFill/>
            <a:ln>
              <a:noFill/>
            </a:ln>
            <a:effectLst>
              <a:outerShdw blurRad="71438" rotWithShape="0" algn="bl" dir="5400000" dist="19050">
                <a:srgbClr val="000000">
                  <a:alpha val="17650"/>
                </a:srgbClr>
              </a:outerShdw>
            </a:effectLst>
          </p:spPr>
        </p:pic>
      </p:gr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2" name="Shape 942"/>
        <p:cNvGrpSpPr/>
        <p:nvPr/>
      </p:nvGrpSpPr>
      <p:grpSpPr>
        <a:xfrm>
          <a:off x="0" y="0"/>
          <a:ext cx="0" cy="0"/>
          <a:chOff x="0" y="0"/>
          <a:chExt cx="0" cy="0"/>
        </a:xfrm>
      </p:grpSpPr>
      <p:sp>
        <p:nvSpPr>
          <p:cNvPr id="943" name="Google Shape;943;g341b55efd58_0_256"/>
          <p:cNvSpPr txBox="1"/>
          <p:nvPr>
            <p:ph type="title"/>
          </p:nvPr>
        </p:nvSpPr>
        <p:spPr>
          <a:xfrm>
            <a:off x="514450" y="582900"/>
            <a:ext cx="8115300" cy="12432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2160"/>
              <a:buNone/>
            </a:pPr>
            <a:r>
              <a:rPr lang="en-US" sz="2000"/>
              <a:t xml:space="preserve">Review Phase 5.5 Common Exception Words </a:t>
            </a:r>
            <a:br>
              <a:rPr lang="en-US" sz="2000"/>
            </a:br>
            <a:r>
              <a:rPr lang="en-US" sz="2000">
                <a:solidFill>
                  <a:srgbClr val="2356AF"/>
                </a:solidFill>
              </a:rPr>
              <a:t>people wild child mind kind behind eye oh most only both though through who prove shoe beautiful climb Christmas school sugar love money any</a:t>
            </a:r>
            <a:r>
              <a:rPr lang="en-US" sz="2000"/>
              <a:t>…</a:t>
            </a:r>
            <a:endParaRPr sz="2000"/>
          </a:p>
        </p:txBody>
      </p:sp>
      <p:pic>
        <p:nvPicPr>
          <p:cNvPr id="944" name="Google Shape;944;g341b55efd58_0_256"/>
          <p:cNvPicPr preferRelativeResize="0"/>
          <p:nvPr/>
        </p:nvPicPr>
        <p:blipFill rotWithShape="1">
          <a:blip r:embed="rId3">
            <a:alphaModFix/>
          </a:blip>
          <a:srcRect b="0" l="0" r="0" t="0"/>
          <a:stretch/>
        </p:blipFill>
        <p:spPr>
          <a:xfrm>
            <a:off x="867797" y="2125686"/>
            <a:ext cx="1147324" cy="819918"/>
          </a:xfrm>
          <a:prstGeom prst="rect">
            <a:avLst/>
          </a:prstGeom>
          <a:noFill/>
          <a:ln>
            <a:noFill/>
          </a:ln>
          <a:effectLst>
            <a:outerShdw blurRad="71438" rotWithShape="0" algn="bl" dir="5400000" dist="19050">
              <a:srgbClr val="000000">
                <a:alpha val="17650"/>
              </a:srgbClr>
            </a:outerShdw>
          </a:effectLst>
        </p:spPr>
      </p:pic>
      <p:pic>
        <p:nvPicPr>
          <p:cNvPr id="945" name="Google Shape;945;g341b55efd58_0_256"/>
          <p:cNvPicPr preferRelativeResize="0"/>
          <p:nvPr/>
        </p:nvPicPr>
        <p:blipFill rotWithShape="1">
          <a:blip r:embed="rId4">
            <a:alphaModFix/>
          </a:blip>
          <a:srcRect b="0" l="0" r="0" t="0"/>
          <a:stretch/>
        </p:blipFill>
        <p:spPr>
          <a:xfrm>
            <a:off x="2094526" y="2125686"/>
            <a:ext cx="1145440" cy="818569"/>
          </a:xfrm>
          <a:prstGeom prst="rect">
            <a:avLst/>
          </a:prstGeom>
          <a:noFill/>
          <a:ln>
            <a:noFill/>
          </a:ln>
          <a:effectLst>
            <a:outerShdw blurRad="71438" rotWithShape="0" algn="bl" dir="5400000" dist="19050">
              <a:srgbClr val="000000">
                <a:alpha val="17650"/>
              </a:srgbClr>
            </a:outerShdw>
          </a:effectLst>
        </p:spPr>
      </p:pic>
      <p:pic>
        <p:nvPicPr>
          <p:cNvPr id="946" name="Google Shape;946;g341b55efd58_0_256"/>
          <p:cNvPicPr preferRelativeResize="0"/>
          <p:nvPr/>
        </p:nvPicPr>
        <p:blipFill rotWithShape="1">
          <a:blip r:embed="rId5">
            <a:alphaModFix/>
          </a:blip>
          <a:srcRect b="0" l="0" r="0" t="0"/>
          <a:stretch/>
        </p:blipFill>
        <p:spPr>
          <a:xfrm>
            <a:off x="3321259" y="2125686"/>
            <a:ext cx="1145440" cy="818569"/>
          </a:xfrm>
          <a:prstGeom prst="rect">
            <a:avLst/>
          </a:prstGeom>
          <a:noFill/>
          <a:ln>
            <a:noFill/>
          </a:ln>
          <a:effectLst>
            <a:outerShdw blurRad="71438" rotWithShape="0" algn="bl" dir="5400000" dist="19050">
              <a:srgbClr val="000000">
                <a:alpha val="17650"/>
              </a:srgbClr>
            </a:outerShdw>
          </a:effectLst>
        </p:spPr>
      </p:pic>
      <p:pic>
        <p:nvPicPr>
          <p:cNvPr id="947" name="Google Shape;947;g341b55efd58_0_256"/>
          <p:cNvPicPr preferRelativeResize="0"/>
          <p:nvPr/>
        </p:nvPicPr>
        <p:blipFill rotWithShape="1">
          <a:blip r:embed="rId6">
            <a:alphaModFix/>
          </a:blip>
          <a:srcRect b="0" l="0" r="0" t="0"/>
          <a:stretch/>
        </p:blipFill>
        <p:spPr>
          <a:xfrm>
            <a:off x="4547991" y="2125686"/>
            <a:ext cx="1145440" cy="819954"/>
          </a:xfrm>
          <a:prstGeom prst="rect">
            <a:avLst/>
          </a:prstGeom>
          <a:noFill/>
          <a:ln>
            <a:noFill/>
          </a:ln>
          <a:effectLst>
            <a:outerShdw blurRad="71438" rotWithShape="0" algn="bl" dir="5400000" dist="19050">
              <a:srgbClr val="000000">
                <a:alpha val="17650"/>
              </a:srgbClr>
            </a:outerShdw>
          </a:effectLst>
        </p:spPr>
      </p:pic>
      <p:pic>
        <p:nvPicPr>
          <p:cNvPr id="948" name="Google Shape;948;g341b55efd58_0_256"/>
          <p:cNvPicPr preferRelativeResize="0"/>
          <p:nvPr/>
        </p:nvPicPr>
        <p:blipFill rotWithShape="1">
          <a:blip r:embed="rId7">
            <a:alphaModFix/>
          </a:blip>
          <a:srcRect b="0" l="0" r="0" t="0"/>
          <a:stretch/>
        </p:blipFill>
        <p:spPr>
          <a:xfrm>
            <a:off x="5774724" y="2125686"/>
            <a:ext cx="1145440" cy="818569"/>
          </a:xfrm>
          <a:prstGeom prst="rect">
            <a:avLst/>
          </a:prstGeom>
          <a:noFill/>
          <a:ln>
            <a:noFill/>
          </a:ln>
          <a:effectLst>
            <a:outerShdw blurRad="71438" rotWithShape="0" algn="bl" dir="5400000" dist="19050">
              <a:srgbClr val="000000">
                <a:alpha val="17650"/>
              </a:srgbClr>
            </a:outerShdw>
          </a:effectLst>
        </p:spPr>
      </p:pic>
      <p:pic>
        <p:nvPicPr>
          <p:cNvPr id="949" name="Google Shape;949;g341b55efd58_0_256"/>
          <p:cNvPicPr preferRelativeResize="0"/>
          <p:nvPr/>
        </p:nvPicPr>
        <p:blipFill rotWithShape="1">
          <a:blip r:embed="rId8">
            <a:alphaModFix/>
          </a:blip>
          <a:srcRect b="0" l="0" r="0" t="0"/>
          <a:stretch/>
        </p:blipFill>
        <p:spPr>
          <a:xfrm>
            <a:off x="7001468" y="2125686"/>
            <a:ext cx="1145440" cy="819954"/>
          </a:xfrm>
          <a:prstGeom prst="rect">
            <a:avLst/>
          </a:prstGeom>
          <a:noFill/>
          <a:ln>
            <a:noFill/>
          </a:ln>
          <a:effectLst>
            <a:outerShdw blurRad="71438" rotWithShape="0" algn="bl" dir="5400000" dist="19050">
              <a:srgbClr val="000000">
                <a:alpha val="17650"/>
              </a:srgbClr>
            </a:outerShdw>
          </a:effectLst>
        </p:spPr>
      </p:pic>
      <p:pic>
        <p:nvPicPr>
          <p:cNvPr id="950" name="Google Shape;950;g341b55efd58_0_256"/>
          <p:cNvPicPr preferRelativeResize="0"/>
          <p:nvPr/>
        </p:nvPicPr>
        <p:blipFill rotWithShape="1">
          <a:blip r:embed="rId9">
            <a:alphaModFix/>
          </a:blip>
          <a:srcRect b="0" l="0" r="0" t="0"/>
          <a:stretch/>
        </p:blipFill>
        <p:spPr>
          <a:xfrm>
            <a:off x="868743" y="3060070"/>
            <a:ext cx="1145440" cy="819954"/>
          </a:xfrm>
          <a:prstGeom prst="rect">
            <a:avLst/>
          </a:prstGeom>
          <a:noFill/>
          <a:ln>
            <a:noFill/>
          </a:ln>
          <a:effectLst>
            <a:outerShdw blurRad="71438" rotWithShape="0" algn="bl" dir="5400000" dist="19050">
              <a:srgbClr val="000000">
                <a:alpha val="17650"/>
              </a:srgbClr>
            </a:outerShdw>
          </a:effectLst>
        </p:spPr>
      </p:pic>
      <p:pic>
        <p:nvPicPr>
          <p:cNvPr id="951" name="Google Shape;951;g341b55efd58_0_256"/>
          <p:cNvPicPr preferRelativeResize="0"/>
          <p:nvPr/>
        </p:nvPicPr>
        <p:blipFill rotWithShape="1">
          <a:blip r:embed="rId10">
            <a:alphaModFix/>
          </a:blip>
          <a:srcRect b="0" l="0" r="0" t="0"/>
          <a:stretch/>
        </p:blipFill>
        <p:spPr>
          <a:xfrm>
            <a:off x="2094530" y="3060070"/>
            <a:ext cx="1145440" cy="819954"/>
          </a:xfrm>
          <a:prstGeom prst="rect">
            <a:avLst/>
          </a:prstGeom>
          <a:noFill/>
          <a:ln>
            <a:noFill/>
          </a:ln>
          <a:effectLst>
            <a:outerShdw blurRad="71438" rotWithShape="0" algn="bl" dir="5400000" dist="19050">
              <a:srgbClr val="000000">
                <a:alpha val="17650"/>
              </a:srgbClr>
            </a:outerShdw>
          </a:effectLst>
        </p:spPr>
      </p:pic>
      <p:pic>
        <p:nvPicPr>
          <p:cNvPr id="952" name="Google Shape;952;g341b55efd58_0_256"/>
          <p:cNvPicPr preferRelativeResize="0"/>
          <p:nvPr/>
        </p:nvPicPr>
        <p:blipFill rotWithShape="1">
          <a:blip r:embed="rId11">
            <a:alphaModFix/>
          </a:blip>
          <a:srcRect b="0" l="0" r="0" t="0"/>
          <a:stretch/>
        </p:blipFill>
        <p:spPr>
          <a:xfrm>
            <a:off x="3320325" y="3060768"/>
            <a:ext cx="1146826" cy="818569"/>
          </a:xfrm>
          <a:prstGeom prst="rect">
            <a:avLst/>
          </a:prstGeom>
          <a:noFill/>
          <a:ln>
            <a:noFill/>
          </a:ln>
          <a:effectLst>
            <a:outerShdw blurRad="71438" rotWithShape="0" algn="bl" dir="5400000" dist="19050">
              <a:srgbClr val="000000">
                <a:alpha val="17650"/>
              </a:srgbClr>
            </a:outerShdw>
          </a:effectLst>
        </p:spPr>
      </p:pic>
      <p:pic>
        <p:nvPicPr>
          <p:cNvPr id="953" name="Google Shape;953;g341b55efd58_0_256"/>
          <p:cNvPicPr preferRelativeResize="0"/>
          <p:nvPr/>
        </p:nvPicPr>
        <p:blipFill rotWithShape="1">
          <a:blip r:embed="rId12">
            <a:alphaModFix/>
          </a:blip>
          <a:srcRect b="0" l="0" r="0" t="0"/>
          <a:stretch/>
        </p:blipFill>
        <p:spPr>
          <a:xfrm>
            <a:off x="4547500" y="3060768"/>
            <a:ext cx="1146826" cy="818569"/>
          </a:xfrm>
          <a:prstGeom prst="rect">
            <a:avLst/>
          </a:prstGeom>
          <a:noFill/>
          <a:ln>
            <a:noFill/>
          </a:ln>
          <a:effectLst>
            <a:outerShdw blurRad="71438" rotWithShape="0" algn="bl" dir="5400000" dist="19050">
              <a:srgbClr val="000000">
                <a:alpha val="17650"/>
              </a:srgbClr>
            </a:outerShdw>
          </a:effectLst>
        </p:spPr>
      </p:pic>
      <p:pic>
        <p:nvPicPr>
          <p:cNvPr id="954" name="Google Shape;954;g341b55efd58_0_256"/>
          <p:cNvPicPr preferRelativeResize="0"/>
          <p:nvPr/>
        </p:nvPicPr>
        <p:blipFill rotWithShape="1">
          <a:blip r:embed="rId13">
            <a:alphaModFix/>
          </a:blip>
          <a:srcRect b="0" l="0" r="0" t="0"/>
          <a:stretch/>
        </p:blipFill>
        <p:spPr>
          <a:xfrm>
            <a:off x="5774675" y="3060768"/>
            <a:ext cx="1146826" cy="818569"/>
          </a:xfrm>
          <a:prstGeom prst="rect">
            <a:avLst/>
          </a:prstGeom>
          <a:noFill/>
          <a:ln>
            <a:noFill/>
          </a:ln>
          <a:effectLst>
            <a:outerShdw blurRad="71438" rotWithShape="0" algn="bl" dir="5400000" dist="19050">
              <a:srgbClr val="000000">
                <a:alpha val="17650"/>
              </a:srgbClr>
            </a:outerShdw>
          </a:effectLst>
        </p:spPr>
      </p:pic>
      <p:pic>
        <p:nvPicPr>
          <p:cNvPr id="955" name="Google Shape;955;g341b55efd58_0_256"/>
          <p:cNvPicPr preferRelativeResize="0"/>
          <p:nvPr/>
        </p:nvPicPr>
        <p:blipFill rotWithShape="1">
          <a:blip r:embed="rId14">
            <a:alphaModFix/>
          </a:blip>
          <a:srcRect b="0" l="0" r="0" t="0"/>
          <a:stretch/>
        </p:blipFill>
        <p:spPr>
          <a:xfrm>
            <a:off x="7001850" y="3060070"/>
            <a:ext cx="1146826" cy="819954"/>
          </a:xfrm>
          <a:prstGeom prst="rect">
            <a:avLst/>
          </a:prstGeom>
          <a:noFill/>
          <a:ln>
            <a:noFill/>
          </a:ln>
          <a:effectLst>
            <a:outerShdw blurRad="71438" rotWithShape="0" algn="bl" dir="5400000" dist="19050">
              <a:srgbClr val="000000">
                <a:alpha val="17650"/>
              </a:srgbClr>
            </a:outerShdw>
          </a:effectLst>
        </p:spPr>
      </p:pic>
      <p:pic>
        <p:nvPicPr>
          <p:cNvPr id="956" name="Google Shape;956;g341b55efd58_0_256"/>
          <p:cNvPicPr preferRelativeResize="0"/>
          <p:nvPr/>
        </p:nvPicPr>
        <p:blipFill rotWithShape="1">
          <a:blip r:embed="rId15">
            <a:alphaModFix/>
          </a:blip>
          <a:srcRect b="0" l="0" r="0" t="0"/>
          <a:stretch/>
        </p:blipFill>
        <p:spPr>
          <a:xfrm>
            <a:off x="868050" y="3995098"/>
            <a:ext cx="1146826" cy="818569"/>
          </a:xfrm>
          <a:prstGeom prst="rect">
            <a:avLst/>
          </a:prstGeom>
          <a:noFill/>
          <a:ln>
            <a:noFill/>
          </a:ln>
          <a:effectLst>
            <a:outerShdw blurRad="71438" rotWithShape="0" algn="bl" dir="5400000" dist="19050">
              <a:srgbClr val="000000">
                <a:alpha val="17650"/>
              </a:srgbClr>
            </a:outerShdw>
          </a:effectLst>
        </p:spPr>
      </p:pic>
      <p:pic>
        <p:nvPicPr>
          <p:cNvPr id="957" name="Google Shape;957;g341b55efd58_0_256"/>
          <p:cNvPicPr preferRelativeResize="0"/>
          <p:nvPr/>
        </p:nvPicPr>
        <p:blipFill rotWithShape="1">
          <a:blip r:embed="rId16">
            <a:alphaModFix/>
          </a:blip>
          <a:srcRect b="0" l="0" r="0" t="0"/>
          <a:stretch/>
        </p:blipFill>
        <p:spPr>
          <a:xfrm>
            <a:off x="2094775" y="3995850"/>
            <a:ext cx="1146826" cy="819954"/>
          </a:xfrm>
          <a:prstGeom prst="rect">
            <a:avLst/>
          </a:prstGeom>
          <a:noFill/>
          <a:ln>
            <a:noFill/>
          </a:ln>
          <a:effectLst>
            <a:outerShdw blurRad="71438" rotWithShape="0" algn="bl" dir="5400000" dist="19050">
              <a:srgbClr val="000000">
                <a:alpha val="17650"/>
              </a:srgbClr>
            </a:outerShdw>
          </a:effectLst>
        </p:spPr>
      </p:pic>
      <p:pic>
        <p:nvPicPr>
          <p:cNvPr id="958" name="Google Shape;958;g341b55efd58_0_256"/>
          <p:cNvPicPr preferRelativeResize="0"/>
          <p:nvPr/>
        </p:nvPicPr>
        <p:blipFill rotWithShape="1">
          <a:blip r:embed="rId17">
            <a:alphaModFix/>
          </a:blip>
          <a:srcRect b="0" l="0" r="0" t="0"/>
          <a:stretch/>
        </p:blipFill>
        <p:spPr>
          <a:xfrm>
            <a:off x="3321500" y="3995850"/>
            <a:ext cx="1146826" cy="819954"/>
          </a:xfrm>
          <a:prstGeom prst="rect">
            <a:avLst/>
          </a:prstGeom>
          <a:noFill/>
          <a:ln>
            <a:noFill/>
          </a:ln>
          <a:effectLst>
            <a:outerShdw blurRad="71438" rotWithShape="0" algn="bl" dir="5400000" dist="19050">
              <a:srgbClr val="000000">
                <a:alpha val="17650"/>
              </a:srgbClr>
            </a:outerShdw>
          </a:effectLst>
        </p:spPr>
      </p:pic>
      <p:pic>
        <p:nvPicPr>
          <p:cNvPr id="959" name="Google Shape;959;g341b55efd58_0_256"/>
          <p:cNvPicPr preferRelativeResize="0"/>
          <p:nvPr/>
        </p:nvPicPr>
        <p:blipFill rotWithShape="1">
          <a:blip r:embed="rId18">
            <a:alphaModFix/>
          </a:blip>
          <a:srcRect b="0" l="0" r="0" t="0"/>
          <a:stretch/>
        </p:blipFill>
        <p:spPr>
          <a:xfrm>
            <a:off x="4548225" y="3994450"/>
            <a:ext cx="1146826" cy="819954"/>
          </a:xfrm>
          <a:prstGeom prst="rect">
            <a:avLst/>
          </a:prstGeom>
          <a:noFill/>
          <a:ln>
            <a:noFill/>
          </a:ln>
          <a:effectLst>
            <a:outerShdw blurRad="71438" rotWithShape="0" algn="bl" dir="5400000" dist="19050">
              <a:srgbClr val="000000">
                <a:alpha val="17650"/>
              </a:srgbClr>
            </a:outerShdw>
          </a:effectLst>
        </p:spPr>
      </p:pic>
      <p:pic>
        <p:nvPicPr>
          <p:cNvPr id="960" name="Google Shape;960;g341b55efd58_0_256"/>
          <p:cNvPicPr preferRelativeResize="0"/>
          <p:nvPr/>
        </p:nvPicPr>
        <p:blipFill rotWithShape="1">
          <a:blip r:embed="rId19">
            <a:alphaModFix/>
          </a:blip>
          <a:srcRect b="0" l="0" r="0" t="0"/>
          <a:stretch/>
        </p:blipFill>
        <p:spPr>
          <a:xfrm>
            <a:off x="5774950" y="3995860"/>
            <a:ext cx="1146826" cy="818569"/>
          </a:xfrm>
          <a:prstGeom prst="rect">
            <a:avLst/>
          </a:prstGeom>
          <a:noFill/>
          <a:ln>
            <a:noFill/>
          </a:ln>
          <a:effectLst>
            <a:outerShdw blurRad="71438" rotWithShape="0" algn="bl" dir="5400000" dist="19050">
              <a:srgbClr val="000000">
                <a:alpha val="17650"/>
              </a:srgbClr>
            </a:outerShdw>
          </a:effectLst>
        </p:spPr>
      </p:pic>
      <p:pic>
        <p:nvPicPr>
          <p:cNvPr id="961" name="Google Shape;961;g341b55efd58_0_256"/>
          <p:cNvPicPr preferRelativeResize="0"/>
          <p:nvPr/>
        </p:nvPicPr>
        <p:blipFill rotWithShape="1">
          <a:blip r:embed="rId20">
            <a:alphaModFix/>
          </a:blip>
          <a:srcRect b="0" l="0" r="0" t="0"/>
          <a:stretch/>
        </p:blipFill>
        <p:spPr>
          <a:xfrm>
            <a:off x="7001675" y="3994460"/>
            <a:ext cx="1146826" cy="818569"/>
          </a:xfrm>
          <a:prstGeom prst="rect">
            <a:avLst/>
          </a:prstGeom>
          <a:noFill/>
          <a:ln>
            <a:noFill/>
          </a:ln>
          <a:effectLst>
            <a:outerShdw blurRad="71438" rotWithShape="0" algn="bl" dir="5400000" dist="19050">
              <a:srgbClr val="000000">
                <a:alpha val="17650"/>
              </a:srgbClr>
            </a:outerShdw>
          </a:effectLst>
        </p:spPr>
      </p:pic>
      <p:pic>
        <p:nvPicPr>
          <p:cNvPr id="962" name="Google Shape;962;g341b55efd58_0_256"/>
          <p:cNvPicPr preferRelativeResize="0"/>
          <p:nvPr/>
        </p:nvPicPr>
        <p:blipFill rotWithShape="1">
          <a:blip r:embed="rId21">
            <a:alphaModFix/>
          </a:blip>
          <a:srcRect b="0" l="0" r="0" t="0"/>
          <a:stretch/>
        </p:blipFill>
        <p:spPr>
          <a:xfrm>
            <a:off x="868050" y="4931618"/>
            <a:ext cx="1146826" cy="818569"/>
          </a:xfrm>
          <a:prstGeom prst="rect">
            <a:avLst/>
          </a:prstGeom>
          <a:noFill/>
          <a:ln>
            <a:noFill/>
          </a:ln>
          <a:effectLst>
            <a:outerShdw blurRad="71438" rotWithShape="0" algn="bl" dir="5400000" dist="19050">
              <a:srgbClr val="000000">
                <a:alpha val="17650"/>
              </a:srgbClr>
            </a:outerShdw>
          </a:effectLst>
        </p:spPr>
      </p:pic>
      <p:pic>
        <p:nvPicPr>
          <p:cNvPr id="963" name="Google Shape;963;g341b55efd58_0_256"/>
          <p:cNvPicPr preferRelativeResize="0"/>
          <p:nvPr/>
        </p:nvPicPr>
        <p:blipFill rotWithShape="1">
          <a:blip r:embed="rId22">
            <a:alphaModFix/>
          </a:blip>
          <a:srcRect b="0" l="0" r="0" t="0"/>
          <a:stretch/>
        </p:blipFill>
        <p:spPr>
          <a:xfrm>
            <a:off x="2094775" y="4931632"/>
            <a:ext cx="1146826" cy="819954"/>
          </a:xfrm>
          <a:prstGeom prst="rect">
            <a:avLst/>
          </a:prstGeom>
          <a:noFill/>
          <a:ln>
            <a:noFill/>
          </a:ln>
          <a:effectLst>
            <a:outerShdw blurRad="71438" rotWithShape="0" algn="bl" dir="5400000" dist="19050">
              <a:srgbClr val="000000">
                <a:alpha val="17650"/>
              </a:srgbClr>
            </a:outerShdw>
          </a:effectLst>
        </p:spPr>
      </p:pic>
      <p:pic>
        <p:nvPicPr>
          <p:cNvPr id="964" name="Google Shape;964;g341b55efd58_0_256"/>
          <p:cNvPicPr preferRelativeResize="0"/>
          <p:nvPr/>
        </p:nvPicPr>
        <p:blipFill rotWithShape="1">
          <a:blip r:embed="rId23">
            <a:alphaModFix/>
          </a:blip>
          <a:srcRect b="0" l="0" r="0" t="0"/>
          <a:stretch/>
        </p:blipFill>
        <p:spPr>
          <a:xfrm>
            <a:off x="3321500" y="4932318"/>
            <a:ext cx="1146826" cy="818569"/>
          </a:xfrm>
          <a:prstGeom prst="rect">
            <a:avLst/>
          </a:prstGeom>
          <a:noFill/>
          <a:ln>
            <a:noFill/>
          </a:ln>
          <a:effectLst>
            <a:outerShdw blurRad="71438" rotWithShape="0" algn="bl" dir="5400000" dist="19050">
              <a:srgbClr val="000000">
                <a:alpha val="17650"/>
              </a:srgbClr>
            </a:outerShdw>
          </a:effectLst>
        </p:spPr>
      </p:pic>
      <p:pic>
        <p:nvPicPr>
          <p:cNvPr id="965" name="Google Shape;965;g341b55efd58_0_256"/>
          <p:cNvPicPr preferRelativeResize="0"/>
          <p:nvPr/>
        </p:nvPicPr>
        <p:blipFill rotWithShape="1">
          <a:blip r:embed="rId24">
            <a:alphaModFix/>
          </a:blip>
          <a:srcRect b="0" l="0" r="0" t="0"/>
          <a:stretch/>
        </p:blipFill>
        <p:spPr>
          <a:xfrm>
            <a:off x="4548225" y="4929532"/>
            <a:ext cx="1146826" cy="819954"/>
          </a:xfrm>
          <a:prstGeom prst="rect">
            <a:avLst/>
          </a:prstGeom>
          <a:noFill/>
          <a:ln>
            <a:noFill/>
          </a:ln>
          <a:effectLst>
            <a:outerShdw blurRad="71438" rotWithShape="0" algn="bl" dir="5400000" dist="19050">
              <a:srgbClr val="000000">
                <a:alpha val="17650"/>
              </a:srgbClr>
            </a:outerShdw>
          </a:effectLst>
        </p:spPr>
      </p:pic>
      <p:pic>
        <p:nvPicPr>
          <p:cNvPr id="966" name="Google Shape;966;g341b55efd58_0_256"/>
          <p:cNvPicPr preferRelativeResize="0"/>
          <p:nvPr/>
        </p:nvPicPr>
        <p:blipFill rotWithShape="1">
          <a:blip r:embed="rId25">
            <a:alphaModFix/>
          </a:blip>
          <a:srcRect b="0" l="0" r="0" t="0"/>
          <a:stretch/>
        </p:blipFill>
        <p:spPr>
          <a:xfrm>
            <a:off x="5774950" y="4930957"/>
            <a:ext cx="1146826" cy="819954"/>
          </a:xfrm>
          <a:prstGeom prst="rect">
            <a:avLst/>
          </a:prstGeom>
          <a:noFill/>
          <a:ln>
            <a:noFill/>
          </a:ln>
          <a:effectLst>
            <a:outerShdw blurRad="71438" rotWithShape="0" algn="bl" dir="5400000" dist="19050">
              <a:srgbClr val="000000">
                <a:alpha val="17650"/>
              </a:srgbClr>
            </a:outerShdw>
          </a:effectLst>
        </p:spPr>
      </p:pic>
      <p:pic>
        <p:nvPicPr>
          <p:cNvPr id="967" name="Google Shape;967;g341b55efd58_0_256"/>
          <p:cNvPicPr preferRelativeResize="0"/>
          <p:nvPr/>
        </p:nvPicPr>
        <p:blipFill rotWithShape="1">
          <a:blip r:embed="rId26">
            <a:alphaModFix/>
          </a:blip>
          <a:srcRect b="0" l="0" r="0" t="0"/>
          <a:stretch/>
        </p:blipFill>
        <p:spPr>
          <a:xfrm>
            <a:off x="7001668" y="4932318"/>
            <a:ext cx="1145440" cy="818569"/>
          </a:xfrm>
          <a:prstGeom prst="rect">
            <a:avLst/>
          </a:prstGeom>
          <a:noFill/>
          <a:ln>
            <a:noFill/>
          </a:ln>
          <a:effectLst>
            <a:outerShdw blurRad="71438" rotWithShape="0" algn="bl" dir="5400000" dist="19050">
              <a:srgbClr val="000000">
                <a:alpha val="17650"/>
              </a:srgbClr>
            </a:outerShdw>
          </a:effectLst>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2" name="Shape 972"/>
        <p:cNvGrpSpPr/>
        <p:nvPr/>
      </p:nvGrpSpPr>
      <p:grpSpPr>
        <a:xfrm>
          <a:off x="0" y="0"/>
          <a:ext cx="0" cy="0"/>
          <a:chOff x="0" y="0"/>
          <a:chExt cx="0" cy="0"/>
        </a:xfrm>
      </p:grpSpPr>
      <p:sp>
        <p:nvSpPr>
          <p:cNvPr id="973" name="Google Shape;973;g341b55efd58_0_285"/>
          <p:cNvSpPr txBox="1"/>
          <p:nvPr>
            <p:ph type="title"/>
          </p:nvPr>
        </p:nvSpPr>
        <p:spPr>
          <a:xfrm>
            <a:off x="995275" y="582900"/>
            <a:ext cx="7153500" cy="12432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2160"/>
              <a:buNone/>
            </a:pPr>
            <a:r>
              <a:rPr lang="en-US" sz="2000">
                <a:solidFill>
                  <a:schemeClr val="dk1"/>
                </a:solidFill>
              </a:rPr>
              <a:t>…</a:t>
            </a:r>
            <a:r>
              <a:rPr lang="en-US" sz="2000">
                <a:solidFill>
                  <a:srgbClr val="2356AF"/>
                </a:solidFill>
              </a:rPr>
              <a:t>many friend very busy pretty once please asked bath path fast class after half laughed called water your door poor floor before work worked</a:t>
            </a:r>
            <a:r>
              <a:rPr lang="en-US" sz="2000"/>
              <a:t>…</a:t>
            </a:r>
            <a:endParaRPr sz="2000"/>
          </a:p>
        </p:txBody>
      </p:sp>
      <p:pic>
        <p:nvPicPr>
          <p:cNvPr id="974" name="Google Shape;974;g341b55efd58_0_285"/>
          <p:cNvPicPr preferRelativeResize="0"/>
          <p:nvPr/>
        </p:nvPicPr>
        <p:blipFill rotWithShape="1">
          <a:blip r:embed="rId3">
            <a:alphaModFix/>
          </a:blip>
          <a:srcRect b="0" l="0" r="0" t="0"/>
          <a:stretch/>
        </p:blipFill>
        <p:spPr>
          <a:xfrm>
            <a:off x="867797" y="2125686"/>
            <a:ext cx="1147421" cy="819976"/>
          </a:xfrm>
          <a:prstGeom prst="rect">
            <a:avLst/>
          </a:prstGeom>
          <a:noFill/>
          <a:ln>
            <a:noFill/>
          </a:ln>
          <a:effectLst>
            <a:outerShdw blurRad="71438" rotWithShape="0" algn="bl" dir="5400000" dist="19050">
              <a:srgbClr val="000000">
                <a:alpha val="17650"/>
              </a:srgbClr>
            </a:outerShdw>
          </a:effectLst>
        </p:spPr>
      </p:pic>
      <p:pic>
        <p:nvPicPr>
          <p:cNvPr id="975" name="Google Shape;975;g341b55efd58_0_285"/>
          <p:cNvPicPr preferRelativeResize="0"/>
          <p:nvPr/>
        </p:nvPicPr>
        <p:blipFill rotWithShape="1">
          <a:blip r:embed="rId4">
            <a:alphaModFix/>
          </a:blip>
          <a:srcRect b="0" l="0" r="0" t="0"/>
          <a:stretch/>
        </p:blipFill>
        <p:spPr>
          <a:xfrm>
            <a:off x="2094526" y="2125686"/>
            <a:ext cx="1145486" cy="819967"/>
          </a:xfrm>
          <a:prstGeom prst="rect">
            <a:avLst/>
          </a:prstGeom>
          <a:noFill/>
          <a:ln>
            <a:noFill/>
          </a:ln>
          <a:effectLst>
            <a:outerShdw blurRad="71438" rotWithShape="0" algn="bl" dir="5400000" dist="19050">
              <a:srgbClr val="000000">
                <a:alpha val="17650"/>
              </a:srgbClr>
            </a:outerShdw>
          </a:effectLst>
        </p:spPr>
      </p:pic>
      <p:pic>
        <p:nvPicPr>
          <p:cNvPr id="976" name="Google Shape;976;g341b55efd58_0_285"/>
          <p:cNvPicPr preferRelativeResize="0"/>
          <p:nvPr/>
        </p:nvPicPr>
        <p:blipFill rotWithShape="1">
          <a:blip r:embed="rId5">
            <a:alphaModFix/>
          </a:blip>
          <a:srcRect b="0" l="0" r="0" t="0"/>
          <a:stretch/>
        </p:blipFill>
        <p:spPr>
          <a:xfrm>
            <a:off x="3321259" y="2125686"/>
            <a:ext cx="1145486" cy="818582"/>
          </a:xfrm>
          <a:prstGeom prst="rect">
            <a:avLst/>
          </a:prstGeom>
          <a:noFill/>
          <a:ln>
            <a:noFill/>
          </a:ln>
          <a:effectLst>
            <a:outerShdw blurRad="71438" rotWithShape="0" algn="bl" dir="5400000" dist="19050">
              <a:srgbClr val="000000">
                <a:alpha val="17650"/>
              </a:srgbClr>
            </a:outerShdw>
          </a:effectLst>
        </p:spPr>
      </p:pic>
      <p:pic>
        <p:nvPicPr>
          <p:cNvPr id="977" name="Google Shape;977;g341b55efd58_0_285"/>
          <p:cNvPicPr preferRelativeResize="0"/>
          <p:nvPr/>
        </p:nvPicPr>
        <p:blipFill rotWithShape="1">
          <a:blip r:embed="rId6">
            <a:alphaModFix/>
          </a:blip>
          <a:srcRect b="0" l="0" r="0" t="0"/>
          <a:stretch/>
        </p:blipFill>
        <p:spPr>
          <a:xfrm>
            <a:off x="4547991" y="2125686"/>
            <a:ext cx="1145486" cy="819967"/>
          </a:xfrm>
          <a:prstGeom prst="rect">
            <a:avLst/>
          </a:prstGeom>
          <a:noFill/>
          <a:ln>
            <a:noFill/>
          </a:ln>
          <a:effectLst>
            <a:outerShdw blurRad="71438" rotWithShape="0" algn="bl" dir="5400000" dist="19050">
              <a:srgbClr val="000000">
                <a:alpha val="17650"/>
              </a:srgbClr>
            </a:outerShdw>
          </a:effectLst>
        </p:spPr>
      </p:pic>
      <p:pic>
        <p:nvPicPr>
          <p:cNvPr id="978" name="Google Shape;978;g341b55efd58_0_285"/>
          <p:cNvPicPr preferRelativeResize="0"/>
          <p:nvPr/>
        </p:nvPicPr>
        <p:blipFill rotWithShape="1">
          <a:blip r:embed="rId7">
            <a:alphaModFix/>
          </a:blip>
          <a:srcRect b="0" l="0" r="0" t="0"/>
          <a:stretch/>
        </p:blipFill>
        <p:spPr>
          <a:xfrm>
            <a:off x="5774724" y="2125686"/>
            <a:ext cx="1145486" cy="819967"/>
          </a:xfrm>
          <a:prstGeom prst="rect">
            <a:avLst/>
          </a:prstGeom>
          <a:noFill/>
          <a:ln>
            <a:noFill/>
          </a:ln>
          <a:effectLst>
            <a:outerShdw blurRad="71438" rotWithShape="0" algn="bl" dir="5400000" dist="19050">
              <a:srgbClr val="000000">
                <a:alpha val="17650"/>
              </a:srgbClr>
            </a:outerShdw>
          </a:effectLst>
        </p:spPr>
      </p:pic>
      <p:pic>
        <p:nvPicPr>
          <p:cNvPr id="979" name="Google Shape;979;g341b55efd58_0_285"/>
          <p:cNvPicPr preferRelativeResize="0"/>
          <p:nvPr/>
        </p:nvPicPr>
        <p:blipFill rotWithShape="1">
          <a:blip r:embed="rId8">
            <a:alphaModFix/>
          </a:blip>
          <a:srcRect b="0" l="0" r="0" t="0"/>
          <a:stretch/>
        </p:blipFill>
        <p:spPr>
          <a:xfrm>
            <a:off x="7003287" y="2125686"/>
            <a:ext cx="1145486" cy="818582"/>
          </a:xfrm>
          <a:prstGeom prst="rect">
            <a:avLst/>
          </a:prstGeom>
          <a:noFill/>
          <a:ln>
            <a:noFill/>
          </a:ln>
          <a:effectLst>
            <a:outerShdw blurRad="71438" rotWithShape="0" algn="bl" dir="5400000" dist="19050">
              <a:srgbClr val="000000">
                <a:alpha val="17650"/>
              </a:srgbClr>
            </a:outerShdw>
          </a:effectLst>
        </p:spPr>
      </p:pic>
      <p:pic>
        <p:nvPicPr>
          <p:cNvPr id="980" name="Google Shape;980;g341b55efd58_0_285"/>
          <p:cNvPicPr preferRelativeResize="0"/>
          <p:nvPr/>
        </p:nvPicPr>
        <p:blipFill rotWithShape="1">
          <a:blip r:embed="rId9">
            <a:alphaModFix/>
          </a:blip>
          <a:srcRect b="0" l="0" r="0" t="0"/>
          <a:stretch/>
        </p:blipFill>
        <p:spPr>
          <a:xfrm>
            <a:off x="867797" y="3060070"/>
            <a:ext cx="1146871" cy="818582"/>
          </a:xfrm>
          <a:prstGeom prst="rect">
            <a:avLst/>
          </a:prstGeom>
          <a:noFill/>
          <a:ln>
            <a:noFill/>
          </a:ln>
          <a:effectLst>
            <a:outerShdw blurRad="71438" rotWithShape="0" algn="bl" dir="5400000" dist="19050">
              <a:srgbClr val="000000">
                <a:alpha val="17650"/>
              </a:srgbClr>
            </a:outerShdw>
          </a:effectLst>
        </p:spPr>
      </p:pic>
      <p:pic>
        <p:nvPicPr>
          <p:cNvPr id="981" name="Google Shape;981;g341b55efd58_0_285"/>
          <p:cNvPicPr preferRelativeResize="0"/>
          <p:nvPr/>
        </p:nvPicPr>
        <p:blipFill rotWithShape="1">
          <a:blip r:embed="rId10">
            <a:alphaModFix/>
          </a:blip>
          <a:srcRect b="0" l="0" r="0" t="0"/>
          <a:stretch/>
        </p:blipFill>
        <p:spPr>
          <a:xfrm>
            <a:off x="2094526" y="3060070"/>
            <a:ext cx="1146871" cy="818582"/>
          </a:xfrm>
          <a:prstGeom prst="rect">
            <a:avLst/>
          </a:prstGeom>
          <a:noFill/>
          <a:ln>
            <a:noFill/>
          </a:ln>
          <a:effectLst>
            <a:outerShdw blurRad="71438" rotWithShape="0" algn="bl" dir="5400000" dist="19050">
              <a:srgbClr val="000000">
                <a:alpha val="17650"/>
              </a:srgbClr>
            </a:outerShdw>
          </a:effectLst>
        </p:spPr>
      </p:pic>
      <p:pic>
        <p:nvPicPr>
          <p:cNvPr id="982" name="Google Shape;982;g341b55efd58_0_285"/>
          <p:cNvPicPr preferRelativeResize="0"/>
          <p:nvPr/>
        </p:nvPicPr>
        <p:blipFill rotWithShape="1">
          <a:blip r:embed="rId11">
            <a:alphaModFix/>
          </a:blip>
          <a:srcRect b="0" l="0" r="0" t="0"/>
          <a:stretch/>
        </p:blipFill>
        <p:spPr>
          <a:xfrm>
            <a:off x="3321259" y="3060070"/>
            <a:ext cx="1146871" cy="818582"/>
          </a:xfrm>
          <a:prstGeom prst="rect">
            <a:avLst/>
          </a:prstGeom>
          <a:noFill/>
          <a:ln>
            <a:noFill/>
          </a:ln>
          <a:effectLst>
            <a:outerShdw blurRad="71438" rotWithShape="0" algn="bl" dir="5400000" dist="19050">
              <a:srgbClr val="000000">
                <a:alpha val="17650"/>
              </a:srgbClr>
            </a:outerShdw>
          </a:effectLst>
        </p:spPr>
      </p:pic>
      <p:pic>
        <p:nvPicPr>
          <p:cNvPr id="983" name="Google Shape;983;g341b55efd58_0_285"/>
          <p:cNvPicPr preferRelativeResize="0"/>
          <p:nvPr/>
        </p:nvPicPr>
        <p:blipFill rotWithShape="1">
          <a:blip r:embed="rId12">
            <a:alphaModFix/>
          </a:blip>
          <a:srcRect b="0" l="0" r="0" t="0"/>
          <a:stretch/>
        </p:blipFill>
        <p:spPr>
          <a:xfrm>
            <a:off x="4547991" y="3060070"/>
            <a:ext cx="1146871" cy="819967"/>
          </a:xfrm>
          <a:prstGeom prst="rect">
            <a:avLst/>
          </a:prstGeom>
          <a:noFill/>
          <a:ln>
            <a:noFill/>
          </a:ln>
          <a:effectLst>
            <a:outerShdw blurRad="71438" rotWithShape="0" algn="bl" dir="5400000" dist="19050">
              <a:srgbClr val="000000">
                <a:alpha val="17650"/>
              </a:srgbClr>
            </a:outerShdw>
          </a:effectLst>
        </p:spPr>
      </p:pic>
      <p:pic>
        <p:nvPicPr>
          <p:cNvPr id="984" name="Google Shape;984;g341b55efd58_0_285"/>
          <p:cNvPicPr preferRelativeResize="0"/>
          <p:nvPr/>
        </p:nvPicPr>
        <p:blipFill rotWithShape="1">
          <a:blip r:embed="rId13">
            <a:alphaModFix/>
          </a:blip>
          <a:srcRect b="0" l="0" r="0" t="0"/>
          <a:stretch/>
        </p:blipFill>
        <p:spPr>
          <a:xfrm>
            <a:off x="5774724" y="3060070"/>
            <a:ext cx="1146871" cy="818582"/>
          </a:xfrm>
          <a:prstGeom prst="rect">
            <a:avLst/>
          </a:prstGeom>
          <a:noFill/>
          <a:ln>
            <a:noFill/>
          </a:ln>
          <a:effectLst>
            <a:outerShdw blurRad="71438" rotWithShape="0" algn="bl" dir="5400000" dist="19050">
              <a:srgbClr val="000000">
                <a:alpha val="17650"/>
              </a:srgbClr>
            </a:outerShdw>
          </a:effectLst>
        </p:spPr>
      </p:pic>
      <p:pic>
        <p:nvPicPr>
          <p:cNvPr id="985" name="Google Shape;985;g341b55efd58_0_285"/>
          <p:cNvPicPr preferRelativeResize="0"/>
          <p:nvPr/>
        </p:nvPicPr>
        <p:blipFill rotWithShape="1">
          <a:blip r:embed="rId14">
            <a:alphaModFix/>
          </a:blip>
          <a:srcRect b="0" l="0" r="0" t="0"/>
          <a:stretch/>
        </p:blipFill>
        <p:spPr>
          <a:xfrm>
            <a:off x="7001902" y="3060070"/>
            <a:ext cx="1146871" cy="819967"/>
          </a:xfrm>
          <a:prstGeom prst="rect">
            <a:avLst/>
          </a:prstGeom>
          <a:noFill/>
          <a:ln>
            <a:noFill/>
          </a:ln>
          <a:effectLst>
            <a:outerShdw blurRad="71438" rotWithShape="0" algn="bl" dir="5400000" dist="19050">
              <a:srgbClr val="000000">
                <a:alpha val="17650"/>
              </a:srgbClr>
            </a:outerShdw>
          </a:effectLst>
        </p:spPr>
      </p:pic>
      <p:pic>
        <p:nvPicPr>
          <p:cNvPr id="986" name="Google Shape;986;g341b55efd58_0_285"/>
          <p:cNvPicPr preferRelativeResize="0"/>
          <p:nvPr/>
        </p:nvPicPr>
        <p:blipFill rotWithShape="1">
          <a:blip r:embed="rId15">
            <a:alphaModFix/>
          </a:blip>
          <a:srcRect b="0" l="0" r="0" t="0"/>
          <a:stretch/>
        </p:blipFill>
        <p:spPr>
          <a:xfrm>
            <a:off x="867797" y="3995098"/>
            <a:ext cx="1146871" cy="819967"/>
          </a:xfrm>
          <a:prstGeom prst="rect">
            <a:avLst/>
          </a:prstGeom>
          <a:noFill/>
          <a:ln>
            <a:noFill/>
          </a:ln>
          <a:effectLst>
            <a:outerShdw blurRad="71438" rotWithShape="0" algn="bl" dir="5400000" dist="19050">
              <a:srgbClr val="000000">
                <a:alpha val="17650"/>
              </a:srgbClr>
            </a:outerShdw>
          </a:effectLst>
        </p:spPr>
      </p:pic>
      <p:pic>
        <p:nvPicPr>
          <p:cNvPr id="987" name="Google Shape;987;g341b55efd58_0_285"/>
          <p:cNvPicPr preferRelativeResize="0"/>
          <p:nvPr/>
        </p:nvPicPr>
        <p:blipFill rotWithShape="1">
          <a:blip r:embed="rId16">
            <a:alphaModFix/>
          </a:blip>
          <a:srcRect b="0" l="0" r="0" t="0"/>
          <a:stretch/>
        </p:blipFill>
        <p:spPr>
          <a:xfrm>
            <a:off x="2094526" y="3995098"/>
            <a:ext cx="1146871" cy="818582"/>
          </a:xfrm>
          <a:prstGeom prst="rect">
            <a:avLst/>
          </a:prstGeom>
          <a:noFill/>
          <a:ln>
            <a:noFill/>
          </a:ln>
          <a:effectLst>
            <a:outerShdw blurRad="71438" rotWithShape="0" algn="bl" dir="5400000" dist="19050">
              <a:srgbClr val="000000">
                <a:alpha val="17650"/>
              </a:srgbClr>
            </a:outerShdw>
          </a:effectLst>
        </p:spPr>
      </p:pic>
      <p:pic>
        <p:nvPicPr>
          <p:cNvPr id="988" name="Google Shape;988;g341b55efd58_0_285"/>
          <p:cNvPicPr preferRelativeResize="0"/>
          <p:nvPr/>
        </p:nvPicPr>
        <p:blipFill rotWithShape="1">
          <a:blip r:embed="rId17">
            <a:alphaModFix/>
          </a:blip>
          <a:srcRect b="0" l="0" r="0" t="0"/>
          <a:stretch/>
        </p:blipFill>
        <p:spPr>
          <a:xfrm>
            <a:off x="3321259" y="3995098"/>
            <a:ext cx="1146871" cy="818582"/>
          </a:xfrm>
          <a:prstGeom prst="rect">
            <a:avLst/>
          </a:prstGeom>
          <a:noFill/>
          <a:ln>
            <a:noFill/>
          </a:ln>
          <a:effectLst>
            <a:outerShdw blurRad="71438" rotWithShape="0" algn="bl" dir="5400000" dist="19050">
              <a:srgbClr val="000000">
                <a:alpha val="17650"/>
              </a:srgbClr>
            </a:outerShdw>
          </a:effectLst>
        </p:spPr>
      </p:pic>
      <p:pic>
        <p:nvPicPr>
          <p:cNvPr id="989" name="Google Shape;989;g341b55efd58_0_285"/>
          <p:cNvPicPr preferRelativeResize="0"/>
          <p:nvPr/>
        </p:nvPicPr>
        <p:blipFill rotWithShape="1">
          <a:blip r:embed="rId18">
            <a:alphaModFix/>
          </a:blip>
          <a:srcRect b="0" l="0" r="0" t="0"/>
          <a:stretch/>
        </p:blipFill>
        <p:spPr>
          <a:xfrm>
            <a:off x="4547991" y="3995098"/>
            <a:ext cx="1146871" cy="818582"/>
          </a:xfrm>
          <a:prstGeom prst="rect">
            <a:avLst/>
          </a:prstGeom>
          <a:noFill/>
          <a:ln>
            <a:noFill/>
          </a:ln>
          <a:effectLst>
            <a:outerShdw blurRad="71438" rotWithShape="0" algn="bl" dir="5400000" dist="19050">
              <a:srgbClr val="000000">
                <a:alpha val="17650"/>
              </a:srgbClr>
            </a:outerShdw>
          </a:effectLst>
        </p:spPr>
      </p:pic>
      <p:pic>
        <p:nvPicPr>
          <p:cNvPr id="990" name="Google Shape;990;g341b55efd58_0_285"/>
          <p:cNvPicPr preferRelativeResize="0"/>
          <p:nvPr/>
        </p:nvPicPr>
        <p:blipFill rotWithShape="1">
          <a:blip r:embed="rId19">
            <a:alphaModFix/>
          </a:blip>
          <a:srcRect b="0" l="0" r="0" t="0"/>
          <a:stretch/>
        </p:blipFill>
        <p:spPr>
          <a:xfrm>
            <a:off x="5774724" y="3995098"/>
            <a:ext cx="1146871" cy="819967"/>
          </a:xfrm>
          <a:prstGeom prst="rect">
            <a:avLst/>
          </a:prstGeom>
          <a:noFill/>
          <a:ln>
            <a:noFill/>
          </a:ln>
          <a:effectLst>
            <a:outerShdw blurRad="71438" rotWithShape="0" algn="bl" dir="5400000" dist="19050">
              <a:srgbClr val="000000">
                <a:alpha val="17650"/>
              </a:srgbClr>
            </a:outerShdw>
          </a:effectLst>
        </p:spPr>
      </p:pic>
      <p:pic>
        <p:nvPicPr>
          <p:cNvPr id="991" name="Google Shape;991;g341b55efd58_0_285"/>
          <p:cNvPicPr preferRelativeResize="0"/>
          <p:nvPr/>
        </p:nvPicPr>
        <p:blipFill rotWithShape="1">
          <a:blip r:embed="rId20">
            <a:alphaModFix/>
          </a:blip>
          <a:srcRect b="0" l="0" r="0" t="0"/>
          <a:stretch/>
        </p:blipFill>
        <p:spPr>
          <a:xfrm>
            <a:off x="7001902" y="3995098"/>
            <a:ext cx="1146871" cy="818582"/>
          </a:xfrm>
          <a:prstGeom prst="rect">
            <a:avLst/>
          </a:prstGeom>
          <a:noFill/>
          <a:ln>
            <a:noFill/>
          </a:ln>
          <a:effectLst>
            <a:outerShdw blurRad="71438" rotWithShape="0" algn="bl" dir="5400000" dist="19050">
              <a:srgbClr val="000000">
                <a:alpha val="17650"/>
              </a:srgbClr>
            </a:outerShdw>
          </a:effectLst>
        </p:spPr>
      </p:pic>
      <p:pic>
        <p:nvPicPr>
          <p:cNvPr id="992" name="Google Shape;992;g341b55efd58_0_285" title="JNL687-102F.png"/>
          <p:cNvPicPr preferRelativeResize="0"/>
          <p:nvPr/>
        </p:nvPicPr>
        <p:blipFill rotWithShape="1">
          <a:blip r:embed="rId21">
            <a:alphaModFix/>
          </a:blip>
          <a:srcRect b="0" l="0" r="0" t="0"/>
          <a:stretch/>
        </p:blipFill>
        <p:spPr>
          <a:xfrm>
            <a:off x="867797" y="4930148"/>
            <a:ext cx="1146871" cy="819967"/>
          </a:xfrm>
          <a:prstGeom prst="rect">
            <a:avLst/>
          </a:prstGeom>
          <a:noFill/>
          <a:ln>
            <a:noFill/>
          </a:ln>
          <a:effectLst>
            <a:outerShdw blurRad="71438" rotWithShape="0" algn="bl" dir="5400000" dist="19050">
              <a:srgbClr val="000000">
                <a:alpha val="17650"/>
              </a:srgbClr>
            </a:outerShdw>
          </a:effectLst>
        </p:spPr>
      </p:pic>
      <p:pic>
        <p:nvPicPr>
          <p:cNvPr id="993" name="Google Shape;993;g341b55efd58_0_285" title="JNL687-103F.png"/>
          <p:cNvPicPr preferRelativeResize="0"/>
          <p:nvPr/>
        </p:nvPicPr>
        <p:blipFill rotWithShape="1">
          <a:blip r:embed="rId22">
            <a:alphaModFix/>
          </a:blip>
          <a:srcRect b="79" l="0" r="0" t="89"/>
          <a:stretch/>
        </p:blipFill>
        <p:spPr>
          <a:xfrm>
            <a:off x="2094526" y="4930148"/>
            <a:ext cx="1146871" cy="818582"/>
          </a:xfrm>
          <a:prstGeom prst="rect">
            <a:avLst/>
          </a:prstGeom>
          <a:noFill/>
          <a:ln>
            <a:noFill/>
          </a:ln>
          <a:effectLst>
            <a:outerShdw blurRad="71438" rotWithShape="0" algn="bl" dir="5400000" dist="19050">
              <a:srgbClr val="000000">
                <a:alpha val="17650"/>
              </a:srgbClr>
            </a:outerShdw>
          </a:effectLst>
        </p:spPr>
      </p:pic>
      <p:pic>
        <p:nvPicPr>
          <p:cNvPr id="994" name="Google Shape;994;g341b55efd58_0_285" title="JNL687-104F.png"/>
          <p:cNvPicPr preferRelativeResize="0"/>
          <p:nvPr/>
        </p:nvPicPr>
        <p:blipFill rotWithShape="1">
          <a:blip r:embed="rId23">
            <a:alphaModFix/>
          </a:blip>
          <a:srcRect b="0" l="0" r="0" t="0"/>
          <a:stretch/>
        </p:blipFill>
        <p:spPr>
          <a:xfrm>
            <a:off x="3321259" y="4930148"/>
            <a:ext cx="1146871" cy="818582"/>
          </a:xfrm>
          <a:prstGeom prst="rect">
            <a:avLst/>
          </a:prstGeom>
          <a:noFill/>
          <a:ln>
            <a:noFill/>
          </a:ln>
          <a:effectLst>
            <a:outerShdw blurRad="71438" rotWithShape="0" algn="bl" dir="5400000" dist="19050">
              <a:srgbClr val="000000">
                <a:alpha val="17650"/>
              </a:srgbClr>
            </a:outerShdw>
          </a:effectLst>
        </p:spPr>
      </p:pic>
      <p:pic>
        <p:nvPicPr>
          <p:cNvPr id="995" name="Google Shape;995;g341b55efd58_0_285" title="JNL687-105F.png"/>
          <p:cNvPicPr preferRelativeResize="0"/>
          <p:nvPr/>
        </p:nvPicPr>
        <p:blipFill rotWithShape="1">
          <a:blip r:embed="rId24">
            <a:alphaModFix/>
          </a:blip>
          <a:srcRect b="0" l="0" r="0" t="0"/>
          <a:stretch/>
        </p:blipFill>
        <p:spPr>
          <a:xfrm>
            <a:off x="4547991" y="4930148"/>
            <a:ext cx="1146871" cy="818582"/>
          </a:xfrm>
          <a:prstGeom prst="rect">
            <a:avLst/>
          </a:prstGeom>
          <a:noFill/>
          <a:ln>
            <a:noFill/>
          </a:ln>
          <a:effectLst>
            <a:outerShdw blurRad="71438" rotWithShape="0" algn="bl" dir="5400000" dist="19050">
              <a:srgbClr val="000000">
                <a:alpha val="17650"/>
              </a:srgbClr>
            </a:outerShdw>
          </a:effectLst>
        </p:spPr>
      </p:pic>
      <p:pic>
        <p:nvPicPr>
          <p:cNvPr id="996" name="Google Shape;996;g341b55efd58_0_285" title="JNL687-106F.png"/>
          <p:cNvPicPr preferRelativeResize="0"/>
          <p:nvPr/>
        </p:nvPicPr>
        <p:blipFill rotWithShape="1">
          <a:blip r:embed="rId25">
            <a:alphaModFix/>
          </a:blip>
          <a:srcRect b="0" l="79" r="89" t="0"/>
          <a:stretch/>
        </p:blipFill>
        <p:spPr>
          <a:xfrm>
            <a:off x="5774724" y="4930148"/>
            <a:ext cx="1146871" cy="819967"/>
          </a:xfrm>
          <a:prstGeom prst="rect">
            <a:avLst/>
          </a:prstGeom>
          <a:noFill/>
          <a:ln>
            <a:noFill/>
          </a:ln>
          <a:effectLst>
            <a:outerShdw blurRad="71438" rotWithShape="0" algn="bl" dir="5400000" dist="19050">
              <a:srgbClr val="000000">
                <a:alpha val="17650"/>
              </a:srgbClr>
            </a:outerShdw>
          </a:effectLst>
        </p:spPr>
      </p:pic>
      <p:pic>
        <p:nvPicPr>
          <p:cNvPr id="997" name="Google Shape;997;g341b55efd58_0_285" title="JNL687-107F.png"/>
          <p:cNvPicPr preferRelativeResize="0"/>
          <p:nvPr/>
        </p:nvPicPr>
        <p:blipFill rotWithShape="1">
          <a:blip r:embed="rId26">
            <a:alphaModFix/>
          </a:blip>
          <a:srcRect b="79" l="0" r="0" t="89"/>
          <a:stretch/>
        </p:blipFill>
        <p:spPr>
          <a:xfrm>
            <a:off x="7001902" y="4930148"/>
            <a:ext cx="1146871" cy="818582"/>
          </a:xfrm>
          <a:prstGeom prst="rect">
            <a:avLst/>
          </a:prstGeom>
          <a:noFill/>
          <a:ln>
            <a:noFill/>
          </a:ln>
          <a:effectLst>
            <a:outerShdw blurRad="71438" rotWithShape="0" algn="bl" dir="5400000" dist="19050">
              <a:srgbClr val="000000">
                <a:alpha val="17650"/>
              </a:srgbClr>
            </a:outerShdw>
          </a:effectLst>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2" name="Shape 1002"/>
        <p:cNvGrpSpPr/>
        <p:nvPr/>
      </p:nvGrpSpPr>
      <p:grpSpPr>
        <a:xfrm>
          <a:off x="0" y="0"/>
          <a:ext cx="0" cy="0"/>
          <a:chOff x="0" y="0"/>
          <a:chExt cx="0" cy="0"/>
        </a:xfrm>
      </p:grpSpPr>
      <p:sp>
        <p:nvSpPr>
          <p:cNvPr id="1003" name="Google Shape;1003;g341b55efd58_0_314"/>
          <p:cNvSpPr txBox="1"/>
          <p:nvPr>
            <p:ph type="title"/>
          </p:nvPr>
        </p:nvSpPr>
        <p:spPr>
          <a:xfrm>
            <a:off x="995275" y="582900"/>
            <a:ext cx="7153500" cy="12432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2160"/>
              <a:buNone/>
            </a:pPr>
            <a:r>
              <a:rPr lang="en-US" sz="2000">
                <a:solidFill>
                  <a:schemeClr val="dk1"/>
                </a:solidFill>
              </a:rPr>
              <a:t>…</a:t>
            </a:r>
            <a:r>
              <a:rPr lang="en-US" sz="2000">
                <a:solidFill>
                  <a:srgbClr val="2356AF"/>
                </a:solidFill>
              </a:rPr>
              <a:t>their parents</a:t>
            </a:r>
            <a:r>
              <a:rPr lang="en-US" sz="2000"/>
              <a:t>.</a:t>
            </a:r>
            <a:endParaRPr sz="2000"/>
          </a:p>
        </p:txBody>
      </p:sp>
      <p:pic>
        <p:nvPicPr>
          <p:cNvPr id="1004" name="Google Shape;1004;g341b55efd58_0_314" title="JNL687-108F.png"/>
          <p:cNvPicPr preferRelativeResize="0"/>
          <p:nvPr/>
        </p:nvPicPr>
        <p:blipFill rotWithShape="1">
          <a:blip r:embed="rId3">
            <a:alphaModFix/>
          </a:blip>
          <a:srcRect b="0" l="59" r="59" t="0"/>
          <a:stretch/>
        </p:blipFill>
        <p:spPr>
          <a:xfrm>
            <a:off x="867797" y="2125686"/>
            <a:ext cx="1147422" cy="819976"/>
          </a:xfrm>
          <a:prstGeom prst="rect">
            <a:avLst/>
          </a:prstGeom>
          <a:noFill/>
          <a:ln>
            <a:noFill/>
          </a:ln>
          <a:effectLst>
            <a:outerShdw blurRad="71438" rotWithShape="0" algn="bl" dir="5400000" dist="19050">
              <a:srgbClr val="000000">
                <a:alpha val="17650"/>
              </a:srgbClr>
            </a:outerShdw>
          </a:effectLst>
        </p:spPr>
      </p:pic>
      <p:pic>
        <p:nvPicPr>
          <p:cNvPr id="1005" name="Google Shape;1005;g341b55efd58_0_314" title="JNL687-109F.png"/>
          <p:cNvPicPr preferRelativeResize="0"/>
          <p:nvPr/>
        </p:nvPicPr>
        <p:blipFill rotWithShape="1">
          <a:blip r:embed="rId4">
            <a:alphaModFix/>
          </a:blip>
          <a:srcRect b="0" l="59" r="59" t="0"/>
          <a:stretch/>
        </p:blipFill>
        <p:spPr>
          <a:xfrm>
            <a:off x="2094526" y="2125686"/>
            <a:ext cx="1145486" cy="819967"/>
          </a:xfrm>
          <a:prstGeom prst="rect">
            <a:avLst/>
          </a:prstGeom>
          <a:noFill/>
          <a:ln>
            <a:noFill/>
          </a:ln>
          <a:effectLst>
            <a:outerShdw blurRad="71438" rotWithShape="0" algn="bl" dir="5400000" dist="19050">
              <a:srgbClr val="000000">
                <a:alpha val="17650"/>
              </a:srgbClr>
            </a:outerShdw>
          </a:effectLst>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0" name="Shape 1010"/>
        <p:cNvGrpSpPr/>
        <p:nvPr/>
      </p:nvGrpSpPr>
      <p:grpSpPr>
        <a:xfrm>
          <a:off x="0" y="0"/>
          <a:ext cx="0" cy="0"/>
          <a:chOff x="0" y="0"/>
          <a:chExt cx="0" cy="0"/>
        </a:xfrm>
      </p:grpSpPr>
      <p:sp>
        <p:nvSpPr>
          <p:cNvPr id="1011" name="Google Shape;1011;g2c186218c5a_0_25"/>
          <p:cNvSpPr txBox="1"/>
          <p:nvPr>
            <p:ph idx="1" type="subTitle"/>
          </p:nvPr>
        </p:nvSpPr>
        <p:spPr>
          <a:xfrm>
            <a:off x="1360463" y="6212475"/>
            <a:ext cx="6423000" cy="3693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1000"/>
              </a:spcBef>
              <a:spcAft>
                <a:spcPts val="0"/>
              </a:spcAft>
              <a:buSzPts val="1800"/>
              <a:buNone/>
            </a:pPr>
            <a:r>
              <a:rPr lang="en-US"/>
              <a:t xml:space="preserve">USING </a:t>
            </a:r>
            <a:r>
              <a:rPr lang="en-US"/>
              <a:t>JNL686</a:t>
            </a:r>
            <a:endParaRPr/>
          </a:p>
        </p:txBody>
      </p:sp>
      <p:sp>
        <p:nvSpPr>
          <p:cNvPr id="1012" name="Google Shape;1012;g2c186218c5a_0_25"/>
          <p:cNvSpPr txBox="1"/>
          <p:nvPr>
            <p:ph type="title"/>
          </p:nvPr>
        </p:nvSpPr>
        <p:spPr>
          <a:xfrm>
            <a:off x="1360463" y="5568500"/>
            <a:ext cx="6423000" cy="6912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4000"/>
              <a:buNone/>
            </a:pPr>
            <a:r>
              <a:rPr lang="en-US"/>
              <a:t>Review Grapheme Caption</a:t>
            </a:r>
            <a:endParaRPr/>
          </a:p>
        </p:txBody>
      </p:sp>
      <p:pic>
        <p:nvPicPr>
          <p:cNvPr id="1013" name="Google Shape;1013;g2c186218c5a_0_25" title="JNL686-74F.png"/>
          <p:cNvPicPr preferRelativeResize="0"/>
          <p:nvPr/>
        </p:nvPicPr>
        <p:blipFill rotWithShape="1">
          <a:blip r:embed="rId3">
            <a:alphaModFix/>
          </a:blip>
          <a:srcRect b="0" l="19" r="29" t="0"/>
          <a:stretch/>
        </p:blipFill>
        <p:spPr>
          <a:xfrm>
            <a:off x="1360488" y="996300"/>
            <a:ext cx="2818850" cy="3989962"/>
          </a:xfrm>
          <a:prstGeom prst="rect">
            <a:avLst/>
          </a:prstGeom>
          <a:noFill/>
          <a:ln>
            <a:noFill/>
          </a:ln>
          <a:effectLst>
            <a:outerShdw blurRad="142875" rotWithShape="0" algn="bl" dir="5400000" dist="19050">
              <a:srgbClr val="000000">
                <a:alpha val="26666"/>
              </a:srgbClr>
            </a:outerShdw>
          </a:effectLst>
        </p:spPr>
      </p:pic>
      <p:sp>
        <p:nvSpPr>
          <p:cNvPr id="1014" name="Google Shape;1014;g2c186218c5a_0_25"/>
          <p:cNvSpPr txBox="1"/>
          <p:nvPr>
            <p:ph idx="1" type="subTitle"/>
          </p:nvPr>
        </p:nvSpPr>
        <p:spPr>
          <a:xfrm>
            <a:off x="1360463" y="7080300"/>
            <a:ext cx="6423000" cy="3693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1000"/>
              </a:spcBef>
              <a:spcAft>
                <a:spcPts val="0"/>
              </a:spcAft>
              <a:buSzPts val="1800"/>
              <a:buNone/>
            </a:pPr>
            <a:r>
              <a:rPr lang="en-US"/>
              <a:t>FRONT</a:t>
            </a:r>
            <a:endParaRPr/>
          </a:p>
        </p:txBody>
      </p:sp>
      <p:sp>
        <p:nvSpPr>
          <p:cNvPr id="1015" name="Google Shape;1015;g2c186218c5a_0_25"/>
          <p:cNvSpPr txBox="1"/>
          <p:nvPr/>
        </p:nvSpPr>
        <p:spPr>
          <a:xfrm>
            <a:off x="4510900" y="996300"/>
            <a:ext cx="3333600" cy="12228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1000"/>
              </a:spcBef>
              <a:spcAft>
                <a:spcPts val="0"/>
              </a:spcAft>
              <a:buClr>
                <a:srgbClr val="000000"/>
              </a:buClr>
              <a:buSzPts val="5800"/>
              <a:buFont typeface="Arial"/>
              <a:buNone/>
            </a:pPr>
            <a:r>
              <a:rPr b="0" i="0" lang="en-US" sz="5800" u="none" cap="none" strike="noStrike">
                <a:solidFill>
                  <a:srgbClr val="2356AF"/>
                </a:solidFill>
                <a:latin typeface="Jost"/>
                <a:ea typeface="Jost"/>
                <a:cs typeface="Jost"/>
                <a:sym typeface="Jost"/>
              </a:rPr>
              <a:t>h</a:t>
            </a:r>
            <a:r>
              <a:rPr b="0" i="0" lang="en-US" sz="5800" u="none" cap="none" strike="noStrike">
                <a:solidFill>
                  <a:srgbClr val="993FA2"/>
                </a:solidFill>
                <a:latin typeface="Jost"/>
                <a:ea typeface="Jost"/>
                <a:cs typeface="Jost"/>
                <a:sym typeface="Jost"/>
              </a:rPr>
              <a:t>e</a:t>
            </a:r>
            <a:r>
              <a:rPr b="0" i="0" lang="en-US" sz="5000" u="none" cap="none" strike="noStrike">
                <a:solidFill>
                  <a:srgbClr val="993FA2"/>
                </a:solidFill>
                <a:latin typeface="Poppins"/>
                <a:ea typeface="Poppins"/>
                <a:cs typeface="Poppins"/>
                <a:sym typeface="Poppins"/>
              </a:rPr>
              <a:t>a</a:t>
            </a:r>
            <a:r>
              <a:rPr b="0" i="0" lang="en-US" sz="5800" u="none" cap="none" strike="noStrike">
                <a:solidFill>
                  <a:srgbClr val="993FA2"/>
                </a:solidFill>
                <a:latin typeface="Jost"/>
                <a:ea typeface="Jost"/>
                <a:cs typeface="Jost"/>
                <a:sym typeface="Jost"/>
              </a:rPr>
              <a:t>r</a:t>
            </a:r>
            <a:endParaRPr b="0" i="0" sz="5800" u="none" cap="none" strike="noStrike">
              <a:solidFill>
                <a:srgbClr val="993FA2"/>
              </a:solidFill>
              <a:latin typeface="Jost"/>
              <a:ea typeface="Jost"/>
              <a:cs typeface="Jost"/>
              <a:sym typeface="Jost"/>
            </a:endParaRPr>
          </a:p>
        </p:txBody>
      </p:sp>
      <p:sp>
        <p:nvSpPr>
          <p:cNvPr id="1016" name="Google Shape;1016;g2c186218c5a_0_25"/>
          <p:cNvSpPr txBox="1"/>
          <p:nvPr/>
        </p:nvSpPr>
        <p:spPr>
          <a:xfrm>
            <a:off x="4510900" y="3763450"/>
            <a:ext cx="3333600" cy="12228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1000"/>
              </a:spcBef>
              <a:spcAft>
                <a:spcPts val="0"/>
              </a:spcAft>
              <a:buClr>
                <a:srgbClr val="000000"/>
              </a:buClr>
              <a:buSzPts val="5800"/>
              <a:buFont typeface="Arial"/>
              <a:buNone/>
            </a:pPr>
            <a:r>
              <a:rPr b="0" i="0" lang="en-US" sz="5800" u="none" cap="none" strike="noStrike">
                <a:solidFill>
                  <a:srgbClr val="2356AF"/>
                </a:solidFill>
                <a:latin typeface="Jost"/>
                <a:ea typeface="Jost"/>
                <a:cs typeface="Jost"/>
                <a:sym typeface="Jost"/>
              </a:rPr>
              <a:t>b</a:t>
            </a:r>
            <a:r>
              <a:rPr b="0" i="0" lang="en-US" sz="5800" u="none" cap="none" strike="noStrike">
                <a:solidFill>
                  <a:srgbClr val="993FA2"/>
                </a:solidFill>
                <a:latin typeface="Jost"/>
                <a:ea typeface="Jost"/>
                <a:cs typeface="Jost"/>
                <a:sym typeface="Jost"/>
              </a:rPr>
              <a:t>e</a:t>
            </a:r>
            <a:r>
              <a:rPr b="0" i="0" lang="en-US" sz="5000" u="none" cap="none" strike="noStrike">
                <a:solidFill>
                  <a:srgbClr val="993FA2"/>
                </a:solidFill>
                <a:latin typeface="Poppins"/>
                <a:ea typeface="Poppins"/>
                <a:cs typeface="Poppins"/>
                <a:sym typeface="Poppins"/>
              </a:rPr>
              <a:t>a</a:t>
            </a:r>
            <a:r>
              <a:rPr b="0" i="0" lang="en-US" sz="5800" u="none" cap="none" strike="noStrike">
                <a:solidFill>
                  <a:srgbClr val="993FA2"/>
                </a:solidFill>
                <a:latin typeface="Jost"/>
                <a:ea typeface="Jost"/>
                <a:cs typeface="Jost"/>
                <a:sym typeface="Jost"/>
              </a:rPr>
              <a:t>r</a:t>
            </a:r>
            <a:r>
              <a:rPr b="0" i="0" lang="en-US" sz="5800" u="none" cap="none" strike="noStrike">
                <a:solidFill>
                  <a:srgbClr val="2356AF"/>
                </a:solidFill>
                <a:latin typeface="Jost"/>
                <a:ea typeface="Jost"/>
                <a:cs typeface="Jost"/>
                <a:sym typeface="Jost"/>
              </a:rPr>
              <a:t>d</a:t>
            </a:r>
            <a:endParaRPr b="0" i="0" sz="5800" u="none" cap="none" strike="noStrike">
              <a:solidFill>
                <a:srgbClr val="2356AF"/>
              </a:solidFill>
              <a:latin typeface="Jost"/>
              <a:ea typeface="Jost"/>
              <a:cs typeface="Jost"/>
              <a:sym typeface="Jost"/>
            </a:endParaRPr>
          </a:p>
        </p:txBody>
      </p:sp>
      <p:sp>
        <p:nvSpPr>
          <p:cNvPr id="1017" name="Google Shape;1017;g2c186218c5a_0_25"/>
          <p:cNvSpPr txBox="1"/>
          <p:nvPr/>
        </p:nvSpPr>
        <p:spPr>
          <a:xfrm>
            <a:off x="4510900" y="2379875"/>
            <a:ext cx="3333600" cy="12228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1000"/>
              </a:spcBef>
              <a:spcAft>
                <a:spcPts val="0"/>
              </a:spcAft>
              <a:buClr>
                <a:srgbClr val="000000"/>
              </a:buClr>
              <a:buSzPts val="5800"/>
              <a:buFont typeface="Arial"/>
              <a:buNone/>
            </a:pPr>
            <a:r>
              <a:rPr b="0" i="0" lang="en-US" sz="5800" u="none" cap="none" strike="noStrike">
                <a:solidFill>
                  <a:srgbClr val="2356AF"/>
                </a:solidFill>
                <a:latin typeface="Jost"/>
                <a:ea typeface="Jost"/>
                <a:cs typeface="Jost"/>
                <a:sym typeface="Jost"/>
              </a:rPr>
              <a:t>y</a:t>
            </a:r>
            <a:r>
              <a:rPr b="0" i="0" lang="en-US" sz="5800" u="none" cap="none" strike="noStrike">
                <a:solidFill>
                  <a:srgbClr val="993FA2"/>
                </a:solidFill>
                <a:latin typeface="Jost"/>
                <a:ea typeface="Jost"/>
                <a:cs typeface="Jost"/>
                <a:sym typeface="Jost"/>
              </a:rPr>
              <a:t>e</a:t>
            </a:r>
            <a:r>
              <a:rPr b="0" i="0" lang="en-US" sz="5000" u="none" cap="none" strike="noStrike">
                <a:solidFill>
                  <a:srgbClr val="993FA2"/>
                </a:solidFill>
                <a:latin typeface="Poppins"/>
                <a:ea typeface="Poppins"/>
                <a:cs typeface="Poppins"/>
                <a:sym typeface="Poppins"/>
              </a:rPr>
              <a:t>a</a:t>
            </a:r>
            <a:r>
              <a:rPr b="0" i="0" lang="en-US" sz="5800" u="none" cap="none" strike="noStrike">
                <a:solidFill>
                  <a:srgbClr val="993FA2"/>
                </a:solidFill>
                <a:latin typeface="Jost"/>
                <a:ea typeface="Jost"/>
                <a:cs typeface="Jost"/>
                <a:sym typeface="Jost"/>
              </a:rPr>
              <a:t>r</a:t>
            </a:r>
            <a:endParaRPr b="0" i="0" sz="5800" u="none" cap="none" strike="noStrike">
              <a:solidFill>
                <a:srgbClr val="993FA2"/>
              </a:solidFill>
              <a:latin typeface="Jost"/>
              <a:ea typeface="Jost"/>
              <a:cs typeface="Jost"/>
              <a:sym typeface="Jost"/>
            </a:endParaRPr>
          </a:p>
        </p:txBody>
      </p:sp>
      <p:sp>
        <p:nvSpPr>
          <p:cNvPr id="1018" name="Google Shape;1018;g2c186218c5a_0_25"/>
          <p:cNvSpPr txBox="1"/>
          <p:nvPr>
            <p:ph idx="2" type="subTitle"/>
          </p:nvPr>
        </p:nvSpPr>
        <p:spPr>
          <a:xfrm>
            <a:off x="1360500" y="5233050"/>
            <a:ext cx="6423000" cy="3693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1000"/>
              </a:spcBef>
              <a:spcAft>
                <a:spcPts val="0"/>
              </a:spcAft>
              <a:buSzPts val="1600"/>
              <a:buNone/>
            </a:pPr>
            <a:r>
              <a:rPr lang="en-US"/>
              <a:t>Phase 3, Lesson 51</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3" name="Shape 1023"/>
        <p:cNvGrpSpPr/>
        <p:nvPr/>
      </p:nvGrpSpPr>
      <p:grpSpPr>
        <a:xfrm>
          <a:off x="0" y="0"/>
          <a:ext cx="0" cy="0"/>
          <a:chOff x="0" y="0"/>
          <a:chExt cx="0" cy="0"/>
        </a:xfrm>
      </p:grpSpPr>
      <p:sp>
        <p:nvSpPr>
          <p:cNvPr id="1024" name="Google Shape;1024;g2e5653a5c66_0_0"/>
          <p:cNvSpPr txBox="1"/>
          <p:nvPr>
            <p:ph idx="1" type="subTitle"/>
          </p:nvPr>
        </p:nvSpPr>
        <p:spPr>
          <a:xfrm>
            <a:off x="1360463" y="6212475"/>
            <a:ext cx="6423000" cy="3693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1000"/>
              </a:spcBef>
              <a:spcAft>
                <a:spcPts val="0"/>
              </a:spcAft>
              <a:buSzPts val="1800"/>
              <a:buNone/>
            </a:pPr>
            <a:r>
              <a:rPr lang="en-US"/>
              <a:t xml:space="preserve">USING </a:t>
            </a:r>
            <a:r>
              <a:rPr lang="en-US"/>
              <a:t>JNL686</a:t>
            </a:r>
            <a:endParaRPr/>
          </a:p>
        </p:txBody>
      </p:sp>
      <p:sp>
        <p:nvSpPr>
          <p:cNvPr id="1025" name="Google Shape;1025;g2e5653a5c66_0_0"/>
          <p:cNvSpPr txBox="1"/>
          <p:nvPr>
            <p:ph type="title"/>
          </p:nvPr>
        </p:nvSpPr>
        <p:spPr>
          <a:xfrm>
            <a:off x="1360463" y="5568500"/>
            <a:ext cx="6423000" cy="6912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4000"/>
              <a:buNone/>
            </a:pPr>
            <a:r>
              <a:rPr lang="en-US"/>
              <a:t>Teach Grapheme Caption</a:t>
            </a:r>
            <a:endParaRPr/>
          </a:p>
        </p:txBody>
      </p:sp>
      <p:pic>
        <p:nvPicPr>
          <p:cNvPr id="1026" name="Google Shape;1026;g2e5653a5c66_0_0" title="JNL686-146F.png"/>
          <p:cNvPicPr preferRelativeResize="0"/>
          <p:nvPr/>
        </p:nvPicPr>
        <p:blipFill rotWithShape="1">
          <a:blip r:embed="rId3">
            <a:alphaModFix/>
          </a:blip>
          <a:srcRect b="0" l="19" r="29" t="0"/>
          <a:stretch/>
        </p:blipFill>
        <p:spPr>
          <a:xfrm>
            <a:off x="1360488" y="996300"/>
            <a:ext cx="2818850" cy="3989962"/>
          </a:xfrm>
          <a:prstGeom prst="rect">
            <a:avLst/>
          </a:prstGeom>
          <a:noFill/>
          <a:ln>
            <a:noFill/>
          </a:ln>
          <a:effectLst>
            <a:outerShdw blurRad="142875" rotWithShape="0" algn="bl" dir="5400000" dist="19050">
              <a:srgbClr val="000000">
                <a:alpha val="26666"/>
              </a:srgbClr>
            </a:outerShdw>
          </a:effectLst>
        </p:spPr>
      </p:pic>
      <p:sp>
        <p:nvSpPr>
          <p:cNvPr id="1027" name="Google Shape;1027;g2e5653a5c66_0_0"/>
          <p:cNvSpPr txBox="1"/>
          <p:nvPr>
            <p:ph idx="1" type="subTitle"/>
          </p:nvPr>
        </p:nvSpPr>
        <p:spPr>
          <a:xfrm>
            <a:off x="1360463" y="7080300"/>
            <a:ext cx="6423000" cy="3693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1000"/>
              </a:spcBef>
              <a:spcAft>
                <a:spcPts val="0"/>
              </a:spcAft>
              <a:buSzPts val="1800"/>
              <a:buNone/>
            </a:pPr>
            <a:r>
              <a:rPr lang="en-US"/>
              <a:t>FRONT</a:t>
            </a:r>
            <a:endParaRPr/>
          </a:p>
        </p:txBody>
      </p:sp>
      <p:sp>
        <p:nvSpPr>
          <p:cNvPr id="1028" name="Google Shape;1028;g2e5653a5c66_0_0"/>
          <p:cNvSpPr txBox="1"/>
          <p:nvPr/>
        </p:nvSpPr>
        <p:spPr>
          <a:xfrm>
            <a:off x="4510900" y="996300"/>
            <a:ext cx="3333600" cy="12228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1000"/>
              </a:spcBef>
              <a:spcAft>
                <a:spcPts val="0"/>
              </a:spcAft>
              <a:buClr>
                <a:srgbClr val="000000"/>
              </a:buClr>
              <a:buSzPts val="5800"/>
              <a:buFont typeface="Arial"/>
              <a:buNone/>
            </a:pPr>
            <a:r>
              <a:rPr b="0" i="0" lang="en-US" sz="4400" u="none" cap="none" strike="noStrike">
                <a:solidFill>
                  <a:srgbClr val="2356AF"/>
                </a:solidFill>
                <a:latin typeface="Poppins"/>
                <a:ea typeface="Poppins"/>
                <a:cs typeface="Poppins"/>
                <a:sym typeface="Poppins"/>
              </a:rPr>
              <a:t>a</a:t>
            </a:r>
            <a:r>
              <a:rPr b="0" i="0" lang="en-US" sz="5000" u="none" cap="none" strike="noStrike">
                <a:solidFill>
                  <a:srgbClr val="2356AF"/>
                </a:solidFill>
                <a:latin typeface="Jost"/>
                <a:ea typeface="Jost"/>
                <a:cs typeface="Jost"/>
                <a:sym typeface="Jost"/>
              </a:rPr>
              <a:t>tmosph</a:t>
            </a:r>
            <a:r>
              <a:rPr b="0" i="0" lang="en-US" sz="5000" u="none" cap="none" strike="noStrike">
                <a:solidFill>
                  <a:srgbClr val="993FA2"/>
                </a:solidFill>
                <a:latin typeface="Jost"/>
                <a:ea typeface="Jost"/>
                <a:cs typeface="Jost"/>
                <a:sym typeface="Jost"/>
              </a:rPr>
              <a:t>ere</a:t>
            </a:r>
            <a:endParaRPr b="0" i="0" sz="5000" u="none" cap="none" strike="noStrike">
              <a:solidFill>
                <a:srgbClr val="993FA2"/>
              </a:solidFill>
              <a:latin typeface="Jost"/>
              <a:ea typeface="Jost"/>
              <a:cs typeface="Jost"/>
              <a:sym typeface="Jost"/>
            </a:endParaRPr>
          </a:p>
        </p:txBody>
      </p:sp>
      <p:sp>
        <p:nvSpPr>
          <p:cNvPr id="1029" name="Google Shape;1029;g2e5653a5c66_0_0"/>
          <p:cNvSpPr txBox="1"/>
          <p:nvPr/>
        </p:nvSpPr>
        <p:spPr>
          <a:xfrm>
            <a:off x="4510900" y="3763450"/>
            <a:ext cx="3333600" cy="12228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1000"/>
              </a:spcBef>
              <a:spcAft>
                <a:spcPts val="0"/>
              </a:spcAft>
              <a:buClr>
                <a:srgbClr val="000000"/>
              </a:buClr>
              <a:buSzPts val="5800"/>
              <a:buFont typeface="Arial"/>
              <a:buNone/>
            </a:pPr>
            <a:r>
              <a:rPr b="0" i="0" lang="en-US" sz="5800" u="none" cap="none" strike="noStrike">
                <a:solidFill>
                  <a:srgbClr val="2356AF"/>
                </a:solidFill>
                <a:latin typeface="Jost"/>
                <a:ea typeface="Jost"/>
                <a:cs typeface="Jost"/>
                <a:sym typeface="Jost"/>
              </a:rPr>
              <a:t>sev</a:t>
            </a:r>
            <a:r>
              <a:rPr b="0" i="0" lang="en-US" sz="5800" u="none" cap="none" strike="noStrike">
                <a:solidFill>
                  <a:srgbClr val="993FA2"/>
                </a:solidFill>
                <a:latin typeface="Jost"/>
                <a:ea typeface="Jost"/>
                <a:cs typeface="Jost"/>
                <a:sym typeface="Jost"/>
              </a:rPr>
              <a:t>ere</a:t>
            </a:r>
            <a:endParaRPr b="0" i="0" sz="5800" u="none" cap="none" strike="noStrike">
              <a:solidFill>
                <a:srgbClr val="993FA2"/>
              </a:solidFill>
              <a:latin typeface="Jost"/>
              <a:ea typeface="Jost"/>
              <a:cs typeface="Jost"/>
              <a:sym typeface="Jost"/>
            </a:endParaRPr>
          </a:p>
        </p:txBody>
      </p:sp>
      <p:sp>
        <p:nvSpPr>
          <p:cNvPr id="1030" name="Google Shape;1030;g2e5653a5c66_0_0"/>
          <p:cNvSpPr txBox="1"/>
          <p:nvPr/>
        </p:nvSpPr>
        <p:spPr>
          <a:xfrm>
            <a:off x="4510900" y="2379875"/>
            <a:ext cx="3333600" cy="12228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1000"/>
              </a:spcBef>
              <a:spcAft>
                <a:spcPts val="0"/>
              </a:spcAft>
              <a:buClr>
                <a:srgbClr val="000000"/>
              </a:buClr>
              <a:buSzPts val="5800"/>
              <a:buFont typeface="Arial"/>
              <a:buNone/>
            </a:pPr>
            <a:r>
              <a:rPr b="0" i="0" lang="en-US" sz="5800" u="none" cap="none" strike="noStrike">
                <a:solidFill>
                  <a:srgbClr val="2356AF"/>
                </a:solidFill>
                <a:latin typeface="Jost"/>
                <a:ea typeface="Jost"/>
                <a:cs typeface="Jost"/>
                <a:sym typeface="Jost"/>
              </a:rPr>
              <a:t>sph</a:t>
            </a:r>
            <a:r>
              <a:rPr b="0" i="0" lang="en-US" sz="5800" u="none" cap="none" strike="noStrike">
                <a:solidFill>
                  <a:srgbClr val="993FA2"/>
                </a:solidFill>
                <a:latin typeface="Jost"/>
                <a:ea typeface="Jost"/>
                <a:cs typeface="Jost"/>
                <a:sym typeface="Jost"/>
              </a:rPr>
              <a:t>ere</a:t>
            </a:r>
            <a:endParaRPr b="0" i="0" sz="5800" u="none" cap="none" strike="noStrike">
              <a:solidFill>
                <a:srgbClr val="993FA2"/>
              </a:solidFill>
              <a:latin typeface="Jost"/>
              <a:ea typeface="Jost"/>
              <a:cs typeface="Jost"/>
              <a:sym typeface="Jost"/>
            </a:endParaRPr>
          </a:p>
        </p:txBody>
      </p:sp>
      <p:sp>
        <p:nvSpPr>
          <p:cNvPr id="1031" name="Google Shape;1031;g2e5653a5c66_0_0"/>
          <p:cNvSpPr txBox="1"/>
          <p:nvPr>
            <p:ph idx="2" type="subTitle"/>
          </p:nvPr>
        </p:nvSpPr>
        <p:spPr>
          <a:xfrm>
            <a:off x="1360500" y="5233050"/>
            <a:ext cx="6423000" cy="3693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1000"/>
              </a:spcBef>
              <a:spcAft>
                <a:spcPts val="0"/>
              </a:spcAft>
              <a:buSzPts val="1600"/>
              <a:buNone/>
            </a:pPr>
            <a:r>
              <a:rPr lang="en-US"/>
              <a:t>Phase 5.5, Lesson 83</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6" name="Shape 1036"/>
        <p:cNvGrpSpPr/>
        <p:nvPr/>
      </p:nvGrpSpPr>
      <p:grpSpPr>
        <a:xfrm>
          <a:off x="0" y="0"/>
          <a:ext cx="0" cy="0"/>
          <a:chOff x="0" y="0"/>
          <a:chExt cx="0" cy="0"/>
        </a:xfrm>
      </p:grpSpPr>
      <p:sp>
        <p:nvSpPr>
          <p:cNvPr id="1037" name="Google Shape;1037;g2c186218c5a_0_40"/>
          <p:cNvSpPr txBox="1"/>
          <p:nvPr>
            <p:ph type="title"/>
          </p:nvPr>
        </p:nvSpPr>
        <p:spPr>
          <a:xfrm>
            <a:off x="1360463" y="5568500"/>
            <a:ext cx="6423000" cy="6912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3600"/>
              <a:buNone/>
            </a:pPr>
            <a:r>
              <a:rPr lang="en-US"/>
              <a:t>Explain Decoding</a:t>
            </a:r>
            <a:endParaRPr/>
          </a:p>
        </p:txBody>
      </p:sp>
      <p:pic>
        <p:nvPicPr>
          <p:cNvPr id="1038" name="Google Shape;1038;g2c186218c5a_0_40"/>
          <p:cNvPicPr preferRelativeResize="0"/>
          <p:nvPr/>
        </p:nvPicPr>
        <p:blipFill rotWithShape="1">
          <a:blip r:embed="rId3">
            <a:alphaModFix/>
          </a:blip>
          <a:srcRect b="0" l="0" r="0" t="0"/>
          <a:stretch/>
        </p:blipFill>
        <p:spPr>
          <a:xfrm>
            <a:off x="1127788" y="1389281"/>
            <a:ext cx="6888424" cy="36310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3" name="Shape 1043"/>
        <p:cNvGrpSpPr/>
        <p:nvPr/>
      </p:nvGrpSpPr>
      <p:grpSpPr>
        <a:xfrm>
          <a:off x="0" y="0"/>
          <a:ext cx="0" cy="0"/>
          <a:chOff x="0" y="0"/>
          <a:chExt cx="0" cy="0"/>
        </a:xfrm>
      </p:grpSpPr>
      <p:sp>
        <p:nvSpPr>
          <p:cNvPr id="1044" name="Google Shape;1044;g2c4fb7f6616_1_0"/>
          <p:cNvSpPr txBox="1"/>
          <p:nvPr>
            <p:ph idx="1" type="subTitle"/>
          </p:nvPr>
        </p:nvSpPr>
        <p:spPr>
          <a:xfrm>
            <a:off x="1360463" y="6212475"/>
            <a:ext cx="6423000" cy="3693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1000"/>
              </a:spcBef>
              <a:spcAft>
                <a:spcPts val="0"/>
              </a:spcAft>
              <a:buClr>
                <a:schemeClr val="dk1"/>
              </a:buClr>
              <a:buSzPts val="1800"/>
              <a:buFont typeface="Arial"/>
              <a:buNone/>
            </a:pPr>
            <a:r>
              <a:rPr lang="en-US"/>
              <a:t>USING SOUND BUTTONS</a:t>
            </a:r>
            <a:endParaRPr/>
          </a:p>
        </p:txBody>
      </p:sp>
      <p:sp>
        <p:nvSpPr>
          <p:cNvPr id="1045" name="Google Shape;1045;g2c4fb7f6616_1_0"/>
          <p:cNvSpPr txBox="1"/>
          <p:nvPr>
            <p:ph type="title"/>
          </p:nvPr>
        </p:nvSpPr>
        <p:spPr>
          <a:xfrm>
            <a:off x="1360463" y="5568500"/>
            <a:ext cx="6423000" cy="6912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3200"/>
              <a:buNone/>
            </a:pPr>
            <a:r>
              <a:rPr lang="en-US"/>
              <a:t>Model Blending Phonemes</a:t>
            </a:r>
            <a:endParaRPr/>
          </a:p>
        </p:txBody>
      </p:sp>
      <p:sp>
        <p:nvSpPr>
          <p:cNvPr id="1046" name="Google Shape;1046;g2c4fb7f6616_1_0"/>
          <p:cNvSpPr/>
          <p:nvPr/>
        </p:nvSpPr>
        <p:spPr>
          <a:xfrm>
            <a:off x="2144438" y="3906888"/>
            <a:ext cx="390000" cy="390000"/>
          </a:xfrm>
          <a:prstGeom prst="ellipse">
            <a:avLst/>
          </a:prstGeom>
          <a:solidFill>
            <a:srgbClr val="2356A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1047" name="Google Shape;1047;g2c4fb7f6616_1_0"/>
          <p:cNvSpPr/>
          <p:nvPr/>
        </p:nvSpPr>
        <p:spPr>
          <a:xfrm>
            <a:off x="3081638" y="3906888"/>
            <a:ext cx="390000" cy="390000"/>
          </a:xfrm>
          <a:prstGeom prst="ellipse">
            <a:avLst/>
          </a:prstGeom>
          <a:solidFill>
            <a:srgbClr val="ED1C2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1048" name="Google Shape;1048;g2c4fb7f6616_1_0"/>
          <p:cNvSpPr/>
          <p:nvPr/>
        </p:nvSpPr>
        <p:spPr>
          <a:xfrm>
            <a:off x="4095038" y="3906888"/>
            <a:ext cx="390000" cy="390000"/>
          </a:xfrm>
          <a:prstGeom prst="ellipse">
            <a:avLst/>
          </a:prstGeom>
          <a:solidFill>
            <a:srgbClr val="2356A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cxnSp>
        <p:nvCxnSpPr>
          <p:cNvPr id="1049" name="Google Shape;1049;g2c4fb7f6616_1_0"/>
          <p:cNvCxnSpPr/>
          <p:nvPr/>
        </p:nvCxnSpPr>
        <p:spPr>
          <a:xfrm>
            <a:off x="2565600" y="4817400"/>
            <a:ext cx="4012800" cy="0"/>
          </a:xfrm>
          <a:prstGeom prst="straightConnector1">
            <a:avLst/>
          </a:prstGeom>
          <a:noFill/>
          <a:ln cap="flat" cmpd="sng" w="38100">
            <a:solidFill>
              <a:srgbClr val="CFD9EF"/>
            </a:solidFill>
            <a:prstDash val="solid"/>
            <a:miter lim="800000"/>
            <a:headEnd len="sm" w="sm" type="none"/>
            <a:tailEnd len="sm" w="sm" type="stealth"/>
          </a:ln>
        </p:spPr>
      </p:cxnSp>
      <p:sp>
        <p:nvSpPr>
          <p:cNvPr id="1050" name="Google Shape;1050;g2c4fb7f6616_1_0"/>
          <p:cNvSpPr txBox="1"/>
          <p:nvPr>
            <p:ph idx="4294967295" type="subTitle"/>
          </p:nvPr>
        </p:nvSpPr>
        <p:spPr>
          <a:xfrm>
            <a:off x="3525388" y="1308025"/>
            <a:ext cx="1529400" cy="2371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1000"/>
              </a:spcBef>
              <a:spcAft>
                <a:spcPts val="0"/>
              </a:spcAft>
              <a:buClr>
                <a:schemeClr val="dk1"/>
              </a:buClr>
              <a:buSzPts val="2800"/>
              <a:buFont typeface="Poppins"/>
              <a:buNone/>
            </a:pPr>
            <a:r>
              <a:rPr b="0" i="0" lang="en-US" sz="15000" u="none" cap="none" strike="noStrike">
                <a:solidFill>
                  <a:srgbClr val="2356AF"/>
                </a:solidFill>
                <a:latin typeface="Jost"/>
                <a:ea typeface="Jost"/>
                <a:cs typeface="Jost"/>
                <a:sym typeface="Jost"/>
              </a:rPr>
              <a:t>v</a:t>
            </a:r>
            <a:endParaRPr b="0" i="0" sz="15000" u="none" cap="none" strike="noStrike">
              <a:solidFill>
                <a:srgbClr val="2356AF"/>
              </a:solidFill>
              <a:latin typeface="Jost"/>
              <a:ea typeface="Jost"/>
              <a:cs typeface="Jost"/>
              <a:sym typeface="Jost"/>
            </a:endParaRPr>
          </a:p>
        </p:txBody>
      </p:sp>
      <p:sp>
        <p:nvSpPr>
          <p:cNvPr id="1051" name="Google Shape;1051;g2c4fb7f6616_1_0"/>
          <p:cNvSpPr txBox="1"/>
          <p:nvPr>
            <p:ph idx="4294967295" type="subTitle"/>
          </p:nvPr>
        </p:nvSpPr>
        <p:spPr>
          <a:xfrm>
            <a:off x="1574738" y="1308025"/>
            <a:ext cx="1529400" cy="2371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1000"/>
              </a:spcBef>
              <a:spcAft>
                <a:spcPts val="0"/>
              </a:spcAft>
              <a:buClr>
                <a:schemeClr val="dk1"/>
              </a:buClr>
              <a:buSzPts val="2800"/>
              <a:buFont typeface="Poppins"/>
              <a:buNone/>
            </a:pPr>
            <a:r>
              <a:rPr b="0" i="0" lang="en-US" sz="15000" u="none" cap="none" strike="noStrike">
                <a:solidFill>
                  <a:srgbClr val="2356AF"/>
                </a:solidFill>
                <a:latin typeface="Jost"/>
                <a:ea typeface="Jost"/>
                <a:cs typeface="Jost"/>
                <a:sym typeface="Jost"/>
              </a:rPr>
              <a:t>s</a:t>
            </a:r>
            <a:endParaRPr b="0" i="0" sz="15000" u="none" cap="none" strike="noStrike">
              <a:solidFill>
                <a:srgbClr val="2356AF"/>
              </a:solidFill>
              <a:latin typeface="Jost"/>
              <a:ea typeface="Jost"/>
              <a:cs typeface="Jost"/>
              <a:sym typeface="Jost"/>
            </a:endParaRPr>
          </a:p>
        </p:txBody>
      </p:sp>
      <p:sp>
        <p:nvSpPr>
          <p:cNvPr id="1052" name="Google Shape;1052;g2c4fb7f6616_1_0"/>
          <p:cNvSpPr txBox="1"/>
          <p:nvPr>
            <p:ph idx="4294967295" type="subTitle"/>
          </p:nvPr>
        </p:nvSpPr>
        <p:spPr>
          <a:xfrm>
            <a:off x="2511963" y="1308025"/>
            <a:ext cx="1529400" cy="2371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1000"/>
              </a:spcBef>
              <a:spcAft>
                <a:spcPts val="0"/>
              </a:spcAft>
              <a:buClr>
                <a:schemeClr val="dk1"/>
              </a:buClr>
              <a:buSzPts val="2800"/>
              <a:buFont typeface="Poppins"/>
              <a:buNone/>
            </a:pPr>
            <a:r>
              <a:rPr b="0" i="0" lang="en-US" sz="15000" u="none" cap="none" strike="noStrike">
                <a:solidFill>
                  <a:srgbClr val="ED1C24"/>
                </a:solidFill>
                <a:latin typeface="Jost"/>
                <a:ea typeface="Jost"/>
                <a:cs typeface="Jost"/>
                <a:sym typeface="Jost"/>
              </a:rPr>
              <a:t>e</a:t>
            </a:r>
            <a:endParaRPr b="0" i="0" sz="15000" u="none" cap="none" strike="noStrike">
              <a:solidFill>
                <a:srgbClr val="ED1C24"/>
              </a:solidFill>
              <a:latin typeface="Jost"/>
              <a:ea typeface="Jost"/>
              <a:cs typeface="Jost"/>
              <a:sym typeface="Jost"/>
            </a:endParaRPr>
          </a:p>
        </p:txBody>
      </p:sp>
      <p:sp>
        <p:nvSpPr>
          <p:cNvPr id="1053" name="Google Shape;1053;g2c4fb7f6616_1_0"/>
          <p:cNvSpPr/>
          <p:nvPr/>
        </p:nvSpPr>
        <p:spPr>
          <a:xfrm>
            <a:off x="4857518" y="7078234"/>
            <a:ext cx="1019700" cy="180000"/>
          </a:xfrm>
          <a:prstGeom prst="rect">
            <a:avLst/>
          </a:prstGeom>
          <a:solidFill>
            <a:srgbClr val="00904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1054" name="Google Shape;1054;g2c4fb7f6616_1_0"/>
          <p:cNvSpPr/>
          <p:nvPr/>
        </p:nvSpPr>
        <p:spPr>
          <a:xfrm>
            <a:off x="5908585" y="7078234"/>
            <a:ext cx="1019700" cy="180000"/>
          </a:xfrm>
          <a:prstGeom prst="rect">
            <a:avLst/>
          </a:prstGeom>
          <a:solidFill>
            <a:srgbClr val="993FA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1055" name="Google Shape;1055;g2c4fb7f6616_1_0"/>
          <p:cNvSpPr/>
          <p:nvPr/>
        </p:nvSpPr>
        <p:spPr>
          <a:xfrm>
            <a:off x="2896984" y="7078234"/>
            <a:ext cx="1019700" cy="180000"/>
          </a:xfrm>
          <a:prstGeom prst="rect">
            <a:avLst/>
          </a:prstGeom>
          <a:solidFill>
            <a:srgbClr val="FFD4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1056" name="Google Shape;1056;g2c4fb7f6616_1_0"/>
          <p:cNvSpPr/>
          <p:nvPr/>
        </p:nvSpPr>
        <p:spPr>
          <a:xfrm>
            <a:off x="6959652" y="7078234"/>
            <a:ext cx="1019700" cy="180000"/>
          </a:xfrm>
          <a:prstGeom prst="rect">
            <a:avLst/>
          </a:prstGeom>
          <a:solidFill>
            <a:srgbClr val="EF8F2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1057" name="Google Shape;1057;g2c4fb7f6616_1_0"/>
          <p:cNvSpPr/>
          <p:nvPr/>
        </p:nvSpPr>
        <p:spPr>
          <a:xfrm>
            <a:off x="8212275" y="6936612"/>
            <a:ext cx="124800" cy="463200"/>
          </a:xfrm>
          <a:prstGeom prst="rect">
            <a:avLst/>
          </a:prstGeom>
          <a:solidFill>
            <a:srgbClr val="BCBEC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1058" name="Google Shape;1058;g2c4fb7f6616_1_0"/>
          <p:cNvSpPr/>
          <p:nvPr/>
        </p:nvSpPr>
        <p:spPr>
          <a:xfrm>
            <a:off x="1651138" y="6977688"/>
            <a:ext cx="390000" cy="390000"/>
          </a:xfrm>
          <a:prstGeom prst="ellipse">
            <a:avLst/>
          </a:prstGeom>
          <a:solidFill>
            <a:srgbClr val="ED1C2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1059" name="Google Shape;1059;g2c4fb7f6616_1_0"/>
          <p:cNvSpPr/>
          <p:nvPr/>
        </p:nvSpPr>
        <p:spPr>
          <a:xfrm>
            <a:off x="2350261" y="6977688"/>
            <a:ext cx="390000" cy="390000"/>
          </a:xfrm>
          <a:prstGeom prst="ellipse">
            <a:avLst/>
          </a:prstGeom>
          <a:solidFill>
            <a:srgbClr val="2356A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1060" name="Google Shape;1060;g2c4fb7f6616_1_0"/>
          <p:cNvSpPr/>
          <p:nvPr/>
        </p:nvSpPr>
        <p:spPr>
          <a:xfrm>
            <a:off x="3948051" y="7078200"/>
            <a:ext cx="878100" cy="180000"/>
          </a:xfrm>
          <a:prstGeom prst="rect">
            <a:avLst/>
          </a:prstGeom>
          <a:solidFill>
            <a:srgbClr val="81513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grpSp>
        <p:nvGrpSpPr>
          <p:cNvPr id="1061" name="Google Shape;1061;g2c4fb7f6616_1_0"/>
          <p:cNvGrpSpPr/>
          <p:nvPr/>
        </p:nvGrpSpPr>
        <p:grpSpPr>
          <a:xfrm>
            <a:off x="-550" y="6984600"/>
            <a:ext cx="8596479" cy="808600"/>
            <a:chOff x="-550" y="6984600"/>
            <a:chExt cx="8596479" cy="808600"/>
          </a:xfrm>
        </p:grpSpPr>
        <p:sp>
          <p:nvSpPr>
            <p:cNvPr id="1062" name="Google Shape;1062;g2c4fb7f6616_1_0"/>
            <p:cNvSpPr txBox="1"/>
            <p:nvPr/>
          </p:nvSpPr>
          <p:spPr>
            <a:xfrm>
              <a:off x="-550" y="6984600"/>
              <a:ext cx="1709700" cy="37620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7F7F7F"/>
                </a:buClr>
                <a:buSzPts val="2000"/>
                <a:buFont typeface="Calibri"/>
                <a:buNone/>
              </a:pPr>
              <a:r>
                <a:rPr b="0" i="0" lang="en-US" sz="1600" u="none" cap="none" strike="noStrike">
                  <a:solidFill>
                    <a:srgbClr val="000000"/>
                  </a:solidFill>
                  <a:latin typeface="Poppins"/>
                  <a:ea typeface="Poppins"/>
                  <a:cs typeface="Poppins"/>
                  <a:sym typeface="Poppins"/>
                </a:rPr>
                <a:t>Sound Buttons</a:t>
              </a:r>
              <a:endParaRPr b="0" i="0" sz="1600" u="none" cap="none" strike="noStrike">
                <a:solidFill>
                  <a:srgbClr val="000000"/>
                </a:solidFill>
                <a:latin typeface="Poppins"/>
                <a:ea typeface="Poppins"/>
                <a:cs typeface="Poppins"/>
                <a:sym typeface="Poppins"/>
              </a:endParaRPr>
            </a:p>
          </p:txBody>
        </p:sp>
        <p:sp>
          <p:nvSpPr>
            <p:cNvPr id="1063" name="Google Shape;1063;g2c4fb7f6616_1_0"/>
            <p:cNvSpPr txBox="1"/>
            <p:nvPr/>
          </p:nvSpPr>
          <p:spPr>
            <a:xfrm>
              <a:off x="1555431" y="7416997"/>
              <a:ext cx="561000" cy="376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7F7F7F"/>
                </a:buClr>
                <a:buSzPts val="1050"/>
                <a:buFont typeface="Calibri"/>
                <a:buNone/>
              </a:pPr>
              <a:r>
                <a:rPr b="0" i="0" lang="en-US" sz="950" u="none" cap="none" strike="noStrike">
                  <a:solidFill>
                    <a:srgbClr val="000000"/>
                  </a:solidFill>
                  <a:latin typeface="Poppins"/>
                  <a:ea typeface="Poppins"/>
                  <a:cs typeface="Poppins"/>
                  <a:sym typeface="Poppins"/>
                </a:rPr>
                <a:t>Vowel</a:t>
              </a:r>
              <a:endParaRPr b="0" i="0" sz="950" u="none" cap="none" strike="noStrike">
                <a:solidFill>
                  <a:srgbClr val="000000"/>
                </a:solidFill>
                <a:latin typeface="Poppins"/>
                <a:ea typeface="Poppins"/>
                <a:cs typeface="Poppins"/>
                <a:sym typeface="Poppins"/>
              </a:endParaRPr>
            </a:p>
          </p:txBody>
        </p:sp>
        <p:sp>
          <p:nvSpPr>
            <p:cNvPr id="1064" name="Google Shape;1064;g2c4fb7f6616_1_0"/>
            <p:cNvSpPr txBox="1"/>
            <p:nvPr/>
          </p:nvSpPr>
          <p:spPr>
            <a:xfrm>
              <a:off x="2116424" y="7417000"/>
              <a:ext cx="965100" cy="376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7F7F7F"/>
                </a:buClr>
                <a:buSzPts val="1050"/>
                <a:buFont typeface="Calibri"/>
                <a:buNone/>
              </a:pPr>
              <a:r>
                <a:rPr b="0" i="0" lang="en-US" sz="950" u="none" cap="none" strike="noStrike">
                  <a:solidFill>
                    <a:srgbClr val="000000"/>
                  </a:solidFill>
                  <a:latin typeface="Poppins"/>
                  <a:ea typeface="Poppins"/>
                  <a:cs typeface="Poppins"/>
                  <a:sym typeface="Poppins"/>
                </a:rPr>
                <a:t>Consonant</a:t>
              </a:r>
              <a:endParaRPr b="0" i="0" sz="950" u="none" cap="none" strike="noStrike">
                <a:solidFill>
                  <a:srgbClr val="000000"/>
                </a:solidFill>
                <a:latin typeface="Poppins"/>
                <a:ea typeface="Poppins"/>
                <a:cs typeface="Poppins"/>
                <a:sym typeface="Poppins"/>
              </a:endParaRPr>
            </a:p>
          </p:txBody>
        </p:sp>
        <p:sp>
          <p:nvSpPr>
            <p:cNvPr id="1065" name="Google Shape;1065;g2c4fb7f6616_1_0"/>
            <p:cNvSpPr txBox="1"/>
            <p:nvPr/>
          </p:nvSpPr>
          <p:spPr>
            <a:xfrm>
              <a:off x="2886646" y="7416997"/>
              <a:ext cx="1019700" cy="376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7F7F7F"/>
                </a:buClr>
                <a:buSzPts val="1050"/>
                <a:buFont typeface="Calibri"/>
                <a:buNone/>
              </a:pPr>
              <a:r>
                <a:rPr b="0" i="0" lang="en-US" sz="950" u="none" cap="none" strike="noStrike">
                  <a:solidFill>
                    <a:srgbClr val="000000"/>
                  </a:solidFill>
                  <a:latin typeface="Poppins"/>
                  <a:ea typeface="Poppins"/>
                  <a:cs typeface="Poppins"/>
                  <a:sym typeface="Poppins"/>
                </a:rPr>
                <a:t>Consonant Digraph</a:t>
              </a:r>
              <a:endParaRPr b="0" i="0" sz="950" u="none" cap="none" strike="noStrike">
                <a:solidFill>
                  <a:srgbClr val="000000"/>
                </a:solidFill>
                <a:latin typeface="Poppins"/>
                <a:ea typeface="Poppins"/>
                <a:cs typeface="Poppins"/>
                <a:sym typeface="Poppins"/>
              </a:endParaRPr>
            </a:p>
          </p:txBody>
        </p:sp>
        <p:sp>
          <p:nvSpPr>
            <p:cNvPr id="1066" name="Google Shape;1066;g2c4fb7f6616_1_0"/>
            <p:cNvSpPr txBox="1"/>
            <p:nvPr/>
          </p:nvSpPr>
          <p:spPr>
            <a:xfrm>
              <a:off x="4826153" y="7416997"/>
              <a:ext cx="1019700" cy="376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7F7F7F"/>
                </a:buClr>
                <a:buSzPts val="1050"/>
                <a:buFont typeface="Calibri"/>
                <a:buNone/>
              </a:pPr>
              <a:r>
                <a:rPr b="0" i="0" lang="en-US" sz="950" u="none" cap="none" strike="noStrike">
                  <a:solidFill>
                    <a:srgbClr val="000000"/>
                  </a:solidFill>
                  <a:latin typeface="Poppins"/>
                  <a:ea typeface="Poppins"/>
                  <a:cs typeface="Poppins"/>
                  <a:sym typeface="Poppins"/>
                </a:rPr>
                <a:t>Long Vowel Sound</a:t>
              </a:r>
              <a:endParaRPr b="0" i="0" sz="950" u="none" cap="none" strike="noStrike">
                <a:solidFill>
                  <a:srgbClr val="000000"/>
                </a:solidFill>
                <a:latin typeface="Poppins"/>
                <a:ea typeface="Poppins"/>
                <a:cs typeface="Poppins"/>
                <a:sym typeface="Poppins"/>
              </a:endParaRPr>
            </a:p>
          </p:txBody>
        </p:sp>
        <p:sp>
          <p:nvSpPr>
            <p:cNvPr id="1067" name="Google Shape;1067;g2c4fb7f6616_1_0"/>
            <p:cNvSpPr txBox="1"/>
            <p:nvPr/>
          </p:nvSpPr>
          <p:spPr>
            <a:xfrm>
              <a:off x="5859437" y="7416997"/>
              <a:ext cx="1019700" cy="376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7F7F7F"/>
                </a:buClr>
                <a:buSzPts val="1050"/>
                <a:buFont typeface="Calibri"/>
                <a:buNone/>
              </a:pPr>
              <a:r>
                <a:rPr b="0" i="0" lang="en-US" sz="950" u="none" cap="none" strike="noStrike">
                  <a:solidFill>
                    <a:srgbClr val="000000"/>
                  </a:solidFill>
                  <a:latin typeface="Poppins"/>
                  <a:ea typeface="Poppins"/>
                  <a:cs typeface="Poppins"/>
                  <a:sym typeface="Poppins"/>
                </a:rPr>
                <a:t>R-controlled Digraph</a:t>
              </a:r>
              <a:endParaRPr b="0" i="0" sz="950" u="none" cap="none" strike="noStrike">
                <a:solidFill>
                  <a:srgbClr val="000000"/>
                </a:solidFill>
                <a:latin typeface="Poppins"/>
                <a:ea typeface="Poppins"/>
                <a:cs typeface="Poppins"/>
                <a:sym typeface="Poppins"/>
              </a:endParaRPr>
            </a:p>
          </p:txBody>
        </p:sp>
        <p:sp>
          <p:nvSpPr>
            <p:cNvPr id="1068" name="Google Shape;1068;g2c4fb7f6616_1_0"/>
            <p:cNvSpPr txBox="1"/>
            <p:nvPr/>
          </p:nvSpPr>
          <p:spPr>
            <a:xfrm>
              <a:off x="6957664" y="7416997"/>
              <a:ext cx="1019700" cy="376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7F7F7F"/>
                </a:buClr>
                <a:buSzPts val="1050"/>
                <a:buFont typeface="Calibri"/>
                <a:buNone/>
              </a:pPr>
              <a:r>
                <a:rPr b="0" i="0" lang="en-US" sz="950" u="none" cap="none" strike="noStrike">
                  <a:solidFill>
                    <a:srgbClr val="000000"/>
                  </a:solidFill>
                  <a:latin typeface="Poppins"/>
                  <a:ea typeface="Poppins"/>
                  <a:cs typeface="Poppins"/>
                  <a:sym typeface="Poppins"/>
                </a:rPr>
                <a:t>Split Digraph</a:t>
              </a:r>
              <a:endParaRPr b="0" i="0" sz="950" u="none" cap="none" strike="noStrike">
                <a:solidFill>
                  <a:srgbClr val="000000"/>
                </a:solidFill>
                <a:latin typeface="Poppins"/>
                <a:ea typeface="Poppins"/>
                <a:cs typeface="Poppins"/>
                <a:sym typeface="Poppins"/>
              </a:endParaRPr>
            </a:p>
          </p:txBody>
        </p:sp>
        <p:sp>
          <p:nvSpPr>
            <p:cNvPr id="1069" name="Google Shape;1069;g2c4fb7f6616_1_0"/>
            <p:cNvSpPr txBox="1"/>
            <p:nvPr/>
          </p:nvSpPr>
          <p:spPr>
            <a:xfrm>
              <a:off x="7875029" y="7416997"/>
              <a:ext cx="720900" cy="376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7F7F7F"/>
                </a:buClr>
                <a:buSzPts val="1050"/>
                <a:buFont typeface="Calibri"/>
                <a:buNone/>
              </a:pPr>
              <a:r>
                <a:rPr b="0" i="0" lang="en-US" sz="950" u="none" cap="none" strike="noStrike">
                  <a:solidFill>
                    <a:srgbClr val="000000"/>
                  </a:solidFill>
                  <a:latin typeface="Poppins"/>
                  <a:ea typeface="Poppins"/>
                  <a:cs typeface="Poppins"/>
                  <a:sym typeface="Poppins"/>
                </a:rPr>
                <a:t>Syllable / Silent Letter</a:t>
              </a:r>
              <a:endParaRPr b="0" i="0" sz="950" u="none" cap="none" strike="noStrike">
                <a:solidFill>
                  <a:srgbClr val="000000"/>
                </a:solidFill>
                <a:latin typeface="Poppins"/>
                <a:ea typeface="Poppins"/>
                <a:cs typeface="Poppins"/>
                <a:sym typeface="Poppins"/>
              </a:endParaRPr>
            </a:p>
          </p:txBody>
        </p:sp>
        <p:sp>
          <p:nvSpPr>
            <p:cNvPr id="1070" name="Google Shape;1070;g2c4fb7f6616_1_0"/>
            <p:cNvSpPr txBox="1"/>
            <p:nvPr/>
          </p:nvSpPr>
          <p:spPr>
            <a:xfrm>
              <a:off x="3884428" y="7416997"/>
              <a:ext cx="1019700" cy="376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7F7F7F"/>
                </a:buClr>
                <a:buSzPts val="1050"/>
                <a:buFont typeface="Calibri"/>
                <a:buNone/>
              </a:pPr>
              <a:r>
                <a:rPr b="0" i="0" lang="en-US" sz="950" u="none" cap="none" strike="noStrike">
                  <a:solidFill>
                    <a:srgbClr val="000000"/>
                  </a:solidFill>
                  <a:latin typeface="Poppins"/>
                  <a:ea typeface="Poppins"/>
                  <a:cs typeface="Poppins"/>
                  <a:sym typeface="Poppins"/>
                </a:rPr>
                <a:t>Multi Sound</a:t>
              </a:r>
              <a:endParaRPr b="0" i="0" sz="950" u="none" cap="none" strike="noStrike">
                <a:solidFill>
                  <a:srgbClr val="000000"/>
                </a:solidFill>
                <a:latin typeface="Poppins"/>
                <a:ea typeface="Poppins"/>
                <a:cs typeface="Poppins"/>
                <a:sym typeface="Poppins"/>
              </a:endParaRPr>
            </a:p>
          </p:txBody>
        </p:sp>
      </p:grpSp>
      <p:sp>
        <p:nvSpPr>
          <p:cNvPr id="1071" name="Google Shape;1071;g2c4fb7f6616_1_0"/>
          <p:cNvSpPr txBox="1"/>
          <p:nvPr>
            <p:ph idx="4294967295" type="subTitle"/>
          </p:nvPr>
        </p:nvSpPr>
        <p:spPr>
          <a:xfrm>
            <a:off x="4565363" y="1308025"/>
            <a:ext cx="3003900" cy="2371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1000"/>
              </a:spcBef>
              <a:spcAft>
                <a:spcPts val="0"/>
              </a:spcAft>
              <a:buClr>
                <a:schemeClr val="dk1"/>
              </a:buClr>
              <a:buSzPts val="2800"/>
              <a:buFont typeface="Poppins"/>
              <a:buNone/>
            </a:pPr>
            <a:r>
              <a:rPr b="0" i="0" lang="en-US" sz="15000" u="none" cap="none" strike="noStrike">
                <a:solidFill>
                  <a:srgbClr val="993FA2"/>
                </a:solidFill>
                <a:latin typeface="Jost"/>
                <a:ea typeface="Jost"/>
                <a:cs typeface="Jost"/>
                <a:sym typeface="Jost"/>
              </a:rPr>
              <a:t>ere</a:t>
            </a:r>
            <a:endParaRPr b="0" i="0" sz="15000" u="none" cap="none" strike="noStrike">
              <a:solidFill>
                <a:srgbClr val="993FA2"/>
              </a:solidFill>
              <a:latin typeface="Jost"/>
              <a:ea typeface="Jost"/>
              <a:cs typeface="Jost"/>
              <a:sym typeface="Jost"/>
            </a:endParaRPr>
          </a:p>
        </p:txBody>
      </p:sp>
      <p:sp>
        <p:nvSpPr>
          <p:cNvPr id="1072" name="Google Shape;1072;g2c4fb7f6616_1_0"/>
          <p:cNvSpPr/>
          <p:nvPr/>
        </p:nvSpPr>
        <p:spPr>
          <a:xfrm>
            <a:off x="4906163" y="4011900"/>
            <a:ext cx="2322300" cy="180000"/>
          </a:xfrm>
          <a:prstGeom prst="rect">
            <a:avLst/>
          </a:prstGeom>
          <a:solidFill>
            <a:srgbClr val="993FA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1073" name="Google Shape;1073;g2c4fb7f6616_1_0"/>
          <p:cNvSpPr/>
          <p:nvPr/>
        </p:nvSpPr>
        <p:spPr>
          <a:xfrm>
            <a:off x="3720950" y="3870312"/>
            <a:ext cx="124800" cy="463200"/>
          </a:xfrm>
          <a:prstGeom prst="rect">
            <a:avLst/>
          </a:prstGeom>
          <a:solidFill>
            <a:srgbClr val="BCBEC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8" name="Shape 1078"/>
        <p:cNvGrpSpPr/>
        <p:nvPr/>
      </p:nvGrpSpPr>
      <p:grpSpPr>
        <a:xfrm>
          <a:off x="0" y="0"/>
          <a:ext cx="0" cy="0"/>
          <a:chOff x="0" y="0"/>
          <a:chExt cx="0" cy="0"/>
        </a:xfrm>
      </p:grpSpPr>
      <p:sp>
        <p:nvSpPr>
          <p:cNvPr id="1079" name="Google Shape;1079;g2e6b5007c79_0_12"/>
          <p:cNvSpPr txBox="1"/>
          <p:nvPr>
            <p:ph idx="1" type="subTitle"/>
          </p:nvPr>
        </p:nvSpPr>
        <p:spPr>
          <a:xfrm>
            <a:off x="1360463" y="6212475"/>
            <a:ext cx="6423000" cy="3693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1000"/>
              </a:spcBef>
              <a:spcAft>
                <a:spcPts val="0"/>
              </a:spcAft>
              <a:buClr>
                <a:schemeClr val="dk1"/>
              </a:buClr>
              <a:buSzPts val="1800"/>
              <a:buFont typeface="Arial"/>
              <a:buNone/>
            </a:pPr>
            <a:r>
              <a:rPr lang="en-US"/>
              <a:t>USING SOUND BUTTONS</a:t>
            </a:r>
            <a:endParaRPr/>
          </a:p>
        </p:txBody>
      </p:sp>
      <p:sp>
        <p:nvSpPr>
          <p:cNvPr id="1080" name="Google Shape;1080;g2e6b5007c79_0_12"/>
          <p:cNvSpPr txBox="1"/>
          <p:nvPr>
            <p:ph type="title"/>
          </p:nvPr>
        </p:nvSpPr>
        <p:spPr>
          <a:xfrm>
            <a:off x="1360463" y="5568500"/>
            <a:ext cx="6423000" cy="6912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3200"/>
              <a:buNone/>
            </a:pPr>
            <a:r>
              <a:rPr lang="en-US"/>
              <a:t>Model Blending Phonemes</a:t>
            </a:r>
            <a:endParaRPr/>
          </a:p>
        </p:txBody>
      </p:sp>
      <p:sp>
        <p:nvSpPr>
          <p:cNvPr id="1081" name="Google Shape;1081;g2e6b5007c79_0_12"/>
          <p:cNvSpPr/>
          <p:nvPr/>
        </p:nvSpPr>
        <p:spPr>
          <a:xfrm>
            <a:off x="3453536" y="3906888"/>
            <a:ext cx="390000" cy="390000"/>
          </a:xfrm>
          <a:prstGeom prst="ellipse">
            <a:avLst/>
          </a:prstGeom>
          <a:solidFill>
            <a:srgbClr val="ED1C2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1082" name="Google Shape;1082;g2e6b5007c79_0_12"/>
          <p:cNvSpPr/>
          <p:nvPr/>
        </p:nvSpPr>
        <p:spPr>
          <a:xfrm>
            <a:off x="4138741" y="3906888"/>
            <a:ext cx="390000" cy="390000"/>
          </a:xfrm>
          <a:prstGeom prst="ellipse">
            <a:avLst/>
          </a:prstGeom>
          <a:solidFill>
            <a:srgbClr val="2356A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cxnSp>
        <p:nvCxnSpPr>
          <p:cNvPr id="1083" name="Google Shape;1083;g2e6b5007c79_0_12"/>
          <p:cNvCxnSpPr/>
          <p:nvPr/>
        </p:nvCxnSpPr>
        <p:spPr>
          <a:xfrm>
            <a:off x="2565600" y="4817400"/>
            <a:ext cx="4012800" cy="0"/>
          </a:xfrm>
          <a:prstGeom prst="straightConnector1">
            <a:avLst/>
          </a:prstGeom>
          <a:noFill/>
          <a:ln cap="flat" cmpd="sng" w="38100">
            <a:solidFill>
              <a:srgbClr val="CFD9EF"/>
            </a:solidFill>
            <a:prstDash val="solid"/>
            <a:miter lim="800000"/>
            <a:headEnd len="sm" w="sm" type="none"/>
            <a:tailEnd len="sm" w="sm" type="stealth"/>
          </a:ln>
        </p:spPr>
      </p:cxnSp>
      <p:sp>
        <p:nvSpPr>
          <p:cNvPr id="1084" name="Google Shape;1084;g2e6b5007c79_0_12"/>
          <p:cNvSpPr txBox="1"/>
          <p:nvPr>
            <p:ph idx="4294967295" type="subTitle"/>
          </p:nvPr>
        </p:nvSpPr>
        <p:spPr>
          <a:xfrm>
            <a:off x="4292298" y="1308025"/>
            <a:ext cx="2351700" cy="2371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1000"/>
              </a:spcBef>
              <a:spcAft>
                <a:spcPts val="0"/>
              </a:spcAft>
              <a:buClr>
                <a:schemeClr val="dk1"/>
              </a:buClr>
              <a:buSzPts val="2800"/>
              <a:buFont typeface="Poppins"/>
              <a:buNone/>
            </a:pPr>
            <a:r>
              <a:rPr b="0" i="0" lang="en-US" sz="11200" u="none" cap="none" strike="noStrike">
                <a:solidFill>
                  <a:srgbClr val="FFD400"/>
                </a:solidFill>
                <a:latin typeface="Jost"/>
                <a:ea typeface="Jost"/>
                <a:cs typeface="Jost"/>
                <a:sym typeface="Jost"/>
              </a:rPr>
              <a:t>ph</a:t>
            </a:r>
            <a:endParaRPr b="0" i="0" sz="11200" u="none" cap="none" strike="noStrike">
              <a:solidFill>
                <a:srgbClr val="FFD400"/>
              </a:solidFill>
              <a:latin typeface="Jost"/>
              <a:ea typeface="Jost"/>
              <a:cs typeface="Jost"/>
              <a:sym typeface="Jost"/>
            </a:endParaRPr>
          </a:p>
        </p:txBody>
      </p:sp>
      <p:sp>
        <p:nvSpPr>
          <p:cNvPr id="1085" name="Google Shape;1085;g2e6b5007c79_0_12"/>
          <p:cNvSpPr txBox="1"/>
          <p:nvPr>
            <p:ph idx="4294967295" type="subTitle"/>
          </p:nvPr>
        </p:nvSpPr>
        <p:spPr>
          <a:xfrm>
            <a:off x="3138689" y="1308025"/>
            <a:ext cx="1019700" cy="2371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1000"/>
              </a:spcBef>
              <a:spcAft>
                <a:spcPts val="0"/>
              </a:spcAft>
              <a:buClr>
                <a:schemeClr val="dk1"/>
              </a:buClr>
              <a:buSzPts val="2800"/>
              <a:buFont typeface="Poppins"/>
              <a:buNone/>
            </a:pPr>
            <a:r>
              <a:rPr b="0" i="0" lang="en-US" sz="11200" u="none" cap="none" strike="noStrike">
                <a:solidFill>
                  <a:srgbClr val="ED1C24"/>
                </a:solidFill>
                <a:latin typeface="Jost"/>
                <a:ea typeface="Jost"/>
                <a:cs typeface="Jost"/>
                <a:sym typeface="Jost"/>
              </a:rPr>
              <a:t>o</a:t>
            </a:r>
            <a:endParaRPr b="0" i="0" sz="11200" u="none" cap="none" strike="noStrike">
              <a:solidFill>
                <a:srgbClr val="ED1C24"/>
              </a:solidFill>
              <a:latin typeface="Jost"/>
              <a:ea typeface="Jost"/>
              <a:cs typeface="Jost"/>
              <a:sym typeface="Jost"/>
            </a:endParaRPr>
          </a:p>
        </p:txBody>
      </p:sp>
      <p:sp>
        <p:nvSpPr>
          <p:cNvPr id="1086" name="Google Shape;1086;g2e6b5007c79_0_12"/>
          <p:cNvSpPr txBox="1"/>
          <p:nvPr>
            <p:ph idx="4294967295" type="subTitle"/>
          </p:nvPr>
        </p:nvSpPr>
        <p:spPr>
          <a:xfrm>
            <a:off x="3884023" y="1308025"/>
            <a:ext cx="899400" cy="2371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1000"/>
              </a:spcBef>
              <a:spcAft>
                <a:spcPts val="0"/>
              </a:spcAft>
              <a:buClr>
                <a:schemeClr val="dk1"/>
              </a:buClr>
              <a:buSzPts val="2800"/>
              <a:buFont typeface="Poppins"/>
              <a:buNone/>
            </a:pPr>
            <a:r>
              <a:rPr b="0" i="0" lang="en-US" sz="11200" u="none" cap="none" strike="noStrike">
                <a:solidFill>
                  <a:srgbClr val="2356AF"/>
                </a:solidFill>
                <a:latin typeface="Jost"/>
                <a:ea typeface="Jost"/>
                <a:cs typeface="Jost"/>
                <a:sym typeface="Jost"/>
              </a:rPr>
              <a:t>s</a:t>
            </a:r>
            <a:endParaRPr b="0" i="0" sz="11200" u="none" cap="none" strike="noStrike">
              <a:solidFill>
                <a:srgbClr val="2356AF"/>
              </a:solidFill>
              <a:latin typeface="Jost"/>
              <a:ea typeface="Jost"/>
              <a:cs typeface="Jost"/>
              <a:sym typeface="Jost"/>
            </a:endParaRPr>
          </a:p>
        </p:txBody>
      </p:sp>
      <p:sp>
        <p:nvSpPr>
          <p:cNvPr id="1087" name="Google Shape;1087;g2e6b5007c79_0_12"/>
          <p:cNvSpPr/>
          <p:nvPr/>
        </p:nvSpPr>
        <p:spPr>
          <a:xfrm>
            <a:off x="4857518" y="7078234"/>
            <a:ext cx="1019700" cy="180000"/>
          </a:xfrm>
          <a:prstGeom prst="rect">
            <a:avLst/>
          </a:prstGeom>
          <a:solidFill>
            <a:srgbClr val="00904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1088" name="Google Shape;1088;g2e6b5007c79_0_12"/>
          <p:cNvSpPr/>
          <p:nvPr/>
        </p:nvSpPr>
        <p:spPr>
          <a:xfrm>
            <a:off x="5908585" y="7078234"/>
            <a:ext cx="1019700" cy="180000"/>
          </a:xfrm>
          <a:prstGeom prst="rect">
            <a:avLst/>
          </a:prstGeom>
          <a:solidFill>
            <a:srgbClr val="993FA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1089" name="Google Shape;1089;g2e6b5007c79_0_12"/>
          <p:cNvSpPr/>
          <p:nvPr/>
        </p:nvSpPr>
        <p:spPr>
          <a:xfrm>
            <a:off x="2896984" y="7078234"/>
            <a:ext cx="1019700" cy="180000"/>
          </a:xfrm>
          <a:prstGeom prst="rect">
            <a:avLst/>
          </a:prstGeom>
          <a:solidFill>
            <a:srgbClr val="FFD4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1090" name="Google Shape;1090;g2e6b5007c79_0_12"/>
          <p:cNvSpPr/>
          <p:nvPr/>
        </p:nvSpPr>
        <p:spPr>
          <a:xfrm>
            <a:off x="6959652" y="7078234"/>
            <a:ext cx="1019700" cy="180000"/>
          </a:xfrm>
          <a:prstGeom prst="rect">
            <a:avLst/>
          </a:prstGeom>
          <a:solidFill>
            <a:srgbClr val="EF8F2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1091" name="Google Shape;1091;g2e6b5007c79_0_12"/>
          <p:cNvSpPr/>
          <p:nvPr/>
        </p:nvSpPr>
        <p:spPr>
          <a:xfrm>
            <a:off x="8212275" y="6936612"/>
            <a:ext cx="124800" cy="463200"/>
          </a:xfrm>
          <a:prstGeom prst="rect">
            <a:avLst/>
          </a:prstGeom>
          <a:solidFill>
            <a:srgbClr val="BCBEC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1092" name="Google Shape;1092;g2e6b5007c79_0_12"/>
          <p:cNvSpPr/>
          <p:nvPr/>
        </p:nvSpPr>
        <p:spPr>
          <a:xfrm>
            <a:off x="1651138" y="6977688"/>
            <a:ext cx="390000" cy="390000"/>
          </a:xfrm>
          <a:prstGeom prst="ellipse">
            <a:avLst/>
          </a:prstGeom>
          <a:solidFill>
            <a:srgbClr val="ED1C2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1093" name="Google Shape;1093;g2e6b5007c79_0_12"/>
          <p:cNvSpPr/>
          <p:nvPr/>
        </p:nvSpPr>
        <p:spPr>
          <a:xfrm>
            <a:off x="2350261" y="6977688"/>
            <a:ext cx="390000" cy="390000"/>
          </a:xfrm>
          <a:prstGeom prst="ellipse">
            <a:avLst/>
          </a:prstGeom>
          <a:solidFill>
            <a:srgbClr val="2356A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1094" name="Google Shape;1094;g2e6b5007c79_0_12"/>
          <p:cNvSpPr/>
          <p:nvPr/>
        </p:nvSpPr>
        <p:spPr>
          <a:xfrm>
            <a:off x="3948051" y="7078200"/>
            <a:ext cx="878100" cy="180000"/>
          </a:xfrm>
          <a:prstGeom prst="rect">
            <a:avLst/>
          </a:prstGeom>
          <a:solidFill>
            <a:srgbClr val="81513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grpSp>
        <p:nvGrpSpPr>
          <p:cNvPr id="1095" name="Google Shape;1095;g2e6b5007c79_0_12"/>
          <p:cNvGrpSpPr/>
          <p:nvPr/>
        </p:nvGrpSpPr>
        <p:grpSpPr>
          <a:xfrm>
            <a:off x="-550" y="6984600"/>
            <a:ext cx="8596479" cy="808600"/>
            <a:chOff x="-550" y="6984600"/>
            <a:chExt cx="8596479" cy="808600"/>
          </a:xfrm>
        </p:grpSpPr>
        <p:sp>
          <p:nvSpPr>
            <p:cNvPr id="1096" name="Google Shape;1096;g2e6b5007c79_0_12"/>
            <p:cNvSpPr txBox="1"/>
            <p:nvPr/>
          </p:nvSpPr>
          <p:spPr>
            <a:xfrm>
              <a:off x="-550" y="6984600"/>
              <a:ext cx="1709700" cy="37620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7F7F7F"/>
                </a:buClr>
                <a:buSzPts val="2000"/>
                <a:buFont typeface="Calibri"/>
                <a:buNone/>
              </a:pPr>
              <a:r>
                <a:rPr b="0" i="0" lang="en-US" sz="1600" u="none" cap="none" strike="noStrike">
                  <a:solidFill>
                    <a:srgbClr val="000000"/>
                  </a:solidFill>
                  <a:latin typeface="Poppins"/>
                  <a:ea typeface="Poppins"/>
                  <a:cs typeface="Poppins"/>
                  <a:sym typeface="Poppins"/>
                </a:rPr>
                <a:t>Sound Buttons</a:t>
              </a:r>
              <a:endParaRPr b="0" i="0" sz="1600" u="none" cap="none" strike="noStrike">
                <a:solidFill>
                  <a:srgbClr val="000000"/>
                </a:solidFill>
                <a:latin typeface="Poppins"/>
                <a:ea typeface="Poppins"/>
                <a:cs typeface="Poppins"/>
                <a:sym typeface="Poppins"/>
              </a:endParaRPr>
            </a:p>
          </p:txBody>
        </p:sp>
        <p:sp>
          <p:nvSpPr>
            <p:cNvPr id="1097" name="Google Shape;1097;g2e6b5007c79_0_12"/>
            <p:cNvSpPr txBox="1"/>
            <p:nvPr/>
          </p:nvSpPr>
          <p:spPr>
            <a:xfrm>
              <a:off x="1555431" y="7416997"/>
              <a:ext cx="561000" cy="376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7F7F7F"/>
                </a:buClr>
                <a:buSzPts val="1050"/>
                <a:buFont typeface="Calibri"/>
                <a:buNone/>
              </a:pPr>
              <a:r>
                <a:rPr b="0" i="0" lang="en-US" sz="950" u="none" cap="none" strike="noStrike">
                  <a:solidFill>
                    <a:srgbClr val="000000"/>
                  </a:solidFill>
                  <a:latin typeface="Poppins"/>
                  <a:ea typeface="Poppins"/>
                  <a:cs typeface="Poppins"/>
                  <a:sym typeface="Poppins"/>
                </a:rPr>
                <a:t>Vowel</a:t>
              </a:r>
              <a:endParaRPr b="0" i="0" sz="950" u="none" cap="none" strike="noStrike">
                <a:solidFill>
                  <a:srgbClr val="000000"/>
                </a:solidFill>
                <a:latin typeface="Poppins"/>
                <a:ea typeface="Poppins"/>
                <a:cs typeface="Poppins"/>
                <a:sym typeface="Poppins"/>
              </a:endParaRPr>
            </a:p>
          </p:txBody>
        </p:sp>
        <p:sp>
          <p:nvSpPr>
            <p:cNvPr id="1098" name="Google Shape;1098;g2e6b5007c79_0_12"/>
            <p:cNvSpPr txBox="1"/>
            <p:nvPr/>
          </p:nvSpPr>
          <p:spPr>
            <a:xfrm>
              <a:off x="2116424" y="7417000"/>
              <a:ext cx="965100" cy="376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7F7F7F"/>
                </a:buClr>
                <a:buSzPts val="1050"/>
                <a:buFont typeface="Calibri"/>
                <a:buNone/>
              </a:pPr>
              <a:r>
                <a:rPr b="0" i="0" lang="en-US" sz="950" u="none" cap="none" strike="noStrike">
                  <a:solidFill>
                    <a:srgbClr val="000000"/>
                  </a:solidFill>
                  <a:latin typeface="Poppins"/>
                  <a:ea typeface="Poppins"/>
                  <a:cs typeface="Poppins"/>
                  <a:sym typeface="Poppins"/>
                </a:rPr>
                <a:t>Consonant</a:t>
              </a:r>
              <a:endParaRPr b="0" i="0" sz="950" u="none" cap="none" strike="noStrike">
                <a:solidFill>
                  <a:srgbClr val="000000"/>
                </a:solidFill>
                <a:latin typeface="Poppins"/>
                <a:ea typeface="Poppins"/>
                <a:cs typeface="Poppins"/>
                <a:sym typeface="Poppins"/>
              </a:endParaRPr>
            </a:p>
          </p:txBody>
        </p:sp>
        <p:sp>
          <p:nvSpPr>
            <p:cNvPr id="1099" name="Google Shape;1099;g2e6b5007c79_0_12"/>
            <p:cNvSpPr txBox="1"/>
            <p:nvPr/>
          </p:nvSpPr>
          <p:spPr>
            <a:xfrm>
              <a:off x="2886646" y="7416997"/>
              <a:ext cx="1019700" cy="376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7F7F7F"/>
                </a:buClr>
                <a:buSzPts val="1050"/>
                <a:buFont typeface="Calibri"/>
                <a:buNone/>
              </a:pPr>
              <a:r>
                <a:rPr b="0" i="0" lang="en-US" sz="950" u="none" cap="none" strike="noStrike">
                  <a:solidFill>
                    <a:srgbClr val="000000"/>
                  </a:solidFill>
                  <a:latin typeface="Poppins"/>
                  <a:ea typeface="Poppins"/>
                  <a:cs typeface="Poppins"/>
                  <a:sym typeface="Poppins"/>
                </a:rPr>
                <a:t>Consonant Digraph</a:t>
              </a:r>
              <a:endParaRPr b="0" i="0" sz="950" u="none" cap="none" strike="noStrike">
                <a:solidFill>
                  <a:srgbClr val="000000"/>
                </a:solidFill>
                <a:latin typeface="Poppins"/>
                <a:ea typeface="Poppins"/>
                <a:cs typeface="Poppins"/>
                <a:sym typeface="Poppins"/>
              </a:endParaRPr>
            </a:p>
          </p:txBody>
        </p:sp>
        <p:sp>
          <p:nvSpPr>
            <p:cNvPr id="1100" name="Google Shape;1100;g2e6b5007c79_0_12"/>
            <p:cNvSpPr txBox="1"/>
            <p:nvPr/>
          </p:nvSpPr>
          <p:spPr>
            <a:xfrm>
              <a:off x="4826153" y="7416997"/>
              <a:ext cx="1019700" cy="376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7F7F7F"/>
                </a:buClr>
                <a:buSzPts val="1050"/>
                <a:buFont typeface="Calibri"/>
                <a:buNone/>
              </a:pPr>
              <a:r>
                <a:rPr b="0" i="0" lang="en-US" sz="950" u="none" cap="none" strike="noStrike">
                  <a:solidFill>
                    <a:srgbClr val="000000"/>
                  </a:solidFill>
                  <a:latin typeface="Poppins"/>
                  <a:ea typeface="Poppins"/>
                  <a:cs typeface="Poppins"/>
                  <a:sym typeface="Poppins"/>
                </a:rPr>
                <a:t>Long Vowel Sound</a:t>
              </a:r>
              <a:endParaRPr b="0" i="0" sz="950" u="none" cap="none" strike="noStrike">
                <a:solidFill>
                  <a:srgbClr val="000000"/>
                </a:solidFill>
                <a:latin typeface="Poppins"/>
                <a:ea typeface="Poppins"/>
                <a:cs typeface="Poppins"/>
                <a:sym typeface="Poppins"/>
              </a:endParaRPr>
            </a:p>
          </p:txBody>
        </p:sp>
        <p:sp>
          <p:nvSpPr>
            <p:cNvPr id="1101" name="Google Shape;1101;g2e6b5007c79_0_12"/>
            <p:cNvSpPr txBox="1"/>
            <p:nvPr/>
          </p:nvSpPr>
          <p:spPr>
            <a:xfrm>
              <a:off x="5859437" y="7416997"/>
              <a:ext cx="1019700" cy="376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7F7F7F"/>
                </a:buClr>
                <a:buSzPts val="1050"/>
                <a:buFont typeface="Calibri"/>
                <a:buNone/>
              </a:pPr>
              <a:r>
                <a:rPr b="0" i="0" lang="en-US" sz="950" u="none" cap="none" strike="noStrike">
                  <a:solidFill>
                    <a:srgbClr val="000000"/>
                  </a:solidFill>
                  <a:latin typeface="Poppins"/>
                  <a:ea typeface="Poppins"/>
                  <a:cs typeface="Poppins"/>
                  <a:sym typeface="Poppins"/>
                </a:rPr>
                <a:t>R-controlled Digraph</a:t>
              </a:r>
              <a:endParaRPr b="0" i="0" sz="950" u="none" cap="none" strike="noStrike">
                <a:solidFill>
                  <a:srgbClr val="000000"/>
                </a:solidFill>
                <a:latin typeface="Poppins"/>
                <a:ea typeface="Poppins"/>
                <a:cs typeface="Poppins"/>
                <a:sym typeface="Poppins"/>
              </a:endParaRPr>
            </a:p>
          </p:txBody>
        </p:sp>
        <p:sp>
          <p:nvSpPr>
            <p:cNvPr id="1102" name="Google Shape;1102;g2e6b5007c79_0_12"/>
            <p:cNvSpPr txBox="1"/>
            <p:nvPr/>
          </p:nvSpPr>
          <p:spPr>
            <a:xfrm>
              <a:off x="6957664" y="7416997"/>
              <a:ext cx="1019700" cy="376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7F7F7F"/>
                </a:buClr>
                <a:buSzPts val="1050"/>
                <a:buFont typeface="Calibri"/>
                <a:buNone/>
              </a:pPr>
              <a:r>
                <a:rPr b="0" i="0" lang="en-US" sz="950" u="none" cap="none" strike="noStrike">
                  <a:solidFill>
                    <a:srgbClr val="000000"/>
                  </a:solidFill>
                  <a:latin typeface="Poppins"/>
                  <a:ea typeface="Poppins"/>
                  <a:cs typeface="Poppins"/>
                  <a:sym typeface="Poppins"/>
                </a:rPr>
                <a:t>Split Digraph</a:t>
              </a:r>
              <a:endParaRPr b="0" i="0" sz="950" u="none" cap="none" strike="noStrike">
                <a:solidFill>
                  <a:srgbClr val="000000"/>
                </a:solidFill>
                <a:latin typeface="Poppins"/>
                <a:ea typeface="Poppins"/>
                <a:cs typeface="Poppins"/>
                <a:sym typeface="Poppins"/>
              </a:endParaRPr>
            </a:p>
          </p:txBody>
        </p:sp>
        <p:sp>
          <p:nvSpPr>
            <p:cNvPr id="1103" name="Google Shape;1103;g2e6b5007c79_0_12"/>
            <p:cNvSpPr txBox="1"/>
            <p:nvPr/>
          </p:nvSpPr>
          <p:spPr>
            <a:xfrm>
              <a:off x="7875029" y="7416997"/>
              <a:ext cx="720900" cy="376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7F7F7F"/>
                </a:buClr>
                <a:buSzPts val="1050"/>
                <a:buFont typeface="Calibri"/>
                <a:buNone/>
              </a:pPr>
              <a:r>
                <a:rPr b="0" i="0" lang="en-US" sz="950" u="none" cap="none" strike="noStrike">
                  <a:solidFill>
                    <a:srgbClr val="000000"/>
                  </a:solidFill>
                  <a:latin typeface="Poppins"/>
                  <a:ea typeface="Poppins"/>
                  <a:cs typeface="Poppins"/>
                  <a:sym typeface="Poppins"/>
                </a:rPr>
                <a:t>Syllable / Silent Letter</a:t>
              </a:r>
              <a:endParaRPr b="0" i="0" sz="950" u="none" cap="none" strike="noStrike">
                <a:solidFill>
                  <a:srgbClr val="000000"/>
                </a:solidFill>
                <a:latin typeface="Poppins"/>
                <a:ea typeface="Poppins"/>
                <a:cs typeface="Poppins"/>
                <a:sym typeface="Poppins"/>
              </a:endParaRPr>
            </a:p>
          </p:txBody>
        </p:sp>
        <p:sp>
          <p:nvSpPr>
            <p:cNvPr id="1104" name="Google Shape;1104;g2e6b5007c79_0_12"/>
            <p:cNvSpPr txBox="1"/>
            <p:nvPr/>
          </p:nvSpPr>
          <p:spPr>
            <a:xfrm>
              <a:off x="3884428" y="7416997"/>
              <a:ext cx="1019700" cy="376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7F7F7F"/>
                </a:buClr>
                <a:buSzPts val="1050"/>
                <a:buFont typeface="Calibri"/>
                <a:buNone/>
              </a:pPr>
              <a:r>
                <a:rPr b="0" i="0" lang="en-US" sz="950" u="none" cap="none" strike="noStrike">
                  <a:solidFill>
                    <a:srgbClr val="000000"/>
                  </a:solidFill>
                  <a:latin typeface="Poppins"/>
                  <a:ea typeface="Poppins"/>
                  <a:cs typeface="Poppins"/>
                  <a:sym typeface="Poppins"/>
                </a:rPr>
                <a:t>Multi Sound</a:t>
              </a:r>
              <a:endParaRPr b="0" i="0" sz="950" u="none" cap="none" strike="noStrike">
                <a:solidFill>
                  <a:srgbClr val="000000"/>
                </a:solidFill>
                <a:latin typeface="Poppins"/>
                <a:ea typeface="Poppins"/>
                <a:cs typeface="Poppins"/>
                <a:sym typeface="Poppins"/>
              </a:endParaRPr>
            </a:p>
          </p:txBody>
        </p:sp>
      </p:grpSp>
      <p:sp>
        <p:nvSpPr>
          <p:cNvPr id="1105" name="Google Shape;1105;g2e6b5007c79_0_12"/>
          <p:cNvSpPr txBox="1"/>
          <p:nvPr>
            <p:ph idx="4294967295" type="subTitle"/>
          </p:nvPr>
        </p:nvSpPr>
        <p:spPr>
          <a:xfrm>
            <a:off x="6125397" y="1308025"/>
            <a:ext cx="2162100" cy="2371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1000"/>
              </a:spcBef>
              <a:spcAft>
                <a:spcPts val="0"/>
              </a:spcAft>
              <a:buClr>
                <a:schemeClr val="dk1"/>
              </a:buClr>
              <a:buSzPts val="2800"/>
              <a:buFont typeface="Poppins"/>
              <a:buNone/>
            </a:pPr>
            <a:r>
              <a:rPr b="0" i="0" lang="en-US" sz="11200" u="none" cap="none" strike="noStrike">
                <a:solidFill>
                  <a:srgbClr val="993FA2"/>
                </a:solidFill>
                <a:latin typeface="Jost"/>
                <a:ea typeface="Jost"/>
                <a:cs typeface="Jost"/>
                <a:sym typeface="Jost"/>
              </a:rPr>
              <a:t>ere</a:t>
            </a:r>
            <a:endParaRPr b="0" i="0" sz="11200" u="none" cap="none" strike="noStrike">
              <a:solidFill>
                <a:srgbClr val="993FA2"/>
              </a:solidFill>
              <a:latin typeface="Jost"/>
              <a:ea typeface="Jost"/>
              <a:cs typeface="Jost"/>
              <a:sym typeface="Jost"/>
            </a:endParaRPr>
          </a:p>
        </p:txBody>
      </p:sp>
      <p:sp>
        <p:nvSpPr>
          <p:cNvPr id="1106" name="Google Shape;1106;g2e6b5007c79_0_12"/>
          <p:cNvSpPr/>
          <p:nvPr/>
        </p:nvSpPr>
        <p:spPr>
          <a:xfrm>
            <a:off x="6339673" y="4011900"/>
            <a:ext cx="1733400" cy="180000"/>
          </a:xfrm>
          <a:prstGeom prst="rect">
            <a:avLst/>
          </a:prstGeom>
          <a:solidFill>
            <a:srgbClr val="993FA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1107" name="Google Shape;1107;g2e6b5007c79_0_12"/>
          <p:cNvSpPr/>
          <p:nvPr/>
        </p:nvSpPr>
        <p:spPr>
          <a:xfrm>
            <a:off x="1144141" y="3906888"/>
            <a:ext cx="390000" cy="390000"/>
          </a:xfrm>
          <a:prstGeom prst="ellipse">
            <a:avLst/>
          </a:prstGeom>
          <a:solidFill>
            <a:srgbClr val="ED1C2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1108" name="Google Shape;1108;g2e6b5007c79_0_12"/>
          <p:cNvSpPr/>
          <p:nvPr/>
        </p:nvSpPr>
        <p:spPr>
          <a:xfrm>
            <a:off x="1776541" y="3906888"/>
            <a:ext cx="390000" cy="390000"/>
          </a:xfrm>
          <a:prstGeom prst="ellipse">
            <a:avLst/>
          </a:prstGeom>
          <a:solidFill>
            <a:srgbClr val="2356A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1109" name="Google Shape;1109;g2e6b5007c79_0_12"/>
          <p:cNvSpPr/>
          <p:nvPr/>
        </p:nvSpPr>
        <p:spPr>
          <a:xfrm>
            <a:off x="2537945" y="3906888"/>
            <a:ext cx="390000" cy="390000"/>
          </a:xfrm>
          <a:prstGeom prst="ellipse">
            <a:avLst/>
          </a:prstGeom>
          <a:solidFill>
            <a:srgbClr val="2356A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1110" name="Google Shape;1110;g2e6b5007c79_0_12"/>
          <p:cNvSpPr txBox="1"/>
          <p:nvPr>
            <p:ph idx="4294967295" type="subTitle"/>
          </p:nvPr>
        </p:nvSpPr>
        <p:spPr>
          <a:xfrm>
            <a:off x="2069325" y="1308025"/>
            <a:ext cx="1221900" cy="2371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1000"/>
              </a:spcBef>
              <a:spcAft>
                <a:spcPts val="0"/>
              </a:spcAft>
              <a:buClr>
                <a:schemeClr val="dk1"/>
              </a:buClr>
              <a:buSzPts val="2800"/>
              <a:buFont typeface="Poppins"/>
              <a:buNone/>
            </a:pPr>
            <a:r>
              <a:rPr b="0" i="0" lang="en-US" sz="11200" u="none" cap="none" strike="noStrike">
                <a:solidFill>
                  <a:srgbClr val="2356AF"/>
                </a:solidFill>
                <a:latin typeface="Jost"/>
                <a:ea typeface="Jost"/>
                <a:cs typeface="Jost"/>
                <a:sym typeface="Jost"/>
              </a:rPr>
              <a:t>m</a:t>
            </a:r>
            <a:endParaRPr b="0" i="0" sz="11200" u="none" cap="none" strike="noStrike">
              <a:solidFill>
                <a:srgbClr val="ED1C24"/>
              </a:solidFill>
              <a:latin typeface="Jost"/>
              <a:ea typeface="Jost"/>
              <a:cs typeface="Jost"/>
              <a:sym typeface="Jost"/>
            </a:endParaRPr>
          </a:p>
        </p:txBody>
      </p:sp>
      <p:sp>
        <p:nvSpPr>
          <p:cNvPr id="1111" name="Google Shape;1111;g2e6b5007c79_0_12"/>
          <p:cNvSpPr txBox="1"/>
          <p:nvPr>
            <p:ph idx="4294967295" type="subTitle"/>
          </p:nvPr>
        </p:nvSpPr>
        <p:spPr>
          <a:xfrm>
            <a:off x="856503" y="1369625"/>
            <a:ext cx="965400" cy="2371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1000"/>
              </a:spcBef>
              <a:spcAft>
                <a:spcPts val="0"/>
              </a:spcAft>
              <a:buClr>
                <a:schemeClr val="dk1"/>
              </a:buClr>
              <a:buSzPts val="2800"/>
              <a:buFont typeface="Poppins"/>
              <a:buNone/>
            </a:pPr>
            <a:r>
              <a:rPr b="0" i="0" lang="en-US" sz="9600" u="none" cap="none" strike="noStrike">
                <a:solidFill>
                  <a:srgbClr val="ED1C24"/>
                </a:solidFill>
                <a:latin typeface="Poppins"/>
                <a:ea typeface="Poppins"/>
                <a:cs typeface="Poppins"/>
                <a:sym typeface="Poppins"/>
              </a:rPr>
              <a:t>a</a:t>
            </a:r>
            <a:endParaRPr b="0" i="0" sz="9600" u="none" cap="none" strike="noStrike">
              <a:solidFill>
                <a:srgbClr val="ED1C24"/>
              </a:solidFill>
              <a:latin typeface="Poppins"/>
              <a:ea typeface="Poppins"/>
              <a:cs typeface="Poppins"/>
              <a:sym typeface="Poppins"/>
            </a:endParaRPr>
          </a:p>
        </p:txBody>
      </p:sp>
      <p:sp>
        <p:nvSpPr>
          <p:cNvPr id="1112" name="Google Shape;1112;g2e6b5007c79_0_12"/>
          <p:cNvSpPr txBox="1"/>
          <p:nvPr>
            <p:ph idx="4294967295" type="subTitle"/>
          </p:nvPr>
        </p:nvSpPr>
        <p:spPr>
          <a:xfrm>
            <a:off x="1457999" y="1308025"/>
            <a:ext cx="1027200" cy="2371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1000"/>
              </a:spcBef>
              <a:spcAft>
                <a:spcPts val="0"/>
              </a:spcAft>
              <a:buClr>
                <a:schemeClr val="dk1"/>
              </a:buClr>
              <a:buSzPts val="2800"/>
              <a:buFont typeface="Poppins"/>
              <a:buNone/>
            </a:pPr>
            <a:r>
              <a:rPr b="0" i="0" lang="en-US" sz="11200" u="none" cap="none" strike="noStrike">
                <a:solidFill>
                  <a:srgbClr val="2356AF"/>
                </a:solidFill>
                <a:latin typeface="Jost"/>
                <a:ea typeface="Jost"/>
                <a:cs typeface="Jost"/>
                <a:sym typeface="Jost"/>
              </a:rPr>
              <a:t>t</a:t>
            </a:r>
            <a:endParaRPr b="0" i="0" sz="11200" u="none" cap="none" strike="noStrike">
              <a:solidFill>
                <a:srgbClr val="2356AF"/>
              </a:solidFill>
              <a:latin typeface="Jost"/>
              <a:ea typeface="Jost"/>
              <a:cs typeface="Jost"/>
              <a:sym typeface="Jost"/>
            </a:endParaRPr>
          </a:p>
        </p:txBody>
      </p:sp>
      <p:sp>
        <p:nvSpPr>
          <p:cNvPr id="1113" name="Google Shape;1113;g2e6b5007c79_0_12"/>
          <p:cNvSpPr/>
          <p:nvPr/>
        </p:nvSpPr>
        <p:spPr>
          <a:xfrm>
            <a:off x="4837451" y="4011900"/>
            <a:ext cx="1323300" cy="180000"/>
          </a:xfrm>
          <a:prstGeom prst="rect">
            <a:avLst/>
          </a:prstGeom>
          <a:solidFill>
            <a:srgbClr val="FFD4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1114" name="Google Shape;1114;g2e6b5007c79_0_12"/>
          <p:cNvSpPr/>
          <p:nvPr/>
        </p:nvSpPr>
        <p:spPr>
          <a:xfrm>
            <a:off x="2294003" y="3870312"/>
            <a:ext cx="124800" cy="463200"/>
          </a:xfrm>
          <a:prstGeom prst="rect">
            <a:avLst/>
          </a:prstGeom>
          <a:solidFill>
            <a:srgbClr val="BCBEC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1115" name="Google Shape;1115;g2e6b5007c79_0_12"/>
          <p:cNvSpPr/>
          <p:nvPr/>
        </p:nvSpPr>
        <p:spPr>
          <a:xfrm>
            <a:off x="4603116" y="3870312"/>
            <a:ext cx="124800" cy="463200"/>
          </a:xfrm>
          <a:prstGeom prst="rect">
            <a:avLst/>
          </a:prstGeom>
          <a:solidFill>
            <a:srgbClr val="BCBEC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0" name="Shape 1120"/>
        <p:cNvGrpSpPr/>
        <p:nvPr/>
      </p:nvGrpSpPr>
      <p:grpSpPr>
        <a:xfrm>
          <a:off x="0" y="0"/>
          <a:ext cx="0" cy="0"/>
          <a:chOff x="0" y="0"/>
          <a:chExt cx="0" cy="0"/>
        </a:xfrm>
      </p:grpSpPr>
      <p:sp>
        <p:nvSpPr>
          <p:cNvPr id="1121" name="Google Shape;1121;g2c186218c5a_0_44"/>
          <p:cNvSpPr txBox="1"/>
          <p:nvPr>
            <p:ph type="title"/>
          </p:nvPr>
        </p:nvSpPr>
        <p:spPr>
          <a:xfrm>
            <a:off x="1360463" y="5568500"/>
            <a:ext cx="6423000" cy="6912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3600"/>
              <a:buNone/>
            </a:pPr>
            <a:r>
              <a:rPr lang="en-US"/>
              <a:t>Explain Encoding</a:t>
            </a:r>
            <a:endParaRPr/>
          </a:p>
        </p:txBody>
      </p:sp>
      <p:pic>
        <p:nvPicPr>
          <p:cNvPr id="1122" name="Google Shape;1122;g2c186218c5a_0_44"/>
          <p:cNvPicPr preferRelativeResize="0"/>
          <p:nvPr/>
        </p:nvPicPr>
        <p:blipFill rotWithShape="1">
          <a:blip r:embed="rId3">
            <a:alphaModFix/>
          </a:blip>
          <a:srcRect b="0" l="0" r="0" t="0"/>
          <a:stretch/>
        </p:blipFill>
        <p:spPr>
          <a:xfrm>
            <a:off x="1127788" y="1389281"/>
            <a:ext cx="6888424" cy="363100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7" name="Shape 1127"/>
        <p:cNvGrpSpPr/>
        <p:nvPr/>
      </p:nvGrpSpPr>
      <p:grpSpPr>
        <a:xfrm>
          <a:off x="0" y="0"/>
          <a:ext cx="0" cy="0"/>
          <a:chOff x="0" y="0"/>
          <a:chExt cx="0" cy="0"/>
        </a:xfrm>
      </p:grpSpPr>
      <p:sp>
        <p:nvSpPr>
          <p:cNvPr id="1128" name="Google Shape;1128;g26b641b03cd_0_204"/>
          <p:cNvSpPr txBox="1"/>
          <p:nvPr>
            <p:ph idx="1" type="subTitle"/>
          </p:nvPr>
        </p:nvSpPr>
        <p:spPr>
          <a:xfrm>
            <a:off x="1360463" y="6212475"/>
            <a:ext cx="6423000" cy="3693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1000"/>
              </a:spcBef>
              <a:spcAft>
                <a:spcPts val="0"/>
              </a:spcAft>
              <a:buSzPts val="1800"/>
              <a:buNone/>
            </a:pPr>
            <a:r>
              <a:rPr lang="en-US"/>
              <a:t xml:space="preserve">USING </a:t>
            </a:r>
            <a:r>
              <a:rPr lang="en-US"/>
              <a:t>JNL689</a:t>
            </a:r>
            <a:endParaRPr/>
          </a:p>
        </p:txBody>
      </p:sp>
      <p:sp>
        <p:nvSpPr>
          <p:cNvPr id="1129" name="Google Shape;1129;g26b641b03cd_0_204"/>
          <p:cNvSpPr txBox="1"/>
          <p:nvPr>
            <p:ph type="title"/>
          </p:nvPr>
        </p:nvSpPr>
        <p:spPr>
          <a:xfrm>
            <a:off x="1360463" y="5568500"/>
            <a:ext cx="6423000" cy="6912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3600"/>
              <a:buNone/>
            </a:pPr>
            <a:r>
              <a:rPr lang="en-US"/>
              <a:t>Build a Decodable Word</a:t>
            </a:r>
            <a:endParaRPr/>
          </a:p>
        </p:txBody>
      </p:sp>
      <p:pic>
        <p:nvPicPr>
          <p:cNvPr id="1130" name="Google Shape;1130;g26b641b03cd_0_204" title="JNL689-161B.png"/>
          <p:cNvPicPr preferRelativeResize="0"/>
          <p:nvPr/>
        </p:nvPicPr>
        <p:blipFill rotWithShape="1">
          <a:blip r:embed="rId3">
            <a:alphaModFix/>
          </a:blip>
          <a:srcRect b="0" l="149" r="159" t="0"/>
          <a:stretch/>
        </p:blipFill>
        <p:spPr>
          <a:xfrm>
            <a:off x="2859278" y="1109924"/>
            <a:ext cx="3425168" cy="4114800"/>
          </a:xfrm>
          <a:prstGeom prst="rect">
            <a:avLst/>
          </a:prstGeom>
          <a:noFill/>
          <a:ln>
            <a:noFill/>
          </a:ln>
          <a:effectLst>
            <a:outerShdw blurRad="114300" rotWithShape="0" algn="bl" dir="5400000" dist="19050">
              <a:srgbClr val="000000">
                <a:alpha val="20000"/>
              </a:srgbClr>
            </a:outerShdw>
          </a:effectLst>
        </p:spPr>
      </p:pic>
      <p:sp>
        <p:nvSpPr>
          <p:cNvPr id="1131" name="Google Shape;1131;g26b641b03cd_0_204"/>
          <p:cNvSpPr txBox="1"/>
          <p:nvPr>
            <p:ph idx="1" type="subTitle"/>
          </p:nvPr>
        </p:nvSpPr>
        <p:spPr>
          <a:xfrm>
            <a:off x="1360463" y="7080300"/>
            <a:ext cx="6423000" cy="3693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1000"/>
              </a:spcBef>
              <a:spcAft>
                <a:spcPts val="0"/>
              </a:spcAft>
              <a:buSzPts val="1800"/>
              <a:buNone/>
            </a:pPr>
            <a:r>
              <a:rPr lang="en-US"/>
              <a:t>BACK</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6" name="Shape 1136"/>
        <p:cNvGrpSpPr/>
        <p:nvPr/>
      </p:nvGrpSpPr>
      <p:grpSpPr>
        <a:xfrm>
          <a:off x="0" y="0"/>
          <a:ext cx="0" cy="0"/>
          <a:chOff x="0" y="0"/>
          <a:chExt cx="0" cy="0"/>
        </a:xfrm>
      </p:grpSpPr>
      <p:sp>
        <p:nvSpPr>
          <p:cNvPr id="1137" name="Google Shape;1137;g2c186218c5a_0_48"/>
          <p:cNvSpPr txBox="1"/>
          <p:nvPr>
            <p:ph idx="1" type="subTitle"/>
          </p:nvPr>
        </p:nvSpPr>
        <p:spPr>
          <a:xfrm>
            <a:off x="1360463" y="6212475"/>
            <a:ext cx="6423000" cy="3693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1000"/>
              </a:spcBef>
              <a:spcAft>
                <a:spcPts val="0"/>
              </a:spcAft>
              <a:buSzPts val="1800"/>
              <a:buNone/>
            </a:pPr>
            <a:r>
              <a:rPr lang="en-US"/>
              <a:t xml:space="preserve">USING </a:t>
            </a:r>
            <a:r>
              <a:rPr lang="en-US"/>
              <a:t>JNL689</a:t>
            </a:r>
            <a:endParaRPr/>
          </a:p>
        </p:txBody>
      </p:sp>
      <p:sp>
        <p:nvSpPr>
          <p:cNvPr id="1138" name="Google Shape;1138;g2c186218c5a_0_48"/>
          <p:cNvSpPr txBox="1"/>
          <p:nvPr>
            <p:ph type="title"/>
          </p:nvPr>
        </p:nvSpPr>
        <p:spPr>
          <a:xfrm>
            <a:off x="1360463" y="5568500"/>
            <a:ext cx="6423000" cy="6912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3600"/>
              <a:buNone/>
            </a:pPr>
            <a:r>
              <a:rPr lang="en-US"/>
              <a:t>Build a Decodable Word</a:t>
            </a:r>
            <a:endParaRPr/>
          </a:p>
        </p:txBody>
      </p:sp>
      <p:pic>
        <p:nvPicPr>
          <p:cNvPr id="1139" name="Google Shape;1139;g2c186218c5a_0_48" title="JNL689-161F.png"/>
          <p:cNvPicPr preferRelativeResize="0"/>
          <p:nvPr/>
        </p:nvPicPr>
        <p:blipFill rotWithShape="1">
          <a:blip r:embed="rId3">
            <a:alphaModFix/>
          </a:blip>
          <a:srcRect b="0" l="69" r="69" t="0"/>
          <a:stretch/>
        </p:blipFill>
        <p:spPr>
          <a:xfrm>
            <a:off x="2859278" y="1109924"/>
            <a:ext cx="3425169" cy="4114800"/>
          </a:xfrm>
          <a:prstGeom prst="rect">
            <a:avLst/>
          </a:prstGeom>
          <a:noFill/>
          <a:ln>
            <a:noFill/>
          </a:ln>
          <a:effectLst>
            <a:outerShdw blurRad="114300" rotWithShape="0" algn="bl" dir="5400000" dist="19050">
              <a:srgbClr val="000000">
                <a:alpha val="20000"/>
              </a:srgbClr>
            </a:outerShdw>
          </a:effectLst>
        </p:spPr>
      </p:pic>
      <p:sp>
        <p:nvSpPr>
          <p:cNvPr id="1140" name="Google Shape;1140;g2c186218c5a_0_48"/>
          <p:cNvSpPr txBox="1"/>
          <p:nvPr>
            <p:ph idx="1" type="subTitle"/>
          </p:nvPr>
        </p:nvSpPr>
        <p:spPr>
          <a:xfrm>
            <a:off x="1360463" y="7080300"/>
            <a:ext cx="6423000" cy="3693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1000"/>
              </a:spcBef>
              <a:spcAft>
                <a:spcPts val="0"/>
              </a:spcAft>
              <a:buSzPts val="1800"/>
              <a:buNone/>
            </a:pPr>
            <a:r>
              <a:rPr lang="en-US"/>
              <a:t>FRONT</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5" name="Shape 1145"/>
        <p:cNvGrpSpPr/>
        <p:nvPr/>
      </p:nvGrpSpPr>
      <p:grpSpPr>
        <a:xfrm>
          <a:off x="0" y="0"/>
          <a:ext cx="0" cy="0"/>
          <a:chOff x="0" y="0"/>
          <a:chExt cx="0" cy="0"/>
        </a:xfrm>
      </p:grpSpPr>
      <p:sp>
        <p:nvSpPr>
          <p:cNvPr id="1146" name="Google Shape;1146;g26b641b03cd_0_213"/>
          <p:cNvSpPr txBox="1"/>
          <p:nvPr>
            <p:ph idx="1" type="subTitle"/>
          </p:nvPr>
        </p:nvSpPr>
        <p:spPr>
          <a:xfrm>
            <a:off x="1360463" y="6212475"/>
            <a:ext cx="6423000" cy="3693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1000"/>
              </a:spcBef>
              <a:spcAft>
                <a:spcPts val="0"/>
              </a:spcAft>
              <a:buSzPts val="1800"/>
              <a:buNone/>
            </a:pPr>
            <a:r>
              <a:rPr lang="en-US"/>
              <a:t xml:space="preserve">USING </a:t>
            </a:r>
            <a:r>
              <a:rPr lang="en-US"/>
              <a:t>JNL692</a:t>
            </a:r>
            <a:endParaRPr/>
          </a:p>
        </p:txBody>
      </p:sp>
      <p:sp>
        <p:nvSpPr>
          <p:cNvPr id="1147" name="Google Shape;1147;g26b641b03cd_0_213"/>
          <p:cNvSpPr txBox="1"/>
          <p:nvPr>
            <p:ph type="title"/>
          </p:nvPr>
        </p:nvSpPr>
        <p:spPr>
          <a:xfrm>
            <a:off x="1360463" y="5568500"/>
            <a:ext cx="6423000" cy="6912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3600"/>
              <a:buNone/>
            </a:pPr>
            <a:r>
              <a:rPr lang="en-US"/>
              <a:t>Practise</a:t>
            </a:r>
            <a:r>
              <a:rPr lang="en-US"/>
              <a:t xml:space="preserve"> with Alien Words</a:t>
            </a:r>
            <a:endParaRPr/>
          </a:p>
        </p:txBody>
      </p:sp>
      <p:pic>
        <p:nvPicPr>
          <p:cNvPr id="1148" name="Google Shape;1148;g26b641b03cd_0_213" title="JNL692-160B.png"/>
          <p:cNvPicPr preferRelativeResize="0"/>
          <p:nvPr/>
        </p:nvPicPr>
        <p:blipFill rotWithShape="1">
          <a:blip r:embed="rId3">
            <a:alphaModFix/>
          </a:blip>
          <a:srcRect b="0" l="228" r="228" t="0"/>
          <a:stretch/>
        </p:blipFill>
        <p:spPr>
          <a:xfrm>
            <a:off x="3273063" y="1365375"/>
            <a:ext cx="2597600" cy="3621551"/>
          </a:xfrm>
          <a:prstGeom prst="rect">
            <a:avLst/>
          </a:prstGeom>
          <a:noFill/>
          <a:ln>
            <a:noFill/>
          </a:ln>
          <a:effectLst>
            <a:outerShdw blurRad="85725" rotWithShape="0" algn="bl" dir="5400000" dist="19050">
              <a:srgbClr val="000000">
                <a:alpha val="20000"/>
              </a:srgbClr>
            </a:outerShdw>
          </a:effectLst>
        </p:spPr>
      </p:pic>
      <p:sp>
        <p:nvSpPr>
          <p:cNvPr id="1149" name="Google Shape;1149;g26b641b03cd_0_213"/>
          <p:cNvSpPr txBox="1"/>
          <p:nvPr>
            <p:ph idx="1" type="subTitle"/>
          </p:nvPr>
        </p:nvSpPr>
        <p:spPr>
          <a:xfrm>
            <a:off x="1360463" y="7080300"/>
            <a:ext cx="6423000" cy="3693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1000"/>
              </a:spcBef>
              <a:spcAft>
                <a:spcPts val="0"/>
              </a:spcAft>
              <a:buSzPts val="1800"/>
              <a:buNone/>
            </a:pPr>
            <a:r>
              <a:rPr lang="en-US"/>
              <a:t>BACK</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4" name="Shape 1154"/>
        <p:cNvGrpSpPr/>
        <p:nvPr/>
      </p:nvGrpSpPr>
      <p:grpSpPr>
        <a:xfrm>
          <a:off x="0" y="0"/>
          <a:ext cx="0" cy="0"/>
          <a:chOff x="0" y="0"/>
          <a:chExt cx="0" cy="0"/>
        </a:xfrm>
      </p:grpSpPr>
      <p:sp>
        <p:nvSpPr>
          <p:cNvPr id="1155" name="Google Shape;1155;g2c186218c5a_0_149"/>
          <p:cNvSpPr txBox="1"/>
          <p:nvPr>
            <p:ph idx="1" type="subTitle"/>
          </p:nvPr>
        </p:nvSpPr>
        <p:spPr>
          <a:xfrm>
            <a:off x="1360463" y="6212475"/>
            <a:ext cx="6423000" cy="3693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1000"/>
              </a:spcBef>
              <a:spcAft>
                <a:spcPts val="0"/>
              </a:spcAft>
              <a:buSzPts val="1800"/>
              <a:buNone/>
            </a:pPr>
            <a:r>
              <a:rPr lang="en-US"/>
              <a:t xml:space="preserve">USING </a:t>
            </a:r>
            <a:r>
              <a:rPr lang="en-US"/>
              <a:t>JNL692</a:t>
            </a:r>
            <a:endParaRPr/>
          </a:p>
        </p:txBody>
      </p:sp>
      <p:sp>
        <p:nvSpPr>
          <p:cNvPr id="1156" name="Google Shape;1156;g2c186218c5a_0_149"/>
          <p:cNvSpPr txBox="1"/>
          <p:nvPr>
            <p:ph type="title"/>
          </p:nvPr>
        </p:nvSpPr>
        <p:spPr>
          <a:xfrm>
            <a:off x="1360463" y="5568500"/>
            <a:ext cx="6423000" cy="6912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3600"/>
              <a:buNone/>
            </a:pPr>
            <a:r>
              <a:rPr lang="en-US"/>
              <a:t>Practise</a:t>
            </a:r>
            <a:r>
              <a:rPr lang="en-US"/>
              <a:t xml:space="preserve"> with Alien Words</a:t>
            </a:r>
            <a:endParaRPr/>
          </a:p>
        </p:txBody>
      </p:sp>
      <p:pic>
        <p:nvPicPr>
          <p:cNvPr id="1157" name="Google Shape;1157;g2c186218c5a_0_149" title="JNL692-160F.png"/>
          <p:cNvPicPr preferRelativeResize="0"/>
          <p:nvPr/>
        </p:nvPicPr>
        <p:blipFill rotWithShape="1">
          <a:blip r:embed="rId3">
            <a:alphaModFix/>
          </a:blip>
          <a:srcRect b="0" l="228" r="228" t="0"/>
          <a:stretch/>
        </p:blipFill>
        <p:spPr>
          <a:xfrm>
            <a:off x="3273063" y="1365375"/>
            <a:ext cx="2597600" cy="3621551"/>
          </a:xfrm>
          <a:prstGeom prst="rect">
            <a:avLst/>
          </a:prstGeom>
          <a:noFill/>
          <a:ln>
            <a:noFill/>
          </a:ln>
          <a:effectLst>
            <a:outerShdw blurRad="85725" rotWithShape="0" algn="bl" dir="5400000" dist="19050">
              <a:srgbClr val="000000">
                <a:alpha val="20000"/>
              </a:srgbClr>
            </a:outerShdw>
          </a:effectLst>
        </p:spPr>
      </p:pic>
      <p:sp>
        <p:nvSpPr>
          <p:cNvPr id="1158" name="Google Shape;1158;g2c186218c5a_0_149"/>
          <p:cNvSpPr txBox="1"/>
          <p:nvPr>
            <p:ph idx="1" type="subTitle"/>
          </p:nvPr>
        </p:nvSpPr>
        <p:spPr>
          <a:xfrm>
            <a:off x="1360463" y="7080300"/>
            <a:ext cx="6423000" cy="3693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1000"/>
              </a:spcBef>
              <a:spcAft>
                <a:spcPts val="0"/>
              </a:spcAft>
              <a:buSzPts val="1800"/>
              <a:buNone/>
            </a:pPr>
            <a:r>
              <a:rPr lang="en-US"/>
              <a:t>FRONT</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3" name="Shape 1163"/>
        <p:cNvGrpSpPr/>
        <p:nvPr/>
      </p:nvGrpSpPr>
      <p:grpSpPr>
        <a:xfrm>
          <a:off x="0" y="0"/>
          <a:ext cx="0" cy="0"/>
          <a:chOff x="0" y="0"/>
          <a:chExt cx="0" cy="0"/>
        </a:xfrm>
      </p:grpSpPr>
      <p:sp>
        <p:nvSpPr>
          <p:cNvPr id="1164" name="Google Shape;1164;g1f3daf8a844_0_64"/>
          <p:cNvSpPr txBox="1"/>
          <p:nvPr>
            <p:ph idx="1" type="subTitle"/>
          </p:nvPr>
        </p:nvSpPr>
        <p:spPr>
          <a:xfrm>
            <a:off x="1360463" y="6212475"/>
            <a:ext cx="6423000" cy="3693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1165" name="Google Shape;1165;g1f3daf8a844_0_64"/>
          <p:cNvSpPr txBox="1"/>
          <p:nvPr>
            <p:ph type="title"/>
          </p:nvPr>
        </p:nvSpPr>
        <p:spPr>
          <a:xfrm>
            <a:off x="1360463" y="5568500"/>
            <a:ext cx="6423000" cy="691200"/>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SzPts val="3600"/>
              <a:buNone/>
            </a:pPr>
            <a:r>
              <a:rPr lang="en-US"/>
              <a:t>Practise</a:t>
            </a:r>
            <a:r>
              <a:rPr lang="en-US"/>
              <a:t xml:space="preserve"> Building Words</a:t>
            </a:r>
            <a:endParaRPr/>
          </a:p>
        </p:txBody>
      </p:sp>
      <p:grpSp>
        <p:nvGrpSpPr>
          <p:cNvPr id="1166" name="Google Shape;1166;g1f3daf8a844_0_64"/>
          <p:cNvGrpSpPr/>
          <p:nvPr/>
        </p:nvGrpSpPr>
        <p:grpSpPr>
          <a:xfrm>
            <a:off x="3024000" y="209875"/>
            <a:ext cx="3096000" cy="454800"/>
            <a:chOff x="3024000" y="209875"/>
            <a:chExt cx="3096000" cy="454800"/>
          </a:xfrm>
        </p:grpSpPr>
        <p:sp>
          <p:nvSpPr>
            <p:cNvPr id="1167" name="Google Shape;1167;g1f3daf8a844_0_64"/>
            <p:cNvSpPr/>
            <p:nvPr/>
          </p:nvSpPr>
          <p:spPr>
            <a:xfrm>
              <a:off x="3064325" y="209875"/>
              <a:ext cx="3015300" cy="45480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1168" name="Google Shape;1168;g1f3daf8a844_0_64"/>
            <p:cNvSpPr/>
            <p:nvPr/>
          </p:nvSpPr>
          <p:spPr>
            <a:xfrm>
              <a:off x="3024000" y="318050"/>
              <a:ext cx="3096000" cy="2463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b="0" i="0" lang="en-US" sz="1600" u="none" cap="none" strike="noStrike">
                  <a:solidFill>
                    <a:srgbClr val="D8D8D8"/>
                  </a:solidFill>
                  <a:latin typeface="Poppins Medium"/>
                  <a:ea typeface="Poppins Medium"/>
                  <a:cs typeface="Poppins Medium"/>
                  <a:sym typeface="Poppins Medium"/>
                </a:rPr>
                <a:t xml:space="preserve"> – 10MINS</a:t>
              </a:r>
              <a:endParaRPr b="0" i="0" sz="1400" u="none" cap="none" strike="noStrike">
                <a:solidFill>
                  <a:srgbClr val="000000"/>
                </a:solidFill>
                <a:latin typeface="Arial"/>
                <a:ea typeface="Arial"/>
                <a:cs typeface="Arial"/>
                <a:sym typeface="Arial"/>
              </a:endParaRPr>
            </a:p>
          </p:txBody>
        </p:sp>
        <p:pic>
          <p:nvPicPr>
            <p:cNvPr id="1169" name="Google Shape;1169;g1f3daf8a844_0_64"/>
            <p:cNvPicPr preferRelativeResize="0"/>
            <p:nvPr/>
          </p:nvPicPr>
          <p:blipFill rotWithShape="1">
            <a:blip r:embed="rId3">
              <a:alphaModFix/>
            </a:blip>
            <a:srcRect b="0" l="0" r="0" t="0"/>
            <a:stretch/>
          </p:blipFill>
          <p:spPr>
            <a:xfrm>
              <a:off x="3278989" y="302008"/>
              <a:ext cx="214317" cy="246300"/>
            </a:xfrm>
            <a:prstGeom prst="rect">
              <a:avLst/>
            </a:prstGeom>
            <a:noFill/>
            <a:ln>
              <a:noFill/>
            </a:ln>
          </p:spPr>
        </p:pic>
      </p:grpSp>
      <p:cxnSp>
        <p:nvCxnSpPr>
          <p:cNvPr id="1170" name="Google Shape;1170;g1f3daf8a844_0_64"/>
          <p:cNvCxnSpPr/>
          <p:nvPr/>
        </p:nvCxnSpPr>
        <p:spPr>
          <a:xfrm>
            <a:off x="1181100" y="4473239"/>
            <a:ext cx="6781800" cy="0"/>
          </a:xfrm>
          <a:prstGeom prst="straightConnector1">
            <a:avLst/>
          </a:prstGeom>
          <a:noFill/>
          <a:ln cap="flat" cmpd="sng" w="28575">
            <a:solidFill>
              <a:srgbClr val="C2EDFF"/>
            </a:solidFill>
            <a:prstDash val="lgDash"/>
            <a:miter lim="800000"/>
            <a:headEnd len="sm" w="sm" type="none"/>
            <a:tailEnd len="sm" w="sm" type="none"/>
          </a:ln>
        </p:spPr>
      </p:cxnSp>
      <p:cxnSp>
        <p:nvCxnSpPr>
          <p:cNvPr id="1171" name="Google Shape;1171;g1f3daf8a844_0_64"/>
          <p:cNvCxnSpPr/>
          <p:nvPr/>
        </p:nvCxnSpPr>
        <p:spPr>
          <a:xfrm>
            <a:off x="1181100" y="4225358"/>
            <a:ext cx="6781800" cy="0"/>
          </a:xfrm>
          <a:prstGeom prst="straightConnector1">
            <a:avLst/>
          </a:prstGeom>
          <a:noFill/>
          <a:ln cap="flat" cmpd="sng" w="28575">
            <a:solidFill>
              <a:srgbClr val="C2EDFF"/>
            </a:solidFill>
            <a:prstDash val="lgDash"/>
            <a:miter lim="800000"/>
            <a:headEnd len="sm" w="sm" type="none"/>
            <a:tailEnd len="sm" w="sm" type="none"/>
          </a:ln>
        </p:spPr>
      </p:cxnSp>
      <p:cxnSp>
        <p:nvCxnSpPr>
          <p:cNvPr id="1172" name="Google Shape;1172;g1f3daf8a844_0_64"/>
          <p:cNvCxnSpPr/>
          <p:nvPr/>
        </p:nvCxnSpPr>
        <p:spPr>
          <a:xfrm>
            <a:off x="1181100" y="4848175"/>
            <a:ext cx="6781800" cy="0"/>
          </a:xfrm>
          <a:prstGeom prst="straightConnector1">
            <a:avLst/>
          </a:prstGeom>
          <a:noFill/>
          <a:ln cap="flat" cmpd="sng" w="28575">
            <a:solidFill>
              <a:srgbClr val="C2EDFF"/>
            </a:solidFill>
            <a:prstDash val="solid"/>
            <a:miter lim="800000"/>
            <a:headEnd len="sm" w="sm" type="none"/>
            <a:tailEnd len="sm" w="sm" type="none"/>
          </a:ln>
        </p:spPr>
      </p:cxnSp>
      <p:cxnSp>
        <p:nvCxnSpPr>
          <p:cNvPr id="1173" name="Google Shape;1173;g1f3daf8a844_0_64"/>
          <p:cNvCxnSpPr/>
          <p:nvPr/>
        </p:nvCxnSpPr>
        <p:spPr>
          <a:xfrm>
            <a:off x="1181100" y="5000333"/>
            <a:ext cx="6781800" cy="0"/>
          </a:xfrm>
          <a:prstGeom prst="straightConnector1">
            <a:avLst/>
          </a:prstGeom>
          <a:noFill/>
          <a:ln cap="flat" cmpd="sng" w="28575">
            <a:solidFill>
              <a:srgbClr val="C2EDFF"/>
            </a:solidFill>
            <a:prstDash val="lgDash"/>
            <a:miter lim="800000"/>
            <a:headEnd len="sm" w="sm" type="none"/>
            <a:tailEnd len="sm" w="sm" type="none"/>
          </a:ln>
        </p:spPr>
      </p:cxnSp>
      <p:sp>
        <p:nvSpPr>
          <p:cNvPr id="1174" name="Google Shape;1174;g1f3daf8a844_0_64"/>
          <p:cNvSpPr txBox="1"/>
          <p:nvPr/>
        </p:nvSpPr>
        <p:spPr>
          <a:xfrm>
            <a:off x="2112909" y="960050"/>
            <a:ext cx="1191000" cy="752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0"/>
              <a:buFont typeface="Arial"/>
              <a:buNone/>
            </a:pPr>
            <a:r>
              <a:rPr b="0" i="0" lang="en-US" sz="5500" u="none" cap="none" strike="noStrike">
                <a:solidFill>
                  <a:srgbClr val="993FA2"/>
                </a:solidFill>
                <a:latin typeface="Jost"/>
                <a:ea typeface="Jost"/>
                <a:cs typeface="Jost"/>
                <a:sym typeface="Jost"/>
              </a:rPr>
              <a:t>ere</a:t>
            </a:r>
            <a:endParaRPr b="0" i="0" sz="5500" u="none" cap="none" strike="noStrike">
              <a:solidFill>
                <a:srgbClr val="993FA2"/>
              </a:solidFill>
              <a:latin typeface="Jost"/>
              <a:ea typeface="Jost"/>
              <a:cs typeface="Jost"/>
              <a:sym typeface="Jost"/>
            </a:endParaRPr>
          </a:p>
        </p:txBody>
      </p:sp>
      <p:sp>
        <p:nvSpPr>
          <p:cNvPr id="1175" name="Google Shape;1175;g1f3daf8a844_0_64"/>
          <p:cNvSpPr txBox="1"/>
          <p:nvPr/>
        </p:nvSpPr>
        <p:spPr>
          <a:xfrm>
            <a:off x="5081737" y="960050"/>
            <a:ext cx="1017600" cy="752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0"/>
              <a:buFont typeface="Arial"/>
              <a:buNone/>
            </a:pPr>
            <a:r>
              <a:rPr b="0" i="0" lang="en-US" sz="5500" u="none" cap="none" strike="noStrike">
                <a:solidFill>
                  <a:srgbClr val="ED1C24"/>
                </a:solidFill>
                <a:latin typeface="Jost"/>
                <a:ea typeface="Jost"/>
                <a:cs typeface="Jost"/>
                <a:sym typeface="Jost"/>
              </a:rPr>
              <a:t>i</a:t>
            </a:r>
            <a:endParaRPr b="0" i="0" sz="5500" u="none" cap="none" strike="noStrike">
              <a:solidFill>
                <a:srgbClr val="ED1C24"/>
              </a:solidFill>
              <a:latin typeface="Jost"/>
              <a:ea typeface="Jost"/>
              <a:cs typeface="Jost"/>
              <a:sym typeface="Jost"/>
            </a:endParaRPr>
          </a:p>
        </p:txBody>
      </p:sp>
      <p:sp>
        <p:nvSpPr>
          <p:cNvPr id="1176" name="Google Shape;1176;g1f3daf8a844_0_64"/>
          <p:cNvSpPr txBox="1"/>
          <p:nvPr/>
        </p:nvSpPr>
        <p:spPr>
          <a:xfrm>
            <a:off x="1181100" y="960050"/>
            <a:ext cx="1017600" cy="752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0"/>
              <a:buFont typeface="Arial"/>
              <a:buNone/>
            </a:pPr>
            <a:r>
              <a:rPr b="0" i="0" lang="en-US" sz="5500" u="none" cap="none" strike="noStrike">
                <a:solidFill>
                  <a:srgbClr val="2356AF"/>
                </a:solidFill>
                <a:latin typeface="Jost"/>
                <a:ea typeface="Jost"/>
                <a:cs typeface="Jost"/>
                <a:sym typeface="Jost"/>
              </a:rPr>
              <a:t>m</a:t>
            </a:r>
            <a:endParaRPr b="0" i="0" sz="5500" u="none" cap="none" strike="noStrike">
              <a:solidFill>
                <a:srgbClr val="2356AF"/>
              </a:solidFill>
              <a:latin typeface="Jost"/>
              <a:ea typeface="Jost"/>
              <a:cs typeface="Jost"/>
              <a:sym typeface="Jost"/>
            </a:endParaRPr>
          </a:p>
        </p:txBody>
      </p:sp>
      <p:sp>
        <p:nvSpPr>
          <p:cNvPr id="1177" name="Google Shape;1177;g1f3daf8a844_0_64"/>
          <p:cNvSpPr txBox="1"/>
          <p:nvPr/>
        </p:nvSpPr>
        <p:spPr>
          <a:xfrm>
            <a:off x="4149928" y="960050"/>
            <a:ext cx="1017600" cy="752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0"/>
              <a:buFont typeface="Arial"/>
              <a:buNone/>
            </a:pPr>
            <a:r>
              <a:rPr b="0" i="0" lang="en-US" sz="5500" u="none" cap="none" strike="noStrike">
                <a:solidFill>
                  <a:srgbClr val="2356AF"/>
                </a:solidFill>
                <a:latin typeface="Jost"/>
                <a:ea typeface="Jost"/>
                <a:cs typeface="Jost"/>
                <a:sym typeface="Jost"/>
              </a:rPr>
              <a:t>y</a:t>
            </a:r>
            <a:endParaRPr b="0" i="0" sz="5500" u="none" cap="none" strike="noStrike">
              <a:solidFill>
                <a:srgbClr val="2356AF"/>
              </a:solidFill>
              <a:latin typeface="Jost"/>
              <a:ea typeface="Jost"/>
              <a:cs typeface="Jost"/>
              <a:sym typeface="Jost"/>
            </a:endParaRPr>
          </a:p>
        </p:txBody>
      </p:sp>
      <p:sp>
        <p:nvSpPr>
          <p:cNvPr id="1178" name="Google Shape;1178;g1f3daf8a844_0_64"/>
          <p:cNvSpPr txBox="1"/>
          <p:nvPr/>
        </p:nvSpPr>
        <p:spPr>
          <a:xfrm>
            <a:off x="6945355" y="960050"/>
            <a:ext cx="1017600" cy="752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0"/>
              <a:buFont typeface="Arial"/>
              <a:buNone/>
            </a:pPr>
            <a:r>
              <a:rPr b="0" i="0" lang="en-US" sz="5500" u="none" cap="none" strike="noStrike">
                <a:solidFill>
                  <a:srgbClr val="2356AF"/>
                </a:solidFill>
                <a:latin typeface="Jost"/>
                <a:ea typeface="Jost"/>
                <a:cs typeface="Jost"/>
                <a:sym typeface="Jost"/>
              </a:rPr>
              <a:t>t</a:t>
            </a:r>
            <a:endParaRPr b="0" i="0" sz="5500" u="none" cap="none" strike="noStrike">
              <a:solidFill>
                <a:srgbClr val="2356AF"/>
              </a:solidFill>
              <a:latin typeface="Jost"/>
              <a:ea typeface="Jost"/>
              <a:cs typeface="Jost"/>
              <a:sym typeface="Jost"/>
            </a:endParaRPr>
          </a:p>
        </p:txBody>
      </p:sp>
      <p:sp>
        <p:nvSpPr>
          <p:cNvPr id="1179" name="Google Shape;1179;g1f3daf8a844_0_64"/>
          <p:cNvSpPr txBox="1"/>
          <p:nvPr/>
        </p:nvSpPr>
        <p:spPr>
          <a:xfrm>
            <a:off x="2141809" y="2160375"/>
            <a:ext cx="1017600" cy="752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0"/>
              <a:buFont typeface="Arial"/>
              <a:buNone/>
            </a:pPr>
            <a:r>
              <a:rPr b="0" i="0" lang="en-US" sz="5500" u="none" cap="none" strike="noStrike">
                <a:solidFill>
                  <a:srgbClr val="2356AF"/>
                </a:solidFill>
                <a:latin typeface="Jost"/>
                <a:ea typeface="Jost"/>
                <a:cs typeface="Jost"/>
                <a:sym typeface="Jost"/>
              </a:rPr>
              <a:t>f</a:t>
            </a:r>
            <a:endParaRPr b="0" i="0" sz="5500" u="none" cap="none" strike="noStrike">
              <a:solidFill>
                <a:srgbClr val="2356AF"/>
              </a:solidFill>
              <a:latin typeface="Jost"/>
              <a:ea typeface="Jost"/>
              <a:cs typeface="Jost"/>
              <a:sym typeface="Jost"/>
            </a:endParaRPr>
          </a:p>
        </p:txBody>
      </p:sp>
      <p:sp>
        <p:nvSpPr>
          <p:cNvPr id="1180" name="Google Shape;1180;g1f3daf8a844_0_64"/>
          <p:cNvSpPr txBox="1"/>
          <p:nvPr/>
        </p:nvSpPr>
        <p:spPr>
          <a:xfrm>
            <a:off x="5023937" y="2160375"/>
            <a:ext cx="1017600" cy="752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0"/>
              <a:buFont typeface="Arial"/>
              <a:buNone/>
            </a:pPr>
            <a:r>
              <a:rPr b="0" i="0" lang="en-US" sz="5500" u="none" cap="none" strike="noStrike">
                <a:solidFill>
                  <a:srgbClr val="ED1C24"/>
                </a:solidFill>
                <a:latin typeface="Jost"/>
                <a:ea typeface="Jost"/>
                <a:cs typeface="Jost"/>
                <a:sym typeface="Jost"/>
              </a:rPr>
              <a:t>e</a:t>
            </a:r>
            <a:endParaRPr b="0" i="0" sz="5500" u="none" cap="none" strike="noStrike">
              <a:solidFill>
                <a:srgbClr val="ED1C24"/>
              </a:solidFill>
              <a:latin typeface="Jost"/>
              <a:ea typeface="Jost"/>
              <a:cs typeface="Jost"/>
              <a:sym typeface="Jost"/>
            </a:endParaRPr>
          </a:p>
        </p:txBody>
      </p:sp>
      <p:sp>
        <p:nvSpPr>
          <p:cNvPr id="1181" name="Google Shape;1181;g1f3daf8a844_0_64"/>
          <p:cNvSpPr txBox="1"/>
          <p:nvPr/>
        </p:nvSpPr>
        <p:spPr>
          <a:xfrm>
            <a:off x="1181100" y="2160375"/>
            <a:ext cx="1017600" cy="752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0"/>
              <a:buFont typeface="Arial"/>
              <a:buNone/>
            </a:pPr>
            <a:r>
              <a:rPr b="0" i="0" lang="en-US" sz="5500" u="none" cap="none" strike="noStrike">
                <a:solidFill>
                  <a:srgbClr val="993FA2"/>
                </a:solidFill>
                <a:latin typeface="Jost"/>
                <a:ea typeface="Jost"/>
                <a:cs typeface="Jost"/>
                <a:sym typeface="Jost"/>
              </a:rPr>
              <a:t>er</a:t>
            </a:r>
            <a:endParaRPr b="0" i="0" sz="5500" u="none" cap="none" strike="noStrike">
              <a:solidFill>
                <a:srgbClr val="993FA2"/>
              </a:solidFill>
              <a:latin typeface="Jost"/>
              <a:ea typeface="Jost"/>
              <a:cs typeface="Jost"/>
              <a:sym typeface="Jost"/>
            </a:endParaRPr>
          </a:p>
        </p:txBody>
      </p:sp>
      <p:sp>
        <p:nvSpPr>
          <p:cNvPr id="1182" name="Google Shape;1182;g1f3daf8a844_0_64"/>
          <p:cNvSpPr txBox="1"/>
          <p:nvPr/>
        </p:nvSpPr>
        <p:spPr>
          <a:xfrm>
            <a:off x="3102518" y="2160375"/>
            <a:ext cx="1017600" cy="752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0"/>
              <a:buFont typeface="Arial"/>
              <a:buNone/>
            </a:pPr>
            <a:r>
              <a:rPr b="0" i="0" lang="en-US" sz="5500" u="none" cap="none" strike="noStrike">
                <a:solidFill>
                  <a:srgbClr val="2356AF"/>
                </a:solidFill>
                <a:latin typeface="Jost"/>
                <a:ea typeface="Jost"/>
                <a:cs typeface="Jost"/>
                <a:sym typeface="Jost"/>
              </a:rPr>
              <a:t>s</a:t>
            </a:r>
            <a:endParaRPr b="0" i="0" sz="5500" u="none" cap="none" strike="noStrike">
              <a:solidFill>
                <a:srgbClr val="2356AF"/>
              </a:solidFill>
              <a:latin typeface="Jost"/>
              <a:ea typeface="Jost"/>
              <a:cs typeface="Jost"/>
              <a:sym typeface="Jost"/>
            </a:endParaRPr>
          </a:p>
        </p:txBody>
      </p:sp>
      <p:sp>
        <p:nvSpPr>
          <p:cNvPr id="1183" name="Google Shape;1183;g1f3daf8a844_0_64"/>
          <p:cNvSpPr txBox="1"/>
          <p:nvPr/>
        </p:nvSpPr>
        <p:spPr>
          <a:xfrm>
            <a:off x="4063228" y="2160375"/>
            <a:ext cx="1017600" cy="752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0"/>
              <a:buFont typeface="Arial"/>
              <a:buNone/>
            </a:pPr>
            <a:r>
              <a:rPr b="0" i="0" lang="en-US" sz="5500" u="none" cap="none" strike="noStrike">
                <a:solidFill>
                  <a:srgbClr val="2356AF"/>
                </a:solidFill>
                <a:latin typeface="Jost"/>
                <a:ea typeface="Jost"/>
                <a:cs typeface="Jost"/>
                <a:sym typeface="Jost"/>
              </a:rPr>
              <a:t>c</a:t>
            </a:r>
            <a:endParaRPr b="0" i="0" sz="5500" u="none" cap="none" strike="noStrike">
              <a:solidFill>
                <a:srgbClr val="2356AF"/>
              </a:solidFill>
              <a:latin typeface="Jost"/>
              <a:ea typeface="Jost"/>
              <a:cs typeface="Jost"/>
              <a:sym typeface="Jost"/>
            </a:endParaRPr>
          </a:p>
        </p:txBody>
      </p:sp>
      <p:sp>
        <p:nvSpPr>
          <p:cNvPr id="1184" name="Google Shape;1184;g1f3daf8a844_0_64"/>
          <p:cNvSpPr txBox="1"/>
          <p:nvPr/>
        </p:nvSpPr>
        <p:spPr>
          <a:xfrm>
            <a:off x="3218118" y="960050"/>
            <a:ext cx="1017600" cy="752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0"/>
              <a:buFont typeface="Arial"/>
              <a:buNone/>
            </a:pPr>
            <a:r>
              <a:rPr b="0" i="0" lang="en-US" sz="5500" u="none" cap="none" strike="noStrike">
                <a:solidFill>
                  <a:srgbClr val="2356AF"/>
                </a:solidFill>
                <a:latin typeface="Jost"/>
                <a:ea typeface="Jost"/>
                <a:cs typeface="Jost"/>
                <a:sym typeface="Jost"/>
              </a:rPr>
              <a:t>l</a:t>
            </a:r>
            <a:endParaRPr b="0" i="0" sz="5500" u="none" cap="none" strike="noStrike">
              <a:solidFill>
                <a:srgbClr val="2356AF"/>
              </a:solidFill>
              <a:latin typeface="Jost"/>
              <a:ea typeface="Jost"/>
              <a:cs typeface="Jost"/>
              <a:sym typeface="Jost"/>
            </a:endParaRPr>
          </a:p>
        </p:txBody>
      </p:sp>
      <p:sp>
        <p:nvSpPr>
          <p:cNvPr id="1185" name="Google Shape;1185;g1f3daf8a844_0_64"/>
          <p:cNvSpPr txBox="1"/>
          <p:nvPr/>
        </p:nvSpPr>
        <p:spPr>
          <a:xfrm>
            <a:off x="6945355" y="2160375"/>
            <a:ext cx="1017600" cy="752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0"/>
              <a:buFont typeface="Arial"/>
              <a:buNone/>
            </a:pPr>
            <a:r>
              <a:rPr b="0" i="0" lang="en-US" sz="5500" u="none" cap="none" strike="noStrike">
                <a:solidFill>
                  <a:srgbClr val="FFD400"/>
                </a:solidFill>
                <a:latin typeface="Jost"/>
                <a:ea typeface="Jost"/>
                <a:cs typeface="Jost"/>
                <a:sym typeface="Jost"/>
              </a:rPr>
              <a:t>ph</a:t>
            </a:r>
            <a:endParaRPr b="0" i="0" sz="5500" u="none" cap="none" strike="noStrike">
              <a:solidFill>
                <a:srgbClr val="FFD400"/>
              </a:solidFill>
              <a:latin typeface="Jost"/>
              <a:ea typeface="Jost"/>
              <a:cs typeface="Jost"/>
              <a:sym typeface="Jost"/>
            </a:endParaRPr>
          </a:p>
        </p:txBody>
      </p:sp>
      <p:sp>
        <p:nvSpPr>
          <p:cNvPr id="1186" name="Google Shape;1186;g1f3daf8a844_0_64"/>
          <p:cNvSpPr txBox="1"/>
          <p:nvPr>
            <p:ph idx="1" type="subTitle"/>
          </p:nvPr>
        </p:nvSpPr>
        <p:spPr>
          <a:xfrm>
            <a:off x="1360463" y="7080300"/>
            <a:ext cx="6423000" cy="3693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1000"/>
              </a:spcBef>
              <a:spcAft>
                <a:spcPts val="0"/>
              </a:spcAft>
              <a:buSzPts val="1800"/>
              <a:buNone/>
            </a:pPr>
            <a:r>
              <a:rPr lang="en-US"/>
              <a:t>LAYOUT A</a:t>
            </a:r>
            <a:endParaRPr/>
          </a:p>
        </p:txBody>
      </p:sp>
      <p:sp>
        <p:nvSpPr>
          <p:cNvPr id="1187" name="Google Shape;1187;g1f3daf8a844_0_64"/>
          <p:cNvSpPr txBox="1"/>
          <p:nvPr/>
        </p:nvSpPr>
        <p:spPr>
          <a:xfrm>
            <a:off x="6013546" y="960050"/>
            <a:ext cx="1017600" cy="752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0"/>
              <a:buFont typeface="Arial"/>
              <a:buNone/>
            </a:pPr>
            <a:r>
              <a:rPr b="0" i="0" lang="en-US" sz="5500" u="none" cap="none" strike="noStrike">
                <a:solidFill>
                  <a:srgbClr val="2356AF"/>
                </a:solidFill>
                <a:latin typeface="Jost"/>
                <a:ea typeface="Jost"/>
                <a:cs typeface="Jost"/>
                <a:sym typeface="Jost"/>
              </a:rPr>
              <a:t>n</a:t>
            </a:r>
            <a:endParaRPr b="0" i="0" sz="5500" u="none" cap="none" strike="noStrike">
              <a:solidFill>
                <a:srgbClr val="2356AF"/>
              </a:solidFill>
              <a:latin typeface="Jost"/>
              <a:ea typeface="Jost"/>
              <a:cs typeface="Jost"/>
              <a:sym typeface="Jost"/>
            </a:endParaRPr>
          </a:p>
        </p:txBody>
      </p:sp>
      <p:sp>
        <p:nvSpPr>
          <p:cNvPr id="1188" name="Google Shape;1188;g1f3daf8a844_0_64"/>
          <p:cNvSpPr txBox="1"/>
          <p:nvPr/>
        </p:nvSpPr>
        <p:spPr>
          <a:xfrm>
            <a:off x="5984646" y="2160375"/>
            <a:ext cx="1017600" cy="752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0"/>
              <a:buFont typeface="Arial"/>
              <a:buNone/>
            </a:pPr>
            <a:r>
              <a:rPr b="0" i="0" lang="en-US" sz="5500" u="none" cap="none" strike="noStrike">
                <a:solidFill>
                  <a:srgbClr val="2356AF"/>
                </a:solidFill>
                <a:latin typeface="Jost"/>
                <a:ea typeface="Jost"/>
                <a:cs typeface="Jost"/>
                <a:sym typeface="Jost"/>
              </a:rPr>
              <a:t>v</a:t>
            </a:r>
            <a:endParaRPr b="0" i="0" sz="5500" u="none" cap="none" strike="noStrike">
              <a:solidFill>
                <a:srgbClr val="2356AF"/>
              </a:solidFill>
              <a:latin typeface="Jost"/>
              <a:ea typeface="Jost"/>
              <a:cs typeface="Jost"/>
              <a:sym typeface="Jost"/>
            </a:endParaRPr>
          </a:p>
        </p:txBody>
      </p:sp>
      <p:cxnSp>
        <p:nvCxnSpPr>
          <p:cNvPr id="1189" name="Google Shape;1189;g1f3daf8a844_0_64"/>
          <p:cNvCxnSpPr/>
          <p:nvPr/>
        </p:nvCxnSpPr>
        <p:spPr>
          <a:xfrm>
            <a:off x="1181100" y="3648525"/>
            <a:ext cx="6781800" cy="0"/>
          </a:xfrm>
          <a:prstGeom prst="straightConnector1">
            <a:avLst/>
          </a:prstGeom>
          <a:noFill/>
          <a:ln cap="flat" cmpd="sng" w="19050">
            <a:solidFill>
              <a:srgbClr val="CFD9EF"/>
            </a:solidFill>
            <a:prstDash val="solid"/>
            <a:miter lim="800000"/>
            <a:headEnd len="sm" w="sm" type="none"/>
            <a:tailEnd len="sm" w="sm" type="none"/>
          </a:ln>
        </p:spPr>
      </p:cxn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4" name="Shape 1194"/>
        <p:cNvGrpSpPr/>
        <p:nvPr/>
      </p:nvGrpSpPr>
      <p:grpSpPr>
        <a:xfrm>
          <a:off x="0" y="0"/>
          <a:ext cx="0" cy="0"/>
          <a:chOff x="0" y="0"/>
          <a:chExt cx="0" cy="0"/>
        </a:xfrm>
      </p:grpSpPr>
      <p:sp>
        <p:nvSpPr>
          <p:cNvPr id="1195" name="Google Shape;1195;g2e6b5007c79_0_56"/>
          <p:cNvSpPr txBox="1"/>
          <p:nvPr>
            <p:ph idx="1" type="subTitle"/>
          </p:nvPr>
        </p:nvSpPr>
        <p:spPr>
          <a:xfrm>
            <a:off x="1360463" y="6212475"/>
            <a:ext cx="6423000" cy="3693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1196" name="Google Shape;1196;g2e6b5007c79_0_56"/>
          <p:cNvSpPr txBox="1"/>
          <p:nvPr>
            <p:ph type="title"/>
          </p:nvPr>
        </p:nvSpPr>
        <p:spPr>
          <a:xfrm>
            <a:off x="1360463" y="5568500"/>
            <a:ext cx="6423000" cy="691200"/>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SzPts val="3600"/>
              <a:buNone/>
            </a:pPr>
            <a:r>
              <a:rPr lang="en-US"/>
              <a:t>Practise</a:t>
            </a:r>
            <a:r>
              <a:rPr lang="en-US"/>
              <a:t xml:space="preserve"> Building Words</a:t>
            </a:r>
            <a:endParaRPr/>
          </a:p>
        </p:txBody>
      </p:sp>
      <p:grpSp>
        <p:nvGrpSpPr>
          <p:cNvPr id="1197" name="Google Shape;1197;g2e6b5007c79_0_56"/>
          <p:cNvGrpSpPr/>
          <p:nvPr/>
        </p:nvGrpSpPr>
        <p:grpSpPr>
          <a:xfrm>
            <a:off x="3024000" y="209875"/>
            <a:ext cx="3096000" cy="454800"/>
            <a:chOff x="3024000" y="209875"/>
            <a:chExt cx="3096000" cy="454800"/>
          </a:xfrm>
        </p:grpSpPr>
        <p:sp>
          <p:nvSpPr>
            <p:cNvPr id="1198" name="Google Shape;1198;g2e6b5007c79_0_56"/>
            <p:cNvSpPr/>
            <p:nvPr/>
          </p:nvSpPr>
          <p:spPr>
            <a:xfrm>
              <a:off x="3064325" y="209875"/>
              <a:ext cx="3015300" cy="45480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1199" name="Google Shape;1199;g2e6b5007c79_0_56"/>
            <p:cNvSpPr/>
            <p:nvPr/>
          </p:nvSpPr>
          <p:spPr>
            <a:xfrm>
              <a:off x="3024000" y="318050"/>
              <a:ext cx="3096000" cy="2463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b="0" i="0" lang="en-US" sz="1600" u="none" cap="none" strike="noStrike">
                  <a:solidFill>
                    <a:srgbClr val="D8D8D8"/>
                  </a:solidFill>
                  <a:latin typeface="Poppins Medium"/>
                  <a:ea typeface="Poppins Medium"/>
                  <a:cs typeface="Poppins Medium"/>
                  <a:sym typeface="Poppins Medium"/>
                </a:rPr>
                <a:t xml:space="preserve"> – 10MINS</a:t>
              </a:r>
              <a:endParaRPr b="0" i="0" sz="1400" u="none" cap="none" strike="noStrike">
                <a:solidFill>
                  <a:srgbClr val="000000"/>
                </a:solidFill>
                <a:latin typeface="Arial"/>
                <a:ea typeface="Arial"/>
                <a:cs typeface="Arial"/>
                <a:sym typeface="Arial"/>
              </a:endParaRPr>
            </a:p>
          </p:txBody>
        </p:sp>
        <p:pic>
          <p:nvPicPr>
            <p:cNvPr id="1200" name="Google Shape;1200;g2e6b5007c79_0_56"/>
            <p:cNvPicPr preferRelativeResize="0"/>
            <p:nvPr/>
          </p:nvPicPr>
          <p:blipFill rotWithShape="1">
            <a:blip r:embed="rId3">
              <a:alphaModFix/>
            </a:blip>
            <a:srcRect b="0" l="0" r="0" t="0"/>
            <a:stretch/>
          </p:blipFill>
          <p:spPr>
            <a:xfrm>
              <a:off x="3278989" y="302008"/>
              <a:ext cx="214317" cy="246300"/>
            </a:xfrm>
            <a:prstGeom prst="rect">
              <a:avLst/>
            </a:prstGeom>
            <a:noFill/>
            <a:ln>
              <a:noFill/>
            </a:ln>
          </p:spPr>
        </p:pic>
      </p:grpSp>
      <p:cxnSp>
        <p:nvCxnSpPr>
          <p:cNvPr id="1201" name="Google Shape;1201;g2e6b5007c79_0_56"/>
          <p:cNvCxnSpPr/>
          <p:nvPr/>
        </p:nvCxnSpPr>
        <p:spPr>
          <a:xfrm>
            <a:off x="1181100" y="3919050"/>
            <a:ext cx="6781800" cy="0"/>
          </a:xfrm>
          <a:prstGeom prst="straightConnector1">
            <a:avLst/>
          </a:prstGeom>
          <a:noFill/>
          <a:ln cap="flat" cmpd="sng" w="19050">
            <a:solidFill>
              <a:srgbClr val="CFD9EF"/>
            </a:solidFill>
            <a:prstDash val="solid"/>
            <a:miter lim="800000"/>
            <a:headEnd len="sm" w="sm" type="none"/>
            <a:tailEnd len="sm" w="sm" type="none"/>
          </a:ln>
        </p:spPr>
      </p:cxnSp>
      <p:cxnSp>
        <p:nvCxnSpPr>
          <p:cNvPr id="1202" name="Google Shape;1202;g2e6b5007c79_0_56"/>
          <p:cNvCxnSpPr/>
          <p:nvPr/>
        </p:nvCxnSpPr>
        <p:spPr>
          <a:xfrm>
            <a:off x="1181100" y="4473239"/>
            <a:ext cx="6781800" cy="0"/>
          </a:xfrm>
          <a:prstGeom prst="straightConnector1">
            <a:avLst/>
          </a:prstGeom>
          <a:noFill/>
          <a:ln cap="flat" cmpd="sng" w="28575">
            <a:solidFill>
              <a:srgbClr val="C2EDFF"/>
            </a:solidFill>
            <a:prstDash val="lgDash"/>
            <a:miter lim="800000"/>
            <a:headEnd len="sm" w="sm" type="none"/>
            <a:tailEnd len="sm" w="sm" type="none"/>
          </a:ln>
        </p:spPr>
      </p:cxnSp>
      <p:cxnSp>
        <p:nvCxnSpPr>
          <p:cNvPr id="1203" name="Google Shape;1203;g2e6b5007c79_0_56"/>
          <p:cNvCxnSpPr/>
          <p:nvPr/>
        </p:nvCxnSpPr>
        <p:spPr>
          <a:xfrm>
            <a:off x="1181100" y="4225358"/>
            <a:ext cx="6781800" cy="0"/>
          </a:xfrm>
          <a:prstGeom prst="straightConnector1">
            <a:avLst/>
          </a:prstGeom>
          <a:noFill/>
          <a:ln cap="flat" cmpd="sng" w="28575">
            <a:solidFill>
              <a:srgbClr val="C2EDFF"/>
            </a:solidFill>
            <a:prstDash val="lgDash"/>
            <a:miter lim="800000"/>
            <a:headEnd len="sm" w="sm" type="none"/>
            <a:tailEnd len="sm" w="sm" type="none"/>
          </a:ln>
        </p:spPr>
      </p:cxnSp>
      <p:cxnSp>
        <p:nvCxnSpPr>
          <p:cNvPr id="1204" name="Google Shape;1204;g2e6b5007c79_0_56"/>
          <p:cNvCxnSpPr/>
          <p:nvPr/>
        </p:nvCxnSpPr>
        <p:spPr>
          <a:xfrm>
            <a:off x="1181100" y="4848175"/>
            <a:ext cx="6781800" cy="0"/>
          </a:xfrm>
          <a:prstGeom prst="straightConnector1">
            <a:avLst/>
          </a:prstGeom>
          <a:noFill/>
          <a:ln cap="flat" cmpd="sng" w="28575">
            <a:solidFill>
              <a:srgbClr val="C2EDFF"/>
            </a:solidFill>
            <a:prstDash val="solid"/>
            <a:miter lim="800000"/>
            <a:headEnd len="sm" w="sm" type="none"/>
            <a:tailEnd len="sm" w="sm" type="none"/>
          </a:ln>
        </p:spPr>
      </p:cxnSp>
      <p:cxnSp>
        <p:nvCxnSpPr>
          <p:cNvPr id="1205" name="Google Shape;1205;g2e6b5007c79_0_56"/>
          <p:cNvCxnSpPr/>
          <p:nvPr/>
        </p:nvCxnSpPr>
        <p:spPr>
          <a:xfrm>
            <a:off x="1181100" y="5000333"/>
            <a:ext cx="6781800" cy="0"/>
          </a:xfrm>
          <a:prstGeom prst="straightConnector1">
            <a:avLst/>
          </a:prstGeom>
          <a:noFill/>
          <a:ln cap="flat" cmpd="sng" w="28575">
            <a:solidFill>
              <a:srgbClr val="C2EDFF"/>
            </a:solidFill>
            <a:prstDash val="lgDash"/>
            <a:miter lim="800000"/>
            <a:headEnd len="sm" w="sm" type="none"/>
            <a:tailEnd len="sm" w="sm" type="none"/>
          </a:ln>
        </p:spPr>
      </p:cxnSp>
      <p:sp>
        <p:nvSpPr>
          <p:cNvPr id="1206" name="Google Shape;1206;g2e6b5007c79_0_56"/>
          <p:cNvSpPr txBox="1"/>
          <p:nvPr/>
        </p:nvSpPr>
        <p:spPr>
          <a:xfrm>
            <a:off x="1193375" y="3501975"/>
            <a:ext cx="6781800" cy="2931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1000"/>
              </a:spcBef>
              <a:spcAft>
                <a:spcPts val="0"/>
              </a:spcAft>
              <a:buClr>
                <a:srgbClr val="000000"/>
              </a:buClr>
              <a:buSzPts val="1800"/>
              <a:buFont typeface="Arial"/>
              <a:buNone/>
            </a:pPr>
            <a:r>
              <a:rPr b="0" i="0" lang="en-US" sz="1800" u="none" cap="none" strike="noStrike">
                <a:solidFill>
                  <a:srgbClr val="B7B7B7"/>
                </a:solidFill>
                <a:latin typeface="Jost"/>
                <a:ea typeface="Jost"/>
                <a:cs typeface="Jost"/>
                <a:sym typeface="Jost"/>
              </a:rPr>
              <a:t>merely interfere sincere severe sphere</a:t>
            </a:r>
            <a:endParaRPr b="0" i="0" sz="1800" u="none" cap="none" strike="noStrike">
              <a:solidFill>
                <a:srgbClr val="B7B7B7"/>
              </a:solidFill>
              <a:latin typeface="Jost"/>
              <a:ea typeface="Jost"/>
              <a:cs typeface="Jost"/>
              <a:sym typeface="Jost"/>
            </a:endParaRPr>
          </a:p>
        </p:txBody>
      </p:sp>
      <p:sp>
        <p:nvSpPr>
          <p:cNvPr id="1207" name="Google Shape;1207;g2e6b5007c79_0_56"/>
          <p:cNvSpPr txBox="1"/>
          <p:nvPr/>
        </p:nvSpPr>
        <p:spPr>
          <a:xfrm>
            <a:off x="2112909" y="960050"/>
            <a:ext cx="1191000" cy="752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0"/>
              <a:buFont typeface="Arial"/>
              <a:buNone/>
            </a:pPr>
            <a:r>
              <a:rPr b="0" i="0" lang="en-US" sz="5500" u="none" cap="none" strike="noStrike">
                <a:solidFill>
                  <a:srgbClr val="993FA2"/>
                </a:solidFill>
                <a:latin typeface="Jost"/>
                <a:ea typeface="Jost"/>
                <a:cs typeface="Jost"/>
                <a:sym typeface="Jost"/>
              </a:rPr>
              <a:t>ere</a:t>
            </a:r>
            <a:endParaRPr b="0" i="0" sz="5500" u="none" cap="none" strike="noStrike">
              <a:solidFill>
                <a:srgbClr val="993FA2"/>
              </a:solidFill>
              <a:latin typeface="Jost"/>
              <a:ea typeface="Jost"/>
              <a:cs typeface="Jost"/>
              <a:sym typeface="Jost"/>
            </a:endParaRPr>
          </a:p>
        </p:txBody>
      </p:sp>
      <p:sp>
        <p:nvSpPr>
          <p:cNvPr id="1208" name="Google Shape;1208;g2e6b5007c79_0_56"/>
          <p:cNvSpPr txBox="1"/>
          <p:nvPr/>
        </p:nvSpPr>
        <p:spPr>
          <a:xfrm>
            <a:off x="5081737" y="960050"/>
            <a:ext cx="1017600" cy="752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0"/>
              <a:buFont typeface="Arial"/>
              <a:buNone/>
            </a:pPr>
            <a:r>
              <a:rPr b="0" i="0" lang="en-US" sz="5500" u="none" cap="none" strike="noStrike">
                <a:solidFill>
                  <a:srgbClr val="ED1C24"/>
                </a:solidFill>
                <a:latin typeface="Jost"/>
                <a:ea typeface="Jost"/>
                <a:cs typeface="Jost"/>
                <a:sym typeface="Jost"/>
              </a:rPr>
              <a:t>i</a:t>
            </a:r>
            <a:endParaRPr b="0" i="0" sz="5500" u="none" cap="none" strike="noStrike">
              <a:solidFill>
                <a:srgbClr val="ED1C24"/>
              </a:solidFill>
              <a:latin typeface="Jost"/>
              <a:ea typeface="Jost"/>
              <a:cs typeface="Jost"/>
              <a:sym typeface="Jost"/>
            </a:endParaRPr>
          </a:p>
        </p:txBody>
      </p:sp>
      <p:sp>
        <p:nvSpPr>
          <p:cNvPr id="1209" name="Google Shape;1209;g2e6b5007c79_0_56"/>
          <p:cNvSpPr txBox="1"/>
          <p:nvPr/>
        </p:nvSpPr>
        <p:spPr>
          <a:xfrm>
            <a:off x="1181100" y="960050"/>
            <a:ext cx="1017600" cy="752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0"/>
              <a:buFont typeface="Arial"/>
              <a:buNone/>
            </a:pPr>
            <a:r>
              <a:rPr b="0" i="0" lang="en-US" sz="5500" u="none" cap="none" strike="noStrike">
                <a:solidFill>
                  <a:srgbClr val="2356AF"/>
                </a:solidFill>
                <a:latin typeface="Jost"/>
                <a:ea typeface="Jost"/>
                <a:cs typeface="Jost"/>
                <a:sym typeface="Jost"/>
              </a:rPr>
              <a:t>m</a:t>
            </a:r>
            <a:endParaRPr b="0" i="0" sz="5500" u="none" cap="none" strike="noStrike">
              <a:solidFill>
                <a:srgbClr val="2356AF"/>
              </a:solidFill>
              <a:latin typeface="Jost"/>
              <a:ea typeface="Jost"/>
              <a:cs typeface="Jost"/>
              <a:sym typeface="Jost"/>
            </a:endParaRPr>
          </a:p>
        </p:txBody>
      </p:sp>
      <p:sp>
        <p:nvSpPr>
          <p:cNvPr id="1210" name="Google Shape;1210;g2e6b5007c79_0_56"/>
          <p:cNvSpPr txBox="1"/>
          <p:nvPr/>
        </p:nvSpPr>
        <p:spPr>
          <a:xfrm>
            <a:off x="4149928" y="960050"/>
            <a:ext cx="1017600" cy="752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0"/>
              <a:buFont typeface="Arial"/>
              <a:buNone/>
            </a:pPr>
            <a:r>
              <a:rPr b="0" i="0" lang="en-US" sz="5500" u="none" cap="none" strike="noStrike">
                <a:solidFill>
                  <a:srgbClr val="2356AF"/>
                </a:solidFill>
                <a:latin typeface="Jost"/>
                <a:ea typeface="Jost"/>
                <a:cs typeface="Jost"/>
                <a:sym typeface="Jost"/>
              </a:rPr>
              <a:t>y</a:t>
            </a:r>
            <a:endParaRPr b="0" i="0" sz="5500" u="none" cap="none" strike="noStrike">
              <a:solidFill>
                <a:srgbClr val="2356AF"/>
              </a:solidFill>
              <a:latin typeface="Jost"/>
              <a:ea typeface="Jost"/>
              <a:cs typeface="Jost"/>
              <a:sym typeface="Jost"/>
            </a:endParaRPr>
          </a:p>
        </p:txBody>
      </p:sp>
      <p:cxnSp>
        <p:nvCxnSpPr>
          <p:cNvPr id="1211" name="Google Shape;1211;g2e6b5007c79_0_56"/>
          <p:cNvCxnSpPr/>
          <p:nvPr/>
        </p:nvCxnSpPr>
        <p:spPr>
          <a:xfrm>
            <a:off x="1181100" y="3378000"/>
            <a:ext cx="6781800" cy="0"/>
          </a:xfrm>
          <a:prstGeom prst="straightConnector1">
            <a:avLst/>
          </a:prstGeom>
          <a:noFill/>
          <a:ln cap="flat" cmpd="sng" w="19050">
            <a:solidFill>
              <a:srgbClr val="CFD9EF"/>
            </a:solidFill>
            <a:prstDash val="solid"/>
            <a:miter lim="800000"/>
            <a:headEnd len="sm" w="sm" type="none"/>
            <a:tailEnd len="sm" w="sm" type="none"/>
          </a:ln>
        </p:spPr>
      </p:cxnSp>
      <p:sp>
        <p:nvSpPr>
          <p:cNvPr id="1212" name="Google Shape;1212;g2e6b5007c79_0_56"/>
          <p:cNvSpPr txBox="1"/>
          <p:nvPr/>
        </p:nvSpPr>
        <p:spPr>
          <a:xfrm>
            <a:off x="6945355" y="960050"/>
            <a:ext cx="1017600" cy="752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0"/>
              <a:buFont typeface="Arial"/>
              <a:buNone/>
            </a:pPr>
            <a:r>
              <a:rPr b="0" i="0" lang="en-US" sz="5500" u="none" cap="none" strike="noStrike">
                <a:solidFill>
                  <a:srgbClr val="2356AF"/>
                </a:solidFill>
                <a:latin typeface="Jost"/>
                <a:ea typeface="Jost"/>
                <a:cs typeface="Jost"/>
                <a:sym typeface="Jost"/>
              </a:rPr>
              <a:t>t</a:t>
            </a:r>
            <a:endParaRPr b="0" i="0" sz="5500" u="none" cap="none" strike="noStrike">
              <a:solidFill>
                <a:srgbClr val="2356AF"/>
              </a:solidFill>
              <a:latin typeface="Jost"/>
              <a:ea typeface="Jost"/>
              <a:cs typeface="Jost"/>
              <a:sym typeface="Jost"/>
            </a:endParaRPr>
          </a:p>
        </p:txBody>
      </p:sp>
      <p:sp>
        <p:nvSpPr>
          <p:cNvPr id="1213" name="Google Shape;1213;g2e6b5007c79_0_56"/>
          <p:cNvSpPr txBox="1"/>
          <p:nvPr/>
        </p:nvSpPr>
        <p:spPr>
          <a:xfrm>
            <a:off x="2141809" y="2160375"/>
            <a:ext cx="1017600" cy="752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0"/>
              <a:buFont typeface="Arial"/>
              <a:buNone/>
            </a:pPr>
            <a:r>
              <a:rPr b="0" i="0" lang="en-US" sz="5500" u="none" cap="none" strike="noStrike">
                <a:solidFill>
                  <a:srgbClr val="2356AF"/>
                </a:solidFill>
                <a:latin typeface="Jost"/>
                <a:ea typeface="Jost"/>
                <a:cs typeface="Jost"/>
                <a:sym typeface="Jost"/>
              </a:rPr>
              <a:t>f</a:t>
            </a:r>
            <a:endParaRPr b="0" i="0" sz="5500" u="none" cap="none" strike="noStrike">
              <a:solidFill>
                <a:srgbClr val="2356AF"/>
              </a:solidFill>
              <a:latin typeface="Jost"/>
              <a:ea typeface="Jost"/>
              <a:cs typeface="Jost"/>
              <a:sym typeface="Jost"/>
            </a:endParaRPr>
          </a:p>
        </p:txBody>
      </p:sp>
      <p:sp>
        <p:nvSpPr>
          <p:cNvPr id="1214" name="Google Shape;1214;g2e6b5007c79_0_56"/>
          <p:cNvSpPr txBox="1"/>
          <p:nvPr/>
        </p:nvSpPr>
        <p:spPr>
          <a:xfrm>
            <a:off x="5023937" y="2160375"/>
            <a:ext cx="1017600" cy="752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0"/>
              <a:buFont typeface="Arial"/>
              <a:buNone/>
            </a:pPr>
            <a:r>
              <a:rPr b="0" i="0" lang="en-US" sz="5500" u="none" cap="none" strike="noStrike">
                <a:solidFill>
                  <a:srgbClr val="ED1C24"/>
                </a:solidFill>
                <a:latin typeface="Jost"/>
                <a:ea typeface="Jost"/>
                <a:cs typeface="Jost"/>
                <a:sym typeface="Jost"/>
              </a:rPr>
              <a:t>e</a:t>
            </a:r>
            <a:endParaRPr b="0" i="0" sz="5500" u="none" cap="none" strike="noStrike">
              <a:solidFill>
                <a:srgbClr val="ED1C24"/>
              </a:solidFill>
              <a:latin typeface="Jost"/>
              <a:ea typeface="Jost"/>
              <a:cs typeface="Jost"/>
              <a:sym typeface="Jost"/>
            </a:endParaRPr>
          </a:p>
        </p:txBody>
      </p:sp>
      <p:sp>
        <p:nvSpPr>
          <p:cNvPr id="1215" name="Google Shape;1215;g2e6b5007c79_0_56"/>
          <p:cNvSpPr txBox="1"/>
          <p:nvPr/>
        </p:nvSpPr>
        <p:spPr>
          <a:xfrm>
            <a:off x="1181100" y="2160375"/>
            <a:ext cx="1017600" cy="752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0"/>
              <a:buFont typeface="Arial"/>
              <a:buNone/>
            </a:pPr>
            <a:r>
              <a:rPr b="0" i="0" lang="en-US" sz="5500" u="none" cap="none" strike="noStrike">
                <a:solidFill>
                  <a:srgbClr val="993FA2"/>
                </a:solidFill>
                <a:latin typeface="Jost"/>
                <a:ea typeface="Jost"/>
                <a:cs typeface="Jost"/>
                <a:sym typeface="Jost"/>
              </a:rPr>
              <a:t>er</a:t>
            </a:r>
            <a:endParaRPr b="0" i="0" sz="5500" u="none" cap="none" strike="noStrike">
              <a:solidFill>
                <a:srgbClr val="993FA2"/>
              </a:solidFill>
              <a:latin typeface="Jost"/>
              <a:ea typeface="Jost"/>
              <a:cs typeface="Jost"/>
              <a:sym typeface="Jost"/>
            </a:endParaRPr>
          </a:p>
        </p:txBody>
      </p:sp>
      <p:sp>
        <p:nvSpPr>
          <p:cNvPr id="1216" name="Google Shape;1216;g2e6b5007c79_0_56"/>
          <p:cNvSpPr txBox="1"/>
          <p:nvPr/>
        </p:nvSpPr>
        <p:spPr>
          <a:xfrm>
            <a:off x="3102518" y="2160375"/>
            <a:ext cx="1017600" cy="752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0"/>
              <a:buFont typeface="Arial"/>
              <a:buNone/>
            </a:pPr>
            <a:r>
              <a:rPr b="0" i="0" lang="en-US" sz="5500" u="none" cap="none" strike="noStrike">
                <a:solidFill>
                  <a:srgbClr val="2356AF"/>
                </a:solidFill>
                <a:latin typeface="Jost"/>
                <a:ea typeface="Jost"/>
                <a:cs typeface="Jost"/>
                <a:sym typeface="Jost"/>
              </a:rPr>
              <a:t>s</a:t>
            </a:r>
            <a:endParaRPr b="0" i="0" sz="5500" u="none" cap="none" strike="noStrike">
              <a:solidFill>
                <a:srgbClr val="2356AF"/>
              </a:solidFill>
              <a:latin typeface="Jost"/>
              <a:ea typeface="Jost"/>
              <a:cs typeface="Jost"/>
              <a:sym typeface="Jost"/>
            </a:endParaRPr>
          </a:p>
        </p:txBody>
      </p:sp>
      <p:sp>
        <p:nvSpPr>
          <p:cNvPr id="1217" name="Google Shape;1217;g2e6b5007c79_0_56"/>
          <p:cNvSpPr txBox="1"/>
          <p:nvPr/>
        </p:nvSpPr>
        <p:spPr>
          <a:xfrm>
            <a:off x="4063228" y="2160375"/>
            <a:ext cx="1017600" cy="752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0"/>
              <a:buFont typeface="Arial"/>
              <a:buNone/>
            </a:pPr>
            <a:r>
              <a:rPr b="0" i="0" lang="en-US" sz="5500" u="none" cap="none" strike="noStrike">
                <a:solidFill>
                  <a:srgbClr val="2356AF"/>
                </a:solidFill>
                <a:latin typeface="Jost"/>
                <a:ea typeface="Jost"/>
                <a:cs typeface="Jost"/>
                <a:sym typeface="Jost"/>
              </a:rPr>
              <a:t>c</a:t>
            </a:r>
            <a:endParaRPr b="0" i="0" sz="5500" u="none" cap="none" strike="noStrike">
              <a:solidFill>
                <a:srgbClr val="2356AF"/>
              </a:solidFill>
              <a:latin typeface="Jost"/>
              <a:ea typeface="Jost"/>
              <a:cs typeface="Jost"/>
              <a:sym typeface="Jost"/>
            </a:endParaRPr>
          </a:p>
        </p:txBody>
      </p:sp>
      <p:sp>
        <p:nvSpPr>
          <p:cNvPr id="1218" name="Google Shape;1218;g2e6b5007c79_0_56"/>
          <p:cNvSpPr txBox="1"/>
          <p:nvPr/>
        </p:nvSpPr>
        <p:spPr>
          <a:xfrm>
            <a:off x="3218118" y="960050"/>
            <a:ext cx="1017600" cy="752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0"/>
              <a:buFont typeface="Arial"/>
              <a:buNone/>
            </a:pPr>
            <a:r>
              <a:rPr b="0" i="0" lang="en-US" sz="5500" u="none" cap="none" strike="noStrike">
                <a:solidFill>
                  <a:srgbClr val="2356AF"/>
                </a:solidFill>
                <a:latin typeface="Jost"/>
                <a:ea typeface="Jost"/>
                <a:cs typeface="Jost"/>
                <a:sym typeface="Jost"/>
              </a:rPr>
              <a:t>l</a:t>
            </a:r>
            <a:endParaRPr b="0" i="0" sz="5500" u="none" cap="none" strike="noStrike">
              <a:solidFill>
                <a:srgbClr val="2356AF"/>
              </a:solidFill>
              <a:latin typeface="Jost"/>
              <a:ea typeface="Jost"/>
              <a:cs typeface="Jost"/>
              <a:sym typeface="Jost"/>
            </a:endParaRPr>
          </a:p>
        </p:txBody>
      </p:sp>
      <p:sp>
        <p:nvSpPr>
          <p:cNvPr id="1219" name="Google Shape;1219;g2e6b5007c79_0_56"/>
          <p:cNvSpPr txBox="1"/>
          <p:nvPr/>
        </p:nvSpPr>
        <p:spPr>
          <a:xfrm>
            <a:off x="6945355" y="2160375"/>
            <a:ext cx="1017600" cy="752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0"/>
              <a:buFont typeface="Arial"/>
              <a:buNone/>
            </a:pPr>
            <a:r>
              <a:rPr b="0" i="0" lang="en-US" sz="5500" u="none" cap="none" strike="noStrike">
                <a:solidFill>
                  <a:srgbClr val="FFD400"/>
                </a:solidFill>
                <a:latin typeface="Jost"/>
                <a:ea typeface="Jost"/>
                <a:cs typeface="Jost"/>
                <a:sym typeface="Jost"/>
              </a:rPr>
              <a:t>ph</a:t>
            </a:r>
            <a:endParaRPr b="0" i="0" sz="5500" u="none" cap="none" strike="noStrike">
              <a:solidFill>
                <a:srgbClr val="FFD400"/>
              </a:solidFill>
              <a:latin typeface="Jost"/>
              <a:ea typeface="Jost"/>
              <a:cs typeface="Jost"/>
              <a:sym typeface="Jost"/>
            </a:endParaRPr>
          </a:p>
        </p:txBody>
      </p:sp>
      <p:sp>
        <p:nvSpPr>
          <p:cNvPr id="1220" name="Google Shape;1220;g2e6b5007c79_0_56"/>
          <p:cNvSpPr txBox="1"/>
          <p:nvPr>
            <p:ph idx="1" type="subTitle"/>
          </p:nvPr>
        </p:nvSpPr>
        <p:spPr>
          <a:xfrm>
            <a:off x="1360463" y="7080300"/>
            <a:ext cx="6423000" cy="3693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1000"/>
              </a:spcBef>
              <a:spcAft>
                <a:spcPts val="0"/>
              </a:spcAft>
              <a:buSzPts val="1800"/>
              <a:buNone/>
            </a:pPr>
            <a:r>
              <a:rPr lang="en-US"/>
              <a:t>LAYOUT A</a:t>
            </a:r>
            <a:endParaRPr/>
          </a:p>
        </p:txBody>
      </p:sp>
      <p:sp>
        <p:nvSpPr>
          <p:cNvPr id="1221" name="Google Shape;1221;g2e6b5007c79_0_56"/>
          <p:cNvSpPr txBox="1"/>
          <p:nvPr/>
        </p:nvSpPr>
        <p:spPr>
          <a:xfrm>
            <a:off x="6013546" y="960050"/>
            <a:ext cx="1017600" cy="752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0"/>
              <a:buFont typeface="Arial"/>
              <a:buNone/>
            </a:pPr>
            <a:r>
              <a:rPr b="0" i="0" lang="en-US" sz="5500" u="none" cap="none" strike="noStrike">
                <a:solidFill>
                  <a:srgbClr val="2356AF"/>
                </a:solidFill>
                <a:latin typeface="Jost"/>
                <a:ea typeface="Jost"/>
                <a:cs typeface="Jost"/>
                <a:sym typeface="Jost"/>
              </a:rPr>
              <a:t>n</a:t>
            </a:r>
            <a:endParaRPr b="0" i="0" sz="5500" u="none" cap="none" strike="noStrike">
              <a:solidFill>
                <a:srgbClr val="2356AF"/>
              </a:solidFill>
              <a:latin typeface="Jost"/>
              <a:ea typeface="Jost"/>
              <a:cs typeface="Jost"/>
              <a:sym typeface="Jost"/>
            </a:endParaRPr>
          </a:p>
        </p:txBody>
      </p:sp>
      <p:sp>
        <p:nvSpPr>
          <p:cNvPr id="1222" name="Google Shape;1222;g2e6b5007c79_0_56"/>
          <p:cNvSpPr txBox="1"/>
          <p:nvPr/>
        </p:nvSpPr>
        <p:spPr>
          <a:xfrm>
            <a:off x="5984646" y="2160375"/>
            <a:ext cx="1017600" cy="752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0"/>
              <a:buFont typeface="Arial"/>
              <a:buNone/>
            </a:pPr>
            <a:r>
              <a:rPr b="0" i="0" lang="en-US" sz="5500" u="none" cap="none" strike="noStrike">
                <a:solidFill>
                  <a:srgbClr val="2356AF"/>
                </a:solidFill>
                <a:latin typeface="Jost"/>
                <a:ea typeface="Jost"/>
                <a:cs typeface="Jost"/>
                <a:sym typeface="Jost"/>
              </a:rPr>
              <a:t>v</a:t>
            </a:r>
            <a:endParaRPr b="0" i="0" sz="5500" u="none" cap="none" strike="noStrike">
              <a:solidFill>
                <a:srgbClr val="2356AF"/>
              </a:solidFill>
              <a:latin typeface="Jost"/>
              <a:ea typeface="Jost"/>
              <a:cs typeface="Jost"/>
              <a:sym typeface="Jost"/>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7" name="Shape 1227"/>
        <p:cNvGrpSpPr/>
        <p:nvPr/>
      </p:nvGrpSpPr>
      <p:grpSpPr>
        <a:xfrm>
          <a:off x="0" y="0"/>
          <a:ext cx="0" cy="0"/>
          <a:chOff x="0" y="0"/>
          <a:chExt cx="0" cy="0"/>
        </a:xfrm>
      </p:grpSpPr>
      <p:sp>
        <p:nvSpPr>
          <p:cNvPr id="1228" name="Google Shape;1228;g2c186218c5a_0_126"/>
          <p:cNvSpPr txBox="1"/>
          <p:nvPr>
            <p:ph idx="1" type="subTitle"/>
          </p:nvPr>
        </p:nvSpPr>
        <p:spPr>
          <a:xfrm>
            <a:off x="2521374" y="6081000"/>
            <a:ext cx="6472500" cy="7347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1000"/>
              </a:spcBef>
              <a:spcAft>
                <a:spcPts val="0"/>
              </a:spcAft>
              <a:buSzPts val="1800"/>
              <a:buNone/>
            </a:pPr>
            <a:r>
              <a:rPr lang="en-US"/>
              <a:t>Review Common Exception Words - Lesson 89</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233" name="Shape 1233"/>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2021-01-13T00:47:47Z</dcterms:created>
  <dc:creator>Junior Learning</dc:creator>
</cp:coreProperties>
</file>