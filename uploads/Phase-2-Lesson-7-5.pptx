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Finger Paint" panose="020B0604020202020204" charset="0"/>
      <p:regular r:id="rId27"/>
    </p:embeddedFont>
    <p:embeddedFont>
      <p:font typeface="Jost" panose="020B0604020202020204" charset="0"/>
      <p:regular r:id="rId28"/>
      <p:bold r:id="rId29"/>
      <p:italic r:id="rId30"/>
      <p:boldItalic r:id="rId31"/>
    </p:embeddedFont>
    <p:embeddedFont>
      <p:font typeface="Mulish" panose="020B0604020202020204" charset="0"/>
      <p:regular r:id="rId32"/>
      <p:bold r:id="rId33"/>
      <p:italic r:id="rId34"/>
      <p:boldItalic r:id="rId35"/>
    </p:embeddedFont>
    <p:embeddedFont>
      <p:font typeface="Nunito Black" pitchFamily="2" charset="0"/>
      <p:bold r:id="rId36"/>
      <p:boldItalic r:id="rId37"/>
    </p:embeddedFont>
    <p:embeddedFont>
      <p:font typeface="Poppins" panose="00000500000000000000" pitchFamily="2" charset="0"/>
      <p:regular r:id="rId38"/>
      <p:bold r:id="rId39"/>
      <p:italic r:id="rId40"/>
      <p:boldItalic r:id="rId41"/>
    </p:embeddedFont>
    <p:embeddedFont>
      <p:font typeface="Poppins Medium" panose="00000600000000000000" pitchFamily="2" charset="0"/>
      <p:regular r:id="rId42"/>
      <p:bold r:id="rId43"/>
      <p:italic r:id="rId44"/>
      <p:boldItalic r:id="rId45"/>
    </p:embeddedFont>
    <p:embeddedFont>
      <p:font typeface="Poppins SemiBold" panose="000007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iH08iEi0prywvs7q4JW1hcyiPky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75E1A5-638B-4D30-A53C-46388D5F21F2}">
  <a:tblStyle styleId="{0075E1A5-638B-4D30-A53C-46388D5F21F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font" Target="fonts/font2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8"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font" Target="fonts/font22.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font" Target="fonts/font23.fntdata"/><Relationship Id="rId5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d9dd8423c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d9dd8423c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d9dd8423c2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3" name="Google Shape;923;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6bafd85f09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26bafd85f0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26bafd85f09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26bafd85f09_0_7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g26bafd85f09_0_7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g26bafd85f09_0_7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6bafd85f09_0_7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3" name="Google Shape;1013;g26bafd85f09_0_7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4" name="Google Shape;1014;g26bafd85f09_0_7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3" name="Google Shape;104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4" name="Google Shape;104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2" name="Google Shape;105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0" name="Google Shape;106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1" name="Google Shape;106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9" name="Google Shape;106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0" name="Google Shape;107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8" name="Google Shape;107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9" name="Google Shape;107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7" name="Google Shape;1087;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8" name="Google Shape;1088;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6" name="Google Shape;1096;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7" name="Google Shape;1097;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26b97d252d5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5" name="Google Shape;1105;g26b97d252d5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6" name="Google Shape;1106;g26b97d252d5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g26b97d252d5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4" name="Google Shape;1114;g26b97d252d5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5" name="Google Shape;1115;g26b97d252d5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3" name="Google Shape;112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4" name="Google Shape;112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2"/>
        <p:cNvGrpSpPr/>
        <p:nvPr/>
      </p:nvGrpSpPr>
      <p:grpSpPr>
        <a:xfrm>
          <a:off x="0" y="0"/>
          <a:ext cx="0" cy="0"/>
          <a:chOff x="0" y="0"/>
          <a:chExt cx="0" cy="0"/>
        </a:xfrm>
      </p:grpSpPr>
      <p:sp>
        <p:nvSpPr>
          <p:cNvPr id="1143" name="Google Shape;1143;g26c2d3f3067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4" name="Google Shape;1144;g26c2d3f3067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5" name="Google Shape;1145;g26c2d3f3067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7" name="Google Shape;1167;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8" name="Google Shape;1168;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'n'</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2 - Tuesday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7</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Hear Phonemes">
  <p:cSld name="Alien Word of the Day_1">
    <p:spTree>
      <p:nvGrpSpPr>
        <p:cNvPr id="1" name="Shape 192"/>
        <p:cNvGrpSpPr/>
        <p:nvPr/>
      </p:nvGrpSpPr>
      <p:grpSpPr>
        <a:xfrm>
          <a:off x="0" y="0"/>
          <a:ext cx="0" cy="0"/>
          <a:chOff x="0" y="0"/>
          <a:chExt cx="0" cy="0"/>
        </a:xfrm>
      </p:grpSpPr>
      <p:sp>
        <p:nvSpPr>
          <p:cNvPr id="193" name="Google Shape;193;g26b33ddcd5e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sp>
        <p:nvSpPr>
          <p:cNvPr id="194" name="Google Shape;194;g26b33ddcd5e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33ddcd5e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33ddcd5e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6b33ddcd5e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6b33ddcd5e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6b33ddcd5e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6b33ddcd5e_1_87"/>
          <p:cNvGrpSpPr/>
          <p:nvPr/>
        </p:nvGrpSpPr>
        <p:grpSpPr>
          <a:xfrm>
            <a:off x="662575" y="6212475"/>
            <a:ext cx="586800" cy="571500"/>
            <a:chOff x="662575" y="6212475"/>
            <a:chExt cx="586800" cy="571500"/>
          </a:xfrm>
        </p:grpSpPr>
        <p:sp>
          <p:nvSpPr>
            <p:cNvPr id="201" name="Google Shape;201;g26b33ddcd5e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6b33ddcd5e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6b33ddcd5e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6b33ddcd5e_1_87"/>
          <p:cNvGrpSpPr/>
          <p:nvPr/>
        </p:nvGrpSpPr>
        <p:grpSpPr>
          <a:xfrm>
            <a:off x="7894350" y="6212475"/>
            <a:ext cx="586800" cy="571500"/>
            <a:chOff x="7894350" y="6212475"/>
            <a:chExt cx="586800" cy="571500"/>
          </a:xfrm>
        </p:grpSpPr>
        <p:sp>
          <p:nvSpPr>
            <p:cNvPr id="205" name="Google Shape;205;g26b33ddcd5e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33ddcd5e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33ddcd5e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6b33ddcd5e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6b33ddcd5e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6b33ddcd5e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6b33ddcd5e_1_8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6b33ddcd5e_1_8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6b33ddcd5e_1_8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JL691</a:t>
            </a:r>
            <a:endParaRPr sz="1400" b="0" i="0" u="none" strike="noStrike" cap="none">
              <a:solidFill>
                <a:srgbClr val="000000"/>
              </a:solidFill>
              <a:latin typeface="Arial"/>
              <a:ea typeface="Arial"/>
              <a:cs typeface="Arial"/>
              <a:sym typeface="Arial"/>
            </a:endParaRPr>
          </a:p>
        </p:txBody>
      </p:sp>
      <p:sp>
        <p:nvSpPr>
          <p:cNvPr id="214" name="Google Shape;214;g26b33ddcd5e_1_87"/>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Hear Phonemes</a:t>
            </a:r>
            <a:endParaRPr sz="3000" b="0" i="0" u="none" strike="noStrike" cap="none">
              <a:solidFill>
                <a:srgbClr val="F7941D"/>
              </a:solidFill>
              <a:latin typeface="Poppins Medium"/>
              <a:ea typeface="Poppins Medium"/>
              <a:cs typeface="Poppins Medium"/>
              <a:sym typeface="Poppins Medium"/>
            </a:endParaRPr>
          </a:p>
        </p:txBody>
      </p:sp>
      <p:pic>
        <p:nvPicPr>
          <p:cNvPr id="215" name="Google Shape;215;g26b33ddcd5e_1_8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Teach Grapheme Captions">
  <p:cSld name="Alien Word of the Day_1_1">
    <p:spTree>
      <p:nvGrpSpPr>
        <p:cNvPr id="1" name="Shape 216"/>
        <p:cNvGrpSpPr/>
        <p:nvPr/>
      </p:nvGrpSpPr>
      <p:grpSpPr>
        <a:xfrm>
          <a:off x="0" y="0"/>
          <a:ext cx="0" cy="0"/>
          <a:chOff x="0" y="0"/>
          <a:chExt cx="0" cy="0"/>
        </a:xfrm>
      </p:grpSpPr>
      <p:sp>
        <p:nvSpPr>
          <p:cNvPr id="217" name="Google Shape;217;g26b33ddcd5e_1_161"/>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6b33ddcd5e_1_161"/>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6b33ddcd5e_1_161"/>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6b33ddcd5e_1_161"/>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6b33ddcd5e_1_161"/>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6b33ddcd5e_1_161"/>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3" name="Google Shape;223;g26b33ddcd5e_1_161"/>
          <p:cNvGrpSpPr/>
          <p:nvPr/>
        </p:nvGrpSpPr>
        <p:grpSpPr>
          <a:xfrm>
            <a:off x="662575" y="6212475"/>
            <a:ext cx="586800" cy="571500"/>
            <a:chOff x="662575" y="6212475"/>
            <a:chExt cx="586800" cy="571500"/>
          </a:xfrm>
        </p:grpSpPr>
        <p:sp>
          <p:nvSpPr>
            <p:cNvPr id="224" name="Google Shape;224;g26b33ddcd5e_1_161">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26b33ddcd5e_1_161">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26b33ddcd5e_1_161">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27" name="Google Shape;227;g26b33ddcd5e_1_161"/>
          <p:cNvGrpSpPr/>
          <p:nvPr/>
        </p:nvGrpSpPr>
        <p:grpSpPr>
          <a:xfrm>
            <a:off x="7894350" y="6212475"/>
            <a:ext cx="586800" cy="571500"/>
            <a:chOff x="7894350" y="6212475"/>
            <a:chExt cx="586800" cy="571500"/>
          </a:xfrm>
        </p:grpSpPr>
        <p:sp>
          <p:nvSpPr>
            <p:cNvPr id="228" name="Google Shape;228;g26b33ddcd5e_1_161">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26b33ddcd5e_1_161">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26b33ddcd5e_1_161">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1" name="Google Shape;231;g26b33ddcd5e_1_161"/>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2" name="Google Shape;232;g26b33ddcd5e_1_161"/>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3" name="Google Shape;233;g26b33ddcd5e_1_161"/>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6b33ddcd5e_1_161"/>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5" name="Google Shape;235;g26b33ddcd5e_1_161"/>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6" name="Google Shape;236;g26b33ddcd5e_1_161"/>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Teach Grapheme Caption</a:t>
            </a:r>
            <a:endParaRPr sz="3000" b="0" i="0" u="none" strike="noStrike" cap="none">
              <a:solidFill>
                <a:srgbClr val="F7941D"/>
              </a:solidFill>
              <a:latin typeface="Poppins Medium"/>
              <a:ea typeface="Poppins Medium"/>
              <a:cs typeface="Poppins Medium"/>
              <a:sym typeface="Poppins Medium"/>
            </a:endParaRPr>
          </a:p>
        </p:txBody>
      </p:sp>
      <p:sp>
        <p:nvSpPr>
          <p:cNvPr id="237" name="Google Shape;237;g26b33ddcd5e_1_161"/>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JL686</a:t>
            </a:r>
            <a:endParaRPr sz="1400" b="0" i="0" u="none" strike="noStrike" cap="none">
              <a:solidFill>
                <a:srgbClr val="000000"/>
              </a:solidFill>
              <a:latin typeface="Arial"/>
              <a:ea typeface="Arial"/>
              <a:cs typeface="Arial"/>
              <a:sym typeface="Arial"/>
            </a:endParaRPr>
          </a:p>
        </p:txBody>
      </p:sp>
      <p:sp>
        <p:nvSpPr>
          <p:cNvPr id="238" name="Google Shape;238;g26b33ddcd5e_1_161"/>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39" name="Google Shape;239;g26b33ddcd5e_1_161"/>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Teach Lowercase Formation">
  <p:cSld name="Alien Word of the Day_1_1_1">
    <p:spTree>
      <p:nvGrpSpPr>
        <p:cNvPr id="1" name="Shape 240"/>
        <p:cNvGrpSpPr/>
        <p:nvPr/>
      </p:nvGrpSpPr>
      <p:grpSpPr>
        <a:xfrm>
          <a:off x="0" y="0"/>
          <a:ext cx="0" cy="0"/>
          <a:chOff x="0" y="0"/>
          <a:chExt cx="0" cy="0"/>
        </a:xfrm>
      </p:grpSpPr>
      <p:sp>
        <p:nvSpPr>
          <p:cNvPr id="241" name="Google Shape;241;g26b33ddcd5e_1_23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6b33ddcd5e_1_23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6b33ddcd5e_1_23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4" name="Google Shape;244;g26b33ddcd5e_1_23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6b33ddcd5e_1_23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6b33ddcd5e_1_23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47" name="Google Shape;247;g26b33ddcd5e_1_237"/>
          <p:cNvGrpSpPr/>
          <p:nvPr/>
        </p:nvGrpSpPr>
        <p:grpSpPr>
          <a:xfrm>
            <a:off x="662575" y="6212475"/>
            <a:ext cx="586800" cy="571500"/>
            <a:chOff x="662575" y="6212475"/>
            <a:chExt cx="586800" cy="571500"/>
          </a:xfrm>
        </p:grpSpPr>
        <p:sp>
          <p:nvSpPr>
            <p:cNvPr id="248" name="Google Shape;248;g26b33ddcd5e_1_23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6b33ddcd5e_1_23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26b33ddcd5e_1_23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1" name="Google Shape;251;g26b33ddcd5e_1_237"/>
          <p:cNvGrpSpPr/>
          <p:nvPr/>
        </p:nvGrpSpPr>
        <p:grpSpPr>
          <a:xfrm>
            <a:off x="7894350" y="6212475"/>
            <a:ext cx="586800" cy="571500"/>
            <a:chOff x="7894350" y="6212475"/>
            <a:chExt cx="586800" cy="571500"/>
          </a:xfrm>
        </p:grpSpPr>
        <p:sp>
          <p:nvSpPr>
            <p:cNvPr id="252" name="Google Shape;252;g26b33ddcd5e_1_23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6b33ddcd5e_1_23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6b33ddcd5e_1_23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55" name="Google Shape;255;g26b33ddcd5e_1_23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6b33ddcd5e_1_23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7" name="Google Shape;257;g26b33ddcd5e_1_23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8" name="Google Shape;258;g26b33ddcd5e_1_23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9" name="Google Shape;259;g26b33ddcd5e_1_23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6b33ddcd5e_1_23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JL686</a:t>
            </a:r>
            <a:endParaRPr sz="1400" b="0" i="0" u="none" strike="noStrike" cap="none">
              <a:solidFill>
                <a:srgbClr val="000000"/>
              </a:solidFill>
              <a:latin typeface="Arial"/>
              <a:ea typeface="Arial"/>
              <a:cs typeface="Arial"/>
              <a:sym typeface="Arial"/>
            </a:endParaRPr>
          </a:p>
        </p:txBody>
      </p:sp>
      <p:sp>
        <p:nvSpPr>
          <p:cNvPr id="261" name="Google Shape;261;g26b33ddcd5e_1_237"/>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Teach Lowercase Formation</a:t>
            </a:r>
            <a:endParaRPr sz="3000" b="0" i="0" u="none" strike="noStrike" cap="none">
              <a:solidFill>
                <a:srgbClr val="F7941D"/>
              </a:solidFill>
              <a:latin typeface="Poppins Medium"/>
              <a:ea typeface="Poppins Medium"/>
              <a:cs typeface="Poppins Medium"/>
              <a:sym typeface="Poppins Medium"/>
            </a:endParaRPr>
          </a:p>
        </p:txBody>
      </p:sp>
      <p:sp>
        <p:nvSpPr>
          <p:cNvPr id="262" name="Google Shape;262;g26b33ddcd5e_1_23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63" name="Google Shape;263;g26b33ddcd5e_1_23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6-Build a Decodable Word">
  <p:cSld name="Alien Word of the Day_1_1_1_1_1_1">
    <p:spTree>
      <p:nvGrpSpPr>
        <p:cNvPr id="1" name="Shape 264"/>
        <p:cNvGrpSpPr/>
        <p:nvPr/>
      </p:nvGrpSpPr>
      <p:grpSpPr>
        <a:xfrm>
          <a:off x="0" y="0"/>
          <a:ext cx="0" cy="0"/>
          <a:chOff x="0" y="0"/>
          <a:chExt cx="0" cy="0"/>
        </a:xfrm>
      </p:grpSpPr>
      <p:sp>
        <p:nvSpPr>
          <p:cNvPr id="265" name="Google Shape;265;g26b33ddcd5e_1_4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6b33ddcd5e_1_4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6b33ddcd5e_1_4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6b33ddcd5e_1_4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6b33ddcd5e_1_4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6b33ddcd5e_1_4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71" name="Google Shape;271;g26b33ddcd5e_1_425"/>
          <p:cNvGrpSpPr/>
          <p:nvPr/>
        </p:nvGrpSpPr>
        <p:grpSpPr>
          <a:xfrm>
            <a:off x="662575" y="6212475"/>
            <a:ext cx="586800" cy="571500"/>
            <a:chOff x="662575" y="6212475"/>
            <a:chExt cx="586800" cy="571500"/>
          </a:xfrm>
        </p:grpSpPr>
        <p:sp>
          <p:nvSpPr>
            <p:cNvPr id="272" name="Google Shape;272;g26b33ddcd5e_1_4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6b33ddcd5e_1_4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6b33ddcd5e_1_4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26b33ddcd5e_1_425"/>
          <p:cNvGrpSpPr/>
          <p:nvPr/>
        </p:nvGrpSpPr>
        <p:grpSpPr>
          <a:xfrm>
            <a:off x="7894350" y="6212475"/>
            <a:ext cx="586800" cy="571500"/>
            <a:chOff x="7894350" y="6212475"/>
            <a:chExt cx="586800" cy="571500"/>
          </a:xfrm>
        </p:grpSpPr>
        <p:sp>
          <p:nvSpPr>
            <p:cNvPr id="276" name="Google Shape;276;g26b33ddcd5e_1_4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6b33ddcd5e_1_4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6b33ddcd5e_1_4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79" name="Google Shape;279;g26b33ddcd5e_1_4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80" name="Google Shape;280;g26b33ddcd5e_1_425"/>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6b33ddcd5e_1_4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82" name="Google Shape;282;g26b33ddcd5e_1_425"/>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3" name="Google Shape;283;g26b33ddcd5e_1_425"/>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4" name="Google Shape;284;g26b33ddcd5e_1_4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JL689</a:t>
            </a:r>
            <a:endParaRPr sz="1400" b="0" i="0" u="none" strike="noStrike" cap="none">
              <a:solidFill>
                <a:srgbClr val="000000"/>
              </a:solidFill>
              <a:latin typeface="Arial"/>
              <a:ea typeface="Arial"/>
              <a:cs typeface="Arial"/>
              <a:sym typeface="Arial"/>
            </a:endParaRPr>
          </a:p>
        </p:txBody>
      </p:sp>
      <p:sp>
        <p:nvSpPr>
          <p:cNvPr id="285" name="Google Shape;285;g26b33ddcd5e_1_425"/>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Build a Decodable Word</a:t>
            </a:r>
            <a:endParaRPr sz="3000" b="0" i="0" u="none" strike="noStrike" cap="none">
              <a:solidFill>
                <a:srgbClr val="F7941D"/>
              </a:solidFill>
              <a:latin typeface="Poppins Medium"/>
              <a:ea typeface="Poppins Medium"/>
              <a:cs typeface="Poppins Medium"/>
              <a:sym typeface="Poppins Medium"/>
            </a:endParaRPr>
          </a:p>
        </p:txBody>
      </p:sp>
      <p:sp>
        <p:nvSpPr>
          <p:cNvPr id="286" name="Google Shape;286;g26b33ddcd5e_1_4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7" name="Google Shape;287;g26b33ddcd5e_1_4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7-Practice with Alien Words">
  <p:cSld name="Alien Word of the Day_1_1_1_1_1_1_1">
    <p:spTree>
      <p:nvGrpSpPr>
        <p:cNvPr id="1" name="Shape 288"/>
        <p:cNvGrpSpPr/>
        <p:nvPr/>
      </p:nvGrpSpPr>
      <p:grpSpPr>
        <a:xfrm>
          <a:off x="0" y="0"/>
          <a:ext cx="0" cy="0"/>
          <a:chOff x="0" y="0"/>
          <a:chExt cx="0" cy="0"/>
        </a:xfrm>
      </p:grpSpPr>
      <p:sp>
        <p:nvSpPr>
          <p:cNvPr id="289" name="Google Shape;289;g26b33ddcd5e_1_474"/>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6b33ddcd5e_1_474"/>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6b33ddcd5e_1_474"/>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6b33ddcd5e_1_474"/>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6b33ddcd5e_1_474"/>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6b33ddcd5e_1_474"/>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95" name="Google Shape;295;g26b33ddcd5e_1_474"/>
          <p:cNvGrpSpPr/>
          <p:nvPr/>
        </p:nvGrpSpPr>
        <p:grpSpPr>
          <a:xfrm>
            <a:off x="662575" y="6212475"/>
            <a:ext cx="586800" cy="571500"/>
            <a:chOff x="662575" y="6212475"/>
            <a:chExt cx="586800" cy="571500"/>
          </a:xfrm>
        </p:grpSpPr>
        <p:sp>
          <p:nvSpPr>
            <p:cNvPr id="296" name="Google Shape;296;g26b33ddcd5e_1_474">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6b33ddcd5e_1_474">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6b33ddcd5e_1_474">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6b33ddcd5e_1_474"/>
          <p:cNvGrpSpPr/>
          <p:nvPr/>
        </p:nvGrpSpPr>
        <p:grpSpPr>
          <a:xfrm>
            <a:off x="7894350" y="6212475"/>
            <a:ext cx="586800" cy="571500"/>
            <a:chOff x="7894350" y="6212475"/>
            <a:chExt cx="586800" cy="571500"/>
          </a:xfrm>
        </p:grpSpPr>
        <p:sp>
          <p:nvSpPr>
            <p:cNvPr id="300" name="Google Shape;300;g26b33ddcd5e_1_47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6b33ddcd5e_1_47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6b33ddcd5e_1_47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03" name="Google Shape;303;g26b33ddcd5e_1_474"/>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04" name="Google Shape;304;g26b33ddcd5e_1_474"/>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5" name="Google Shape;305;g26b33ddcd5e_1_474"/>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06" name="Google Shape;306;g26b33ddcd5e_1_474"/>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7" name="Google Shape;307;g26b33ddcd5e_1_474"/>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6b33ddcd5e_1_474"/>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JL692</a:t>
            </a:r>
            <a:endParaRPr sz="1400" b="0" i="0" u="none" strike="noStrike" cap="none">
              <a:solidFill>
                <a:srgbClr val="000000"/>
              </a:solidFill>
              <a:latin typeface="Arial"/>
              <a:ea typeface="Arial"/>
              <a:cs typeface="Arial"/>
              <a:sym typeface="Arial"/>
            </a:endParaRPr>
          </a:p>
        </p:txBody>
      </p:sp>
      <p:sp>
        <p:nvSpPr>
          <p:cNvPr id="309" name="Google Shape;309;g26b33ddcd5e_1_474"/>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Alien Words</a:t>
            </a:r>
            <a:endParaRPr sz="3000" b="0" i="0" u="none" strike="noStrike" cap="none">
              <a:solidFill>
                <a:srgbClr val="F7941D"/>
              </a:solidFill>
              <a:latin typeface="Poppins Medium"/>
              <a:ea typeface="Poppins Medium"/>
              <a:cs typeface="Poppins Medium"/>
              <a:sym typeface="Poppins Medium"/>
            </a:endParaRPr>
          </a:p>
        </p:txBody>
      </p:sp>
      <p:sp>
        <p:nvSpPr>
          <p:cNvPr id="310" name="Google Shape;310;g26b33ddcd5e_1_474"/>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6b33ddcd5e_1_474"/>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8-Practice Heart Words">
  <p:cSld name="Alien Word of the Day_1_1_1_1_1_1_1_1">
    <p:spTree>
      <p:nvGrpSpPr>
        <p:cNvPr id="1" name="Shape 312"/>
        <p:cNvGrpSpPr/>
        <p:nvPr/>
      </p:nvGrpSpPr>
      <p:grpSpPr>
        <a:xfrm>
          <a:off x="0" y="0"/>
          <a:ext cx="0" cy="0"/>
          <a:chOff x="0" y="0"/>
          <a:chExt cx="0" cy="0"/>
        </a:xfrm>
      </p:grpSpPr>
      <p:sp>
        <p:nvSpPr>
          <p:cNvPr id="313" name="Google Shape;313;g26b33ddcd5e_1_52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6b33ddcd5e_1_52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6b33ddcd5e_1_52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6" name="Google Shape;316;g26b33ddcd5e_1_52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6b33ddcd5e_1_52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6b33ddcd5e_1_52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19" name="Google Shape;319;g26b33ddcd5e_1_520"/>
          <p:cNvGrpSpPr/>
          <p:nvPr/>
        </p:nvGrpSpPr>
        <p:grpSpPr>
          <a:xfrm>
            <a:off x="662575" y="6212475"/>
            <a:ext cx="586800" cy="571500"/>
            <a:chOff x="662575" y="6212475"/>
            <a:chExt cx="586800" cy="571500"/>
          </a:xfrm>
        </p:grpSpPr>
        <p:sp>
          <p:nvSpPr>
            <p:cNvPr id="320" name="Google Shape;320;g26b33ddcd5e_1_52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6b33ddcd5e_1_52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6b33ddcd5e_1_52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3" name="Google Shape;323;g26b33ddcd5e_1_520"/>
          <p:cNvGrpSpPr/>
          <p:nvPr/>
        </p:nvGrpSpPr>
        <p:grpSpPr>
          <a:xfrm>
            <a:off x="7894350" y="6212475"/>
            <a:ext cx="586800" cy="571500"/>
            <a:chOff x="7894350" y="6212475"/>
            <a:chExt cx="586800" cy="571500"/>
          </a:xfrm>
        </p:grpSpPr>
        <p:sp>
          <p:nvSpPr>
            <p:cNvPr id="324" name="Google Shape;324;g26b33ddcd5e_1_52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6b33ddcd5e_1_52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6b33ddcd5e_1_52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7" name="Google Shape;327;g26b33ddcd5e_1_52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28" name="Google Shape;328;g26b33ddcd5e_1_52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9" name="Google Shape;329;g26b33ddcd5e_1_52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6b33ddcd5e_1_52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1" name="Google Shape;331;g26b33ddcd5e_1_52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2" name="Google Shape;332;g26b33ddcd5e_1_52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RP107</a:t>
            </a:r>
            <a:endParaRPr sz="1400" b="0" i="0" u="none" strike="noStrike" cap="none">
              <a:solidFill>
                <a:srgbClr val="000000"/>
              </a:solidFill>
              <a:latin typeface="Arial"/>
              <a:ea typeface="Arial"/>
              <a:cs typeface="Arial"/>
              <a:sym typeface="Arial"/>
            </a:endParaRPr>
          </a:p>
        </p:txBody>
      </p:sp>
      <p:sp>
        <p:nvSpPr>
          <p:cNvPr id="333" name="Google Shape;333;g26b33ddcd5e_1_52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Tricky Heart Words</a:t>
            </a:r>
            <a:endParaRPr sz="3000" b="0" i="0" u="none" strike="noStrike" cap="none">
              <a:solidFill>
                <a:srgbClr val="F7941D"/>
              </a:solidFill>
              <a:latin typeface="Poppins Medium"/>
              <a:ea typeface="Poppins Medium"/>
              <a:cs typeface="Poppins Medium"/>
              <a:sym typeface="Poppins Medium"/>
            </a:endParaRPr>
          </a:p>
        </p:txBody>
      </p:sp>
      <p:sp>
        <p:nvSpPr>
          <p:cNvPr id="334" name="Google Shape;334;g26b33ddcd5e_1_52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5" name="Google Shape;335;g26b33ddcd5e_1_52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9-Practice Sight Words">
  <p:cSld name="Alien Word of the Day_1_1_1_1_1_1_1_1_1">
    <p:spTree>
      <p:nvGrpSpPr>
        <p:cNvPr id="1" name="Shape 336"/>
        <p:cNvGrpSpPr/>
        <p:nvPr/>
      </p:nvGrpSpPr>
      <p:grpSpPr>
        <a:xfrm>
          <a:off x="0" y="0"/>
          <a:ext cx="0" cy="0"/>
          <a:chOff x="0" y="0"/>
          <a:chExt cx="0" cy="0"/>
        </a:xfrm>
      </p:grpSpPr>
      <p:sp>
        <p:nvSpPr>
          <p:cNvPr id="337" name="Google Shape;337;g26b33ddcd5e_1_5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6b33ddcd5e_1_5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6b33ddcd5e_1_5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0" name="Google Shape;340;g26b33ddcd5e_1_5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6b33ddcd5e_1_5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6b33ddcd5e_1_5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43" name="Google Shape;343;g26b33ddcd5e_1_567"/>
          <p:cNvGrpSpPr/>
          <p:nvPr/>
        </p:nvGrpSpPr>
        <p:grpSpPr>
          <a:xfrm>
            <a:off x="662575" y="6212475"/>
            <a:ext cx="586800" cy="571500"/>
            <a:chOff x="662575" y="6212475"/>
            <a:chExt cx="586800" cy="571500"/>
          </a:xfrm>
        </p:grpSpPr>
        <p:sp>
          <p:nvSpPr>
            <p:cNvPr id="344" name="Google Shape;344;g26b33ddcd5e_1_5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6b33ddcd5e_1_5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6b33ddcd5e_1_5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6b33ddcd5e_1_567"/>
          <p:cNvGrpSpPr/>
          <p:nvPr/>
        </p:nvGrpSpPr>
        <p:grpSpPr>
          <a:xfrm>
            <a:off x="7894350" y="6212475"/>
            <a:ext cx="586800" cy="571500"/>
            <a:chOff x="7894350" y="6212475"/>
            <a:chExt cx="586800" cy="571500"/>
          </a:xfrm>
        </p:grpSpPr>
        <p:sp>
          <p:nvSpPr>
            <p:cNvPr id="348" name="Google Shape;348;g26b33ddcd5e_1_5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6b33ddcd5e_1_5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6b33ddcd5e_1_5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1" name="Google Shape;351;g26b33ddcd5e_1_5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52" name="Google Shape;352;g26b33ddcd5e_1_56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3" name="Google Shape;353;g26b33ddcd5e_1_5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54" name="Google Shape;354;g26b33ddcd5e_1_56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5" name="Google Shape;355;g26b33ddcd5e_1_56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6" name="Google Shape;356;g26b33ddcd5e_1_5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JL688</a:t>
            </a:r>
            <a:endParaRPr sz="1400" b="0" i="0" u="none" strike="noStrike" cap="none">
              <a:solidFill>
                <a:srgbClr val="000000"/>
              </a:solidFill>
              <a:latin typeface="Arial"/>
              <a:ea typeface="Arial"/>
              <a:cs typeface="Arial"/>
              <a:sym typeface="Arial"/>
            </a:endParaRPr>
          </a:p>
        </p:txBody>
      </p:sp>
      <p:sp>
        <p:nvSpPr>
          <p:cNvPr id="357" name="Google Shape;357;g26b33ddcd5e_1_5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Sight Words</a:t>
            </a:r>
            <a:endParaRPr sz="3000" b="0" i="0" u="none" strike="noStrike" cap="none">
              <a:solidFill>
                <a:srgbClr val="F7941D"/>
              </a:solidFill>
              <a:latin typeface="Poppins Medium"/>
              <a:ea typeface="Poppins Medium"/>
              <a:cs typeface="Poppins Medium"/>
              <a:sym typeface="Poppins Medium"/>
            </a:endParaRPr>
          </a:p>
        </p:txBody>
      </p:sp>
      <p:sp>
        <p:nvSpPr>
          <p:cNvPr id="358" name="Google Shape;358;g26b33ddcd5e_1_5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6b33ddcd5e_1_5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360"/>
        <p:cNvGrpSpPr/>
        <p:nvPr/>
      </p:nvGrpSpPr>
      <p:grpSpPr>
        <a:xfrm>
          <a:off x="0" y="0"/>
          <a:ext cx="0" cy="0"/>
          <a:chOff x="0" y="0"/>
          <a:chExt cx="0" cy="0"/>
        </a:xfrm>
      </p:grpSpPr>
      <p:sp>
        <p:nvSpPr>
          <p:cNvPr id="361" name="Google Shape;361;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8" name="Google Shape;368;g2c235dd0dad_1_87"/>
          <p:cNvGrpSpPr/>
          <p:nvPr/>
        </p:nvGrpSpPr>
        <p:grpSpPr>
          <a:xfrm>
            <a:off x="662575" y="6212475"/>
            <a:ext cx="586800" cy="571500"/>
            <a:chOff x="662575" y="6212475"/>
            <a:chExt cx="586800" cy="571500"/>
          </a:xfrm>
        </p:grpSpPr>
        <p:sp>
          <p:nvSpPr>
            <p:cNvPr id="369" name="Google Shape;36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235dd0dad_1_87"/>
          <p:cNvGrpSpPr/>
          <p:nvPr/>
        </p:nvGrpSpPr>
        <p:grpSpPr>
          <a:xfrm>
            <a:off x="7894350" y="6212475"/>
            <a:ext cx="586800" cy="571500"/>
            <a:chOff x="7894350" y="6212475"/>
            <a:chExt cx="586800" cy="571500"/>
          </a:xfrm>
        </p:grpSpPr>
        <p:sp>
          <p:nvSpPr>
            <p:cNvPr id="373" name="Google Shape;37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7" name="Google Shape;377;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8" name="Google Shape;378;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0" name="Google Shape;380;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1" name="Google Shape;381;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382" name="Google Shape;382;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383" name="Google Shape;383;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384" name="Google Shape;384;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385" name="Google Shape;385;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386" name="Google Shape;386;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387" name="Google Shape;387;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88" name="Google Shape;388;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89" name="Google Shape;389;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390" name="Google Shape;390;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391" name="Google Shape;391;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392"/>
        <p:cNvGrpSpPr/>
        <p:nvPr/>
      </p:nvGrpSpPr>
      <p:grpSpPr>
        <a:xfrm>
          <a:off x="0" y="0"/>
          <a:ext cx="0" cy="0"/>
          <a:chOff x="0" y="0"/>
          <a:chExt cx="0" cy="0"/>
        </a:xfrm>
      </p:grpSpPr>
      <p:sp>
        <p:nvSpPr>
          <p:cNvPr id="393" name="Google Shape;393;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6" name="Google Shape;396;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9" name="Google Shape;399;g1f3daf8a844_0_32"/>
          <p:cNvGrpSpPr/>
          <p:nvPr/>
        </p:nvGrpSpPr>
        <p:grpSpPr>
          <a:xfrm>
            <a:off x="662575" y="6212475"/>
            <a:ext cx="586800" cy="571500"/>
            <a:chOff x="662575" y="6212475"/>
            <a:chExt cx="586800" cy="571500"/>
          </a:xfrm>
        </p:grpSpPr>
        <p:sp>
          <p:nvSpPr>
            <p:cNvPr id="400" name="Google Shape;40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3" name="Google Shape;403;g1f3daf8a844_0_32"/>
          <p:cNvGrpSpPr/>
          <p:nvPr/>
        </p:nvGrpSpPr>
        <p:grpSpPr>
          <a:xfrm>
            <a:off x="7894350" y="6212475"/>
            <a:ext cx="586800" cy="571500"/>
            <a:chOff x="7894350" y="6212475"/>
            <a:chExt cx="586800" cy="571500"/>
          </a:xfrm>
        </p:grpSpPr>
        <p:sp>
          <p:nvSpPr>
            <p:cNvPr id="404" name="Google Shape;40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7" name="Google Shape;407;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8" name="Google Shape;40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9" name="Google Shape;40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1" name="Google Shape;41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2" name="Google Shape;41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413" name="Google Shape;41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414" name="Google Shape;41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415" name="Google Shape;41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416" name="Google Shape;41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417" name="Google Shape;41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418" name="Google Shape;41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419" name="Google Shape;41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420" name="Google Shape;42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421" name="Google Shape;42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422"/>
        <p:cNvGrpSpPr/>
        <p:nvPr/>
      </p:nvGrpSpPr>
      <p:grpSpPr>
        <a:xfrm>
          <a:off x="0" y="0"/>
          <a:ext cx="0" cy="0"/>
          <a:chOff x="0" y="0"/>
          <a:chExt cx="0" cy="0"/>
        </a:xfrm>
      </p:grpSpPr>
      <p:sp>
        <p:nvSpPr>
          <p:cNvPr id="423" name="Google Shape;423;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6" name="Google Shape;426;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9" name="Google Shape;429;g2c157a2fb06_0_53"/>
          <p:cNvGrpSpPr/>
          <p:nvPr/>
        </p:nvGrpSpPr>
        <p:grpSpPr>
          <a:xfrm>
            <a:off x="662575" y="6212475"/>
            <a:ext cx="586800" cy="571500"/>
            <a:chOff x="662575" y="6212475"/>
            <a:chExt cx="586800" cy="571500"/>
          </a:xfrm>
        </p:grpSpPr>
        <p:sp>
          <p:nvSpPr>
            <p:cNvPr id="430" name="Google Shape;430;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3" name="Google Shape;433;g2c157a2fb06_0_53"/>
          <p:cNvGrpSpPr/>
          <p:nvPr/>
        </p:nvGrpSpPr>
        <p:grpSpPr>
          <a:xfrm>
            <a:off x="7894350" y="6212475"/>
            <a:ext cx="586800" cy="571500"/>
            <a:chOff x="7894350" y="6212475"/>
            <a:chExt cx="586800" cy="571500"/>
          </a:xfrm>
        </p:grpSpPr>
        <p:sp>
          <p:nvSpPr>
            <p:cNvPr id="434" name="Google Shape;434;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7" name="Google Shape;437;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8" name="Google Shape;43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9" name="Google Shape;439;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40" name="Google Shape;44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1" name="Google Shape;44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2" name="Google Shape;44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443" name="Google Shape;44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444" name="Google Shape;44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5" name="Google Shape;44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7" name="Google Shape;44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8" name="Google Shape;44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9" name="Google Shape;44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 name="Google Shape;45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1" name="Google Shape;45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2" name="Google Shape;45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453" name="Google Shape;453;g2c157a2fb06_0_53"/>
          <p:cNvGrpSpPr/>
          <p:nvPr/>
        </p:nvGrpSpPr>
        <p:grpSpPr>
          <a:xfrm>
            <a:off x="1403031" y="6958923"/>
            <a:ext cx="6774848" cy="1291477"/>
            <a:chOff x="717231" y="7263723"/>
            <a:chExt cx="6774848" cy="1291477"/>
          </a:xfrm>
        </p:grpSpPr>
        <p:sp>
          <p:nvSpPr>
            <p:cNvPr id="454" name="Google Shape;45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455" name="Google Shape;45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456" name="Google Shape;45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457" name="Google Shape;45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458" name="Google Shape;45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459" name="Google Shape;45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460" name="Google Shape;46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461" name="Google Shape;46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462" name="Google Shape;46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5" name="Google Shape;46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466" name="Google Shape;46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467"/>
        <p:cNvGrpSpPr/>
        <p:nvPr/>
      </p:nvGrpSpPr>
      <p:grpSpPr>
        <a:xfrm>
          <a:off x="0" y="0"/>
          <a:ext cx="0" cy="0"/>
          <a:chOff x="0" y="0"/>
          <a:chExt cx="0" cy="0"/>
        </a:xfrm>
      </p:grpSpPr>
      <p:pic>
        <p:nvPicPr>
          <p:cNvPr id="468" name="Google Shape;46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469" name="Google Shape;469;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5" name="Google Shape;475;g2c157a2fb06_0_158"/>
          <p:cNvGrpSpPr/>
          <p:nvPr/>
        </p:nvGrpSpPr>
        <p:grpSpPr>
          <a:xfrm>
            <a:off x="662575" y="6212475"/>
            <a:ext cx="586800" cy="571500"/>
            <a:chOff x="662575" y="6212475"/>
            <a:chExt cx="586800" cy="571500"/>
          </a:xfrm>
        </p:grpSpPr>
        <p:sp>
          <p:nvSpPr>
            <p:cNvPr id="476" name="Google Shape;47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9" name="Google Shape;479;g2c157a2fb06_0_158"/>
          <p:cNvGrpSpPr/>
          <p:nvPr/>
        </p:nvGrpSpPr>
        <p:grpSpPr>
          <a:xfrm>
            <a:off x="7894350" y="6212475"/>
            <a:ext cx="586800" cy="571500"/>
            <a:chOff x="7894350" y="6212475"/>
            <a:chExt cx="586800" cy="571500"/>
          </a:xfrm>
        </p:grpSpPr>
        <p:sp>
          <p:nvSpPr>
            <p:cNvPr id="480" name="Google Shape;48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3" name="Google Shape;483;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4" name="Google Shape;48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5" name="Google Shape;485;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86" name="Google Shape;48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7" name="Google Shape;48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8" name="Google Shape;48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489" name="Google Shape;48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490" name="Google Shape;49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1" name="Google Shape;49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2" name="Google Shape;49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3" name="Google Shape;49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4" name="Google Shape;49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5" name="Google Shape;49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496"/>
        <p:cNvGrpSpPr/>
        <p:nvPr/>
      </p:nvGrpSpPr>
      <p:grpSpPr>
        <a:xfrm>
          <a:off x="0" y="0"/>
          <a:ext cx="0" cy="0"/>
          <a:chOff x="0" y="0"/>
          <a:chExt cx="0" cy="0"/>
        </a:xfrm>
      </p:grpSpPr>
      <p:sp>
        <p:nvSpPr>
          <p:cNvPr id="497" name="Google Shape;497;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0" name="Google Shape;500;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03" name="Google Shape;503;g2c157a2fb06_0_263"/>
          <p:cNvGrpSpPr/>
          <p:nvPr/>
        </p:nvGrpSpPr>
        <p:grpSpPr>
          <a:xfrm>
            <a:off x="662575" y="6212475"/>
            <a:ext cx="586800" cy="571500"/>
            <a:chOff x="662575" y="6212475"/>
            <a:chExt cx="586800" cy="571500"/>
          </a:xfrm>
        </p:grpSpPr>
        <p:sp>
          <p:nvSpPr>
            <p:cNvPr id="504" name="Google Shape;50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7" name="Google Shape;507;g2c157a2fb06_0_263"/>
          <p:cNvGrpSpPr/>
          <p:nvPr/>
        </p:nvGrpSpPr>
        <p:grpSpPr>
          <a:xfrm>
            <a:off x="7894350" y="6212475"/>
            <a:ext cx="586800" cy="571500"/>
            <a:chOff x="7894350" y="6212475"/>
            <a:chExt cx="586800" cy="571500"/>
          </a:xfrm>
        </p:grpSpPr>
        <p:sp>
          <p:nvSpPr>
            <p:cNvPr id="508" name="Google Shape;50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1" name="Google Shape;511;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3" name="Google Shape;513;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14" name="Google Shape;51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5" name="Google Shape;51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6" name="Google Shape;51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17" name="Google Shape;51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518" name="Google Shape;51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19" name="Google Shape;51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20" name="Google Shape;52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21" name="Google Shape;52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22" name="Google Shape;522;g2c157a2fb06_0_263"/>
          <p:cNvSpPr>
            <a:spLocks noGrp="1"/>
          </p:cNvSpPr>
          <p:nvPr>
            <p:ph type="pic" idx="8"/>
          </p:nvPr>
        </p:nvSpPr>
        <p:spPr>
          <a:xfrm>
            <a:off x="5086375" y="4412425"/>
            <a:ext cx="2668800" cy="1291500"/>
          </a:xfrm>
          <a:prstGeom prst="rect">
            <a:avLst/>
          </a:prstGeom>
          <a:noFill/>
          <a:ln>
            <a:noFill/>
          </a:ln>
        </p:spPr>
      </p:sp>
      <p:sp>
        <p:nvSpPr>
          <p:cNvPr id="523" name="Google Shape;523;g2c157a2fb06_0_263"/>
          <p:cNvSpPr>
            <a:spLocks noGrp="1"/>
          </p:cNvSpPr>
          <p:nvPr>
            <p:ph type="pic" idx="9"/>
          </p:nvPr>
        </p:nvSpPr>
        <p:spPr>
          <a:xfrm>
            <a:off x="5086375" y="797675"/>
            <a:ext cx="2668800" cy="1291500"/>
          </a:xfrm>
          <a:prstGeom prst="rect">
            <a:avLst/>
          </a:prstGeom>
          <a:noFill/>
          <a:ln>
            <a:noFill/>
          </a:ln>
        </p:spPr>
      </p:sp>
      <p:sp>
        <p:nvSpPr>
          <p:cNvPr id="524" name="Google Shape;524;g2c157a2fb06_0_263"/>
          <p:cNvSpPr>
            <a:spLocks noGrp="1"/>
          </p:cNvSpPr>
          <p:nvPr>
            <p:ph type="pic" idx="13"/>
          </p:nvPr>
        </p:nvSpPr>
        <p:spPr>
          <a:xfrm>
            <a:off x="5086375" y="2002592"/>
            <a:ext cx="2668800" cy="1291500"/>
          </a:xfrm>
          <a:prstGeom prst="rect">
            <a:avLst/>
          </a:prstGeom>
          <a:noFill/>
          <a:ln>
            <a:noFill/>
          </a:ln>
        </p:spPr>
      </p:sp>
      <p:sp>
        <p:nvSpPr>
          <p:cNvPr id="525" name="Google Shape;525;g2c157a2fb06_0_263"/>
          <p:cNvSpPr>
            <a:spLocks noGrp="1"/>
          </p:cNvSpPr>
          <p:nvPr>
            <p:ph type="pic" idx="14"/>
          </p:nvPr>
        </p:nvSpPr>
        <p:spPr>
          <a:xfrm>
            <a:off x="5086375" y="3207508"/>
            <a:ext cx="2668800" cy="1291500"/>
          </a:xfrm>
          <a:prstGeom prst="rect">
            <a:avLst/>
          </a:prstGeom>
          <a:noFill/>
          <a:ln>
            <a:noFill/>
          </a:ln>
        </p:spPr>
      </p:sp>
      <p:sp>
        <p:nvSpPr>
          <p:cNvPr id="526" name="Google Shape;52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7" name="Google Shape;52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528"/>
        <p:cNvGrpSpPr/>
        <p:nvPr/>
      </p:nvGrpSpPr>
      <p:grpSpPr>
        <a:xfrm>
          <a:off x="0" y="0"/>
          <a:ext cx="0" cy="0"/>
          <a:chOff x="0" y="0"/>
          <a:chExt cx="0" cy="0"/>
        </a:xfrm>
      </p:grpSpPr>
      <p:cxnSp>
        <p:nvCxnSpPr>
          <p:cNvPr id="529" name="Google Shape;52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30" name="Google Shape;53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532" name="Google Shape;532;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5" name="Google Shape;535;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38" name="Google Shape;538;g2c157a2fb06_0_467"/>
          <p:cNvGrpSpPr/>
          <p:nvPr/>
        </p:nvGrpSpPr>
        <p:grpSpPr>
          <a:xfrm>
            <a:off x="662575" y="6212475"/>
            <a:ext cx="586800" cy="571500"/>
            <a:chOff x="662575" y="6212475"/>
            <a:chExt cx="586800" cy="571500"/>
          </a:xfrm>
        </p:grpSpPr>
        <p:sp>
          <p:nvSpPr>
            <p:cNvPr id="539" name="Google Shape;53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2" name="Google Shape;542;g2c157a2fb06_0_467"/>
          <p:cNvGrpSpPr/>
          <p:nvPr/>
        </p:nvGrpSpPr>
        <p:grpSpPr>
          <a:xfrm>
            <a:off x="7894350" y="6212475"/>
            <a:ext cx="586800" cy="571500"/>
            <a:chOff x="7894350" y="6212475"/>
            <a:chExt cx="586800" cy="571500"/>
          </a:xfrm>
        </p:grpSpPr>
        <p:sp>
          <p:nvSpPr>
            <p:cNvPr id="543" name="Google Shape;54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6" name="Google Shape;546;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47" name="Google Shape;54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49" name="Google Shape;54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0" name="Google Shape;55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1" name="Google Shape;55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552" name="Google Shape;55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553" name="Google Shape;55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4" name="Google Shape;55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555"/>
        <p:cNvGrpSpPr/>
        <p:nvPr/>
      </p:nvGrpSpPr>
      <p:grpSpPr>
        <a:xfrm>
          <a:off x="0" y="0"/>
          <a:ext cx="0" cy="0"/>
          <a:chOff x="0" y="0"/>
          <a:chExt cx="0" cy="0"/>
        </a:xfrm>
      </p:grpSpPr>
      <p:cxnSp>
        <p:nvCxnSpPr>
          <p:cNvPr id="556" name="Google Shape;55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57" name="Google Shape;55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558" name="Google Shape;558;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1" name="Google Shape;561;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4" name="Google Shape;564;g2c157a2fb06_0_629"/>
          <p:cNvGrpSpPr/>
          <p:nvPr/>
        </p:nvGrpSpPr>
        <p:grpSpPr>
          <a:xfrm>
            <a:off x="662575" y="6212475"/>
            <a:ext cx="586800" cy="571500"/>
            <a:chOff x="662575" y="6212475"/>
            <a:chExt cx="586800" cy="571500"/>
          </a:xfrm>
        </p:grpSpPr>
        <p:sp>
          <p:nvSpPr>
            <p:cNvPr id="565" name="Google Shape;56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8" name="Google Shape;568;g2c157a2fb06_0_629"/>
          <p:cNvGrpSpPr/>
          <p:nvPr/>
        </p:nvGrpSpPr>
        <p:grpSpPr>
          <a:xfrm>
            <a:off x="7894350" y="6212475"/>
            <a:ext cx="586800" cy="571500"/>
            <a:chOff x="7894350" y="6212475"/>
            <a:chExt cx="586800" cy="571500"/>
          </a:xfrm>
        </p:grpSpPr>
        <p:sp>
          <p:nvSpPr>
            <p:cNvPr id="569" name="Google Shape;56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2" name="Google Shape;572;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3" name="Google Shape;57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5" name="Google Shape;57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6" name="Google Shape;57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7" name="Google Shape;57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8" name="Google Shape;57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579" name="Google Shape;57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0" name="Google Shape;58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1" name="Google Shape;58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582"/>
        <p:cNvGrpSpPr/>
        <p:nvPr/>
      </p:nvGrpSpPr>
      <p:grpSpPr>
        <a:xfrm>
          <a:off x="0" y="0"/>
          <a:ext cx="0" cy="0"/>
          <a:chOff x="0" y="0"/>
          <a:chExt cx="0" cy="0"/>
        </a:xfrm>
      </p:grpSpPr>
      <p:cxnSp>
        <p:nvCxnSpPr>
          <p:cNvPr id="583" name="Google Shape;583;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84" name="Google Shape;584;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85" name="Google Shape;585;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6" name="Google Shape;586;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587" name="Google Shape;587;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3" name="Google Shape;593;g2c157a2fb06_0_798"/>
          <p:cNvGrpSpPr/>
          <p:nvPr/>
        </p:nvGrpSpPr>
        <p:grpSpPr>
          <a:xfrm>
            <a:off x="662575" y="6212475"/>
            <a:ext cx="586800" cy="571500"/>
            <a:chOff x="662575" y="6212475"/>
            <a:chExt cx="586800" cy="571500"/>
          </a:xfrm>
        </p:grpSpPr>
        <p:sp>
          <p:nvSpPr>
            <p:cNvPr id="594" name="Google Shape;594;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798"/>
          <p:cNvGrpSpPr/>
          <p:nvPr/>
        </p:nvGrpSpPr>
        <p:grpSpPr>
          <a:xfrm>
            <a:off x="7894350" y="6212475"/>
            <a:ext cx="586800" cy="571500"/>
            <a:chOff x="7894350" y="6212475"/>
            <a:chExt cx="586800" cy="571500"/>
          </a:xfrm>
        </p:grpSpPr>
        <p:sp>
          <p:nvSpPr>
            <p:cNvPr id="598" name="Google Shape;598;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1" name="Google Shape;601;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2" name="Google Shape;60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3" name="Google Shape;603;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4" name="Google Shape;60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5" name="Google Shape;60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607" name="Google Shape;60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608" name="Google Shape;60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9" name="Google Shape;60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610"/>
        <p:cNvGrpSpPr/>
        <p:nvPr/>
      </p:nvGrpSpPr>
      <p:grpSpPr>
        <a:xfrm>
          <a:off x="0" y="0"/>
          <a:ext cx="0" cy="0"/>
          <a:chOff x="0" y="0"/>
          <a:chExt cx="0" cy="0"/>
        </a:xfrm>
      </p:grpSpPr>
      <p:cxnSp>
        <p:nvCxnSpPr>
          <p:cNvPr id="611" name="Google Shape;61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612" name="Google Shape;61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613" name="Google Shape;61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14" name="Google Shape;61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615" name="Google Shape;615;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8" name="Google Shape;618;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1" name="Google Shape;621;g2c157a2fb06_0_825"/>
          <p:cNvGrpSpPr/>
          <p:nvPr/>
        </p:nvGrpSpPr>
        <p:grpSpPr>
          <a:xfrm>
            <a:off x="662575" y="6212475"/>
            <a:ext cx="586800" cy="571500"/>
            <a:chOff x="662575" y="6212475"/>
            <a:chExt cx="586800" cy="571500"/>
          </a:xfrm>
        </p:grpSpPr>
        <p:sp>
          <p:nvSpPr>
            <p:cNvPr id="622" name="Google Shape;62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157a2fb06_0_825"/>
          <p:cNvGrpSpPr/>
          <p:nvPr/>
        </p:nvGrpSpPr>
        <p:grpSpPr>
          <a:xfrm>
            <a:off x="7894350" y="6212475"/>
            <a:ext cx="586800" cy="571500"/>
            <a:chOff x="7894350" y="6212475"/>
            <a:chExt cx="586800" cy="571500"/>
          </a:xfrm>
        </p:grpSpPr>
        <p:sp>
          <p:nvSpPr>
            <p:cNvPr id="626" name="Google Shape;62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29" name="Google Shape;629;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0" name="Google Shape;63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1" name="Google Shape;631;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2" name="Google Shape;63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3" name="Google Shape;63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4" name="Google Shape;63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35" name="Google Shape;63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636" name="Google Shape;63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7" name="Google Shape;63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638"/>
        <p:cNvGrpSpPr/>
        <p:nvPr/>
      </p:nvGrpSpPr>
      <p:grpSpPr>
        <a:xfrm>
          <a:off x="0" y="0"/>
          <a:ext cx="0" cy="0"/>
          <a:chOff x="0" y="0"/>
          <a:chExt cx="0" cy="0"/>
        </a:xfrm>
      </p:grpSpPr>
      <p:sp>
        <p:nvSpPr>
          <p:cNvPr id="639" name="Google Shape;639;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0" name="Google Shape;640;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4" name="Google Shape;644;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5" name="Google Shape;645;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48" name="Google Shape;648;g2c157a2fb06_0_700"/>
          <p:cNvGrpSpPr/>
          <p:nvPr/>
        </p:nvGrpSpPr>
        <p:grpSpPr>
          <a:xfrm>
            <a:off x="662575" y="6212475"/>
            <a:ext cx="586800" cy="571500"/>
            <a:chOff x="662575" y="6212475"/>
            <a:chExt cx="586800" cy="571500"/>
          </a:xfrm>
        </p:grpSpPr>
        <p:sp>
          <p:nvSpPr>
            <p:cNvPr id="649" name="Google Shape;64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2" name="Google Shape;652;g2c157a2fb06_0_700"/>
          <p:cNvGrpSpPr/>
          <p:nvPr/>
        </p:nvGrpSpPr>
        <p:grpSpPr>
          <a:xfrm>
            <a:off x="7894350" y="6212475"/>
            <a:ext cx="586800" cy="571500"/>
            <a:chOff x="7894350" y="6212475"/>
            <a:chExt cx="586800" cy="571500"/>
          </a:xfrm>
        </p:grpSpPr>
        <p:sp>
          <p:nvSpPr>
            <p:cNvPr id="653" name="Google Shape;65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4" name="Google Shape;654;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6" name="Google Shape;656;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57" name="Google Shape;65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58" name="Google Shape;658;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59" name="Google Shape;65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0" name="Google Shape;66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1" name="Google Shape;66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662" name="Google Shape;66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63" name="Google Shape;66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4" name="Google Shape;66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5" name="Google Shape;66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6" name="Google Shape;66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8" name="Google Shape;66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0" name="Google Shape;67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2" name="Google Shape;67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4" name="Google Shape;67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5" name="Google Shape;67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6" name="Google Shape;67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77" name="Google Shape;67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678"/>
        <p:cNvGrpSpPr/>
        <p:nvPr/>
      </p:nvGrpSpPr>
      <p:grpSpPr>
        <a:xfrm>
          <a:off x="0" y="0"/>
          <a:ext cx="0" cy="0"/>
          <a:chOff x="0" y="0"/>
          <a:chExt cx="0" cy="0"/>
        </a:xfrm>
      </p:grpSpPr>
      <p:sp>
        <p:nvSpPr>
          <p:cNvPr id="679" name="Google Shape;679;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0" name="Google Shape;680;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1" name="Google Shape;68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2" name="Google Shape;682;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3" name="Google Shape;683;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4" name="Google Shape;68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5" name="Google Shape;685;g2c157a2fb06_0_932"/>
          <p:cNvGrpSpPr/>
          <p:nvPr/>
        </p:nvGrpSpPr>
        <p:grpSpPr>
          <a:xfrm>
            <a:off x="662575" y="6212475"/>
            <a:ext cx="586800" cy="571500"/>
            <a:chOff x="662575" y="6212475"/>
            <a:chExt cx="586800" cy="571500"/>
          </a:xfrm>
        </p:grpSpPr>
        <p:sp>
          <p:nvSpPr>
            <p:cNvPr id="686" name="Google Shape;68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7" name="Google Shape;687;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8" name="Google Shape;688;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89" name="Google Shape;689;g2c157a2fb06_0_932"/>
          <p:cNvGrpSpPr/>
          <p:nvPr/>
        </p:nvGrpSpPr>
        <p:grpSpPr>
          <a:xfrm>
            <a:off x="7894350" y="6212475"/>
            <a:ext cx="586800" cy="571500"/>
            <a:chOff x="7894350" y="6212475"/>
            <a:chExt cx="586800" cy="571500"/>
          </a:xfrm>
        </p:grpSpPr>
        <p:sp>
          <p:nvSpPr>
            <p:cNvPr id="690" name="Google Shape;69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1" name="Google Shape;691;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2" name="Google Shape;692;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93" name="Google Shape;693;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94" name="Google Shape;69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95" name="Google Shape;695;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96" name="Google Shape;69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97" name="Google Shape;69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98" name="Google Shape;69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699" name="Google Shape;69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0" name="Google Shape;70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1" name="Google Shape;70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2" name="Google Shape;70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3" name="Google Shape;70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704" name="Google Shape;70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705" name="Google Shape;70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706" name="Google Shape;70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707" name="Google Shape;70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08" name="Google Shape;70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709" name="Google Shape;70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0" name="Google Shape;71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1" name="Google Shape;71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2" name="Google Shape;71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3" name="Google Shape;71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4" name="Google Shape;71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5" name="Google Shape;71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6" name="Google Shape;71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7" name="Google Shape;71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718"/>
        <p:cNvGrpSpPr/>
        <p:nvPr/>
      </p:nvGrpSpPr>
      <p:grpSpPr>
        <a:xfrm>
          <a:off x="0" y="0"/>
          <a:ext cx="0" cy="0"/>
          <a:chOff x="0" y="0"/>
          <a:chExt cx="0" cy="0"/>
        </a:xfrm>
      </p:grpSpPr>
      <p:cxnSp>
        <p:nvCxnSpPr>
          <p:cNvPr id="719" name="Google Shape;7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720" name="Google Shape;7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721" name="Google Shape;7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2" name="Google Shape;7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3" name="Google Shape;7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4" name="Google Shape;7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5" name="Google Shape;7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6" name="Google Shape;7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7" name="Google Shape;7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8" name="Google Shape;7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9" name="Google Shape;7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30" name="Google Shape;730;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1" name="Google Shape;731;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2" name="Google Shape;732;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33" name="Google Shape;733;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4" name="Google Shape;734;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5" name="Google Shape;73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36" name="Google Shape;736;g2c157a2fb06_0_1045"/>
          <p:cNvGrpSpPr/>
          <p:nvPr/>
        </p:nvGrpSpPr>
        <p:grpSpPr>
          <a:xfrm>
            <a:off x="662575" y="6212475"/>
            <a:ext cx="586800" cy="571500"/>
            <a:chOff x="662575" y="6212475"/>
            <a:chExt cx="586800" cy="571500"/>
          </a:xfrm>
        </p:grpSpPr>
        <p:sp>
          <p:nvSpPr>
            <p:cNvPr id="737" name="Google Shape;7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8" name="Google Shape;738;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9" name="Google Shape;739;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40" name="Google Shape;740;g2c157a2fb06_0_1045"/>
          <p:cNvGrpSpPr/>
          <p:nvPr/>
        </p:nvGrpSpPr>
        <p:grpSpPr>
          <a:xfrm>
            <a:off x="7894350" y="6212475"/>
            <a:ext cx="586800" cy="571500"/>
            <a:chOff x="7894350" y="6212475"/>
            <a:chExt cx="586800" cy="571500"/>
          </a:xfrm>
        </p:grpSpPr>
        <p:sp>
          <p:nvSpPr>
            <p:cNvPr id="741" name="Google Shape;7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44" name="Google Shape;744;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745" name="Google Shape;74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46" name="Google Shape;746;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747" name="Google Shape;74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48" name="Google Shape;74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49" name="Google Shape;74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750" name="Google Shape;75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751" name="Google Shape;75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52" name="Google Shape;75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753" name="Google Shape;75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54" name="Google Shape;75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755"/>
        <p:cNvGrpSpPr/>
        <p:nvPr/>
      </p:nvGrpSpPr>
      <p:grpSpPr>
        <a:xfrm>
          <a:off x="0" y="0"/>
          <a:ext cx="0" cy="0"/>
          <a:chOff x="0" y="0"/>
          <a:chExt cx="0" cy="0"/>
        </a:xfrm>
      </p:grpSpPr>
      <p:sp>
        <p:nvSpPr>
          <p:cNvPr id="756" name="Google Shape;756;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7" name="Google Shape;757;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8" name="Google Shape;758;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59" name="Google Shape;759;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0" name="Google Shape;760;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1" name="Google Shape;76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62" name="Google Shape;762;g2c157a2fb06_0_1110"/>
          <p:cNvGrpSpPr/>
          <p:nvPr/>
        </p:nvGrpSpPr>
        <p:grpSpPr>
          <a:xfrm>
            <a:off x="662575" y="6212475"/>
            <a:ext cx="586800" cy="571500"/>
            <a:chOff x="662575" y="6212475"/>
            <a:chExt cx="586800" cy="571500"/>
          </a:xfrm>
        </p:grpSpPr>
        <p:sp>
          <p:nvSpPr>
            <p:cNvPr id="763" name="Google Shape;76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4" name="Google Shape;764;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5" name="Google Shape;765;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66" name="Google Shape;766;g2c157a2fb06_0_1110"/>
          <p:cNvGrpSpPr/>
          <p:nvPr/>
        </p:nvGrpSpPr>
        <p:grpSpPr>
          <a:xfrm>
            <a:off x="7894350" y="6212475"/>
            <a:ext cx="586800" cy="571500"/>
            <a:chOff x="7894350" y="6212475"/>
            <a:chExt cx="586800" cy="571500"/>
          </a:xfrm>
        </p:grpSpPr>
        <p:sp>
          <p:nvSpPr>
            <p:cNvPr id="767" name="Google Shape;76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8" name="Google Shape;768;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9" name="Google Shape;769;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70" name="Google Shape;770;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771" name="Google Shape;77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72" name="Google Shape;772;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773" name="Google Shape;77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74" name="Google Shape;77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75" name="Google Shape;77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776" name="Google Shape;77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777" name="Google Shape;77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78" name="Google Shape;77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79" name="Google Shape;77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80" name="Google Shape;78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781" name="Google Shape;781;g2c157a2fb06_0_1110"/>
          <p:cNvGrpSpPr/>
          <p:nvPr/>
        </p:nvGrpSpPr>
        <p:grpSpPr>
          <a:xfrm>
            <a:off x="5806200" y="1807463"/>
            <a:ext cx="756300" cy="146700"/>
            <a:chOff x="5806200" y="1807463"/>
            <a:chExt cx="756300" cy="146700"/>
          </a:xfrm>
        </p:grpSpPr>
        <p:sp>
          <p:nvSpPr>
            <p:cNvPr id="782" name="Google Shape;78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3" name="Google Shape;78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4" name="Google Shape;78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85" name="Google Shape;78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86" name="Google Shape;78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787" name="Google Shape;787;g2c157a2fb06_0_1110"/>
          <p:cNvGrpSpPr/>
          <p:nvPr/>
        </p:nvGrpSpPr>
        <p:grpSpPr>
          <a:xfrm>
            <a:off x="5806200" y="2842438"/>
            <a:ext cx="756300" cy="146700"/>
            <a:chOff x="5806200" y="1807463"/>
            <a:chExt cx="756300" cy="146700"/>
          </a:xfrm>
        </p:grpSpPr>
        <p:sp>
          <p:nvSpPr>
            <p:cNvPr id="788" name="Google Shape;788;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9" name="Google Shape;789;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0" name="Google Shape;790;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91" name="Google Shape;791;g2c157a2fb06_0_1110"/>
          <p:cNvGrpSpPr/>
          <p:nvPr/>
        </p:nvGrpSpPr>
        <p:grpSpPr>
          <a:xfrm>
            <a:off x="5806200" y="3877413"/>
            <a:ext cx="756300" cy="146700"/>
            <a:chOff x="5806200" y="1807463"/>
            <a:chExt cx="756300" cy="146700"/>
          </a:xfrm>
        </p:grpSpPr>
        <p:sp>
          <p:nvSpPr>
            <p:cNvPr id="792" name="Google Shape;79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3" name="Google Shape;79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4" name="Google Shape;79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795"/>
        <p:cNvGrpSpPr/>
        <p:nvPr/>
      </p:nvGrpSpPr>
      <p:grpSpPr>
        <a:xfrm>
          <a:off x="0" y="0"/>
          <a:ext cx="0" cy="0"/>
          <a:chOff x="0" y="0"/>
          <a:chExt cx="0" cy="0"/>
        </a:xfrm>
      </p:grpSpPr>
      <p:sp>
        <p:nvSpPr>
          <p:cNvPr id="796" name="Google Shape;79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7" name="Google Shape;79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8" name="Google Shape;79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9" name="Google Shape;79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800" name="Google Shape;80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01" name="Google Shape;80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02" name="Google Shape;80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803" name="Google Shape;80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804" name="Google Shape;80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805" name="Google Shape;80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806" name="Google Shape;80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807" name="Google Shape;80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808" name="Google Shape;80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809" name="Google Shape;809;p30"/>
          <p:cNvGrpSpPr/>
          <p:nvPr/>
        </p:nvGrpSpPr>
        <p:grpSpPr>
          <a:xfrm>
            <a:off x="6022940" y="5341706"/>
            <a:ext cx="594501" cy="305904"/>
            <a:chOff x="5672081" y="1914352"/>
            <a:chExt cx="792668" cy="305904"/>
          </a:xfrm>
        </p:grpSpPr>
        <p:sp>
          <p:nvSpPr>
            <p:cNvPr id="810" name="Google Shape;81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1" name="Google Shape;81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812" name="Google Shape;81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813" name="Google Shape;81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4" name="Google Shape;81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5" name="Google Shape;81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6" name="Google Shape;81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7" name="Google Shape;81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8" name="Google Shape;81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9" name="Google Shape;81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0" name="Google Shape;82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821" name="Google Shape;82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822" name="Google Shape;82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3" name="Google Shape;82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4" name="Google Shape;82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5" name="Google Shape;82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6" name="Google Shape;82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7" name="Google Shape;82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8" name="Google Shape;82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9" name="Google Shape;82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830" name="Google Shape;83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831" name="Google Shape;83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832" name="Google Shape;83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833" name="Google Shape;83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834" name="Google Shape;83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835" name="Google Shape;83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836" name="Google Shape;83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7" name="Google Shape;83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8" name="Google Shape;83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839" name="Google Shape;83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840" name="Google Shape;84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841"/>
        <p:cNvGrpSpPr/>
        <p:nvPr/>
      </p:nvGrpSpPr>
      <p:grpSpPr>
        <a:xfrm>
          <a:off x="0" y="0"/>
          <a:ext cx="0" cy="0"/>
          <a:chOff x="0" y="0"/>
          <a:chExt cx="0" cy="0"/>
        </a:xfrm>
      </p:grpSpPr>
      <p:sp>
        <p:nvSpPr>
          <p:cNvPr id="842" name="Google Shape;84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843" name="Google Shape;84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844" name="Google Shape;84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845"/>
        <p:cNvGrpSpPr/>
        <p:nvPr/>
      </p:nvGrpSpPr>
      <p:grpSpPr>
        <a:xfrm>
          <a:off x="0" y="0"/>
          <a:ext cx="0" cy="0"/>
          <a:chOff x="0" y="0"/>
          <a:chExt cx="0" cy="0"/>
        </a:xfrm>
      </p:grpSpPr>
      <p:sp>
        <p:nvSpPr>
          <p:cNvPr id="846" name="Google Shape;84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847" name="Google Shape;84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848" name="Google Shape;84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image" Target="../media/image7.png"/><Relationship Id="rId7" Type="http://schemas.openxmlformats.org/officeDocument/2006/relationships/image" Target="../media/image6.png"/><Relationship Id="rId12"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7.xml"/><Relationship Id="rId5" Type="http://schemas.openxmlformats.org/officeDocument/2006/relationships/image" Target="../media/image5.png"/><Relationship Id="rId10" Type="http://schemas.openxmlformats.org/officeDocument/2006/relationships/slide" Target="slide15.xml"/><Relationship Id="rId4" Type="http://schemas.openxmlformats.org/officeDocument/2006/relationships/image" Target="../media/image8.png"/><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'n'</a:t>
            </a:r>
            <a:endParaRPr/>
          </a:p>
        </p:txBody>
      </p:sp>
      <p:sp>
        <p:nvSpPr>
          <p:cNvPr id="854" name="Google Shape;854;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55" name="Google Shape;855;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56" name="Google Shape;856;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7</a:t>
            </a:r>
            <a:endParaRPr/>
          </a:p>
        </p:txBody>
      </p:sp>
      <p:graphicFrame>
        <p:nvGraphicFramePr>
          <p:cNvPr id="857" name="Google Shape;857;p1"/>
          <p:cNvGraphicFramePr/>
          <p:nvPr/>
        </p:nvGraphicFramePr>
        <p:xfrm>
          <a:off x="4844200" y="1891197"/>
          <a:ext cx="3785000" cy="1678950"/>
        </p:xfrm>
        <a:graphic>
          <a:graphicData uri="http://schemas.openxmlformats.org/drawingml/2006/table">
            <a:tbl>
              <a:tblPr firstRow="1" bandRow="1">
                <a:noFill/>
                <a:tableStyleId>{0075E1A5-638B-4D30-A53C-46388D5F21F2}</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n</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m</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d</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858" name="Google Shape;858;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859" name="Google Shape;859;p1"/>
          <p:cNvPicPr preferRelativeResize="0"/>
          <p:nvPr/>
        </p:nvPicPr>
        <p:blipFill rotWithShape="1">
          <a:blip r:embed="rId3">
            <a:alphaModFix/>
          </a:blip>
          <a:srcRect t="59" b="59"/>
          <a:stretch/>
        </p:blipFill>
        <p:spPr>
          <a:xfrm rot="264793">
            <a:off x="4009466" y="4481947"/>
            <a:ext cx="2493518" cy="997850"/>
          </a:xfrm>
          <a:prstGeom prst="rect">
            <a:avLst/>
          </a:prstGeom>
          <a:noFill/>
          <a:ln>
            <a:noFill/>
          </a:ln>
          <a:effectLst>
            <a:outerShdw blurRad="71438" dist="38100" dir="5220000" algn="bl" rotWithShape="0">
              <a:srgbClr val="000000">
                <a:alpha val="21176"/>
              </a:srgbClr>
            </a:outerShdw>
          </a:effectLst>
        </p:spPr>
      </p:pic>
      <p:pic>
        <p:nvPicPr>
          <p:cNvPr id="860" name="Google Shape;860;p1"/>
          <p:cNvPicPr preferRelativeResize="0"/>
          <p:nvPr/>
        </p:nvPicPr>
        <p:blipFill rotWithShape="1">
          <a:blip r:embed="rId4">
            <a:alphaModFix/>
          </a:blip>
          <a:srcRect t="129" b="12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861" name="Google Shape;861;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n</a:t>
            </a:r>
            <a:r>
              <a:rPr lang="en-US"/>
              <a:t>.</a:t>
            </a:r>
            <a:endParaRPr/>
          </a:p>
        </p:txBody>
      </p:sp>
      <p:sp>
        <p:nvSpPr>
          <p:cNvPr id="868" name="Google Shape;868;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Recall </a:t>
            </a:r>
            <a:r>
              <a:rPr lang="en-US">
                <a:solidFill>
                  <a:srgbClr val="8DC63F"/>
                </a:solidFill>
              </a:rPr>
              <a:t>s a t p i</a:t>
            </a:r>
            <a:r>
              <a:rPr lang="en-US"/>
              <a:t> using flashcards.</a:t>
            </a:r>
            <a:endParaRPr/>
          </a:p>
        </p:txBody>
      </p:sp>
      <p:sp>
        <p:nvSpPr>
          <p:cNvPr id="869" name="Google Shape;86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870" name="Google Shape;87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871" name="Google Shape;87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872" name="Google Shape;87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873" name="Google Shape;87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874" name="Google Shape;87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875" name="Google Shape;87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876" name="Google Shape;87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877" name="Google Shape;87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878" name="Google Shape;878;g2bee4f4af4b_0_204"/>
          <p:cNvPicPr preferRelativeResize="0"/>
          <p:nvPr/>
        </p:nvPicPr>
        <p:blipFill rotWithShape="1">
          <a:blip r:embed="rId5">
            <a:alphaModFix/>
          </a:blip>
          <a:srcRect t="59" b="69"/>
          <a:stretch/>
        </p:blipFill>
        <p:spPr>
          <a:xfrm>
            <a:off x="946800" y="4384154"/>
            <a:ext cx="1372150" cy="549101"/>
          </a:xfrm>
          <a:prstGeom prst="rect">
            <a:avLst/>
          </a:prstGeom>
          <a:noFill/>
          <a:ln>
            <a:noFill/>
          </a:ln>
          <a:effectLst>
            <a:outerShdw blurRad="71438" dist="19050" dir="5220000" algn="bl" rotWithShape="0">
              <a:srgbClr val="D8D8D8"/>
            </a:outerShdw>
          </a:effectLst>
        </p:spPr>
      </p:pic>
      <p:sp>
        <p:nvSpPr>
          <p:cNvPr id="879" name="Google Shape;879;g2bee4f4af4b_0_204"/>
          <p:cNvSpPr txBox="1"/>
          <p:nvPr/>
        </p:nvSpPr>
        <p:spPr>
          <a:xfrm>
            <a:off x="614652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880" name="Google Shape;880;g2bee4f4af4b_0_204"/>
          <p:cNvSpPr txBox="1"/>
          <p:nvPr/>
        </p:nvSpPr>
        <p:spPr>
          <a:xfrm>
            <a:off x="593922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881" name="Google Shape;881;g2bee4f4af4b_0_204"/>
          <p:cNvPicPr preferRelativeResize="0"/>
          <p:nvPr/>
        </p:nvPicPr>
        <p:blipFill rotWithShape="1">
          <a:blip r:embed="rId6">
            <a:alphaModFix/>
          </a:blip>
          <a:srcRect/>
          <a:stretch/>
        </p:blipFill>
        <p:spPr>
          <a:xfrm>
            <a:off x="6159896" y="4363493"/>
            <a:ext cx="786850" cy="590422"/>
          </a:xfrm>
          <a:prstGeom prst="rect">
            <a:avLst/>
          </a:prstGeom>
          <a:noFill/>
          <a:ln>
            <a:noFill/>
          </a:ln>
          <a:effectLst>
            <a:outerShdw blurRad="71438" dist="19050" dir="5220000" algn="bl" rotWithShape="0">
              <a:srgbClr val="D8D8D8"/>
            </a:outerShdw>
          </a:effectLst>
        </p:spPr>
      </p:pic>
      <p:sp>
        <p:nvSpPr>
          <p:cNvPr id="882" name="Google Shape;88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883" name="Google Shape;88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884" name="Google Shape;884;g2bee4f4af4b_0_204"/>
          <p:cNvPicPr preferRelativeResize="0"/>
          <p:nvPr/>
        </p:nvPicPr>
        <p:blipFill rotWithShape="1">
          <a:blip r:embed="rId7">
            <a:alphaModFix/>
          </a:blip>
          <a:srcRect t="129" b="12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885" name="Google Shape;885;g2bee4f4af4b_0_204">
            <a:hlinkClick r:id="rId8" action="ppaction://hlinksldjump"/>
          </p:cNvPr>
          <p:cNvSpPr/>
          <p:nvPr/>
        </p:nvSpPr>
        <p:spPr>
          <a:xfrm>
            <a:off x="1011155" y="3869952"/>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6" name="Google Shape;886;g2bee4f4af4b_0_204">
            <a:hlinkClick r:id="rId9" action="ppaction://hlinksldjump"/>
          </p:cNvPr>
          <p:cNvSpPr/>
          <p:nvPr/>
        </p:nvSpPr>
        <p:spPr>
          <a:xfrm>
            <a:off x="2451013" y="38174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bee4f4af4b_0_204">
            <a:hlinkClick r:id="rId10" action="ppaction://hlinksldjump"/>
          </p:cNvPr>
          <p:cNvSpPr/>
          <p:nvPr/>
        </p:nvSpPr>
        <p:spPr>
          <a:xfrm>
            <a:off x="3597685" y="380095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8" name="Google Shape;888;g2bee4f4af4b_0_204">
            <a:hlinkClick r:id="rId11" action="ppaction://hlinksldjump"/>
          </p:cNvPr>
          <p:cNvSpPr/>
          <p:nvPr/>
        </p:nvSpPr>
        <p:spPr>
          <a:xfrm>
            <a:off x="4867620" y="380095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9" name="Google Shape;889;g2bee4f4af4b_0_204">
            <a:hlinkClick r:id="rId12" action="ppaction://hlinksldjump"/>
          </p:cNvPr>
          <p:cNvSpPr/>
          <p:nvPr/>
        </p:nvSpPr>
        <p:spPr>
          <a:xfrm>
            <a:off x="6076572" y="379825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896" name="Google Shape;896;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a:t>
            </a:r>
            <a:r>
              <a:rPr lang="en-US"/>
              <a:t> using flashcards.</a:t>
            </a:r>
            <a:endParaRPr/>
          </a:p>
        </p:txBody>
      </p:sp>
      <p:pic>
        <p:nvPicPr>
          <p:cNvPr id="897" name="Google Shape;897;g26b641b03cd_0_165"/>
          <p:cNvPicPr preferRelativeResize="0"/>
          <p:nvPr/>
        </p:nvPicPr>
        <p:blipFill rotWithShape="1">
          <a:blip r:embed="rId3">
            <a:alphaModFix/>
          </a:blip>
          <a:srcRect l="79" r="79"/>
          <a:stretch/>
        </p:blipFill>
        <p:spPr>
          <a:xfrm>
            <a:off x="865575" y="2305875"/>
            <a:ext cx="1393894" cy="1972977"/>
          </a:xfrm>
          <a:prstGeom prst="rect">
            <a:avLst/>
          </a:prstGeom>
          <a:noFill/>
          <a:ln>
            <a:noFill/>
          </a:ln>
          <a:effectLst>
            <a:outerShdw blurRad="71438" dist="28575" dir="5400000" algn="bl" rotWithShape="0">
              <a:srgbClr val="000000">
                <a:alpha val="16078"/>
              </a:srgbClr>
            </a:outerShdw>
          </a:effectLst>
        </p:spPr>
      </p:pic>
      <p:pic>
        <p:nvPicPr>
          <p:cNvPr id="898" name="Google Shape;898;g26b641b03cd_0_165"/>
          <p:cNvPicPr preferRelativeResize="0"/>
          <p:nvPr/>
        </p:nvPicPr>
        <p:blipFill rotWithShape="1">
          <a:blip r:embed="rId4">
            <a:alphaModFix/>
          </a:blip>
          <a:srcRect l="19" r="29"/>
          <a:stretch/>
        </p:blipFill>
        <p:spPr>
          <a:xfrm>
            <a:off x="5282552" y="2305875"/>
            <a:ext cx="1393894" cy="1972978"/>
          </a:xfrm>
          <a:prstGeom prst="rect">
            <a:avLst/>
          </a:prstGeom>
          <a:noFill/>
          <a:ln>
            <a:noFill/>
          </a:ln>
          <a:effectLst>
            <a:outerShdw blurRad="71438" dist="28575" dir="5400000" algn="bl" rotWithShape="0">
              <a:srgbClr val="000000">
                <a:alpha val="16078"/>
              </a:srgbClr>
            </a:outerShdw>
          </a:effectLst>
        </p:spPr>
      </p:pic>
      <p:pic>
        <p:nvPicPr>
          <p:cNvPr id="899" name="Google Shape;899;g26b641b03cd_0_165"/>
          <p:cNvPicPr preferRelativeResize="0"/>
          <p:nvPr/>
        </p:nvPicPr>
        <p:blipFill rotWithShape="1">
          <a:blip r:embed="rId5">
            <a:alphaModFix/>
          </a:blip>
          <a:srcRect l="19" r="29"/>
          <a:stretch/>
        </p:blipFill>
        <p:spPr>
          <a:xfrm>
            <a:off x="2337901" y="2305875"/>
            <a:ext cx="1393894" cy="1972978"/>
          </a:xfrm>
          <a:prstGeom prst="rect">
            <a:avLst/>
          </a:prstGeom>
          <a:noFill/>
          <a:ln>
            <a:noFill/>
          </a:ln>
          <a:effectLst>
            <a:outerShdw blurRad="71438" dist="28575" dir="5400000" algn="bl" rotWithShape="0">
              <a:srgbClr val="000000">
                <a:alpha val="16078"/>
              </a:srgbClr>
            </a:outerShdw>
          </a:effectLst>
        </p:spPr>
      </p:pic>
      <p:pic>
        <p:nvPicPr>
          <p:cNvPr id="900" name="Google Shape;900;g26b641b03cd_0_165"/>
          <p:cNvPicPr preferRelativeResize="0"/>
          <p:nvPr/>
        </p:nvPicPr>
        <p:blipFill rotWithShape="1">
          <a:blip r:embed="rId6">
            <a:alphaModFix/>
          </a:blip>
          <a:srcRect l="19" r="29"/>
          <a:stretch/>
        </p:blipFill>
        <p:spPr>
          <a:xfrm>
            <a:off x="3810227" y="2305875"/>
            <a:ext cx="1393894" cy="1972978"/>
          </a:xfrm>
          <a:prstGeom prst="rect">
            <a:avLst/>
          </a:prstGeom>
          <a:noFill/>
          <a:ln>
            <a:noFill/>
          </a:ln>
          <a:effectLst>
            <a:outerShdw blurRad="71438" dist="28575" dir="5400000" algn="bl" rotWithShape="0">
              <a:srgbClr val="000000">
                <a:alpha val="16078"/>
              </a:srgbClr>
            </a:outerShdw>
          </a:effectLst>
        </p:spPr>
      </p:pic>
      <p:pic>
        <p:nvPicPr>
          <p:cNvPr id="901" name="Google Shape;901;g26b641b03cd_0_165"/>
          <p:cNvPicPr preferRelativeResize="0"/>
          <p:nvPr/>
        </p:nvPicPr>
        <p:blipFill rotWithShape="1">
          <a:blip r:embed="rId7">
            <a:alphaModFix/>
          </a:blip>
          <a:srcRect l="79" r="79"/>
          <a:stretch/>
        </p:blipFill>
        <p:spPr>
          <a:xfrm>
            <a:off x="6754882" y="2305875"/>
            <a:ext cx="1393894" cy="1972977"/>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d9dd8423c2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908" name="Google Shape;908;g2d9dd8423c2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909" name="Google Shape;909;g2d9dd8423c2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910" name="Google Shape;910;g2d9dd8423c2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917" name="Google Shape;91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18" name="Google Shape;918;g2c186218c5a_0_17"/>
          <p:cNvPicPr preferRelativeResize="0"/>
          <p:nvPr/>
        </p:nvPicPr>
        <p:blipFill rotWithShape="1">
          <a:blip r:embed="rId3">
            <a:alphaModFix/>
          </a:blip>
          <a:srcRect t="109" b="99"/>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919" name="Google Shape;91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926" name="Google Shape;92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27" name="Google Shape;927;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28" name="Google Shape;928;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935" name="Google Shape;93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36" name="Google Shape;936;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937" name="Google Shape;93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944" name="Google Shape;944;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45" name="Google Shape;945;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946" name="Google Shape;94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53" name="Google Shape;95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54" name="Google Shape;95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26bafd85f09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1" name="Google Shape;961;g26bafd85f09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2" name="Google Shape;962;g26bafd85f09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3" name="Google Shape;963;g26bafd85f09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4" name="Google Shape;964;g26bafd85f09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5" name="Google Shape;965;g26bafd85f09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6bafd85f09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7" name="Google Shape;967;g26bafd85f09_0_0"/>
          <p:cNvGrpSpPr/>
          <p:nvPr/>
        </p:nvGrpSpPr>
        <p:grpSpPr>
          <a:xfrm>
            <a:off x="304250" y="6984600"/>
            <a:ext cx="8330829" cy="808600"/>
            <a:chOff x="-152950" y="7365600"/>
            <a:chExt cx="8330829" cy="808600"/>
          </a:xfrm>
        </p:grpSpPr>
        <p:sp>
          <p:nvSpPr>
            <p:cNvPr id="968" name="Google Shape;968;g26bafd85f09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9" name="Google Shape;969;g26bafd85f09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0" name="Google Shape;970;g26bafd85f09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1" name="Google Shape;971;g26bafd85f09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2" name="Google Shape;972;g26bafd85f09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3" name="Google Shape;973;g26bafd85f09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4" name="Google Shape;974;g26bafd85f09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5" name="Google Shape;975;g26bafd85f09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76" name="Google Shape;976;g26bafd85f09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7" name="Google Shape;977;g26bafd85f09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8" name="Google Shape;978;g26bafd85f09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9" name="Google Shape;979;g26bafd85f09_0_0"/>
          <p:cNvSpPr/>
          <p:nvPr/>
        </p:nvSpPr>
        <p:spPr>
          <a:xfrm>
            <a:off x="3756000"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6bafd85f09_0_0"/>
          <p:cNvSpPr/>
          <p:nvPr/>
        </p:nvSpPr>
        <p:spPr>
          <a:xfrm>
            <a:off x="499800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6bafd85f09_0_0"/>
          <p:cNvSpPr txBox="1"/>
          <p:nvPr/>
        </p:nvSpPr>
        <p:spPr>
          <a:xfrm>
            <a:off x="30633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
        <p:nvSpPr>
          <p:cNvPr id="982" name="Google Shape;982;g26bafd85f09_0_0"/>
          <p:cNvSpPr txBox="1"/>
          <p:nvPr/>
        </p:nvSpPr>
        <p:spPr>
          <a:xfrm>
            <a:off x="43053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g26bafd85f09_0_7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9" name="Google Shape;989;g26bafd85f09_0_7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0" name="Google Shape;990;g26bafd85f09_0_726"/>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6bafd85f09_0_726"/>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6bafd85f09_0_726"/>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6bafd85f09_0_72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6bafd85f09_0_72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5" name="Google Shape;995;g26bafd85f09_0_726"/>
          <p:cNvGrpSpPr/>
          <p:nvPr/>
        </p:nvGrpSpPr>
        <p:grpSpPr>
          <a:xfrm>
            <a:off x="304250" y="6984600"/>
            <a:ext cx="8330829" cy="808600"/>
            <a:chOff x="-152950" y="7365600"/>
            <a:chExt cx="8330829" cy="808600"/>
          </a:xfrm>
        </p:grpSpPr>
        <p:sp>
          <p:nvSpPr>
            <p:cNvPr id="996" name="Google Shape;996;g26bafd85f09_0_726"/>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7" name="Google Shape;997;g26bafd85f09_0_726"/>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8" name="Google Shape;998;g26bafd85f09_0_726"/>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9" name="Google Shape;999;g26bafd85f09_0_726"/>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0" name="Google Shape;1000;g26bafd85f09_0_726"/>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1" name="Google Shape;1001;g26bafd85f09_0_726"/>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2" name="Google Shape;1002;g26bafd85f09_0_726"/>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3" name="Google Shape;1003;g26bafd85f09_0_726"/>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04" name="Google Shape;1004;g26bafd85f09_0_726"/>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6bafd85f09_0_726"/>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6bafd85f09_0_726"/>
          <p:cNvSpPr/>
          <p:nvPr/>
        </p:nvSpPr>
        <p:spPr>
          <a:xfrm>
            <a:off x="383216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7" name="Google Shape;1007;g26bafd85f09_0_726"/>
          <p:cNvSpPr/>
          <p:nvPr/>
        </p:nvSpPr>
        <p:spPr>
          <a:xfrm>
            <a:off x="492176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8" name="Google Shape;1008;g26bafd85f09_0_72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9" name="Google Shape;1009;g26bafd85f09_0_726"/>
          <p:cNvSpPr txBox="1">
            <a:spLocks noGrp="1"/>
          </p:cNvSpPr>
          <p:nvPr>
            <p:ph type="subTitle" idx="4294967295"/>
          </p:nvPr>
        </p:nvSpPr>
        <p:spPr>
          <a:xfrm>
            <a:off x="43521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10" name="Google Shape;1010;g26bafd85f09_0_726"/>
          <p:cNvSpPr txBox="1">
            <a:spLocks noGrp="1"/>
          </p:cNvSpPr>
          <p:nvPr>
            <p:ph type="subTitle" idx="4294967295"/>
          </p:nvPr>
        </p:nvSpPr>
        <p:spPr>
          <a:xfrm>
            <a:off x="32624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g26bafd85f09_0_75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7" name="Google Shape;1017;g26bafd85f09_0_75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18" name="Google Shape;1018;g26bafd85f09_0_75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9" name="Google Shape;1019;g26bafd85f09_0_75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0" name="Google Shape;1020;g26bafd85f09_0_75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1" name="Google Shape;1021;g26bafd85f09_0_75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6bafd85f09_0_75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3" name="Google Shape;1023;g26bafd85f09_0_755"/>
          <p:cNvGrpSpPr/>
          <p:nvPr/>
        </p:nvGrpSpPr>
        <p:grpSpPr>
          <a:xfrm>
            <a:off x="304250" y="6984600"/>
            <a:ext cx="8330829" cy="808600"/>
            <a:chOff x="-152950" y="7365600"/>
            <a:chExt cx="8330829" cy="808600"/>
          </a:xfrm>
        </p:grpSpPr>
        <p:sp>
          <p:nvSpPr>
            <p:cNvPr id="1024" name="Google Shape;1024;g26bafd85f09_0_75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5" name="Google Shape;1025;g26bafd85f09_0_75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6" name="Google Shape;1026;g26bafd85f09_0_75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7" name="Google Shape;1027;g26bafd85f09_0_75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8" name="Google Shape;1028;g26bafd85f09_0_75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9" name="Google Shape;1029;g26bafd85f09_0_75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0" name="Google Shape;1030;g26bafd85f09_0_75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1" name="Google Shape;1031;g26bafd85f09_0_75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32" name="Google Shape;1032;g26bafd85f09_0_75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3" name="Google Shape;1033;g26bafd85f09_0_75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4" name="Google Shape;1034;g26bafd85f09_0_755"/>
          <p:cNvSpPr/>
          <p:nvPr/>
        </p:nvSpPr>
        <p:spPr>
          <a:xfrm>
            <a:off x="3173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5" name="Google Shape;1035;g26bafd85f09_0_755"/>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6" name="Google Shape;1036;g26bafd85f09_0_755"/>
          <p:cNvSpPr/>
          <p:nvPr/>
        </p:nvSpPr>
        <p:spPr>
          <a:xfrm>
            <a:off x="5580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37" name="Google Shape;1037;g26bafd85f09_0_75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38" name="Google Shape;1038;g26bafd85f09_0_755"/>
          <p:cNvSpPr txBox="1">
            <a:spLocks noGrp="1"/>
          </p:cNvSpPr>
          <p:nvPr>
            <p:ph type="subTitle" idx="4294967295"/>
          </p:nvPr>
        </p:nvSpPr>
        <p:spPr>
          <a:xfrm>
            <a:off x="5011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39" name="Google Shape;1039;g26bafd85f09_0_755"/>
          <p:cNvSpPr txBox="1">
            <a:spLocks noGrp="1"/>
          </p:cNvSpPr>
          <p:nvPr>
            <p:ph type="subTitle" idx="4294967295"/>
          </p:nvPr>
        </p:nvSpPr>
        <p:spPr>
          <a:xfrm>
            <a:off x="2603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40" name="Google Shape;1040;g26bafd85f09_0_755"/>
          <p:cNvSpPr txBox="1"/>
          <p:nvPr/>
        </p:nvSpPr>
        <p:spPr>
          <a:xfrm>
            <a:off x="36461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1047" name="Google Shape;104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48" name="Google Shape;104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55" name="Google Shape;105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6" name="Google Shape;1056;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57" name="Google Shape;105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64" name="Google Shape;106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65" name="Google Shape;1065;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66" name="Google Shape;106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73" name="Google Shape;107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74" name="Google Shape;1074;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75" name="Google Shape;107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82" name="Google Shape;108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83" name="Google Shape;1083;g2c186218c5a_0_149"/>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84" name="Google Shape;108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9"/>
        <p:cNvGrpSpPr/>
        <p:nvPr/>
      </p:nvGrpSpPr>
      <p:grpSpPr>
        <a:xfrm>
          <a:off x="0" y="0"/>
          <a:ext cx="0" cy="0"/>
          <a:chOff x="0" y="0"/>
          <a:chExt cx="0" cy="0"/>
        </a:xfrm>
      </p:grpSpPr>
      <p:sp>
        <p:nvSpPr>
          <p:cNvPr id="1090" name="Google Shape;1090;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Sight Words</a:t>
            </a:r>
            <a:endParaRPr/>
          </a:p>
        </p:txBody>
      </p:sp>
      <p:sp>
        <p:nvSpPr>
          <p:cNvPr id="1091" name="Google Shape;1091;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92" name="Google Shape;1092;g26b641b03cd_0_315"/>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93" name="Google Shape;1093;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Sight Words</a:t>
            </a:r>
            <a:endParaRPr/>
          </a:p>
        </p:txBody>
      </p:sp>
      <p:sp>
        <p:nvSpPr>
          <p:cNvPr id="1100" name="Google Shape;1100;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101" name="Google Shape;1101;g26b641b03cd_1_0"/>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02" name="Google Shape;1102;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g26b97d252d5_0_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Sight Words</a:t>
            </a:r>
            <a:endParaRPr/>
          </a:p>
        </p:txBody>
      </p:sp>
      <p:sp>
        <p:nvSpPr>
          <p:cNvPr id="1109" name="Google Shape;1109;g26b97d252d5_0_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110" name="Google Shape;1110;g26b97d252d5_0_1"/>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11" name="Google Shape;1111;g26b97d252d5_0_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6"/>
        <p:cNvGrpSpPr/>
        <p:nvPr/>
      </p:nvGrpSpPr>
      <p:grpSpPr>
        <a:xfrm>
          <a:off x="0" y="0"/>
          <a:ext cx="0" cy="0"/>
          <a:chOff x="0" y="0"/>
          <a:chExt cx="0" cy="0"/>
        </a:xfrm>
      </p:grpSpPr>
      <p:sp>
        <p:nvSpPr>
          <p:cNvPr id="1117" name="Google Shape;1117;g26b97d252d5_0_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Sight Words</a:t>
            </a:r>
            <a:endParaRPr/>
          </a:p>
        </p:txBody>
      </p:sp>
      <p:sp>
        <p:nvSpPr>
          <p:cNvPr id="1118" name="Google Shape;1118;g26b97d252d5_0_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119" name="Google Shape;1119;g26b97d252d5_0_9"/>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20" name="Google Shape;1120;g26b97d252d5_0_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7" name="Google Shape;112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sz="3000"/>
              <a:t>Practise Building Words</a:t>
            </a:r>
            <a:endParaRPr/>
          </a:p>
        </p:txBody>
      </p:sp>
      <p:grpSp>
        <p:nvGrpSpPr>
          <p:cNvPr id="1128" name="Google Shape;1128;g1f3daf8a844_0_64"/>
          <p:cNvGrpSpPr/>
          <p:nvPr/>
        </p:nvGrpSpPr>
        <p:grpSpPr>
          <a:xfrm>
            <a:off x="3024000" y="209875"/>
            <a:ext cx="3096000" cy="454800"/>
            <a:chOff x="3024000" y="209875"/>
            <a:chExt cx="3096000" cy="454800"/>
          </a:xfrm>
        </p:grpSpPr>
        <p:sp>
          <p:nvSpPr>
            <p:cNvPr id="1129" name="Google Shape;112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0" name="Google Shape;113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1" name="Google Shape;113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2" name="Google Shape;1132;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3" name="Google Shape;1133;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4" name="Google Shape;113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5" name="Google Shape;1135;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6" name="Google Shape;1136;g1f3daf8a844_0_64"/>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1137" name="Google Shape;1137;g1f3daf8a844_0_64"/>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1138" name="Google Shape;1138;g1f3daf8a844_0_64"/>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139" name="Google Shape;1139;g1f3daf8a844_0_64"/>
          <p:cNvSpPr txBox="1"/>
          <p:nvPr/>
        </p:nvSpPr>
        <p:spPr>
          <a:xfrm>
            <a:off x="5348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sp>
        <p:nvSpPr>
          <p:cNvPr id="1140" name="Google Shape;1140;g1f3daf8a844_0_64"/>
          <p:cNvSpPr txBox="1"/>
          <p:nvPr/>
        </p:nvSpPr>
        <p:spPr>
          <a:xfrm>
            <a:off x="25701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cxnSp>
        <p:nvCxnSpPr>
          <p:cNvPr id="1141" name="Google Shape;1141;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46"/>
        <p:cNvGrpSpPr/>
        <p:nvPr/>
      </p:nvGrpSpPr>
      <p:grpSpPr>
        <a:xfrm>
          <a:off x="0" y="0"/>
          <a:ext cx="0" cy="0"/>
          <a:chOff x="0" y="0"/>
          <a:chExt cx="0" cy="0"/>
        </a:xfrm>
      </p:grpSpPr>
      <p:sp>
        <p:nvSpPr>
          <p:cNvPr id="1147" name="Google Shape;1147;g26c2d3f3067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8" name="Google Shape;1148;g26c2d3f3067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sz="3000"/>
              <a:t>Practise Building Words</a:t>
            </a:r>
            <a:endParaRPr/>
          </a:p>
        </p:txBody>
      </p:sp>
      <p:cxnSp>
        <p:nvCxnSpPr>
          <p:cNvPr id="1149" name="Google Shape;1149;g26c2d3f3067_0_74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150" name="Google Shape;1150;g26c2d3f3067_0_742"/>
          <p:cNvGrpSpPr/>
          <p:nvPr/>
        </p:nvGrpSpPr>
        <p:grpSpPr>
          <a:xfrm>
            <a:off x="3024000" y="209875"/>
            <a:ext cx="3096000" cy="454800"/>
            <a:chOff x="3024000" y="209875"/>
            <a:chExt cx="3096000" cy="454800"/>
          </a:xfrm>
        </p:grpSpPr>
        <p:sp>
          <p:nvSpPr>
            <p:cNvPr id="1151" name="Google Shape;1151;g26c2d3f3067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2" name="Google Shape;1152;g26c2d3f3067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53" name="Google Shape;1153;g26c2d3f3067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54" name="Google Shape;1154;g26c2d3f3067_0_742"/>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5" name="Google Shape;1155;g26c2d3f3067_0_742"/>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6" name="Google Shape;1156;g26c2d3f3067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57" name="Google Shape;1157;g26c2d3f3067_0_742"/>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58" name="Google Shape;1158;g26c2d3f3067_0_742"/>
          <p:cNvSpPr txBox="1">
            <a:spLocks noGrp="1"/>
          </p:cNvSpPr>
          <p:nvPr>
            <p:ph type="subTitle" idx="4294967295"/>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n</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tin pin in </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a:t>
            </a:r>
            <a:endParaRPr sz="1800" b="0" i="0" u="none" strike="noStrike" cap="none">
              <a:solidFill>
                <a:srgbClr val="B7B7B7"/>
              </a:solidFill>
              <a:latin typeface="Jost"/>
              <a:ea typeface="Jost"/>
              <a:cs typeface="Jost"/>
              <a:sym typeface="Jost"/>
            </a:endParaRPr>
          </a:p>
        </p:txBody>
      </p:sp>
      <p:sp>
        <p:nvSpPr>
          <p:cNvPr id="1159" name="Google Shape;1159;g26c2d3f3067_0_742"/>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1160" name="Google Shape;1160;g26c2d3f3067_0_742"/>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1161" name="Google Shape;1161;g26c2d3f3067_0_742"/>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162" name="Google Shape;1162;g26c2d3f3067_0_742"/>
          <p:cNvSpPr txBox="1"/>
          <p:nvPr/>
        </p:nvSpPr>
        <p:spPr>
          <a:xfrm>
            <a:off x="5348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cxnSp>
        <p:nvCxnSpPr>
          <p:cNvPr id="1163" name="Google Shape;1163;g26c2d3f3067_0_74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64" name="Google Shape;1164;g26c2d3f3067_0_742"/>
          <p:cNvSpPr txBox="1"/>
          <p:nvPr/>
        </p:nvSpPr>
        <p:spPr>
          <a:xfrm>
            <a:off x="25701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69"/>
        <p:cNvGrpSpPr/>
        <p:nvPr/>
      </p:nvGrpSpPr>
      <p:grpSpPr>
        <a:xfrm>
          <a:off x="0" y="0"/>
          <a:ext cx="0" cy="0"/>
          <a:chOff x="0" y="0"/>
          <a:chExt cx="0" cy="0"/>
        </a:xfrm>
      </p:grpSpPr>
      <p:sp>
        <p:nvSpPr>
          <p:cNvPr id="1170" name="Google Shape;1170;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‘Needles and Pins’.</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n</a:t>
            </a:r>
            <a:r>
              <a:rPr lang="en-US"/>
              <a:t>’ in a variety of sizes and media, for example using chalk to</a:t>
            </a:r>
            <a:endParaRPr/>
          </a:p>
          <a:p>
            <a:pPr marL="457200" lvl="0" indent="-330200" algn="l" rtl="0">
              <a:lnSpc>
                <a:spcPct val="115000"/>
              </a:lnSpc>
              <a:spcBef>
                <a:spcPts val="0"/>
              </a:spcBef>
              <a:spcAft>
                <a:spcPts val="0"/>
              </a:spcAft>
              <a:buSzPts val="1600"/>
              <a:buChar char="•"/>
            </a:pPr>
            <a:r>
              <a:rPr lang="en-US"/>
              <a:t>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a:p>
            <a:pPr marL="457200" lvl="0" indent="-330200" algn="l" rtl="0">
              <a:lnSpc>
                <a:spcPct val="115000"/>
              </a:lnSpc>
              <a:spcBef>
                <a:spcPts val="0"/>
              </a:spcBef>
              <a:spcAft>
                <a:spcPts val="0"/>
              </a:spcAft>
              <a:buSzPts val="1600"/>
              <a:buChar char="•"/>
            </a:pPr>
            <a:r>
              <a:rPr lang="en-US"/>
              <a:t>Use letters for building words and encoding.</a:t>
            </a:r>
            <a:endParaRPr/>
          </a:p>
        </p:txBody>
      </p:sp>
      <p:sp>
        <p:nvSpPr>
          <p:cNvPr id="1171" name="Google Shape;1171;g2c186218c5a_0_118"/>
          <p:cNvSpPr txBox="1"/>
          <p:nvPr/>
        </p:nvSpPr>
        <p:spPr>
          <a:xfrm rot="362194">
            <a:off x="2536458" y="2117725"/>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n</a:t>
            </a:r>
            <a:endParaRPr sz="10000" b="0" i="0" u="none" strike="noStrike" cap="none">
              <a:solidFill>
                <a:srgbClr val="2356AF"/>
              </a:solidFill>
              <a:latin typeface="Finger Paint"/>
              <a:ea typeface="Finger Paint"/>
              <a:cs typeface="Finger Paint"/>
              <a:sym typeface="Finger Paint"/>
            </a:endParaRPr>
          </a:p>
        </p:txBody>
      </p:sp>
      <p:pic>
        <p:nvPicPr>
          <p:cNvPr id="1172" name="Google Shape;1172;g2c186218c5a_0_118"/>
          <p:cNvPicPr preferRelativeResize="0"/>
          <p:nvPr/>
        </p:nvPicPr>
        <p:blipFill rotWithShape="1">
          <a:blip r:embed="rId3">
            <a:alphaModFix/>
          </a:blip>
          <a:srcRect/>
          <a:stretch/>
        </p:blipFill>
        <p:spPr>
          <a:xfrm rot="-922830">
            <a:off x="1331700" y="2835073"/>
            <a:ext cx="986375" cy="9998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423</Words>
  <Application>Microsoft Office PowerPoint</Application>
  <PresentationFormat>On-screen Show (4:3)</PresentationFormat>
  <Paragraphs>166</Paragraphs>
  <Slides>24</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Finger Paint</vt:lpstr>
      <vt:lpstr>Poppins SemiBold</vt:lpstr>
      <vt:lpstr>Calibri</vt:lpstr>
      <vt:lpstr>Mulish</vt:lpstr>
      <vt:lpstr>Jost</vt:lpstr>
      <vt:lpstr>Poppins</vt:lpstr>
      <vt:lpstr>Nunito Black</vt:lpstr>
      <vt:lpstr>Arial</vt:lpstr>
      <vt:lpstr>Poppins Medium</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Sight Words</vt:lpstr>
      <vt:lpstr>Practise Sight Words</vt:lpstr>
      <vt:lpstr>Practise Sight Words</vt:lpstr>
      <vt:lpstr>Practise Sight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2026-04-22T04:05:26Z</dcterms:modified>
</cp:coreProperties>
</file>