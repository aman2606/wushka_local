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Mulish" panose="020B0604020202020204" charset="0"/>
      <p:regular r:id="rId30"/>
      <p:bold r:id="rId31"/>
      <p:italic r:id="rId32"/>
      <p:boldItalic r:id="rId33"/>
    </p:embeddedFont>
    <p:embeddedFont>
      <p:font typeface="Nunito Black" pitchFamily="2" charset="0"/>
      <p:bold r:id="rId34"/>
      <p:boldItalic r:id="rId35"/>
    </p:embeddedFont>
    <p:embeddedFont>
      <p:font typeface="Poppins" panose="00000500000000000000" pitchFamily="2" charset="0"/>
      <p:regular r:id="rId36"/>
      <p:bold r:id="rId37"/>
      <p:italic r:id="rId38"/>
      <p:boldItalic r:id="rId39"/>
    </p:embeddedFont>
    <p:embeddedFont>
      <p:font typeface="Poppins Medium" panose="00000600000000000000" pitchFamily="2" charset="0"/>
      <p:regular r:id="rId40"/>
      <p:bold r:id="rId41"/>
      <p:italic r:id="rId42"/>
      <p:boldItalic r:id="rId43"/>
    </p:embeddedFont>
    <p:embeddedFont>
      <p:font typeface="Poppins SemiBold" panose="000007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gdqf4DQdEVtQYBWkUpYh7vkfBFs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9FE18FB-15BA-4280-9916-5EA3683B24C0}">
  <a:tblStyle styleId="{49FE18FB-15BA-4280-9916-5EA3683B24C0}"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3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font" Target="fonts/font22.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font" Target="fonts/font16.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6" name="Google Shape;726;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7" name="Google Shape;727;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6" name="Google Shape;756;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7" name="Google Shape;757;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1" name="Google Shape;781;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1" name="Google Shape;801;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2" name="Google Shape;802;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1" name="Google Shape;811;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9" name="Google Shape;819;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0" name="Google Shape;820;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8" name="Google Shape;828;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9" name="Google Shape;829;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7" name="Google Shape;837;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8" name="Google Shape;838;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5" name="Google Shape;845;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6" name="Google Shape;846;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2c71c6488eb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5" name="Google Shape;875;g2c71c6488eb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6" name="Google Shape;876;g2c71c6488eb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5" name="Google Shape;905;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6" name="Google Shape;906;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4" name="Google Shape;914;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2" name="Google Shape;922;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3" name="Google Shape;923;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1" name="Google Shape;931;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2" name="Google Shape;932;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0" name="Google Shape;940;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1" name="Google Shape;941;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9" name="Google Shape;949;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0" name="Google Shape;950;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8" name="Google Shape;958;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9" name="Google Shape;959;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7" name="Google Shape;967;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8" name="Google Shape;968;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6" name="Google Shape;976;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7" name="Google Shape;977;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5" name="Google Shape;985;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6" name="Google Shape;986;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2c71c6488eb_0_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g2c71c6488eb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3" name="Google Shape;1013;g2c71c6488eb_0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0"/>
            <a:ext cx="4850100" cy="15216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200598"/>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2434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Vowel Digraph 'oo' (short)</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8090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8 - Wednesday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38</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190068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6" name="Google Shape;176;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slide" Target="slide18.xml"/><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slide" Target="slide15.xml"/><Relationship Id="rId5" Type="http://schemas.openxmlformats.org/officeDocument/2006/relationships/image" Target="../media/image5.png"/><Relationship Id="rId10" Type="http://schemas.openxmlformats.org/officeDocument/2006/relationships/slide" Target="slide8.xml"/><Relationship Id="rId4" Type="http://schemas.openxmlformats.org/officeDocument/2006/relationships/image" Target="../media/image9.png"/><Relationship Id="rId9" Type="http://schemas.openxmlformats.org/officeDocument/2006/relationships/slide" Target="slide6.xml"/><Relationship Id="rId14" Type="http://schemas.openxmlformats.org/officeDocument/2006/relationships/slide" Target="slide20.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 Type="http://schemas.openxmlformats.org/officeDocument/2006/relationships/notesSlide" Target="../notesSlides/notesSlide4.xml"/><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5.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image" Target="../media/image52.png"/><Relationship Id="rId7" Type="http://schemas.openxmlformats.org/officeDocument/2006/relationships/image" Target="../media/image56.png"/><Relationship Id="rId12"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65.png"/><Relationship Id="rId1" Type="http://schemas.openxmlformats.org/officeDocument/2006/relationships/slideLayout" Target="../slideLayouts/slideLayout3.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5" Type="http://schemas.openxmlformats.org/officeDocument/2006/relationships/image" Target="../media/image6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 Id="rId14" Type="http://schemas.openxmlformats.org/officeDocument/2006/relationships/image" Target="../media/image6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669866"/>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a:t>Vowel Digraph 'oo' (short)</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38</a:t>
            </a:r>
            <a:endParaRPr/>
          </a:p>
        </p:txBody>
      </p:sp>
      <p:graphicFrame>
        <p:nvGraphicFramePr>
          <p:cNvPr id="686" name="Google Shape;686;p1"/>
          <p:cNvGraphicFramePr/>
          <p:nvPr/>
        </p:nvGraphicFramePr>
        <p:xfrm>
          <a:off x="4844200" y="1891197"/>
          <a:ext cx="3784950" cy="1678950"/>
        </p:xfrm>
        <a:graphic>
          <a:graphicData uri="http://schemas.openxmlformats.org/drawingml/2006/table">
            <a:tbl>
              <a:tblPr firstRow="1" bandRow="1">
                <a:noFill/>
                <a:tableStyleId>{49FE18FB-15BA-4280-9916-5EA3683B24C0}</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igh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r>
                        <a:rPr lang="en-US" sz="1500" u="none" strike="noStrike" cap="none">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oo</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8" name="Google Shape;688;p1"/>
          <p:cNvPicPr preferRelativeResize="0"/>
          <p:nvPr/>
        </p:nvPicPr>
        <p:blipFill rotWithShape="1">
          <a:blip r:embed="rId3">
            <a:alphaModFix/>
          </a:blip>
          <a:srcRect t="99" b="109"/>
          <a:stretch/>
        </p:blipFill>
        <p:spPr>
          <a:xfrm rot="-149497">
            <a:off x="3185766" y="4326235"/>
            <a:ext cx="2493520" cy="997851"/>
          </a:xfrm>
          <a:prstGeom prst="rect">
            <a:avLst/>
          </a:prstGeom>
          <a:noFill/>
          <a:ln>
            <a:noFill/>
          </a:ln>
          <a:effectLst>
            <a:outerShdw blurRad="71438" dist="38100" dir="5220000" algn="bl" rotWithShape="0">
              <a:srgbClr val="000000">
                <a:alpha val="20784"/>
              </a:srgbClr>
            </a:outerShdw>
          </a:effectLst>
        </p:spPr>
      </p:pic>
      <p:pic>
        <p:nvPicPr>
          <p:cNvPr id="689" name="Google Shape;689;p1"/>
          <p:cNvPicPr preferRelativeResize="0"/>
          <p:nvPr/>
        </p:nvPicPr>
        <p:blipFill rotWithShape="1">
          <a:blip r:embed="rId4">
            <a:alphaModFix/>
          </a:blip>
          <a:srcRect l="59" r="59"/>
          <a:stretch/>
        </p:blipFill>
        <p:spPr>
          <a:xfrm rot="342607">
            <a:off x="4903837" y="4228652"/>
            <a:ext cx="1800026" cy="1288522"/>
          </a:xfrm>
          <a:prstGeom prst="rect">
            <a:avLst/>
          </a:prstGeom>
          <a:noFill/>
          <a:ln>
            <a:noFill/>
          </a:ln>
          <a:effectLst>
            <a:outerShdw blurRad="57150" dist="38100" dir="5400000" algn="bl" rotWithShape="0">
              <a:srgbClr val="000000">
                <a:alpha val="20000"/>
              </a:srgbClr>
            </a:outerShdw>
          </a:effectLst>
        </p:spPr>
      </p:pic>
      <p:pic>
        <p:nvPicPr>
          <p:cNvPr id="690" name="Google Shape;690;p1"/>
          <p:cNvPicPr preferRelativeResize="0"/>
          <p:nvPr/>
        </p:nvPicPr>
        <p:blipFill rotWithShape="1">
          <a:blip r:embed="rId5">
            <a:alphaModFix/>
          </a:blip>
          <a:srcRect t="89" b="99"/>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1" name="Google Shape;691;p1"/>
          <p:cNvPicPr preferRelativeResize="0"/>
          <p:nvPr/>
        </p:nvPicPr>
        <p:blipFill rotWithShape="1">
          <a:blip r:embed="rId6">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cxnSp>
        <p:nvCxnSpPr>
          <p:cNvPr id="692" name="Google Shape;692;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vowel digraph </a:t>
            </a:r>
            <a:r>
              <a:rPr lang="en-US">
                <a:solidFill>
                  <a:srgbClr val="8DC63F"/>
                </a:solidFill>
              </a:rPr>
              <a:t>oo</a:t>
            </a:r>
            <a:r>
              <a:rPr lang="en-US"/>
              <a:t> (short).</a:t>
            </a:r>
            <a:endParaRPr/>
          </a:p>
        </p:txBody>
      </p:sp>
      <p:sp>
        <p:nvSpPr>
          <p:cNvPr id="699" name="Google Shape;699;g2bee4f4af4b_0_204"/>
          <p:cNvSpPr txBox="1">
            <a:spLocks noGrp="1"/>
          </p:cNvSpPr>
          <p:nvPr>
            <p:ph type="body" idx="2"/>
          </p:nvPr>
        </p:nvSpPr>
        <p:spPr>
          <a:xfrm>
            <a:off x="3298550" y="1785450"/>
            <a:ext cx="4850100" cy="15216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a:t>
            </a:r>
            <a:br>
              <a:rPr lang="en-US">
                <a:solidFill>
                  <a:srgbClr val="2356AF"/>
                </a:solidFill>
              </a:rPr>
            </a:br>
            <a:r>
              <a:rPr lang="en-US">
                <a:solidFill>
                  <a:srgbClr val="2356AF"/>
                </a:solidFill>
              </a:rPr>
              <a:t>pull full.</a:t>
            </a:r>
            <a:endParaRPr/>
          </a:p>
        </p:txBody>
      </p:sp>
      <p:sp>
        <p:nvSpPr>
          <p:cNvPr id="700" name="Google Shape;70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5">
            <a:alphaModFix/>
          </a:blip>
          <a:srcRect t="99" b="109"/>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5786327" y="5256525"/>
            <a:ext cx="1564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6">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712" name="Google Shape;712;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13" name="Google Shape;713;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14" name="Google Shape;714;g2bee4f4af4b_0_204"/>
          <p:cNvPicPr preferRelativeResize="0"/>
          <p:nvPr/>
        </p:nvPicPr>
        <p:blipFill rotWithShape="1">
          <a:blip r:embed="rId7">
            <a:alphaModFix/>
          </a:blip>
          <a:srcRect t="89" b="99"/>
          <a:stretch/>
        </p:blipFill>
        <p:spPr>
          <a:xfrm>
            <a:off x="7455246" y="4363493"/>
            <a:ext cx="786850" cy="590421"/>
          </a:xfrm>
          <a:prstGeom prst="rect">
            <a:avLst/>
          </a:prstGeom>
          <a:noFill/>
          <a:ln>
            <a:noFill/>
          </a:ln>
          <a:effectLst>
            <a:outerShdw blurRad="71438" dist="19050" dir="5220000" algn="bl" rotWithShape="0">
              <a:srgbClr val="D8D8D8"/>
            </a:outerShdw>
          </a:effectLst>
        </p:spPr>
      </p:pic>
      <p:sp>
        <p:nvSpPr>
          <p:cNvPr id="715" name="Google Shape;715;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6" name="Google Shape;716;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7" name="Google Shape;717;g2bee4f4af4b_0_204"/>
          <p:cNvPicPr preferRelativeResize="0"/>
          <p:nvPr/>
        </p:nvPicPr>
        <p:blipFill rotWithShape="1">
          <a:blip r:embed="rId8">
            <a:alphaModFix/>
          </a:blip>
          <a:srcRect t="89" b="9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8" name="Google Shape;718;g2bee4f4af4b_0_204">
            <a:hlinkClick r:id="rId9" action="ppaction://hlinksldjump"/>
          </p:cNvPr>
          <p:cNvSpPr/>
          <p:nvPr/>
        </p:nvSpPr>
        <p:spPr>
          <a:xfrm>
            <a:off x="946800" y="390282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9" name="Google Shape;719;g2bee4f4af4b_0_204">
            <a:hlinkClick r:id="rId10" action="ppaction://hlinksldjump"/>
          </p:cNvPr>
          <p:cNvSpPr/>
          <p:nvPr/>
        </p:nvSpPr>
        <p:spPr>
          <a:xfrm>
            <a:off x="2501718" y="383382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0" name="Google Shape;720;g2bee4f4af4b_0_204">
            <a:hlinkClick r:id="rId11" action="ppaction://hlinksldjump"/>
          </p:cNvPr>
          <p:cNvSpPr/>
          <p:nvPr/>
        </p:nvSpPr>
        <p:spPr>
          <a:xfrm>
            <a:off x="3504642" y="379963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1" name="Google Shape;721;g2bee4f4af4b_0_204">
            <a:hlinkClick r:id="rId12" action="ppaction://hlinksldjump"/>
          </p:cNvPr>
          <p:cNvSpPr/>
          <p:nvPr/>
        </p:nvSpPr>
        <p:spPr>
          <a:xfrm>
            <a:off x="4866282" y="376482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2" name="Google Shape;722;g2bee4f4af4b_0_204">
            <a:hlinkClick r:id="rId13" action="ppaction://hlinksldjump"/>
          </p:cNvPr>
          <p:cNvSpPr/>
          <p:nvPr/>
        </p:nvSpPr>
        <p:spPr>
          <a:xfrm>
            <a:off x="5954316" y="3807851"/>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3" name="Google Shape;723;g2bee4f4af4b_0_204">
            <a:hlinkClick r:id="rId14" action="ppaction://hlinksldjump"/>
          </p:cNvPr>
          <p:cNvSpPr/>
          <p:nvPr/>
        </p:nvSpPr>
        <p:spPr>
          <a:xfrm>
            <a:off x="7330629" y="376482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30" name="Google Shape;730;g26b641b03cd_0_165"/>
          <p:cNvGrpSpPr/>
          <p:nvPr/>
        </p:nvGrpSpPr>
        <p:grpSpPr>
          <a:xfrm>
            <a:off x="930400" y="2129444"/>
            <a:ext cx="7283200" cy="3724851"/>
            <a:chOff x="930400" y="2129444"/>
            <a:chExt cx="7283200" cy="3724851"/>
          </a:xfrm>
        </p:grpSpPr>
        <p:pic>
          <p:nvPicPr>
            <p:cNvPr id="731" name="Google Shape;731;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60" name="Google Shape;760;g26b7edf6e71_0_26"/>
          <p:cNvPicPr preferRelativeResize="0"/>
          <p:nvPr/>
        </p:nvPicPr>
        <p:blipFill rotWithShape="1">
          <a:blip r:embed="rId3">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86"/>
              </a:srgbClr>
            </a:outerShdw>
          </a:effectLst>
        </p:spPr>
      </p:pic>
      <p:pic>
        <p:nvPicPr>
          <p:cNvPr id="761" name="Google Shape;761;g26b7edf6e71_0_26"/>
          <p:cNvPicPr preferRelativeResize="0"/>
          <p:nvPr/>
        </p:nvPicPr>
        <p:blipFill rotWithShape="1">
          <a:blip r:embed="rId4">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2" name="Google Shape;762;g26b7edf6e71_0_26"/>
          <p:cNvPicPr preferRelativeResize="0"/>
          <p:nvPr/>
        </p:nvPicPr>
        <p:blipFill rotWithShape="1">
          <a:blip r:embed="rId5">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63" name="Google Shape;763;g26b7edf6e71_0_26"/>
          <p:cNvPicPr preferRelativeResize="0"/>
          <p:nvPr/>
        </p:nvPicPr>
        <p:blipFill rotWithShape="1">
          <a:blip r:embed="rId6">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4" name="Google Shape;764;g26b7edf6e71_0_26"/>
          <p:cNvPicPr preferRelativeResize="0"/>
          <p:nvPr/>
        </p:nvPicPr>
        <p:blipFill rotWithShape="1">
          <a:blip r:embed="rId7">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5" name="Google Shape;765;g26b7edf6e71_0_26"/>
          <p:cNvPicPr preferRelativeResize="0"/>
          <p:nvPr/>
        </p:nvPicPr>
        <p:blipFill rotWithShape="1">
          <a:blip r:embed="rId8">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6" name="Google Shape;766;g26b7edf6e71_0_26"/>
          <p:cNvPicPr preferRelativeResize="0"/>
          <p:nvPr/>
        </p:nvPicPr>
        <p:blipFill rotWithShape="1">
          <a:blip r:embed="rId9">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6b7edf6e71_0_26"/>
          <p:cNvPicPr preferRelativeResize="0"/>
          <p:nvPr/>
        </p:nvPicPr>
        <p:blipFill rotWithShape="1">
          <a:blip r:embed="rId10">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8" name="Google Shape;768;g26b7edf6e71_0_26"/>
          <p:cNvPicPr preferRelativeResize="0"/>
          <p:nvPr/>
        </p:nvPicPr>
        <p:blipFill rotWithShape="1">
          <a:blip r:embed="rId11">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6b7edf6e71_0_26"/>
          <p:cNvPicPr preferRelativeResize="0"/>
          <p:nvPr/>
        </p:nvPicPr>
        <p:blipFill rotWithShape="1">
          <a:blip r:embed="rId12">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6b7edf6e71_0_26"/>
          <p:cNvPicPr preferRelativeResize="0"/>
          <p:nvPr/>
        </p:nvPicPr>
        <p:blipFill rotWithShape="1">
          <a:blip r:embed="rId13">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6b7edf6e71_0_26"/>
          <p:cNvPicPr preferRelativeResize="0"/>
          <p:nvPr/>
        </p:nvPicPr>
        <p:blipFill rotWithShape="1">
          <a:blip r:embed="rId14">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6b7edf6e71_0_26"/>
          <p:cNvPicPr preferRelativeResize="0"/>
          <p:nvPr/>
        </p:nvPicPr>
        <p:blipFill rotWithShape="1">
          <a:blip r:embed="rId15">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6b7edf6e71_0_26"/>
          <p:cNvPicPr preferRelativeResize="0"/>
          <p:nvPr/>
        </p:nvPicPr>
        <p:blipFill rotWithShape="1">
          <a:blip r:embed="rId16">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6b7edf6e71_0_26"/>
          <p:cNvPicPr preferRelativeResize="0"/>
          <p:nvPr/>
        </p:nvPicPr>
        <p:blipFill rotWithShape="1">
          <a:blip r:embed="rId17">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6b7edf6e71_0_26"/>
          <p:cNvPicPr preferRelativeResize="0"/>
          <p:nvPr/>
        </p:nvPicPr>
        <p:blipFill rotWithShape="1">
          <a:blip r:embed="rId18">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6b7edf6e71_0_26"/>
          <p:cNvPicPr preferRelativeResize="0"/>
          <p:nvPr/>
        </p:nvPicPr>
        <p:blipFill rotWithShape="1">
          <a:blip r:embed="rId19">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77" name="Google Shape;777;g26b7edf6e71_0_26"/>
          <p:cNvPicPr preferRelativeResize="0"/>
          <p:nvPr/>
        </p:nvPicPr>
        <p:blipFill rotWithShape="1">
          <a:blip r:embed="rId20">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84" name="Google Shape;784;g26b7edf6e71_0_109"/>
          <p:cNvGrpSpPr/>
          <p:nvPr/>
        </p:nvGrpSpPr>
        <p:grpSpPr>
          <a:xfrm>
            <a:off x="867357" y="2129450"/>
            <a:ext cx="7282807" cy="2686611"/>
            <a:chOff x="867357" y="2129450"/>
            <a:chExt cx="7282807" cy="2686611"/>
          </a:xfrm>
        </p:grpSpPr>
        <p:pic>
          <p:nvPicPr>
            <p:cNvPr id="785" name="Google Shape;785;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6" name="Google Shape;786;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7" name="Google Shape;787;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8" name="Google Shape;788;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05" name="Google Shape;805;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06" name="Google Shape;806;g2c186218c5a_0_17"/>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07" name="Google Shape;807;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14" name="Google Shape;814;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15" name="Google Shape;815;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16" name="Google Shape;816;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23" name="Google Shape;823;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24" name="Google Shape;824;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25" name="Google Shape;825;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32" name="Google Shape;832;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33" name="Google Shape;833;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34" name="Google Shape;834;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41" name="Google Shape;841;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42" name="Google Shape;842;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49" name="Google Shape;849;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50" name="Google Shape;850;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1" name="Google Shape;851;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2" name="Google Shape;852;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3" name="Google Shape;853;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4" name="Google Shape;854;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55" name="Google Shape;855;g2c4fd7a3c22_2_0"/>
          <p:cNvGrpSpPr/>
          <p:nvPr/>
        </p:nvGrpSpPr>
        <p:grpSpPr>
          <a:xfrm>
            <a:off x="304250" y="6984600"/>
            <a:ext cx="8330829" cy="808600"/>
            <a:chOff x="-152950" y="7365600"/>
            <a:chExt cx="8330829" cy="808600"/>
          </a:xfrm>
        </p:grpSpPr>
        <p:sp>
          <p:nvSpPr>
            <p:cNvPr id="856" name="Google Shape;856;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57" name="Google Shape;857;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58" name="Google Shape;858;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59" name="Google Shape;859;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60" name="Google Shape;860;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61" name="Google Shape;861;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62" name="Google Shape;862;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63" name="Google Shape;863;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64" name="Google Shape;864;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5" name="Google Shape;865;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6" name="Google Shape;866;g2c4fd7a3c22_2_0"/>
          <p:cNvSpPr/>
          <p:nvPr/>
        </p:nvSpPr>
        <p:spPr>
          <a:xfrm>
            <a:off x="28302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7" name="Google Shape;867;g2c4fd7a3c22_2_0"/>
          <p:cNvSpPr/>
          <p:nvPr/>
        </p:nvSpPr>
        <p:spPr>
          <a:xfrm>
            <a:off x="60000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68" name="Google Shape;868;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69" name="Google Shape;869;g2c4fd7a3c22_2_0"/>
          <p:cNvSpPr txBox="1">
            <a:spLocks noGrp="1"/>
          </p:cNvSpPr>
          <p:nvPr>
            <p:ph type="subTitle" idx="4294967295"/>
          </p:nvPr>
        </p:nvSpPr>
        <p:spPr>
          <a:xfrm>
            <a:off x="54303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870" name="Google Shape;870;g2c4fd7a3c22_2_0"/>
          <p:cNvSpPr txBox="1">
            <a:spLocks noGrp="1"/>
          </p:cNvSpPr>
          <p:nvPr>
            <p:ph type="subTitle" idx="4294967295"/>
          </p:nvPr>
        </p:nvSpPr>
        <p:spPr>
          <a:xfrm>
            <a:off x="22605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h</a:t>
            </a:r>
            <a:endParaRPr sz="15000" b="0" i="0" u="none" strike="noStrike" cap="none">
              <a:solidFill>
                <a:srgbClr val="2356AF"/>
              </a:solidFill>
              <a:latin typeface="Jost"/>
              <a:ea typeface="Jost"/>
              <a:cs typeface="Jost"/>
              <a:sym typeface="Jost"/>
            </a:endParaRPr>
          </a:p>
        </p:txBody>
      </p:sp>
      <p:sp>
        <p:nvSpPr>
          <p:cNvPr id="871" name="Google Shape;871;g2c4fd7a3c22_2_0"/>
          <p:cNvSpPr txBox="1">
            <a:spLocks noGrp="1"/>
          </p:cNvSpPr>
          <p:nvPr>
            <p:ph type="subTitle" idx="4294967295"/>
          </p:nvPr>
        </p:nvSpPr>
        <p:spPr>
          <a:xfrm>
            <a:off x="3242725" y="1308025"/>
            <a:ext cx="265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6C4028"/>
                </a:solidFill>
                <a:latin typeface="Jost"/>
                <a:ea typeface="Jost"/>
                <a:cs typeface="Jost"/>
                <a:sym typeface="Jost"/>
              </a:rPr>
              <a:t>oo</a:t>
            </a:r>
            <a:endParaRPr sz="15000" b="0" i="0" u="none" strike="noStrike" cap="none">
              <a:solidFill>
                <a:srgbClr val="6C4028"/>
              </a:solidFill>
              <a:latin typeface="Jost"/>
              <a:ea typeface="Jost"/>
              <a:cs typeface="Jost"/>
              <a:sym typeface="Jost"/>
            </a:endParaRPr>
          </a:p>
        </p:txBody>
      </p:sp>
      <p:sp>
        <p:nvSpPr>
          <p:cNvPr id="872" name="Google Shape;872;g2c4fd7a3c22_2_0"/>
          <p:cNvSpPr/>
          <p:nvPr/>
        </p:nvSpPr>
        <p:spPr>
          <a:xfrm>
            <a:off x="3626880" y="4011888"/>
            <a:ext cx="18903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g2c71c6488eb_0_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79" name="Google Shape;879;g2c71c6488eb_0_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80" name="Google Shape;880;g2c71c6488eb_0_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1" name="Google Shape;881;g2c71c6488eb_0_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2" name="Google Shape;882;g2c71c6488eb_0_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3" name="Google Shape;883;g2c71c6488eb_0_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4" name="Google Shape;884;g2c71c6488eb_0_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85" name="Google Shape;885;g2c71c6488eb_0_2"/>
          <p:cNvGrpSpPr/>
          <p:nvPr/>
        </p:nvGrpSpPr>
        <p:grpSpPr>
          <a:xfrm>
            <a:off x="304250" y="6984600"/>
            <a:ext cx="8330829" cy="808600"/>
            <a:chOff x="-152950" y="7365600"/>
            <a:chExt cx="8330829" cy="808600"/>
          </a:xfrm>
        </p:grpSpPr>
        <p:sp>
          <p:nvSpPr>
            <p:cNvPr id="886" name="Google Shape;886;g2c71c6488eb_0_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87" name="Google Shape;887;g2c71c6488eb_0_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88" name="Google Shape;888;g2c71c6488eb_0_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89" name="Google Shape;889;g2c71c6488eb_0_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90" name="Google Shape;890;g2c71c6488eb_0_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91" name="Google Shape;891;g2c71c6488eb_0_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92" name="Google Shape;892;g2c71c6488eb_0_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93" name="Google Shape;893;g2c71c6488eb_0_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94" name="Google Shape;894;g2c71c6488eb_0_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5" name="Google Shape;895;g2c71c6488eb_0_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6" name="Google Shape;896;g2c71c6488eb_0_2"/>
          <p:cNvSpPr/>
          <p:nvPr/>
        </p:nvSpPr>
        <p:spPr>
          <a:xfrm>
            <a:off x="2982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7" name="Google Shape;897;g2c71c6488eb_0_2"/>
          <p:cNvSpPr/>
          <p:nvPr/>
        </p:nvSpPr>
        <p:spPr>
          <a:xfrm>
            <a:off x="5771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98" name="Google Shape;898;g2c71c6488eb_0_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99" name="Google Shape;899;g2c71c6488eb_0_2"/>
          <p:cNvSpPr txBox="1">
            <a:spLocks noGrp="1"/>
          </p:cNvSpPr>
          <p:nvPr>
            <p:ph type="subTitle" idx="4294967295"/>
          </p:nvPr>
        </p:nvSpPr>
        <p:spPr>
          <a:xfrm>
            <a:off x="52017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900" name="Google Shape;900;g2c71c6488eb_0_2"/>
          <p:cNvSpPr txBox="1">
            <a:spLocks noGrp="1"/>
          </p:cNvSpPr>
          <p:nvPr>
            <p:ph type="subTitle" idx="4294967295"/>
          </p:nvPr>
        </p:nvSpPr>
        <p:spPr>
          <a:xfrm>
            <a:off x="24128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01" name="Google Shape;901;g2c71c6488eb_0_2"/>
          <p:cNvSpPr txBox="1">
            <a:spLocks noGrp="1"/>
          </p:cNvSpPr>
          <p:nvPr>
            <p:ph type="subTitle" idx="4294967295"/>
          </p:nvPr>
        </p:nvSpPr>
        <p:spPr>
          <a:xfrm>
            <a:off x="3166500" y="1308025"/>
            <a:ext cx="265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6C4028"/>
                </a:solidFill>
                <a:latin typeface="Jost"/>
                <a:ea typeface="Jost"/>
                <a:cs typeface="Jost"/>
                <a:sym typeface="Jost"/>
              </a:rPr>
              <a:t>oo</a:t>
            </a:r>
            <a:endParaRPr sz="15000" b="0" i="0" u="none" strike="noStrike" cap="none">
              <a:solidFill>
                <a:srgbClr val="6C4028"/>
              </a:solidFill>
              <a:latin typeface="Jost"/>
              <a:ea typeface="Jost"/>
              <a:cs typeface="Jost"/>
              <a:sym typeface="Jost"/>
            </a:endParaRPr>
          </a:p>
        </p:txBody>
      </p:sp>
      <p:sp>
        <p:nvSpPr>
          <p:cNvPr id="902" name="Google Shape;902;g2c71c6488eb_0_2"/>
          <p:cNvSpPr/>
          <p:nvPr/>
        </p:nvSpPr>
        <p:spPr>
          <a:xfrm>
            <a:off x="3579455" y="4011888"/>
            <a:ext cx="18903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09" name="Google Shape;909;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10" name="Google Shape;910;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17" name="Google Shape;917;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18" name="Google Shape;918;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19" name="Google Shape;919;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26" name="Google Shape;926;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27" name="Google Shape;927;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28" name="Google Shape;928;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35" name="Google Shape;935;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36" name="Google Shape;936;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37" name="Google Shape;937;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sp>
        <p:nvSpPr>
          <p:cNvPr id="943" name="Google Shape;943;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44" name="Google Shape;944;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45" name="Google Shape;945;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46" name="Google Shape;946;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g26b641b03cd_0_301"/>
          <p:cNvSpPr txBox="1">
            <a:spLocks noGrp="1"/>
          </p:cNvSpPr>
          <p:nvPr>
            <p:ph type="title"/>
          </p:nvPr>
        </p:nvSpPr>
        <p:spPr>
          <a:xfrm>
            <a:off x="720425" y="5568500"/>
            <a:ext cx="7703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53" name="Google Shape;953;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54" name="Google Shape;954;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55" name="Google Shape;955;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60"/>
        <p:cNvGrpSpPr/>
        <p:nvPr/>
      </p:nvGrpSpPr>
      <p:grpSpPr>
        <a:xfrm>
          <a:off x="0" y="0"/>
          <a:ext cx="0" cy="0"/>
          <a:chOff x="0" y="0"/>
          <a:chExt cx="0" cy="0"/>
        </a:xfrm>
      </p:grpSpPr>
      <p:sp>
        <p:nvSpPr>
          <p:cNvPr id="961" name="Google Shape;961;g26b641b03cd_0_308"/>
          <p:cNvSpPr txBox="1">
            <a:spLocks noGrp="1"/>
          </p:cNvSpPr>
          <p:nvPr>
            <p:ph type="title"/>
          </p:nvPr>
        </p:nvSpPr>
        <p:spPr>
          <a:xfrm>
            <a:off x="768450" y="5568500"/>
            <a:ext cx="7607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62" name="Google Shape;962;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63" name="Google Shape;963;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64" name="Google Shape;964;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g26b641b03cd_0_315"/>
          <p:cNvSpPr txBox="1">
            <a:spLocks noGrp="1"/>
          </p:cNvSpPr>
          <p:nvPr>
            <p:ph type="title"/>
          </p:nvPr>
        </p:nvSpPr>
        <p:spPr>
          <a:xfrm>
            <a:off x="1008575" y="5568500"/>
            <a:ext cx="71268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
        <p:nvSpPr>
          <p:cNvPr id="971" name="Google Shape;971;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72" name="Google Shape;972;g26b641b03cd_0_315"/>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73" name="Google Shape;973;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g26b641b03cd_1_0"/>
          <p:cNvSpPr txBox="1">
            <a:spLocks noGrp="1"/>
          </p:cNvSpPr>
          <p:nvPr>
            <p:ph type="title"/>
          </p:nvPr>
        </p:nvSpPr>
        <p:spPr>
          <a:xfrm>
            <a:off x="931725" y="5568500"/>
            <a:ext cx="7280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
        <p:nvSpPr>
          <p:cNvPr id="980" name="Google Shape;980;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81" name="Google Shape;981;g26b641b03cd_1_0"/>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82" name="Google Shape;982;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89" name="Google Shape;989;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90" name="Google Shape;990;g1f3daf8a844_0_64"/>
          <p:cNvGrpSpPr/>
          <p:nvPr/>
        </p:nvGrpSpPr>
        <p:grpSpPr>
          <a:xfrm>
            <a:off x="3024000" y="209875"/>
            <a:ext cx="3096000" cy="454800"/>
            <a:chOff x="3024000" y="209875"/>
            <a:chExt cx="3096000" cy="454800"/>
          </a:xfrm>
        </p:grpSpPr>
        <p:sp>
          <p:nvSpPr>
            <p:cNvPr id="991" name="Google Shape;991;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2" name="Google Shape;992;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93" name="Google Shape;993;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94" name="Google Shape;994;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5" name="Google Shape;995;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6" name="Google Shape;996;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97" name="Google Shape;997;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98" name="Google Shape;998;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999" name="Google Shape;999;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00" name="Google Shape;1000;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01" name="Google Shape;1001;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02" name="Google Shape;1002;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03" name="Google Shape;1003;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04" name="Google Shape;1004;g1f3daf8a844_0_64"/>
          <p:cNvSpPr txBox="1"/>
          <p:nvPr/>
        </p:nvSpPr>
        <p:spPr>
          <a:xfrm>
            <a:off x="291034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05" name="Google Shape;1005;g1f3daf8a844_0_64"/>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6C4028"/>
                </a:solidFill>
                <a:latin typeface="Jost"/>
                <a:ea typeface="Jost"/>
                <a:cs typeface="Jost"/>
                <a:sym typeface="Jost"/>
              </a:rPr>
              <a:t>oo</a:t>
            </a:r>
            <a:endParaRPr sz="5500" b="0" i="0" u="none" strike="noStrike" cap="none">
              <a:solidFill>
                <a:srgbClr val="6C4028"/>
              </a:solidFill>
              <a:latin typeface="Jost"/>
              <a:ea typeface="Jost"/>
              <a:cs typeface="Jost"/>
              <a:sym typeface="Jost"/>
            </a:endParaRPr>
          </a:p>
        </p:txBody>
      </p:sp>
      <p:sp>
        <p:nvSpPr>
          <p:cNvPr id="1006" name="Google Shape;1006;g1f3daf8a844_0_64"/>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07" name="Google Shape;1007;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08" name="Google Shape;1008;g1f3daf8a844_0_64"/>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cxnSp>
        <p:nvCxnSpPr>
          <p:cNvPr id="1009" name="Google Shape;1009;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g2c71c6488eb_0_3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16" name="Google Shape;1016;g2c71c6488eb_0_3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17" name="Google Shape;1017;g2c71c6488eb_0_31"/>
          <p:cNvGrpSpPr/>
          <p:nvPr/>
        </p:nvGrpSpPr>
        <p:grpSpPr>
          <a:xfrm>
            <a:off x="3024000" y="209875"/>
            <a:ext cx="3096000" cy="454800"/>
            <a:chOff x="3024000" y="209875"/>
            <a:chExt cx="3096000" cy="454800"/>
          </a:xfrm>
        </p:grpSpPr>
        <p:sp>
          <p:nvSpPr>
            <p:cNvPr id="1018" name="Google Shape;1018;g2c71c6488eb_0_31"/>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9" name="Google Shape;1019;g2c71c6488eb_0_31"/>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20" name="Google Shape;1020;g2c71c6488eb_0_31"/>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21" name="Google Shape;1021;g2c71c6488eb_0_31"/>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22" name="Google Shape;1022;g2c71c6488eb_0_31"/>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3" name="Google Shape;1023;g2c71c6488eb_0_31"/>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4" name="Google Shape;1024;g2c71c6488eb_0_31"/>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25" name="Google Shape;1025;g2c71c6488eb_0_31"/>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26" name="Google Shape;1026;g2c71c6488eb_0_31"/>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book cook foot good took hook wool wood</a:t>
            </a:r>
            <a:endParaRPr sz="1800" b="0" i="0" u="none" strike="noStrike" cap="none">
              <a:solidFill>
                <a:srgbClr val="B7B7B7"/>
              </a:solidFill>
              <a:latin typeface="Jost"/>
              <a:ea typeface="Jost"/>
              <a:cs typeface="Jost"/>
              <a:sym typeface="Jost"/>
            </a:endParaRPr>
          </a:p>
        </p:txBody>
      </p:sp>
      <p:sp>
        <p:nvSpPr>
          <p:cNvPr id="1027" name="Google Shape;1027;g2c71c6488eb_0_31"/>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28" name="Google Shape;1028;g2c71c6488eb_0_31"/>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29" name="Google Shape;1029;g2c71c6488eb_0_31"/>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30" name="Google Shape;1030;g2c71c6488eb_0_31"/>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31" name="Google Shape;1031;g2c71c6488eb_0_31"/>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cxnSp>
        <p:nvCxnSpPr>
          <p:cNvPr id="1032" name="Google Shape;1032;g2c71c6488eb_0_31"/>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33" name="Google Shape;1033;g2c71c6488eb_0_31"/>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34" name="Google Shape;1034;g2c71c6488eb_0_31"/>
          <p:cNvSpPr txBox="1"/>
          <p:nvPr/>
        </p:nvSpPr>
        <p:spPr>
          <a:xfrm>
            <a:off x="291034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35" name="Google Shape;1035;g2c71c6488eb_0_31"/>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6C4028"/>
                </a:solidFill>
                <a:latin typeface="Jost"/>
                <a:ea typeface="Jost"/>
                <a:cs typeface="Jost"/>
                <a:sym typeface="Jost"/>
              </a:rPr>
              <a:t>oo</a:t>
            </a:r>
            <a:endParaRPr sz="5500" b="0" i="0" u="none" strike="noStrike" cap="none">
              <a:solidFill>
                <a:srgbClr val="6C4028"/>
              </a:solidFill>
              <a:latin typeface="Jost"/>
              <a:ea typeface="Jost"/>
              <a:cs typeface="Jost"/>
              <a:sym typeface="Jost"/>
            </a:endParaRPr>
          </a:p>
        </p:txBody>
      </p:sp>
      <p:sp>
        <p:nvSpPr>
          <p:cNvPr id="1036" name="Google Shape;1036;g2c71c6488eb_0_31"/>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37" name="Google Shape;1037;g2c71c6488eb_0_31"/>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38" name="Google Shape;1038;g2c71c6488eb_0_31"/>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354</Words>
  <Application>Microsoft Office PowerPoint</Application>
  <PresentationFormat>On-screen Show (4:3)</PresentationFormat>
  <Paragraphs>163</Paragraphs>
  <Slides>23</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Poppins Medium</vt:lpstr>
      <vt:lpstr>Poppins</vt:lpstr>
      <vt:lpstr>Jost</vt:lpstr>
      <vt:lpstr>Calibri</vt:lpstr>
      <vt:lpstr>Poppins SemiBold</vt:lpstr>
      <vt:lpstr>Mulish</vt:lpstr>
      <vt:lpstr>Nunito Black</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Hear Phonemes</vt:lpstr>
      <vt:lpstr>Hear Phonemes</vt:lpstr>
      <vt:lpstr>Teach Grapheme Caption</vt:lpstr>
      <vt:lpstr>Review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2026-04-29T04:03:53Z</dcterms:modified>
</cp:coreProperties>
</file>