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9144000"/>
  <p:notesSz cx="6858000" cy="9144000"/>
  <p:embeddedFontLst>
    <p:embeddedFont>
      <p:font typeface="Poppins"/>
      <p:regular r:id="rId33"/>
      <p:bold r:id="rId34"/>
      <p:italic r:id="rId35"/>
      <p:boldItalic r:id="rId36"/>
    </p:embeddedFont>
    <p:embeddedFont>
      <p:font typeface="Jost"/>
      <p:regular r:id="rId37"/>
      <p:bold r:id="rId38"/>
      <p:italic r:id="rId39"/>
      <p:boldItalic r:id="rId40"/>
    </p:embeddedFont>
    <p:embeddedFont>
      <p:font typeface="Poppins Medium"/>
      <p:regular r:id="rId41"/>
      <p:bold r:id="rId42"/>
      <p:italic r:id="rId43"/>
      <p:boldItalic r:id="rId44"/>
    </p:embeddedFont>
    <p:embeddedFont>
      <p:font typeface="Poppins SemiBold"/>
      <p:regular r:id="rId45"/>
      <p:bold r:id="rId46"/>
      <p:italic r:id="rId47"/>
      <p:boldItalic r:id="rId48"/>
    </p:embeddedFont>
    <p:embeddedFont>
      <p:font typeface="Nunito Black"/>
      <p:bold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1" roundtripDataSignature="AMtx7miCImgNk1c/989q4gMdDAYFxe8s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A51D85-CBB7-417B-895C-04855236B3FB}">
  <a:tblStyle styleId="{8CA51D85-CBB7-417B-895C-04855236B3FB}"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ost-boldItalic.fntdata"/><Relationship Id="rId42" Type="http://schemas.openxmlformats.org/officeDocument/2006/relationships/font" Target="fonts/PoppinsMedium-bold.fntdata"/><Relationship Id="rId41" Type="http://schemas.openxmlformats.org/officeDocument/2006/relationships/font" Target="fonts/PoppinsMedium-regular.fntdata"/><Relationship Id="rId44" Type="http://schemas.openxmlformats.org/officeDocument/2006/relationships/font" Target="fonts/PoppinsMedium-boldItalic.fntdata"/><Relationship Id="rId43" Type="http://schemas.openxmlformats.org/officeDocument/2006/relationships/font" Target="fonts/PoppinsMedium-italic.fntdata"/><Relationship Id="rId46" Type="http://schemas.openxmlformats.org/officeDocument/2006/relationships/font" Target="fonts/PoppinsSemiBold-bold.fntdata"/><Relationship Id="rId45" Type="http://schemas.openxmlformats.org/officeDocument/2006/relationships/font" Target="fonts/Poppins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boldItalic.fntdata"/><Relationship Id="rId47" Type="http://schemas.openxmlformats.org/officeDocument/2006/relationships/font" Target="fonts/PoppinsSemiBold-italic.fntdata"/><Relationship Id="rId49" Type="http://schemas.openxmlformats.org/officeDocument/2006/relationships/font" Target="fonts/NunitoBlac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Poppins-regular.fntdata"/><Relationship Id="rId32" Type="http://schemas.openxmlformats.org/officeDocument/2006/relationships/slide" Target="slides/slide26.xml"/><Relationship Id="rId35" Type="http://schemas.openxmlformats.org/officeDocument/2006/relationships/font" Target="fonts/Poppins-italic.fntdata"/><Relationship Id="rId34" Type="http://schemas.openxmlformats.org/officeDocument/2006/relationships/font" Target="fonts/Poppins-bold.fntdata"/><Relationship Id="rId37" Type="http://schemas.openxmlformats.org/officeDocument/2006/relationships/font" Target="fonts/Jost-regular.fntdata"/><Relationship Id="rId36" Type="http://schemas.openxmlformats.org/officeDocument/2006/relationships/font" Target="fonts/Poppins-boldItalic.fntdata"/><Relationship Id="rId39" Type="http://schemas.openxmlformats.org/officeDocument/2006/relationships/font" Target="fonts/Jost-italic.fntdata"/><Relationship Id="rId38" Type="http://schemas.openxmlformats.org/officeDocument/2006/relationships/font" Target="fonts/Jost-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NunitoBlack-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41b273a6d2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g341b273a6d2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41b273a6d2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41b273a6d2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41b273a6d2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41b273a6d2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41b273a6d2_0_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41b273a6d2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g341b273a6d2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41b273a6d2_0_1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g341b273a6d2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g341b273a6d2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41b273a6d2_0_1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g341b273a6d2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2" name="Google Shape;842;g341b273a6d2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41b273a6d2_0_1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g341b273a6d2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g341b273a6d2_0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41b273a6d2_0_2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g341b273a6d2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g341b273a6d2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41b273a6d2_0_2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g341b273a6d2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g341b273a6d2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41b273a6d2_0_2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8" name="Google Shape;938;g341b273a6d2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9" name="Google Shape;939;g341b273a6d2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41b273a6d2_0_28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8" name="Google Shape;968;g341b273a6d2_0_2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9" name="Google Shape;969;g341b273a6d2_0_2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e5653a5c6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1" name="Google Shape;1011;g2e5653a5c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2" name="Google Shape;1012;g2e5653a5c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1" name="Google Shape;1031;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2" name="Google Shape;1032;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2e6a455c4c8_0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1" name="Google Shape;1061;g2e6a455c4c8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2" name="Google Shape;1062;g2e6a455c4c8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5" name="Google Shape;1105;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4" name="Google Shape;1114;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26b641b03cd_0_2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3" name="Google Shape;1123;g26b641b03cd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g26b641b03cd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c186218c5a_0_1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2" name="Google Shape;1132;g2c186218c5a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3" name="Google Shape;1133;g2c186218c5a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1" name="Google Shape;1141;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2" name="Google Shape;1142;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2e6a455c4c8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0" name="Google Shape;1170;g2e6a455c4c8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2e6a455c4c8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1" name="Google Shape;1201;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2" name="Google Shape;1202;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7" name="Google Shape;1207;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8" name="Google Shape;1208;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12.png"/><Relationship Id="rId13" Type="http://schemas.openxmlformats.org/officeDocument/2006/relationships/image" Target="../media/image7.png"/><Relationship Id="rId12" Type="http://schemas.openxmlformats.org/officeDocument/2006/relationships/image" Target="../media/image10.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11.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8573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Sound Family /air/ - are</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17 - Wednesday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83</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bed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led </a:t>
            </a:r>
            <a:r>
              <a:rPr b="0" i="0" lang="en-US" sz="1100" u="none" cap="none" strike="noStrike">
                <a:solidFill>
                  <a:srgbClr val="1A1A1A"/>
                </a:solidFill>
                <a:latin typeface="Poppins"/>
                <a:ea typeface="Poppins"/>
                <a:cs typeface="Poppins"/>
                <a:sym typeface="Poppins"/>
              </a:rPr>
              <a:t>the difference is the phonemes </a:t>
            </a:r>
            <a:r>
              <a:rPr b="0" i="0" lang="en-US" sz="1100" u="none" cap="none" strike="noStrike">
                <a:solidFill>
                  <a:srgbClr val="53F41A"/>
                </a:solidFill>
                <a:latin typeface="Poppins"/>
                <a:ea typeface="Poppins"/>
                <a:cs typeface="Poppins"/>
                <a:sym typeface="Poppins"/>
              </a:rPr>
              <a:t>/b/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ship </a:t>
            </a:r>
            <a:r>
              <a:rPr b="0" i="0" lang="en-US" sz="1100" u="none" cap="none" strike="noStrike">
                <a:solidFill>
                  <a:srgbClr val="1A1A1A"/>
                </a:solidFill>
                <a:latin typeface="Poppins"/>
                <a:ea typeface="Poppins"/>
                <a:cs typeface="Poppins"/>
                <a:sym typeface="Poppins"/>
              </a:rPr>
              <a:t>as </a:t>
            </a:r>
            <a:r>
              <a:rPr b="0" i="0" lang="en-US" sz="1100" u="none" cap="none" strike="noStrike">
                <a:solidFill>
                  <a:srgbClr val="53F41A"/>
                </a:solidFill>
                <a:latin typeface="Poppins"/>
                <a:ea typeface="Poppins"/>
                <a:cs typeface="Poppins"/>
                <a:sym typeface="Poppins"/>
              </a:rPr>
              <a:t>/sh/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representing the </a:t>
            </a:r>
            <a:r>
              <a:rPr b="0" i="0" lang="en-US" sz="1100" u="none" cap="none" strike="noStrike">
                <a:solidFill>
                  <a:srgbClr val="53F41A"/>
                </a:solidFill>
                <a:latin typeface="Poppins"/>
                <a:ea typeface="Poppins"/>
                <a:cs typeface="Poppins"/>
                <a:sym typeface="Poppins"/>
              </a:rPr>
              <a:t>/ɑi/ </a:t>
            </a:r>
            <a:r>
              <a:rPr b="0" i="0" lang="en-US" sz="1100" u="none" cap="none" strike="noStrike">
                <a:solidFill>
                  <a:srgbClr val="1A1A1A"/>
                </a:solidFill>
                <a:latin typeface="Poppins"/>
                <a:ea typeface="Poppins"/>
                <a:cs typeface="Poppins"/>
                <a:sym typeface="Poppins"/>
              </a:rPr>
              <a:t>phoneme in </a:t>
            </a:r>
            <a:r>
              <a:rPr b="0" i="0" lang="en-US" sz="1100" u="none" cap="none" strike="noStrike">
                <a:solidFill>
                  <a:srgbClr val="1A30E8"/>
                </a:solidFill>
                <a:latin typeface="Poppins"/>
                <a:ea typeface="Poppins"/>
                <a:cs typeface="Poppins"/>
                <a:sym typeface="Poppins"/>
              </a:rPr>
              <a:t>eight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the two letters in the digraph, as in the words </a:t>
            </a:r>
            <a:r>
              <a:rPr b="0" i="0" lang="en-US" sz="1100" u="none" cap="none" strike="noStrike">
                <a:solidFill>
                  <a:srgbClr val="1A30E8"/>
                </a:solidFill>
                <a:latin typeface="Poppins"/>
                <a:ea typeface="Poppins"/>
                <a:cs typeface="Poppins"/>
                <a:sym typeface="Poppins"/>
              </a:rPr>
              <a:t>mɑke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ɑm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sɑt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slɑm </a:t>
            </a:r>
            <a:r>
              <a:rPr b="0" i="0" lang="en-US" sz="1100" u="none" cap="none" strike="noStrike">
                <a:solidFill>
                  <a:srgbClr val="1A1A1A"/>
                </a:solidFill>
                <a:latin typeface="Poppins"/>
                <a:ea typeface="Poppins"/>
                <a:cs typeface="Poppins"/>
                <a:sym typeface="Poppins"/>
              </a:rPr>
              <a:t>(CCVC) or </a:t>
            </a:r>
            <a:r>
              <a:rPr b="0" i="0" lang="en-US" sz="1100" u="none" cap="none" strike="noStrike">
                <a:solidFill>
                  <a:srgbClr val="1A30E8"/>
                </a:solidFill>
                <a:latin typeface="Poppins"/>
                <a:ea typeface="Poppins"/>
                <a:cs typeface="Poppins"/>
                <a:sym typeface="Poppins"/>
              </a:rPr>
              <a:t>eɑch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beɑch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bleɑch </a:t>
            </a:r>
            <a:r>
              <a:rPr b="0" i="0" lang="en-US" sz="1100" u="none" cap="none" strike="noStrike">
                <a:solidFill>
                  <a:srgbClr val="1A1A1A"/>
                </a:solidFill>
                <a:latin typeface="Poppins"/>
                <a:ea typeface="Poppins"/>
                <a:cs typeface="Poppins"/>
                <a:sym typeface="Poppins"/>
              </a:rPr>
              <a:t>(CCVC).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slide" Target="/ppt/slides/slide13.xml"/><Relationship Id="rId7" Type="http://schemas.openxmlformats.org/officeDocument/2006/relationships/slide" Target="/ppt/slides/slide20.xml"/><Relationship Id="rId8" Type="http://schemas.openxmlformats.org/officeDocument/2006/relationships/slide" Target="/ppt/slides/slide22.xml"/></Relationships>
</file>

<file path=ppt/slides/_rels/slide3.xml.rels><?xml version="1.0" encoding="UTF-8" standalone="yes"?><Relationships xmlns="http://schemas.openxmlformats.org/package/2006/relationships"><Relationship Id="rId20" Type="http://schemas.openxmlformats.org/officeDocument/2006/relationships/image" Target="../media/image39.png"/><Relationship Id="rId22" Type="http://schemas.openxmlformats.org/officeDocument/2006/relationships/image" Target="../media/image51.png"/><Relationship Id="rId21" Type="http://schemas.openxmlformats.org/officeDocument/2006/relationships/image" Target="../media/image36.png"/><Relationship Id="rId24" Type="http://schemas.openxmlformats.org/officeDocument/2006/relationships/image" Target="../media/image40.png"/><Relationship Id="rId23" Type="http://schemas.openxmlformats.org/officeDocument/2006/relationships/image" Target="../media/image42.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25.png"/><Relationship Id="rId9" Type="http://schemas.openxmlformats.org/officeDocument/2006/relationships/image" Target="../media/image23.png"/><Relationship Id="rId25" Type="http://schemas.openxmlformats.org/officeDocument/2006/relationships/image" Target="../media/image41.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32.png"/><Relationship Id="rId8" Type="http://schemas.openxmlformats.org/officeDocument/2006/relationships/image" Target="../media/image27.png"/><Relationship Id="rId11" Type="http://schemas.openxmlformats.org/officeDocument/2006/relationships/image" Target="../media/image21.png"/><Relationship Id="rId10" Type="http://schemas.openxmlformats.org/officeDocument/2006/relationships/image" Target="../media/image22.png"/><Relationship Id="rId13" Type="http://schemas.openxmlformats.org/officeDocument/2006/relationships/image" Target="../media/image31.png"/><Relationship Id="rId12" Type="http://schemas.openxmlformats.org/officeDocument/2006/relationships/image" Target="../media/image30.png"/><Relationship Id="rId15" Type="http://schemas.openxmlformats.org/officeDocument/2006/relationships/image" Target="../media/image29.png"/><Relationship Id="rId14" Type="http://schemas.openxmlformats.org/officeDocument/2006/relationships/image" Target="../media/image26.png"/><Relationship Id="rId17" Type="http://schemas.openxmlformats.org/officeDocument/2006/relationships/image" Target="../media/image37.png"/><Relationship Id="rId16" Type="http://schemas.openxmlformats.org/officeDocument/2006/relationships/image" Target="../media/image34.png"/><Relationship Id="rId19" Type="http://schemas.openxmlformats.org/officeDocument/2006/relationships/image" Target="../media/image38.png"/><Relationship Id="rId18" Type="http://schemas.openxmlformats.org/officeDocument/2006/relationships/image" Target="../media/image35.png"/></Relationships>
</file>

<file path=ppt/slides/_rels/slide4.xml.rels><?xml version="1.0" encoding="UTF-8" standalone="yes"?><Relationships xmlns="http://schemas.openxmlformats.org/package/2006/relationships"><Relationship Id="rId20" Type="http://schemas.openxmlformats.org/officeDocument/2006/relationships/image" Target="../media/image62.png"/><Relationship Id="rId22" Type="http://schemas.openxmlformats.org/officeDocument/2006/relationships/image" Target="../media/image60.png"/><Relationship Id="rId21" Type="http://schemas.openxmlformats.org/officeDocument/2006/relationships/image" Target="../media/image66.png"/><Relationship Id="rId24" Type="http://schemas.openxmlformats.org/officeDocument/2006/relationships/image" Target="../media/image74.png"/><Relationship Id="rId23" Type="http://schemas.openxmlformats.org/officeDocument/2006/relationships/image" Target="../media/image67.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8.png"/><Relationship Id="rId4" Type="http://schemas.openxmlformats.org/officeDocument/2006/relationships/image" Target="../media/image49.png"/><Relationship Id="rId9" Type="http://schemas.openxmlformats.org/officeDocument/2006/relationships/image" Target="../media/image50.png"/><Relationship Id="rId26" Type="http://schemas.openxmlformats.org/officeDocument/2006/relationships/image" Target="../media/image68.png"/><Relationship Id="rId25" Type="http://schemas.openxmlformats.org/officeDocument/2006/relationships/image" Target="../media/image63.png"/><Relationship Id="rId28" Type="http://schemas.openxmlformats.org/officeDocument/2006/relationships/image" Target="../media/image72.png"/><Relationship Id="rId27" Type="http://schemas.openxmlformats.org/officeDocument/2006/relationships/image" Target="../media/image64.png"/><Relationship Id="rId5" Type="http://schemas.openxmlformats.org/officeDocument/2006/relationships/image" Target="../media/image47.png"/><Relationship Id="rId6" Type="http://schemas.openxmlformats.org/officeDocument/2006/relationships/image" Target="../media/image44.png"/><Relationship Id="rId29" Type="http://schemas.openxmlformats.org/officeDocument/2006/relationships/image" Target="../media/image65.png"/><Relationship Id="rId7" Type="http://schemas.openxmlformats.org/officeDocument/2006/relationships/image" Target="../media/image45.png"/><Relationship Id="rId8" Type="http://schemas.openxmlformats.org/officeDocument/2006/relationships/image" Target="../media/image16.png"/><Relationship Id="rId31" Type="http://schemas.openxmlformats.org/officeDocument/2006/relationships/image" Target="../media/image69.png"/><Relationship Id="rId30" Type="http://schemas.openxmlformats.org/officeDocument/2006/relationships/image" Target="../media/image70.png"/><Relationship Id="rId11" Type="http://schemas.openxmlformats.org/officeDocument/2006/relationships/image" Target="../media/image52.png"/><Relationship Id="rId10" Type="http://schemas.openxmlformats.org/officeDocument/2006/relationships/image" Target="../media/image46.png"/><Relationship Id="rId13" Type="http://schemas.openxmlformats.org/officeDocument/2006/relationships/image" Target="../media/image54.png"/><Relationship Id="rId12" Type="http://schemas.openxmlformats.org/officeDocument/2006/relationships/image" Target="../media/image53.png"/><Relationship Id="rId15" Type="http://schemas.openxmlformats.org/officeDocument/2006/relationships/image" Target="../media/image58.png"/><Relationship Id="rId14" Type="http://schemas.openxmlformats.org/officeDocument/2006/relationships/image" Target="../media/image55.png"/><Relationship Id="rId17" Type="http://schemas.openxmlformats.org/officeDocument/2006/relationships/image" Target="../media/image56.png"/><Relationship Id="rId16" Type="http://schemas.openxmlformats.org/officeDocument/2006/relationships/image" Target="../media/image59.png"/><Relationship Id="rId19" Type="http://schemas.openxmlformats.org/officeDocument/2006/relationships/image" Target="../media/image57.png"/><Relationship Id="rId18" Type="http://schemas.openxmlformats.org/officeDocument/2006/relationships/image" Target="../media/image61.png"/></Relationships>
</file>

<file path=ppt/slides/_rels/slide5.xml.rels><?xml version="1.0" encoding="UTF-8" standalone="yes"?><Relationships xmlns="http://schemas.openxmlformats.org/package/2006/relationships"><Relationship Id="rId40" Type="http://schemas.openxmlformats.org/officeDocument/2006/relationships/image" Target="../media/image107.png"/><Relationship Id="rId20" Type="http://schemas.openxmlformats.org/officeDocument/2006/relationships/image" Target="../media/image85.png"/><Relationship Id="rId42" Type="http://schemas.openxmlformats.org/officeDocument/2006/relationships/image" Target="../media/image111.png"/><Relationship Id="rId41" Type="http://schemas.openxmlformats.org/officeDocument/2006/relationships/image" Target="../media/image109.png"/><Relationship Id="rId22" Type="http://schemas.openxmlformats.org/officeDocument/2006/relationships/image" Target="../media/image88.png"/><Relationship Id="rId21" Type="http://schemas.openxmlformats.org/officeDocument/2006/relationships/image" Target="../media/image89.png"/><Relationship Id="rId43" Type="http://schemas.openxmlformats.org/officeDocument/2006/relationships/image" Target="../media/image110.png"/><Relationship Id="rId24" Type="http://schemas.openxmlformats.org/officeDocument/2006/relationships/image" Target="../media/image93.png"/><Relationship Id="rId23" Type="http://schemas.openxmlformats.org/officeDocument/2006/relationships/image" Target="../media/image91.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1.png"/><Relationship Id="rId4" Type="http://schemas.openxmlformats.org/officeDocument/2006/relationships/image" Target="../media/image73.png"/><Relationship Id="rId9" Type="http://schemas.openxmlformats.org/officeDocument/2006/relationships/image" Target="../media/image81.png"/><Relationship Id="rId26" Type="http://schemas.openxmlformats.org/officeDocument/2006/relationships/image" Target="../media/image94.png"/><Relationship Id="rId25" Type="http://schemas.openxmlformats.org/officeDocument/2006/relationships/image" Target="../media/image96.png"/><Relationship Id="rId28" Type="http://schemas.openxmlformats.org/officeDocument/2006/relationships/image" Target="../media/image100.png"/><Relationship Id="rId27" Type="http://schemas.openxmlformats.org/officeDocument/2006/relationships/image" Target="../media/image95.png"/><Relationship Id="rId5" Type="http://schemas.openxmlformats.org/officeDocument/2006/relationships/image" Target="../media/image75.png"/><Relationship Id="rId6" Type="http://schemas.openxmlformats.org/officeDocument/2006/relationships/image" Target="../media/image80.png"/><Relationship Id="rId29" Type="http://schemas.openxmlformats.org/officeDocument/2006/relationships/image" Target="../media/image97.png"/><Relationship Id="rId7" Type="http://schemas.openxmlformats.org/officeDocument/2006/relationships/image" Target="../media/image76.png"/><Relationship Id="rId8" Type="http://schemas.openxmlformats.org/officeDocument/2006/relationships/image" Target="../media/image78.png"/><Relationship Id="rId31" Type="http://schemas.openxmlformats.org/officeDocument/2006/relationships/image" Target="../media/image98.png"/><Relationship Id="rId30" Type="http://schemas.openxmlformats.org/officeDocument/2006/relationships/image" Target="../media/image112.png"/><Relationship Id="rId11" Type="http://schemas.openxmlformats.org/officeDocument/2006/relationships/image" Target="../media/image83.png"/><Relationship Id="rId33" Type="http://schemas.openxmlformats.org/officeDocument/2006/relationships/image" Target="../media/image102.png"/><Relationship Id="rId10" Type="http://schemas.openxmlformats.org/officeDocument/2006/relationships/image" Target="../media/image79.png"/><Relationship Id="rId32" Type="http://schemas.openxmlformats.org/officeDocument/2006/relationships/image" Target="../media/image105.png"/><Relationship Id="rId13" Type="http://schemas.openxmlformats.org/officeDocument/2006/relationships/image" Target="../media/image84.png"/><Relationship Id="rId35" Type="http://schemas.openxmlformats.org/officeDocument/2006/relationships/image" Target="../media/image101.png"/><Relationship Id="rId12" Type="http://schemas.openxmlformats.org/officeDocument/2006/relationships/image" Target="../media/image77.png"/><Relationship Id="rId34" Type="http://schemas.openxmlformats.org/officeDocument/2006/relationships/image" Target="../media/image108.png"/><Relationship Id="rId15" Type="http://schemas.openxmlformats.org/officeDocument/2006/relationships/image" Target="../media/image82.png"/><Relationship Id="rId37" Type="http://schemas.openxmlformats.org/officeDocument/2006/relationships/image" Target="../media/image104.png"/><Relationship Id="rId14" Type="http://schemas.openxmlformats.org/officeDocument/2006/relationships/image" Target="../media/image113.png"/><Relationship Id="rId36" Type="http://schemas.openxmlformats.org/officeDocument/2006/relationships/image" Target="../media/image99.png"/><Relationship Id="rId17" Type="http://schemas.openxmlformats.org/officeDocument/2006/relationships/image" Target="../media/image86.png"/><Relationship Id="rId39" Type="http://schemas.openxmlformats.org/officeDocument/2006/relationships/image" Target="../media/image106.png"/><Relationship Id="rId16" Type="http://schemas.openxmlformats.org/officeDocument/2006/relationships/image" Target="../media/image90.png"/><Relationship Id="rId38" Type="http://schemas.openxmlformats.org/officeDocument/2006/relationships/image" Target="../media/image103.png"/><Relationship Id="rId19" Type="http://schemas.openxmlformats.org/officeDocument/2006/relationships/image" Target="../media/image87.png"/><Relationship Id="rId18" Type="http://schemas.openxmlformats.org/officeDocument/2006/relationships/image" Target="../media/image92.png"/></Relationships>
</file>

<file path=ppt/slides/_rels/slide6.xml.rels><?xml version="1.0" encoding="UTF-8" standalone="yes"?><Relationships xmlns="http://schemas.openxmlformats.org/package/2006/relationships"><Relationship Id="rId40" Type="http://schemas.openxmlformats.org/officeDocument/2006/relationships/image" Target="../media/image151.png"/><Relationship Id="rId20" Type="http://schemas.openxmlformats.org/officeDocument/2006/relationships/image" Target="../media/image129.png"/><Relationship Id="rId42" Type="http://schemas.openxmlformats.org/officeDocument/2006/relationships/image" Target="../media/image155.png"/><Relationship Id="rId41" Type="http://schemas.openxmlformats.org/officeDocument/2006/relationships/image" Target="../media/image150.png"/><Relationship Id="rId22" Type="http://schemas.openxmlformats.org/officeDocument/2006/relationships/image" Target="../media/image131.png"/><Relationship Id="rId44" Type="http://schemas.openxmlformats.org/officeDocument/2006/relationships/image" Target="../media/image153.png"/><Relationship Id="rId21" Type="http://schemas.openxmlformats.org/officeDocument/2006/relationships/image" Target="../media/image132.png"/><Relationship Id="rId43" Type="http://schemas.openxmlformats.org/officeDocument/2006/relationships/image" Target="../media/image152.png"/><Relationship Id="rId24" Type="http://schemas.openxmlformats.org/officeDocument/2006/relationships/image" Target="../media/image133.png"/><Relationship Id="rId23" Type="http://schemas.openxmlformats.org/officeDocument/2006/relationships/image" Target="../media/image135.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4.png"/><Relationship Id="rId4" Type="http://schemas.openxmlformats.org/officeDocument/2006/relationships/image" Target="../media/image115.png"/><Relationship Id="rId9" Type="http://schemas.openxmlformats.org/officeDocument/2006/relationships/image" Target="../media/image134.png"/><Relationship Id="rId26" Type="http://schemas.openxmlformats.org/officeDocument/2006/relationships/image" Target="../media/image136.png"/><Relationship Id="rId25" Type="http://schemas.openxmlformats.org/officeDocument/2006/relationships/image" Target="../media/image156.png"/><Relationship Id="rId28" Type="http://schemas.openxmlformats.org/officeDocument/2006/relationships/image" Target="../media/image137.png"/><Relationship Id="rId27" Type="http://schemas.openxmlformats.org/officeDocument/2006/relationships/image" Target="../media/image138.png"/><Relationship Id="rId5" Type="http://schemas.openxmlformats.org/officeDocument/2006/relationships/image" Target="../media/image117.png"/><Relationship Id="rId6" Type="http://schemas.openxmlformats.org/officeDocument/2006/relationships/image" Target="../media/image119.png"/><Relationship Id="rId29" Type="http://schemas.openxmlformats.org/officeDocument/2006/relationships/image" Target="../media/image139.png"/><Relationship Id="rId7" Type="http://schemas.openxmlformats.org/officeDocument/2006/relationships/image" Target="../media/image116.png"/><Relationship Id="rId8" Type="http://schemas.openxmlformats.org/officeDocument/2006/relationships/image" Target="../media/image120.png"/><Relationship Id="rId31" Type="http://schemas.openxmlformats.org/officeDocument/2006/relationships/image" Target="../media/image141.png"/><Relationship Id="rId30" Type="http://schemas.openxmlformats.org/officeDocument/2006/relationships/image" Target="../media/image143.png"/><Relationship Id="rId11" Type="http://schemas.openxmlformats.org/officeDocument/2006/relationships/image" Target="../media/image122.png"/><Relationship Id="rId33" Type="http://schemas.openxmlformats.org/officeDocument/2006/relationships/image" Target="../media/image144.png"/><Relationship Id="rId10" Type="http://schemas.openxmlformats.org/officeDocument/2006/relationships/image" Target="../media/image118.png"/><Relationship Id="rId32" Type="http://schemas.openxmlformats.org/officeDocument/2006/relationships/image" Target="../media/image140.png"/><Relationship Id="rId13" Type="http://schemas.openxmlformats.org/officeDocument/2006/relationships/image" Target="../media/image123.png"/><Relationship Id="rId35" Type="http://schemas.openxmlformats.org/officeDocument/2006/relationships/image" Target="../media/image147.png"/><Relationship Id="rId12" Type="http://schemas.openxmlformats.org/officeDocument/2006/relationships/image" Target="../media/image121.png"/><Relationship Id="rId34" Type="http://schemas.openxmlformats.org/officeDocument/2006/relationships/image" Target="../media/image142.png"/><Relationship Id="rId15" Type="http://schemas.openxmlformats.org/officeDocument/2006/relationships/image" Target="../media/image127.png"/><Relationship Id="rId37" Type="http://schemas.openxmlformats.org/officeDocument/2006/relationships/image" Target="../media/image149.png"/><Relationship Id="rId14" Type="http://schemas.openxmlformats.org/officeDocument/2006/relationships/image" Target="../media/image124.png"/><Relationship Id="rId36" Type="http://schemas.openxmlformats.org/officeDocument/2006/relationships/image" Target="../media/image145.png"/><Relationship Id="rId17" Type="http://schemas.openxmlformats.org/officeDocument/2006/relationships/image" Target="../media/image128.png"/><Relationship Id="rId39" Type="http://schemas.openxmlformats.org/officeDocument/2006/relationships/image" Target="../media/image148.png"/><Relationship Id="rId16" Type="http://schemas.openxmlformats.org/officeDocument/2006/relationships/image" Target="../media/image125.png"/><Relationship Id="rId38" Type="http://schemas.openxmlformats.org/officeDocument/2006/relationships/image" Target="../media/image146.png"/><Relationship Id="rId19" Type="http://schemas.openxmlformats.org/officeDocument/2006/relationships/image" Target="../media/image126.png"/><Relationship Id="rId18" Type="http://schemas.openxmlformats.org/officeDocument/2006/relationships/image" Target="../media/image1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4.png"/><Relationship Id="rId4" Type="http://schemas.openxmlformats.org/officeDocument/2006/relationships/image" Target="../media/image157.png"/><Relationship Id="rId9" Type="http://schemas.openxmlformats.org/officeDocument/2006/relationships/image" Target="../media/image161.png"/><Relationship Id="rId5" Type="http://schemas.openxmlformats.org/officeDocument/2006/relationships/image" Target="../media/image160.png"/><Relationship Id="rId6" Type="http://schemas.openxmlformats.org/officeDocument/2006/relationships/image" Target="../media/image176.png"/><Relationship Id="rId7" Type="http://schemas.openxmlformats.org/officeDocument/2006/relationships/image" Target="../media/image158.png"/><Relationship Id="rId8" Type="http://schemas.openxmlformats.org/officeDocument/2006/relationships/image" Target="../media/image159.png"/><Relationship Id="rId11" Type="http://schemas.openxmlformats.org/officeDocument/2006/relationships/image" Target="../media/image163.png"/><Relationship Id="rId10" Type="http://schemas.openxmlformats.org/officeDocument/2006/relationships/image" Target="../media/image162.png"/><Relationship Id="rId13" Type="http://schemas.openxmlformats.org/officeDocument/2006/relationships/image" Target="../media/image165.png"/><Relationship Id="rId12" Type="http://schemas.openxmlformats.org/officeDocument/2006/relationships/image" Target="../media/image167.png"/><Relationship Id="rId15" Type="http://schemas.openxmlformats.org/officeDocument/2006/relationships/image" Target="../media/image168.png"/><Relationship Id="rId14" Type="http://schemas.openxmlformats.org/officeDocument/2006/relationships/image" Target="../media/image164.png"/><Relationship Id="rId16" Type="http://schemas.openxmlformats.org/officeDocument/2006/relationships/image" Target="../media/image166.png"/></Relationships>
</file>

<file path=ppt/slides/_rels/slide8.xml.rels><?xml version="1.0" encoding="UTF-8" standalone="yes"?><Relationships xmlns="http://schemas.openxmlformats.org/package/2006/relationships"><Relationship Id="rId20" Type="http://schemas.openxmlformats.org/officeDocument/2006/relationships/image" Target="../media/image189.png"/><Relationship Id="rId22" Type="http://schemas.openxmlformats.org/officeDocument/2006/relationships/image" Target="../media/image192.png"/><Relationship Id="rId21" Type="http://schemas.openxmlformats.org/officeDocument/2006/relationships/image" Target="../media/image187.png"/><Relationship Id="rId24" Type="http://schemas.openxmlformats.org/officeDocument/2006/relationships/image" Target="../media/image190.png"/><Relationship Id="rId23" Type="http://schemas.openxmlformats.org/officeDocument/2006/relationships/image" Target="../media/image188.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9.png"/><Relationship Id="rId4" Type="http://schemas.openxmlformats.org/officeDocument/2006/relationships/image" Target="../media/image170.png"/><Relationship Id="rId9" Type="http://schemas.openxmlformats.org/officeDocument/2006/relationships/image" Target="../media/image175.png"/><Relationship Id="rId26" Type="http://schemas.openxmlformats.org/officeDocument/2006/relationships/image" Target="../media/image191.png"/><Relationship Id="rId25" Type="http://schemas.openxmlformats.org/officeDocument/2006/relationships/image" Target="../media/image194.png"/><Relationship Id="rId28" Type="http://schemas.openxmlformats.org/officeDocument/2006/relationships/image" Target="../media/image193.png"/><Relationship Id="rId27" Type="http://schemas.openxmlformats.org/officeDocument/2006/relationships/image" Target="../media/image195.png"/><Relationship Id="rId5" Type="http://schemas.openxmlformats.org/officeDocument/2006/relationships/image" Target="../media/image174.png"/><Relationship Id="rId6" Type="http://schemas.openxmlformats.org/officeDocument/2006/relationships/image" Target="../media/image171.png"/><Relationship Id="rId29" Type="http://schemas.openxmlformats.org/officeDocument/2006/relationships/image" Target="../media/image201.png"/><Relationship Id="rId7" Type="http://schemas.openxmlformats.org/officeDocument/2006/relationships/image" Target="../media/image172.png"/><Relationship Id="rId8" Type="http://schemas.openxmlformats.org/officeDocument/2006/relationships/image" Target="../media/image173.png"/><Relationship Id="rId30" Type="http://schemas.openxmlformats.org/officeDocument/2006/relationships/image" Target="../media/image197.png"/><Relationship Id="rId11" Type="http://schemas.openxmlformats.org/officeDocument/2006/relationships/image" Target="../media/image179.png"/><Relationship Id="rId10" Type="http://schemas.openxmlformats.org/officeDocument/2006/relationships/image" Target="../media/image180.png"/><Relationship Id="rId13" Type="http://schemas.openxmlformats.org/officeDocument/2006/relationships/image" Target="../media/image177.png"/><Relationship Id="rId12" Type="http://schemas.openxmlformats.org/officeDocument/2006/relationships/image" Target="../media/image178.png"/><Relationship Id="rId15" Type="http://schemas.openxmlformats.org/officeDocument/2006/relationships/image" Target="../media/image182.png"/><Relationship Id="rId14" Type="http://schemas.openxmlformats.org/officeDocument/2006/relationships/image" Target="../media/image181.png"/><Relationship Id="rId17" Type="http://schemas.openxmlformats.org/officeDocument/2006/relationships/image" Target="../media/image186.png"/><Relationship Id="rId16" Type="http://schemas.openxmlformats.org/officeDocument/2006/relationships/image" Target="../media/image183.png"/><Relationship Id="rId19" Type="http://schemas.openxmlformats.org/officeDocument/2006/relationships/image" Target="../media/image185.png"/><Relationship Id="rId18" Type="http://schemas.openxmlformats.org/officeDocument/2006/relationships/image" Target="../media/image18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6.png"/><Relationship Id="rId4" Type="http://schemas.openxmlformats.org/officeDocument/2006/relationships/image" Target="../media/image198.png"/><Relationship Id="rId9" Type="http://schemas.openxmlformats.org/officeDocument/2006/relationships/image" Target="../media/image202.png"/><Relationship Id="rId5" Type="http://schemas.openxmlformats.org/officeDocument/2006/relationships/image" Target="../media/image199.png"/><Relationship Id="rId6" Type="http://schemas.openxmlformats.org/officeDocument/2006/relationships/image" Target="../media/image203.png"/><Relationship Id="rId7" Type="http://schemas.openxmlformats.org/officeDocument/2006/relationships/image" Target="../media/image200.png"/><Relationship Id="rId8" Type="http://schemas.openxmlformats.org/officeDocument/2006/relationships/image" Target="../media/image205.png"/><Relationship Id="rId11" Type="http://schemas.openxmlformats.org/officeDocument/2006/relationships/image" Target="../media/image206.png"/><Relationship Id="rId10" Type="http://schemas.openxmlformats.org/officeDocument/2006/relationships/image" Target="../media/image204.png"/><Relationship Id="rId13" Type="http://schemas.openxmlformats.org/officeDocument/2006/relationships/image" Target="../media/image213.png"/><Relationship Id="rId12" Type="http://schemas.openxmlformats.org/officeDocument/2006/relationships/image" Target="../media/image207.png"/><Relationship Id="rId15" Type="http://schemas.openxmlformats.org/officeDocument/2006/relationships/image" Target="../media/image210.png"/><Relationship Id="rId14" Type="http://schemas.openxmlformats.org/officeDocument/2006/relationships/image" Target="../media/image20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5.png"/><Relationship Id="rId4" Type="http://schemas.openxmlformats.org/officeDocument/2006/relationships/image" Target="../media/image209.png"/><Relationship Id="rId9" Type="http://schemas.openxmlformats.org/officeDocument/2006/relationships/image" Target="../media/image216.png"/><Relationship Id="rId5" Type="http://schemas.openxmlformats.org/officeDocument/2006/relationships/image" Target="../media/image212.png"/><Relationship Id="rId6" Type="http://schemas.openxmlformats.org/officeDocument/2006/relationships/image" Target="../media/image211.png"/><Relationship Id="rId7" Type="http://schemas.openxmlformats.org/officeDocument/2006/relationships/image" Target="../media/image214.png"/><Relationship Id="rId8" Type="http://schemas.openxmlformats.org/officeDocument/2006/relationships/image" Target="../media/image219.png"/><Relationship Id="rId11" Type="http://schemas.openxmlformats.org/officeDocument/2006/relationships/image" Target="../media/image217.png"/><Relationship Id="rId10" Type="http://schemas.openxmlformats.org/officeDocument/2006/relationships/image" Target="../media/image218.png"/><Relationship Id="rId13" Type="http://schemas.openxmlformats.org/officeDocument/2006/relationships/image" Target="../media/image220.png"/><Relationship Id="rId12" Type="http://schemas.openxmlformats.org/officeDocument/2006/relationships/image" Target="../media/image224.png"/><Relationship Id="rId15" Type="http://schemas.openxmlformats.org/officeDocument/2006/relationships/image" Target="../media/image222.png"/><Relationship Id="rId14" Type="http://schemas.openxmlformats.org/officeDocument/2006/relationships/image" Target="../media/image223.png"/><Relationship Id="rId16" Type="http://schemas.openxmlformats.org/officeDocument/2006/relationships/image" Target="../media/image221.png"/></Relationships>
</file>

<file path=ppt/slides/_rels/slide11.xml.rels><?xml version="1.0" encoding="UTF-8" standalone="yes"?><Relationships xmlns="http://schemas.openxmlformats.org/package/2006/relationships"><Relationship Id="rId20" Type="http://schemas.openxmlformats.org/officeDocument/2006/relationships/image" Target="../media/image244.png"/><Relationship Id="rId22" Type="http://schemas.openxmlformats.org/officeDocument/2006/relationships/image" Target="../media/image245.png"/><Relationship Id="rId21" Type="http://schemas.openxmlformats.org/officeDocument/2006/relationships/image" Target="../media/image242.png"/><Relationship Id="rId24" Type="http://schemas.openxmlformats.org/officeDocument/2006/relationships/image" Target="../media/image247.png"/><Relationship Id="rId23" Type="http://schemas.openxmlformats.org/officeDocument/2006/relationships/image" Target="../media/image243.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7.png"/><Relationship Id="rId4" Type="http://schemas.openxmlformats.org/officeDocument/2006/relationships/image" Target="../media/image226.png"/><Relationship Id="rId9" Type="http://schemas.openxmlformats.org/officeDocument/2006/relationships/image" Target="../media/image230.png"/><Relationship Id="rId26" Type="http://schemas.openxmlformats.org/officeDocument/2006/relationships/image" Target="../media/image248.png"/><Relationship Id="rId25" Type="http://schemas.openxmlformats.org/officeDocument/2006/relationships/image" Target="../media/image246.png"/><Relationship Id="rId5" Type="http://schemas.openxmlformats.org/officeDocument/2006/relationships/image" Target="../media/image225.png"/><Relationship Id="rId6" Type="http://schemas.openxmlformats.org/officeDocument/2006/relationships/image" Target="../media/image228.png"/><Relationship Id="rId7" Type="http://schemas.openxmlformats.org/officeDocument/2006/relationships/image" Target="../media/image229.png"/><Relationship Id="rId8" Type="http://schemas.openxmlformats.org/officeDocument/2006/relationships/image" Target="../media/image231.png"/><Relationship Id="rId11" Type="http://schemas.openxmlformats.org/officeDocument/2006/relationships/image" Target="../media/image238.png"/><Relationship Id="rId10" Type="http://schemas.openxmlformats.org/officeDocument/2006/relationships/image" Target="../media/image241.png"/><Relationship Id="rId13" Type="http://schemas.openxmlformats.org/officeDocument/2006/relationships/image" Target="../media/image232.png"/><Relationship Id="rId12" Type="http://schemas.openxmlformats.org/officeDocument/2006/relationships/image" Target="../media/image233.png"/><Relationship Id="rId15" Type="http://schemas.openxmlformats.org/officeDocument/2006/relationships/image" Target="../media/image235.png"/><Relationship Id="rId14" Type="http://schemas.openxmlformats.org/officeDocument/2006/relationships/image" Target="../media/image236.png"/><Relationship Id="rId17" Type="http://schemas.openxmlformats.org/officeDocument/2006/relationships/image" Target="../media/image240.png"/><Relationship Id="rId16" Type="http://schemas.openxmlformats.org/officeDocument/2006/relationships/image" Target="../media/image234.png"/><Relationship Id="rId19" Type="http://schemas.openxmlformats.org/officeDocument/2006/relationships/image" Target="../media/image239.png"/><Relationship Id="rId18" Type="http://schemas.openxmlformats.org/officeDocument/2006/relationships/image" Target="../media/image237.png"/></Relationships>
</file>

<file path=ppt/slides/_rels/slide12.xml.rels><?xml version="1.0" encoding="UTF-8" standalone="yes"?><Relationships xmlns="http://schemas.openxmlformats.org/package/2006/relationships"><Relationship Id="rId20" Type="http://schemas.openxmlformats.org/officeDocument/2006/relationships/image" Target="../media/image264.png"/><Relationship Id="rId22" Type="http://schemas.openxmlformats.org/officeDocument/2006/relationships/image" Target="../media/image269.png"/><Relationship Id="rId21" Type="http://schemas.openxmlformats.org/officeDocument/2006/relationships/image" Target="../media/image267.png"/><Relationship Id="rId24" Type="http://schemas.openxmlformats.org/officeDocument/2006/relationships/image" Target="../media/image268.png"/><Relationship Id="rId23" Type="http://schemas.openxmlformats.org/officeDocument/2006/relationships/image" Target="../media/image266.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9.png"/><Relationship Id="rId4" Type="http://schemas.openxmlformats.org/officeDocument/2006/relationships/image" Target="../media/image250.png"/><Relationship Id="rId9" Type="http://schemas.openxmlformats.org/officeDocument/2006/relationships/image" Target="../media/image253.png"/><Relationship Id="rId26" Type="http://schemas.openxmlformats.org/officeDocument/2006/relationships/image" Target="../media/image270.png"/><Relationship Id="rId25" Type="http://schemas.openxmlformats.org/officeDocument/2006/relationships/image" Target="../media/image272.png"/><Relationship Id="rId5" Type="http://schemas.openxmlformats.org/officeDocument/2006/relationships/image" Target="../media/image251.png"/><Relationship Id="rId6" Type="http://schemas.openxmlformats.org/officeDocument/2006/relationships/image" Target="../media/image252.png"/><Relationship Id="rId7" Type="http://schemas.openxmlformats.org/officeDocument/2006/relationships/image" Target="../media/image254.png"/><Relationship Id="rId8" Type="http://schemas.openxmlformats.org/officeDocument/2006/relationships/image" Target="../media/image255.png"/><Relationship Id="rId11" Type="http://schemas.openxmlformats.org/officeDocument/2006/relationships/image" Target="../media/image258.png"/><Relationship Id="rId10" Type="http://schemas.openxmlformats.org/officeDocument/2006/relationships/image" Target="../media/image256.png"/><Relationship Id="rId13" Type="http://schemas.openxmlformats.org/officeDocument/2006/relationships/image" Target="../media/image260.png"/><Relationship Id="rId12" Type="http://schemas.openxmlformats.org/officeDocument/2006/relationships/image" Target="../media/image257.png"/><Relationship Id="rId15" Type="http://schemas.openxmlformats.org/officeDocument/2006/relationships/image" Target="../media/image259.png"/><Relationship Id="rId14" Type="http://schemas.openxmlformats.org/officeDocument/2006/relationships/image" Target="../media/image262.png"/><Relationship Id="rId17" Type="http://schemas.openxmlformats.org/officeDocument/2006/relationships/image" Target="../media/image280.png"/><Relationship Id="rId16" Type="http://schemas.openxmlformats.org/officeDocument/2006/relationships/image" Target="../media/image261.png"/><Relationship Id="rId19" Type="http://schemas.openxmlformats.org/officeDocument/2006/relationships/image" Target="../media/image265.png"/><Relationship Id="rId18" Type="http://schemas.openxmlformats.org/officeDocument/2006/relationships/image" Target="../media/image26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7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7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7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7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Sound Family /air/;</a:t>
            </a:r>
            <a:br>
              <a:rPr lang="en-US" sz="3000"/>
            </a:br>
            <a:r>
              <a:rPr lang="en-US" sz="3000"/>
              <a:t>are</a:t>
            </a:r>
            <a:endParaRPr sz="3000"/>
          </a:p>
        </p:txBody>
      </p:sp>
      <p:sp>
        <p:nvSpPr>
          <p:cNvPr id="652" name="Google Shape;652;p1"/>
          <p:cNvSpPr txBox="1"/>
          <p:nvPr>
            <p:ph idx="2" type="subTitle"/>
          </p:nvPr>
        </p:nvSpPr>
        <p:spPr>
          <a:xfrm>
            <a:off x="884092" y="36931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83</a:t>
            </a:r>
            <a:endParaRPr/>
          </a:p>
        </p:txBody>
      </p:sp>
      <p:grpSp>
        <p:nvGrpSpPr>
          <p:cNvPr id="653" name="Google Shape;653;p1"/>
          <p:cNvGrpSpPr/>
          <p:nvPr/>
        </p:nvGrpSpPr>
        <p:grpSpPr>
          <a:xfrm>
            <a:off x="5485189" y="3866198"/>
            <a:ext cx="2544947" cy="1877837"/>
            <a:chOff x="5485189" y="3866198"/>
            <a:chExt cx="2544947" cy="1877837"/>
          </a:xfrm>
        </p:grpSpPr>
        <p:pic>
          <p:nvPicPr>
            <p:cNvPr id="654" name="Google Shape;654;p1" title="JNL686-144F.png"/>
            <p:cNvPicPr preferRelativeResize="0"/>
            <p:nvPr/>
          </p:nvPicPr>
          <p:blipFill rotWithShape="1">
            <a:blip r:embed="rId3">
              <a:alphaModFix/>
            </a:blip>
            <a:srcRect b="0" l="79" r="69" t="0"/>
            <a:stretch/>
          </p:blipFill>
          <p:spPr>
            <a:xfrm rot="540305">
              <a:off x="6695728" y="3950203"/>
              <a:ext cx="1208040" cy="1709827"/>
            </a:xfrm>
            <a:prstGeom prst="rect">
              <a:avLst/>
            </a:prstGeom>
            <a:noFill/>
            <a:ln>
              <a:noFill/>
            </a:ln>
            <a:effectLst>
              <a:outerShdw blurRad="71438" rotWithShape="0" algn="bl" dir="5220000" dist="38100">
                <a:srgbClr val="000000">
                  <a:alpha val="20000"/>
                </a:srgbClr>
              </a:outerShdw>
            </a:effectLst>
          </p:spPr>
        </p:pic>
        <p:pic>
          <p:nvPicPr>
            <p:cNvPr id="655" name="Google Shape;655;p1" title="JNL686-73F.png"/>
            <p:cNvPicPr preferRelativeResize="0"/>
            <p:nvPr/>
          </p:nvPicPr>
          <p:blipFill rotWithShape="1">
            <a:blip r:embed="rId4">
              <a:alphaModFix/>
            </a:blip>
            <a:srcRect b="0" l="79" r="79" t="0"/>
            <a:stretch/>
          </p:blipFill>
          <p:spPr>
            <a:xfrm rot="-278018">
              <a:off x="5552278" y="3960008"/>
              <a:ext cx="1208038" cy="1709829"/>
            </a:xfrm>
            <a:prstGeom prst="rect">
              <a:avLst/>
            </a:prstGeom>
            <a:noFill/>
            <a:ln>
              <a:noFill/>
            </a:ln>
            <a:effectLst>
              <a:outerShdw blurRad="71438" rotWithShape="0" algn="bl" dir="5220000" dist="38100">
                <a:srgbClr val="000000">
                  <a:alpha val="20000"/>
                </a:srgbClr>
              </a:outerShdw>
            </a:effectLst>
          </p:spPr>
        </p:pic>
      </p:grpSp>
      <p:graphicFrame>
        <p:nvGraphicFramePr>
          <p:cNvPr id="656" name="Google Shape;656;p1"/>
          <p:cNvGraphicFramePr/>
          <p:nvPr/>
        </p:nvGraphicFramePr>
        <p:xfrm>
          <a:off x="4844200" y="1646527"/>
          <a:ext cx="3000000" cy="3000000"/>
        </p:xfrm>
        <a:graphic>
          <a:graphicData uri="http://schemas.openxmlformats.org/drawingml/2006/table">
            <a:tbl>
              <a:tblPr bandRow="1" firstRow="1">
                <a:noFill/>
                <a:tableStyleId>{8CA51D85-CBB7-417B-895C-04855236B3FB}</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ir/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Learn and </a:t>
            </a:r>
            <a:r>
              <a:rPr lang="en-US"/>
              <a:t>practise</a:t>
            </a:r>
            <a:r>
              <a:rPr lang="en-US"/>
              <a:t> </a:t>
            </a:r>
            <a:r>
              <a:rPr lang="en-US">
                <a:solidFill>
                  <a:srgbClr val="8DC63F"/>
                </a:solidFill>
              </a:rPr>
              <a:t>/air/</a:t>
            </a:r>
            <a:r>
              <a:rPr lang="en-US"/>
              <a:t> sound family spelling patterns.</a:t>
            </a:r>
            <a:endParaRPr/>
          </a:p>
        </p:txBody>
      </p:sp>
      <p:sp>
        <p:nvSpPr>
          <p:cNvPr id="663" name="Google Shape;663;g2bee4f4af4b_0_204"/>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6" name="Google Shape;666;g2bee4f4af4b_0_204" title="JNL686-73F.png"/>
          <p:cNvPicPr preferRelativeResize="0"/>
          <p:nvPr/>
        </p:nvPicPr>
        <p:blipFill rotWithShape="1">
          <a:blip r:embed="rId3">
            <a:alphaModFix/>
          </a:blip>
          <a:srcRect b="0" l="79" r="79" t="0"/>
          <a:stretch/>
        </p:blipFill>
        <p:spPr>
          <a:xfrm>
            <a:off x="995626" y="4101860"/>
            <a:ext cx="786850" cy="1113689"/>
          </a:xfrm>
          <a:prstGeom prst="rect">
            <a:avLst/>
          </a:prstGeom>
          <a:noFill/>
          <a:ln>
            <a:noFill/>
          </a:ln>
          <a:effectLst>
            <a:outerShdw blurRad="71438" rotWithShape="0" algn="bl" dir="5220000" dist="1905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9" name="Google Shape;669;g2bee4f4af4b_0_204" title="JNL689-159F.png"/>
          <p:cNvPicPr preferRelativeResize="0"/>
          <p:nvPr/>
        </p:nvPicPr>
        <p:blipFill rotWithShape="1">
          <a:blip r:embed="rId4">
            <a:alphaModFix/>
          </a:blip>
          <a:srcRect b="0" l="69" r="69" t="0"/>
          <a:stretch/>
        </p:blipFill>
        <p:spPr>
          <a:xfrm>
            <a:off x="2262506" y="4169988"/>
            <a:ext cx="813600" cy="977433"/>
          </a:xfrm>
          <a:prstGeom prst="rect">
            <a:avLst/>
          </a:prstGeom>
          <a:noFill/>
          <a:ln>
            <a:noFill/>
          </a:ln>
          <a:effectLst>
            <a:outerShdw blurRad="71438" rotWithShape="0" algn="bl" dir="5220000" dist="19050">
              <a:srgbClr val="D8D8D8"/>
            </a:outerShdw>
          </a:effectLst>
        </p:spPr>
      </p:pic>
      <p:sp>
        <p:nvSpPr>
          <p:cNvPr id="670" name="Google Shape;670;g2bee4f4af4b_0_204"/>
          <p:cNvSpPr txBox="1"/>
          <p:nvPr/>
        </p:nvSpPr>
        <p:spPr>
          <a:xfrm>
            <a:off x="345006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JNL692</a:t>
            </a:r>
            <a:endParaRPr b="0" i="0" sz="1000" u="none" cap="none" strike="noStrike">
              <a:solidFill>
                <a:srgbClr val="000000"/>
              </a:solidFill>
              <a:latin typeface="Poppins"/>
              <a:ea typeface="Poppins"/>
              <a:cs typeface="Poppins"/>
              <a:sym typeface="Poppins"/>
            </a:endParaRPr>
          </a:p>
        </p:txBody>
      </p:sp>
      <p:sp>
        <p:nvSpPr>
          <p:cNvPr id="671" name="Google Shape;671;g2bee4f4af4b_0_204"/>
          <p:cNvSpPr txBox="1"/>
          <p:nvPr/>
        </p:nvSpPr>
        <p:spPr>
          <a:xfrm>
            <a:off x="3335461" y="5256529"/>
            <a:ext cx="10428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Alien Words</a:t>
            </a:r>
            <a:endParaRPr b="0" i="0" sz="1400" u="none" cap="none" strike="noStrike">
              <a:solidFill>
                <a:srgbClr val="000000"/>
              </a:solidFill>
              <a:latin typeface="Poppins Medium"/>
              <a:ea typeface="Poppins Medium"/>
              <a:cs typeface="Poppins Medium"/>
              <a:sym typeface="Poppins Medium"/>
            </a:endParaRPr>
          </a:p>
        </p:txBody>
      </p:sp>
      <p:pic>
        <p:nvPicPr>
          <p:cNvPr id="672" name="Google Shape;672;g2bee4f4af4b_0_204" title="JNL692-158F.png"/>
          <p:cNvPicPr preferRelativeResize="0"/>
          <p:nvPr/>
        </p:nvPicPr>
        <p:blipFill rotWithShape="1">
          <a:blip r:embed="rId5">
            <a:alphaModFix/>
          </a:blip>
          <a:srcRect b="99" l="0" r="0" t="89"/>
          <a:stretch/>
        </p:blipFill>
        <p:spPr>
          <a:xfrm>
            <a:off x="3549599" y="4232253"/>
            <a:ext cx="614525" cy="852902"/>
          </a:xfrm>
          <a:prstGeom prst="rect">
            <a:avLst/>
          </a:prstGeom>
          <a:noFill/>
          <a:ln>
            <a:noFill/>
          </a:ln>
          <a:effectLst>
            <a:outerShdw blurRad="71438" rotWithShape="0" algn="bl" dir="5220000" dist="19050">
              <a:srgbClr val="D8D8D8"/>
            </a:outerShdw>
          </a:effectLst>
        </p:spPr>
      </p:pic>
      <p:sp>
        <p:nvSpPr>
          <p:cNvPr id="673" name="Google Shape;673;g2bee4f4af4b_0_204">
            <a:hlinkClick action="ppaction://hlinksldjump" r:id="rId6"/>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4" name="Google Shape;674;g2bee4f4af4b_0_204">
            <a:hlinkClick action="ppaction://hlinksldjump" r:id="rId7"/>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5" name="Google Shape;675;g2bee4f4af4b_0_204">
            <a:hlinkClick action="ppaction://hlinksldjump" r:id="rId8"/>
          </p:cNvPr>
          <p:cNvSpPr/>
          <p:nvPr/>
        </p:nvSpPr>
        <p:spPr>
          <a:xfrm>
            <a:off x="3335463" y="4127750"/>
            <a:ext cx="10428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41b273a6d2_0_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82" name="Google Shape;682;g341b273a6d2_0_1"/>
          <p:cNvGrpSpPr/>
          <p:nvPr/>
        </p:nvGrpSpPr>
        <p:grpSpPr>
          <a:xfrm>
            <a:off x="930400" y="2053244"/>
            <a:ext cx="7283200" cy="3724851"/>
            <a:chOff x="930400" y="2129444"/>
            <a:chExt cx="7283200" cy="3724851"/>
          </a:xfrm>
        </p:grpSpPr>
        <p:pic>
          <p:nvPicPr>
            <p:cNvPr id="683" name="Google Shape;683;g341b273a6d2_0_1"/>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4" name="Google Shape;684;g341b273a6d2_0_1"/>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5" name="Google Shape;685;g341b273a6d2_0_1"/>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41b273a6d2_0_1"/>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41b273a6d2_0_1"/>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41b273a6d2_0_1"/>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41b273a6d2_0_1"/>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41b273a6d2_0_1"/>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41b273a6d2_0_1"/>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41b273a6d2_0_1"/>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41b273a6d2_0_1"/>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41b273a6d2_0_1"/>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41b273a6d2_0_1"/>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41b273a6d2_0_1"/>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41b273a6d2_0_1"/>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41b273a6d2_0_1"/>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41b273a6d2_0_1"/>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41b273a6d2_0_1"/>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41b273a6d2_0_1"/>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2" name="Google Shape;702;g341b273a6d2_0_1"/>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03" name="Google Shape;703;g341b273a6d2_0_1"/>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4" name="Google Shape;704;g341b273a6d2_0_1"/>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5" name="Google Shape;705;g341b273a6d2_0_1"/>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41b273a6d2_0_3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2" name="Google Shape;712;g341b273a6d2_0_30"/>
          <p:cNvGrpSpPr/>
          <p:nvPr/>
        </p:nvGrpSpPr>
        <p:grpSpPr>
          <a:xfrm>
            <a:off x="930400" y="2053250"/>
            <a:ext cx="7283201" cy="2971674"/>
            <a:chOff x="930400" y="2129450"/>
            <a:chExt cx="7283201" cy="2971674"/>
          </a:xfrm>
        </p:grpSpPr>
        <p:pic>
          <p:nvPicPr>
            <p:cNvPr id="713" name="Google Shape;713;g341b273a6d2_0_30"/>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4" name="Google Shape;714;g341b273a6d2_0_30"/>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5" name="Google Shape;715;g341b273a6d2_0_30"/>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6" name="Google Shape;716;g341b273a6d2_0_30"/>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7" name="Google Shape;717;g341b273a6d2_0_30"/>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8" name="Google Shape;718;g341b273a6d2_0_30"/>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9" name="Google Shape;719;g341b273a6d2_0_30"/>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20" name="Google Shape;720;g341b273a6d2_0_30"/>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1" name="Google Shape;721;g341b273a6d2_0_30"/>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2" name="Google Shape;722;g341b273a6d2_0_30"/>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23" name="Google Shape;723;g341b273a6d2_0_30"/>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4" name="Google Shape;724;g341b273a6d2_0_30"/>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5" name="Google Shape;725;g341b273a6d2_0_30"/>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6" name="Google Shape;726;g341b273a6d2_0_30"/>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7" name="Google Shape;727;g341b273a6d2_0_30"/>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8" name="Google Shape;728;g341b273a6d2_0_30"/>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9" name="Google Shape;729;g341b273a6d2_0_30"/>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0" name="Google Shape;730;g341b273a6d2_0_30"/>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1" name="Google Shape;731;g341b273a6d2_0_30"/>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41b273a6d2_0_30"/>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33" name="Google Shape;733;g341b273a6d2_0_30"/>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4" name="Google Shape;734;g341b273a6d2_0_30"/>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5" name="Google Shape;735;g341b273a6d2_0_30"/>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6" name="Google Shape;736;g341b273a6d2_0_30"/>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7" name="Google Shape;737;g341b273a6d2_0_30"/>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38" name="Google Shape;738;g341b273a6d2_0_30"/>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39" name="Google Shape;739;g341b273a6d2_0_30"/>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40" name="Google Shape;740;g341b273a6d2_0_30"/>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41" name="Google Shape;741;g341b273a6d2_0_30"/>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41b273a6d2_0_6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8" name="Google Shape;748;g341b273a6d2_0_65"/>
          <p:cNvGrpSpPr/>
          <p:nvPr/>
        </p:nvGrpSpPr>
        <p:grpSpPr>
          <a:xfrm>
            <a:off x="930400" y="2053250"/>
            <a:ext cx="7283201" cy="2971674"/>
            <a:chOff x="930400" y="2053250"/>
            <a:chExt cx="7283201" cy="2971674"/>
          </a:xfrm>
        </p:grpSpPr>
        <p:pic>
          <p:nvPicPr>
            <p:cNvPr id="749" name="Google Shape;749;g341b273a6d2_0_65"/>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50" name="Google Shape;750;g341b273a6d2_0_65"/>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51" name="Google Shape;751;g341b273a6d2_0_65"/>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52" name="Google Shape;752;g341b273a6d2_0_65"/>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53" name="Google Shape;753;g341b273a6d2_0_65"/>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4" name="Google Shape;754;g341b273a6d2_0_65"/>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5" name="Google Shape;755;g341b273a6d2_0_65"/>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6" name="Google Shape;756;g341b273a6d2_0_65"/>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41b273a6d2_0_65"/>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8" name="Google Shape;758;g341b273a6d2_0_65"/>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9" name="Google Shape;759;g341b273a6d2_0_65"/>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60" name="Google Shape;760;g341b273a6d2_0_65"/>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61" name="Google Shape;761;g341b273a6d2_0_65"/>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41b273a6d2_0_65"/>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41b273a6d2_0_65"/>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4" name="Google Shape;764;g341b273a6d2_0_65"/>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41b273a6d2_0_65"/>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6" name="Google Shape;766;g341b273a6d2_0_65"/>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41b273a6d2_0_65"/>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8" name="Google Shape;768;g341b273a6d2_0_65"/>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69" name="Google Shape;769;g341b273a6d2_0_65"/>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70" name="Google Shape;770;g341b273a6d2_0_65"/>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1" name="Google Shape;771;g341b273a6d2_0_65"/>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72" name="Google Shape;772;g341b273a6d2_0_65"/>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41b273a6d2_0_65"/>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41b273a6d2_0_65"/>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5" name="Google Shape;775;g341b273a6d2_0_65"/>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6" name="Google Shape;776;g341b273a6d2_0_65"/>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7" name="Google Shape;777;g341b273a6d2_0_65"/>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78" name="Google Shape;778;g341b273a6d2_0_65"/>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79" name="Google Shape;779;g341b273a6d2_0_65"/>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80" name="Google Shape;780;g341b273a6d2_0_65"/>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81" name="Google Shape;781;g341b273a6d2_0_65"/>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2" name="Google Shape;782;g341b273a6d2_0_65"/>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83" name="Google Shape;783;g341b273a6d2_0_65"/>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41b273a6d2_0_65"/>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5" name="Google Shape;785;g341b273a6d2_0_65"/>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6" name="Google Shape;786;g341b273a6d2_0_65"/>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7" name="Google Shape;787;g341b273a6d2_0_65"/>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8" name="Google Shape;788;g341b273a6d2_0_65"/>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89" name="Google Shape;789;g341b273a6d2_0_65"/>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41b273a6d2_0_11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6" name="Google Shape;796;g341b273a6d2_0_112"/>
          <p:cNvGrpSpPr/>
          <p:nvPr/>
        </p:nvGrpSpPr>
        <p:grpSpPr>
          <a:xfrm>
            <a:off x="855905" y="2053250"/>
            <a:ext cx="7272577" cy="3316697"/>
            <a:chOff x="855905" y="2053250"/>
            <a:chExt cx="7272577" cy="3316697"/>
          </a:xfrm>
        </p:grpSpPr>
        <p:pic>
          <p:nvPicPr>
            <p:cNvPr id="797" name="Google Shape;797;g341b273a6d2_0_112"/>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798" name="Google Shape;798;g341b273a6d2_0_112"/>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799" name="Google Shape;799;g341b273a6d2_0_112"/>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00" name="Google Shape;800;g341b273a6d2_0_112"/>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01" name="Google Shape;801;g341b273a6d2_0_112"/>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02" name="Google Shape;802;g341b273a6d2_0_112"/>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03" name="Google Shape;803;g341b273a6d2_0_112"/>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4" name="Google Shape;804;g341b273a6d2_0_112"/>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5" name="Google Shape;805;g341b273a6d2_0_112"/>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41b273a6d2_0_112"/>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7" name="Google Shape;807;g341b273a6d2_0_112"/>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341b273a6d2_0_112"/>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09" name="Google Shape;809;g341b273a6d2_0_112"/>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10" name="Google Shape;810;g341b273a6d2_0_112"/>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11" name="Google Shape;811;g341b273a6d2_0_112"/>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12" name="Google Shape;812;g341b273a6d2_0_112"/>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13" name="Google Shape;813;g341b273a6d2_0_112"/>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4" name="Google Shape;814;g341b273a6d2_0_112"/>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5" name="Google Shape;815;g341b273a6d2_0_112"/>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6" name="Google Shape;816;g341b273a6d2_0_112"/>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7" name="Google Shape;817;g341b273a6d2_0_112"/>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18" name="Google Shape;818;g341b273a6d2_0_112"/>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19" name="Google Shape;819;g341b273a6d2_0_112"/>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20" name="Google Shape;820;g341b273a6d2_0_112"/>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21" name="Google Shape;821;g341b273a6d2_0_112"/>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22" name="Google Shape;822;g341b273a6d2_0_112"/>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23" name="Google Shape;823;g341b273a6d2_0_112"/>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4" name="Google Shape;824;g341b273a6d2_0_112"/>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5" name="Google Shape;825;g341b273a6d2_0_112"/>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6" name="Google Shape;826;g341b273a6d2_0_112"/>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7" name="Google Shape;827;g341b273a6d2_0_112"/>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28" name="Google Shape;828;g341b273a6d2_0_112"/>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29" name="Google Shape;829;g341b273a6d2_0_112"/>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30" name="Google Shape;830;g341b273a6d2_0_112"/>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31" name="Google Shape;831;g341b273a6d2_0_112"/>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32" name="Google Shape;832;g341b273a6d2_0_112"/>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33" name="Google Shape;833;g341b273a6d2_0_112"/>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4" name="Google Shape;834;g341b273a6d2_0_112"/>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5" name="Google Shape;835;g341b273a6d2_0_112"/>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36" name="Google Shape;836;g341b273a6d2_0_112"/>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37" name="Google Shape;837;g341b273a6d2_0_112"/>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38" name="Google Shape;838;g341b273a6d2_0_112"/>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g341b273a6d2_0_16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45" name="Google Shape;845;g341b273a6d2_0_163"/>
          <p:cNvGrpSpPr/>
          <p:nvPr/>
        </p:nvGrpSpPr>
        <p:grpSpPr>
          <a:xfrm>
            <a:off x="865957" y="2135925"/>
            <a:ext cx="7282807" cy="2686611"/>
            <a:chOff x="867357" y="2129450"/>
            <a:chExt cx="7282807" cy="2686611"/>
          </a:xfrm>
        </p:grpSpPr>
        <p:pic>
          <p:nvPicPr>
            <p:cNvPr id="846" name="Google Shape;846;g341b273a6d2_0_163"/>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47" name="Google Shape;847;g341b273a6d2_0_163"/>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48" name="Google Shape;848;g341b273a6d2_0_163"/>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49" name="Google Shape;849;g341b273a6d2_0_163"/>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50" name="Google Shape;850;g341b273a6d2_0_163"/>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51" name="Google Shape;851;g341b273a6d2_0_163"/>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52" name="Google Shape;852;g341b273a6d2_0_163"/>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53" name="Google Shape;853;g341b273a6d2_0_163"/>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4" name="Google Shape;854;g341b273a6d2_0_163"/>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55" name="Google Shape;855;g341b273a6d2_0_163"/>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56" name="Google Shape;856;g341b273a6d2_0_163"/>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57" name="Google Shape;857;g341b273a6d2_0_163"/>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58" name="Google Shape;858;g341b273a6d2_0_163"/>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59" name="Google Shape;859;g341b273a6d2_0_163"/>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g341b273a6d2_0_18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66" name="Google Shape;866;g341b273a6d2_0_183"/>
          <p:cNvGrpSpPr/>
          <p:nvPr/>
        </p:nvGrpSpPr>
        <p:grpSpPr>
          <a:xfrm>
            <a:off x="866900" y="2136011"/>
            <a:ext cx="7281864" cy="2684601"/>
            <a:chOff x="868300" y="2129450"/>
            <a:chExt cx="7281864" cy="2684601"/>
          </a:xfrm>
        </p:grpSpPr>
        <p:pic>
          <p:nvPicPr>
            <p:cNvPr id="867" name="Google Shape;867;g341b273a6d2_0_183"/>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68" name="Google Shape;868;g341b273a6d2_0_183"/>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69" name="Google Shape;869;g341b273a6d2_0_183"/>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70" name="Google Shape;870;g341b273a6d2_0_183"/>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71" name="Google Shape;871;g341b273a6d2_0_183"/>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72" name="Google Shape;872;g341b273a6d2_0_183"/>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73" name="Google Shape;873;g341b273a6d2_0_183"/>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4" name="Google Shape;874;g341b273a6d2_0_183"/>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75" name="Google Shape;875;g341b273a6d2_0_183"/>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76" name="Google Shape;876;g341b273a6d2_0_183"/>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77" name="Google Shape;877;g341b273a6d2_0_183"/>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78" name="Google Shape;878;g341b273a6d2_0_183"/>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79" name="Google Shape;879;g341b273a6d2_0_183"/>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80" name="Google Shape;880;g341b273a6d2_0_183"/>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1" name="Google Shape;881;g341b273a6d2_0_183"/>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82" name="Google Shape;882;g341b273a6d2_0_183"/>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83" name="Google Shape;883;g341b273a6d2_0_183"/>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4" name="Google Shape;884;g341b273a6d2_0_183"/>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85" name="Google Shape;885;g341b273a6d2_0_183"/>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6" name="Google Shape;886;g341b273a6d2_0_183"/>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87" name="Google Shape;887;g341b273a6d2_0_183"/>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88" name="Google Shape;888;g341b273a6d2_0_183"/>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9" name="Google Shape;889;g341b273a6d2_0_183"/>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90" name="Google Shape;890;g341b273a6d2_0_183"/>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91" name="Google Shape;891;g341b273a6d2_0_183"/>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2" name="Google Shape;892;g341b273a6d2_0_183"/>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3" name="Google Shape;893;g341b273a6d2_0_183"/>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4" name="Google Shape;894;g341b273a6d2_0_183"/>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41b273a6d2_0_21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01" name="Google Shape;901;g341b273a6d2_0_217"/>
          <p:cNvGrpSpPr/>
          <p:nvPr/>
        </p:nvGrpSpPr>
        <p:grpSpPr>
          <a:xfrm>
            <a:off x="868300" y="2129450"/>
            <a:ext cx="7281864" cy="2684601"/>
            <a:chOff x="868300" y="2053250"/>
            <a:chExt cx="7281864" cy="2684601"/>
          </a:xfrm>
        </p:grpSpPr>
        <p:pic>
          <p:nvPicPr>
            <p:cNvPr id="902" name="Google Shape;902;g341b273a6d2_0_217"/>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03" name="Google Shape;903;g341b273a6d2_0_217"/>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4" name="Google Shape;904;g341b273a6d2_0_217"/>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5" name="Google Shape;905;g341b273a6d2_0_217"/>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6" name="Google Shape;906;g341b273a6d2_0_217"/>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07" name="Google Shape;907;g341b273a6d2_0_217"/>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08" name="Google Shape;908;g341b273a6d2_0_217"/>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09" name="Google Shape;909;g341b273a6d2_0_217"/>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10" name="Google Shape;910;g341b273a6d2_0_217"/>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11" name="Google Shape;911;g341b273a6d2_0_217"/>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12" name="Google Shape;912;g341b273a6d2_0_217"/>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13" name="Google Shape;913;g341b273a6d2_0_217"/>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4" name="Google Shape;914;g341b273a6d2_0_217"/>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341b273a6d2_0_23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21" name="Google Shape;921;g341b273a6d2_0_236"/>
          <p:cNvGrpSpPr/>
          <p:nvPr/>
        </p:nvGrpSpPr>
        <p:grpSpPr>
          <a:xfrm>
            <a:off x="868300" y="2129450"/>
            <a:ext cx="7281864" cy="2688001"/>
            <a:chOff x="868300" y="2129450"/>
            <a:chExt cx="7281864" cy="2688001"/>
          </a:xfrm>
        </p:grpSpPr>
        <p:pic>
          <p:nvPicPr>
            <p:cNvPr id="922" name="Google Shape;922;g341b273a6d2_0_236"/>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23" name="Google Shape;923;g341b273a6d2_0_236"/>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4" name="Google Shape;924;g341b273a6d2_0_236"/>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5" name="Google Shape;925;g341b273a6d2_0_236"/>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6" name="Google Shape;926;g341b273a6d2_0_236"/>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27" name="Google Shape;927;g341b273a6d2_0_236"/>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28" name="Google Shape;928;g341b273a6d2_0_236"/>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29" name="Google Shape;929;g341b273a6d2_0_236"/>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30" name="Google Shape;930;g341b273a6d2_0_236"/>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31" name="Google Shape;931;g341b273a6d2_0_236"/>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32" name="Google Shape;932;g341b273a6d2_0_236"/>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33" name="Google Shape;933;g341b273a6d2_0_236"/>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4" name="Google Shape;934;g341b273a6d2_0_236"/>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5" name="Google Shape;935;g341b273a6d2_0_236"/>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g341b273a6d2_0_256"/>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42" name="Google Shape;942;g341b273a6d2_0_256"/>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43" name="Google Shape;943;g341b273a6d2_0_256"/>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4" name="Google Shape;944;g341b273a6d2_0_256"/>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5" name="Google Shape;945;g341b273a6d2_0_256"/>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6" name="Google Shape;946;g341b273a6d2_0_256"/>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47" name="Google Shape;947;g341b273a6d2_0_256"/>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48" name="Google Shape;948;g341b273a6d2_0_256"/>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49" name="Google Shape;949;g341b273a6d2_0_256"/>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50" name="Google Shape;950;g341b273a6d2_0_256"/>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1" name="Google Shape;951;g341b273a6d2_0_256"/>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52" name="Google Shape;952;g341b273a6d2_0_256"/>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3" name="Google Shape;953;g341b273a6d2_0_256"/>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4" name="Google Shape;954;g341b273a6d2_0_256"/>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5" name="Google Shape;955;g341b273a6d2_0_256"/>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6" name="Google Shape;956;g341b273a6d2_0_256"/>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57" name="Google Shape;957;g341b273a6d2_0_256"/>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58" name="Google Shape;958;g341b273a6d2_0_256"/>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59" name="Google Shape;959;g341b273a6d2_0_256"/>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60" name="Google Shape;960;g341b273a6d2_0_256"/>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61" name="Google Shape;961;g341b273a6d2_0_256"/>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62" name="Google Shape;962;g341b273a6d2_0_256"/>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63" name="Google Shape;963;g341b273a6d2_0_256"/>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4" name="Google Shape;964;g341b273a6d2_0_256"/>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5" name="Google Shape;965;g341b273a6d2_0_256"/>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g341b273a6d2_0_28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972" name="Google Shape;972;g341b273a6d2_0_285"/>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73" name="Google Shape;973;g341b273a6d2_0_285"/>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4" name="Google Shape;974;g341b273a6d2_0_285"/>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5" name="Google Shape;975;g341b273a6d2_0_285"/>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6" name="Google Shape;976;g341b273a6d2_0_285"/>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77" name="Google Shape;977;g341b273a6d2_0_285"/>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78" name="Google Shape;978;g341b273a6d2_0_285"/>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79" name="Google Shape;979;g341b273a6d2_0_285"/>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80" name="Google Shape;980;g341b273a6d2_0_285"/>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81" name="Google Shape;981;g341b273a6d2_0_285"/>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82" name="Google Shape;982;g341b273a6d2_0_285"/>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83" name="Google Shape;983;g341b273a6d2_0_285"/>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4" name="Google Shape;984;g341b273a6d2_0_285"/>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5" name="Google Shape;985;g341b273a6d2_0_285"/>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6" name="Google Shape;986;g341b273a6d2_0_285"/>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87" name="Google Shape;987;g341b273a6d2_0_285"/>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88" name="Google Shape;988;g341b273a6d2_0_285"/>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89" name="Google Shape;989;g341b273a6d2_0_285"/>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90" name="Google Shape;990;g341b273a6d2_0_285"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91" name="Google Shape;991;g341b273a6d2_0_285"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92" name="Google Shape;992;g341b273a6d2_0_285"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93" name="Google Shape;993;g341b273a6d2_0_285"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994" name="Google Shape;994;g341b273a6d2_0_285"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995" name="Google Shape;995;g341b273a6d2_0_285"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JNL686</a:t>
            </a:r>
            <a:endParaRPr/>
          </a:p>
        </p:txBody>
      </p:sp>
      <p:sp>
        <p:nvSpPr>
          <p:cNvPr id="1002" name="Google Shape;1002;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1003" name="Google Shape;1003;g2c186218c5a_0_25" title="JNL686-73F.png"/>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1004" name="Google Shape;1004;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05" name="Google Shape;1005;g2c186218c5a_0_25"/>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h</a:t>
            </a:r>
            <a:r>
              <a:rPr b="0" i="0" lang="en-US" sz="48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ir</a:t>
            </a:r>
            <a:endParaRPr b="0" i="0" sz="5800" u="none" cap="none" strike="noStrike">
              <a:solidFill>
                <a:srgbClr val="993FA2"/>
              </a:solidFill>
              <a:latin typeface="Jost"/>
              <a:ea typeface="Jost"/>
              <a:cs typeface="Jost"/>
              <a:sym typeface="Jost"/>
            </a:endParaRPr>
          </a:p>
        </p:txBody>
      </p:sp>
      <p:sp>
        <p:nvSpPr>
          <p:cNvPr id="1006" name="Google Shape;1006;g2c186218c5a_0_25"/>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p</a:t>
            </a:r>
            <a:r>
              <a:rPr b="0" i="0" lang="en-US" sz="48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ir</a:t>
            </a:r>
            <a:endParaRPr b="0" i="0" sz="5800" u="none" cap="none" strike="noStrike">
              <a:solidFill>
                <a:srgbClr val="993FA2"/>
              </a:solidFill>
              <a:latin typeface="Jost"/>
              <a:ea typeface="Jost"/>
              <a:cs typeface="Jost"/>
              <a:sym typeface="Jost"/>
            </a:endParaRPr>
          </a:p>
        </p:txBody>
      </p:sp>
      <p:sp>
        <p:nvSpPr>
          <p:cNvPr id="1007" name="Google Shape;1007;g2c186218c5a_0_25"/>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f</a:t>
            </a:r>
            <a:r>
              <a:rPr b="0" i="0" lang="en-US" sz="48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ir</a:t>
            </a:r>
            <a:endParaRPr b="0" i="0" sz="5800" u="none" cap="none" strike="noStrike">
              <a:solidFill>
                <a:srgbClr val="993FA2"/>
              </a:solidFill>
              <a:latin typeface="Jost"/>
              <a:ea typeface="Jost"/>
              <a:cs typeface="Jost"/>
              <a:sym typeface="Jost"/>
            </a:endParaRPr>
          </a:p>
        </p:txBody>
      </p:sp>
      <p:sp>
        <p:nvSpPr>
          <p:cNvPr id="1008" name="Google Shape;1008;g2c186218c5a_0_25"/>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3, Lesson 47</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g2e5653a5c66_0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JNL686</a:t>
            </a:r>
            <a:endParaRPr/>
          </a:p>
        </p:txBody>
      </p:sp>
      <p:sp>
        <p:nvSpPr>
          <p:cNvPr id="1015" name="Google Shape;1015;g2e5653a5c66_0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Teach Grapheme Caption</a:t>
            </a:r>
            <a:endParaRPr/>
          </a:p>
        </p:txBody>
      </p:sp>
      <p:pic>
        <p:nvPicPr>
          <p:cNvPr id="1016" name="Google Shape;1016;g2e5653a5c66_0_0" title="JNL686-144F.png"/>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1017" name="Google Shape;1017;g2e5653a5c66_0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18" name="Google Shape;1018;g2e5653a5c66_0_0"/>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squ</a:t>
            </a:r>
            <a:r>
              <a:rPr b="0" i="0" lang="en-US" sz="48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re</a:t>
            </a:r>
            <a:endParaRPr b="0" i="0" sz="5800" u="none" cap="none" strike="noStrike">
              <a:solidFill>
                <a:srgbClr val="993FA2"/>
              </a:solidFill>
              <a:latin typeface="Jost"/>
              <a:ea typeface="Jost"/>
              <a:cs typeface="Jost"/>
              <a:sym typeface="Jost"/>
            </a:endParaRPr>
          </a:p>
        </p:txBody>
      </p:sp>
      <p:sp>
        <p:nvSpPr>
          <p:cNvPr id="1019" name="Google Shape;1019;g2e5653a5c66_0_0"/>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sh</a:t>
            </a:r>
            <a:r>
              <a:rPr b="0" i="0" lang="en-US" sz="48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re</a:t>
            </a:r>
            <a:endParaRPr b="0" i="0" sz="5800" u="none" cap="none" strike="noStrike">
              <a:solidFill>
                <a:srgbClr val="993FA2"/>
              </a:solidFill>
              <a:latin typeface="Jost"/>
              <a:ea typeface="Jost"/>
              <a:cs typeface="Jost"/>
              <a:sym typeface="Jost"/>
            </a:endParaRPr>
          </a:p>
        </p:txBody>
      </p:sp>
      <p:sp>
        <p:nvSpPr>
          <p:cNvPr id="1020" name="Google Shape;1020;g2e5653a5c66_0_0"/>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h</a:t>
            </a:r>
            <a:r>
              <a:rPr b="0" i="0" lang="en-US" sz="48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re</a:t>
            </a:r>
            <a:endParaRPr b="0" i="0" sz="5800" u="none" cap="none" strike="noStrike">
              <a:solidFill>
                <a:srgbClr val="993FA2"/>
              </a:solidFill>
              <a:latin typeface="Jost"/>
              <a:ea typeface="Jost"/>
              <a:cs typeface="Jost"/>
              <a:sym typeface="Jost"/>
            </a:endParaRPr>
          </a:p>
        </p:txBody>
      </p:sp>
      <p:sp>
        <p:nvSpPr>
          <p:cNvPr id="1021" name="Google Shape;1021;g2e5653a5c66_0_0"/>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5.5, Lesson 78</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28" name="Google Shape;1028;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35" name="Google Shape;1035;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36" name="Google Shape;1036;g2c4fb7f6616_1_0"/>
          <p:cNvSpPr/>
          <p:nvPr/>
        </p:nvSpPr>
        <p:spPr>
          <a:xfrm>
            <a:off x="3066069"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37" name="Google Shape;1037;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38" name="Google Shape;1038;g2c4fb7f6616_1_0"/>
          <p:cNvSpPr txBox="1"/>
          <p:nvPr>
            <p:ph idx="4294967295" type="subTitle"/>
          </p:nvPr>
        </p:nvSpPr>
        <p:spPr>
          <a:xfrm>
            <a:off x="2496369"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h</a:t>
            </a:r>
            <a:endParaRPr b="0" i="0" sz="15000" u="none" cap="none" strike="noStrike">
              <a:solidFill>
                <a:srgbClr val="2356AF"/>
              </a:solidFill>
              <a:latin typeface="Jost"/>
              <a:ea typeface="Jost"/>
              <a:cs typeface="Jost"/>
              <a:sym typeface="Jost"/>
            </a:endParaRPr>
          </a:p>
        </p:txBody>
      </p:sp>
      <p:sp>
        <p:nvSpPr>
          <p:cNvPr id="1039" name="Google Shape;1039;g2c4fb7f6616_1_0"/>
          <p:cNvSpPr txBox="1"/>
          <p:nvPr>
            <p:ph idx="4294967295" type="subTitle"/>
          </p:nvPr>
        </p:nvSpPr>
        <p:spPr>
          <a:xfrm>
            <a:off x="3540831" y="1308025"/>
            <a:ext cx="31068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900" u="none" cap="none" strike="noStrike">
                <a:solidFill>
                  <a:srgbClr val="993FA2"/>
                </a:solidFill>
                <a:latin typeface="Poppins"/>
                <a:ea typeface="Poppins"/>
                <a:cs typeface="Poppins"/>
                <a:sym typeface="Poppins"/>
              </a:rPr>
              <a:t>a</a:t>
            </a:r>
            <a:r>
              <a:rPr b="0" i="0" lang="en-US" sz="15000" u="none" cap="none" strike="noStrike">
                <a:solidFill>
                  <a:srgbClr val="993FA2"/>
                </a:solidFill>
                <a:latin typeface="Jost"/>
                <a:ea typeface="Jost"/>
                <a:cs typeface="Jost"/>
                <a:sym typeface="Jost"/>
              </a:rPr>
              <a:t>re</a:t>
            </a:r>
            <a:endParaRPr b="0" i="0" sz="15000" u="none" cap="none" strike="noStrike">
              <a:solidFill>
                <a:srgbClr val="993FA2"/>
              </a:solidFill>
              <a:latin typeface="Jost"/>
              <a:ea typeface="Jost"/>
              <a:cs typeface="Jost"/>
              <a:sym typeface="Jost"/>
            </a:endParaRPr>
          </a:p>
        </p:txBody>
      </p:sp>
      <p:sp>
        <p:nvSpPr>
          <p:cNvPr id="1040" name="Google Shape;1040;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1" name="Google Shape;1041;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2" name="Google Shape;1042;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3" name="Google Shape;1043;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4" name="Google Shape;1044;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5" name="Google Shape;1045;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6" name="Google Shape;1046;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7" name="Google Shape;1047;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48" name="Google Shape;1048;g2c4fb7f6616_1_0"/>
          <p:cNvGrpSpPr/>
          <p:nvPr/>
        </p:nvGrpSpPr>
        <p:grpSpPr>
          <a:xfrm>
            <a:off x="-550" y="6984600"/>
            <a:ext cx="8596479" cy="808600"/>
            <a:chOff x="-550" y="6984600"/>
            <a:chExt cx="8596479" cy="808600"/>
          </a:xfrm>
        </p:grpSpPr>
        <p:sp>
          <p:nvSpPr>
            <p:cNvPr id="1049" name="Google Shape;1049;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50" name="Google Shape;1050;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51" name="Google Shape;1051;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52" name="Google Shape;1052;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53" name="Google Shape;1053;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54" name="Google Shape;1054;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55" name="Google Shape;1055;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56" name="Google Shape;1056;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57" name="Google Shape;1057;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58" name="Google Shape;1058;g2c4fb7f6616_1_0"/>
          <p:cNvSpPr/>
          <p:nvPr/>
        </p:nvSpPr>
        <p:spPr>
          <a:xfrm>
            <a:off x="3936394" y="4011900"/>
            <a:ext cx="2315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g2e6a455c4c8_0_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65" name="Google Shape;1065;g2e6a455c4c8_0_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66" name="Google Shape;1066;g2e6a455c4c8_0_9"/>
          <p:cNvSpPr/>
          <p:nvPr/>
        </p:nvSpPr>
        <p:spPr>
          <a:xfrm>
            <a:off x="125199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7" name="Google Shape;1067;g2e6a455c4c8_0_9"/>
          <p:cNvSpPr/>
          <p:nvPr/>
        </p:nvSpPr>
        <p:spPr>
          <a:xfrm>
            <a:off x="2273326" y="39068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68" name="Google Shape;1068;g2e6a455c4c8_0_9"/>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69" name="Google Shape;1069;g2e6a455c4c8_0_9"/>
          <p:cNvSpPr txBox="1"/>
          <p:nvPr>
            <p:ph idx="4294967295" type="subTitle"/>
          </p:nvPr>
        </p:nvSpPr>
        <p:spPr>
          <a:xfrm>
            <a:off x="5206274" y="1308025"/>
            <a:ext cx="32475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900" u="none" cap="none" strike="noStrike">
                <a:solidFill>
                  <a:srgbClr val="993FA2"/>
                </a:solidFill>
                <a:latin typeface="Poppins"/>
                <a:ea typeface="Poppins"/>
                <a:cs typeface="Poppins"/>
                <a:sym typeface="Poppins"/>
              </a:rPr>
              <a:t>a</a:t>
            </a:r>
            <a:r>
              <a:rPr b="0" i="0" lang="en-US" sz="15000" u="none" cap="none" strike="noStrike">
                <a:solidFill>
                  <a:srgbClr val="993FA2"/>
                </a:solidFill>
                <a:latin typeface="Jost"/>
                <a:ea typeface="Jost"/>
                <a:cs typeface="Jost"/>
                <a:sym typeface="Jost"/>
              </a:rPr>
              <a:t>re</a:t>
            </a:r>
            <a:endParaRPr b="0" i="0" sz="15000" u="none" cap="none" strike="noStrike">
              <a:solidFill>
                <a:srgbClr val="993FA2"/>
              </a:solidFill>
              <a:latin typeface="Jost"/>
              <a:ea typeface="Jost"/>
              <a:cs typeface="Jost"/>
              <a:sym typeface="Jost"/>
            </a:endParaRPr>
          </a:p>
        </p:txBody>
      </p:sp>
      <p:sp>
        <p:nvSpPr>
          <p:cNvPr id="1070" name="Google Shape;1070;g2e6a455c4c8_0_9"/>
          <p:cNvSpPr txBox="1"/>
          <p:nvPr>
            <p:ph idx="4294967295" type="subTitle"/>
          </p:nvPr>
        </p:nvSpPr>
        <p:spPr>
          <a:xfrm>
            <a:off x="690226"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c</a:t>
            </a:r>
            <a:endParaRPr b="0" i="0" sz="15000" u="none" cap="none" strike="noStrike">
              <a:solidFill>
                <a:srgbClr val="2356AF"/>
              </a:solidFill>
              <a:latin typeface="Jost"/>
              <a:ea typeface="Jost"/>
              <a:cs typeface="Jost"/>
              <a:sym typeface="Jost"/>
            </a:endParaRPr>
          </a:p>
        </p:txBody>
      </p:sp>
      <p:sp>
        <p:nvSpPr>
          <p:cNvPr id="1071" name="Google Shape;1071;g2e6a455c4c8_0_9"/>
          <p:cNvSpPr txBox="1"/>
          <p:nvPr>
            <p:ph idx="4294967295" type="subTitle"/>
          </p:nvPr>
        </p:nvSpPr>
        <p:spPr>
          <a:xfrm>
            <a:off x="1703651"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ED1C24"/>
                </a:solidFill>
                <a:latin typeface="Jost"/>
                <a:ea typeface="Jost"/>
                <a:cs typeface="Jost"/>
                <a:sym typeface="Jost"/>
              </a:rPr>
              <a:t>o</a:t>
            </a:r>
            <a:endParaRPr b="0" i="0" sz="15000" u="none" cap="none" strike="noStrike">
              <a:solidFill>
                <a:srgbClr val="ED1C24"/>
              </a:solidFill>
              <a:latin typeface="Jost"/>
              <a:ea typeface="Jost"/>
              <a:cs typeface="Jost"/>
              <a:sym typeface="Jost"/>
            </a:endParaRPr>
          </a:p>
        </p:txBody>
      </p:sp>
      <p:sp>
        <p:nvSpPr>
          <p:cNvPr id="1072" name="Google Shape;1072;g2e6a455c4c8_0_9"/>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3" name="Google Shape;1073;g2e6a455c4c8_0_9"/>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4" name="Google Shape;1074;g2e6a455c4c8_0_9"/>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5" name="Google Shape;1075;g2e6a455c4c8_0_9"/>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6" name="Google Shape;1076;g2e6a455c4c8_0_9"/>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7" name="Google Shape;1077;g2e6a455c4c8_0_9"/>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8" name="Google Shape;1078;g2e6a455c4c8_0_9"/>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9" name="Google Shape;1079;g2e6a455c4c8_0_9"/>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80" name="Google Shape;1080;g2e6a455c4c8_0_9"/>
          <p:cNvGrpSpPr/>
          <p:nvPr/>
        </p:nvGrpSpPr>
        <p:grpSpPr>
          <a:xfrm>
            <a:off x="-550" y="6984600"/>
            <a:ext cx="8596479" cy="808600"/>
            <a:chOff x="-550" y="6984600"/>
            <a:chExt cx="8596479" cy="808600"/>
          </a:xfrm>
        </p:grpSpPr>
        <p:sp>
          <p:nvSpPr>
            <p:cNvPr id="1081" name="Google Shape;1081;g2e6a455c4c8_0_9"/>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82" name="Google Shape;1082;g2e6a455c4c8_0_9"/>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83" name="Google Shape;1083;g2e6a455c4c8_0_9"/>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84" name="Google Shape;1084;g2e6a455c4c8_0_9"/>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85" name="Google Shape;1085;g2e6a455c4c8_0_9"/>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86" name="Google Shape;1086;g2e6a455c4c8_0_9"/>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87" name="Google Shape;1087;g2e6a455c4c8_0_9"/>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88" name="Google Shape;1088;g2e6a455c4c8_0_9"/>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89" name="Google Shape;1089;g2e6a455c4c8_0_9"/>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90" name="Google Shape;1090;g2e6a455c4c8_0_9"/>
          <p:cNvSpPr/>
          <p:nvPr/>
        </p:nvSpPr>
        <p:spPr>
          <a:xfrm>
            <a:off x="3530626"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1" name="Google Shape;1091;g2e6a455c4c8_0_9"/>
          <p:cNvSpPr/>
          <p:nvPr/>
        </p:nvSpPr>
        <p:spPr>
          <a:xfrm>
            <a:off x="4787926"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2" name="Google Shape;1092;g2e6a455c4c8_0_9"/>
          <p:cNvSpPr txBox="1"/>
          <p:nvPr>
            <p:ph idx="4294967295" type="subTitle"/>
          </p:nvPr>
        </p:nvSpPr>
        <p:spPr>
          <a:xfrm>
            <a:off x="2900026"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m</a:t>
            </a:r>
            <a:endParaRPr b="0" i="0" sz="15000" u="none" cap="none" strike="noStrike">
              <a:solidFill>
                <a:srgbClr val="2356AF"/>
              </a:solidFill>
              <a:latin typeface="Jost"/>
              <a:ea typeface="Jost"/>
              <a:cs typeface="Jost"/>
              <a:sym typeface="Jost"/>
            </a:endParaRPr>
          </a:p>
        </p:txBody>
      </p:sp>
      <p:sp>
        <p:nvSpPr>
          <p:cNvPr id="1093" name="Google Shape;1093;g2e6a455c4c8_0_9"/>
          <p:cNvSpPr txBox="1"/>
          <p:nvPr>
            <p:ph idx="4294967295" type="subTitle"/>
          </p:nvPr>
        </p:nvSpPr>
        <p:spPr>
          <a:xfrm>
            <a:off x="4218251"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p</a:t>
            </a:r>
            <a:endParaRPr b="0" i="0" sz="15000" u="none" cap="none" strike="noStrike">
              <a:solidFill>
                <a:srgbClr val="2356AF"/>
              </a:solidFill>
              <a:latin typeface="Jost"/>
              <a:ea typeface="Jost"/>
              <a:cs typeface="Jost"/>
              <a:sym typeface="Jost"/>
            </a:endParaRPr>
          </a:p>
        </p:txBody>
      </p:sp>
      <p:sp>
        <p:nvSpPr>
          <p:cNvPr id="1094" name="Google Shape;1094;g2e6a455c4c8_0_9"/>
          <p:cNvSpPr/>
          <p:nvPr/>
        </p:nvSpPr>
        <p:spPr>
          <a:xfrm>
            <a:off x="5715249" y="4011900"/>
            <a:ext cx="22296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95" name="Google Shape;1095;g2e6a455c4c8_0_9"/>
          <p:cNvSpPr/>
          <p:nvPr/>
        </p:nvSpPr>
        <p:spPr>
          <a:xfrm>
            <a:off x="4374376" y="38703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102" name="Google Shape;1102;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109" name="Google Shape;1109;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0" name="Google Shape;1110;g26b641b03cd_0_204" title="JNL689-159B.png"/>
          <p:cNvPicPr preferRelativeResize="0"/>
          <p:nvPr/>
        </p:nvPicPr>
        <p:blipFill rotWithShape="1">
          <a:blip r:embed="rId3">
            <a:alphaModFix/>
          </a:blip>
          <a:srcRect b="0" l="149" r="15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11" name="Google Shape;1111;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118" name="Google Shape;1118;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9" name="Google Shape;1119;g2c186218c5a_0_48" title="JNL689-159F.png"/>
          <p:cNvPicPr preferRelativeResize="0"/>
          <p:nvPr/>
        </p:nvPicPr>
        <p:blipFill rotWithShape="1">
          <a:blip r:embed="rId3">
            <a:alphaModFix/>
          </a:blip>
          <a:srcRect b="0" l="69" r="69" t="0"/>
          <a:stretch/>
        </p:blipFill>
        <p:spPr>
          <a:xfrm>
            <a:off x="2859278" y="1109924"/>
            <a:ext cx="3425169" cy="4114800"/>
          </a:xfrm>
          <a:prstGeom prst="rect">
            <a:avLst/>
          </a:prstGeom>
          <a:noFill/>
          <a:ln>
            <a:noFill/>
          </a:ln>
          <a:effectLst>
            <a:outerShdw blurRad="114300" rotWithShape="0" algn="bl" dir="5400000" dist="19050">
              <a:srgbClr val="000000">
                <a:alpha val="20000"/>
              </a:srgbClr>
            </a:outerShdw>
          </a:effectLst>
        </p:spPr>
      </p:pic>
      <p:sp>
        <p:nvSpPr>
          <p:cNvPr id="1120" name="Google Shape;1120;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g26b641b03cd_0_21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JNL692</a:t>
            </a:r>
            <a:endParaRPr/>
          </a:p>
        </p:txBody>
      </p:sp>
      <p:sp>
        <p:nvSpPr>
          <p:cNvPr id="1127" name="Google Shape;1127;g26b641b03cd_0_21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with Alien Words</a:t>
            </a:r>
            <a:endParaRPr/>
          </a:p>
        </p:txBody>
      </p:sp>
      <p:pic>
        <p:nvPicPr>
          <p:cNvPr id="1128" name="Google Shape;1128;g26b641b03cd_0_213" title="JNL692-158B.png"/>
          <p:cNvPicPr preferRelativeResize="0"/>
          <p:nvPr/>
        </p:nvPicPr>
        <p:blipFill rotWithShape="1">
          <a:blip r:embed="rId3">
            <a:alphaModFix/>
          </a:blip>
          <a:srcRect b="0" l="129" r="139"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29" name="Google Shape;1129;g26b641b03cd_0_21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g2c186218c5a_0_14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JNL692</a:t>
            </a:r>
            <a:endParaRPr/>
          </a:p>
        </p:txBody>
      </p:sp>
      <p:sp>
        <p:nvSpPr>
          <p:cNvPr id="1136" name="Google Shape;1136;g2c186218c5a_0_14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with Alien Words</a:t>
            </a:r>
            <a:endParaRPr/>
          </a:p>
        </p:txBody>
      </p:sp>
      <p:pic>
        <p:nvPicPr>
          <p:cNvPr id="1137" name="Google Shape;1137;g2c186218c5a_0_149" title="JNL692-158F.png"/>
          <p:cNvPicPr preferRelativeResize="0"/>
          <p:nvPr/>
        </p:nvPicPr>
        <p:blipFill rotWithShape="1">
          <a:blip r:embed="rId3">
            <a:alphaModFix/>
          </a:blip>
          <a:srcRect b="0" l="129" r="139"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38" name="Google Shape;1138;g2c186218c5a_0_14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5" name="Google Shape;1145;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Building Words</a:t>
            </a:r>
            <a:endParaRPr/>
          </a:p>
        </p:txBody>
      </p:sp>
      <p:grpSp>
        <p:nvGrpSpPr>
          <p:cNvPr id="1146" name="Google Shape;1146;g1f3daf8a844_0_64"/>
          <p:cNvGrpSpPr/>
          <p:nvPr/>
        </p:nvGrpSpPr>
        <p:grpSpPr>
          <a:xfrm>
            <a:off x="3024000" y="209875"/>
            <a:ext cx="3096000" cy="454800"/>
            <a:chOff x="3024000" y="209875"/>
            <a:chExt cx="3096000" cy="454800"/>
          </a:xfrm>
        </p:grpSpPr>
        <p:sp>
          <p:nvSpPr>
            <p:cNvPr id="1147" name="Google Shape;1147;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48" name="Google Shape;1148;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149" name="Google Shape;1149;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50" name="Google Shape;1150;g1f3daf8a844_0_64"/>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51" name="Google Shape;1151;g1f3daf8a844_0_64"/>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52" name="Google Shape;1152;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53" name="Google Shape;1153;g1f3daf8a844_0_64"/>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54" name="Google Shape;1154;g1f3daf8a844_0_64"/>
          <p:cNvSpPr txBox="1"/>
          <p:nvPr/>
        </p:nvSpPr>
        <p:spPr>
          <a:xfrm>
            <a:off x="2198727" y="960050"/>
            <a:ext cx="13692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4500" u="none" cap="none" strike="noStrike">
                <a:solidFill>
                  <a:srgbClr val="993FA2"/>
                </a:solidFill>
                <a:latin typeface="Poppins"/>
                <a:ea typeface="Poppins"/>
                <a:cs typeface="Poppins"/>
                <a:sym typeface="Poppins"/>
              </a:rPr>
              <a:t>a</a:t>
            </a:r>
            <a:r>
              <a:rPr b="0" i="0" lang="en-US" sz="5500" u="none" cap="none" strike="noStrike">
                <a:solidFill>
                  <a:srgbClr val="993FA2"/>
                </a:solidFill>
                <a:latin typeface="Jost"/>
                <a:ea typeface="Jost"/>
                <a:cs typeface="Jost"/>
                <a:sym typeface="Jost"/>
              </a:rPr>
              <a:t>re</a:t>
            </a:r>
            <a:endParaRPr b="0" i="0" sz="5500" u="none" cap="none" strike="noStrike">
              <a:solidFill>
                <a:srgbClr val="993FA2"/>
              </a:solidFill>
              <a:latin typeface="Jost"/>
              <a:ea typeface="Jost"/>
              <a:cs typeface="Jost"/>
              <a:sym typeface="Jost"/>
            </a:endParaRPr>
          </a:p>
        </p:txBody>
      </p:sp>
      <p:sp>
        <p:nvSpPr>
          <p:cNvPr id="1155" name="Google Shape;1155;g1f3daf8a844_0_64"/>
          <p:cNvSpPr txBox="1"/>
          <p:nvPr/>
        </p:nvSpPr>
        <p:spPr>
          <a:xfrm>
            <a:off x="581956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156" name="Google Shape;1156;g1f3daf8a844_0_64"/>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sp>
        <p:nvSpPr>
          <p:cNvPr id="1157" name="Google Shape;1157;g1f3daf8a844_0_64"/>
          <p:cNvSpPr txBox="1"/>
          <p:nvPr/>
        </p:nvSpPr>
        <p:spPr>
          <a:xfrm>
            <a:off x="469377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g</a:t>
            </a:r>
            <a:endParaRPr b="0" i="0" sz="5500" u="none" cap="none" strike="noStrike">
              <a:solidFill>
                <a:srgbClr val="2356AF"/>
              </a:solidFill>
              <a:latin typeface="Jost"/>
              <a:ea typeface="Jost"/>
              <a:cs typeface="Jost"/>
              <a:sym typeface="Jost"/>
            </a:endParaRPr>
          </a:p>
        </p:txBody>
      </p:sp>
      <p:sp>
        <p:nvSpPr>
          <p:cNvPr id="1158" name="Google Shape;1158;g1f3daf8a844_0_64"/>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r</a:t>
            </a:r>
            <a:endParaRPr b="0" i="0" sz="5500" u="none" cap="none" strike="noStrike">
              <a:solidFill>
                <a:srgbClr val="2356AF"/>
              </a:solidFill>
              <a:latin typeface="Jost"/>
              <a:ea typeface="Jost"/>
              <a:cs typeface="Jost"/>
              <a:sym typeface="Jost"/>
            </a:endParaRPr>
          </a:p>
        </p:txBody>
      </p:sp>
      <p:sp>
        <p:nvSpPr>
          <p:cNvPr id="1159" name="Google Shape;1159;g1f3daf8a844_0_64"/>
          <p:cNvSpPr txBox="1"/>
          <p:nvPr/>
        </p:nvSpPr>
        <p:spPr>
          <a:xfrm>
            <a:off x="2333951"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o</a:t>
            </a:r>
            <a:endParaRPr b="0" i="0" sz="5500" u="none" cap="none" strike="noStrike">
              <a:solidFill>
                <a:srgbClr val="ED1C24"/>
              </a:solidFill>
              <a:latin typeface="Jost"/>
              <a:ea typeface="Jost"/>
              <a:cs typeface="Jost"/>
              <a:sym typeface="Jost"/>
            </a:endParaRPr>
          </a:p>
        </p:txBody>
      </p:sp>
      <p:sp>
        <p:nvSpPr>
          <p:cNvPr id="1160" name="Google Shape;1160;g1f3daf8a844_0_64"/>
          <p:cNvSpPr txBox="1"/>
          <p:nvPr/>
        </p:nvSpPr>
        <p:spPr>
          <a:xfrm>
            <a:off x="579250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FFD403"/>
              </a:solidFill>
              <a:latin typeface="Jost"/>
              <a:ea typeface="Jost"/>
              <a:cs typeface="Jost"/>
              <a:sym typeface="Jost"/>
            </a:endParaRPr>
          </a:p>
        </p:txBody>
      </p:sp>
      <p:sp>
        <p:nvSpPr>
          <p:cNvPr id="1161" name="Google Shape;1161;g1f3daf8a844_0_64"/>
          <p:cNvSpPr txBox="1"/>
          <p:nvPr/>
        </p:nvSpPr>
        <p:spPr>
          <a:xfrm>
            <a:off x="1181100"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sh</a:t>
            </a:r>
            <a:endParaRPr b="0" i="0" sz="5500" u="none" cap="none" strike="noStrike">
              <a:solidFill>
                <a:srgbClr val="FFD400"/>
              </a:solidFill>
              <a:latin typeface="Jost"/>
              <a:ea typeface="Jost"/>
              <a:cs typeface="Jost"/>
              <a:sym typeface="Jost"/>
            </a:endParaRPr>
          </a:p>
        </p:txBody>
      </p:sp>
      <p:sp>
        <p:nvSpPr>
          <p:cNvPr id="1162" name="Google Shape;1162;g1f3daf8a844_0_64"/>
          <p:cNvSpPr txBox="1"/>
          <p:nvPr/>
        </p:nvSpPr>
        <p:spPr>
          <a:xfrm>
            <a:off x="348680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163" name="Google Shape;1163;g1f3daf8a844_0_64"/>
          <p:cNvSpPr txBox="1"/>
          <p:nvPr/>
        </p:nvSpPr>
        <p:spPr>
          <a:xfrm>
            <a:off x="463965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64" name="Google Shape;1164;g1f3daf8a844_0_64"/>
          <p:cNvSpPr txBox="1"/>
          <p:nvPr/>
        </p:nvSpPr>
        <p:spPr>
          <a:xfrm>
            <a:off x="3567982"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b</a:t>
            </a:r>
            <a:endParaRPr b="0" i="0" sz="5500" u="none" cap="none" strike="noStrike">
              <a:solidFill>
                <a:srgbClr val="2356AF"/>
              </a:solidFill>
              <a:latin typeface="Jost"/>
              <a:ea typeface="Jost"/>
              <a:cs typeface="Jost"/>
              <a:sym typeface="Jost"/>
            </a:endParaRPr>
          </a:p>
        </p:txBody>
      </p:sp>
      <p:sp>
        <p:nvSpPr>
          <p:cNvPr id="1165" name="Google Shape;1165;g1f3daf8a844_0_64"/>
          <p:cNvSpPr txBox="1"/>
          <p:nvPr/>
        </p:nvSpPr>
        <p:spPr>
          <a:xfrm>
            <a:off x="6945355"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66" name="Google Shape;1166;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cxnSp>
        <p:nvCxnSpPr>
          <p:cNvPr id="1167" name="Google Shape;1167;g1f3daf8a844_0_64"/>
          <p:cNvCxnSpPr/>
          <p:nvPr/>
        </p:nvCxnSpPr>
        <p:spPr>
          <a:xfrm>
            <a:off x="1181100" y="3648525"/>
            <a:ext cx="6781800" cy="0"/>
          </a:xfrm>
          <a:prstGeom prst="straightConnector1">
            <a:avLst/>
          </a:prstGeom>
          <a:noFill/>
          <a:ln cap="flat" cmpd="sng" w="19050">
            <a:solidFill>
              <a:srgbClr val="CFD9EF"/>
            </a:solidFill>
            <a:prstDash val="solid"/>
            <a:miter lim="800000"/>
            <a:headEnd len="sm" w="sm" type="none"/>
            <a:tailEnd len="sm" w="sm"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2e6a455c4c8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74" name="Google Shape;1174;g2e6a455c4c8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Building Words</a:t>
            </a:r>
            <a:endParaRPr/>
          </a:p>
        </p:txBody>
      </p:sp>
      <p:grpSp>
        <p:nvGrpSpPr>
          <p:cNvPr id="1175" name="Google Shape;1175;g2e6a455c4c8_0_48"/>
          <p:cNvGrpSpPr/>
          <p:nvPr/>
        </p:nvGrpSpPr>
        <p:grpSpPr>
          <a:xfrm>
            <a:off x="3024000" y="209875"/>
            <a:ext cx="3096000" cy="454800"/>
            <a:chOff x="3024000" y="209875"/>
            <a:chExt cx="3096000" cy="454800"/>
          </a:xfrm>
        </p:grpSpPr>
        <p:sp>
          <p:nvSpPr>
            <p:cNvPr id="1176" name="Google Shape;1176;g2e6a455c4c8_0_48"/>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77" name="Google Shape;1177;g2e6a455c4c8_0_48"/>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178" name="Google Shape;1178;g2e6a455c4c8_0_48"/>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79" name="Google Shape;1179;g2e6a455c4c8_0_48"/>
          <p:cNvCxnSpPr/>
          <p:nvPr/>
        </p:nvCxnSpPr>
        <p:spPr>
          <a:xfrm>
            <a:off x="1181100" y="39190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180" name="Google Shape;1180;g2e6a455c4c8_0_48"/>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81" name="Google Shape;1181;g2e6a455c4c8_0_48"/>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82" name="Google Shape;1182;g2e6a455c4c8_0_48"/>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83" name="Google Shape;1183;g2e6a455c4c8_0_48"/>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84" name="Google Shape;1184;g2e6a455c4c8_0_48"/>
          <p:cNvSpPr txBox="1"/>
          <p:nvPr/>
        </p:nvSpPr>
        <p:spPr>
          <a:xfrm>
            <a:off x="1193375" y="35019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c</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re b</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re gl</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re r</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re sh</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re comp</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re st</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re</a:t>
            </a:r>
            <a:endParaRPr b="0" i="0" sz="1800" u="none" cap="none" strike="noStrike">
              <a:solidFill>
                <a:srgbClr val="B7B7B7"/>
              </a:solidFill>
              <a:latin typeface="Jost"/>
              <a:ea typeface="Jost"/>
              <a:cs typeface="Jost"/>
              <a:sym typeface="Jost"/>
            </a:endParaRPr>
          </a:p>
        </p:txBody>
      </p:sp>
      <p:sp>
        <p:nvSpPr>
          <p:cNvPr id="1185" name="Google Shape;1185;g2e6a455c4c8_0_48"/>
          <p:cNvSpPr txBox="1"/>
          <p:nvPr/>
        </p:nvSpPr>
        <p:spPr>
          <a:xfrm>
            <a:off x="581956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186" name="Google Shape;1186;g2e6a455c4c8_0_48"/>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sp>
        <p:nvSpPr>
          <p:cNvPr id="1187" name="Google Shape;1187;g2e6a455c4c8_0_48"/>
          <p:cNvSpPr txBox="1"/>
          <p:nvPr/>
        </p:nvSpPr>
        <p:spPr>
          <a:xfrm>
            <a:off x="469377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g</a:t>
            </a:r>
            <a:endParaRPr b="0" i="0" sz="5500" u="none" cap="none" strike="noStrike">
              <a:solidFill>
                <a:srgbClr val="2356AF"/>
              </a:solidFill>
              <a:latin typeface="Jost"/>
              <a:ea typeface="Jost"/>
              <a:cs typeface="Jost"/>
              <a:sym typeface="Jost"/>
            </a:endParaRPr>
          </a:p>
        </p:txBody>
      </p:sp>
      <p:cxnSp>
        <p:nvCxnSpPr>
          <p:cNvPr id="1188" name="Google Shape;1188;g2e6a455c4c8_0_48"/>
          <p:cNvCxnSpPr/>
          <p:nvPr/>
        </p:nvCxnSpPr>
        <p:spPr>
          <a:xfrm>
            <a:off x="1181100" y="33780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189" name="Google Shape;1189;g2e6a455c4c8_0_48"/>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r</a:t>
            </a:r>
            <a:endParaRPr b="0" i="0" sz="5500" u="none" cap="none" strike="noStrike">
              <a:solidFill>
                <a:srgbClr val="2356AF"/>
              </a:solidFill>
              <a:latin typeface="Jost"/>
              <a:ea typeface="Jost"/>
              <a:cs typeface="Jost"/>
              <a:sym typeface="Jost"/>
            </a:endParaRPr>
          </a:p>
        </p:txBody>
      </p:sp>
      <p:sp>
        <p:nvSpPr>
          <p:cNvPr id="1190" name="Google Shape;1190;g2e6a455c4c8_0_48"/>
          <p:cNvSpPr txBox="1"/>
          <p:nvPr/>
        </p:nvSpPr>
        <p:spPr>
          <a:xfrm>
            <a:off x="2333951"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o</a:t>
            </a:r>
            <a:endParaRPr b="0" i="0" sz="5500" u="none" cap="none" strike="noStrike">
              <a:solidFill>
                <a:srgbClr val="ED1C24"/>
              </a:solidFill>
              <a:latin typeface="Jost"/>
              <a:ea typeface="Jost"/>
              <a:cs typeface="Jost"/>
              <a:sym typeface="Jost"/>
            </a:endParaRPr>
          </a:p>
        </p:txBody>
      </p:sp>
      <p:sp>
        <p:nvSpPr>
          <p:cNvPr id="1191" name="Google Shape;1191;g2e6a455c4c8_0_48"/>
          <p:cNvSpPr txBox="1"/>
          <p:nvPr/>
        </p:nvSpPr>
        <p:spPr>
          <a:xfrm>
            <a:off x="579250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FFD403"/>
              </a:solidFill>
              <a:latin typeface="Jost"/>
              <a:ea typeface="Jost"/>
              <a:cs typeface="Jost"/>
              <a:sym typeface="Jost"/>
            </a:endParaRPr>
          </a:p>
        </p:txBody>
      </p:sp>
      <p:sp>
        <p:nvSpPr>
          <p:cNvPr id="1192" name="Google Shape;1192;g2e6a455c4c8_0_48"/>
          <p:cNvSpPr txBox="1"/>
          <p:nvPr/>
        </p:nvSpPr>
        <p:spPr>
          <a:xfrm>
            <a:off x="1181100"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sh</a:t>
            </a:r>
            <a:endParaRPr b="0" i="0" sz="5500" u="none" cap="none" strike="noStrike">
              <a:solidFill>
                <a:srgbClr val="FFD400"/>
              </a:solidFill>
              <a:latin typeface="Jost"/>
              <a:ea typeface="Jost"/>
              <a:cs typeface="Jost"/>
              <a:sym typeface="Jost"/>
            </a:endParaRPr>
          </a:p>
        </p:txBody>
      </p:sp>
      <p:sp>
        <p:nvSpPr>
          <p:cNvPr id="1193" name="Google Shape;1193;g2e6a455c4c8_0_48"/>
          <p:cNvSpPr txBox="1"/>
          <p:nvPr/>
        </p:nvSpPr>
        <p:spPr>
          <a:xfrm>
            <a:off x="348680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194" name="Google Shape;1194;g2e6a455c4c8_0_48"/>
          <p:cNvSpPr txBox="1"/>
          <p:nvPr/>
        </p:nvSpPr>
        <p:spPr>
          <a:xfrm>
            <a:off x="463965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95" name="Google Shape;1195;g2e6a455c4c8_0_48"/>
          <p:cNvSpPr txBox="1"/>
          <p:nvPr/>
        </p:nvSpPr>
        <p:spPr>
          <a:xfrm>
            <a:off x="3567982"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b</a:t>
            </a:r>
            <a:endParaRPr b="0" i="0" sz="5500" u="none" cap="none" strike="noStrike">
              <a:solidFill>
                <a:srgbClr val="2356AF"/>
              </a:solidFill>
              <a:latin typeface="Jost"/>
              <a:ea typeface="Jost"/>
              <a:cs typeface="Jost"/>
              <a:sym typeface="Jost"/>
            </a:endParaRPr>
          </a:p>
        </p:txBody>
      </p:sp>
      <p:sp>
        <p:nvSpPr>
          <p:cNvPr id="1196" name="Google Shape;1196;g2e6a455c4c8_0_48"/>
          <p:cNvSpPr txBox="1"/>
          <p:nvPr/>
        </p:nvSpPr>
        <p:spPr>
          <a:xfrm>
            <a:off x="6945355"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97" name="Google Shape;1197;g2e6a455c4c8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
        <p:nvSpPr>
          <p:cNvPr id="1198" name="Google Shape;1198;g2e6a455c4c8_0_48"/>
          <p:cNvSpPr txBox="1"/>
          <p:nvPr/>
        </p:nvSpPr>
        <p:spPr>
          <a:xfrm>
            <a:off x="2198727" y="960050"/>
            <a:ext cx="13692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4500" u="none" cap="none" strike="noStrike">
                <a:solidFill>
                  <a:srgbClr val="993FA2"/>
                </a:solidFill>
                <a:latin typeface="Poppins"/>
                <a:ea typeface="Poppins"/>
                <a:cs typeface="Poppins"/>
                <a:sym typeface="Poppins"/>
              </a:rPr>
              <a:t>a</a:t>
            </a:r>
            <a:r>
              <a:rPr b="0" i="0" lang="en-US" sz="5500" u="none" cap="none" strike="noStrike">
                <a:solidFill>
                  <a:srgbClr val="993FA2"/>
                </a:solidFill>
                <a:latin typeface="Jost"/>
                <a:ea typeface="Jost"/>
                <a:cs typeface="Jost"/>
                <a:sym typeface="Jost"/>
              </a:rPr>
              <a:t>re</a:t>
            </a:r>
            <a:endParaRPr b="0" i="0" sz="5500" u="none" cap="none" strike="noStrike">
              <a:solidFill>
                <a:srgbClr val="993FA2"/>
              </a:solidFill>
              <a:latin typeface="Jost"/>
              <a:ea typeface="Jost"/>
              <a:cs typeface="Jost"/>
              <a:sym typeface="Jos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Compare ear; /ear/ and /air/ - Lesson 84</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9" name="Shape 120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