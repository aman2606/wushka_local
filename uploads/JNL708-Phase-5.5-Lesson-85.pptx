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6858000" cy="9144000"/>
  <p:embeddedFontLst>
    <p:embeddedFont>
      <p:font typeface="Poppins"/>
      <p:regular r:id="rId37"/>
      <p:bold r:id="rId38"/>
      <p:italic r:id="rId39"/>
      <p:boldItalic r:id="rId40"/>
    </p:embeddedFont>
    <p:embeddedFont>
      <p:font typeface="Jost"/>
      <p:regular r:id="rId41"/>
      <p:bold r:id="rId42"/>
      <p:italic r:id="rId43"/>
      <p:boldItalic r:id="rId44"/>
    </p:embeddedFont>
    <p:embeddedFont>
      <p:font typeface="Poppins Medium"/>
      <p:regular r:id="rId45"/>
      <p:bold r:id="rId46"/>
      <p:italic r:id="rId47"/>
      <p:boldItalic r:id="rId48"/>
    </p:embeddedFont>
    <p:embeddedFont>
      <p:font typeface="Poppins SemiBold"/>
      <p:regular r:id="rId49"/>
      <p:bold r:id="rId50"/>
      <p:italic r:id="rId51"/>
      <p:boldItalic r:id="rId52"/>
    </p:embeddedFont>
    <p:embeddedFont>
      <p:font typeface="Nunito Black"/>
      <p:bold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5" roundtripDataSignature="AMtx7mgcInxPesLiCQesVdCJFiDCMuSn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858F2C-494E-4425-801F-7BD20A169A25}">
  <a:tblStyle styleId="{A0858F2C-494E-4425-801F-7BD20A169A25}"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Italic.fntdata"/><Relationship Id="rId42" Type="http://schemas.openxmlformats.org/officeDocument/2006/relationships/font" Target="fonts/Jost-bold.fntdata"/><Relationship Id="rId41" Type="http://schemas.openxmlformats.org/officeDocument/2006/relationships/font" Target="fonts/Jost-regular.fntdata"/><Relationship Id="rId44" Type="http://schemas.openxmlformats.org/officeDocument/2006/relationships/font" Target="fonts/Jost-boldItalic.fntdata"/><Relationship Id="rId43" Type="http://schemas.openxmlformats.org/officeDocument/2006/relationships/font" Target="fonts/Jost-italic.fntdata"/><Relationship Id="rId46" Type="http://schemas.openxmlformats.org/officeDocument/2006/relationships/font" Target="fonts/PoppinsMedium-bold.fntdata"/><Relationship Id="rId45" Type="http://schemas.openxmlformats.org/officeDocument/2006/relationships/font" Target="fonts/Poppins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Medium-boldItalic.fntdata"/><Relationship Id="rId47" Type="http://schemas.openxmlformats.org/officeDocument/2006/relationships/font" Target="fonts/PoppinsMedium-italic.fntdata"/><Relationship Id="rId49" Type="http://schemas.openxmlformats.org/officeDocument/2006/relationships/font" Target="fonts/PoppinsSemiBo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Poppins-regular.fntdata"/><Relationship Id="rId36" Type="http://schemas.openxmlformats.org/officeDocument/2006/relationships/slide" Target="slides/slide30.xml"/><Relationship Id="rId39" Type="http://schemas.openxmlformats.org/officeDocument/2006/relationships/font" Target="fonts/Poppins-italic.fntdata"/><Relationship Id="rId38" Type="http://schemas.openxmlformats.org/officeDocument/2006/relationships/font" Target="fonts/Poppins-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oppinsSemiBold-italic.fntdata"/><Relationship Id="rId50" Type="http://schemas.openxmlformats.org/officeDocument/2006/relationships/font" Target="fonts/PoppinsSemiBold-bold.fntdata"/><Relationship Id="rId53" Type="http://schemas.openxmlformats.org/officeDocument/2006/relationships/font" Target="fonts/NunitoBlack-bold.fntdata"/><Relationship Id="rId52" Type="http://schemas.openxmlformats.org/officeDocument/2006/relationships/font" Target="fonts/PoppinsSemiBold-boldItalic.fntdata"/><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font" Target="fonts/NunitoBlack-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3" name="Google Shape;693;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41b26b7735_0_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g341b26b7735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g341b26b7735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41b26b7735_0_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41b26b7735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g341b26b7735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41b26b7735_0_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g341b26b7735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6" name="Google Shape;786;g341b26b7735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41b26b7735_0_1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 name="Google Shape;833;g341b26b7735_0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41b26b7735_0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41b26b7735_0_1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g341b26b7735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41b26b7735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41b26b7735_0_18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g341b26b7735_0_1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41b26b7735_0_1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41b26b7735_0_2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41b26b7735_0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41b26b7735_0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41b26b7735_0_2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g341b26b7735_0_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41b26b7735_0_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41b26b7735_0_2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g341b26b7735_0_2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41b26b7735_0_2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41b26b7735_0_28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0" name="Google Shape;1010;g341b26b7735_0_2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41b26b7735_0_2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26f40b1072c_1_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0" name="Google Shape;1040;g26f40b1072c_1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26f40b1072c_1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26f40b1072c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g26f40b1072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2" name="Google Shape;1052;g26f40b1072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ce718e20f2_0_8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g2ce718e20f2_0_8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2ce718e20f2_0_8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701ceed56d_4_3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0" name="Google Shape;1070;g2701ceed56d_4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2701ceed56d_4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1" name="Google Shape;1081;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2" name="Google Shape;1082;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1" name="Google Shape;1091;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2" name="Google Shape;1092;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1" name="Google Shape;1101;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2" name="Google Shape;1102;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0" name="Google Shape;1110;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6b641b03cd_0_3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9" name="Google Shape;1119;g26b641b03cd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26b641b03cd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41b26b7735_0_98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9" name="Google Shape;1129;g341b26b7735_0_9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41b26b7735_0_9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74a5cd6ef6_1_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9" name="Google Shape;1139;g274a5cd6ef6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274a5cd6ef6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274a5cd6ef6_1_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g274a5cd6ef6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274a5cd6ef6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274a5cd6ef6_1_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7" name="Google Shape;1157;g274a5cd6ef6_1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8" name="Google Shape;1158;g274a5cd6ef6_1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74a5cd6ef6_1_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6" name="Google Shape;1166;g274a5cd6ef6_1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7" name="Google Shape;1167;g274a5cd6ef6_1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2701ceed56d_4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5" name="Google Shape;1175;g2701ceed56d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2701ceed56d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27396dc95f3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4" name="Google Shape;1234;g27396dc95f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5" name="Google Shape;1235;g27396dc95f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1" name="Google Shape;1241;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2" name="Google Shape;1242;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7" name="Google Shape;1247;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8" name="Google Shape;1248;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0.png"/><Relationship Id="rId13" Type="http://schemas.openxmlformats.org/officeDocument/2006/relationships/image" Target="../media/image11.png"/><Relationship Id="rId12" Type="http://schemas.openxmlformats.org/officeDocument/2006/relationships/image" Target="../media/image9.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8.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51843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7599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2358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2006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20140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 name="Google Shape;106;g26b641b03cd_0_33"/>
          <p:cNvSpPr/>
          <p:nvPr/>
        </p:nvSpPr>
        <p:spPr>
          <a:xfrm flipH="1" rot="-5400000">
            <a:off x="-938345" y="2319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Review Sound Family /air/</a:t>
            </a:r>
            <a:endParaRPr b="0" i="0" sz="1800" u="none" cap="none" strike="noStrik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885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dk1"/>
              </a:buClr>
              <a:buSzPts val="1800"/>
              <a:buFont typeface="Arial"/>
              <a:buNone/>
            </a:pPr>
            <a:r>
              <a:rPr lang="en-US" sz="1800">
                <a:solidFill>
                  <a:srgbClr val="CB3D85"/>
                </a:solidFill>
                <a:latin typeface="Poppins Medium"/>
                <a:ea typeface="Poppins Medium"/>
                <a:cs typeface="Poppins Medium"/>
                <a:sym typeface="Poppins Medium"/>
              </a:rPr>
              <a:t>Week 17 - Friday</a:t>
            </a:r>
            <a:endParaRPr b="0" i="0" sz="1800" u="none" cap="none" strike="noStrik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1" name="Google Shape;111;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2" name="Google Shape;112;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5" name="Google Shape;115;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6" name="Google Shape;116;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9" name="Google Shape;119;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Lesson 8</a:t>
            </a:r>
            <a:r>
              <a:rPr lang="en-US" sz="1800">
                <a:solidFill>
                  <a:srgbClr val="CB3D85"/>
                </a:solidFill>
                <a:latin typeface="Poppins Medium"/>
                <a:ea typeface="Poppins Medium"/>
                <a:cs typeface="Poppins Medium"/>
                <a:sym typeface="Poppins Medium"/>
              </a:rPr>
              <a:t>5</a:t>
            </a:r>
            <a:endParaRPr b="0" i="0" sz="1800" u="none" cap="none" strike="noStrik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pendent Reading">
  <p:cSld name="End of Session_1_1_1">
    <p:spTree>
      <p:nvGrpSpPr>
        <p:cNvPr id="126"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Independent Reading</a:t>
            </a:r>
            <a:endParaRPr b="0" i="0" sz="3200" u="none" cap="none" strike="noStrik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cap="flat" cmpd="sng" w="9525">
            <a:solidFill>
              <a:srgbClr val="BFBFBF"/>
            </a:solidFill>
            <a:prstDash val="solid"/>
            <a:miter lim="800000"/>
            <a:headEnd len="sm" w="sm" type="none"/>
            <a:tailEnd len="sm" w="sm" type="none"/>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Children are given a decodable reader that covers letter sounds previously taught.</a:t>
            </a:r>
            <a:endParaRPr b="0" i="0" sz="1400" u="none" cap="none" strike="noStrik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100" u="none" cap="none" strike="noStrike">
                <a:solidFill>
                  <a:srgbClr val="CB3D85"/>
                </a:solidFill>
                <a:latin typeface="Poppins Medium"/>
                <a:ea typeface="Poppins Medium"/>
                <a:cs typeface="Poppins Medium"/>
                <a:sym typeface="Poppins Medium"/>
              </a:rPr>
              <a:t>Decodable Readers</a:t>
            </a:r>
            <a:endParaRPr b="0" i="0" sz="1100" u="none" cap="none" strike="noStrike">
              <a:solidFill>
                <a:srgbClr val="CB3D85"/>
              </a:solidFill>
              <a:latin typeface="Poppins Medium"/>
              <a:ea typeface="Poppins Medium"/>
              <a:cs typeface="Poppins Medium"/>
              <a:sym typeface="Poppins Medium"/>
            </a:endParaRPr>
          </a:p>
        </p:txBody>
      </p:sp>
      <p:pic>
        <p:nvPicPr>
          <p:cNvPr id="132" name="Google Shape;132;g2ce718e20f2_0_768"/>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274"/>
              </a:srgbClr>
            </a:outerShdw>
          </a:effectLst>
        </p:spPr>
      </p:pic>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35" name="Google Shape;135;g2ce718e20f2_0_76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36" name="Google Shape;136;g2ce718e20f2_0_76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100" u="none" cap="none" strike="noStrike">
                <a:solidFill>
                  <a:srgbClr val="CB3D85"/>
                </a:solidFill>
                <a:latin typeface="Poppins Medium"/>
                <a:ea typeface="Poppins Medium"/>
                <a:cs typeface="Poppins Medium"/>
                <a:sym typeface="Poppins Medium"/>
              </a:rPr>
              <a:t>Sound Family Chart</a:t>
            </a:r>
            <a:endParaRPr b="0" i="1" sz="1100" u="none" cap="none" strike="noStrik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54" name="Shape 154"/>
        <p:cNvGrpSpPr/>
        <p:nvPr/>
      </p:nvGrpSpPr>
      <p:grpSpPr>
        <a:xfrm>
          <a:off x="0" y="0"/>
          <a:ext cx="0" cy="0"/>
          <a:chOff x="0" y="0"/>
          <a:chExt cx="0" cy="0"/>
        </a:xfrm>
      </p:grpSpPr>
      <p:grpSp>
        <p:nvGrpSpPr>
          <p:cNvPr id="155" name="Google Shape;155;p25"/>
          <p:cNvGrpSpPr/>
          <p:nvPr/>
        </p:nvGrpSpPr>
        <p:grpSpPr>
          <a:xfrm>
            <a:off x="-400050" y="-342900"/>
            <a:ext cx="9944100" cy="7258200"/>
            <a:chOff x="-400050" y="-342900"/>
            <a:chExt cx="9944100" cy="7258200"/>
          </a:xfrm>
        </p:grpSpPr>
        <p:grpSp>
          <p:nvGrpSpPr>
            <p:cNvPr id="156" name="Google Shape;156;p25"/>
            <p:cNvGrpSpPr/>
            <p:nvPr/>
          </p:nvGrpSpPr>
          <p:grpSpPr>
            <a:xfrm>
              <a:off x="-400050" y="-342900"/>
              <a:ext cx="9944100" cy="7258200"/>
              <a:chOff x="-400050" y="-342900"/>
              <a:chExt cx="9944100" cy="7258200"/>
            </a:xfrm>
          </p:grpSpPr>
          <p:grpSp>
            <p:nvGrpSpPr>
              <p:cNvPr id="157" name="Google Shape;157;p25"/>
              <p:cNvGrpSpPr/>
              <p:nvPr/>
            </p:nvGrpSpPr>
            <p:grpSpPr>
              <a:xfrm>
                <a:off x="-36925" y="-42000"/>
                <a:ext cx="9236225" cy="6957300"/>
                <a:chOff x="-36925" y="-42000"/>
                <a:chExt cx="9236225" cy="6957300"/>
              </a:xfrm>
            </p:grpSpPr>
            <p:sp>
              <p:nvSpPr>
                <p:cNvPr id="158" name="Google Shape;158;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60" name="Google Shape;160;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61" name="Google Shape;161;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62" name="Google Shape;162;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4" name="Google Shape;164;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65" name="Google Shape;165;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66" name="Google Shape;166;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67" name="Shape 167"/>
        <p:cNvGrpSpPr/>
        <p:nvPr/>
      </p:nvGrpSpPr>
      <p:grpSpPr>
        <a:xfrm>
          <a:off x="0" y="0"/>
          <a:ext cx="0" cy="0"/>
          <a:chOff x="0" y="0"/>
          <a:chExt cx="0" cy="0"/>
        </a:xfrm>
      </p:grpSpPr>
      <p:sp>
        <p:nvSpPr>
          <p:cNvPr id="168" name="Google Shape;168;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Legal notice and Sharing Permissions </a:t>
            </a:r>
            <a:endParaRPr b="0" i="0" sz="1400" u="none" cap="none" strike="noStrike">
              <a:solidFill>
                <a:srgbClr val="000000"/>
              </a:solidFill>
              <a:latin typeface="Arial"/>
              <a:ea typeface="Arial"/>
              <a:cs typeface="Arial"/>
              <a:sym typeface="Arial"/>
            </a:endParaRPr>
          </a:p>
        </p:txBody>
      </p:sp>
      <p:sp>
        <p:nvSpPr>
          <p:cNvPr id="171" name="Google Shape;171;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72" name="Google Shape;172;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73" name="Google Shape;173;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74" name="Google Shape;174;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75" name="Google Shape;175;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76" name="Google Shape;176;g2c4fb7f6616_0_721"/>
          <p:cNvGrpSpPr/>
          <p:nvPr/>
        </p:nvGrpSpPr>
        <p:grpSpPr>
          <a:xfrm>
            <a:off x="1050674" y="3528974"/>
            <a:ext cx="508471" cy="472349"/>
            <a:chOff x="718913" y="3178865"/>
            <a:chExt cx="825441" cy="766800"/>
          </a:xfrm>
        </p:grpSpPr>
        <p:sp>
          <p:nvSpPr>
            <p:cNvPr id="177" name="Google Shape;177;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8" name="Google Shape;178;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79" name="Google Shape;179;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058"/>
              </a:srgbClr>
            </a:outerShdw>
          </a:effectLst>
        </p:spPr>
      </p:pic>
      <p:sp>
        <p:nvSpPr>
          <p:cNvPr id="180" name="Google Shape;180;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81" name="Google Shape;181;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82" name="Google Shape;182;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83" name="Google Shape;183;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84" name="Google Shape;184;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85" name="Google Shape;185;g2c4fb7f6616_0_721"/>
          <p:cNvPicPr preferRelativeResize="0"/>
          <p:nvPr/>
        </p:nvPicPr>
        <p:blipFill rotWithShape="1">
          <a:blip r:embed="rId12">
            <a:alphaModFix/>
          </a:blip>
          <a:srcRect b="0" l="0" r="0" t="0"/>
          <a:stretch/>
        </p:blipFill>
        <p:spPr>
          <a:xfrm rot="-505316">
            <a:off x="5528790" y="1629680"/>
            <a:ext cx="1382684" cy="1382664"/>
          </a:xfrm>
          <a:prstGeom prst="rect">
            <a:avLst/>
          </a:prstGeom>
          <a:noFill/>
          <a:ln>
            <a:noFill/>
          </a:ln>
          <a:effectLst>
            <a:outerShdw blurRad="57150" rotWithShape="0" algn="bl" dir="5400000" dist="19050">
              <a:srgbClr val="000000">
                <a:alpha val="20000"/>
              </a:srgbClr>
            </a:outerShdw>
          </a:effectLst>
        </p:spPr>
      </p:pic>
      <p:pic>
        <p:nvPicPr>
          <p:cNvPr id="186" name="Google Shape;186;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87" name="Shape 187"/>
        <p:cNvGrpSpPr/>
        <p:nvPr/>
      </p:nvGrpSpPr>
      <p:grpSpPr>
        <a:xfrm>
          <a:off x="0" y="0"/>
          <a:ext cx="0" cy="0"/>
          <a:chOff x="0" y="0"/>
          <a:chExt cx="0" cy="0"/>
        </a:xfrm>
      </p:grpSpPr>
      <p:sp>
        <p:nvSpPr>
          <p:cNvPr id="188" name="Google Shape;188;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89" name="Google Shape;189;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26b641b03cd_0_260"/>
          <p:cNvSpPr/>
          <p:nvPr>
            <p:ph idx="2" type="pic"/>
          </p:nvPr>
        </p:nvSpPr>
        <p:spPr>
          <a:xfrm>
            <a:off x="960225" y="1993200"/>
            <a:ext cx="2946000" cy="1949700"/>
          </a:xfrm>
          <a:prstGeom prst="roundRect">
            <a:avLst>
              <a:gd fmla="val 16667" name="adj"/>
            </a:avLst>
          </a:prstGeom>
          <a:noFill/>
          <a:ln>
            <a:noFill/>
          </a:ln>
        </p:spPr>
      </p:sp>
      <p:pic>
        <p:nvPicPr>
          <p:cNvPr id="193" name="Google Shape;193;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5882"/>
              </a:srgbClr>
            </a:outerShdw>
          </a:effectLst>
        </p:spPr>
      </p:pic>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6" name="Google Shape;196;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7" name="Google Shape;197;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214" name="Shape 214"/>
        <p:cNvGrpSpPr/>
        <p:nvPr/>
      </p:nvGrpSpPr>
      <p:grpSpPr>
        <a:xfrm>
          <a:off x="0" y="0"/>
          <a:ext cx="0" cy="0"/>
          <a:chOff x="0" y="0"/>
          <a:chExt cx="0" cy="0"/>
        </a:xfrm>
      </p:grpSpPr>
      <p:sp>
        <p:nvSpPr>
          <p:cNvPr id="215" name="Google Shape;215;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16" name="Google Shape;216;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sp>
        <p:nvSpPr>
          <p:cNvPr id="218" name="Google Shape;218;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219" name="Google Shape;219;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0" name="Google Shape;220;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3" name="Google Shape;223;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4" name="Google Shape;224;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5" name="Google Shape;225;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6" name="Google Shape;226;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7" name="Google Shape;227;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2" name="Google Shape;232;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9" name="Google Shape;239;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0" name="Google Shape;240;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3" name="Google Shape;243;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4" name="Google Shape;244;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45"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49" name="Google Shape;249;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52" name="Google Shape;252;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53" name="Google Shape;253;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54" name="Google Shape;254;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55" name="Google Shape;255;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6" name="Google Shape;256;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8" name="Google Shape;268;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2" name="Google Shape;272;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74"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77" name="Google Shape;277;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8" name="Google Shape;278;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9" name="Google Shape;279;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80" name="Google Shape;280;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81" name="Google Shape;281;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6" name="Google Shape;296;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0" name="Google Shape;300;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302"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4" name="Google Shape;324;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5" name="Google Shape;325;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30"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33" name="Google Shape;333;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4" name="Google Shape;334;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5" name="Google Shape;335;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6" name="Google Shape;336;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7" name="Google Shape;337;g2c157a2fb06_0_263"/>
          <p:cNvSpPr/>
          <p:nvPr>
            <p:ph idx="5" type="pic"/>
          </p:nvPr>
        </p:nvSpPr>
        <p:spPr>
          <a:xfrm>
            <a:off x="5086375" y="4412425"/>
            <a:ext cx="2668800" cy="1291500"/>
          </a:xfrm>
          <a:prstGeom prst="rect">
            <a:avLst/>
          </a:prstGeom>
          <a:noFill/>
          <a:ln>
            <a:noFill/>
          </a:ln>
        </p:spPr>
      </p:sp>
      <p:sp>
        <p:nvSpPr>
          <p:cNvPr id="338" name="Google Shape;338;g2c157a2fb06_0_263"/>
          <p:cNvSpPr/>
          <p:nvPr>
            <p:ph idx="6" type="pic"/>
          </p:nvPr>
        </p:nvSpPr>
        <p:spPr>
          <a:xfrm>
            <a:off x="5086375" y="797675"/>
            <a:ext cx="2668800" cy="1291500"/>
          </a:xfrm>
          <a:prstGeom prst="rect">
            <a:avLst/>
          </a:prstGeom>
          <a:noFill/>
          <a:ln>
            <a:noFill/>
          </a:ln>
        </p:spPr>
      </p:sp>
      <p:sp>
        <p:nvSpPr>
          <p:cNvPr id="339" name="Google Shape;339;g2c157a2fb06_0_263"/>
          <p:cNvSpPr/>
          <p:nvPr>
            <p:ph idx="7" type="pic"/>
          </p:nvPr>
        </p:nvSpPr>
        <p:spPr>
          <a:xfrm>
            <a:off x="5086375" y="2002592"/>
            <a:ext cx="2668800" cy="1291500"/>
          </a:xfrm>
          <a:prstGeom prst="rect">
            <a:avLst/>
          </a:prstGeom>
          <a:noFill/>
          <a:ln>
            <a:noFill/>
          </a:ln>
        </p:spPr>
      </p:sp>
      <p:sp>
        <p:nvSpPr>
          <p:cNvPr id="340" name="Google Shape;340;g2c157a2fb06_0_263"/>
          <p:cNvSpPr/>
          <p:nvPr>
            <p:ph idx="8" type="pic"/>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8" name="Google Shape;348;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6" name="Google Shape;356;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0" name="Google Shape;360;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6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3" name="Google Shape;363;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4" name="Google Shape;364;g2c157a2fb06_0_467"/>
          <p:cNvSpPr/>
          <p:nvPr>
            <p:ph idx="2" type="pic"/>
          </p:nvPr>
        </p:nvSpPr>
        <p:spPr>
          <a:xfrm>
            <a:off x="1181100" y="852975"/>
            <a:ext cx="6781800" cy="2771700"/>
          </a:xfrm>
          <a:prstGeom prst="roundRect">
            <a:avLst>
              <a:gd fmla="val 16667" name="adj"/>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4" name="Google Shape;374;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2" name="Google Shape;382;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6" name="Google Shape;386;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87"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629"/>
          <p:cNvSpPr/>
          <p:nvPr>
            <p:ph idx="2" type="pic"/>
          </p:nvPr>
        </p:nvSpPr>
        <p:spPr>
          <a:xfrm>
            <a:off x="1181100" y="852975"/>
            <a:ext cx="6781800" cy="2771700"/>
          </a:xfrm>
          <a:prstGeom prst="roundRect">
            <a:avLst>
              <a:gd fmla="val 16667" name="adj"/>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92" name="Google Shape;392;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3" name="Google Shape;393;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413"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798"/>
          <p:cNvSpPr/>
          <p:nvPr>
            <p:ph idx="2" type="pic"/>
          </p:nvPr>
        </p:nvSpPr>
        <p:spPr>
          <a:xfrm>
            <a:off x="1181100" y="852975"/>
            <a:ext cx="6781800" cy="2771700"/>
          </a:xfrm>
          <a:prstGeom prst="roundRect">
            <a:avLst>
              <a:gd fmla="val 16667" name="adj"/>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40"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42" name="Google Shape;442;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43" name="Google Shape;443;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44" name="Google Shape;444;g2c157a2fb06_0_825"/>
          <p:cNvSpPr/>
          <p:nvPr>
            <p:ph idx="2" type="pic"/>
          </p:nvPr>
        </p:nvSpPr>
        <p:spPr>
          <a:xfrm>
            <a:off x="1181100" y="852975"/>
            <a:ext cx="6781800" cy="2771700"/>
          </a:xfrm>
          <a:prstGeom prst="roundRect">
            <a:avLst>
              <a:gd fmla="val 16667" name="adj"/>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1" name="Google Shape;461;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67"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9" name="Google Shape;469;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73" name="Google Shape;473;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4" name="Google Shape;474;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5" name="Google Shape;475;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6" name="Google Shape;476;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8" name="Google Shape;478;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9" name="Google Shape;479;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0" name="Google Shape;480;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1" name="Google Shape;481;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2" name="Google Shape;482;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3" name="Google Shape;483;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4" name="Google Shape;484;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5" name="Google Shape;485;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6" name="Google Shape;486;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3" name="Google Shape;493;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0" name="Google Shape;500;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506"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09" name="Google Shape;509;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0" name="Google Shape;510;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1" name="Google Shape;511;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2" name="Google Shape;512;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3" name="Google Shape;513;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4" name="Google Shape;514;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5" name="Google Shape;515;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516" name="Google Shape;516;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518" name="Google Shape;518;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19" name="Google Shape;519;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0" name="Google Shape;520;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1" name="Google Shape;521;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2" name="Google Shape;522;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3" name="Google Shape;523;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4" name="Google Shape;524;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5" name="Google Shape;525;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6" name="Google Shape;526;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7" name="Google Shape;527;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2" name="Google Shape;532;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9" name="Google Shape;539;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3" name="Google Shape;543;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4" name="Google Shape;544;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45"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47" name="Google Shape;547;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48" name="Google Shape;548;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49" name="Google Shape;549;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0" name="Google Shape;550;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1" name="Google Shape;551;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2" name="Google Shape;552;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3" name="Google Shape;553;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4" name="Google Shape;554;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5" name="Google Shape;555;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6" name="Google Shape;556;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7" name="Google Shape;557;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59" name="Google Shape;559;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60" name="Google Shape;560;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8" name="Google Shape;568;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5" name="Google Shape;575;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8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5" name="Google Shape;585;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6" name="Google Shape;586;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7" name="Google Shape;587;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7" name="Google Shape;607;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4" name="Google Shape;614;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5" name="Google Shape;615;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8" name="Google Shape;618;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9" name="Google Shape;619;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620"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66"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bed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led </a:t>
            </a:r>
            <a:r>
              <a:rPr b="0" i="0" lang="en-US" sz="1100" u="none" cap="none" strike="noStrike">
                <a:solidFill>
                  <a:srgbClr val="1A1A1A"/>
                </a:solidFill>
                <a:latin typeface="Poppins"/>
                <a:ea typeface="Poppins"/>
                <a:cs typeface="Poppins"/>
                <a:sym typeface="Poppins"/>
              </a:rPr>
              <a:t>the difference is the phonemes </a:t>
            </a:r>
            <a:r>
              <a:rPr b="0" i="0" lang="en-US" sz="1100" u="none" cap="none" strike="noStrike">
                <a:solidFill>
                  <a:srgbClr val="53F41A"/>
                </a:solidFill>
                <a:latin typeface="Poppins"/>
                <a:ea typeface="Poppins"/>
                <a:cs typeface="Poppins"/>
                <a:sym typeface="Poppins"/>
              </a:rPr>
              <a:t>/b/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ship </a:t>
            </a:r>
            <a:r>
              <a:rPr b="0" i="0" lang="en-US" sz="1100" u="none" cap="none" strike="noStrike">
                <a:solidFill>
                  <a:srgbClr val="1A1A1A"/>
                </a:solidFill>
                <a:latin typeface="Poppins"/>
                <a:ea typeface="Poppins"/>
                <a:cs typeface="Poppins"/>
                <a:sym typeface="Poppins"/>
              </a:rPr>
              <a:t>as </a:t>
            </a:r>
            <a:r>
              <a:rPr b="0" i="0" lang="en-US" sz="1100" u="none" cap="none" strike="noStrike">
                <a:solidFill>
                  <a:srgbClr val="53F41A"/>
                </a:solidFill>
                <a:latin typeface="Poppins"/>
                <a:ea typeface="Poppins"/>
                <a:cs typeface="Poppins"/>
                <a:sym typeface="Poppins"/>
              </a:rPr>
              <a:t>/sh/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70"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representing the </a:t>
            </a:r>
            <a:r>
              <a:rPr b="0" i="0" lang="en-US" sz="1100" u="none" cap="none" strike="noStrike">
                <a:solidFill>
                  <a:srgbClr val="53F41A"/>
                </a:solidFill>
                <a:latin typeface="Poppins"/>
                <a:ea typeface="Poppins"/>
                <a:cs typeface="Poppins"/>
                <a:sym typeface="Poppins"/>
              </a:rPr>
              <a:t>/ɑi/ </a:t>
            </a:r>
            <a:r>
              <a:rPr b="0" i="0" lang="en-US" sz="1100" u="none" cap="none" strike="noStrike">
                <a:solidFill>
                  <a:srgbClr val="1A1A1A"/>
                </a:solidFill>
                <a:latin typeface="Poppins"/>
                <a:ea typeface="Poppins"/>
                <a:cs typeface="Poppins"/>
                <a:sym typeface="Poppins"/>
              </a:rPr>
              <a:t>phoneme in </a:t>
            </a:r>
            <a:r>
              <a:rPr b="0" i="0" lang="en-US" sz="1100" u="none" cap="none" strike="noStrike">
                <a:solidFill>
                  <a:srgbClr val="1A30E8"/>
                </a:solidFill>
                <a:latin typeface="Poppins"/>
                <a:ea typeface="Poppins"/>
                <a:cs typeface="Poppins"/>
                <a:sym typeface="Poppins"/>
              </a:rPr>
              <a:t>eight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the two letters in the digraph, as in the words </a:t>
            </a:r>
            <a:r>
              <a:rPr b="0" i="0" lang="en-US" sz="1100" u="none" cap="none" strike="noStrike">
                <a:solidFill>
                  <a:srgbClr val="1A30E8"/>
                </a:solidFill>
                <a:latin typeface="Poppins"/>
                <a:ea typeface="Poppins"/>
                <a:cs typeface="Poppins"/>
                <a:sym typeface="Poppins"/>
              </a:rPr>
              <a:t>mɑke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ɑm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sɑt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slɑm </a:t>
            </a:r>
            <a:r>
              <a:rPr b="0" i="0" lang="en-US" sz="1100" u="none" cap="none" strike="noStrike">
                <a:solidFill>
                  <a:srgbClr val="1A1A1A"/>
                </a:solidFill>
                <a:latin typeface="Poppins"/>
                <a:ea typeface="Poppins"/>
                <a:cs typeface="Poppins"/>
                <a:sym typeface="Poppins"/>
              </a:rPr>
              <a:t>(CCVC) or </a:t>
            </a:r>
            <a:r>
              <a:rPr b="0" i="0" lang="en-US" sz="1100" u="none" cap="none" strike="noStrike">
                <a:solidFill>
                  <a:srgbClr val="1A30E8"/>
                </a:solidFill>
                <a:latin typeface="Poppins"/>
                <a:ea typeface="Poppins"/>
                <a:cs typeface="Poppins"/>
                <a:sym typeface="Poppins"/>
              </a:rPr>
              <a:t>eɑch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beɑch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bleɑch </a:t>
            </a:r>
            <a:r>
              <a:rPr b="0" i="0" lang="en-US" sz="1100" u="none" cap="none" strike="noStrike">
                <a:solidFill>
                  <a:srgbClr val="1A1A1A"/>
                </a:solidFill>
                <a:latin typeface="Poppins"/>
                <a:ea typeface="Poppins"/>
                <a:cs typeface="Poppins"/>
                <a:sym typeface="Poppins"/>
              </a:rPr>
              <a:t>(CCVC).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7.png"/><Relationship Id="rId4" Type="http://schemas.openxmlformats.org/officeDocument/2006/relationships/image" Target="../media/image19.png"/><Relationship Id="rId9" Type="http://schemas.openxmlformats.org/officeDocument/2006/relationships/slide" Target="/ppt/slides/slide18.xml"/><Relationship Id="rId5" Type="http://schemas.openxmlformats.org/officeDocument/2006/relationships/image" Target="../media/image25.png"/><Relationship Id="rId6" Type="http://schemas.openxmlformats.org/officeDocument/2006/relationships/image" Target="../media/image75.png"/><Relationship Id="rId7" Type="http://schemas.openxmlformats.org/officeDocument/2006/relationships/image" Target="../media/image28.png"/><Relationship Id="rId8" Type="http://schemas.openxmlformats.org/officeDocument/2006/relationships/slide" Target="/ppt/slides/slide15.xml"/><Relationship Id="rId11" Type="http://schemas.openxmlformats.org/officeDocument/2006/relationships/slide" Target="/ppt/slides/slide21.xml"/><Relationship Id="rId10" Type="http://schemas.openxmlformats.org/officeDocument/2006/relationships/slide" Target="/ppt/slides/slide20.xml"/><Relationship Id="rId12" Type="http://schemas.openxmlformats.org/officeDocument/2006/relationships/slide" Target="/ppt/slides/slide13.xml"/></Relationships>
</file>

<file path=ppt/slides/_rels/slide3.xml.rels><?xml version="1.0" encoding="UTF-8" standalone="yes"?><Relationships xmlns="http://schemas.openxmlformats.org/package/2006/relationships"><Relationship Id="rId20" Type="http://schemas.openxmlformats.org/officeDocument/2006/relationships/image" Target="../media/image39.png"/><Relationship Id="rId22" Type="http://schemas.openxmlformats.org/officeDocument/2006/relationships/image" Target="../media/image46.png"/><Relationship Id="rId21" Type="http://schemas.openxmlformats.org/officeDocument/2006/relationships/image" Target="../media/image40.png"/><Relationship Id="rId24" Type="http://schemas.openxmlformats.org/officeDocument/2006/relationships/image" Target="../media/image49.png"/><Relationship Id="rId23" Type="http://schemas.openxmlformats.org/officeDocument/2006/relationships/image" Target="../media/image68.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30.png"/><Relationship Id="rId9" Type="http://schemas.openxmlformats.org/officeDocument/2006/relationships/image" Target="../media/image20.png"/><Relationship Id="rId25" Type="http://schemas.openxmlformats.org/officeDocument/2006/relationships/image" Target="../media/image44.png"/><Relationship Id="rId5" Type="http://schemas.openxmlformats.org/officeDocument/2006/relationships/image" Target="../media/image22.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29.png"/><Relationship Id="rId11" Type="http://schemas.openxmlformats.org/officeDocument/2006/relationships/image" Target="../media/image33.png"/><Relationship Id="rId10" Type="http://schemas.openxmlformats.org/officeDocument/2006/relationships/image" Target="../media/image32.png"/><Relationship Id="rId13" Type="http://schemas.openxmlformats.org/officeDocument/2006/relationships/image" Target="../media/image31.png"/><Relationship Id="rId12" Type="http://schemas.openxmlformats.org/officeDocument/2006/relationships/image" Target="../media/image21.png"/><Relationship Id="rId15" Type="http://schemas.openxmlformats.org/officeDocument/2006/relationships/image" Target="../media/image36.png"/><Relationship Id="rId14" Type="http://schemas.openxmlformats.org/officeDocument/2006/relationships/image" Target="../media/image34.png"/><Relationship Id="rId17" Type="http://schemas.openxmlformats.org/officeDocument/2006/relationships/image" Target="../media/image37.png"/><Relationship Id="rId16" Type="http://schemas.openxmlformats.org/officeDocument/2006/relationships/image" Target="../media/image35.png"/><Relationship Id="rId19" Type="http://schemas.openxmlformats.org/officeDocument/2006/relationships/image" Target="../media/image42.png"/><Relationship Id="rId18" Type="http://schemas.openxmlformats.org/officeDocument/2006/relationships/image" Target="../media/image38.png"/></Relationships>
</file>

<file path=ppt/slides/_rels/slide4.xml.rels><?xml version="1.0" encoding="UTF-8" standalone="yes"?><Relationships xmlns="http://schemas.openxmlformats.org/package/2006/relationships"><Relationship Id="rId20" Type="http://schemas.openxmlformats.org/officeDocument/2006/relationships/image" Target="../media/image64.png"/><Relationship Id="rId22" Type="http://schemas.openxmlformats.org/officeDocument/2006/relationships/image" Target="../media/image63.png"/><Relationship Id="rId21" Type="http://schemas.openxmlformats.org/officeDocument/2006/relationships/image" Target="../media/image61.png"/><Relationship Id="rId24" Type="http://schemas.openxmlformats.org/officeDocument/2006/relationships/image" Target="../media/image67.png"/><Relationship Id="rId23" Type="http://schemas.openxmlformats.org/officeDocument/2006/relationships/image" Target="../media/image65.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48.png"/><Relationship Id="rId9" Type="http://schemas.openxmlformats.org/officeDocument/2006/relationships/image" Target="../media/image56.png"/><Relationship Id="rId26" Type="http://schemas.openxmlformats.org/officeDocument/2006/relationships/image" Target="../media/image74.png"/><Relationship Id="rId25" Type="http://schemas.openxmlformats.org/officeDocument/2006/relationships/image" Target="../media/image66.png"/><Relationship Id="rId28" Type="http://schemas.openxmlformats.org/officeDocument/2006/relationships/image" Target="../media/image70.png"/><Relationship Id="rId27" Type="http://schemas.openxmlformats.org/officeDocument/2006/relationships/image" Target="../media/image69.png"/><Relationship Id="rId5" Type="http://schemas.openxmlformats.org/officeDocument/2006/relationships/image" Target="../media/image41.png"/><Relationship Id="rId6" Type="http://schemas.openxmlformats.org/officeDocument/2006/relationships/image" Target="../media/image45.png"/><Relationship Id="rId29" Type="http://schemas.openxmlformats.org/officeDocument/2006/relationships/image" Target="../media/image71.png"/><Relationship Id="rId7" Type="http://schemas.openxmlformats.org/officeDocument/2006/relationships/image" Target="../media/image55.png"/><Relationship Id="rId8" Type="http://schemas.openxmlformats.org/officeDocument/2006/relationships/image" Target="../media/image19.png"/><Relationship Id="rId31" Type="http://schemas.openxmlformats.org/officeDocument/2006/relationships/image" Target="../media/image73.png"/><Relationship Id="rId30" Type="http://schemas.openxmlformats.org/officeDocument/2006/relationships/image" Target="../media/image72.png"/><Relationship Id="rId11" Type="http://schemas.openxmlformats.org/officeDocument/2006/relationships/image" Target="../media/image52.png"/><Relationship Id="rId10" Type="http://schemas.openxmlformats.org/officeDocument/2006/relationships/image" Target="../media/image50.png"/><Relationship Id="rId13" Type="http://schemas.openxmlformats.org/officeDocument/2006/relationships/image" Target="../media/image53.png"/><Relationship Id="rId12" Type="http://schemas.openxmlformats.org/officeDocument/2006/relationships/image" Target="../media/image51.png"/><Relationship Id="rId15" Type="http://schemas.openxmlformats.org/officeDocument/2006/relationships/image" Target="../media/image54.png"/><Relationship Id="rId14" Type="http://schemas.openxmlformats.org/officeDocument/2006/relationships/image" Target="../media/image62.png"/><Relationship Id="rId17" Type="http://schemas.openxmlformats.org/officeDocument/2006/relationships/image" Target="../media/image57.png"/><Relationship Id="rId16" Type="http://schemas.openxmlformats.org/officeDocument/2006/relationships/image" Target="../media/image58.png"/><Relationship Id="rId19" Type="http://schemas.openxmlformats.org/officeDocument/2006/relationships/image" Target="../media/image59.png"/><Relationship Id="rId18" Type="http://schemas.openxmlformats.org/officeDocument/2006/relationships/image" Target="../media/image60.png"/></Relationships>
</file>

<file path=ppt/slides/_rels/slide5.xml.rels><?xml version="1.0" encoding="UTF-8" standalone="yes"?><Relationships xmlns="http://schemas.openxmlformats.org/package/2006/relationships"><Relationship Id="rId40" Type="http://schemas.openxmlformats.org/officeDocument/2006/relationships/image" Target="../media/image113.png"/><Relationship Id="rId20" Type="http://schemas.openxmlformats.org/officeDocument/2006/relationships/image" Target="../media/image94.png"/><Relationship Id="rId42" Type="http://schemas.openxmlformats.org/officeDocument/2006/relationships/image" Target="../media/image117.png"/><Relationship Id="rId41" Type="http://schemas.openxmlformats.org/officeDocument/2006/relationships/image" Target="../media/image116.png"/><Relationship Id="rId22" Type="http://schemas.openxmlformats.org/officeDocument/2006/relationships/image" Target="../media/image96.png"/><Relationship Id="rId21" Type="http://schemas.openxmlformats.org/officeDocument/2006/relationships/image" Target="../media/image93.png"/><Relationship Id="rId43" Type="http://schemas.openxmlformats.org/officeDocument/2006/relationships/image" Target="../media/image115.png"/><Relationship Id="rId24" Type="http://schemas.openxmlformats.org/officeDocument/2006/relationships/image" Target="../media/image97.png"/><Relationship Id="rId23" Type="http://schemas.openxmlformats.org/officeDocument/2006/relationships/image" Target="../media/image95.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6.png"/><Relationship Id="rId4" Type="http://schemas.openxmlformats.org/officeDocument/2006/relationships/image" Target="../media/image83.png"/><Relationship Id="rId9" Type="http://schemas.openxmlformats.org/officeDocument/2006/relationships/image" Target="../media/image80.png"/><Relationship Id="rId26" Type="http://schemas.openxmlformats.org/officeDocument/2006/relationships/image" Target="../media/image101.png"/><Relationship Id="rId25" Type="http://schemas.openxmlformats.org/officeDocument/2006/relationships/image" Target="../media/image98.png"/><Relationship Id="rId28" Type="http://schemas.openxmlformats.org/officeDocument/2006/relationships/image" Target="../media/image100.png"/><Relationship Id="rId27" Type="http://schemas.openxmlformats.org/officeDocument/2006/relationships/image" Target="../media/image99.png"/><Relationship Id="rId5" Type="http://schemas.openxmlformats.org/officeDocument/2006/relationships/image" Target="../media/image77.png"/><Relationship Id="rId6" Type="http://schemas.openxmlformats.org/officeDocument/2006/relationships/image" Target="../media/image78.png"/><Relationship Id="rId29" Type="http://schemas.openxmlformats.org/officeDocument/2006/relationships/image" Target="../media/image104.png"/><Relationship Id="rId7" Type="http://schemas.openxmlformats.org/officeDocument/2006/relationships/image" Target="../media/image79.png"/><Relationship Id="rId8" Type="http://schemas.openxmlformats.org/officeDocument/2006/relationships/image" Target="../media/image81.png"/><Relationship Id="rId31" Type="http://schemas.openxmlformats.org/officeDocument/2006/relationships/image" Target="../media/image106.png"/><Relationship Id="rId30" Type="http://schemas.openxmlformats.org/officeDocument/2006/relationships/image" Target="../media/image108.png"/><Relationship Id="rId11" Type="http://schemas.openxmlformats.org/officeDocument/2006/relationships/image" Target="../media/image86.png"/><Relationship Id="rId33" Type="http://schemas.openxmlformats.org/officeDocument/2006/relationships/image" Target="../media/image103.png"/><Relationship Id="rId10" Type="http://schemas.openxmlformats.org/officeDocument/2006/relationships/image" Target="../media/image82.png"/><Relationship Id="rId32" Type="http://schemas.openxmlformats.org/officeDocument/2006/relationships/image" Target="../media/image102.png"/><Relationship Id="rId13" Type="http://schemas.openxmlformats.org/officeDocument/2006/relationships/image" Target="../media/image85.png"/><Relationship Id="rId35" Type="http://schemas.openxmlformats.org/officeDocument/2006/relationships/image" Target="../media/image105.png"/><Relationship Id="rId12" Type="http://schemas.openxmlformats.org/officeDocument/2006/relationships/image" Target="../media/image84.png"/><Relationship Id="rId34" Type="http://schemas.openxmlformats.org/officeDocument/2006/relationships/image" Target="../media/image107.png"/><Relationship Id="rId15" Type="http://schemas.openxmlformats.org/officeDocument/2006/relationships/image" Target="../media/image87.png"/><Relationship Id="rId37" Type="http://schemas.openxmlformats.org/officeDocument/2006/relationships/image" Target="../media/image111.png"/><Relationship Id="rId14" Type="http://schemas.openxmlformats.org/officeDocument/2006/relationships/image" Target="../media/image88.png"/><Relationship Id="rId36" Type="http://schemas.openxmlformats.org/officeDocument/2006/relationships/image" Target="../media/image110.png"/><Relationship Id="rId17" Type="http://schemas.openxmlformats.org/officeDocument/2006/relationships/image" Target="../media/image90.png"/><Relationship Id="rId39" Type="http://schemas.openxmlformats.org/officeDocument/2006/relationships/image" Target="../media/image112.png"/><Relationship Id="rId16" Type="http://schemas.openxmlformats.org/officeDocument/2006/relationships/image" Target="../media/image89.png"/><Relationship Id="rId38" Type="http://schemas.openxmlformats.org/officeDocument/2006/relationships/image" Target="../media/image109.png"/><Relationship Id="rId19" Type="http://schemas.openxmlformats.org/officeDocument/2006/relationships/image" Target="../media/image92.png"/><Relationship Id="rId18" Type="http://schemas.openxmlformats.org/officeDocument/2006/relationships/image" Target="../media/image91.png"/></Relationships>
</file>

<file path=ppt/slides/_rels/slide6.xml.rels><?xml version="1.0" encoding="UTF-8" standalone="yes"?><Relationships xmlns="http://schemas.openxmlformats.org/package/2006/relationships"><Relationship Id="rId40" Type="http://schemas.openxmlformats.org/officeDocument/2006/relationships/image" Target="../media/image146.png"/><Relationship Id="rId20" Type="http://schemas.openxmlformats.org/officeDocument/2006/relationships/image" Target="../media/image135.png"/><Relationship Id="rId42" Type="http://schemas.openxmlformats.org/officeDocument/2006/relationships/image" Target="../media/image160.png"/><Relationship Id="rId41" Type="http://schemas.openxmlformats.org/officeDocument/2006/relationships/image" Target="../media/image145.png"/><Relationship Id="rId22" Type="http://schemas.openxmlformats.org/officeDocument/2006/relationships/image" Target="../media/image134.png"/><Relationship Id="rId44" Type="http://schemas.openxmlformats.org/officeDocument/2006/relationships/image" Target="../media/image17.png"/><Relationship Id="rId21" Type="http://schemas.openxmlformats.org/officeDocument/2006/relationships/image" Target="../media/image133.png"/><Relationship Id="rId43" Type="http://schemas.openxmlformats.org/officeDocument/2006/relationships/image" Target="../media/image151.png"/><Relationship Id="rId24" Type="http://schemas.openxmlformats.org/officeDocument/2006/relationships/image" Target="../media/image138.png"/><Relationship Id="rId23" Type="http://schemas.openxmlformats.org/officeDocument/2006/relationships/image" Target="../media/image136.png"/><Relationship Id="rId45" Type="http://schemas.openxmlformats.org/officeDocument/2006/relationships/image" Target="../media/image16.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4.png"/><Relationship Id="rId4" Type="http://schemas.openxmlformats.org/officeDocument/2006/relationships/image" Target="../media/image118.png"/><Relationship Id="rId9" Type="http://schemas.openxmlformats.org/officeDocument/2006/relationships/image" Target="../media/image126.png"/><Relationship Id="rId26" Type="http://schemas.openxmlformats.org/officeDocument/2006/relationships/image" Target="../media/image149.png"/><Relationship Id="rId25" Type="http://schemas.openxmlformats.org/officeDocument/2006/relationships/image" Target="../media/image148.png"/><Relationship Id="rId28" Type="http://schemas.openxmlformats.org/officeDocument/2006/relationships/image" Target="../media/image140.png"/><Relationship Id="rId27" Type="http://schemas.openxmlformats.org/officeDocument/2006/relationships/image" Target="../media/image139.png"/><Relationship Id="rId5" Type="http://schemas.openxmlformats.org/officeDocument/2006/relationships/image" Target="../media/image120.png"/><Relationship Id="rId6" Type="http://schemas.openxmlformats.org/officeDocument/2006/relationships/image" Target="../media/image121.png"/><Relationship Id="rId29" Type="http://schemas.openxmlformats.org/officeDocument/2006/relationships/image" Target="../media/image141.png"/><Relationship Id="rId7" Type="http://schemas.openxmlformats.org/officeDocument/2006/relationships/image" Target="../media/image119.png"/><Relationship Id="rId8" Type="http://schemas.openxmlformats.org/officeDocument/2006/relationships/image" Target="../media/image124.png"/><Relationship Id="rId31" Type="http://schemas.openxmlformats.org/officeDocument/2006/relationships/image" Target="../media/image142.png"/><Relationship Id="rId30" Type="http://schemas.openxmlformats.org/officeDocument/2006/relationships/image" Target="../media/image154.png"/><Relationship Id="rId11" Type="http://schemas.openxmlformats.org/officeDocument/2006/relationships/image" Target="../media/image122.png"/><Relationship Id="rId33" Type="http://schemas.openxmlformats.org/officeDocument/2006/relationships/image" Target="../media/image152.png"/><Relationship Id="rId10" Type="http://schemas.openxmlformats.org/officeDocument/2006/relationships/image" Target="../media/image125.png"/><Relationship Id="rId32" Type="http://schemas.openxmlformats.org/officeDocument/2006/relationships/image" Target="../media/image143.png"/><Relationship Id="rId13" Type="http://schemas.openxmlformats.org/officeDocument/2006/relationships/image" Target="../media/image123.png"/><Relationship Id="rId35" Type="http://schemas.openxmlformats.org/officeDocument/2006/relationships/image" Target="../media/image159.png"/><Relationship Id="rId12" Type="http://schemas.openxmlformats.org/officeDocument/2006/relationships/image" Target="../media/image127.png"/><Relationship Id="rId34" Type="http://schemas.openxmlformats.org/officeDocument/2006/relationships/image" Target="../media/image144.png"/><Relationship Id="rId15" Type="http://schemas.openxmlformats.org/officeDocument/2006/relationships/image" Target="../media/image129.png"/><Relationship Id="rId37" Type="http://schemas.openxmlformats.org/officeDocument/2006/relationships/image" Target="../media/image150.png"/><Relationship Id="rId14" Type="http://schemas.openxmlformats.org/officeDocument/2006/relationships/image" Target="../media/image131.png"/><Relationship Id="rId36" Type="http://schemas.openxmlformats.org/officeDocument/2006/relationships/image" Target="../media/image156.png"/><Relationship Id="rId17" Type="http://schemas.openxmlformats.org/officeDocument/2006/relationships/image" Target="../media/image137.png"/><Relationship Id="rId39" Type="http://schemas.openxmlformats.org/officeDocument/2006/relationships/image" Target="../media/image153.png"/><Relationship Id="rId16" Type="http://schemas.openxmlformats.org/officeDocument/2006/relationships/image" Target="../media/image128.png"/><Relationship Id="rId38" Type="http://schemas.openxmlformats.org/officeDocument/2006/relationships/image" Target="../media/image147.png"/><Relationship Id="rId19" Type="http://schemas.openxmlformats.org/officeDocument/2006/relationships/image" Target="../media/image132.png"/><Relationship Id="rId18" Type="http://schemas.openxmlformats.org/officeDocument/2006/relationships/image" Target="../media/image1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5.png"/><Relationship Id="rId4" Type="http://schemas.openxmlformats.org/officeDocument/2006/relationships/image" Target="../media/image161.png"/><Relationship Id="rId9" Type="http://schemas.openxmlformats.org/officeDocument/2006/relationships/image" Target="../media/image172.png"/><Relationship Id="rId5" Type="http://schemas.openxmlformats.org/officeDocument/2006/relationships/image" Target="../media/image162.png"/><Relationship Id="rId6" Type="http://schemas.openxmlformats.org/officeDocument/2006/relationships/image" Target="../media/image166.png"/><Relationship Id="rId7" Type="http://schemas.openxmlformats.org/officeDocument/2006/relationships/image" Target="../media/image169.png"/><Relationship Id="rId8" Type="http://schemas.openxmlformats.org/officeDocument/2006/relationships/image" Target="../media/image165.png"/><Relationship Id="rId11" Type="http://schemas.openxmlformats.org/officeDocument/2006/relationships/image" Target="../media/image163.png"/><Relationship Id="rId10" Type="http://schemas.openxmlformats.org/officeDocument/2006/relationships/image" Target="../media/image176.png"/><Relationship Id="rId13" Type="http://schemas.openxmlformats.org/officeDocument/2006/relationships/image" Target="../media/image174.png"/><Relationship Id="rId12" Type="http://schemas.openxmlformats.org/officeDocument/2006/relationships/image" Target="../media/image164.png"/><Relationship Id="rId15" Type="http://schemas.openxmlformats.org/officeDocument/2006/relationships/image" Target="../media/image171.png"/><Relationship Id="rId14" Type="http://schemas.openxmlformats.org/officeDocument/2006/relationships/image" Target="../media/image180.png"/><Relationship Id="rId16" Type="http://schemas.openxmlformats.org/officeDocument/2006/relationships/image" Target="../media/image175.png"/></Relationships>
</file>

<file path=ppt/slides/_rels/slide8.xml.rels><?xml version="1.0" encoding="UTF-8" standalone="yes"?><Relationships xmlns="http://schemas.openxmlformats.org/package/2006/relationships"><Relationship Id="rId20" Type="http://schemas.openxmlformats.org/officeDocument/2006/relationships/image" Target="../media/image197.png"/><Relationship Id="rId22" Type="http://schemas.openxmlformats.org/officeDocument/2006/relationships/image" Target="../media/image189.png"/><Relationship Id="rId21" Type="http://schemas.openxmlformats.org/officeDocument/2006/relationships/image" Target="../media/image187.png"/><Relationship Id="rId24" Type="http://schemas.openxmlformats.org/officeDocument/2006/relationships/image" Target="../media/image192.png"/><Relationship Id="rId23" Type="http://schemas.openxmlformats.org/officeDocument/2006/relationships/image" Target="../media/image196.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7.png"/><Relationship Id="rId4" Type="http://schemas.openxmlformats.org/officeDocument/2006/relationships/image" Target="../media/image167.png"/><Relationship Id="rId9" Type="http://schemas.openxmlformats.org/officeDocument/2006/relationships/image" Target="../media/image178.png"/><Relationship Id="rId26" Type="http://schemas.openxmlformats.org/officeDocument/2006/relationships/image" Target="../media/image195.png"/><Relationship Id="rId25" Type="http://schemas.openxmlformats.org/officeDocument/2006/relationships/image" Target="../media/image215.png"/><Relationship Id="rId28" Type="http://schemas.openxmlformats.org/officeDocument/2006/relationships/image" Target="../media/image190.png"/><Relationship Id="rId27" Type="http://schemas.openxmlformats.org/officeDocument/2006/relationships/image" Target="../media/image201.png"/><Relationship Id="rId5" Type="http://schemas.openxmlformats.org/officeDocument/2006/relationships/image" Target="../media/image170.png"/><Relationship Id="rId6" Type="http://schemas.openxmlformats.org/officeDocument/2006/relationships/image" Target="../media/image75.png"/><Relationship Id="rId29" Type="http://schemas.openxmlformats.org/officeDocument/2006/relationships/image" Target="../media/image198.png"/><Relationship Id="rId7" Type="http://schemas.openxmlformats.org/officeDocument/2006/relationships/image" Target="../media/image173.png"/><Relationship Id="rId8" Type="http://schemas.openxmlformats.org/officeDocument/2006/relationships/image" Target="../media/image179.png"/><Relationship Id="rId30" Type="http://schemas.openxmlformats.org/officeDocument/2006/relationships/image" Target="../media/image199.png"/><Relationship Id="rId11" Type="http://schemas.openxmlformats.org/officeDocument/2006/relationships/image" Target="../media/image186.png"/><Relationship Id="rId10" Type="http://schemas.openxmlformats.org/officeDocument/2006/relationships/image" Target="../media/image181.png"/><Relationship Id="rId13" Type="http://schemas.openxmlformats.org/officeDocument/2006/relationships/image" Target="../media/image183.png"/><Relationship Id="rId12" Type="http://schemas.openxmlformats.org/officeDocument/2006/relationships/image" Target="../media/image182.png"/><Relationship Id="rId15" Type="http://schemas.openxmlformats.org/officeDocument/2006/relationships/image" Target="../media/image184.png"/><Relationship Id="rId14" Type="http://schemas.openxmlformats.org/officeDocument/2006/relationships/image" Target="../media/image194.png"/><Relationship Id="rId17" Type="http://schemas.openxmlformats.org/officeDocument/2006/relationships/image" Target="../media/image193.png"/><Relationship Id="rId16" Type="http://schemas.openxmlformats.org/officeDocument/2006/relationships/image" Target="../media/image185.png"/><Relationship Id="rId19" Type="http://schemas.openxmlformats.org/officeDocument/2006/relationships/image" Target="../media/image191.png"/><Relationship Id="rId18" Type="http://schemas.openxmlformats.org/officeDocument/2006/relationships/image" Target="../media/image18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2.png"/><Relationship Id="rId4" Type="http://schemas.openxmlformats.org/officeDocument/2006/relationships/image" Target="../media/image205.png"/><Relationship Id="rId9" Type="http://schemas.openxmlformats.org/officeDocument/2006/relationships/image" Target="../media/image216.png"/><Relationship Id="rId5" Type="http://schemas.openxmlformats.org/officeDocument/2006/relationships/image" Target="../media/image200.png"/><Relationship Id="rId6" Type="http://schemas.openxmlformats.org/officeDocument/2006/relationships/image" Target="../media/image203.png"/><Relationship Id="rId7" Type="http://schemas.openxmlformats.org/officeDocument/2006/relationships/image" Target="../media/image213.png"/><Relationship Id="rId8" Type="http://schemas.openxmlformats.org/officeDocument/2006/relationships/image" Target="../media/image206.png"/><Relationship Id="rId11" Type="http://schemas.openxmlformats.org/officeDocument/2006/relationships/image" Target="../media/image207.png"/><Relationship Id="rId10" Type="http://schemas.openxmlformats.org/officeDocument/2006/relationships/image" Target="../media/image217.png"/><Relationship Id="rId13" Type="http://schemas.openxmlformats.org/officeDocument/2006/relationships/image" Target="../media/image211.png"/><Relationship Id="rId12" Type="http://schemas.openxmlformats.org/officeDocument/2006/relationships/image" Target="../media/image210.png"/><Relationship Id="rId15" Type="http://schemas.openxmlformats.org/officeDocument/2006/relationships/image" Target="../media/image208.png"/><Relationship Id="rId14" Type="http://schemas.openxmlformats.org/officeDocument/2006/relationships/image" Target="../media/image20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4.png"/><Relationship Id="rId4" Type="http://schemas.openxmlformats.org/officeDocument/2006/relationships/image" Target="../media/image209.png"/><Relationship Id="rId9" Type="http://schemas.openxmlformats.org/officeDocument/2006/relationships/image" Target="../media/image220.png"/><Relationship Id="rId5" Type="http://schemas.openxmlformats.org/officeDocument/2006/relationships/image" Target="../media/image212.png"/><Relationship Id="rId6" Type="http://schemas.openxmlformats.org/officeDocument/2006/relationships/image" Target="../media/image222.png"/><Relationship Id="rId7" Type="http://schemas.openxmlformats.org/officeDocument/2006/relationships/image" Target="../media/image218.png"/><Relationship Id="rId8" Type="http://schemas.openxmlformats.org/officeDocument/2006/relationships/image" Target="../media/image219.png"/><Relationship Id="rId11" Type="http://schemas.openxmlformats.org/officeDocument/2006/relationships/image" Target="../media/image224.png"/><Relationship Id="rId10" Type="http://schemas.openxmlformats.org/officeDocument/2006/relationships/image" Target="../media/image229.png"/><Relationship Id="rId13" Type="http://schemas.openxmlformats.org/officeDocument/2006/relationships/image" Target="../media/image225.png"/><Relationship Id="rId12" Type="http://schemas.openxmlformats.org/officeDocument/2006/relationships/image" Target="../media/image221.png"/><Relationship Id="rId15" Type="http://schemas.openxmlformats.org/officeDocument/2006/relationships/image" Target="../media/image223.png"/><Relationship Id="rId14" Type="http://schemas.openxmlformats.org/officeDocument/2006/relationships/image" Target="../media/image226.png"/><Relationship Id="rId16" Type="http://schemas.openxmlformats.org/officeDocument/2006/relationships/image" Target="../media/image230.png"/></Relationships>
</file>

<file path=ppt/slides/_rels/slide11.xml.rels><?xml version="1.0" encoding="UTF-8" standalone="yes"?><Relationships xmlns="http://schemas.openxmlformats.org/package/2006/relationships"><Relationship Id="rId20" Type="http://schemas.openxmlformats.org/officeDocument/2006/relationships/image" Target="../media/image246.png"/><Relationship Id="rId22" Type="http://schemas.openxmlformats.org/officeDocument/2006/relationships/image" Target="../media/image244.png"/><Relationship Id="rId21" Type="http://schemas.openxmlformats.org/officeDocument/2006/relationships/image" Target="../media/image243.png"/><Relationship Id="rId24" Type="http://schemas.openxmlformats.org/officeDocument/2006/relationships/image" Target="../media/image250.png"/><Relationship Id="rId23" Type="http://schemas.openxmlformats.org/officeDocument/2006/relationships/image" Target="../media/image257.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7.png"/><Relationship Id="rId4" Type="http://schemas.openxmlformats.org/officeDocument/2006/relationships/image" Target="../media/image233.png"/><Relationship Id="rId9" Type="http://schemas.openxmlformats.org/officeDocument/2006/relationships/image" Target="../media/image235.png"/><Relationship Id="rId26" Type="http://schemas.openxmlformats.org/officeDocument/2006/relationships/image" Target="../media/image248.png"/><Relationship Id="rId25" Type="http://schemas.openxmlformats.org/officeDocument/2006/relationships/image" Target="../media/image245.png"/><Relationship Id="rId5" Type="http://schemas.openxmlformats.org/officeDocument/2006/relationships/image" Target="../media/image231.png"/><Relationship Id="rId6" Type="http://schemas.openxmlformats.org/officeDocument/2006/relationships/image" Target="../media/image228.png"/><Relationship Id="rId7" Type="http://schemas.openxmlformats.org/officeDocument/2006/relationships/image" Target="../media/image232.png"/><Relationship Id="rId8" Type="http://schemas.openxmlformats.org/officeDocument/2006/relationships/image" Target="../media/image234.png"/><Relationship Id="rId11" Type="http://schemas.openxmlformats.org/officeDocument/2006/relationships/image" Target="../media/image236.png"/><Relationship Id="rId10" Type="http://schemas.openxmlformats.org/officeDocument/2006/relationships/image" Target="../media/image237.png"/><Relationship Id="rId13" Type="http://schemas.openxmlformats.org/officeDocument/2006/relationships/image" Target="../media/image241.png"/><Relationship Id="rId12" Type="http://schemas.openxmlformats.org/officeDocument/2006/relationships/image" Target="../media/image238.png"/><Relationship Id="rId15" Type="http://schemas.openxmlformats.org/officeDocument/2006/relationships/image" Target="../media/image242.png"/><Relationship Id="rId14" Type="http://schemas.openxmlformats.org/officeDocument/2006/relationships/image" Target="../media/image239.png"/><Relationship Id="rId17" Type="http://schemas.openxmlformats.org/officeDocument/2006/relationships/image" Target="../media/image240.png"/><Relationship Id="rId16" Type="http://schemas.openxmlformats.org/officeDocument/2006/relationships/image" Target="../media/image251.png"/><Relationship Id="rId19" Type="http://schemas.openxmlformats.org/officeDocument/2006/relationships/image" Target="../media/image249.png"/><Relationship Id="rId18" Type="http://schemas.openxmlformats.org/officeDocument/2006/relationships/image" Target="../media/image247.png"/></Relationships>
</file>

<file path=ppt/slides/_rels/slide12.xml.rels><?xml version="1.0" encoding="UTF-8" standalone="yes"?><Relationships xmlns="http://schemas.openxmlformats.org/package/2006/relationships"><Relationship Id="rId20" Type="http://schemas.openxmlformats.org/officeDocument/2006/relationships/image" Target="../media/image271.png"/><Relationship Id="rId22" Type="http://schemas.openxmlformats.org/officeDocument/2006/relationships/image" Target="../media/image270.png"/><Relationship Id="rId21" Type="http://schemas.openxmlformats.org/officeDocument/2006/relationships/image" Target="../media/image268.png"/><Relationship Id="rId24" Type="http://schemas.openxmlformats.org/officeDocument/2006/relationships/image" Target="../media/image272.png"/><Relationship Id="rId23" Type="http://schemas.openxmlformats.org/officeDocument/2006/relationships/image" Target="../media/image269.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2.png"/><Relationship Id="rId4" Type="http://schemas.openxmlformats.org/officeDocument/2006/relationships/image" Target="../media/image254.png"/><Relationship Id="rId9" Type="http://schemas.openxmlformats.org/officeDocument/2006/relationships/image" Target="../media/image260.png"/><Relationship Id="rId26" Type="http://schemas.openxmlformats.org/officeDocument/2006/relationships/image" Target="../media/image277.png"/><Relationship Id="rId25" Type="http://schemas.openxmlformats.org/officeDocument/2006/relationships/image" Target="../media/image275.png"/><Relationship Id="rId5" Type="http://schemas.openxmlformats.org/officeDocument/2006/relationships/image" Target="../media/image255.png"/><Relationship Id="rId6" Type="http://schemas.openxmlformats.org/officeDocument/2006/relationships/image" Target="../media/image253.png"/><Relationship Id="rId7" Type="http://schemas.openxmlformats.org/officeDocument/2006/relationships/image" Target="../media/image256.png"/><Relationship Id="rId8" Type="http://schemas.openxmlformats.org/officeDocument/2006/relationships/image" Target="../media/image258.png"/><Relationship Id="rId11" Type="http://schemas.openxmlformats.org/officeDocument/2006/relationships/image" Target="../media/image261.png"/><Relationship Id="rId10" Type="http://schemas.openxmlformats.org/officeDocument/2006/relationships/image" Target="../media/image259.png"/><Relationship Id="rId13" Type="http://schemas.openxmlformats.org/officeDocument/2006/relationships/image" Target="../media/image263.png"/><Relationship Id="rId12" Type="http://schemas.openxmlformats.org/officeDocument/2006/relationships/image" Target="../media/image262.png"/><Relationship Id="rId15" Type="http://schemas.openxmlformats.org/officeDocument/2006/relationships/image" Target="../media/image264.png"/><Relationship Id="rId14" Type="http://schemas.openxmlformats.org/officeDocument/2006/relationships/image" Target="../media/image265.png"/><Relationship Id="rId17" Type="http://schemas.openxmlformats.org/officeDocument/2006/relationships/image" Target="../media/image266.png"/><Relationship Id="rId16" Type="http://schemas.openxmlformats.org/officeDocument/2006/relationships/image" Target="../media/image267.png"/><Relationship Id="rId19" Type="http://schemas.openxmlformats.org/officeDocument/2006/relationships/image" Target="../media/image273.png"/><Relationship Id="rId18" Type="http://schemas.openxmlformats.org/officeDocument/2006/relationships/image" Target="../media/image27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302.png"/><Relationship Id="rId5" Type="http://schemas.openxmlformats.org/officeDocument/2006/relationships/image" Target="../media/image313.png"/><Relationship Id="rId6" Type="http://schemas.openxmlformats.org/officeDocument/2006/relationships/image" Target="../media/image289.png"/><Relationship Id="rId7" Type="http://schemas.openxmlformats.org/officeDocument/2006/relationships/image" Target="../media/image29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2.png"/><Relationship Id="rId4" Type="http://schemas.openxmlformats.org/officeDocument/2006/relationships/image" Target="../media/image7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00.png"/><Relationship Id="rId4" Type="http://schemas.openxmlformats.org/officeDocument/2006/relationships/image" Target="../media/image294.png"/><Relationship Id="rId5" Type="http://schemas.openxmlformats.org/officeDocument/2006/relationships/image" Target="../media/image29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86.png"/><Relationship Id="rId4" Type="http://schemas.openxmlformats.org/officeDocument/2006/relationships/image" Target="../media/image28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8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8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22.png"/><Relationship Id="rId4" Type="http://schemas.openxmlformats.org/officeDocument/2006/relationships/image" Target="../media/image7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93.png"/><Relationship Id="rId4" Type="http://schemas.openxmlformats.org/officeDocument/2006/relationships/image" Target="../media/image3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9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9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0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98.png"/></Relationships>
</file>

<file path=ppt/slides/_rels/slide27.xml.rels><?xml version="1.0" encoding="UTF-8" standalone="yes"?><Relationships xmlns="http://schemas.openxmlformats.org/package/2006/relationships"><Relationship Id="rId40" Type="http://schemas.openxmlformats.org/officeDocument/2006/relationships/image" Target="../media/image271.png"/><Relationship Id="rId42" Type="http://schemas.openxmlformats.org/officeDocument/2006/relationships/image" Target="../media/image276.png"/><Relationship Id="rId41" Type="http://schemas.openxmlformats.org/officeDocument/2006/relationships/image" Target="../media/image273.png"/><Relationship Id="rId44" Type="http://schemas.openxmlformats.org/officeDocument/2006/relationships/image" Target="../media/image267.png"/><Relationship Id="rId43" Type="http://schemas.openxmlformats.org/officeDocument/2006/relationships/image" Target="../media/image266.png"/><Relationship Id="rId46" Type="http://schemas.openxmlformats.org/officeDocument/2006/relationships/image" Target="../media/image269.png"/><Relationship Id="rId45" Type="http://schemas.openxmlformats.org/officeDocument/2006/relationships/image" Target="../media/image268.png"/><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35.png"/><Relationship Id="rId4" Type="http://schemas.openxmlformats.org/officeDocument/2006/relationships/image" Target="../media/image251.png"/><Relationship Id="rId9" Type="http://schemas.openxmlformats.org/officeDocument/2006/relationships/image" Target="../media/image242.png"/><Relationship Id="rId48" Type="http://schemas.openxmlformats.org/officeDocument/2006/relationships/image" Target="../media/image277.png"/><Relationship Id="rId47" Type="http://schemas.openxmlformats.org/officeDocument/2006/relationships/image" Target="../media/image270.png"/><Relationship Id="rId49" Type="http://schemas.openxmlformats.org/officeDocument/2006/relationships/image" Target="../media/image275.png"/><Relationship Id="rId5" Type="http://schemas.openxmlformats.org/officeDocument/2006/relationships/image" Target="../media/image257.png"/><Relationship Id="rId6" Type="http://schemas.openxmlformats.org/officeDocument/2006/relationships/image" Target="../media/image253.png"/><Relationship Id="rId7" Type="http://schemas.openxmlformats.org/officeDocument/2006/relationships/image" Target="../media/image263.png"/><Relationship Id="rId8" Type="http://schemas.openxmlformats.org/officeDocument/2006/relationships/image" Target="../media/image234.png"/><Relationship Id="rId31" Type="http://schemas.openxmlformats.org/officeDocument/2006/relationships/image" Target="../media/image258.png"/><Relationship Id="rId30" Type="http://schemas.openxmlformats.org/officeDocument/2006/relationships/image" Target="../media/image245.png"/><Relationship Id="rId33" Type="http://schemas.openxmlformats.org/officeDocument/2006/relationships/image" Target="../media/image227.png"/><Relationship Id="rId32" Type="http://schemas.openxmlformats.org/officeDocument/2006/relationships/image" Target="../media/image264.png"/><Relationship Id="rId35" Type="http://schemas.openxmlformats.org/officeDocument/2006/relationships/image" Target="../media/image240.png"/><Relationship Id="rId34" Type="http://schemas.openxmlformats.org/officeDocument/2006/relationships/image" Target="../media/image237.png"/><Relationship Id="rId37" Type="http://schemas.openxmlformats.org/officeDocument/2006/relationships/image" Target="../media/image256.png"/><Relationship Id="rId36" Type="http://schemas.openxmlformats.org/officeDocument/2006/relationships/image" Target="../media/image250.png"/><Relationship Id="rId39" Type="http://schemas.openxmlformats.org/officeDocument/2006/relationships/image" Target="../media/image244.png"/><Relationship Id="rId38" Type="http://schemas.openxmlformats.org/officeDocument/2006/relationships/image" Target="../media/image265.png"/><Relationship Id="rId20" Type="http://schemas.openxmlformats.org/officeDocument/2006/relationships/image" Target="../media/image252.png"/><Relationship Id="rId22" Type="http://schemas.openxmlformats.org/officeDocument/2006/relationships/image" Target="../media/image231.png"/><Relationship Id="rId21" Type="http://schemas.openxmlformats.org/officeDocument/2006/relationships/image" Target="../media/image259.png"/><Relationship Id="rId24" Type="http://schemas.openxmlformats.org/officeDocument/2006/relationships/image" Target="../media/image249.png"/><Relationship Id="rId23" Type="http://schemas.openxmlformats.org/officeDocument/2006/relationships/image" Target="../media/image238.png"/><Relationship Id="rId26" Type="http://schemas.openxmlformats.org/officeDocument/2006/relationships/image" Target="../media/image260.png"/><Relationship Id="rId25" Type="http://schemas.openxmlformats.org/officeDocument/2006/relationships/image" Target="../media/image248.png"/><Relationship Id="rId28" Type="http://schemas.openxmlformats.org/officeDocument/2006/relationships/image" Target="../media/image236.png"/><Relationship Id="rId27" Type="http://schemas.openxmlformats.org/officeDocument/2006/relationships/image" Target="../media/image233.png"/><Relationship Id="rId29" Type="http://schemas.openxmlformats.org/officeDocument/2006/relationships/image" Target="../media/image247.png"/><Relationship Id="rId51" Type="http://schemas.openxmlformats.org/officeDocument/2006/relationships/image" Target="../media/image304.png"/><Relationship Id="rId50" Type="http://schemas.openxmlformats.org/officeDocument/2006/relationships/image" Target="../media/image272.png"/><Relationship Id="rId52" Type="http://schemas.openxmlformats.org/officeDocument/2006/relationships/image" Target="../media/image291.png"/><Relationship Id="rId11" Type="http://schemas.openxmlformats.org/officeDocument/2006/relationships/image" Target="../media/image262.png"/><Relationship Id="rId10" Type="http://schemas.openxmlformats.org/officeDocument/2006/relationships/image" Target="../media/image255.png"/><Relationship Id="rId13" Type="http://schemas.openxmlformats.org/officeDocument/2006/relationships/image" Target="../media/image239.png"/><Relationship Id="rId12" Type="http://schemas.openxmlformats.org/officeDocument/2006/relationships/image" Target="../media/image232.png"/><Relationship Id="rId15" Type="http://schemas.openxmlformats.org/officeDocument/2006/relationships/image" Target="../media/image254.png"/><Relationship Id="rId14" Type="http://schemas.openxmlformats.org/officeDocument/2006/relationships/image" Target="../media/image243.png"/><Relationship Id="rId17" Type="http://schemas.openxmlformats.org/officeDocument/2006/relationships/image" Target="../media/image228.png"/><Relationship Id="rId16" Type="http://schemas.openxmlformats.org/officeDocument/2006/relationships/image" Target="../media/image261.png"/><Relationship Id="rId19" Type="http://schemas.openxmlformats.org/officeDocument/2006/relationships/image" Target="../media/image246.png"/><Relationship Id="rId18" Type="http://schemas.openxmlformats.org/officeDocument/2006/relationships/image" Target="../media/image2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355.png"/><Relationship Id="rId4" Type="http://schemas.openxmlformats.org/officeDocument/2006/relationships/image" Target="../media/image3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Review Sound Family /air/</a:t>
            </a:r>
            <a:endParaRPr sz="3000"/>
          </a:p>
        </p:txBody>
      </p:sp>
      <p:sp>
        <p:nvSpPr>
          <p:cNvPr id="679" name="Google Shape;679;p1"/>
          <p:cNvSpPr txBox="1"/>
          <p:nvPr>
            <p:ph idx="2" type="subTitle"/>
          </p:nvPr>
        </p:nvSpPr>
        <p:spPr>
          <a:xfrm>
            <a:off x="884092" y="3754105"/>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85</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81" name="Google Shape;681;p1"/>
          <p:cNvSpPr/>
          <p:nvPr/>
        </p:nvSpPr>
        <p:spPr>
          <a:xfrm>
            <a:off x="5340713" y="5142205"/>
            <a:ext cx="138000" cy="80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682" name="Google Shape;682;p1"/>
          <p:cNvGrpSpPr/>
          <p:nvPr/>
        </p:nvGrpSpPr>
        <p:grpSpPr>
          <a:xfrm>
            <a:off x="4970009" y="3831826"/>
            <a:ext cx="3588499" cy="1946584"/>
            <a:chOff x="4970009" y="3831826"/>
            <a:chExt cx="3588499" cy="1946584"/>
          </a:xfrm>
        </p:grpSpPr>
        <p:sp>
          <p:nvSpPr>
            <p:cNvPr id="683" name="Google Shape;683;p1"/>
            <p:cNvSpPr/>
            <p:nvPr/>
          </p:nvSpPr>
          <p:spPr>
            <a:xfrm>
              <a:off x="5661747" y="5142205"/>
              <a:ext cx="138000" cy="80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84" name="Google Shape;684;p1"/>
            <p:cNvSpPr/>
            <p:nvPr/>
          </p:nvSpPr>
          <p:spPr>
            <a:xfrm>
              <a:off x="6347592" y="5142205"/>
              <a:ext cx="138000" cy="80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5" name="Google Shape;685;p1"/>
            <p:cNvSpPr/>
            <p:nvPr/>
          </p:nvSpPr>
          <p:spPr>
            <a:xfrm>
              <a:off x="6668626" y="5142205"/>
              <a:ext cx="138000" cy="80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686" name="Google Shape;686;p1" title="JNL686-144F.png"/>
            <p:cNvPicPr preferRelativeResize="0"/>
            <p:nvPr/>
          </p:nvPicPr>
          <p:blipFill rotWithShape="1">
            <a:blip r:embed="rId3">
              <a:alphaModFix/>
            </a:blip>
            <a:srcRect b="0" l="79" r="69" t="0"/>
            <a:stretch/>
          </p:blipFill>
          <p:spPr>
            <a:xfrm rot="540305">
              <a:off x="7224100" y="3984578"/>
              <a:ext cx="1208040" cy="1709827"/>
            </a:xfrm>
            <a:prstGeom prst="rect">
              <a:avLst/>
            </a:prstGeom>
            <a:noFill/>
            <a:ln>
              <a:noFill/>
            </a:ln>
            <a:effectLst>
              <a:outerShdw blurRad="71438" rotWithShape="0" algn="bl" dir="5220000" dist="38100">
                <a:srgbClr val="000000">
                  <a:alpha val="20000"/>
                </a:srgbClr>
              </a:outerShdw>
            </a:effectLst>
          </p:spPr>
        </p:pic>
        <p:pic>
          <p:nvPicPr>
            <p:cNvPr id="687" name="Google Shape;687;p1" title="JNL686-143F.png"/>
            <p:cNvPicPr preferRelativeResize="0"/>
            <p:nvPr/>
          </p:nvPicPr>
          <p:blipFill rotWithShape="1">
            <a:blip r:embed="rId4">
              <a:alphaModFix/>
            </a:blip>
            <a:srcRect b="0" l="19" r="19" t="0"/>
            <a:stretch/>
          </p:blipFill>
          <p:spPr>
            <a:xfrm rot="-4">
              <a:off x="6175535" y="3831827"/>
              <a:ext cx="1208038" cy="1709829"/>
            </a:xfrm>
            <a:prstGeom prst="rect">
              <a:avLst/>
            </a:prstGeom>
            <a:noFill/>
            <a:ln>
              <a:noFill/>
            </a:ln>
            <a:effectLst>
              <a:outerShdw blurRad="71438" rotWithShape="0" algn="bl" dir="5220000" dist="38100">
                <a:srgbClr val="000000">
                  <a:alpha val="20000"/>
                </a:srgbClr>
              </a:outerShdw>
            </a:effectLst>
          </p:spPr>
        </p:pic>
        <p:pic>
          <p:nvPicPr>
            <p:cNvPr id="688" name="Google Shape;688;p1" title="JNL686-73F.png"/>
            <p:cNvPicPr preferRelativeResize="0"/>
            <p:nvPr/>
          </p:nvPicPr>
          <p:blipFill rotWithShape="1">
            <a:blip r:embed="rId5">
              <a:alphaModFix/>
            </a:blip>
            <a:srcRect b="0" l="79" r="79" t="0"/>
            <a:stretch/>
          </p:blipFill>
          <p:spPr>
            <a:xfrm rot="-437250">
              <a:off x="5073574" y="3994383"/>
              <a:ext cx="1208038" cy="1709829"/>
            </a:xfrm>
            <a:prstGeom prst="rect">
              <a:avLst/>
            </a:prstGeom>
            <a:noFill/>
            <a:ln>
              <a:noFill/>
            </a:ln>
            <a:effectLst>
              <a:outerShdw blurRad="71438" rotWithShape="0" algn="bl" dir="5220000" dist="38100">
                <a:srgbClr val="000000">
                  <a:alpha val="20000"/>
                </a:srgbClr>
              </a:outerShdw>
            </a:effectLst>
          </p:spPr>
        </p:pic>
      </p:grpSp>
      <p:graphicFrame>
        <p:nvGraphicFramePr>
          <p:cNvPr id="689" name="Google Shape;689;p1"/>
          <p:cNvGraphicFramePr/>
          <p:nvPr/>
        </p:nvGraphicFramePr>
        <p:xfrm>
          <a:off x="4844200" y="1646527"/>
          <a:ext cx="3000000" cy="3000000"/>
        </p:xfrm>
        <a:graphic>
          <a:graphicData uri="http://schemas.openxmlformats.org/drawingml/2006/table">
            <a:tbl>
              <a:tblPr bandRow="1" firstRow="1">
                <a:noFill/>
                <a:tableStyleId>{A0858F2C-494E-4425-801F-7BD20A169A25}</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ir/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pic>
        <p:nvPicPr>
          <p:cNvPr id="695" name="Google Shape;695;g2bee4f4af4b_0_204" title="JNL693-58F.png"/>
          <p:cNvPicPr preferRelativeResize="0"/>
          <p:nvPr/>
        </p:nvPicPr>
        <p:blipFill rotWithShape="1">
          <a:blip r:embed="rId3">
            <a:alphaModFix/>
          </a:blip>
          <a:srcRect b="0" l="0" r="0" t="0"/>
          <a:stretch/>
        </p:blipFill>
        <p:spPr>
          <a:xfrm>
            <a:off x="845550" y="4364250"/>
            <a:ext cx="1177926" cy="588950"/>
          </a:xfrm>
          <a:prstGeom prst="rect">
            <a:avLst/>
          </a:prstGeom>
          <a:noFill/>
          <a:ln>
            <a:noFill/>
          </a:ln>
          <a:effectLst>
            <a:outerShdw blurRad="57150" rotWithShape="0" algn="bl" dir="5400000" dist="19050">
              <a:srgbClr val="BFBFBF"/>
            </a:outerShdw>
          </a:effectLst>
        </p:spPr>
      </p:pic>
      <p:sp>
        <p:nvSpPr>
          <p:cNvPr id="696" name="Google Shape;696;g2bee4f4af4b_0_204"/>
          <p:cNvSpPr txBox="1"/>
          <p:nvPr/>
        </p:nvSpPr>
        <p:spPr>
          <a:xfrm>
            <a:off x="1034404"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JNL693</a:t>
            </a:r>
            <a:endParaRPr b="0" i="0" sz="1000" u="none" cap="none" strike="noStrike">
              <a:solidFill>
                <a:srgbClr val="000000"/>
              </a:solidFill>
              <a:latin typeface="Poppins"/>
              <a:ea typeface="Poppins"/>
              <a:cs typeface="Poppins"/>
              <a:sym typeface="Poppins"/>
            </a:endParaRPr>
          </a:p>
        </p:txBody>
      </p:sp>
      <p:sp>
        <p:nvSpPr>
          <p:cNvPr id="697" name="Google Shape;697;g2bee4f4af4b_0_204"/>
          <p:cNvSpPr txBox="1"/>
          <p:nvPr/>
        </p:nvSpPr>
        <p:spPr>
          <a:xfrm>
            <a:off x="827104"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Homophone Cards</a:t>
            </a:r>
            <a:endParaRPr b="0" i="0" sz="1400" u="none" cap="none" strike="noStrike">
              <a:solidFill>
                <a:srgbClr val="000000"/>
              </a:solidFill>
              <a:latin typeface="Poppins Medium"/>
              <a:ea typeface="Poppins Medium"/>
              <a:cs typeface="Poppins Medium"/>
              <a:sym typeface="Poppins Medium"/>
            </a:endParaRPr>
          </a:p>
        </p:txBody>
      </p:sp>
      <p:sp>
        <p:nvSpPr>
          <p:cNvPr id="698" name="Google Shape;698;g2bee4f4af4b_0_204"/>
          <p:cNvSpPr txBox="1"/>
          <p:nvPr>
            <p:ph idx="1" type="body"/>
          </p:nvPr>
        </p:nvSpPr>
        <p:spPr>
          <a:xfrm>
            <a:off x="3298550" y="1032250"/>
            <a:ext cx="4850100" cy="7599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1000"/>
              </a:spcBef>
              <a:spcAft>
                <a:spcPts val="0"/>
              </a:spcAft>
              <a:buSzPts val="1600"/>
              <a:buChar char="•"/>
            </a:pPr>
            <a:r>
              <a:rPr lang="en-US"/>
              <a:t>Learn and </a:t>
            </a:r>
            <a:r>
              <a:rPr lang="en-US"/>
              <a:t>practise</a:t>
            </a:r>
            <a:r>
              <a:rPr lang="en-US"/>
              <a:t> </a:t>
            </a:r>
            <a:r>
              <a:rPr lang="en-US">
                <a:solidFill>
                  <a:srgbClr val="8DC63F"/>
                </a:solidFill>
              </a:rPr>
              <a:t>/air/</a:t>
            </a:r>
            <a:r>
              <a:rPr lang="en-US"/>
              <a:t> sound family spelling patterns, including homophones and </a:t>
            </a:r>
            <a:r>
              <a:rPr lang="en-US"/>
              <a:t>Common Exception Word</a:t>
            </a:r>
            <a:r>
              <a:rPr lang="en-US"/>
              <a:t>s.</a:t>
            </a:r>
            <a:endParaRPr/>
          </a:p>
        </p:txBody>
      </p:sp>
      <p:sp>
        <p:nvSpPr>
          <p:cNvPr id="699" name="Google Shape;699;g2bee4f4af4b_0_204"/>
          <p:cNvSpPr txBox="1"/>
          <p:nvPr>
            <p:ph idx="2" type="body"/>
          </p:nvPr>
        </p:nvSpPr>
        <p:spPr>
          <a:xfrm>
            <a:off x="3298550" y="22358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1000"/>
              </a:spcBef>
              <a:spcAft>
                <a:spcPts val="0"/>
              </a:spcAft>
              <a:buSzPts val="1600"/>
              <a:buChar char="•"/>
            </a:pPr>
            <a:r>
              <a:rPr lang="en-US"/>
              <a:t>Recall all GPCs learned so far using flashcards.</a:t>
            </a:r>
            <a:endParaRPr/>
          </a:p>
        </p:txBody>
      </p:sp>
      <p:sp>
        <p:nvSpPr>
          <p:cNvPr id="700" name="Google Shape;700;g2bee4f4af4b_0_204"/>
          <p:cNvSpPr txBox="1"/>
          <p:nvPr/>
        </p:nvSpPr>
        <p:spPr>
          <a:xfrm>
            <a:off x="2306383"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701" name="Google Shape;701;g2bee4f4af4b_0_204"/>
          <p:cNvSpPr txBox="1"/>
          <p:nvPr/>
        </p:nvSpPr>
        <p:spPr>
          <a:xfrm>
            <a:off x="2099083"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702" name="Google Shape;702;g2bee4f4af4b_0_204" title="JNL686-73F.png"/>
          <p:cNvPicPr preferRelativeResize="0"/>
          <p:nvPr/>
        </p:nvPicPr>
        <p:blipFill rotWithShape="1">
          <a:blip r:embed="rId4">
            <a:alphaModFix/>
          </a:blip>
          <a:srcRect b="0" l="79" r="79" t="0"/>
          <a:stretch/>
        </p:blipFill>
        <p:spPr>
          <a:xfrm>
            <a:off x="2319758" y="4101860"/>
            <a:ext cx="786850" cy="1113689"/>
          </a:xfrm>
          <a:prstGeom prst="rect">
            <a:avLst/>
          </a:prstGeom>
          <a:noFill/>
          <a:ln>
            <a:noFill/>
          </a:ln>
          <a:effectLst>
            <a:outerShdw blurRad="71438" rotWithShape="0" algn="bl" dir="5220000" dist="19050">
              <a:srgbClr val="D8D8D8"/>
            </a:outerShdw>
          </a:effectLst>
        </p:spPr>
      </p:pic>
      <p:sp>
        <p:nvSpPr>
          <p:cNvPr id="703" name="Google Shape;703;g2bee4f4af4b_0_204"/>
          <p:cNvSpPr txBox="1"/>
          <p:nvPr/>
        </p:nvSpPr>
        <p:spPr>
          <a:xfrm>
            <a:off x="346303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704" name="Google Shape;704;g2bee4f4af4b_0_204"/>
          <p:cNvSpPr txBox="1"/>
          <p:nvPr/>
        </p:nvSpPr>
        <p:spPr>
          <a:xfrm>
            <a:off x="325573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705" name="Google Shape;705;g2bee4f4af4b_0_204" title="JNL689-158F.png"/>
          <p:cNvPicPr preferRelativeResize="0"/>
          <p:nvPr/>
        </p:nvPicPr>
        <p:blipFill rotWithShape="1">
          <a:blip r:embed="rId5">
            <a:alphaModFix/>
          </a:blip>
          <a:srcRect b="0" l="0" r="0" t="0"/>
          <a:stretch/>
        </p:blipFill>
        <p:spPr>
          <a:xfrm>
            <a:off x="3463036" y="4169988"/>
            <a:ext cx="813600" cy="977432"/>
          </a:xfrm>
          <a:prstGeom prst="rect">
            <a:avLst/>
          </a:prstGeom>
          <a:noFill/>
          <a:ln>
            <a:noFill/>
          </a:ln>
          <a:effectLst>
            <a:outerShdw blurRad="71438" rotWithShape="0" algn="bl" dir="5220000" dist="19050">
              <a:srgbClr val="D8D8D8"/>
            </a:outerShdw>
          </a:effectLst>
        </p:spPr>
      </p:pic>
      <p:sp>
        <p:nvSpPr>
          <p:cNvPr id="706" name="Google Shape;706;g2bee4f4af4b_0_204"/>
          <p:cNvSpPr txBox="1"/>
          <p:nvPr/>
        </p:nvSpPr>
        <p:spPr>
          <a:xfrm>
            <a:off x="583814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707" name="Google Shape;707;g2bee4f4af4b_0_204"/>
          <p:cNvSpPr txBox="1"/>
          <p:nvPr/>
        </p:nvSpPr>
        <p:spPr>
          <a:xfrm>
            <a:off x="5518826" y="5256525"/>
            <a:ext cx="14523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b="0" i="0" lang="en-US" sz="900" u="none" cap="none" strike="noStrike">
                <a:solidFill>
                  <a:srgbClr val="757070"/>
                </a:solidFill>
                <a:latin typeface="Poppins Medium"/>
                <a:ea typeface="Poppins Medium"/>
                <a:cs typeface="Poppins Medium"/>
                <a:sym typeface="Poppins Medium"/>
              </a:rPr>
              <a:t>s</a:t>
            </a:r>
            <a:endParaRPr b="0" i="0" sz="1400" u="none" cap="none" strike="noStrike">
              <a:solidFill>
                <a:srgbClr val="000000"/>
              </a:solidFill>
              <a:latin typeface="Poppins Medium"/>
              <a:ea typeface="Poppins Medium"/>
              <a:cs typeface="Poppins Medium"/>
              <a:sym typeface="Poppins Medium"/>
            </a:endParaRPr>
          </a:p>
        </p:txBody>
      </p:sp>
      <p:pic>
        <p:nvPicPr>
          <p:cNvPr id="708" name="Google Shape;708;g2bee4f4af4b_0_204" title="JNL687-27F.png"/>
          <p:cNvPicPr preferRelativeResize="0"/>
          <p:nvPr/>
        </p:nvPicPr>
        <p:blipFill rotWithShape="1">
          <a:blip r:embed="rId6">
            <a:alphaModFix/>
          </a:blip>
          <a:srcRect b="79" l="0" r="0" t="89"/>
          <a:stretch/>
        </p:blipFill>
        <p:spPr>
          <a:xfrm>
            <a:off x="5778959" y="4326104"/>
            <a:ext cx="931974" cy="665199"/>
          </a:xfrm>
          <a:prstGeom prst="rect">
            <a:avLst/>
          </a:prstGeom>
          <a:noFill/>
          <a:ln>
            <a:noFill/>
          </a:ln>
          <a:effectLst>
            <a:outerShdw blurRad="71438" rotWithShape="0" algn="bl" dir="5220000" dist="19050">
              <a:srgbClr val="D8D8D8"/>
            </a:outerShdw>
          </a:effectLst>
        </p:spPr>
      </p:pic>
      <p:sp>
        <p:nvSpPr>
          <p:cNvPr id="709" name="Google Shape;709;g2bee4f4af4b_0_204"/>
          <p:cNvSpPr txBox="1"/>
          <p:nvPr/>
        </p:nvSpPr>
        <p:spPr>
          <a:xfrm>
            <a:off x="465059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710" name="Google Shape;710;g2bee4f4af4b_0_204"/>
          <p:cNvSpPr txBox="1"/>
          <p:nvPr/>
        </p:nvSpPr>
        <p:spPr>
          <a:xfrm>
            <a:off x="4535991" y="5256529"/>
            <a:ext cx="104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Alien Word Cards</a:t>
            </a:r>
            <a:endParaRPr b="0" i="0" sz="1400" u="none" cap="none" strike="noStrike">
              <a:solidFill>
                <a:srgbClr val="000000"/>
              </a:solidFill>
              <a:latin typeface="Poppins Medium"/>
              <a:ea typeface="Poppins Medium"/>
              <a:cs typeface="Poppins Medium"/>
              <a:sym typeface="Poppins Medium"/>
            </a:endParaRPr>
          </a:p>
        </p:txBody>
      </p:sp>
      <p:pic>
        <p:nvPicPr>
          <p:cNvPr id="711" name="Google Shape;711;g2bee4f4af4b_0_204" title="JNL692-158F.png"/>
          <p:cNvPicPr preferRelativeResize="0"/>
          <p:nvPr/>
        </p:nvPicPr>
        <p:blipFill rotWithShape="1">
          <a:blip r:embed="rId7">
            <a:alphaModFix/>
          </a:blip>
          <a:srcRect b="99" l="0" r="0" t="89"/>
          <a:stretch/>
        </p:blipFill>
        <p:spPr>
          <a:xfrm>
            <a:off x="4750129" y="4232253"/>
            <a:ext cx="614525" cy="852902"/>
          </a:xfrm>
          <a:prstGeom prst="rect">
            <a:avLst/>
          </a:prstGeom>
          <a:noFill/>
          <a:ln>
            <a:noFill/>
          </a:ln>
          <a:effectLst>
            <a:outerShdw blurRad="71438" rotWithShape="0" algn="bl" dir="5220000" dist="19050">
              <a:srgbClr val="D8D8D8"/>
            </a:outerShdw>
          </a:effectLst>
        </p:spPr>
      </p:pic>
      <p:sp>
        <p:nvSpPr>
          <p:cNvPr id="712" name="Google Shape;712;g2bee4f4af4b_0_204">
            <a:hlinkClick action="ppaction://hlinksldjump" r:id="rId8"/>
          </p:cNvPr>
          <p:cNvSpPr/>
          <p:nvPr/>
        </p:nvSpPr>
        <p:spPr>
          <a:xfrm>
            <a:off x="2222707"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3" name="Google Shape;713;g2bee4f4af4b_0_204">
            <a:hlinkClick action="ppaction://hlinksldjump" r:id="rId9"/>
          </p:cNvPr>
          <p:cNvSpPr/>
          <p:nvPr/>
        </p:nvSpPr>
        <p:spPr>
          <a:xfrm>
            <a:off x="325573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4" name="Google Shape;714;g2bee4f4af4b_0_204">
            <a:hlinkClick action="ppaction://hlinksldjump" r:id="rId10"/>
          </p:cNvPr>
          <p:cNvSpPr/>
          <p:nvPr/>
        </p:nvSpPr>
        <p:spPr>
          <a:xfrm>
            <a:off x="453599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5" name="Google Shape;715;g2bee4f4af4b_0_204">
            <a:hlinkClick action="ppaction://hlinksldjump" r:id="rId11"/>
          </p:cNvPr>
          <p:cNvSpPr/>
          <p:nvPr/>
        </p:nvSpPr>
        <p:spPr>
          <a:xfrm>
            <a:off x="563083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6" name="Google Shape;716;g2bee4f4af4b_0_204">
            <a:hlinkClick action="ppaction://hlinksldjump" r:id="rId12"/>
          </p:cNvPr>
          <p:cNvSpPr/>
          <p:nvPr/>
        </p:nvSpPr>
        <p:spPr>
          <a:xfrm>
            <a:off x="943047"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41b26b7735_0_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723" name="Google Shape;723;g341b26b7735_0_4"/>
          <p:cNvGrpSpPr/>
          <p:nvPr/>
        </p:nvGrpSpPr>
        <p:grpSpPr>
          <a:xfrm>
            <a:off x="930400" y="2053244"/>
            <a:ext cx="7283200" cy="3724851"/>
            <a:chOff x="930400" y="2129444"/>
            <a:chExt cx="7283200" cy="3724851"/>
          </a:xfrm>
        </p:grpSpPr>
        <p:pic>
          <p:nvPicPr>
            <p:cNvPr id="724" name="Google Shape;724;g341b26b7735_0_4"/>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725" name="Google Shape;725;g341b26b7735_0_4"/>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726" name="Google Shape;726;g341b26b7735_0_4"/>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727" name="Google Shape;727;g341b26b7735_0_4"/>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728" name="Google Shape;728;g341b26b7735_0_4"/>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729" name="Google Shape;729;g341b26b7735_0_4"/>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730" name="Google Shape;730;g341b26b7735_0_4"/>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731" name="Google Shape;731;g341b26b7735_0_4"/>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732" name="Google Shape;732;g341b26b7735_0_4"/>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733" name="Google Shape;733;g341b26b7735_0_4"/>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734" name="Google Shape;734;g341b26b7735_0_4"/>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735" name="Google Shape;735;g341b26b7735_0_4"/>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736" name="Google Shape;736;g341b26b7735_0_4"/>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737" name="Google Shape;737;g341b26b7735_0_4"/>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738" name="Google Shape;738;g341b26b7735_0_4"/>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739" name="Google Shape;739;g341b26b7735_0_4"/>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740" name="Google Shape;740;g341b26b7735_0_4"/>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41" name="Google Shape;741;g341b26b7735_0_4"/>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42" name="Google Shape;742;g341b26b7735_0_4"/>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43" name="Google Shape;743;g341b26b7735_0_4"/>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44" name="Google Shape;744;g341b26b7735_0_4"/>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45" name="Google Shape;745;g341b26b7735_0_4"/>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46" name="Google Shape;746;g341b26b7735_0_4"/>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41b26b7735_0_3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3" name="Google Shape;753;g341b26b7735_0_33"/>
          <p:cNvGrpSpPr/>
          <p:nvPr/>
        </p:nvGrpSpPr>
        <p:grpSpPr>
          <a:xfrm>
            <a:off x="930400" y="2053250"/>
            <a:ext cx="7283201" cy="2971674"/>
            <a:chOff x="930400" y="2129450"/>
            <a:chExt cx="7283201" cy="2971674"/>
          </a:xfrm>
        </p:grpSpPr>
        <p:pic>
          <p:nvPicPr>
            <p:cNvPr id="754" name="Google Shape;754;g341b26b7735_0_33"/>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55" name="Google Shape;755;g341b26b7735_0_33"/>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56" name="Google Shape;756;g341b26b7735_0_33"/>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57" name="Google Shape;757;g341b26b7735_0_33"/>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58" name="Google Shape;758;g341b26b7735_0_33"/>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59" name="Google Shape;759;g341b26b7735_0_33"/>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60" name="Google Shape;760;g341b26b7735_0_33"/>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61" name="Google Shape;761;g341b26b7735_0_33"/>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62" name="Google Shape;762;g341b26b7735_0_33"/>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63" name="Google Shape;763;g341b26b7735_0_33"/>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64" name="Google Shape;764;g341b26b7735_0_33"/>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65" name="Google Shape;765;g341b26b7735_0_33"/>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66" name="Google Shape;766;g341b26b7735_0_33"/>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67" name="Google Shape;767;g341b26b7735_0_33"/>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68" name="Google Shape;768;g341b26b7735_0_33"/>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69" name="Google Shape;769;g341b26b7735_0_33"/>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70" name="Google Shape;770;g341b26b7735_0_33"/>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1" name="Google Shape;771;g341b26b7735_0_33"/>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2" name="Google Shape;772;g341b26b7735_0_33"/>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73" name="Google Shape;773;g341b26b7735_0_33"/>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74" name="Google Shape;774;g341b26b7735_0_33"/>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75" name="Google Shape;775;g341b26b7735_0_33"/>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76" name="Google Shape;776;g341b26b7735_0_33"/>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77" name="Google Shape;777;g341b26b7735_0_33"/>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8" name="Google Shape;778;g341b26b7735_0_33"/>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79" name="Google Shape;779;g341b26b7735_0_33"/>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80" name="Google Shape;780;g341b26b7735_0_33"/>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81" name="Google Shape;781;g341b26b7735_0_33"/>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82" name="Google Shape;782;g341b26b7735_0_33"/>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41b26b7735_0_6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9" name="Google Shape;789;g341b26b7735_0_68"/>
          <p:cNvGrpSpPr/>
          <p:nvPr/>
        </p:nvGrpSpPr>
        <p:grpSpPr>
          <a:xfrm>
            <a:off x="930400" y="2053250"/>
            <a:ext cx="7283201" cy="2971674"/>
            <a:chOff x="930400" y="2053250"/>
            <a:chExt cx="7283201" cy="2971674"/>
          </a:xfrm>
        </p:grpSpPr>
        <p:pic>
          <p:nvPicPr>
            <p:cNvPr id="790" name="Google Shape;790;g341b26b7735_0_68"/>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91" name="Google Shape;791;g341b26b7735_0_68"/>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92" name="Google Shape;792;g341b26b7735_0_68"/>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93" name="Google Shape;793;g341b26b7735_0_68"/>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94" name="Google Shape;794;g341b26b7735_0_68"/>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95" name="Google Shape;795;g341b26b7735_0_68"/>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96" name="Google Shape;796;g341b26b7735_0_68"/>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97" name="Google Shape;797;g341b26b7735_0_68"/>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98" name="Google Shape;798;g341b26b7735_0_68"/>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99" name="Google Shape;799;g341b26b7735_0_68"/>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800" name="Google Shape;800;g341b26b7735_0_68"/>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801" name="Google Shape;801;g341b26b7735_0_68"/>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802" name="Google Shape;802;g341b26b7735_0_68"/>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03" name="Google Shape;803;g341b26b7735_0_68"/>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04" name="Google Shape;804;g341b26b7735_0_68"/>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05" name="Google Shape;805;g341b26b7735_0_68"/>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06" name="Google Shape;806;g341b26b7735_0_68"/>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807" name="Google Shape;807;g341b26b7735_0_68"/>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08" name="Google Shape;808;g341b26b7735_0_68"/>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09" name="Google Shape;809;g341b26b7735_0_68"/>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810" name="Google Shape;810;g341b26b7735_0_68"/>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811" name="Google Shape;811;g341b26b7735_0_68"/>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12" name="Google Shape;812;g341b26b7735_0_68"/>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813" name="Google Shape;813;g341b26b7735_0_68"/>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814" name="Google Shape;814;g341b26b7735_0_68"/>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815" name="Google Shape;815;g341b26b7735_0_68"/>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16" name="Google Shape;816;g341b26b7735_0_68"/>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817" name="Google Shape;817;g341b26b7735_0_68"/>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818" name="Google Shape;818;g341b26b7735_0_68"/>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819" name="Google Shape;819;g341b26b7735_0_68"/>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20" name="Google Shape;820;g341b26b7735_0_68"/>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21" name="Google Shape;821;g341b26b7735_0_68"/>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822" name="Google Shape;822;g341b26b7735_0_68"/>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823" name="Google Shape;823;g341b26b7735_0_68"/>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824" name="Google Shape;824;g341b26b7735_0_68"/>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825" name="Google Shape;825;g341b26b7735_0_68"/>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826" name="Google Shape;826;g341b26b7735_0_68"/>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827" name="Google Shape;827;g341b26b7735_0_68"/>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828" name="Google Shape;828;g341b26b7735_0_68"/>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829" name="Google Shape;829;g341b26b7735_0_68"/>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830" name="Google Shape;830;g341b26b7735_0_68"/>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41b26b7735_0_11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37" name="Google Shape;837;g341b26b7735_0_115"/>
          <p:cNvGrpSpPr/>
          <p:nvPr/>
        </p:nvGrpSpPr>
        <p:grpSpPr>
          <a:xfrm>
            <a:off x="855905" y="2053250"/>
            <a:ext cx="7272577" cy="3316697"/>
            <a:chOff x="855905" y="2053250"/>
            <a:chExt cx="7272577" cy="3316697"/>
          </a:xfrm>
        </p:grpSpPr>
        <p:pic>
          <p:nvPicPr>
            <p:cNvPr id="838" name="Google Shape;838;g341b26b7735_0_115"/>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839" name="Google Shape;839;g341b26b7735_0_115"/>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840" name="Google Shape;840;g341b26b7735_0_115"/>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41" name="Google Shape;841;g341b26b7735_0_115"/>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42" name="Google Shape;842;g341b26b7735_0_115"/>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43" name="Google Shape;843;g341b26b7735_0_115"/>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44" name="Google Shape;844;g341b26b7735_0_115"/>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45" name="Google Shape;845;g341b26b7735_0_115"/>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46" name="Google Shape;846;g341b26b7735_0_115"/>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47" name="Google Shape;847;g341b26b7735_0_115"/>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48" name="Google Shape;848;g341b26b7735_0_115"/>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49" name="Google Shape;849;g341b26b7735_0_115"/>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50" name="Google Shape;850;g341b26b7735_0_115"/>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51" name="Google Shape;851;g341b26b7735_0_115"/>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52" name="Google Shape;852;g341b26b7735_0_115"/>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53" name="Google Shape;853;g341b26b7735_0_115"/>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54" name="Google Shape;854;g341b26b7735_0_115"/>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55" name="Google Shape;855;g341b26b7735_0_115"/>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56" name="Google Shape;856;g341b26b7735_0_115"/>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57" name="Google Shape;857;g341b26b7735_0_115"/>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58" name="Google Shape;858;g341b26b7735_0_115"/>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59" name="Google Shape;859;g341b26b7735_0_115"/>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60" name="Google Shape;860;g341b26b7735_0_115"/>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61" name="Google Shape;861;g341b26b7735_0_115"/>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62" name="Google Shape;862;g341b26b7735_0_115"/>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63" name="Google Shape;863;g341b26b7735_0_115"/>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64" name="Google Shape;864;g341b26b7735_0_115"/>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65" name="Google Shape;865;g341b26b7735_0_115"/>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66" name="Google Shape;866;g341b26b7735_0_115"/>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67" name="Google Shape;867;g341b26b7735_0_115"/>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68" name="Google Shape;868;g341b26b7735_0_115"/>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69" name="Google Shape;869;g341b26b7735_0_115"/>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70" name="Google Shape;870;g341b26b7735_0_115"/>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71" name="Google Shape;871;g341b26b7735_0_115"/>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72" name="Google Shape;872;g341b26b7735_0_115"/>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73" name="Google Shape;873;g341b26b7735_0_115"/>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74" name="Google Shape;874;g341b26b7735_0_115"/>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75" name="Google Shape;875;g341b26b7735_0_115"/>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76" name="Google Shape;876;g341b26b7735_0_115"/>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77" name="Google Shape;877;g341b26b7735_0_115"/>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78" name="Google Shape;878;g341b26b7735_0_115"/>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79" name="Google Shape;879;g341b26b7735_0_115"/>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80" name="Google Shape;880;g341b26b7735_0_115"/>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41b26b7735_0_16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87" name="Google Shape;887;g341b26b7735_0_166"/>
          <p:cNvGrpSpPr/>
          <p:nvPr/>
        </p:nvGrpSpPr>
        <p:grpSpPr>
          <a:xfrm>
            <a:off x="865957" y="2135925"/>
            <a:ext cx="7282807" cy="2686611"/>
            <a:chOff x="867357" y="2129450"/>
            <a:chExt cx="7282807" cy="2686611"/>
          </a:xfrm>
        </p:grpSpPr>
        <p:pic>
          <p:nvPicPr>
            <p:cNvPr id="888" name="Google Shape;888;g341b26b7735_0_166"/>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9" name="Google Shape;889;g341b26b7735_0_166"/>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90" name="Google Shape;890;g341b26b7735_0_166"/>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91" name="Google Shape;891;g341b26b7735_0_166"/>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92" name="Google Shape;892;g341b26b7735_0_166"/>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93" name="Google Shape;893;g341b26b7735_0_166"/>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94" name="Google Shape;894;g341b26b7735_0_166"/>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5" name="Google Shape;895;g341b26b7735_0_166"/>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96" name="Google Shape;896;g341b26b7735_0_166"/>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7" name="Google Shape;897;g341b26b7735_0_166"/>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8" name="Google Shape;898;g341b26b7735_0_166"/>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99" name="Google Shape;899;g341b26b7735_0_166"/>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900" name="Google Shape;900;g341b26b7735_0_166"/>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901" name="Google Shape;901;g341b26b7735_0_166"/>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41b26b7735_0_18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908" name="Google Shape;908;g341b26b7735_0_186"/>
          <p:cNvGrpSpPr/>
          <p:nvPr/>
        </p:nvGrpSpPr>
        <p:grpSpPr>
          <a:xfrm>
            <a:off x="866900" y="2136011"/>
            <a:ext cx="7281864" cy="2684601"/>
            <a:chOff x="868300" y="2129450"/>
            <a:chExt cx="7281864" cy="2684601"/>
          </a:xfrm>
        </p:grpSpPr>
        <p:pic>
          <p:nvPicPr>
            <p:cNvPr id="909" name="Google Shape;909;g341b26b7735_0_186"/>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910" name="Google Shape;910;g341b26b7735_0_186"/>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911" name="Google Shape;911;g341b26b7735_0_186"/>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912" name="Google Shape;912;g341b26b7735_0_186"/>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913" name="Google Shape;913;g341b26b7735_0_186"/>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914" name="Google Shape;914;g341b26b7735_0_186"/>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915" name="Google Shape;915;g341b26b7735_0_186"/>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916" name="Google Shape;916;g341b26b7735_0_186"/>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917" name="Google Shape;917;g341b26b7735_0_186"/>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918" name="Google Shape;918;g341b26b7735_0_186"/>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919" name="Google Shape;919;g341b26b7735_0_186"/>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920" name="Google Shape;920;g341b26b7735_0_186"/>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921" name="Google Shape;921;g341b26b7735_0_186"/>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922" name="Google Shape;922;g341b26b7735_0_186"/>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923" name="Google Shape;923;g341b26b7735_0_186"/>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924" name="Google Shape;924;g341b26b7735_0_186"/>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925" name="Google Shape;925;g341b26b7735_0_186"/>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926" name="Google Shape;926;g341b26b7735_0_186"/>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927" name="Google Shape;927;g341b26b7735_0_186"/>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928" name="Google Shape;928;g341b26b7735_0_186"/>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929" name="Google Shape;929;g341b26b7735_0_186"/>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930" name="Google Shape;930;g341b26b7735_0_186"/>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931" name="Google Shape;931;g341b26b7735_0_186"/>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932" name="Google Shape;932;g341b26b7735_0_186"/>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933" name="Google Shape;933;g341b26b7735_0_186"/>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934" name="Google Shape;934;g341b26b7735_0_186"/>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935" name="Google Shape;935;g341b26b7735_0_186"/>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936" name="Google Shape;936;g341b26b7735_0_186"/>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41b26b7735_0_22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43" name="Google Shape;943;g341b26b7735_0_220"/>
          <p:cNvGrpSpPr/>
          <p:nvPr/>
        </p:nvGrpSpPr>
        <p:grpSpPr>
          <a:xfrm>
            <a:off x="868300" y="2129450"/>
            <a:ext cx="7281864" cy="2684601"/>
            <a:chOff x="868300" y="2053250"/>
            <a:chExt cx="7281864" cy="2684601"/>
          </a:xfrm>
        </p:grpSpPr>
        <p:pic>
          <p:nvPicPr>
            <p:cNvPr id="944" name="Google Shape;944;g341b26b7735_0_220"/>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45" name="Google Shape;945;g341b26b7735_0_220"/>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46" name="Google Shape;946;g341b26b7735_0_220"/>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47" name="Google Shape;947;g341b26b7735_0_220"/>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48" name="Google Shape;948;g341b26b7735_0_220"/>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49" name="Google Shape;949;g341b26b7735_0_220"/>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50" name="Google Shape;950;g341b26b7735_0_220"/>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51" name="Google Shape;951;g341b26b7735_0_220"/>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52" name="Google Shape;952;g341b26b7735_0_220"/>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53" name="Google Shape;953;g341b26b7735_0_220"/>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54" name="Google Shape;954;g341b26b7735_0_220"/>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55" name="Google Shape;955;g341b26b7735_0_220"/>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56" name="Google Shape;956;g341b26b7735_0_220"/>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41b26b7735_0_239"/>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63" name="Google Shape;963;g341b26b7735_0_239"/>
          <p:cNvGrpSpPr/>
          <p:nvPr/>
        </p:nvGrpSpPr>
        <p:grpSpPr>
          <a:xfrm>
            <a:off x="868300" y="2129450"/>
            <a:ext cx="7281864" cy="2688001"/>
            <a:chOff x="868300" y="2129450"/>
            <a:chExt cx="7281864" cy="2688001"/>
          </a:xfrm>
        </p:grpSpPr>
        <p:pic>
          <p:nvPicPr>
            <p:cNvPr id="964" name="Google Shape;964;g341b26b7735_0_239"/>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65" name="Google Shape;965;g341b26b7735_0_239"/>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66" name="Google Shape;966;g341b26b7735_0_239"/>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67" name="Google Shape;967;g341b26b7735_0_239"/>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68" name="Google Shape;968;g341b26b7735_0_239"/>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69" name="Google Shape;969;g341b26b7735_0_239"/>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70" name="Google Shape;970;g341b26b7735_0_239"/>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71" name="Google Shape;971;g341b26b7735_0_239"/>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72" name="Google Shape;972;g341b26b7735_0_239"/>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73" name="Google Shape;973;g341b26b7735_0_239"/>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74" name="Google Shape;974;g341b26b7735_0_239"/>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75" name="Google Shape;975;g341b26b7735_0_239"/>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76" name="Google Shape;976;g341b26b7735_0_239"/>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77" name="Google Shape;977;g341b26b7735_0_239"/>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41b26b7735_0_259"/>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84" name="Google Shape;984;g341b26b7735_0_259"/>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85" name="Google Shape;985;g341b26b7735_0_259"/>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86" name="Google Shape;986;g341b26b7735_0_259"/>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87" name="Google Shape;987;g341b26b7735_0_259"/>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88" name="Google Shape;988;g341b26b7735_0_259"/>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89" name="Google Shape;989;g341b26b7735_0_259"/>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90" name="Google Shape;990;g341b26b7735_0_259"/>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91" name="Google Shape;991;g341b26b7735_0_259"/>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92" name="Google Shape;992;g341b26b7735_0_259"/>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93" name="Google Shape;993;g341b26b7735_0_259"/>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94" name="Google Shape;994;g341b26b7735_0_259"/>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95" name="Google Shape;995;g341b26b7735_0_259"/>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96" name="Google Shape;996;g341b26b7735_0_259"/>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97" name="Google Shape;997;g341b26b7735_0_259"/>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98" name="Google Shape;998;g341b26b7735_0_259"/>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99" name="Google Shape;999;g341b26b7735_0_259"/>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1000" name="Google Shape;1000;g341b26b7735_0_259"/>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1001" name="Google Shape;1001;g341b26b7735_0_259"/>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1002" name="Google Shape;1002;g341b26b7735_0_259"/>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1003" name="Google Shape;1003;g341b26b7735_0_259"/>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1004" name="Google Shape;1004;g341b26b7735_0_259"/>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1005" name="Google Shape;1005;g341b26b7735_0_259"/>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1006" name="Google Shape;1006;g341b26b7735_0_259"/>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1007" name="Google Shape;1007;g341b26b7735_0_259"/>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41b26b7735_0_28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1014" name="Google Shape;1014;g341b26b7735_0_288"/>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1015" name="Google Shape;1015;g341b26b7735_0_288"/>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6" name="Google Shape;1016;g341b26b7735_0_288"/>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1017" name="Google Shape;1017;g341b26b7735_0_288"/>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8" name="Google Shape;1018;g341b26b7735_0_288"/>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9" name="Google Shape;1019;g341b26b7735_0_288"/>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1020" name="Google Shape;1020;g341b26b7735_0_288"/>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1" name="Google Shape;1021;g341b26b7735_0_288"/>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2" name="Google Shape;1022;g341b26b7735_0_288"/>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3" name="Google Shape;1023;g341b26b7735_0_288"/>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1024" name="Google Shape;1024;g341b26b7735_0_288"/>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5" name="Google Shape;1025;g341b26b7735_0_288"/>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1026" name="Google Shape;1026;g341b26b7735_0_288"/>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1027" name="Google Shape;1027;g341b26b7735_0_288"/>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1028" name="Google Shape;1028;g341b26b7735_0_288"/>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1029" name="Google Shape;1029;g341b26b7735_0_288"/>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0" name="Google Shape;1030;g341b26b7735_0_288"/>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1031" name="Google Shape;1031;g341b26b7735_0_288"/>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2" name="Google Shape;1032;g341b26b7735_0_288"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1033" name="Google Shape;1033;g341b26b7735_0_288"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4" name="Google Shape;1034;g341b26b7735_0_288"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5" name="Google Shape;1035;g341b26b7735_0_288"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6" name="Google Shape;1036;g341b26b7735_0_288"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1037" name="Google Shape;1037;g341b26b7735_0_288"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26f40b1072c_1_2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Teach Homophones within </a:t>
            </a:r>
            <a:r>
              <a:rPr lang="en-US" sz="2000">
                <a:solidFill>
                  <a:srgbClr val="8DC63F"/>
                </a:solidFill>
              </a:rPr>
              <a:t>/air/</a:t>
            </a:r>
            <a:r>
              <a:rPr lang="en-US" sz="2000"/>
              <a:t> family: </a:t>
            </a:r>
            <a:br>
              <a:rPr lang="en-US" sz="2000"/>
            </a:br>
            <a:r>
              <a:rPr lang="en-US" sz="2000">
                <a:solidFill>
                  <a:srgbClr val="2356AF"/>
                </a:solidFill>
              </a:rPr>
              <a:t>air / heir, stare / stair, hair / hare, bear / bare, </a:t>
            </a:r>
            <a:br>
              <a:rPr lang="en-US" sz="2000">
                <a:solidFill>
                  <a:srgbClr val="2356AF"/>
                </a:solidFill>
              </a:rPr>
            </a:br>
            <a:r>
              <a:rPr lang="en-US" sz="2000">
                <a:solidFill>
                  <a:srgbClr val="2356AF"/>
                </a:solidFill>
              </a:rPr>
              <a:t>fair / fare</a:t>
            </a:r>
            <a:r>
              <a:rPr lang="en-US" sz="2000"/>
              <a:t>.</a:t>
            </a:r>
            <a:endParaRPr sz="2000"/>
          </a:p>
        </p:txBody>
      </p:sp>
      <p:pic>
        <p:nvPicPr>
          <p:cNvPr id="1044" name="Google Shape;1044;g26f40b1072c_1_28" title="JNL693-58F.png"/>
          <p:cNvPicPr preferRelativeResize="0"/>
          <p:nvPr/>
        </p:nvPicPr>
        <p:blipFill rotWithShape="1">
          <a:blip r:embed="rId3">
            <a:alphaModFix/>
          </a:blip>
          <a:srcRect b="0" l="49" r="59" t="0"/>
          <a:stretch/>
        </p:blipFill>
        <p:spPr>
          <a:xfrm>
            <a:off x="932927" y="2096825"/>
            <a:ext cx="2312629" cy="1157575"/>
          </a:xfrm>
          <a:prstGeom prst="rect">
            <a:avLst/>
          </a:prstGeom>
          <a:noFill/>
          <a:ln>
            <a:noFill/>
          </a:ln>
          <a:effectLst>
            <a:outerShdw blurRad="57150" rotWithShape="0" algn="bl" dir="5400000" dist="19050">
              <a:srgbClr val="BFBFBF"/>
            </a:outerShdw>
          </a:effectLst>
        </p:spPr>
      </p:pic>
      <p:pic>
        <p:nvPicPr>
          <p:cNvPr id="1045" name="Google Shape;1045;g26f40b1072c_1_28" title="JNL693-59F.png"/>
          <p:cNvPicPr preferRelativeResize="0"/>
          <p:nvPr/>
        </p:nvPicPr>
        <p:blipFill rotWithShape="1">
          <a:blip r:embed="rId4">
            <a:alphaModFix/>
          </a:blip>
          <a:srcRect b="0" l="49" r="59" t="0"/>
          <a:stretch/>
        </p:blipFill>
        <p:spPr>
          <a:xfrm>
            <a:off x="3375774" y="2096825"/>
            <a:ext cx="2312629" cy="1157575"/>
          </a:xfrm>
          <a:prstGeom prst="rect">
            <a:avLst/>
          </a:prstGeom>
          <a:noFill/>
          <a:ln>
            <a:noFill/>
          </a:ln>
          <a:effectLst>
            <a:outerShdw blurRad="57150" rotWithShape="0" algn="bl" dir="5400000" dist="19050">
              <a:srgbClr val="BFBFBF"/>
            </a:outerShdw>
          </a:effectLst>
        </p:spPr>
      </p:pic>
      <p:pic>
        <p:nvPicPr>
          <p:cNvPr id="1046" name="Google Shape;1046;g26f40b1072c_1_28" title="JNL693-60F.png"/>
          <p:cNvPicPr preferRelativeResize="0"/>
          <p:nvPr/>
        </p:nvPicPr>
        <p:blipFill rotWithShape="1">
          <a:blip r:embed="rId5">
            <a:alphaModFix/>
          </a:blip>
          <a:srcRect b="49" l="0" r="0" t="49"/>
          <a:stretch/>
        </p:blipFill>
        <p:spPr>
          <a:xfrm>
            <a:off x="5818622" y="2096825"/>
            <a:ext cx="2312629" cy="1157576"/>
          </a:xfrm>
          <a:prstGeom prst="rect">
            <a:avLst/>
          </a:prstGeom>
          <a:noFill/>
          <a:ln>
            <a:noFill/>
          </a:ln>
          <a:effectLst>
            <a:outerShdw blurRad="57150" rotWithShape="0" algn="bl" dir="5400000" dist="19050">
              <a:srgbClr val="BFBFBF"/>
            </a:outerShdw>
          </a:effectLst>
        </p:spPr>
      </p:pic>
      <p:pic>
        <p:nvPicPr>
          <p:cNvPr id="1047" name="Google Shape;1047;g26f40b1072c_1_28" title="JNL693-61F.png"/>
          <p:cNvPicPr preferRelativeResize="0"/>
          <p:nvPr/>
        </p:nvPicPr>
        <p:blipFill rotWithShape="1">
          <a:blip r:embed="rId6">
            <a:alphaModFix/>
          </a:blip>
          <a:srcRect b="0" l="49" r="59" t="0"/>
          <a:stretch/>
        </p:blipFill>
        <p:spPr>
          <a:xfrm>
            <a:off x="2154351" y="3387275"/>
            <a:ext cx="2312629" cy="1157575"/>
          </a:xfrm>
          <a:prstGeom prst="rect">
            <a:avLst/>
          </a:prstGeom>
          <a:noFill/>
          <a:ln>
            <a:noFill/>
          </a:ln>
          <a:effectLst>
            <a:outerShdw blurRad="57150" rotWithShape="0" algn="bl" dir="5400000" dist="19050">
              <a:srgbClr val="BFBFBF"/>
            </a:outerShdw>
          </a:effectLst>
        </p:spPr>
      </p:pic>
      <p:pic>
        <p:nvPicPr>
          <p:cNvPr id="1048" name="Google Shape;1048;g26f40b1072c_1_28" title="JNL693-62F.png"/>
          <p:cNvPicPr preferRelativeResize="0"/>
          <p:nvPr/>
        </p:nvPicPr>
        <p:blipFill rotWithShape="1">
          <a:blip r:embed="rId7">
            <a:alphaModFix/>
          </a:blip>
          <a:srcRect b="0" l="49" r="59" t="0"/>
          <a:stretch/>
        </p:blipFill>
        <p:spPr>
          <a:xfrm>
            <a:off x="4597198" y="3387275"/>
            <a:ext cx="2312629" cy="1157575"/>
          </a:xfrm>
          <a:prstGeom prst="rect">
            <a:avLst/>
          </a:prstGeom>
          <a:noFill/>
          <a:ln>
            <a:noFill/>
          </a:ln>
          <a:effectLst>
            <a:outerShdw blurRad="57150" rotWithShape="0" algn="bl" dir="5400000" dist="19050">
              <a:srgbClr val="BFBFBF"/>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g26f40b1072c_1_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Review </a:t>
            </a:r>
            <a:r>
              <a:rPr lang="en-US" sz="2000"/>
              <a:t>Common Exception Word</a:t>
            </a:r>
            <a:r>
              <a:rPr lang="en-US" sz="2000"/>
              <a:t>s</a:t>
            </a:r>
            <a:r>
              <a:rPr lang="en-US" sz="2000">
                <a:solidFill>
                  <a:srgbClr val="2356AF"/>
                </a:solidFill>
              </a:rPr>
              <a:t> there where</a:t>
            </a:r>
            <a:r>
              <a:rPr lang="en-US" sz="2000"/>
              <a:t>.</a:t>
            </a:r>
            <a:endParaRPr sz="2000"/>
          </a:p>
        </p:txBody>
      </p:sp>
      <p:pic>
        <p:nvPicPr>
          <p:cNvPr id="1055" name="Google Shape;1055;g26f40b1072c_1_0" title="JNL687-53F.png"/>
          <p:cNvPicPr preferRelativeResize="0"/>
          <p:nvPr/>
        </p:nvPicPr>
        <p:blipFill rotWithShape="1">
          <a:blip r:embed="rId3">
            <a:alphaModFix/>
          </a:blip>
          <a:srcRect b="29" l="0" r="0" t="19"/>
          <a:stretch/>
        </p:blipFill>
        <p:spPr>
          <a:xfrm>
            <a:off x="4722356" y="2230500"/>
            <a:ext cx="3275369" cy="2340725"/>
          </a:xfrm>
          <a:prstGeom prst="rect">
            <a:avLst/>
          </a:prstGeom>
          <a:noFill/>
          <a:ln>
            <a:noFill/>
          </a:ln>
          <a:effectLst>
            <a:outerShdw blurRad="57150" rotWithShape="0" algn="bl" dir="5400000" dist="19050">
              <a:srgbClr val="000000">
                <a:alpha val="20000"/>
              </a:srgbClr>
            </a:outerShdw>
          </a:effectLst>
        </p:spPr>
      </p:pic>
      <p:pic>
        <p:nvPicPr>
          <p:cNvPr id="1056" name="Google Shape;1056;g26f40b1072c_1_0" title="JNL687-27F.png"/>
          <p:cNvPicPr preferRelativeResize="0"/>
          <p:nvPr/>
        </p:nvPicPr>
        <p:blipFill rotWithShape="1">
          <a:blip r:embed="rId4">
            <a:alphaModFix/>
          </a:blip>
          <a:srcRect b="29" l="0" r="0" t="19"/>
          <a:stretch/>
        </p:blipFill>
        <p:spPr>
          <a:xfrm>
            <a:off x="1146275" y="2230500"/>
            <a:ext cx="3275369" cy="2340725"/>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2ce718e20f2_0_84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1063" name="Google Shape;1063;g2ce718e20f2_0_84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Captions</a:t>
            </a:r>
            <a:endParaRPr/>
          </a:p>
        </p:txBody>
      </p:sp>
      <p:sp>
        <p:nvSpPr>
          <p:cNvPr id="1064" name="Google Shape;1064;g2ce718e20f2_0_84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65" name="Google Shape;1065;g2ce718e20f2_0_845" title="JNL686-73F.png"/>
          <p:cNvPicPr preferRelativeResize="0"/>
          <p:nvPr/>
        </p:nvPicPr>
        <p:blipFill rotWithShape="1">
          <a:blip r:embed="rId3">
            <a:alphaModFix/>
          </a:blip>
          <a:srcRect b="0" l="79" r="79" t="0"/>
          <a:stretch/>
        </p:blipFill>
        <p:spPr>
          <a:xfrm>
            <a:off x="1325375" y="1657255"/>
            <a:ext cx="2086160" cy="2952844"/>
          </a:xfrm>
          <a:prstGeom prst="rect">
            <a:avLst/>
          </a:prstGeom>
          <a:noFill/>
          <a:ln>
            <a:noFill/>
          </a:ln>
          <a:effectLst>
            <a:outerShdw blurRad="71438" rotWithShape="0" algn="bl" dir="5400000" dist="28575">
              <a:srgbClr val="000000">
                <a:alpha val="14901"/>
              </a:srgbClr>
            </a:outerShdw>
          </a:effectLst>
        </p:spPr>
      </p:pic>
      <p:pic>
        <p:nvPicPr>
          <p:cNvPr id="1066" name="Google Shape;1066;g2ce718e20f2_0_845" title="JNL686-143F.png"/>
          <p:cNvPicPr preferRelativeResize="0"/>
          <p:nvPr/>
        </p:nvPicPr>
        <p:blipFill rotWithShape="1">
          <a:blip r:embed="rId4">
            <a:alphaModFix/>
          </a:blip>
          <a:srcRect b="0" l="19" r="29" t="0"/>
          <a:stretch/>
        </p:blipFill>
        <p:spPr>
          <a:xfrm>
            <a:off x="3528921" y="1657255"/>
            <a:ext cx="2086160" cy="2952844"/>
          </a:xfrm>
          <a:prstGeom prst="rect">
            <a:avLst/>
          </a:prstGeom>
          <a:noFill/>
          <a:ln>
            <a:noFill/>
          </a:ln>
          <a:effectLst>
            <a:outerShdw blurRad="71438" rotWithShape="0" algn="bl" dir="5400000" dist="28575">
              <a:srgbClr val="000000">
                <a:alpha val="14901"/>
              </a:srgbClr>
            </a:outerShdw>
          </a:effectLst>
        </p:spPr>
      </p:pic>
      <p:pic>
        <p:nvPicPr>
          <p:cNvPr id="1067" name="Google Shape;1067;g2ce718e20f2_0_845" title="JNL686-144F.png"/>
          <p:cNvPicPr preferRelativeResize="0"/>
          <p:nvPr/>
        </p:nvPicPr>
        <p:blipFill rotWithShape="1">
          <a:blip r:embed="rId5">
            <a:alphaModFix/>
          </a:blip>
          <a:srcRect b="0" l="79" r="79" t="0"/>
          <a:stretch/>
        </p:blipFill>
        <p:spPr>
          <a:xfrm>
            <a:off x="5732465" y="1657255"/>
            <a:ext cx="2086160" cy="2952844"/>
          </a:xfrm>
          <a:prstGeom prst="rect">
            <a:avLst/>
          </a:prstGeom>
          <a:noFill/>
          <a:ln>
            <a:noFill/>
          </a:ln>
          <a:effectLst>
            <a:outerShdw blurRad="71438" rotWithShape="0" algn="bl" dir="5400000" dist="28575">
              <a:srgbClr val="000000">
                <a:alpha val="1490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2701ceed56d_4_32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1074" name="Google Shape;1074;g2701ceed56d_4_32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Captions</a:t>
            </a:r>
            <a:endParaRPr/>
          </a:p>
        </p:txBody>
      </p:sp>
      <p:sp>
        <p:nvSpPr>
          <p:cNvPr id="1075" name="Google Shape;1075;g2701ceed56d_4_32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076" name="Google Shape;1076;g2701ceed56d_4_329" title="JNL686-73B.png"/>
          <p:cNvPicPr preferRelativeResize="0"/>
          <p:nvPr/>
        </p:nvPicPr>
        <p:blipFill rotWithShape="1">
          <a:blip r:embed="rId3">
            <a:alphaModFix/>
          </a:blip>
          <a:srcRect b="0" l="79" r="79" t="0"/>
          <a:stretch/>
        </p:blipFill>
        <p:spPr>
          <a:xfrm>
            <a:off x="1325375" y="1657255"/>
            <a:ext cx="2086160" cy="2952844"/>
          </a:xfrm>
          <a:prstGeom prst="rect">
            <a:avLst/>
          </a:prstGeom>
          <a:noFill/>
          <a:ln>
            <a:noFill/>
          </a:ln>
          <a:effectLst>
            <a:outerShdw blurRad="71438" rotWithShape="0" algn="bl" dir="5400000" dist="28575">
              <a:srgbClr val="000000">
                <a:alpha val="14901"/>
              </a:srgbClr>
            </a:outerShdw>
          </a:effectLst>
        </p:spPr>
      </p:pic>
      <p:pic>
        <p:nvPicPr>
          <p:cNvPr id="1077" name="Google Shape;1077;g2701ceed56d_4_329" title="JNL686-143B.png"/>
          <p:cNvPicPr preferRelativeResize="0"/>
          <p:nvPr/>
        </p:nvPicPr>
        <p:blipFill rotWithShape="1">
          <a:blip r:embed="rId4">
            <a:alphaModFix/>
          </a:blip>
          <a:srcRect b="0" l="19" r="29" t="0"/>
          <a:stretch/>
        </p:blipFill>
        <p:spPr>
          <a:xfrm>
            <a:off x="3528921" y="1657255"/>
            <a:ext cx="2086160" cy="2952844"/>
          </a:xfrm>
          <a:prstGeom prst="rect">
            <a:avLst/>
          </a:prstGeom>
          <a:noFill/>
          <a:ln>
            <a:noFill/>
          </a:ln>
          <a:effectLst>
            <a:outerShdw blurRad="71438" rotWithShape="0" algn="bl" dir="5400000" dist="28575">
              <a:srgbClr val="000000">
                <a:alpha val="14901"/>
              </a:srgbClr>
            </a:outerShdw>
          </a:effectLst>
        </p:spPr>
      </p:pic>
      <p:pic>
        <p:nvPicPr>
          <p:cNvPr id="1078" name="Google Shape;1078;g2701ceed56d_4_329" title="JNL686-144B.png"/>
          <p:cNvPicPr preferRelativeResize="0"/>
          <p:nvPr/>
        </p:nvPicPr>
        <p:blipFill rotWithShape="1">
          <a:blip r:embed="rId5">
            <a:alphaModFix/>
          </a:blip>
          <a:srcRect b="0" l="79" r="79" t="0"/>
          <a:stretch/>
        </p:blipFill>
        <p:spPr>
          <a:xfrm>
            <a:off x="5732465" y="1657255"/>
            <a:ext cx="2086160" cy="2952844"/>
          </a:xfrm>
          <a:prstGeom prst="rect">
            <a:avLst/>
          </a:prstGeom>
          <a:noFill/>
          <a:ln>
            <a:noFill/>
          </a:ln>
          <a:effectLst>
            <a:outerShdw blurRad="71438" rotWithShape="0" algn="bl" dir="5400000" dist="28575">
              <a:srgbClr val="000000">
                <a:alpha val="1490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085" name="Google Shape;1085;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086" name="Google Shape;1086;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087" name="Google Shape;1087;g26b641b03cd_0_204" title="JNL689-158B.png"/>
          <p:cNvPicPr preferRelativeResize="0"/>
          <p:nvPr/>
        </p:nvPicPr>
        <p:blipFill rotWithShape="1">
          <a:blip r:embed="rId3">
            <a:alphaModFix/>
          </a:blip>
          <a:srcRect b="0" l="79" r="89" t="0"/>
          <a:stretch/>
        </p:blipFill>
        <p:spPr>
          <a:xfrm>
            <a:off x="1752075" y="1550800"/>
            <a:ext cx="2691199" cy="3233051"/>
          </a:xfrm>
          <a:prstGeom prst="rect">
            <a:avLst/>
          </a:prstGeom>
          <a:noFill/>
          <a:ln>
            <a:noFill/>
          </a:ln>
          <a:effectLst>
            <a:outerShdw blurRad="114300" rotWithShape="0" algn="bl" dir="5400000" dist="19050">
              <a:srgbClr val="000000">
                <a:alpha val="20000"/>
              </a:srgbClr>
            </a:outerShdw>
          </a:effectLst>
        </p:spPr>
      </p:pic>
      <p:pic>
        <p:nvPicPr>
          <p:cNvPr id="1088" name="Google Shape;1088;g26b641b03cd_0_204" title="JNL689-159B.png"/>
          <p:cNvPicPr preferRelativeResize="0"/>
          <p:nvPr/>
        </p:nvPicPr>
        <p:blipFill rotWithShape="1">
          <a:blip r:embed="rId4">
            <a:alphaModFix/>
          </a:blip>
          <a:srcRect b="0" l="149" r="159" t="0"/>
          <a:stretch/>
        </p:blipFill>
        <p:spPr>
          <a:xfrm>
            <a:off x="4700725" y="1550800"/>
            <a:ext cx="2691199" cy="3233051"/>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095" name="Google Shape;1095;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096" name="Google Shape;1096;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97" name="Google Shape;1097;g2c186218c5a_0_48" title="JNL689-158F.png"/>
          <p:cNvPicPr preferRelativeResize="0"/>
          <p:nvPr/>
        </p:nvPicPr>
        <p:blipFill rotWithShape="1">
          <a:blip r:embed="rId3">
            <a:alphaModFix/>
          </a:blip>
          <a:srcRect b="0" l="0" r="0" t="0"/>
          <a:stretch/>
        </p:blipFill>
        <p:spPr>
          <a:xfrm>
            <a:off x="1752075" y="1550800"/>
            <a:ext cx="2691200" cy="3233051"/>
          </a:xfrm>
          <a:prstGeom prst="rect">
            <a:avLst/>
          </a:prstGeom>
          <a:noFill/>
          <a:ln>
            <a:noFill/>
          </a:ln>
          <a:effectLst>
            <a:outerShdw blurRad="114300" rotWithShape="0" algn="bl" dir="5400000" dist="19050">
              <a:srgbClr val="000000">
                <a:alpha val="20000"/>
              </a:srgbClr>
            </a:outerShdw>
          </a:effectLst>
        </p:spPr>
      </p:pic>
      <p:pic>
        <p:nvPicPr>
          <p:cNvPr id="1098" name="Google Shape;1098;g2c186218c5a_0_48" title="JNL689-159F.png"/>
          <p:cNvPicPr preferRelativeResize="0"/>
          <p:nvPr/>
        </p:nvPicPr>
        <p:blipFill rotWithShape="1">
          <a:blip r:embed="rId4">
            <a:alphaModFix/>
          </a:blip>
          <a:srcRect b="0" l="69" r="69" t="0"/>
          <a:stretch/>
        </p:blipFill>
        <p:spPr>
          <a:xfrm>
            <a:off x="4700725" y="1550800"/>
            <a:ext cx="2691200" cy="3233051"/>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JNL692</a:t>
            </a:r>
            <a:endParaRPr/>
          </a:p>
        </p:txBody>
      </p:sp>
      <p:sp>
        <p:nvSpPr>
          <p:cNvPr id="1105" name="Google Shape;1105;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with Alien Words</a:t>
            </a:r>
            <a:endParaRPr/>
          </a:p>
        </p:txBody>
      </p:sp>
      <p:sp>
        <p:nvSpPr>
          <p:cNvPr id="1106" name="Google Shape;1106;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pic>
        <p:nvPicPr>
          <p:cNvPr id="1107" name="Google Shape;1107;g26b641b03cd_0_213" title="JNL692-158B.png"/>
          <p:cNvPicPr preferRelativeResize="0"/>
          <p:nvPr/>
        </p:nvPicPr>
        <p:blipFill rotWithShape="1">
          <a:blip r:embed="rId3">
            <a:alphaModFix/>
          </a:blip>
          <a:srcRect b="0" l="129" r="139"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JNL692</a:t>
            </a:r>
            <a:endParaRPr/>
          </a:p>
        </p:txBody>
      </p:sp>
      <p:sp>
        <p:nvSpPr>
          <p:cNvPr id="1114" name="Google Shape;1114;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with Alien Words</a:t>
            </a:r>
            <a:endParaRPr/>
          </a:p>
        </p:txBody>
      </p:sp>
      <p:sp>
        <p:nvSpPr>
          <p:cNvPr id="1115" name="Google Shape;1115;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16" name="Google Shape;1116;g2c186218c5a_0_149" title="JNL692-158F.png"/>
          <p:cNvPicPr preferRelativeResize="0"/>
          <p:nvPr/>
        </p:nvPicPr>
        <p:blipFill rotWithShape="1">
          <a:blip r:embed="rId3">
            <a:alphaModFix/>
          </a:blip>
          <a:srcRect b="0" l="129" r="139"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26b641b03cd_0_301"/>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a:t>
            </a:r>
            <a:r>
              <a:rPr lang="en-US"/>
              <a:t>Common Exception Word</a:t>
            </a:r>
            <a:r>
              <a:rPr lang="en-US"/>
              <a:t>s</a:t>
            </a:r>
            <a:endParaRPr/>
          </a:p>
        </p:txBody>
      </p:sp>
      <p:sp>
        <p:nvSpPr>
          <p:cNvPr id="1123" name="Google Shape;1123;g26b641b03cd_0_30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JNL687</a:t>
            </a:r>
            <a:endParaRPr/>
          </a:p>
        </p:txBody>
      </p:sp>
      <p:sp>
        <p:nvSpPr>
          <p:cNvPr id="1124" name="Google Shape;1124;g26b641b03cd_0_301"/>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25" name="Google Shape;1125;g26b641b03cd_0_301" title="JNL687-53F.png"/>
          <p:cNvPicPr preferRelativeResize="0"/>
          <p:nvPr/>
        </p:nvPicPr>
        <p:blipFill rotWithShape="1">
          <a:blip r:embed="rId3">
            <a:alphaModFix/>
          </a:blip>
          <a:srcRect b="29" l="0" r="0" t="19"/>
          <a:stretch/>
        </p:blipFill>
        <p:spPr>
          <a:xfrm>
            <a:off x="4703149" y="2026425"/>
            <a:ext cx="3273401" cy="2339252"/>
          </a:xfrm>
          <a:prstGeom prst="rect">
            <a:avLst/>
          </a:prstGeom>
          <a:noFill/>
          <a:ln>
            <a:noFill/>
          </a:ln>
          <a:effectLst>
            <a:outerShdw blurRad="71438" rotWithShape="0" algn="bl" dir="5400000" dist="19050">
              <a:srgbClr val="000000">
                <a:alpha val="16860"/>
              </a:srgbClr>
            </a:outerShdw>
          </a:effectLst>
        </p:spPr>
      </p:pic>
      <p:pic>
        <p:nvPicPr>
          <p:cNvPr id="1126" name="Google Shape;1126;g26b641b03cd_0_301" title="JNL687-27F.png"/>
          <p:cNvPicPr preferRelativeResize="0"/>
          <p:nvPr/>
        </p:nvPicPr>
        <p:blipFill rotWithShape="1">
          <a:blip r:embed="rId4">
            <a:alphaModFix/>
          </a:blip>
          <a:srcRect b="29" l="0" r="0" t="19"/>
          <a:stretch/>
        </p:blipFill>
        <p:spPr>
          <a:xfrm>
            <a:off x="1167450" y="2026425"/>
            <a:ext cx="3273401" cy="2339252"/>
          </a:xfrm>
          <a:prstGeom prst="rect">
            <a:avLst/>
          </a:prstGeom>
          <a:noFill/>
          <a:ln>
            <a:noFill/>
          </a:ln>
          <a:effectLst>
            <a:outerShdw blurRad="71438" rotWithShape="0" algn="bl" dir="5400000" dist="19050">
              <a:srgbClr val="000000">
                <a:alpha val="1686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41b26b7735_0_989"/>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 Common Exception Words</a:t>
            </a:r>
            <a:endParaRPr/>
          </a:p>
        </p:txBody>
      </p:sp>
      <p:sp>
        <p:nvSpPr>
          <p:cNvPr id="1133" name="Google Shape;1133;g341b26b7735_0_98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JNL687</a:t>
            </a:r>
            <a:endParaRPr/>
          </a:p>
        </p:txBody>
      </p:sp>
      <p:sp>
        <p:nvSpPr>
          <p:cNvPr id="1134" name="Google Shape;1134;g341b26b7735_0_98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35" name="Google Shape;1135;g341b26b7735_0_989" title="JNL687-53B.png"/>
          <p:cNvPicPr preferRelativeResize="0"/>
          <p:nvPr/>
        </p:nvPicPr>
        <p:blipFill rotWithShape="1">
          <a:blip r:embed="rId3">
            <a:alphaModFix/>
          </a:blip>
          <a:srcRect b="29" l="0" r="0" t="19"/>
          <a:stretch/>
        </p:blipFill>
        <p:spPr>
          <a:xfrm>
            <a:off x="4703149" y="2026425"/>
            <a:ext cx="3273401" cy="2339252"/>
          </a:xfrm>
          <a:prstGeom prst="rect">
            <a:avLst/>
          </a:prstGeom>
          <a:noFill/>
          <a:ln>
            <a:noFill/>
          </a:ln>
          <a:effectLst>
            <a:outerShdw blurRad="71438" rotWithShape="0" algn="bl" dir="5400000" dist="19050">
              <a:srgbClr val="000000">
                <a:alpha val="16860"/>
              </a:srgbClr>
            </a:outerShdw>
          </a:effectLst>
        </p:spPr>
      </p:pic>
      <p:pic>
        <p:nvPicPr>
          <p:cNvPr id="1136" name="Google Shape;1136;g341b26b7735_0_989" title="JNL687-27B.png"/>
          <p:cNvPicPr preferRelativeResize="0"/>
          <p:nvPr/>
        </p:nvPicPr>
        <p:blipFill rotWithShape="1">
          <a:blip r:embed="rId4">
            <a:alphaModFix/>
          </a:blip>
          <a:srcRect b="29" l="0" r="0" t="19"/>
          <a:stretch/>
        </p:blipFill>
        <p:spPr>
          <a:xfrm>
            <a:off x="1167450" y="2026425"/>
            <a:ext cx="3273401" cy="2339252"/>
          </a:xfrm>
          <a:prstGeom prst="rect">
            <a:avLst/>
          </a:prstGeom>
          <a:noFill/>
          <a:ln>
            <a:noFill/>
          </a:ln>
          <a:effectLst>
            <a:outerShdw blurRad="71438" rotWithShape="0" algn="bl" dir="5400000" dist="19050">
              <a:srgbClr val="000000">
                <a:alpha val="1686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g274a5cd6ef6_1_2"/>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Teach </a:t>
            </a:r>
            <a:r>
              <a:rPr lang="en-US"/>
              <a:t>Common Exception Word</a:t>
            </a:r>
            <a:r>
              <a:rPr lang="en-US"/>
              <a:t>s</a:t>
            </a:r>
            <a:endParaRPr/>
          </a:p>
        </p:txBody>
      </p:sp>
      <p:sp>
        <p:nvSpPr>
          <p:cNvPr id="1143" name="Google Shape;1143;g274a5cd6ef6_1_2"/>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JNL687</a:t>
            </a:r>
            <a:endParaRPr/>
          </a:p>
        </p:txBody>
      </p:sp>
      <p:sp>
        <p:nvSpPr>
          <p:cNvPr id="1144" name="Google Shape;1144;g274a5cd6ef6_1_2"/>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45" name="Google Shape;1145;g274a5cd6ef6_1_2" title="JNL687-108F.png"/>
          <p:cNvPicPr preferRelativeResize="0"/>
          <p:nvPr/>
        </p:nvPicPr>
        <p:blipFill rotWithShape="1">
          <a:blip r:embed="rId3">
            <a:alphaModFix/>
          </a:blip>
          <a:srcRect b="0" l="59" r="59" t="0"/>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274a5cd6ef6_1_1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JNL687</a:t>
            </a:r>
            <a:endParaRPr/>
          </a:p>
        </p:txBody>
      </p:sp>
      <p:sp>
        <p:nvSpPr>
          <p:cNvPr id="1152" name="Google Shape;1152;g274a5cd6ef6_1_1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
        <p:nvSpPr>
          <p:cNvPr id="1153" name="Google Shape;1153;g274a5cd6ef6_1_10"/>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Teach </a:t>
            </a:r>
            <a:r>
              <a:rPr lang="en-US"/>
              <a:t>Common Exception Word</a:t>
            </a:r>
            <a:r>
              <a:rPr lang="en-US"/>
              <a:t>s</a:t>
            </a:r>
            <a:endParaRPr/>
          </a:p>
        </p:txBody>
      </p:sp>
      <p:pic>
        <p:nvPicPr>
          <p:cNvPr id="1154" name="Google Shape;1154;g274a5cd6ef6_1_10" title="JNL687-108B.png"/>
          <p:cNvPicPr preferRelativeResize="0"/>
          <p:nvPr/>
        </p:nvPicPr>
        <p:blipFill rotWithShape="1">
          <a:blip r:embed="rId3">
            <a:alphaModFix/>
          </a:blip>
          <a:srcRect b="0" l="0" r="0" t="0"/>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g274a5cd6ef6_1_18"/>
          <p:cNvSpPr txBox="1"/>
          <p:nvPr>
            <p:ph type="title"/>
          </p:nvPr>
        </p:nvSpPr>
        <p:spPr>
          <a:xfrm>
            <a:off x="589725" y="5568500"/>
            <a:ext cx="79644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Teach </a:t>
            </a:r>
            <a:r>
              <a:rPr lang="en-US"/>
              <a:t>Common Exception Word</a:t>
            </a:r>
            <a:r>
              <a:rPr lang="en-US"/>
              <a:t>s</a:t>
            </a:r>
            <a:endParaRPr/>
          </a:p>
        </p:txBody>
      </p:sp>
      <p:sp>
        <p:nvSpPr>
          <p:cNvPr id="1161" name="Google Shape;1161;g274a5cd6ef6_1_1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JNL687</a:t>
            </a:r>
            <a:endParaRPr/>
          </a:p>
        </p:txBody>
      </p:sp>
      <p:sp>
        <p:nvSpPr>
          <p:cNvPr id="1162" name="Google Shape;1162;g274a5cd6ef6_1_1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63" name="Google Shape;1163;g274a5cd6ef6_1_18" title="JNL687-109F.png"/>
          <p:cNvPicPr preferRelativeResize="0"/>
          <p:nvPr/>
        </p:nvPicPr>
        <p:blipFill rotWithShape="1">
          <a:blip r:embed="rId3">
            <a:alphaModFix/>
          </a:blip>
          <a:srcRect b="29" l="0" r="0" t="19"/>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g274a5cd6ef6_1_26"/>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JNL687</a:t>
            </a:r>
            <a:endParaRPr/>
          </a:p>
        </p:txBody>
      </p:sp>
      <p:sp>
        <p:nvSpPr>
          <p:cNvPr id="1170" name="Google Shape;1170;g274a5cd6ef6_1_26"/>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
        <p:nvSpPr>
          <p:cNvPr id="1171" name="Google Shape;1171;g274a5cd6ef6_1_26"/>
          <p:cNvSpPr txBox="1"/>
          <p:nvPr>
            <p:ph type="title"/>
          </p:nvPr>
        </p:nvSpPr>
        <p:spPr>
          <a:xfrm>
            <a:off x="589725" y="5568500"/>
            <a:ext cx="79644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Teach </a:t>
            </a:r>
            <a:r>
              <a:rPr lang="en-US"/>
              <a:t>Common Exception Word</a:t>
            </a:r>
            <a:r>
              <a:rPr lang="en-US"/>
              <a:t>s</a:t>
            </a:r>
            <a:endParaRPr/>
          </a:p>
        </p:txBody>
      </p:sp>
      <p:pic>
        <p:nvPicPr>
          <p:cNvPr id="1172" name="Google Shape;1172;g274a5cd6ef6_1_26" title="JNL687-109B.png"/>
          <p:cNvPicPr preferRelativeResize="0"/>
          <p:nvPr/>
        </p:nvPicPr>
        <p:blipFill rotWithShape="1">
          <a:blip r:embed="rId3">
            <a:alphaModFix/>
          </a:blip>
          <a:srcRect b="89" l="0" r="0" t="79"/>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2701ceed56d_4_0"/>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a:t>
            </a:r>
            <a:r>
              <a:rPr lang="en-US"/>
              <a:t>Common Exception Word</a:t>
            </a:r>
            <a:r>
              <a:rPr lang="en-US"/>
              <a:t>s</a:t>
            </a:r>
            <a:endParaRPr/>
          </a:p>
        </p:txBody>
      </p:sp>
      <p:sp>
        <p:nvSpPr>
          <p:cNvPr id="1179" name="Google Shape;1179;g2701ceed56d_4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JNL687</a:t>
            </a:r>
            <a:endParaRPr/>
          </a:p>
        </p:txBody>
      </p:sp>
      <p:sp>
        <p:nvSpPr>
          <p:cNvPr id="1180" name="Google Shape;1180;g2701ceed56d_4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grpSp>
        <p:nvGrpSpPr>
          <p:cNvPr id="1181" name="Google Shape;1181;g2701ceed56d_4_0"/>
          <p:cNvGrpSpPr/>
          <p:nvPr/>
        </p:nvGrpSpPr>
        <p:grpSpPr>
          <a:xfrm>
            <a:off x="975876" y="841623"/>
            <a:ext cx="7192248" cy="4689752"/>
            <a:chOff x="975876" y="841623"/>
            <a:chExt cx="7192248" cy="4689752"/>
          </a:xfrm>
        </p:grpSpPr>
        <p:pic>
          <p:nvPicPr>
            <p:cNvPr id="1182" name="Google Shape;1182;g2701ceed56d_4_0"/>
            <p:cNvPicPr preferRelativeResize="0"/>
            <p:nvPr/>
          </p:nvPicPr>
          <p:blipFill rotWithShape="1">
            <a:blip r:embed="rId3">
              <a:alphaModFix/>
            </a:blip>
            <a:srcRect b="89" l="0" r="0" t="79"/>
            <a:stretch/>
          </p:blipFill>
          <p:spPr>
            <a:xfrm>
              <a:off x="6430515" y="841625"/>
              <a:ext cx="828489" cy="592062"/>
            </a:xfrm>
            <a:prstGeom prst="rect">
              <a:avLst/>
            </a:prstGeom>
            <a:noFill/>
            <a:ln>
              <a:noFill/>
            </a:ln>
            <a:effectLst>
              <a:outerShdw blurRad="57150" rotWithShape="0" algn="bl" dir="5400000" dist="19050">
                <a:srgbClr val="000000">
                  <a:alpha val="20000"/>
                </a:srgbClr>
              </a:outerShdw>
            </a:effectLst>
          </p:spPr>
        </p:pic>
        <p:pic>
          <p:nvPicPr>
            <p:cNvPr id="1183" name="Google Shape;1183;g2701ceed56d_4_0"/>
            <p:cNvPicPr preferRelativeResize="0"/>
            <p:nvPr/>
          </p:nvPicPr>
          <p:blipFill rotWithShape="1">
            <a:blip r:embed="rId4">
              <a:alphaModFix/>
            </a:blip>
            <a:srcRect b="29" l="0" r="0" t="19"/>
            <a:stretch/>
          </p:blipFill>
          <p:spPr>
            <a:xfrm>
              <a:off x="5521390" y="1524573"/>
              <a:ext cx="828489" cy="592062"/>
            </a:xfrm>
            <a:prstGeom prst="rect">
              <a:avLst/>
            </a:prstGeom>
            <a:noFill/>
            <a:ln>
              <a:noFill/>
            </a:ln>
            <a:effectLst>
              <a:outerShdw blurRad="57150" rotWithShape="0" algn="bl" dir="5400000" dist="19050">
                <a:srgbClr val="000000">
                  <a:alpha val="20000"/>
                </a:srgbClr>
              </a:outerShdw>
            </a:effectLst>
          </p:spPr>
        </p:pic>
        <p:pic>
          <p:nvPicPr>
            <p:cNvPr id="1184" name="Google Shape;1184;g2701ceed56d_4_0"/>
            <p:cNvPicPr preferRelativeResize="0"/>
            <p:nvPr/>
          </p:nvPicPr>
          <p:blipFill rotWithShape="1">
            <a:blip r:embed="rId5">
              <a:alphaModFix/>
            </a:blip>
            <a:srcRect b="0" l="59" r="59" t="0"/>
            <a:stretch/>
          </p:blipFill>
          <p:spPr>
            <a:xfrm>
              <a:off x="4612315" y="2207520"/>
              <a:ext cx="828489" cy="592062"/>
            </a:xfrm>
            <a:prstGeom prst="rect">
              <a:avLst/>
            </a:prstGeom>
            <a:noFill/>
            <a:ln>
              <a:noFill/>
            </a:ln>
            <a:effectLst>
              <a:outerShdw blurRad="57150" rotWithShape="0" algn="bl" dir="5400000" dist="19050">
                <a:srgbClr val="000000">
                  <a:alpha val="20000"/>
                </a:srgbClr>
              </a:outerShdw>
            </a:effectLst>
          </p:spPr>
        </p:pic>
        <p:pic>
          <p:nvPicPr>
            <p:cNvPr id="1185" name="Google Shape;1185;g2701ceed56d_4_0"/>
            <p:cNvPicPr preferRelativeResize="0"/>
            <p:nvPr/>
          </p:nvPicPr>
          <p:blipFill rotWithShape="1">
            <a:blip r:embed="rId6">
              <a:alphaModFix/>
            </a:blip>
            <a:srcRect b="89" l="0" r="0" t="79"/>
            <a:stretch/>
          </p:blipFill>
          <p:spPr>
            <a:xfrm>
              <a:off x="3703190" y="2890468"/>
              <a:ext cx="828489" cy="592062"/>
            </a:xfrm>
            <a:prstGeom prst="rect">
              <a:avLst/>
            </a:prstGeom>
            <a:noFill/>
            <a:ln>
              <a:noFill/>
            </a:ln>
            <a:effectLst>
              <a:outerShdw blurRad="57150" rotWithShape="0" algn="bl" dir="5400000" dist="19050">
                <a:srgbClr val="000000">
                  <a:alpha val="20000"/>
                </a:srgbClr>
              </a:outerShdw>
            </a:effectLst>
          </p:spPr>
        </p:pic>
        <p:pic>
          <p:nvPicPr>
            <p:cNvPr id="1186" name="Google Shape;1186;g2701ceed56d_4_0"/>
            <p:cNvPicPr preferRelativeResize="0"/>
            <p:nvPr/>
          </p:nvPicPr>
          <p:blipFill rotWithShape="1">
            <a:blip r:embed="rId7">
              <a:alphaModFix/>
            </a:blip>
            <a:srcRect b="0" l="59" r="59" t="0"/>
            <a:stretch/>
          </p:blipFill>
          <p:spPr>
            <a:xfrm>
              <a:off x="2794115" y="3573415"/>
              <a:ext cx="828489" cy="592062"/>
            </a:xfrm>
            <a:prstGeom prst="rect">
              <a:avLst/>
            </a:prstGeom>
            <a:noFill/>
            <a:ln>
              <a:noFill/>
            </a:ln>
            <a:effectLst>
              <a:outerShdw blurRad="57150" rotWithShape="0" algn="bl" dir="5400000" dist="19050">
                <a:srgbClr val="000000">
                  <a:alpha val="20000"/>
                </a:srgbClr>
              </a:outerShdw>
            </a:effectLst>
          </p:spPr>
        </p:pic>
        <p:pic>
          <p:nvPicPr>
            <p:cNvPr id="1187" name="Google Shape;1187;g2701ceed56d_4_0"/>
            <p:cNvPicPr preferRelativeResize="0"/>
            <p:nvPr/>
          </p:nvPicPr>
          <p:blipFill rotWithShape="1">
            <a:blip r:embed="rId8">
              <a:alphaModFix/>
            </a:blip>
            <a:srcRect b="89" l="0" r="0" t="79"/>
            <a:stretch/>
          </p:blipFill>
          <p:spPr>
            <a:xfrm>
              <a:off x="5521405" y="841625"/>
              <a:ext cx="828489" cy="592062"/>
            </a:xfrm>
            <a:prstGeom prst="rect">
              <a:avLst/>
            </a:prstGeom>
            <a:noFill/>
            <a:ln>
              <a:noFill/>
            </a:ln>
            <a:effectLst>
              <a:outerShdw blurRad="57150" rotWithShape="0" algn="bl" dir="5400000" dist="19050">
                <a:srgbClr val="000000">
                  <a:alpha val="20000"/>
                </a:srgbClr>
              </a:outerShdw>
            </a:effectLst>
          </p:spPr>
        </p:pic>
        <p:pic>
          <p:nvPicPr>
            <p:cNvPr id="1188" name="Google Shape;1188;g2701ceed56d_4_0"/>
            <p:cNvPicPr preferRelativeResize="0"/>
            <p:nvPr/>
          </p:nvPicPr>
          <p:blipFill rotWithShape="1">
            <a:blip r:embed="rId9">
              <a:alphaModFix/>
            </a:blip>
            <a:srcRect b="0" l="59" r="59" t="0"/>
            <a:stretch/>
          </p:blipFill>
          <p:spPr>
            <a:xfrm>
              <a:off x="4612280" y="1524573"/>
              <a:ext cx="828489" cy="592062"/>
            </a:xfrm>
            <a:prstGeom prst="rect">
              <a:avLst/>
            </a:prstGeom>
            <a:noFill/>
            <a:ln>
              <a:noFill/>
            </a:ln>
            <a:effectLst>
              <a:outerShdw blurRad="57150" rotWithShape="0" algn="bl" dir="5400000" dist="19050">
                <a:srgbClr val="000000">
                  <a:alpha val="20000"/>
                </a:srgbClr>
              </a:outerShdw>
            </a:effectLst>
          </p:spPr>
        </p:pic>
        <p:pic>
          <p:nvPicPr>
            <p:cNvPr id="1189" name="Google Shape;1189;g2701ceed56d_4_0"/>
            <p:cNvPicPr preferRelativeResize="0"/>
            <p:nvPr/>
          </p:nvPicPr>
          <p:blipFill rotWithShape="1">
            <a:blip r:embed="rId10">
              <a:alphaModFix/>
            </a:blip>
            <a:srcRect b="0" l="0" r="0" t="0"/>
            <a:stretch/>
          </p:blipFill>
          <p:spPr>
            <a:xfrm>
              <a:off x="2794080" y="2890468"/>
              <a:ext cx="828489" cy="592062"/>
            </a:xfrm>
            <a:prstGeom prst="rect">
              <a:avLst/>
            </a:prstGeom>
            <a:noFill/>
            <a:ln>
              <a:noFill/>
            </a:ln>
            <a:effectLst>
              <a:outerShdw blurRad="57150" rotWithShape="0" algn="bl" dir="5400000" dist="19050">
                <a:srgbClr val="000000">
                  <a:alpha val="20000"/>
                </a:srgbClr>
              </a:outerShdw>
            </a:effectLst>
          </p:spPr>
        </p:pic>
        <p:pic>
          <p:nvPicPr>
            <p:cNvPr id="1190" name="Google Shape;1190;g2701ceed56d_4_0"/>
            <p:cNvPicPr preferRelativeResize="0"/>
            <p:nvPr/>
          </p:nvPicPr>
          <p:blipFill rotWithShape="1">
            <a:blip r:embed="rId11">
              <a:alphaModFix/>
            </a:blip>
            <a:srcRect b="29" l="0" r="0" t="19"/>
            <a:stretch/>
          </p:blipFill>
          <p:spPr>
            <a:xfrm>
              <a:off x="1885005" y="3573415"/>
              <a:ext cx="828489" cy="592062"/>
            </a:xfrm>
            <a:prstGeom prst="rect">
              <a:avLst/>
            </a:prstGeom>
            <a:noFill/>
            <a:ln>
              <a:noFill/>
            </a:ln>
            <a:effectLst>
              <a:outerShdw blurRad="57150" rotWithShape="0" algn="bl" dir="5400000" dist="19050">
                <a:srgbClr val="000000">
                  <a:alpha val="20000"/>
                </a:srgbClr>
              </a:outerShdw>
            </a:effectLst>
          </p:spPr>
        </p:pic>
        <p:pic>
          <p:nvPicPr>
            <p:cNvPr id="1191" name="Google Shape;1191;g2701ceed56d_4_0"/>
            <p:cNvPicPr preferRelativeResize="0"/>
            <p:nvPr/>
          </p:nvPicPr>
          <p:blipFill rotWithShape="1">
            <a:blip r:embed="rId12">
              <a:alphaModFix/>
            </a:blip>
            <a:srcRect b="0" l="0" r="0" t="0"/>
            <a:stretch/>
          </p:blipFill>
          <p:spPr>
            <a:xfrm>
              <a:off x="4612307" y="841625"/>
              <a:ext cx="828489" cy="592062"/>
            </a:xfrm>
            <a:prstGeom prst="rect">
              <a:avLst/>
            </a:prstGeom>
            <a:noFill/>
            <a:ln>
              <a:noFill/>
            </a:ln>
            <a:effectLst>
              <a:outerShdw blurRad="57150" rotWithShape="0" algn="bl" dir="5400000" dist="19050">
                <a:srgbClr val="000000">
                  <a:alpha val="20000"/>
                </a:srgbClr>
              </a:outerShdw>
            </a:effectLst>
          </p:spPr>
        </p:pic>
        <p:pic>
          <p:nvPicPr>
            <p:cNvPr id="1192" name="Google Shape;1192;g2701ceed56d_4_0"/>
            <p:cNvPicPr preferRelativeResize="0"/>
            <p:nvPr/>
          </p:nvPicPr>
          <p:blipFill rotWithShape="1">
            <a:blip r:embed="rId13">
              <a:alphaModFix/>
            </a:blip>
            <a:srcRect b="29" l="0" r="0" t="19"/>
            <a:stretch/>
          </p:blipFill>
          <p:spPr>
            <a:xfrm>
              <a:off x="3703182" y="1524573"/>
              <a:ext cx="828489" cy="592062"/>
            </a:xfrm>
            <a:prstGeom prst="rect">
              <a:avLst/>
            </a:prstGeom>
            <a:noFill/>
            <a:ln>
              <a:noFill/>
            </a:ln>
            <a:effectLst>
              <a:outerShdw blurRad="57150" rotWithShape="0" algn="bl" dir="5400000" dist="19050">
                <a:srgbClr val="000000">
                  <a:alpha val="20000"/>
                </a:srgbClr>
              </a:outerShdw>
            </a:effectLst>
          </p:spPr>
        </p:pic>
        <p:pic>
          <p:nvPicPr>
            <p:cNvPr id="1193" name="Google Shape;1193;g2701ceed56d_4_0"/>
            <p:cNvPicPr preferRelativeResize="0"/>
            <p:nvPr/>
          </p:nvPicPr>
          <p:blipFill rotWithShape="1">
            <a:blip r:embed="rId14">
              <a:alphaModFix/>
            </a:blip>
            <a:srcRect b="0" l="59" r="59" t="0"/>
            <a:stretch/>
          </p:blipFill>
          <p:spPr>
            <a:xfrm>
              <a:off x="2794107" y="2207520"/>
              <a:ext cx="828489" cy="592062"/>
            </a:xfrm>
            <a:prstGeom prst="rect">
              <a:avLst/>
            </a:prstGeom>
            <a:noFill/>
            <a:ln>
              <a:noFill/>
            </a:ln>
            <a:effectLst>
              <a:outerShdw blurRad="57150" rotWithShape="0" algn="bl" dir="5400000" dist="19050">
                <a:srgbClr val="000000">
                  <a:alpha val="20000"/>
                </a:srgbClr>
              </a:outerShdw>
            </a:effectLst>
          </p:spPr>
        </p:pic>
        <p:pic>
          <p:nvPicPr>
            <p:cNvPr id="1194" name="Google Shape;1194;g2701ceed56d_4_0"/>
            <p:cNvPicPr preferRelativeResize="0"/>
            <p:nvPr/>
          </p:nvPicPr>
          <p:blipFill rotWithShape="1">
            <a:blip r:embed="rId15">
              <a:alphaModFix/>
            </a:blip>
            <a:srcRect b="89" l="0" r="0" t="79"/>
            <a:stretch/>
          </p:blipFill>
          <p:spPr>
            <a:xfrm>
              <a:off x="1884982" y="2890468"/>
              <a:ext cx="828489" cy="592062"/>
            </a:xfrm>
            <a:prstGeom prst="rect">
              <a:avLst/>
            </a:prstGeom>
            <a:noFill/>
            <a:ln>
              <a:noFill/>
            </a:ln>
            <a:effectLst>
              <a:outerShdw blurRad="57150" rotWithShape="0" algn="bl" dir="5400000" dist="19050">
                <a:srgbClr val="000000">
                  <a:alpha val="20000"/>
                </a:srgbClr>
              </a:outerShdw>
            </a:effectLst>
          </p:spPr>
        </p:pic>
        <p:pic>
          <p:nvPicPr>
            <p:cNvPr id="1195" name="Google Shape;1195;g2701ceed56d_4_0"/>
            <p:cNvPicPr preferRelativeResize="0"/>
            <p:nvPr/>
          </p:nvPicPr>
          <p:blipFill rotWithShape="1">
            <a:blip r:embed="rId16">
              <a:alphaModFix/>
            </a:blip>
            <a:srcRect b="0" l="59" r="59" t="0"/>
            <a:stretch/>
          </p:blipFill>
          <p:spPr>
            <a:xfrm>
              <a:off x="975907" y="3573415"/>
              <a:ext cx="828489" cy="592062"/>
            </a:xfrm>
            <a:prstGeom prst="rect">
              <a:avLst/>
            </a:prstGeom>
            <a:noFill/>
            <a:ln>
              <a:noFill/>
            </a:ln>
            <a:effectLst>
              <a:outerShdw blurRad="57150" rotWithShape="0" algn="bl" dir="5400000" dist="19050">
                <a:srgbClr val="000000">
                  <a:alpha val="20000"/>
                </a:srgbClr>
              </a:outerShdw>
            </a:effectLst>
          </p:spPr>
        </p:pic>
        <p:pic>
          <p:nvPicPr>
            <p:cNvPr id="1196" name="Google Shape;1196;g2701ceed56d_4_0"/>
            <p:cNvPicPr preferRelativeResize="0"/>
            <p:nvPr/>
          </p:nvPicPr>
          <p:blipFill rotWithShape="1">
            <a:blip r:embed="rId17">
              <a:alphaModFix/>
            </a:blip>
            <a:srcRect b="89" l="0" r="0" t="79"/>
            <a:stretch/>
          </p:blipFill>
          <p:spPr>
            <a:xfrm>
              <a:off x="3703209" y="841625"/>
              <a:ext cx="828489" cy="592062"/>
            </a:xfrm>
            <a:prstGeom prst="rect">
              <a:avLst/>
            </a:prstGeom>
            <a:noFill/>
            <a:ln>
              <a:noFill/>
            </a:ln>
            <a:effectLst>
              <a:outerShdw blurRad="57150" rotWithShape="0" algn="bl" dir="5400000" dist="19050">
                <a:srgbClr val="000000">
                  <a:alpha val="20000"/>
                </a:srgbClr>
              </a:outerShdw>
            </a:effectLst>
          </p:spPr>
        </p:pic>
        <p:pic>
          <p:nvPicPr>
            <p:cNvPr id="1197" name="Google Shape;1197;g2701ceed56d_4_0"/>
            <p:cNvPicPr preferRelativeResize="0"/>
            <p:nvPr/>
          </p:nvPicPr>
          <p:blipFill rotWithShape="1">
            <a:blip r:embed="rId18">
              <a:alphaModFix/>
            </a:blip>
            <a:srcRect b="0" l="59" r="59" t="0"/>
            <a:stretch/>
          </p:blipFill>
          <p:spPr>
            <a:xfrm>
              <a:off x="2794084" y="1524573"/>
              <a:ext cx="828489" cy="592062"/>
            </a:xfrm>
            <a:prstGeom prst="rect">
              <a:avLst/>
            </a:prstGeom>
            <a:noFill/>
            <a:ln>
              <a:noFill/>
            </a:ln>
            <a:effectLst>
              <a:outerShdw blurRad="57150" rotWithShape="0" algn="bl" dir="5400000" dist="19050">
                <a:srgbClr val="000000">
                  <a:alpha val="20000"/>
                </a:srgbClr>
              </a:outerShdw>
            </a:effectLst>
          </p:spPr>
        </p:pic>
        <p:pic>
          <p:nvPicPr>
            <p:cNvPr id="1198" name="Google Shape;1198;g2701ceed56d_4_0"/>
            <p:cNvPicPr preferRelativeResize="0"/>
            <p:nvPr/>
          </p:nvPicPr>
          <p:blipFill rotWithShape="1">
            <a:blip r:embed="rId19">
              <a:alphaModFix/>
            </a:blip>
            <a:srcRect b="0" l="59" r="59" t="0"/>
            <a:stretch/>
          </p:blipFill>
          <p:spPr>
            <a:xfrm>
              <a:off x="1885009" y="2207520"/>
              <a:ext cx="828489" cy="592062"/>
            </a:xfrm>
            <a:prstGeom prst="rect">
              <a:avLst/>
            </a:prstGeom>
            <a:noFill/>
            <a:ln>
              <a:noFill/>
            </a:ln>
            <a:effectLst>
              <a:outerShdw blurRad="57150" rotWithShape="0" algn="bl" dir="5400000" dist="19050">
                <a:srgbClr val="000000">
                  <a:alpha val="20000"/>
                </a:srgbClr>
              </a:outerShdw>
            </a:effectLst>
          </p:spPr>
        </p:pic>
        <p:pic>
          <p:nvPicPr>
            <p:cNvPr id="1199" name="Google Shape;1199;g2701ceed56d_4_0"/>
            <p:cNvPicPr preferRelativeResize="0"/>
            <p:nvPr/>
          </p:nvPicPr>
          <p:blipFill rotWithShape="1">
            <a:blip r:embed="rId20">
              <a:alphaModFix/>
            </a:blip>
            <a:srcRect b="0" l="0" r="0" t="0"/>
            <a:stretch/>
          </p:blipFill>
          <p:spPr>
            <a:xfrm>
              <a:off x="975884" y="2890468"/>
              <a:ext cx="828489" cy="592062"/>
            </a:xfrm>
            <a:prstGeom prst="rect">
              <a:avLst/>
            </a:prstGeom>
            <a:noFill/>
            <a:ln>
              <a:noFill/>
            </a:ln>
            <a:effectLst>
              <a:outerShdw blurRad="57150" rotWithShape="0" algn="bl" dir="5400000" dist="19050">
                <a:srgbClr val="000000">
                  <a:alpha val="20000"/>
                </a:srgbClr>
              </a:outerShdw>
            </a:effectLst>
          </p:spPr>
        </p:pic>
        <p:pic>
          <p:nvPicPr>
            <p:cNvPr id="1200" name="Google Shape;1200;g2701ceed56d_4_0"/>
            <p:cNvPicPr preferRelativeResize="0"/>
            <p:nvPr/>
          </p:nvPicPr>
          <p:blipFill rotWithShape="1">
            <a:blip r:embed="rId21">
              <a:alphaModFix/>
            </a:blip>
            <a:srcRect b="0" l="59" r="59" t="0"/>
            <a:stretch/>
          </p:blipFill>
          <p:spPr>
            <a:xfrm>
              <a:off x="7339609" y="2890465"/>
              <a:ext cx="828489" cy="592062"/>
            </a:xfrm>
            <a:prstGeom prst="rect">
              <a:avLst/>
            </a:prstGeom>
            <a:noFill/>
            <a:ln>
              <a:noFill/>
            </a:ln>
            <a:effectLst>
              <a:outerShdw blurRad="57150" rotWithShape="0" algn="bl" dir="5400000" dist="19050">
                <a:srgbClr val="000000">
                  <a:alpha val="20000"/>
                </a:srgbClr>
              </a:outerShdw>
            </a:effectLst>
          </p:spPr>
        </p:pic>
        <p:pic>
          <p:nvPicPr>
            <p:cNvPr id="1201" name="Google Shape;1201;g2701ceed56d_4_0"/>
            <p:cNvPicPr preferRelativeResize="0"/>
            <p:nvPr/>
          </p:nvPicPr>
          <p:blipFill rotWithShape="1">
            <a:blip r:embed="rId22">
              <a:alphaModFix/>
            </a:blip>
            <a:srcRect b="0" l="0" r="0" t="0"/>
            <a:stretch/>
          </p:blipFill>
          <p:spPr>
            <a:xfrm>
              <a:off x="2794110" y="841625"/>
              <a:ext cx="828489" cy="592062"/>
            </a:xfrm>
            <a:prstGeom prst="rect">
              <a:avLst/>
            </a:prstGeom>
            <a:noFill/>
            <a:ln>
              <a:noFill/>
            </a:ln>
            <a:effectLst>
              <a:outerShdw blurRad="57150" rotWithShape="0" algn="bl" dir="5400000" dist="19050">
                <a:srgbClr val="000000">
                  <a:alpha val="20000"/>
                </a:srgbClr>
              </a:outerShdw>
            </a:effectLst>
          </p:spPr>
        </p:pic>
        <p:pic>
          <p:nvPicPr>
            <p:cNvPr id="1202" name="Google Shape;1202;g2701ceed56d_4_0"/>
            <p:cNvPicPr preferRelativeResize="0"/>
            <p:nvPr/>
          </p:nvPicPr>
          <p:blipFill rotWithShape="1">
            <a:blip r:embed="rId23">
              <a:alphaModFix/>
            </a:blip>
            <a:srcRect b="0" l="59" r="59" t="0"/>
            <a:stretch/>
          </p:blipFill>
          <p:spPr>
            <a:xfrm>
              <a:off x="1884985" y="1524573"/>
              <a:ext cx="828489" cy="592062"/>
            </a:xfrm>
            <a:prstGeom prst="rect">
              <a:avLst/>
            </a:prstGeom>
            <a:noFill/>
            <a:ln>
              <a:noFill/>
            </a:ln>
            <a:effectLst>
              <a:outerShdw blurRad="57150" rotWithShape="0" algn="bl" dir="5400000" dist="19050">
                <a:srgbClr val="000000">
                  <a:alpha val="20000"/>
                </a:srgbClr>
              </a:outerShdw>
            </a:effectLst>
          </p:spPr>
        </p:pic>
        <p:pic>
          <p:nvPicPr>
            <p:cNvPr id="1203" name="Google Shape;1203;g2701ceed56d_4_0"/>
            <p:cNvPicPr preferRelativeResize="0"/>
            <p:nvPr/>
          </p:nvPicPr>
          <p:blipFill rotWithShape="1">
            <a:blip r:embed="rId24">
              <a:alphaModFix/>
            </a:blip>
            <a:srcRect b="0" l="59" r="59" t="0"/>
            <a:stretch/>
          </p:blipFill>
          <p:spPr>
            <a:xfrm>
              <a:off x="975910" y="2207520"/>
              <a:ext cx="828489" cy="592062"/>
            </a:xfrm>
            <a:prstGeom prst="rect">
              <a:avLst/>
            </a:prstGeom>
            <a:noFill/>
            <a:ln>
              <a:noFill/>
            </a:ln>
            <a:effectLst>
              <a:outerShdw blurRad="57150" rotWithShape="0" algn="bl" dir="5400000" dist="19050">
                <a:srgbClr val="000000">
                  <a:alpha val="20000"/>
                </a:srgbClr>
              </a:outerShdw>
            </a:effectLst>
          </p:spPr>
        </p:pic>
        <p:pic>
          <p:nvPicPr>
            <p:cNvPr id="1204" name="Google Shape;1204;g2701ceed56d_4_0"/>
            <p:cNvPicPr preferRelativeResize="0"/>
            <p:nvPr/>
          </p:nvPicPr>
          <p:blipFill rotWithShape="1">
            <a:blip r:embed="rId25">
              <a:alphaModFix/>
            </a:blip>
            <a:srcRect b="0" l="0" r="0" t="0"/>
            <a:stretch/>
          </p:blipFill>
          <p:spPr>
            <a:xfrm>
              <a:off x="7339635" y="2207518"/>
              <a:ext cx="828489" cy="592062"/>
            </a:xfrm>
            <a:prstGeom prst="rect">
              <a:avLst/>
            </a:prstGeom>
            <a:noFill/>
            <a:ln>
              <a:noFill/>
            </a:ln>
            <a:effectLst>
              <a:outerShdw blurRad="57150" rotWithShape="0" algn="bl" dir="5400000" dist="19050">
                <a:srgbClr val="000000">
                  <a:alpha val="20000"/>
                </a:srgbClr>
              </a:outerShdw>
            </a:effectLst>
          </p:spPr>
        </p:pic>
        <p:pic>
          <p:nvPicPr>
            <p:cNvPr id="1205" name="Google Shape;1205;g2701ceed56d_4_0"/>
            <p:cNvPicPr preferRelativeResize="0"/>
            <p:nvPr/>
          </p:nvPicPr>
          <p:blipFill rotWithShape="1">
            <a:blip r:embed="rId26">
              <a:alphaModFix/>
            </a:blip>
            <a:srcRect b="0" l="59" r="59" t="0"/>
            <a:stretch/>
          </p:blipFill>
          <p:spPr>
            <a:xfrm>
              <a:off x="6430510" y="2890465"/>
              <a:ext cx="828489" cy="592062"/>
            </a:xfrm>
            <a:prstGeom prst="rect">
              <a:avLst/>
            </a:prstGeom>
            <a:noFill/>
            <a:ln>
              <a:noFill/>
            </a:ln>
            <a:effectLst>
              <a:outerShdw blurRad="57150" rotWithShape="0" algn="bl" dir="5400000" dist="19050">
                <a:srgbClr val="000000">
                  <a:alpha val="20000"/>
                </a:srgbClr>
              </a:outerShdw>
            </a:effectLst>
          </p:spPr>
        </p:pic>
        <p:pic>
          <p:nvPicPr>
            <p:cNvPr id="1206" name="Google Shape;1206;g2701ceed56d_4_0"/>
            <p:cNvPicPr preferRelativeResize="0"/>
            <p:nvPr/>
          </p:nvPicPr>
          <p:blipFill rotWithShape="1">
            <a:blip r:embed="rId27">
              <a:alphaModFix/>
            </a:blip>
            <a:srcRect b="0" l="0" r="0" t="0"/>
            <a:stretch/>
          </p:blipFill>
          <p:spPr>
            <a:xfrm>
              <a:off x="1885001" y="841625"/>
              <a:ext cx="828489" cy="592062"/>
            </a:xfrm>
            <a:prstGeom prst="rect">
              <a:avLst/>
            </a:prstGeom>
            <a:noFill/>
            <a:ln>
              <a:noFill/>
            </a:ln>
            <a:effectLst>
              <a:outerShdw blurRad="57150" rotWithShape="0" algn="bl" dir="5400000" dist="19050">
                <a:srgbClr val="000000">
                  <a:alpha val="20000"/>
                </a:srgbClr>
              </a:outerShdw>
            </a:effectLst>
          </p:spPr>
        </p:pic>
        <p:pic>
          <p:nvPicPr>
            <p:cNvPr id="1207" name="Google Shape;1207;g2701ceed56d_4_0"/>
            <p:cNvPicPr preferRelativeResize="0"/>
            <p:nvPr/>
          </p:nvPicPr>
          <p:blipFill rotWithShape="1">
            <a:blip r:embed="rId28">
              <a:alphaModFix/>
            </a:blip>
            <a:srcRect b="0" l="59" r="59" t="0"/>
            <a:stretch/>
          </p:blipFill>
          <p:spPr>
            <a:xfrm>
              <a:off x="975876" y="1524573"/>
              <a:ext cx="828489" cy="592062"/>
            </a:xfrm>
            <a:prstGeom prst="rect">
              <a:avLst/>
            </a:prstGeom>
            <a:noFill/>
            <a:ln>
              <a:noFill/>
            </a:ln>
            <a:effectLst>
              <a:outerShdw blurRad="57150" rotWithShape="0" algn="bl" dir="5400000" dist="19050">
                <a:srgbClr val="000000">
                  <a:alpha val="20000"/>
                </a:srgbClr>
              </a:outerShdw>
            </a:effectLst>
          </p:spPr>
        </p:pic>
        <p:pic>
          <p:nvPicPr>
            <p:cNvPr id="1208" name="Google Shape;1208;g2701ceed56d_4_0"/>
            <p:cNvPicPr preferRelativeResize="0"/>
            <p:nvPr/>
          </p:nvPicPr>
          <p:blipFill rotWithShape="1">
            <a:blip r:embed="rId29">
              <a:alphaModFix/>
            </a:blip>
            <a:srcRect b="29" l="0" r="0" t="19"/>
            <a:stretch/>
          </p:blipFill>
          <p:spPr>
            <a:xfrm>
              <a:off x="7339601" y="1524570"/>
              <a:ext cx="828489" cy="592062"/>
            </a:xfrm>
            <a:prstGeom prst="rect">
              <a:avLst/>
            </a:prstGeom>
            <a:noFill/>
            <a:ln>
              <a:noFill/>
            </a:ln>
            <a:effectLst>
              <a:outerShdw blurRad="57150" rotWithShape="0" algn="bl" dir="5400000" dist="19050">
                <a:srgbClr val="000000">
                  <a:alpha val="20000"/>
                </a:srgbClr>
              </a:outerShdw>
            </a:effectLst>
          </p:spPr>
        </p:pic>
        <p:pic>
          <p:nvPicPr>
            <p:cNvPr id="1209" name="Google Shape;1209;g2701ceed56d_4_0"/>
            <p:cNvPicPr preferRelativeResize="0"/>
            <p:nvPr/>
          </p:nvPicPr>
          <p:blipFill rotWithShape="1">
            <a:blip r:embed="rId30">
              <a:alphaModFix/>
            </a:blip>
            <a:srcRect b="29" l="0" r="0" t="19"/>
            <a:stretch/>
          </p:blipFill>
          <p:spPr>
            <a:xfrm>
              <a:off x="6430526" y="2207518"/>
              <a:ext cx="828489" cy="592062"/>
            </a:xfrm>
            <a:prstGeom prst="rect">
              <a:avLst/>
            </a:prstGeom>
            <a:noFill/>
            <a:ln>
              <a:noFill/>
            </a:ln>
            <a:effectLst>
              <a:outerShdw blurRad="57150" rotWithShape="0" algn="bl" dir="5400000" dist="19050">
                <a:srgbClr val="000000">
                  <a:alpha val="20000"/>
                </a:srgbClr>
              </a:outerShdw>
            </a:effectLst>
          </p:spPr>
        </p:pic>
        <p:pic>
          <p:nvPicPr>
            <p:cNvPr id="1210" name="Google Shape;1210;g2701ceed56d_4_0"/>
            <p:cNvPicPr preferRelativeResize="0"/>
            <p:nvPr/>
          </p:nvPicPr>
          <p:blipFill rotWithShape="1">
            <a:blip r:embed="rId31">
              <a:alphaModFix/>
            </a:blip>
            <a:srcRect b="0" l="0" r="0" t="0"/>
            <a:stretch/>
          </p:blipFill>
          <p:spPr>
            <a:xfrm>
              <a:off x="5521401" y="2890465"/>
              <a:ext cx="828489" cy="592062"/>
            </a:xfrm>
            <a:prstGeom prst="rect">
              <a:avLst/>
            </a:prstGeom>
            <a:noFill/>
            <a:ln>
              <a:noFill/>
            </a:ln>
            <a:effectLst>
              <a:outerShdw blurRad="57150" rotWithShape="0" algn="bl" dir="5400000" dist="19050">
                <a:srgbClr val="000000">
                  <a:alpha val="20000"/>
                </a:srgbClr>
              </a:outerShdw>
            </a:effectLst>
          </p:spPr>
        </p:pic>
        <p:pic>
          <p:nvPicPr>
            <p:cNvPr id="1211" name="Google Shape;1211;g2701ceed56d_4_0"/>
            <p:cNvPicPr preferRelativeResize="0"/>
            <p:nvPr/>
          </p:nvPicPr>
          <p:blipFill rotWithShape="1">
            <a:blip r:embed="rId32">
              <a:alphaModFix/>
            </a:blip>
            <a:srcRect b="29" l="0" r="0" t="19"/>
            <a:stretch/>
          </p:blipFill>
          <p:spPr>
            <a:xfrm>
              <a:off x="4612326" y="3573412"/>
              <a:ext cx="828489" cy="592062"/>
            </a:xfrm>
            <a:prstGeom prst="rect">
              <a:avLst/>
            </a:prstGeom>
            <a:noFill/>
            <a:ln>
              <a:noFill/>
            </a:ln>
            <a:effectLst>
              <a:outerShdw blurRad="57150" rotWithShape="0" algn="bl" dir="5400000" dist="19050">
                <a:srgbClr val="000000">
                  <a:alpha val="20000"/>
                </a:srgbClr>
              </a:outerShdw>
            </a:effectLst>
          </p:spPr>
        </p:pic>
        <p:pic>
          <p:nvPicPr>
            <p:cNvPr id="1212" name="Google Shape;1212;g2701ceed56d_4_0"/>
            <p:cNvPicPr preferRelativeResize="0"/>
            <p:nvPr/>
          </p:nvPicPr>
          <p:blipFill rotWithShape="1">
            <a:blip r:embed="rId33">
              <a:alphaModFix/>
            </a:blip>
            <a:srcRect b="0" l="0" r="0" t="0"/>
            <a:stretch/>
          </p:blipFill>
          <p:spPr>
            <a:xfrm>
              <a:off x="975880" y="841625"/>
              <a:ext cx="828489" cy="592062"/>
            </a:xfrm>
            <a:prstGeom prst="rect">
              <a:avLst/>
            </a:prstGeom>
            <a:noFill/>
            <a:ln>
              <a:noFill/>
            </a:ln>
            <a:effectLst>
              <a:outerShdw blurRad="57150" rotWithShape="0" algn="bl" dir="5400000" dist="19050">
                <a:srgbClr val="000000">
                  <a:alpha val="20000"/>
                </a:srgbClr>
              </a:outerShdw>
            </a:effectLst>
          </p:spPr>
        </p:pic>
        <p:pic>
          <p:nvPicPr>
            <p:cNvPr id="1213" name="Google Shape;1213;g2701ceed56d_4_0"/>
            <p:cNvPicPr preferRelativeResize="0"/>
            <p:nvPr/>
          </p:nvPicPr>
          <p:blipFill rotWithShape="1">
            <a:blip r:embed="rId34">
              <a:alphaModFix/>
            </a:blip>
            <a:srcRect b="89" l="0" r="0" t="79"/>
            <a:stretch/>
          </p:blipFill>
          <p:spPr>
            <a:xfrm>
              <a:off x="7339605" y="841623"/>
              <a:ext cx="828489" cy="592062"/>
            </a:xfrm>
            <a:prstGeom prst="rect">
              <a:avLst/>
            </a:prstGeom>
            <a:noFill/>
            <a:ln>
              <a:noFill/>
            </a:ln>
            <a:effectLst>
              <a:outerShdw blurRad="57150" rotWithShape="0" algn="bl" dir="5400000" dist="19050">
                <a:srgbClr val="000000">
                  <a:alpha val="20000"/>
                </a:srgbClr>
              </a:outerShdw>
            </a:effectLst>
          </p:spPr>
        </p:pic>
        <p:pic>
          <p:nvPicPr>
            <p:cNvPr id="1214" name="Google Shape;1214;g2701ceed56d_4_0"/>
            <p:cNvPicPr preferRelativeResize="0"/>
            <p:nvPr/>
          </p:nvPicPr>
          <p:blipFill rotWithShape="1">
            <a:blip r:embed="rId35">
              <a:alphaModFix/>
            </a:blip>
            <a:srcRect b="29" l="0" r="0" t="19"/>
            <a:stretch/>
          </p:blipFill>
          <p:spPr>
            <a:xfrm>
              <a:off x="6430480" y="1524570"/>
              <a:ext cx="828489" cy="592062"/>
            </a:xfrm>
            <a:prstGeom prst="rect">
              <a:avLst/>
            </a:prstGeom>
            <a:noFill/>
            <a:ln>
              <a:noFill/>
            </a:ln>
            <a:effectLst>
              <a:outerShdw blurRad="57150" rotWithShape="0" algn="bl" dir="5400000" dist="19050">
                <a:srgbClr val="000000">
                  <a:alpha val="20000"/>
                </a:srgbClr>
              </a:outerShdw>
            </a:effectLst>
          </p:spPr>
        </p:pic>
        <p:pic>
          <p:nvPicPr>
            <p:cNvPr id="1215" name="Google Shape;1215;g2701ceed56d_4_0"/>
            <p:cNvPicPr preferRelativeResize="0"/>
            <p:nvPr/>
          </p:nvPicPr>
          <p:blipFill rotWithShape="1">
            <a:blip r:embed="rId36">
              <a:alphaModFix/>
            </a:blip>
            <a:srcRect b="29" l="0" r="0" t="19"/>
            <a:stretch/>
          </p:blipFill>
          <p:spPr>
            <a:xfrm>
              <a:off x="5521405" y="2207518"/>
              <a:ext cx="828489" cy="592062"/>
            </a:xfrm>
            <a:prstGeom prst="rect">
              <a:avLst/>
            </a:prstGeom>
            <a:noFill/>
            <a:ln>
              <a:noFill/>
            </a:ln>
            <a:effectLst>
              <a:outerShdw blurRad="57150" rotWithShape="0" algn="bl" dir="5400000" dist="19050">
                <a:srgbClr val="000000">
                  <a:alpha val="20000"/>
                </a:srgbClr>
              </a:outerShdw>
            </a:effectLst>
          </p:spPr>
        </p:pic>
        <p:pic>
          <p:nvPicPr>
            <p:cNvPr id="1216" name="Google Shape;1216;g2701ceed56d_4_0"/>
            <p:cNvPicPr preferRelativeResize="0"/>
            <p:nvPr/>
          </p:nvPicPr>
          <p:blipFill rotWithShape="1">
            <a:blip r:embed="rId37">
              <a:alphaModFix/>
            </a:blip>
            <a:srcRect b="89" l="0" r="0" t="79"/>
            <a:stretch/>
          </p:blipFill>
          <p:spPr>
            <a:xfrm>
              <a:off x="4612280" y="2890465"/>
              <a:ext cx="828489" cy="592062"/>
            </a:xfrm>
            <a:prstGeom prst="rect">
              <a:avLst/>
            </a:prstGeom>
            <a:noFill/>
            <a:ln>
              <a:noFill/>
            </a:ln>
            <a:effectLst>
              <a:outerShdw blurRad="57150" rotWithShape="0" algn="bl" dir="5400000" dist="19050">
                <a:srgbClr val="000000">
                  <a:alpha val="20000"/>
                </a:srgbClr>
              </a:outerShdw>
            </a:effectLst>
          </p:spPr>
        </p:pic>
        <p:pic>
          <p:nvPicPr>
            <p:cNvPr id="1217" name="Google Shape;1217;g2701ceed56d_4_0"/>
            <p:cNvPicPr preferRelativeResize="0"/>
            <p:nvPr/>
          </p:nvPicPr>
          <p:blipFill rotWithShape="1">
            <a:blip r:embed="rId38">
              <a:alphaModFix/>
            </a:blip>
            <a:srcRect b="29" l="0" r="0" t="19"/>
            <a:stretch/>
          </p:blipFill>
          <p:spPr>
            <a:xfrm>
              <a:off x="3703205" y="3573412"/>
              <a:ext cx="828489" cy="592062"/>
            </a:xfrm>
            <a:prstGeom prst="rect">
              <a:avLst/>
            </a:prstGeom>
            <a:noFill/>
            <a:ln>
              <a:noFill/>
            </a:ln>
            <a:effectLst>
              <a:outerShdw blurRad="57150" rotWithShape="0" algn="bl" dir="5400000" dist="19050">
                <a:srgbClr val="000000">
                  <a:alpha val="20000"/>
                </a:srgbClr>
              </a:outerShdw>
            </a:effectLst>
          </p:spPr>
        </p:pic>
        <p:pic>
          <p:nvPicPr>
            <p:cNvPr id="1218" name="Google Shape;1218;g2701ceed56d_4_0"/>
            <p:cNvPicPr preferRelativeResize="0"/>
            <p:nvPr/>
          </p:nvPicPr>
          <p:blipFill rotWithShape="1">
            <a:blip r:embed="rId39">
              <a:alphaModFix/>
            </a:blip>
            <a:srcRect b="29" l="0" r="0" t="19"/>
            <a:stretch/>
          </p:blipFill>
          <p:spPr>
            <a:xfrm>
              <a:off x="3703217" y="2207520"/>
              <a:ext cx="828489" cy="592062"/>
            </a:xfrm>
            <a:prstGeom prst="rect">
              <a:avLst/>
            </a:prstGeom>
            <a:noFill/>
            <a:ln>
              <a:noFill/>
            </a:ln>
            <a:effectLst>
              <a:outerShdw blurRad="57150" rotWithShape="0" algn="bl" dir="5400000" dist="19050">
                <a:srgbClr val="000000">
                  <a:alpha val="20000"/>
                </a:srgbClr>
              </a:outerShdw>
            </a:effectLst>
          </p:spPr>
        </p:pic>
        <p:pic>
          <p:nvPicPr>
            <p:cNvPr id="1219" name="Google Shape;1219;g2701ceed56d_4_0"/>
            <p:cNvPicPr preferRelativeResize="0"/>
            <p:nvPr/>
          </p:nvPicPr>
          <p:blipFill rotWithShape="1">
            <a:blip r:embed="rId40">
              <a:alphaModFix/>
            </a:blip>
            <a:srcRect b="0" l="59" r="59" t="0"/>
            <a:stretch/>
          </p:blipFill>
          <p:spPr>
            <a:xfrm>
              <a:off x="1885015" y="4256362"/>
              <a:ext cx="828489" cy="592062"/>
            </a:xfrm>
            <a:prstGeom prst="rect">
              <a:avLst/>
            </a:prstGeom>
            <a:noFill/>
            <a:ln>
              <a:noFill/>
            </a:ln>
            <a:effectLst>
              <a:outerShdw blurRad="57150" rotWithShape="0" algn="bl" dir="5400000" dist="19050">
                <a:srgbClr val="000000">
                  <a:alpha val="20000"/>
                </a:srgbClr>
              </a:outerShdw>
            </a:effectLst>
          </p:spPr>
        </p:pic>
        <p:pic>
          <p:nvPicPr>
            <p:cNvPr id="1220" name="Google Shape;1220;g2701ceed56d_4_0"/>
            <p:cNvPicPr preferRelativeResize="0"/>
            <p:nvPr/>
          </p:nvPicPr>
          <p:blipFill rotWithShape="1">
            <a:blip r:embed="rId41">
              <a:alphaModFix/>
            </a:blip>
            <a:srcRect b="29" l="0" r="0" t="19"/>
            <a:stretch/>
          </p:blipFill>
          <p:spPr>
            <a:xfrm>
              <a:off x="975905" y="4256362"/>
              <a:ext cx="828489" cy="592062"/>
            </a:xfrm>
            <a:prstGeom prst="rect">
              <a:avLst/>
            </a:prstGeom>
            <a:noFill/>
            <a:ln>
              <a:noFill/>
            </a:ln>
            <a:effectLst>
              <a:outerShdw blurRad="57150" rotWithShape="0" algn="bl" dir="5400000" dist="19050">
                <a:srgbClr val="000000">
                  <a:alpha val="20000"/>
                </a:srgbClr>
              </a:outerShdw>
            </a:effectLst>
          </p:spPr>
        </p:pic>
        <p:pic>
          <p:nvPicPr>
            <p:cNvPr id="1221" name="Google Shape;1221;g2701ceed56d_4_0"/>
            <p:cNvPicPr preferRelativeResize="0"/>
            <p:nvPr/>
          </p:nvPicPr>
          <p:blipFill rotWithShape="1">
            <a:blip r:embed="rId42">
              <a:alphaModFix/>
            </a:blip>
            <a:srcRect b="0" l="59" r="59" t="0"/>
            <a:stretch/>
          </p:blipFill>
          <p:spPr>
            <a:xfrm>
              <a:off x="7339632" y="3573437"/>
              <a:ext cx="828489" cy="592062"/>
            </a:xfrm>
            <a:prstGeom prst="rect">
              <a:avLst/>
            </a:prstGeom>
            <a:noFill/>
            <a:ln>
              <a:noFill/>
            </a:ln>
            <a:effectLst>
              <a:outerShdw blurRad="57150" rotWithShape="0" algn="bl" dir="5400000" dist="19050">
                <a:srgbClr val="000000">
                  <a:alpha val="20000"/>
                </a:srgbClr>
              </a:outerShdw>
            </a:effectLst>
          </p:spPr>
        </p:pic>
        <p:pic>
          <p:nvPicPr>
            <p:cNvPr id="1222" name="Google Shape;1222;g2701ceed56d_4_0"/>
            <p:cNvPicPr preferRelativeResize="0"/>
            <p:nvPr/>
          </p:nvPicPr>
          <p:blipFill rotWithShape="1">
            <a:blip r:embed="rId43">
              <a:alphaModFix/>
            </a:blip>
            <a:srcRect b="0" l="59" r="59" t="0"/>
            <a:stretch/>
          </p:blipFill>
          <p:spPr>
            <a:xfrm>
              <a:off x="6430534" y="3573412"/>
              <a:ext cx="828489" cy="592062"/>
            </a:xfrm>
            <a:prstGeom prst="rect">
              <a:avLst/>
            </a:prstGeom>
            <a:noFill/>
            <a:ln>
              <a:noFill/>
            </a:ln>
            <a:effectLst>
              <a:outerShdw blurRad="57150" rotWithShape="0" algn="bl" dir="5400000" dist="19050">
                <a:srgbClr val="000000">
                  <a:alpha val="20000"/>
                </a:srgbClr>
              </a:outerShdw>
            </a:effectLst>
          </p:spPr>
        </p:pic>
        <p:pic>
          <p:nvPicPr>
            <p:cNvPr id="1223" name="Google Shape;1223;g2701ceed56d_4_0"/>
            <p:cNvPicPr preferRelativeResize="0"/>
            <p:nvPr/>
          </p:nvPicPr>
          <p:blipFill rotWithShape="1">
            <a:blip r:embed="rId44">
              <a:alphaModFix/>
            </a:blip>
            <a:srcRect b="0" l="59" r="59" t="0"/>
            <a:stretch/>
          </p:blipFill>
          <p:spPr>
            <a:xfrm>
              <a:off x="5521435" y="3573412"/>
              <a:ext cx="828489" cy="592062"/>
            </a:xfrm>
            <a:prstGeom prst="rect">
              <a:avLst/>
            </a:prstGeom>
            <a:noFill/>
            <a:ln>
              <a:noFill/>
            </a:ln>
            <a:effectLst>
              <a:outerShdw blurRad="57150" rotWithShape="0" algn="bl" dir="5400000" dist="19050">
                <a:srgbClr val="000000">
                  <a:alpha val="20000"/>
                </a:srgbClr>
              </a:outerShdw>
            </a:effectLst>
          </p:spPr>
        </p:pic>
        <p:pic>
          <p:nvPicPr>
            <p:cNvPr id="1224" name="Google Shape;1224;g2701ceed56d_4_0"/>
            <p:cNvPicPr preferRelativeResize="0"/>
            <p:nvPr/>
          </p:nvPicPr>
          <p:blipFill rotWithShape="1">
            <a:blip r:embed="rId45">
              <a:alphaModFix/>
            </a:blip>
            <a:srcRect b="29" l="0" r="0" t="19"/>
            <a:stretch/>
          </p:blipFill>
          <p:spPr>
            <a:xfrm>
              <a:off x="2794115" y="4264328"/>
              <a:ext cx="828489" cy="592062"/>
            </a:xfrm>
            <a:prstGeom prst="rect">
              <a:avLst/>
            </a:prstGeom>
            <a:noFill/>
            <a:ln>
              <a:noFill/>
            </a:ln>
            <a:effectLst>
              <a:outerShdw blurRad="57150" rotWithShape="0" algn="bl" dir="5400000" dist="19050">
                <a:srgbClr val="000000">
                  <a:alpha val="20000"/>
                </a:srgbClr>
              </a:outerShdw>
            </a:effectLst>
          </p:spPr>
        </p:pic>
        <p:pic>
          <p:nvPicPr>
            <p:cNvPr id="1225" name="Google Shape;1225;g2701ceed56d_4_0"/>
            <p:cNvPicPr preferRelativeResize="0"/>
            <p:nvPr/>
          </p:nvPicPr>
          <p:blipFill rotWithShape="1">
            <a:blip r:embed="rId46">
              <a:alphaModFix/>
            </a:blip>
            <a:srcRect b="0" l="59" r="59" t="0"/>
            <a:stretch/>
          </p:blipFill>
          <p:spPr>
            <a:xfrm>
              <a:off x="4612326" y="4264325"/>
              <a:ext cx="828489" cy="592062"/>
            </a:xfrm>
            <a:prstGeom prst="rect">
              <a:avLst/>
            </a:prstGeom>
            <a:noFill/>
            <a:ln>
              <a:noFill/>
            </a:ln>
            <a:effectLst>
              <a:outerShdw blurRad="57150" rotWithShape="0" algn="bl" dir="5400000" dist="19050">
                <a:srgbClr val="000000">
                  <a:alpha val="20000"/>
                </a:srgbClr>
              </a:outerShdw>
            </a:effectLst>
          </p:spPr>
        </p:pic>
        <p:pic>
          <p:nvPicPr>
            <p:cNvPr id="1226" name="Google Shape;1226;g2701ceed56d_4_0"/>
            <p:cNvPicPr preferRelativeResize="0"/>
            <p:nvPr/>
          </p:nvPicPr>
          <p:blipFill rotWithShape="1">
            <a:blip r:embed="rId47">
              <a:alphaModFix/>
            </a:blip>
            <a:srcRect b="29" l="0" r="0" t="19"/>
            <a:stretch/>
          </p:blipFill>
          <p:spPr>
            <a:xfrm>
              <a:off x="3703205" y="4264325"/>
              <a:ext cx="828489" cy="592062"/>
            </a:xfrm>
            <a:prstGeom prst="rect">
              <a:avLst/>
            </a:prstGeom>
            <a:noFill/>
            <a:ln>
              <a:noFill/>
            </a:ln>
            <a:effectLst>
              <a:outerShdw blurRad="57150" rotWithShape="0" algn="bl" dir="5400000" dist="19050">
                <a:srgbClr val="000000">
                  <a:alpha val="20000"/>
                </a:srgbClr>
              </a:outerShdw>
            </a:effectLst>
          </p:spPr>
        </p:pic>
        <p:pic>
          <p:nvPicPr>
            <p:cNvPr id="1227" name="Google Shape;1227;g2701ceed56d_4_0"/>
            <p:cNvPicPr preferRelativeResize="0"/>
            <p:nvPr/>
          </p:nvPicPr>
          <p:blipFill rotWithShape="1">
            <a:blip r:embed="rId48">
              <a:alphaModFix/>
            </a:blip>
            <a:srcRect b="29" l="0" r="0" t="19"/>
            <a:stretch/>
          </p:blipFill>
          <p:spPr>
            <a:xfrm>
              <a:off x="7339632" y="4264350"/>
              <a:ext cx="828489" cy="592062"/>
            </a:xfrm>
            <a:prstGeom prst="rect">
              <a:avLst/>
            </a:prstGeom>
            <a:noFill/>
            <a:ln>
              <a:noFill/>
            </a:ln>
            <a:effectLst>
              <a:outerShdw blurRad="57150" rotWithShape="0" algn="bl" dir="5400000" dist="19050">
                <a:srgbClr val="000000">
                  <a:alpha val="20000"/>
                </a:srgbClr>
              </a:outerShdw>
            </a:effectLst>
          </p:spPr>
        </p:pic>
        <p:pic>
          <p:nvPicPr>
            <p:cNvPr id="1228" name="Google Shape;1228;g2701ceed56d_4_0"/>
            <p:cNvPicPr preferRelativeResize="0"/>
            <p:nvPr/>
          </p:nvPicPr>
          <p:blipFill rotWithShape="1">
            <a:blip r:embed="rId49">
              <a:alphaModFix/>
            </a:blip>
            <a:srcRect b="0" l="59" r="59" t="0"/>
            <a:stretch/>
          </p:blipFill>
          <p:spPr>
            <a:xfrm>
              <a:off x="6430534" y="4264325"/>
              <a:ext cx="828489" cy="592062"/>
            </a:xfrm>
            <a:prstGeom prst="rect">
              <a:avLst/>
            </a:prstGeom>
            <a:noFill/>
            <a:ln>
              <a:noFill/>
            </a:ln>
            <a:effectLst>
              <a:outerShdw blurRad="57150" rotWithShape="0" algn="bl" dir="5400000" dist="19050">
                <a:srgbClr val="000000">
                  <a:alpha val="20000"/>
                </a:srgbClr>
              </a:outerShdw>
            </a:effectLst>
          </p:spPr>
        </p:pic>
        <p:pic>
          <p:nvPicPr>
            <p:cNvPr id="1229" name="Google Shape;1229;g2701ceed56d_4_0"/>
            <p:cNvPicPr preferRelativeResize="0"/>
            <p:nvPr/>
          </p:nvPicPr>
          <p:blipFill rotWithShape="1">
            <a:blip r:embed="rId50">
              <a:alphaModFix/>
            </a:blip>
            <a:srcRect b="0" l="59" r="59" t="0"/>
            <a:stretch/>
          </p:blipFill>
          <p:spPr>
            <a:xfrm>
              <a:off x="5521435" y="4264325"/>
              <a:ext cx="828489" cy="592062"/>
            </a:xfrm>
            <a:prstGeom prst="rect">
              <a:avLst/>
            </a:prstGeom>
            <a:noFill/>
            <a:ln>
              <a:noFill/>
            </a:ln>
            <a:effectLst>
              <a:outerShdw blurRad="57150" rotWithShape="0" algn="bl" dir="5400000" dist="19050">
                <a:srgbClr val="000000">
                  <a:alpha val="20000"/>
                </a:srgbClr>
              </a:outerShdw>
            </a:effectLst>
          </p:spPr>
        </p:pic>
        <p:pic>
          <p:nvPicPr>
            <p:cNvPr id="1230" name="Google Shape;1230;g2701ceed56d_4_0"/>
            <p:cNvPicPr preferRelativeResize="0"/>
            <p:nvPr/>
          </p:nvPicPr>
          <p:blipFill rotWithShape="1">
            <a:blip r:embed="rId51">
              <a:alphaModFix/>
            </a:blip>
            <a:srcRect b="29" l="0" r="0" t="19"/>
            <a:stretch/>
          </p:blipFill>
          <p:spPr>
            <a:xfrm>
              <a:off x="1885015" y="4939312"/>
              <a:ext cx="828489" cy="592062"/>
            </a:xfrm>
            <a:prstGeom prst="rect">
              <a:avLst/>
            </a:prstGeom>
            <a:noFill/>
            <a:ln>
              <a:noFill/>
            </a:ln>
            <a:effectLst>
              <a:outerShdw blurRad="57150" rotWithShape="0" algn="bl" dir="5400000" dist="19050">
                <a:srgbClr val="000000">
                  <a:alpha val="20000"/>
                </a:srgbClr>
              </a:outerShdw>
            </a:effectLst>
          </p:spPr>
        </p:pic>
        <p:pic>
          <p:nvPicPr>
            <p:cNvPr id="1231" name="Google Shape;1231;g2701ceed56d_4_0"/>
            <p:cNvPicPr preferRelativeResize="0"/>
            <p:nvPr/>
          </p:nvPicPr>
          <p:blipFill rotWithShape="1">
            <a:blip r:embed="rId52">
              <a:alphaModFix/>
            </a:blip>
            <a:srcRect b="0" l="59" r="59" t="0"/>
            <a:stretch/>
          </p:blipFill>
          <p:spPr>
            <a:xfrm>
              <a:off x="975905" y="4939312"/>
              <a:ext cx="828489" cy="592062"/>
            </a:xfrm>
            <a:prstGeom prst="rect">
              <a:avLst/>
            </a:prstGeom>
            <a:noFill/>
            <a:ln>
              <a:noFill/>
            </a:ln>
            <a:effectLst>
              <a:outerShdw blurRad="57150" rotWithShape="0" algn="bl" dir="5400000" dist="19050">
                <a:srgbClr val="000000">
                  <a:alpha val="20000"/>
                </a:srgbClr>
              </a:outerShdw>
            </a:effectLst>
          </p:spPr>
        </p:pic>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pic>
        <p:nvPicPr>
          <p:cNvPr id="1237" name="Google Shape;1237;g27396dc95f3_0_0"/>
          <p:cNvPicPr preferRelativeResize="0"/>
          <p:nvPr/>
        </p:nvPicPr>
        <p:blipFill rotWithShape="1">
          <a:blip r:embed="rId3">
            <a:alphaModFix/>
          </a:blip>
          <a:srcRect b="0" l="0" r="0" t="0"/>
          <a:stretch/>
        </p:blipFill>
        <p:spPr>
          <a:xfrm>
            <a:off x="640472" y="2738941"/>
            <a:ext cx="4299608" cy="1135100"/>
          </a:xfrm>
          <a:prstGeom prst="rect">
            <a:avLst/>
          </a:prstGeom>
          <a:noFill/>
          <a:ln>
            <a:noFill/>
          </a:ln>
        </p:spPr>
      </p:pic>
      <p:pic>
        <p:nvPicPr>
          <p:cNvPr id="1238" name="Google Shape;1238;g27396dc95f3_0_0"/>
          <p:cNvPicPr preferRelativeResize="0"/>
          <p:nvPr/>
        </p:nvPicPr>
        <p:blipFill rotWithShape="1">
          <a:blip r:embed="rId4">
            <a:alphaModFix/>
          </a:blip>
          <a:srcRect b="0" l="0" r="0" t="0"/>
          <a:stretch/>
        </p:blipFill>
        <p:spPr>
          <a:xfrm>
            <a:off x="5109050" y="2737523"/>
            <a:ext cx="3164550" cy="1567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Sound Family /ear/; ear - Lesson 86</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49" name="Shape 124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