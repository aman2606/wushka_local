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embeddedFontLst>
    <p:embeddedFont>
      <p:font typeface="Jost"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QdfF/ObV+LIQV+49jRibzL2p1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B2F39C-29C5-416C-ADDF-3804BE89DE3A}">
  <a:tblStyle styleId="{00B2F39C-29C5-416C-ADDF-3804BE89DE3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400" d="100"/>
          <a:sy n="400" d="100"/>
        </p:scale>
        <p:origin x="-10500" y="-151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6" name="Google Shape;84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7" name="Google Shape;84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273c4b8b71b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7" name="Google Shape;1017;g273c4b8b71b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g273c4b8b71b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73c4b8b71b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9" name="Google Shape;1119;g273c4b8b71b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0" name="Google Shape;1120;g273c4b8b71b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273c4b8b71b_0_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8" name="Google Shape;1128;g273c4b8b71b_0_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9" name="Google Shape;1129;g273c4b8b71b_0_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5"/>
        <p:cNvGrpSpPr/>
        <p:nvPr/>
      </p:nvGrpSpPr>
      <p:grpSpPr>
        <a:xfrm>
          <a:off x="0" y="0"/>
          <a:ext cx="0" cy="0"/>
          <a:chOff x="0" y="0"/>
          <a:chExt cx="0" cy="0"/>
        </a:xfrm>
      </p:grpSpPr>
      <p:sp>
        <p:nvSpPr>
          <p:cNvPr id="1136" name="Google Shape;1136;g27414c38116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7" name="Google Shape;1137;g27414c38116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8" name="Google Shape;1138;g27414c38116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27414c38116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6" name="Google Shape;1146;g27414c38116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7" name="Google Shape;1147;g27414c38116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5" name="Google Shape;115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273c4b8b71b_0_1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4" name="Google Shape;1184;g273c4b8b71b_0_1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5" name="Google Shape;1185;g273c4b8b71b_0_1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85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Sound Family /u/ - o</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11.1 -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51</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5.5 - Sound Families </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7.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6.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s>
</file>

<file path=ppt/slides/_rels/slide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6.png"/><Relationship Id="rId7" Type="http://schemas.openxmlformats.org/officeDocument/2006/relationships/image" Target="../media/image130.png"/><Relationship Id="rId12" Type="http://schemas.openxmlformats.org/officeDocument/2006/relationships/image" Target="../media/image135.png"/><Relationship Id="rId2" Type="http://schemas.openxmlformats.org/officeDocument/2006/relationships/notesSlide" Target="../notesSlides/notesSlide7.xml"/><Relationship Id="rId16" Type="http://schemas.openxmlformats.org/officeDocument/2006/relationships/image" Target="../media/image139.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128.png"/><Relationship Id="rId15" Type="http://schemas.openxmlformats.org/officeDocument/2006/relationships/image" Target="../media/image138.png"/><Relationship Id="rId10" Type="http://schemas.openxmlformats.org/officeDocument/2006/relationships/image" Target="../media/image133.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s>
</file>

<file path=ppt/slides/_rels/slide8.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png"/><Relationship Id="rId18" Type="http://schemas.openxmlformats.org/officeDocument/2006/relationships/image" Target="../media/image155.png"/><Relationship Id="rId26" Type="http://schemas.openxmlformats.org/officeDocument/2006/relationships/image" Target="../media/image163.png"/><Relationship Id="rId3" Type="http://schemas.openxmlformats.org/officeDocument/2006/relationships/image" Target="../media/image140.png"/><Relationship Id="rId21" Type="http://schemas.openxmlformats.org/officeDocument/2006/relationships/image" Target="../media/image158.png"/><Relationship Id="rId7" Type="http://schemas.openxmlformats.org/officeDocument/2006/relationships/image" Target="../media/image144.png"/><Relationship Id="rId12" Type="http://schemas.openxmlformats.org/officeDocument/2006/relationships/image" Target="../media/image149.png"/><Relationship Id="rId17" Type="http://schemas.openxmlformats.org/officeDocument/2006/relationships/image" Target="../media/image154.png"/><Relationship Id="rId25" Type="http://schemas.openxmlformats.org/officeDocument/2006/relationships/image" Target="../media/image162.png"/><Relationship Id="rId2" Type="http://schemas.openxmlformats.org/officeDocument/2006/relationships/notesSlide" Target="../notesSlides/notesSlide8.xml"/><Relationship Id="rId16" Type="http://schemas.openxmlformats.org/officeDocument/2006/relationships/image" Target="../media/image153.png"/><Relationship Id="rId20" Type="http://schemas.openxmlformats.org/officeDocument/2006/relationships/image" Target="../media/image157.png"/><Relationship Id="rId29" Type="http://schemas.openxmlformats.org/officeDocument/2006/relationships/image" Target="../media/image166.png"/><Relationship Id="rId1" Type="http://schemas.openxmlformats.org/officeDocument/2006/relationships/slideLayout" Target="../slideLayouts/slideLayout3.xml"/><Relationship Id="rId6" Type="http://schemas.openxmlformats.org/officeDocument/2006/relationships/image" Target="../media/image143.png"/><Relationship Id="rId11" Type="http://schemas.openxmlformats.org/officeDocument/2006/relationships/image" Target="../media/image148.png"/><Relationship Id="rId24" Type="http://schemas.openxmlformats.org/officeDocument/2006/relationships/image" Target="../media/image161.png"/><Relationship Id="rId5" Type="http://schemas.openxmlformats.org/officeDocument/2006/relationships/image" Target="../media/image142.png"/><Relationship Id="rId15" Type="http://schemas.openxmlformats.org/officeDocument/2006/relationships/image" Target="../media/image152.png"/><Relationship Id="rId23" Type="http://schemas.openxmlformats.org/officeDocument/2006/relationships/image" Target="../media/image160.png"/><Relationship Id="rId28" Type="http://schemas.openxmlformats.org/officeDocument/2006/relationships/image" Target="../media/image165.png"/><Relationship Id="rId10" Type="http://schemas.openxmlformats.org/officeDocument/2006/relationships/image" Target="../media/image147.png"/><Relationship Id="rId19" Type="http://schemas.openxmlformats.org/officeDocument/2006/relationships/image" Target="../media/image156.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png"/><Relationship Id="rId22" Type="http://schemas.openxmlformats.org/officeDocument/2006/relationships/image" Target="../media/image159.png"/><Relationship Id="rId27" Type="http://schemas.openxmlformats.org/officeDocument/2006/relationships/image" Target="../media/image164.png"/><Relationship Id="rId30" Type="http://schemas.openxmlformats.org/officeDocument/2006/relationships/image" Target="../media/image167.png"/></Relationships>
</file>

<file path=ppt/slides/_rels/slide9.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78.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5" Type="http://schemas.openxmlformats.org/officeDocument/2006/relationships/image" Target="../media/image179.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 Id="rId1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3" Type="http://schemas.openxmlformats.org/officeDocument/2006/relationships/image" Target="../media/image180.png"/><Relationship Id="rId7" Type="http://schemas.openxmlformats.org/officeDocument/2006/relationships/image" Target="../media/image184.png"/><Relationship Id="rId12" Type="http://schemas.openxmlformats.org/officeDocument/2006/relationships/image" Target="../media/image189.png"/><Relationship Id="rId17" Type="http://schemas.openxmlformats.org/officeDocument/2006/relationships/image" Target="../media/image194.png"/><Relationship Id="rId2" Type="http://schemas.openxmlformats.org/officeDocument/2006/relationships/notesSlide" Target="../notesSlides/notesSlide10.xml"/><Relationship Id="rId16" Type="http://schemas.openxmlformats.org/officeDocument/2006/relationships/image" Target="../media/image193.png"/><Relationship Id="rId1" Type="http://schemas.openxmlformats.org/officeDocument/2006/relationships/slideLayout" Target="../slideLayouts/slideLayout3.xml"/><Relationship Id="rId6" Type="http://schemas.openxmlformats.org/officeDocument/2006/relationships/image" Target="../media/image183.png"/><Relationship Id="rId11" Type="http://schemas.openxmlformats.org/officeDocument/2006/relationships/image" Target="../media/image188.png"/><Relationship Id="rId5" Type="http://schemas.openxmlformats.org/officeDocument/2006/relationships/image" Target="../media/image182.png"/><Relationship Id="rId15" Type="http://schemas.openxmlformats.org/officeDocument/2006/relationships/image" Target="../media/image192.png"/><Relationship Id="rId10" Type="http://schemas.openxmlformats.org/officeDocument/2006/relationships/image" Target="../media/image187.png"/><Relationship Id="rId4" Type="http://schemas.openxmlformats.org/officeDocument/2006/relationships/image" Target="../media/image181.png"/><Relationship Id="rId9" Type="http://schemas.openxmlformats.org/officeDocument/2006/relationships/image" Target="../media/image186.png"/><Relationship Id="rId14" Type="http://schemas.openxmlformats.org/officeDocument/2006/relationships/image" Target="../media/image191.png"/></Relationships>
</file>

<file path=ppt/slides/_rels/slide11.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18" Type="http://schemas.openxmlformats.org/officeDocument/2006/relationships/image" Target="../media/image210.png"/><Relationship Id="rId3" Type="http://schemas.openxmlformats.org/officeDocument/2006/relationships/image" Target="../media/image195.png"/><Relationship Id="rId21" Type="http://schemas.openxmlformats.org/officeDocument/2006/relationships/image" Target="../media/image213.png"/><Relationship Id="rId7" Type="http://schemas.openxmlformats.org/officeDocument/2006/relationships/image" Target="../media/image199.png"/><Relationship Id="rId12" Type="http://schemas.openxmlformats.org/officeDocument/2006/relationships/image" Target="../media/image204.png"/><Relationship Id="rId17" Type="http://schemas.openxmlformats.org/officeDocument/2006/relationships/image" Target="../media/image209.png"/><Relationship Id="rId2" Type="http://schemas.openxmlformats.org/officeDocument/2006/relationships/notesSlide" Target="../notesSlides/notesSlide11.xml"/><Relationship Id="rId16" Type="http://schemas.openxmlformats.org/officeDocument/2006/relationships/image" Target="../media/image208.png"/><Relationship Id="rId20" Type="http://schemas.openxmlformats.org/officeDocument/2006/relationships/image" Target="../media/image212.png"/><Relationship Id="rId1" Type="http://schemas.openxmlformats.org/officeDocument/2006/relationships/slideLayout" Target="../slideLayouts/slideLayout3.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5" Type="http://schemas.openxmlformats.org/officeDocument/2006/relationships/image" Target="../media/image207.png"/><Relationship Id="rId23" Type="http://schemas.openxmlformats.org/officeDocument/2006/relationships/image" Target="../media/image215.png"/><Relationship Id="rId10" Type="http://schemas.openxmlformats.org/officeDocument/2006/relationships/image" Target="../media/image202.png"/><Relationship Id="rId19" Type="http://schemas.openxmlformats.org/officeDocument/2006/relationships/image" Target="../media/image211.png"/><Relationship Id="rId4" Type="http://schemas.openxmlformats.org/officeDocument/2006/relationships/image" Target="../media/image196.png"/><Relationship Id="rId9" Type="http://schemas.openxmlformats.org/officeDocument/2006/relationships/image" Target="../media/image201.png"/><Relationship Id="rId14" Type="http://schemas.openxmlformats.org/officeDocument/2006/relationships/image" Target="../media/image206.png"/><Relationship Id="rId22" Type="http://schemas.openxmlformats.org/officeDocument/2006/relationships/image" Target="../media/image21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68.png"/><Relationship Id="rId4" Type="http://schemas.openxmlformats.org/officeDocument/2006/relationships/image" Target="../media/image179.png"/></Relationships>
</file>

<file path=ppt/slides/_rels/slide2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22.png"/><Relationship Id="rId4" Type="http://schemas.openxmlformats.org/officeDocument/2006/relationships/image" Target="../media/image221.png"/></Relationships>
</file>

<file path=ppt/slides/_rels/slide24.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/u/; </a:t>
            </a:r>
            <a:br>
              <a:rPr lang="en-US" sz="3000"/>
            </a:br>
            <a:r>
              <a:rPr lang="en-US" sz="3000"/>
              <a:t>o</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51</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{00B2F39C-29C5-416C-ADDF-3804BE89DE3A}</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 </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/u/</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22024" y="5256525"/>
            <a:ext cx="1444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84476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78080" y="369879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225086" y="372820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506980" y="373303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1"/>
              </a:srgbClr>
            </a:outerShdw>
          </a:effectLst>
        </p:spPr>
      </p:pic>
      <p:pic>
        <p:nvPicPr>
          <p:cNvPr id="800" name="Google Shape;800;g2cdbdd49f8e_0_0"/>
          <p:cNvPicPr preferRelativeResize="0"/>
          <p:nvPr/>
        </p:nvPicPr>
        <p:blipFill rotWithShape="1">
          <a:blip r:embed="rId4">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2">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3">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4">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9" name="Google Shape;829;g26b7edf6e71_0_109"/>
          <p:cNvGrpSpPr/>
          <p:nvPr/>
        </p:nvGrpSpPr>
        <p:grpSpPr>
          <a:xfrm>
            <a:off x="854396" y="2135925"/>
            <a:ext cx="7282807" cy="2686611"/>
            <a:chOff x="867357" y="2129450"/>
            <a:chExt cx="7282807" cy="2686611"/>
          </a:xfrm>
        </p:grpSpPr>
        <p:pic>
          <p:nvPicPr>
            <p:cNvPr id="830" name="Google Shape;83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0" name="Google Shape;850;g2c298d33e0c_0_6"/>
          <p:cNvGrpSpPr/>
          <p:nvPr/>
        </p:nvGrpSpPr>
        <p:grpSpPr>
          <a:xfrm>
            <a:off x="854893" y="2129296"/>
            <a:ext cx="7281864" cy="2684601"/>
            <a:chOff x="868300" y="2129450"/>
            <a:chExt cx="7281864" cy="2684601"/>
          </a:xfrm>
        </p:grpSpPr>
        <p:pic>
          <p:nvPicPr>
            <p:cNvPr id="851" name="Google Shape;85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5" name="Google Shape;85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5" name="Google Shape;885;g2c298da1f27_0_455"/>
          <p:cNvGrpSpPr/>
          <p:nvPr/>
        </p:nvGrpSpPr>
        <p:grpSpPr>
          <a:xfrm>
            <a:off x="854868" y="2129450"/>
            <a:ext cx="7281864" cy="2684601"/>
            <a:chOff x="868300" y="2053250"/>
            <a:chExt cx="7281864" cy="2684601"/>
          </a:xfrm>
        </p:grpSpPr>
        <p:pic>
          <p:nvPicPr>
            <p:cNvPr id="886" name="Google Shape;886;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5" name="Google Shape;905;g2c298da1f27_1_0"/>
          <p:cNvGrpSpPr/>
          <p:nvPr/>
        </p:nvGrpSpPr>
        <p:grpSpPr>
          <a:xfrm>
            <a:off x="854868" y="2148475"/>
            <a:ext cx="7281864" cy="2688001"/>
            <a:chOff x="868300" y="2129450"/>
            <a:chExt cx="7281864" cy="2688001"/>
          </a:xfrm>
        </p:grpSpPr>
        <p:pic>
          <p:nvPicPr>
            <p:cNvPr id="906" name="Google Shape;90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0" name="Google Shape;92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dbdd193bb_0_343"/>
          <p:cNvSpPr txBox="1">
            <a:spLocks noGrp="1"/>
          </p:cNvSpPr>
          <p:nvPr>
            <p:ph type="title"/>
          </p:nvPr>
        </p:nvSpPr>
        <p:spPr>
          <a:xfrm>
            <a:off x="454550" y="582900"/>
            <a:ext cx="82350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 sugar</a:t>
            </a:r>
            <a:r>
              <a:rPr lang="en-US" sz="2000"/>
              <a:t>.</a:t>
            </a:r>
            <a:endParaRPr sz="2000"/>
          </a:p>
        </p:txBody>
      </p:sp>
      <p:pic>
        <p:nvPicPr>
          <p:cNvPr id="927" name="Google Shape;927;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28" name="Google Shape;928;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29" name="Google Shape;929;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4" name="Google Shape;95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55" name="Google Shape;955;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56" name="Google Shape;95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7" name="Google Shape;95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nder</a:t>
            </a:r>
            <a:endParaRPr sz="5800" b="0" i="0" u="none" strike="noStrike" cap="none">
              <a:solidFill>
                <a:srgbClr val="2356AF"/>
              </a:solidFill>
              <a:latin typeface="Jost"/>
              <a:ea typeface="Jost"/>
              <a:cs typeface="Jost"/>
              <a:sym typeface="Jost"/>
            </a:endParaRPr>
          </a:p>
        </p:txBody>
      </p:sp>
      <p:sp>
        <p:nvSpPr>
          <p:cNvPr id="958" name="Google Shape;95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n</a:t>
            </a: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59" name="Google Shape;95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p</a:t>
            </a:r>
            <a:endParaRPr sz="5800" b="0" i="0" u="none" strike="noStrike" cap="none">
              <a:solidFill>
                <a:srgbClr val="2356AF"/>
              </a:solidFill>
              <a:latin typeface="Jost"/>
              <a:ea typeface="Jost"/>
              <a:cs typeface="Jost"/>
              <a:sym typeface="Jost"/>
            </a:endParaRPr>
          </a:p>
        </p:txBody>
      </p:sp>
      <p:sp>
        <p:nvSpPr>
          <p:cNvPr id="960" name="Google Shape;96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7" name="Google Shape;967;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68" name="Google Shape;968;g2e5653a5c66_0_0"/>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6666"/>
              </a:srgbClr>
            </a:outerShdw>
          </a:effectLst>
        </p:spPr>
      </p:pic>
      <p:sp>
        <p:nvSpPr>
          <p:cNvPr id="969" name="Google Shape;969;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0" name="Google Shape;970;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a:t>
            </a:r>
            <a:r>
              <a:rPr lang="en-US" sz="5800" b="0" i="0" u="none" strike="noStrike" cap="none">
                <a:solidFill>
                  <a:srgbClr val="815137"/>
                </a:solidFill>
                <a:latin typeface="Jost"/>
                <a:ea typeface="Jost"/>
                <a:cs typeface="Jost"/>
                <a:sym typeface="Jost"/>
              </a:rPr>
              <a:t>o</a:t>
            </a:r>
            <a:r>
              <a:rPr lang="en-US" sz="5800" b="0" i="0" u="none" strike="noStrike" cap="none">
                <a:solidFill>
                  <a:srgbClr val="2356AF"/>
                </a:solidFill>
                <a:latin typeface="Jost"/>
                <a:ea typeface="Jost"/>
                <a:cs typeface="Jost"/>
                <a:sym typeface="Jost"/>
              </a:rPr>
              <a:t>nkey</a:t>
            </a:r>
            <a:endParaRPr sz="5800" b="0" i="0" u="none" strike="noStrike" cap="none">
              <a:solidFill>
                <a:srgbClr val="2356AF"/>
              </a:solidFill>
              <a:latin typeface="Jost"/>
              <a:ea typeface="Jost"/>
              <a:cs typeface="Jost"/>
              <a:sym typeface="Jost"/>
            </a:endParaRPr>
          </a:p>
        </p:txBody>
      </p:sp>
      <p:sp>
        <p:nvSpPr>
          <p:cNvPr id="971" name="Google Shape;971;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a:t>
            </a:r>
            <a:r>
              <a:rPr lang="en-US" sz="5800" b="0" i="0" u="none" strike="noStrike" cap="none">
                <a:solidFill>
                  <a:srgbClr val="815137"/>
                </a:solidFill>
                <a:latin typeface="Jost"/>
                <a:ea typeface="Jost"/>
                <a:cs typeface="Jost"/>
                <a:sym typeface="Jost"/>
              </a:rPr>
              <a:t>o</a:t>
            </a:r>
            <a:r>
              <a:rPr lang="en-US" sz="5800" b="0" i="0" u="none" strike="noStrike" cap="none">
                <a:solidFill>
                  <a:srgbClr val="2356AF"/>
                </a:solidFill>
                <a:latin typeface="Jost"/>
                <a:ea typeface="Jost"/>
                <a:cs typeface="Jost"/>
                <a:sym typeface="Jost"/>
              </a:rPr>
              <a:t>ther</a:t>
            </a:r>
            <a:endParaRPr sz="5800" b="0" i="0" u="none" strike="noStrike" cap="none">
              <a:solidFill>
                <a:srgbClr val="2356AF"/>
              </a:solidFill>
              <a:latin typeface="Jost"/>
              <a:ea typeface="Jost"/>
              <a:cs typeface="Jost"/>
              <a:sym typeface="Jost"/>
            </a:endParaRPr>
          </a:p>
        </p:txBody>
      </p:sp>
      <p:sp>
        <p:nvSpPr>
          <p:cNvPr id="972" name="Google Shape;972;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a:t>
            </a:r>
            <a:r>
              <a:rPr lang="en-US" sz="5800" b="0" i="0" u="none" strike="noStrike" cap="none">
                <a:solidFill>
                  <a:srgbClr val="815137"/>
                </a:solidFill>
                <a:latin typeface="Jost"/>
                <a:ea typeface="Jost"/>
                <a:cs typeface="Jost"/>
                <a:sym typeface="Jost"/>
              </a:rPr>
              <a:t>o</a:t>
            </a:r>
            <a:r>
              <a:rPr lang="en-US" sz="5800" b="0" i="0" u="none" strike="noStrike" cap="none">
                <a:solidFill>
                  <a:srgbClr val="2356AF"/>
                </a:solidFill>
                <a:latin typeface="Jost"/>
                <a:ea typeface="Jost"/>
                <a:cs typeface="Jost"/>
                <a:sym typeface="Jost"/>
              </a:rPr>
              <a:t>ne</a:t>
            </a:r>
            <a:endParaRPr sz="5800" b="0" i="0" u="none" strike="noStrike" cap="none">
              <a:solidFill>
                <a:srgbClr val="2356AF"/>
              </a:solidFill>
              <a:latin typeface="Jost"/>
              <a:ea typeface="Jost"/>
              <a:cs typeface="Jost"/>
              <a:sym typeface="Jost"/>
            </a:endParaRPr>
          </a:p>
        </p:txBody>
      </p:sp>
      <p:sp>
        <p:nvSpPr>
          <p:cNvPr id="973" name="Google Shape;973;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51</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80" name="Google Shape;98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7" name="Google Shape;98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8" name="Google Shape;988;g2c4fb7f6616_1_0"/>
          <p:cNvSpPr/>
          <p:nvPr/>
        </p:nvSpPr>
        <p:spPr>
          <a:xfrm>
            <a:off x="3706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c4fb7f6616_1_0"/>
          <p:cNvSpPr/>
          <p:nvPr/>
        </p:nvSpPr>
        <p:spPr>
          <a:xfrm>
            <a:off x="4567475"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4fb7f6616_1_0"/>
          <p:cNvSpPr/>
          <p:nvPr/>
        </p:nvSpPr>
        <p:spPr>
          <a:xfrm>
            <a:off x="5733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1" name="Google Shape;99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2" name="Google Shape;992;g2c4fb7f6616_1_0"/>
          <p:cNvSpPr txBox="1">
            <a:spLocks noGrp="1"/>
          </p:cNvSpPr>
          <p:nvPr>
            <p:ph type="subTitle" idx="4294967295"/>
          </p:nvPr>
        </p:nvSpPr>
        <p:spPr>
          <a:xfrm>
            <a:off x="5163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93" name="Google Shape;993;g2c4fb7f6616_1_0"/>
          <p:cNvSpPr txBox="1">
            <a:spLocks noGrp="1"/>
          </p:cNvSpPr>
          <p:nvPr>
            <p:ph type="subTitle" idx="4294967295"/>
          </p:nvPr>
        </p:nvSpPr>
        <p:spPr>
          <a:xfrm>
            <a:off x="3136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4" name="Google Shape;994;g2c4fb7f6616_1_0"/>
          <p:cNvSpPr txBox="1">
            <a:spLocks noGrp="1"/>
          </p:cNvSpPr>
          <p:nvPr>
            <p:ph type="subTitle" idx="4294967295"/>
          </p:nvPr>
        </p:nvSpPr>
        <p:spPr>
          <a:xfrm>
            <a:off x="3997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a:t>
            </a:r>
            <a:endParaRPr sz="15000" b="0" i="0" u="none" strike="noStrike" cap="none">
              <a:solidFill>
                <a:srgbClr val="815137"/>
              </a:solidFill>
              <a:latin typeface="Jost"/>
              <a:ea typeface="Jost"/>
              <a:cs typeface="Jost"/>
              <a:sym typeface="Jost"/>
            </a:endParaRPr>
          </a:p>
        </p:txBody>
      </p:sp>
      <p:sp>
        <p:nvSpPr>
          <p:cNvPr id="995" name="Google Shape;99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8" name="Google Shape;99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3" name="Google Shape;1003;g2c4fb7f6616_1_0"/>
          <p:cNvGrpSpPr/>
          <p:nvPr/>
        </p:nvGrpSpPr>
        <p:grpSpPr>
          <a:xfrm>
            <a:off x="-550" y="6984600"/>
            <a:ext cx="8596479" cy="808600"/>
            <a:chOff x="-550" y="6984600"/>
            <a:chExt cx="8596479" cy="808600"/>
          </a:xfrm>
        </p:grpSpPr>
        <p:sp>
          <p:nvSpPr>
            <p:cNvPr id="1004" name="Google Shape;100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5" name="Google Shape;100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6" name="Google Shape;100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7" name="Google Shape;100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8" name="Google Shape;100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9" name="Google Shape;100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0" name="Google Shape;101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1" name="Google Shape;101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2" name="Google Shape;101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3" name="Google Shape;1013;g2c4fb7f6616_1_0"/>
          <p:cNvSpPr/>
          <p:nvPr/>
        </p:nvSpPr>
        <p:spPr>
          <a:xfrm>
            <a:off x="3020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c4fb7f6616_1_0"/>
          <p:cNvSpPr txBox="1">
            <a:spLocks noGrp="1"/>
          </p:cNvSpPr>
          <p:nvPr>
            <p:ph type="subTitle" idx="4294967295"/>
          </p:nvPr>
        </p:nvSpPr>
        <p:spPr>
          <a:xfrm>
            <a:off x="2812925" y="1308025"/>
            <a:ext cx="805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g273c4b8b71b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1" name="Google Shape;1021;g273c4b8b71b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2" name="Google Shape;1022;g273c4b8b71b_0_11"/>
          <p:cNvSpPr/>
          <p:nvPr/>
        </p:nvSpPr>
        <p:spPr>
          <a:xfrm>
            <a:off x="41255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73c4b8b71b_0_11"/>
          <p:cNvSpPr/>
          <p:nvPr/>
        </p:nvSpPr>
        <p:spPr>
          <a:xfrm>
            <a:off x="315770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73c4b8b71b_0_11"/>
          <p:cNvSpPr/>
          <p:nvPr/>
        </p:nvSpPr>
        <p:spPr>
          <a:xfrm>
            <a:off x="5161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5" name="Google Shape;1025;g273c4b8b71b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6" name="Google Shape;1026;g273c4b8b71b_0_11"/>
          <p:cNvSpPr txBox="1">
            <a:spLocks noGrp="1"/>
          </p:cNvSpPr>
          <p:nvPr>
            <p:ph type="subTitle" idx="4294967295"/>
          </p:nvPr>
        </p:nvSpPr>
        <p:spPr>
          <a:xfrm>
            <a:off x="4592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27" name="Google Shape;1027;g273c4b8b71b_0_11"/>
          <p:cNvSpPr txBox="1">
            <a:spLocks noGrp="1"/>
          </p:cNvSpPr>
          <p:nvPr>
            <p:ph type="subTitle" idx="4294967295"/>
          </p:nvPr>
        </p:nvSpPr>
        <p:spPr>
          <a:xfrm>
            <a:off x="3555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1028" name="Google Shape;1028;g273c4b8b71b_0_11"/>
          <p:cNvSpPr txBox="1">
            <a:spLocks noGrp="1"/>
          </p:cNvSpPr>
          <p:nvPr>
            <p:ph type="subTitle" idx="4294967295"/>
          </p:nvPr>
        </p:nvSpPr>
        <p:spPr>
          <a:xfrm>
            <a:off x="2588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a:t>
            </a:r>
            <a:endParaRPr sz="15000" b="0" i="0" u="none" strike="noStrike" cap="none">
              <a:solidFill>
                <a:srgbClr val="815137"/>
              </a:solidFill>
              <a:latin typeface="Jost"/>
              <a:ea typeface="Jost"/>
              <a:cs typeface="Jost"/>
              <a:sym typeface="Jost"/>
            </a:endParaRPr>
          </a:p>
        </p:txBody>
      </p:sp>
      <p:sp>
        <p:nvSpPr>
          <p:cNvPr id="1029" name="Google Shape;1029;g273c4b8b71b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73c4b8b71b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73c4b8b71b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73c4b8b71b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73c4b8b71b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73c4b8b71b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73c4b8b71b_0_1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73c4b8b71b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7" name="Google Shape;1037;g273c4b8b71b_0_11"/>
          <p:cNvGrpSpPr/>
          <p:nvPr/>
        </p:nvGrpSpPr>
        <p:grpSpPr>
          <a:xfrm>
            <a:off x="-550" y="6984600"/>
            <a:ext cx="8596479" cy="808600"/>
            <a:chOff x="-550" y="6984600"/>
            <a:chExt cx="8596479" cy="808600"/>
          </a:xfrm>
        </p:grpSpPr>
        <p:sp>
          <p:nvSpPr>
            <p:cNvPr id="1038" name="Google Shape;1038;g273c4b8b71b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9" name="Google Shape;1039;g273c4b8b71b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40" name="Google Shape;1040;g273c4b8b71b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41" name="Google Shape;1041;g273c4b8b71b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2" name="Google Shape;1042;g273c4b8b71b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3" name="Google Shape;1043;g273c4b8b71b_0_1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4" name="Google Shape;1044;g273c4b8b71b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5" name="Google Shape;1045;g273c4b8b71b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6" name="Google Shape;1046;g273c4b8b71b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7" name="Google Shape;1047;g273c4b8b71b_0_11"/>
          <p:cNvSpPr/>
          <p:nvPr/>
        </p:nvSpPr>
        <p:spPr>
          <a:xfrm>
            <a:off x="1903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73c4b8b71b_0_11"/>
          <p:cNvSpPr txBox="1">
            <a:spLocks noGrp="1"/>
          </p:cNvSpPr>
          <p:nvPr>
            <p:ph type="subTitle" idx="4294967295"/>
          </p:nvPr>
        </p:nvSpPr>
        <p:spPr>
          <a:xfrm>
            <a:off x="12698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49" name="Google Shape;1049;g273c4b8b71b_0_11"/>
          <p:cNvSpPr txBox="1">
            <a:spLocks noGrp="1"/>
          </p:cNvSpPr>
          <p:nvPr>
            <p:ph type="subTitle" idx="4294967295"/>
          </p:nvPr>
        </p:nvSpPr>
        <p:spPr>
          <a:xfrm>
            <a:off x="5744500" y="1308025"/>
            <a:ext cx="212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y</a:t>
            </a:r>
            <a:endParaRPr sz="15000" b="0" i="0" u="none" strike="noStrike" cap="none">
              <a:solidFill>
                <a:srgbClr val="00904C"/>
              </a:solidFill>
              <a:latin typeface="Jost"/>
              <a:ea typeface="Jost"/>
              <a:cs typeface="Jost"/>
              <a:sym typeface="Jost"/>
            </a:endParaRPr>
          </a:p>
        </p:txBody>
      </p:sp>
      <p:sp>
        <p:nvSpPr>
          <p:cNvPr id="1050" name="Google Shape;1050;g273c4b8b71b_0_11"/>
          <p:cNvSpPr/>
          <p:nvPr/>
        </p:nvSpPr>
        <p:spPr>
          <a:xfrm>
            <a:off x="5998275" y="4011900"/>
            <a:ext cx="17010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73c4b8b71b_0_11"/>
          <p:cNvSpPr/>
          <p:nvPr/>
        </p:nvSpPr>
        <p:spPr>
          <a:xfrm>
            <a:off x="47762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8" name="Google Shape;105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5" name="Google Shape;106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6" name="Google Shape;1066;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7" name="Google Shape;106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4" name="Google Shape;107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5" name="Google Shape;107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76" name="Google Shape;107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3" name="Google Shape;108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84" name="Google Shape;108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85" name="Google Shape;108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2" name="Google Shape;109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3" name="Google Shape;109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4" name="Google Shape;109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6b641b03cd_0_301"/>
          <p:cNvSpPr txBox="1">
            <a:spLocks noGrp="1"/>
          </p:cNvSpPr>
          <p:nvPr>
            <p:ph type="title"/>
          </p:nvPr>
        </p:nvSpPr>
        <p:spPr>
          <a:xfrm>
            <a:off x="852150" y="5568500"/>
            <a:ext cx="7439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1" name="Google Shape;110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2" name="Google Shape;110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3" name="Google Shape;1103;g26b641b03cd_0_301"/>
          <p:cNvPicPr preferRelativeResize="0"/>
          <p:nvPr/>
        </p:nvPicPr>
        <p:blipFill rotWithShape="1">
          <a:blip r:embed="rId3">
            <a:alphaModFix/>
          </a:blip>
          <a:srcRect t="19" b="29"/>
          <a:stretch/>
        </p:blipFill>
        <p:spPr>
          <a:xfrm>
            <a:off x="1323038" y="835112"/>
            <a:ext cx="3123806" cy="2232349"/>
          </a:xfrm>
          <a:prstGeom prst="rect">
            <a:avLst/>
          </a:prstGeom>
          <a:noFill/>
          <a:ln>
            <a:noFill/>
          </a:ln>
          <a:effectLst>
            <a:outerShdw blurRad="71438" dist="19050" dir="5400000" algn="bl" rotWithShape="0">
              <a:srgbClr val="000000">
                <a:alpha val="17254"/>
              </a:srgbClr>
            </a:outerShdw>
          </a:effectLst>
        </p:spPr>
      </p:pic>
      <p:pic>
        <p:nvPicPr>
          <p:cNvPr id="1104" name="Google Shape;1104;g26b641b03cd_0_301"/>
          <p:cNvPicPr preferRelativeResize="0"/>
          <p:nvPr/>
        </p:nvPicPr>
        <p:blipFill rotWithShape="1">
          <a:blip r:embed="rId4">
            <a:alphaModFix/>
          </a:blip>
          <a:srcRect t="19" b="29"/>
          <a:stretch/>
        </p:blipFill>
        <p:spPr>
          <a:xfrm>
            <a:off x="4697156" y="835112"/>
            <a:ext cx="3123806" cy="2232349"/>
          </a:xfrm>
          <a:prstGeom prst="rect">
            <a:avLst/>
          </a:prstGeom>
          <a:noFill/>
          <a:ln>
            <a:noFill/>
          </a:ln>
          <a:effectLst>
            <a:outerShdw blurRad="71438" dist="19050" dir="5400000" algn="bl" rotWithShape="0">
              <a:srgbClr val="000000">
                <a:alpha val="17254"/>
              </a:srgbClr>
            </a:outerShdw>
          </a:effectLst>
        </p:spPr>
      </p:pic>
      <p:pic>
        <p:nvPicPr>
          <p:cNvPr id="1105" name="Google Shape;1105;g26b641b03cd_0_301"/>
          <p:cNvPicPr preferRelativeResize="0"/>
          <p:nvPr/>
        </p:nvPicPr>
        <p:blipFill rotWithShape="1">
          <a:blip r:embed="rId5">
            <a:alphaModFix/>
          </a:blip>
          <a:srcRect/>
          <a:stretch/>
        </p:blipFill>
        <p:spPr>
          <a:xfrm>
            <a:off x="3010097" y="3236597"/>
            <a:ext cx="3123806" cy="2232349"/>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pic>
        <p:nvPicPr>
          <p:cNvPr id="1111" name="Google Shape;1111;g26b641b03cd_0_308"/>
          <p:cNvPicPr preferRelativeResize="0"/>
          <p:nvPr/>
        </p:nvPicPr>
        <p:blipFill rotWithShape="1">
          <a:blip r:embed="rId3">
            <a:alphaModFix/>
          </a:blip>
          <a:srcRect t="19" b="29"/>
          <a:stretch/>
        </p:blipFill>
        <p:spPr>
          <a:xfrm>
            <a:off x="1323038" y="835112"/>
            <a:ext cx="3123806" cy="2232349"/>
          </a:xfrm>
          <a:prstGeom prst="rect">
            <a:avLst/>
          </a:prstGeom>
          <a:noFill/>
          <a:ln>
            <a:noFill/>
          </a:ln>
          <a:effectLst>
            <a:outerShdw blurRad="71438" dist="19050" dir="5400000" algn="bl" rotWithShape="0">
              <a:srgbClr val="000000">
                <a:alpha val="17647"/>
              </a:srgbClr>
            </a:outerShdw>
          </a:effectLst>
        </p:spPr>
      </p:pic>
      <p:pic>
        <p:nvPicPr>
          <p:cNvPr id="1112" name="Google Shape;1112;g26b641b03cd_0_308"/>
          <p:cNvPicPr preferRelativeResize="0"/>
          <p:nvPr/>
        </p:nvPicPr>
        <p:blipFill rotWithShape="1">
          <a:blip r:embed="rId4">
            <a:alphaModFix/>
          </a:blip>
          <a:srcRect t="19" b="29"/>
          <a:stretch/>
        </p:blipFill>
        <p:spPr>
          <a:xfrm>
            <a:off x="4697156" y="835112"/>
            <a:ext cx="3123806" cy="2232349"/>
          </a:xfrm>
          <a:prstGeom prst="rect">
            <a:avLst/>
          </a:prstGeom>
          <a:noFill/>
          <a:ln>
            <a:noFill/>
          </a:ln>
          <a:effectLst>
            <a:outerShdw blurRad="71438" dist="19050" dir="5400000" algn="bl" rotWithShape="0">
              <a:srgbClr val="000000">
                <a:alpha val="17647"/>
              </a:srgbClr>
            </a:outerShdw>
          </a:effectLst>
        </p:spPr>
      </p:pic>
      <p:pic>
        <p:nvPicPr>
          <p:cNvPr id="1113" name="Google Shape;1113;g26b641b03cd_0_308"/>
          <p:cNvPicPr preferRelativeResize="0"/>
          <p:nvPr/>
        </p:nvPicPr>
        <p:blipFill rotWithShape="1">
          <a:blip r:embed="rId5">
            <a:alphaModFix/>
          </a:blip>
          <a:srcRect l="59" r="59"/>
          <a:stretch/>
        </p:blipFill>
        <p:spPr>
          <a:xfrm>
            <a:off x="3010097" y="3236597"/>
            <a:ext cx="3123806" cy="2232349"/>
          </a:xfrm>
          <a:prstGeom prst="rect">
            <a:avLst/>
          </a:prstGeom>
          <a:noFill/>
          <a:ln>
            <a:noFill/>
          </a:ln>
          <a:effectLst>
            <a:outerShdw blurRad="71438" dist="19050" dir="5400000" algn="bl" rotWithShape="0">
              <a:srgbClr val="000000">
                <a:alpha val="17647"/>
              </a:srgbClr>
            </a:outerShdw>
          </a:effectLst>
        </p:spPr>
      </p:pic>
      <p:sp>
        <p:nvSpPr>
          <p:cNvPr id="1114" name="Google Shape;1114;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5" name="Google Shape;111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6" name="Google Shape;1116;g26b641b03cd_0_308"/>
          <p:cNvSpPr txBox="1">
            <a:spLocks noGrp="1"/>
          </p:cNvSpPr>
          <p:nvPr>
            <p:ph type="title"/>
          </p:nvPr>
        </p:nvSpPr>
        <p:spPr>
          <a:xfrm>
            <a:off x="706275" y="5568500"/>
            <a:ext cx="7731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1"/>
        <p:cNvGrpSpPr/>
        <p:nvPr/>
      </p:nvGrpSpPr>
      <p:grpSpPr>
        <a:xfrm>
          <a:off x="0" y="0"/>
          <a:ext cx="0" cy="0"/>
          <a:chOff x="0" y="0"/>
          <a:chExt cx="0" cy="0"/>
        </a:xfrm>
      </p:grpSpPr>
      <p:sp>
        <p:nvSpPr>
          <p:cNvPr id="1122" name="Google Shape;1122;g273c4b8b71b_0_48"/>
          <p:cNvSpPr txBox="1">
            <a:spLocks noGrp="1"/>
          </p:cNvSpPr>
          <p:nvPr>
            <p:ph type="title"/>
          </p:nvPr>
        </p:nvSpPr>
        <p:spPr>
          <a:xfrm>
            <a:off x="782375" y="5568500"/>
            <a:ext cx="757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23" name="Google Shape;1123;g273c4b8b71b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4" name="Google Shape;1124;g273c4b8b71b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25" name="Google Shape;1125;g273c4b8b71b_0_48"/>
          <p:cNvPicPr preferRelativeResize="0"/>
          <p:nvPr/>
        </p:nvPicPr>
        <p:blipFill rotWithShape="1">
          <a:blip r:embed="rId3">
            <a:alphaModFix/>
          </a:blip>
          <a:srcRect t="19" b="29"/>
          <a:stretch/>
        </p:blipFill>
        <p:spPr>
          <a:xfrm>
            <a:off x="2122844" y="1417100"/>
            <a:ext cx="4898311" cy="3500450"/>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g273c4b8b71b_0_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2" name="Google Shape;1132;g273c4b8b71b_0_8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3" name="Google Shape;1133;g273c4b8b71b_0_81"/>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34" name="Google Shape;1134;g273c4b8b71b_0_81"/>
          <p:cNvPicPr preferRelativeResize="0"/>
          <p:nvPr/>
        </p:nvPicPr>
        <p:blipFill rotWithShape="1">
          <a:blip r:embed="rId3">
            <a:alphaModFix/>
          </a:blip>
          <a:srcRect t="89" b="79"/>
          <a:stretch/>
        </p:blipFill>
        <p:spPr>
          <a:xfrm>
            <a:off x="2122875" y="1417100"/>
            <a:ext cx="4898251" cy="350040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9"/>
        <p:cNvGrpSpPr/>
        <p:nvPr/>
      </p:nvGrpSpPr>
      <p:grpSpPr>
        <a:xfrm>
          <a:off x="0" y="0"/>
          <a:ext cx="0" cy="0"/>
          <a:chOff x="0" y="0"/>
          <a:chExt cx="0" cy="0"/>
        </a:xfrm>
      </p:grpSpPr>
      <p:sp>
        <p:nvSpPr>
          <p:cNvPr id="1140" name="Google Shape;1140;g27414c38116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1" name="Google Shape;1141;g27414c38116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2" name="Google Shape;1142;g27414c38116_0_8"/>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43" name="Google Shape;1143;g27414c38116_0_8"/>
          <p:cNvPicPr preferRelativeResize="0"/>
          <p:nvPr/>
        </p:nvPicPr>
        <p:blipFill rotWithShape="1">
          <a:blip r:embed="rId3">
            <a:alphaModFix/>
          </a:blip>
          <a:srcRect t="19" b="29"/>
          <a:stretch/>
        </p:blipFill>
        <p:spPr>
          <a:xfrm>
            <a:off x="2122844" y="1417100"/>
            <a:ext cx="4898311" cy="3500450"/>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g27414c38116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50" name="Google Shape;1150;g27414c38116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51" name="Google Shape;1151;g27414c38116_0_17"/>
          <p:cNvSpPr txBox="1">
            <a:spLocks noGrp="1"/>
          </p:cNvSpPr>
          <p:nvPr>
            <p:ph type="title"/>
          </p:nvPr>
        </p:nvSpPr>
        <p:spPr>
          <a:xfrm>
            <a:off x="826775" y="5568500"/>
            <a:ext cx="7490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52" name="Google Shape;1152;g27414c38116_0_17"/>
          <p:cNvPicPr preferRelativeResize="0"/>
          <p:nvPr/>
        </p:nvPicPr>
        <p:blipFill rotWithShape="1">
          <a:blip r:embed="rId3">
            <a:alphaModFix/>
          </a:blip>
          <a:srcRect t="89" b="79"/>
          <a:stretch/>
        </p:blipFill>
        <p:spPr>
          <a:xfrm>
            <a:off x="2122846" y="1417100"/>
            <a:ext cx="4898309" cy="3500450"/>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9" name="Google Shape;115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0" name="Google Shape;1160;g1f3daf8a844_0_64"/>
          <p:cNvGrpSpPr/>
          <p:nvPr/>
        </p:nvGrpSpPr>
        <p:grpSpPr>
          <a:xfrm>
            <a:off x="3024000" y="209875"/>
            <a:ext cx="3096000" cy="454800"/>
            <a:chOff x="3024000" y="209875"/>
            <a:chExt cx="3096000" cy="454800"/>
          </a:xfrm>
        </p:grpSpPr>
        <p:sp>
          <p:nvSpPr>
            <p:cNvPr id="1161" name="Google Shape;116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2" name="Google Shape;116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3" name="Google Shape;116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4" name="Google Shape;116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5" name="Google Shape;116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6" name="Google Shape;116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7" name="Google Shape;116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8" name="Google Shape;1168;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9" name="Google Shape;1169;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70" name="Google Shape;117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1" name="Google Shape;117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172" name="Google Shape;117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73" name="Google Shape;1173;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4" name="Google Shape;1174;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5" name="Google Shape;117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76" name="Google Shape;1176;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77" name="Google Shape;1177;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78" name="Google Shape;1178;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79" name="Google Shape;1179;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80" name="Google Shape;1180;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cxnSp>
        <p:nvCxnSpPr>
          <p:cNvPr id="1181" name="Google Shape;118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g273c4b8b71b_0_11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8" name="Google Shape;1188;g273c4b8b71b_0_11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89" name="Google Shape;1189;g273c4b8b71b_0_116"/>
          <p:cNvGrpSpPr/>
          <p:nvPr/>
        </p:nvGrpSpPr>
        <p:grpSpPr>
          <a:xfrm>
            <a:off x="3024000" y="209875"/>
            <a:ext cx="3096000" cy="454800"/>
            <a:chOff x="3024000" y="209875"/>
            <a:chExt cx="3096000" cy="454800"/>
          </a:xfrm>
        </p:grpSpPr>
        <p:sp>
          <p:nvSpPr>
            <p:cNvPr id="1190" name="Google Shape;1190;g273c4b8b71b_0_11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1" name="Google Shape;1191;g273c4b8b71b_0_11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2" name="Google Shape;1192;g273c4b8b71b_0_11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3" name="Google Shape;1193;g273c4b8b71b_0_11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94" name="Google Shape;1194;g273c4b8b71b_0_11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5" name="Google Shape;1195;g273c4b8b71b_0_11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6" name="Google Shape;1196;g273c4b8b71b_0_11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97" name="Google Shape;1197;g273c4b8b71b_0_11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8" name="Google Shape;1198;g273c4b8b71b_0_11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honey money brother monkey mother nothing</a:t>
            </a:r>
            <a:endParaRPr sz="1800" b="0" i="0" u="none" strike="noStrike" cap="none">
              <a:solidFill>
                <a:srgbClr val="B7B7B7"/>
              </a:solidFill>
              <a:latin typeface="Jost"/>
              <a:ea typeface="Jost"/>
              <a:cs typeface="Jost"/>
              <a:sym typeface="Jost"/>
            </a:endParaRPr>
          </a:p>
        </p:txBody>
      </p:sp>
      <p:sp>
        <p:nvSpPr>
          <p:cNvPr id="1199" name="Google Shape;1199;g273c4b8b71b_0_116"/>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200" name="Google Shape;1200;g273c4b8b71b_0_116"/>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201" name="Google Shape;1201;g273c4b8b71b_0_11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02" name="Google Shape;1202;g273c4b8b71b_0_116"/>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cxnSp>
        <p:nvCxnSpPr>
          <p:cNvPr id="1203" name="Google Shape;1203;g273c4b8b71b_0_11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4" name="Google Shape;1204;g273c4b8b71b_0_11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205" name="Google Shape;1205;g273c4b8b71b_0_116"/>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06" name="Google Shape;1206;g273c4b8b71b_0_116"/>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07" name="Google Shape;1207;g273c4b8b71b_0_11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08" name="Google Shape;1208;g273c4b8b71b_0_116"/>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209" name="Google Shape;1209;g273c4b8b71b_0_116"/>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10" name="Google Shape;1210;g273c4b8b71b_0_116"/>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11" name="Google Shape;1211;g273c4b8b71b_0_11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212" name="Google Shape;1212;g273c4b8b71b_0_11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521</Words>
  <Application>Microsoft Office PowerPoint</Application>
  <PresentationFormat>On-screen Show (4:3)</PresentationFormat>
  <Paragraphs>184</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Nunito Black</vt:lpstr>
      <vt:lpstr>Poppins SemiBold</vt:lpstr>
      <vt:lpstr>Poppins Medium</vt:lpstr>
      <vt:lpstr>Calibri</vt:lpstr>
      <vt:lpstr>Arial</vt:lpstr>
      <vt:lpstr>Jost</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 sugar.</vt:lpstr>
      <vt:lpstr>Review Grapheme Caption</vt:lpstr>
      <vt:lpstr>Review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2026-05-27T05:31:00Z</dcterms:modified>
</cp:coreProperties>
</file>