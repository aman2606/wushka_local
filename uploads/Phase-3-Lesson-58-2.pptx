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jQ9Z1usgerBq/uBbYohDq2mcn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BB66F6-E982-4486-B844-6EADE003372F}">
  <a:tblStyle styleId="{C6BB66F6-E982-4486-B844-6EADE003372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d06b4e5280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d06b4e5280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d06b4e5280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d06b4e5280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d06b4e5280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d06b4e5280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d06b4e5280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d06b4e5280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d06b4e5280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4" name="Google Shape;99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71408be6c_0_9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71408be6c_0_9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71408be6c_0_9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Compare 'ur' and 'ure'</a:t>
            </a:r>
            <a:endParaRPr sz="1800" b="1"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12 -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58</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71408be6c_0_1705"/>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Independent Reading</a:t>
            </a:r>
            <a:endParaRPr sz="3200" b="0" i="0" u="none" strike="noStrike" cap="none">
              <a:solidFill>
                <a:srgbClr val="2F286F"/>
              </a:solidFill>
              <a:latin typeface="Poppins Medium"/>
              <a:ea typeface="Poppins Medium"/>
              <a:cs typeface="Poppins Medium"/>
              <a:sym typeface="Poppins Medium"/>
            </a:endParaRPr>
          </a:p>
        </p:txBody>
      </p:sp>
      <p:cxnSp>
        <p:nvCxnSpPr>
          <p:cNvPr id="128" name="Google Shape;128;g2c71408be6c_0_1705"/>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71408be6c_0_170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71408be6c_0_1705"/>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71408be6c_0_1705"/>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Decodable Readers &amp; Teacher Book Activities</a:t>
            </a:r>
            <a:endParaRPr sz="1100" b="0" i="0" u="none" strike="noStrike" cap="none">
              <a:solidFill>
                <a:srgbClr val="2F286F"/>
              </a:solidFill>
              <a:latin typeface="Poppins Medium"/>
              <a:ea typeface="Poppins Medium"/>
              <a:cs typeface="Poppins Medium"/>
              <a:sym typeface="Poppins Medium"/>
            </a:endParaRPr>
          </a:p>
        </p:txBody>
      </p:sp>
      <p:grpSp>
        <p:nvGrpSpPr>
          <p:cNvPr id="133" name="Google Shape;133;g2c71408be6c_0_1705"/>
          <p:cNvGrpSpPr/>
          <p:nvPr/>
        </p:nvGrpSpPr>
        <p:grpSpPr>
          <a:xfrm>
            <a:off x="8199150" y="5983875"/>
            <a:ext cx="586800" cy="571500"/>
            <a:chOff x="7894350" y="6212475"/>
            <a:chExt cx="586800" cy="571500"/>
          </a:xfrm>
        </p:grpSpPr>
        <p:sp>
          <p:nvSpPr>
            <p:cNvPr id="134" name="Google Shape;134;g2c71408be6c_0_170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71408be6c_0_170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71408be6c_0_170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71408be6c_0_1705"/>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Workbooks</a:t>
            </a:r>
            <a:endParaRPr sz="1100" b="0" i="0" u="none" strike="noStrike" cap="none">
              <a:solidFill>
                <a:srgbClr val="2F286F"/>
              </a:solidFill>
              <a:latin typeface="Poppins Medium"/>
              <a:ea typeface="Poppins Medium"/>
              <a:cs typeface="Poppins Medium"/>
              <a:sym typeface="Poppins Medium"/>
            </a:endParaRPr>
          </a:p>
        </p:txBody>
      </p:sp>
      <p:grpSp>
        <p:nvGrpSpPr>
          <p:cNvPr id="138" name="Google Shape;138;g2c71408be6c_0_1705"/>
          <p:cNvGrpSpPr/>
          <p:nvPr/>
        </p:nvGrpSpPr>
        <p:grpSpPr>
          <a:xfrm>
            <a:off x="-36800" y="-52000"/>
            <a:ext cx="9236100" cy="543750"/>
            <a:chOff x="-36800" y="-52000"/>
            <a:chExt cx="9236100" cy="543750"/>
          </a:xfrm>
        </p:grpSpPr>
        <p:sp>
          <p:nvSpPr>
            <p:cNvPr id="139" name="Google Shape;139;g2c71408be6c_0_170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71408be6c_0_1705"/>
            <p:cNvGrpSpPr/>
            <p:nvPr/>
          </p:nvGrpSpPr>
          <p:grpSpPr>
            <a:xfrm>
              <a:off x="1900680" y="88250"/>
              <a:ext cx="1337400" cy="403500"/>
              <a:chOff x="565600" y="88250"/>
              <a:chExt cx="1337400" cy="403500"/>
            </a:xfrm>
          </p:grpSpPr>
          <p:sp>
            <p:nvSpPr>
              <p:cNvPr id="141" name="Google Shape;141;g2c71408be6c_0_170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2" name="Google Shape;142;g2c71408be6c_0_170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3" name="Google Shape;143;g2c71408be6c_0_170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c71408be6c_0_170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5" name="Google Shape;145;g2c71408be6c_0_170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c71408be6c_0_170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c71408be6c_0_170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71408be6c_0_170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71408be6c_0_170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71408be6c_0_170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c71408be6c_0_170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c71408be6c_0_170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3" name="Google Shape;153;g2c71408be6c_0_170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6.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17.xml"/><Relationship Id="rId4" Type="http://schemas.openxmlformats.org/officeDocument/2006/relationships/image" Target="../media/image7.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3.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6.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5.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image" Target="../media/image6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2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77.png"/><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101" y="2716650"/>
            <a:ext cx="37848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Compare 'ur' </a:t>
            </a:r>
            <a:br>
              <a:rPr lang="en-US"/>
            </a:br>
            <a:r>
              <a:rPr lang="en-US"/>
              <a:t>and 'ure'</a:t>
            </a:r>
            <a:endParaRPr/>
          </a:p>
        </p:txBody>
      </p:sp>
      <p:sp>
        <p:nvSpPr>
          <p:cNvPr id="711" name="Google Shape;711;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58</a:t>
            </a:r>
            <a:endParaRPr/>
          </a:p>
        </p:txBody>
      </p:sp>
      <p:pic>
        <p:nvPicPr>
          <p:cNvPr id="712" name="Google Shape;712;p1"/>
          <p:cNvPicPr preferRelativeResize="0"/>
          <p:nvPr/>
        </p:nvPicPr>
        <p:blipFill rotWithShape="1">
          <a:blip r:embed="rId3">
            <a:alphaModFix/>
          </a:blip>
          <a:srcRect l="79" r="69"/>
          <a:stretch/>
        </p:blipFill>
        <p:spPr>
          <a:xfrm rot="540305">
            <a:off x="7336183" y="3915827"/>
            <a:ext cx="1208040" cy="1709827"/>
          </a:xfrm>
          <a:prstGeom prst="rect">
            <a:avLst/>
          </a:prstGeom>
          <a:noFill/>
          <a:ln>
            <a:noFill/>
          </a:ln>
          <a:effectLst>
            <a:outerShdw blurRad="71438" dist="38100" dir="5220000" algn="bl" rotWithShape="0">
              <a:srgbClr val="000000">
                <a:alpha val="20000"/>
              </a:srgbClr>
            </a:outerShdw>
          </a:effectLst>
        </p:spPr>
      </p:pic>
      <p:pic>
        <p:nvPicPr>
          <p:cNvPr id="713" name="Google Shape;713;p1"/>
          <p:cNvPicPr preferRelativeResize="0"/>
          <p:nvPr/>
        </p:nvPicPr>
        <p:blipFill rotWithShape="1">
          <a:blip r:embed="rId4">
            <a:alphaModFix/>
          </a:blip>
          <a:srcRect l="79" r="7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4" name="Google Shape;714;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sp>
        <p:nvSpPr>
          <p:cNvPr id="715" name="Google Shape;715;p1"/>
          <p:cNvSpPr txBox="1"/>
          <p:nvPr/>
        </p:nvSpPr>
        <p:spPr>
          <a:xfrm>
            <a:off x="536247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sp>
        <p:nvSpPr>
          <p:cNvPr id="716" name="Google Shape;716;p1"/>
          <p:cNvSpPr txBox="1"/>
          <p:nvPr/>
        </p:nvSpPr>
        <p:spPr>
          <a:xfrm>
            <a:off x="713362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graphicFrame>
        <p:nvGraphicFramePr>
          <p:cNvPr id="717" name="Google Shape;717;p1"/>
          <p:cNvGraphicFramePr/>
          <p:nvPr/>
        </p:nvGraphicFramePr>
        <p:xfrm>
          <a:off x="4844200" y="1891197"/>
          <a:ext cx="3784950" cy="1678950"/>
        </p:xfrm>
        <a:graphic>
          <a:graphicData uri="http://schemas.openxmlformats.org/drawingml/2006/table">
            <a:tbl>
              <a:tblPr firstRow="1" bandRow="1">
                <a:noFill/>
                <a:tableStyleId>{C6BB66F6-E982-4486-B844-6EADE003372F}</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8" name="Google Shape;718;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Compare r-controlled digraph </a:t>
            </a:r>
            <a:r>
              <a:rPr lang="en-US">
                <a:solidFill>
                  <a:srgbClr val="8DC63F"/>
                </a:solidFill>
              </a:rPr>
              <a:t>ur</a:t>
            </a:r>
            <a:r>
              <a:rPr lang="en-US"/>
              <a:t> and trigraph </a:t>
            </a:r>
            <a:r>
              <a:rPr lang="en-US">
                <a:solidFill>
                  <a:srgbClr val="8DC63F"/>
                </a:solidFill>
              </a:rPr>
              <a:t>ure</a:t>
            </a:r>
            <a:r>
              <a:rPr lang="en-US"/>
              <a:t>.</a:t>
            </a:r>
            <a:endParaRPr/>
          </a:p>
        </p:txBody>
      </p:sp>
      <p:sp>
        <p:nvSpPr>
          <p:cNvPr id="725" name="Google Shape;725;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6" name="Google Shape;72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8" name="Google Shape;738;g2bee4f4af4b_0_204">
            <a:hlinkClick r:id="rId7" action="ppaction://hlinksldjump"/>
          </p:cNvPr>
          <p:cNvSpPr/>
          <p:nvPr/>
        </p:nvSpPr>
        <p:spPr>
          <a:xfrm>
            <a:off x="946800" y="358612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8" action="ppaction://hlinksldjump"/>
          </p:cNvPr>
          <p:cNvSpPr/>
          <p:nvPr/>
        </p:nvSpPr>
        <p:spPr>
          <a:xfrm>
            <a:off x="2421726" y="361702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9" action="ppaction://hlinksldjump"/>
          </p:cNvPr>
          <p:cNvSpPr/>
          <p:nvPr/>
        </p:nvSpPr>
        <p:spPr>
          <a:xfrm>
            <a:off x="4859461"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10" action="ppaction://hlinksldjump"/>
          </p:cNvPr>
          <p:cNvSpPr/>
          <p:nvPr/>
        </p:nvSpPr>
        <p:spPr>
          <a:xfrm>
            <a:off x="3573962"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8" name="Google Shape;748;g26b641b03cd_0_165"/>
          <p:cNvGrpSpPr/>
          <p:nvPr/>
        </p:nvGrpSpPr>
        <p:grpSpPr>
          <a:xfrm>
            <a:off x="930400" y="2129444"/>
            <a:ext cx="7283200" cy="3724851"/>
            <a:chOff x="930400" y="2129444"/>
            <a:chExt cx="7283200" cy="3724851"/>
          </a:xfrm>
        </p:grpSpPr>
        <p:pic>
          <p:nvPicPr>
            <p:cNvPr id="749" name="Google Shape;74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8" name="Google Shape;778;g26b7edf6e71_0_26"/>
          <p:cNvPicPr preferRelativeResize="0"/>
          <p:nvPr/>
        </p:nvPicPr>
        <p:blipFill rotWithShape="1">
          <a:blip r:embed="rId3">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4">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686"/>
              </a:srgbClr>
            </a:outerShdw>
          </a:effectLst>
        </p:spPr>
      </p:pic>
      <p:pic>
        <p:nvPicPr>
          <p:cNvPr id="780" name="Google Shape;78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8" name="Google Shape;78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13" name="Google Shape;813;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4" name="Google Shape;814;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21" name="Google Shape;82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2" name="Google Shape;82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3" name="Google Shape;823;g2c186218c5a_0_17"/>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cxnSp>
        <p:nvCxnSpPr>
          <p:cNvPr id="824" name="Google Shape;824;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25" name="Google Shape;825;g2c186218c5a_0_17"/>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pic>
        <p:nvPicPr>
          <p:cNvPr id="831" name="Google Shape;831;g26b641b03cd_0_185"/>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32" name="Google Shape;832;g26b641b03cd_0_185"/>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
        <p:nvSpPr>
          <p:cNvPr id="833" name="Google Shape;83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34" name="Google Shape;83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5" name="Google Shape;83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36" name="Google Shape;836;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37" name="Google Shape;837;g26b641b03cd_0_185"/>
          <p:cNvGrpSpPr/>
          <p:nvPr/>
        </p:nvGrpSpPr>
        <p:grpSpPr>
          <a:xfrm>
            <a:off x="6799775" y="1463138"/>
            <a:ext cx="1558225" cy="830250"/>
            <a:chOff x="3203200" y="2683688"/>
            <a:chExt cx="1558225" cy="830250"/>
          </a:xfrm>
        </p:grpSpPr>
        <p:pic>
          <p:nvPicPr>
            <p:cNvPr id="838" name="Google Shape;838;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9" name="Google Shape;839;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993FA2"/>
                  </a:solidFill>
                  <a:latin typeface="Jost"/>
                  <a:ea typeface="Jost"/>
                  <a:cs typeface="Jost"/>
                  <a:sym typeface="Jost"/>
                </a:rPr>
                <a:t>/ur/</a:t>
              </a:r>
              <a:endParaRPr sz="3500" b="0" i="0" u="none" strike="noStrike" cap="none">
                <a:solidFill>
                  <a:srgbClr val="993FA2"/>
                </a:solidFill>
                <a:latin typeface="Jost"/>
                <a:ea typeface="Jost"/>
                <a:cs typeface="Jost"/>
                <a:sym typeface="Jost"/>
              </a:endParaRPr>
            </a:p>
          </p:txBody>
        </p:sp>
      </p:grpSp>
      <p:grpSp>
        <p:nvGrpSpPr>
          <p:cNvPr id="840" name="Google Shape;840;g26b641b03cd_0_185"/>
          <p:cNvGrpSpPr/>
          <p:nvPr/>
        </p:nvGrpSpPr>
        <p:grpSpPr>
          <a:xfrm>
            <a:off x="6799775" y="3981075"/>
            <a:ext cx="1558225" cy="830250"/>
            <a:chOff x="3203200" y="2683688"/>
            <a:chExt cx="1558225" cy="830250"/>
          </a:xfrm>
        </p:grpSpPr>
        <p:pic>
          <p:nvPicPr>
            <p:cNvPr id="841" name="Google Shape;841;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2" name="Google Shape;842;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993FA2"/>
                  </a:solidFill>
                  <a:latin typeface="Jost"/>
                  <a:ea typeface="Jost"/>
                  <a:cs typeface="Jost"/>
                  <a:sym typeface="Jost"/>
                </a:rPr>
                <a:t>/ure/</a:t>
              </a:r>
              <a:endParaRPr sz="3500" b="0" i="0" u="none" strike="noStrike" cap="none">
                <a:solidFill>
                  <a:srgbClr val="993FA2"/>
                </a:solidFill>
                <a:latin typeface="Jost"/>
                <a:ea typeface="Jost"/>
                <a:cs typeface="Jost"/>
                <a:sym typeface="Jos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49" name="Google Shape;84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50" name="Google Shape;85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51" name="Google Shape;851;g2c186218c5a_0_25"/>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852" name="Google Shape;852;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53" name="Google Shape;853;g2c186218c5a_0_25"/>
          <p:cNvPicPr preferRelativeResize="0"/>
          <p:nvPr/>
        </p:nvPicPr>
        <p:blipFill rotWithShape="1">
          <a:blip r:embed="rId4">
            <a:alphaModFix/>
          </a:blip>
          <a:srcRect l="79" r="79"/>
          <a:stretch/>
        </p:blipFill>
        <p:spPr>
          <a:xfrm>
            <a:off x="4876416"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60" name="Google Shape;86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61" name="Google Shape;86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62" name="Google Shape;862;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63" name="Google Shape;863;g26b641b03cd_0_192"/>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pic>
        <p:nvPicPr>
          <p:cNvPr id="864" name="Google Shape;864;g26b641b03cd_0_192"/>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71" name="Google Shape;87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2" name="Google Shape;87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9" name="Google Shape;879;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0" name="Google Shape;880;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2" name="Google Shape;882;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4" name="Google Shape;884;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5" name="Google Shape;885;g2c4fd7a3c22_2_0"/>
          <p:cNvGrpSpPr/>
          <p:nvPr/>
        </p:nvGrpSpPr>
        <p:grpSpPr>
          <a:xfrm>
            <a:off x="304250" y="6984600"/>
            <a:ext cx="8330829" cy="808600"/>
            <a:chOff x="-152950" y="7365600"/>
            <a:chExt cx="8330829" cy="808600"/>
          </a:xfrm>
        </p:grpSpPr>
        <p:sp>
          <p:nvSpPr>
            <p:cNvPr id="886" name="Google Shape;886;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7" name="Google Shape;887;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8" name="Google Shape;888;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9" name="Google Shape;889;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0" name="Google Shape;890;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1" name="Google Shape;891;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2" name="Google Shape;892;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3" name="Google Shape;893;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4" name="Google Shape;894;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6" name="Google Shape;896;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7" name="Google Shape;897;g2c4fd7a3c22_2_0"/>
          <p:cNvSpPr/>
          <p:nvPr/>
        </p:nvSpPr>
        <p:spPr>
          <a:xfrm>
            <a:off x="353406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8" name="Google Shape;898;g2c4fd7a3c22_2_0"/>
          <p:cNvSpPr txBox="1"/>
          <p:nvPr/>
        </p:nvSpPr>
        <p:spPr>
          <a:xfrm>
            <a:off x="296436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99" name="Google Shape;899;g2c4fd7a3c22_2_0"/>
          <p:cNvSpPr txBox="1"/>
          <p:nvPr/>
        </p:nvSpPr>
        <p:spPr>
          <a:xfrm>
            <a:off x="3700432"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900" name="Google Shape;900;g2c4fd7a3c22_2_0"/>
          <p:cNvSpPr/>
          <p:nvPr/>
        </p:nvSpPr>
        <p:spPr>
          <a:xfrm>
            <a:off x="4302382"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d06b4e5280_0_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7" name="Google Shape;907;g2d06b4e5280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8" name="Google Shape;908;g2d06b4e5280_0_2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d06b4e5280_0_2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d06b4e5280_0_2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d06b4e5280_0_2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d06b4e5280_0_2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3" name="Google Shape;913;g2d06b4e5280_0_23"/>
          <p:cNvGrpSpPr/>
          <p:nvPr/>
        </p:nvGrpSpPr>
        <p:grpSpPr>
          <a:xfrm>
            <a:off x="304250" y="6984600"/>
            <a:ext cx="8330829" cy="808600"/>
            <a:chOff x="-152950" y="7365600"/>
            <a:chExt cx="8330829" cy="808600"/>
          </a:xfrm>
        </p:grpSpPr>
        <p:sp>
          <p:nvSpPr>
            <p:cNvPr id="914" name="Google Shape;914;g2d06b4e5280_0_2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5" name="Google Shape;915;g2d06b4e5280_0_2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6" name="Google Shape;916;g2d06b4e5280_0_2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7" name="Google Shape;917;g2d06b4e5280_0_2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8" name="Google Shape;918;g2d06b4e5280_0_2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9" name="Google Shape;919;g2d06b4e5280_0_2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0" name="Google Shape;920;g2d06b4e5280_0_2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1" name="Google Shape;921;g2d06b4e5280_0_2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2" name="Google Shape;922;g2d06b4e5280_0_2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d06b4e5280_0_2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4" name="Google Shape;924;g2d06b4e5280_0_2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5" name="Google Shape;925;g2d06b4e5280_0_23"/>
          <p:cNvSpPr/>
          <p:nvPr/>
        </p:nvSpPr>
        <p:spPr>
          <a:xfrm>
            <a:off x="302046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d06b4e5280_0_23"/>
          <p:cNvSpPr txBox="1"/>
          <p:nvPr/>
        </p:nvSpPr>
        <p:spPr>
          <a:xfrm>
            <a:off x="245076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7" name="Google Shape;927;g2d06b4e5280_0_23"/>
          <p:cNvSpPr txBox="1"/>
          <p:nvPr/>
        </p:nvSpPr>
        <p:spPr>
          <a:xfrm>
            <a:off x="3567831" y="1308025"/>
            <a:ext cx="312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ure</a:t>
            </a:r>
            <a:endParaRPr sz="15000" b="0" i="0" u="none" strike="noStrike" cap="none">
              <a:solidFill>
                <a:srgbClr val="993FA2"/>
              </a:solidFill>
              <a:latin typeface="Jost"/>
              <a:ea typeface="Jost"/>
              <a:cs typeface="Jost"/>
              <a:sym typeface="Jost"/>
            </a:endParaRPr>
          </a:p>
        </p:txBody>
      </p:sp>
      <p:sp>
        <p:nvSpPr>
          <p:cNvPr id="928" name="Google Shape;928;g2d06b4e5280_0_23"/>
          <p:cNvSpPr/>
          <p:nvPr/>
        </p:nvSpPr>
        <p:spPr>
          <a:xfrm>
            <a:off x="3980182" y="4011900"/>
            <a:ext cx="2298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d06b4e5280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5" name="Google Shape;935;g2d06b4e5280_0_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6" name="Google Shape;936;g2d06b4e5280_0_5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d06b4e5280_0_5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6b4e5280_0_5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6b4e5280_0_5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6b4e5280_0_5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1" name="Google Shape;941;g2d06b4e5280_0_52"/>
          <p:cNvGrpSpPr/>
          <p:nvPr/>
        </p:nvGrpSpPr>
        <p:grpSpPr>
          <a:xfrm>
            <a:off x="304250" y="6984600"/>
            <a:ext cx="8330829" cy="808600"/>
            <a:chOff x="-152950" y="7365600"/>
            <a:chExt cx="8330829" cy="808600"/>
          </a:xfrm>
        </p:grpSpPr>
        <p:sp>
          <p:nvSpPr>
            <p:cNvPr id="942" name="Google Shape;942;g2d06b4e5280_0_5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d06b4e5280_0_5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d06b4e5280_0_5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d06b4e5280_0_5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d06b4e5280_0_5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d06b4e5280_0_5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d06b4e5280_0_5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d06b4e5280_0_5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0" name="Google Shape;950;g2d06b4e5280_0_5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6b4e5280_0_5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2" name="Google Shape;952;g2d06b4e5280_0_5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d06b4e5280_0_52"/>
          <p:cNvSpPr/>
          <p:nvPr/>
        </p:nvSpPr>
        <p:spPr>
          <a:xfrm>
            <a:off x="29715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6b4e5280_0_52"/>
          <p:cNvSpPr txBox="1"/>
          <p:nvPr/>
        </p:nvSpPr>
        <p:spPr>
          <a:xfrm>
            <a:off x="24018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55" name="Google Shape;955;g2d06b4e5280_0_52"/>
          <p:cNvSpPr txBox="1"/>
          <p:nvPr/>
        </p:nvSpPr>
        <p:spPr>
          <a:xfrm>
            <a:off x="3290302"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956" name="Google Shape;956;g2d06b4e5280_0_52"/>
          <p:cNvSpPr/>
          <p:nvPr/>
        </p:nvSpPr>
        <p:spPr>
          <a:xfrm>
            <a:off x="3892252"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d06b4e5280_0_52"/>
          <p:cNvSpPr/>
          <p:nvPr/>
        </p:nvSpPr>
        <p:spPr>
          <a:xfrm>
            <a:off x="57824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d06b4e5280_0_52"/>
          <p:cNvSpPr txBox="1"/>
          <p:nvPr/>
        </p:nvSpPr>
        <p:spPr>
          <a:xfrm>
            <a:off x="52127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d06b4e5280_0_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5" name="Google Shape;965;g2d06b4e5280_0_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6" name="Google Shape;966;g2d06b4e5280_0_8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6b4e5280_0_8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6b4e5280_0_8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6b4e5280_0_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6b4e5280_0_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1" name="Google Shape;971;g2d06b4e5280_0_81"/>
          <p:cNvGrpSpPr/>
          <p:nvPr/>
        </p:nvGrpSpPr>
        <p:grpSpPr>
          <a:xfrm>
            <a:off x="304250" y="6984600"/>
            <a:ext cx="8330829" cy="808600"/>
            <a:chOff x="-152950" y="7365600"/>
            <a:chExt cx="8330829" cy="808600"/>
          </a:xfrm>
        </p:grpSpPr>
        <p:sp>
          <p:nvSpPr>
            <p:cNvPr id="972" name="Google Shape;972;g2d06b4e5280_0_8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3" name="Google Shape;973;g2d06b4e5280_0_8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4" name="Google Shape;974;g2d06b4e5280_0_8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5" name="Google Shape;975;g2d06b4e5280_0_8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6" name="Google Shape;976;g2d06b4e5280_0_8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7" name="Google Shape;977;g2d06b4e5280_0_8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8" name="Google Shape;978;g2d06b4e5280_0_8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9" name="Google Shape;979;g2d06b4e5280_0_8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80" name="Google Shape;980;g2d06b4e5280_0_8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6b4e5280_0_8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2" name="Google Shape;982;g2d06b4e5280_0_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3" name="Google Shape;983;g2d06b4e5280_0_81"/>
          <p:cNvSpPr/>
          <p:nvPr/>
        </p:nvSpPr>
        <p:spPr>
          <a:xfrm>
            <a:off x="423967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06b4e5280_0_81"/>
          <p:cNvSpPr txBox="1"/>
          <p:nvPr/>
        </p:nvSpPr>
        <p:spPr>
          <a:xfrm>
            <a:off x="366997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85" name="Google Shape;985;g2d06b4e5280_0_81"/>
          <p:cNvSpPr txBox="1"/>
          <p:nvPr/>
        </p:nvSpPr>
        <p:spPr>
          <a:xfrm>
            <a:off x="4634635" y="1308025"/>
            <a:ext cx="312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ure</a:t>
            </a:r>
            <a:endParaRPr sz="15000" b="0" i="0" u="none" strike="noStrike" cap="none">
              <a:solidFill>
                <a:srgbClr val="993FA2"/>
              </a:solidFill>
              <a:latin typeface="Jost"/>
              <a:ea typeface="Jost"/>
              <a:cs typeface="Jost"/>
              <a:sym typeface="Jost"/>
            </a:endParaRPr>
          </a:p>
        </p:txBody>
      </p:sp>
      <p:sp>
        <p:nvSpPr>
          <p:cNvPr id="986" name="Google Shape;986;g2d06b4e5280_0_81"/>
          <p:cNvSpPr/>
          <p:nvPr/>
        </p:nvSpPr>
        <p:spPr>
          <a:xfrm>
            <a:off x="5046986" y="4011900"/>
            <a:ext cx="2298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d06b4e5280_0_81"/>
          <p:cNvSpPr/>
          <p:nvPr/>
        </p:nvSpPr>
        <p:spPr>
          <a:xfrm>
            <a:off x="3316815" y="3906888"/>
            <a:ext cx="390000" cy="390000"/>
          </a:xfrm>
          <a:prstGeom prst="ellipse">
            <a:avLst/>
          </a:prstGeom>
          <a:solidFill>
            <a:srgbClr val="E11E2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d06b4e5280_0_81"/>
          <p:cNvSpPr txBox="1"/>
          <p:nvPr/>
        </p:nvSpPr>
        <p:spPr>
          <a:xfrm>
            <a:off x="2747115" y="1401158"/>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E11E26"/>
                </a:solidFill>
                <a:latin typeface="Poppins"/>
                <a:ea typeface="Poppins"/>
                <a:cs typeface="Poppins"/>
                <a:sym typeface="Poppins"/>
              </a:rPr>
              <a:t>a</a:t>
            </a:r>
            <a:endParaRPr sz="15000" b="0" i="0" u="none" strike="noStrike" cap="none">
              <a:solidFill>
                <a:srgbClr val="E11E26"/>
              </a:solidFill>
              <a:latin typeface="Jost"/>
              <a:ea typeface="Jost"/>
              <a:cs typeface="Jost"/>
              <a:sym typeface="Jost"/>
            </a:endParaRPr>
          </a:p>
        </p:txBody>
      </p:sp>
      <p:sp>
        <p:nvSpPr>
          <p:cNvPr id="989" name="Google Shape;989;g2d06b4e5280_0_81"/>
          <p:cNvSpPr/>
          <p:nvPr/>
        </p:nvSpPr>
        <p:spPr>
          <a:xfrm>
            <a:off x="195366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06b4e5280_0_81"/>
          <p:cNvSpPr txBox="1"/>
          <p:nvPr/>
        </p:nvSpPr>
        <p:spPr>
          <a:xfrm>
            <a:off x="138396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7" name="Google Shape;99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8" name="Google Shape;99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5" name="Google Shape;100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06" name="Google Shape;100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7" name="Google Shape;1007;g26b641b03cd_0_204"/>
          <p:cNvPicPr preferRelativeResize="0"/>
          <p:nvPr/>
        </p:nvPicPr>
        <p:blipFill rotWithShape="1">
          <a:blip r:embed="rId3">
            <a:alphaModFix/>
          </a:blip>
          <a:srcRect l="79" r="8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cxnSp>
        <p:nvCxnSpPr>
          <p:cNvPr id="1008" name="Google Shape;1008;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09" name="Google Shape;1009;g26b641b03cd_0_204"/>
          <p:cNvPicPr preferRelativeResize="0"/>
          <p:nvPr/>
        </p:nvPicPr>
        <p:blipFill rotWithShape="1">
          <a:blip r:embed="rId4">
            <a:alphaModFix/>
          </a:blip>
          <a:srcRect l="79" r="8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6" name="Google Shape;101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7" name="Google Shape;10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18" name="Google Shape;1018;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19" name="Google Shape;1019;g2c186218c5a_0_48"/>
          <p:cNvPicPr preferRelativeResize="0"/>
          <p:nvPr/>
        </p:nvPicPr>
        <p:blipFill rotWithShape="1">
          <a:blip r:embed="rId3">
            <a:alphaModFix/>
          </a:blip>
          <a:srcRect/>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pic>
        <p:nvPicPr>
          <p:cNvPr id="1020" name="Google Shape;1020;g2c186218c5a_0_48"/>
          <p:cNvPicPr preferRelativeResize="0"/>
          <p:nvPr/>
        </p:nvPicPr>
        <p:blipFill rotWithShape="1">
          <a:blip r:embed="rId4">
            <a:alphaModFix/>
          </a:blip>
          <a:srcRect/>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7" name="Google Shape;102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8" name="Google Shape;1028;g26b641b03cd_0_213"/>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29" name="Google Shape;102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30" name="Google Shape;1030;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1" name="Google Shape;1031;g26b641b03cd_0_213"/>
          <p:cNvPicPr preferRelativeResize="0"/>
          <p:nvPr/>
        </p:nvPicPr>
        <p:blipFill rotWithShape="1">
          <a:blip r:embed="rId4">
            <a:alphaModFix/>
          </a:blip>
          <a:srcRect l="129" r="139"/>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8" name="Google Shape;103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39" name="Google Shape;103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40" name="Google Shape;1040;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41" name="Google Shape;1041;g2c186218c5a_0_149"/>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pic>
        <p:nvPicPr>
          <p:cNvPr id="1042" name="Google Shape;1042;g2c186218c5a_0_149"/>
          <p:cNvPicPr preferRelativeResize="0"/>
          <p:nvPr/>
        </p:nvPicPr>
        <p:blipFill rotWithShape="1">
          <a:blip r:embed="rId4">
            <a:alphaModFix/>
          </a:blip>
          <a:srcRect l="129" r="139"/>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pic>
        <p:nvPicPr>
          <p:cNvPr id="1048" name="Google Shape;1048;g2c71408be6c_0_938"/>
          <p:cNvPicPr preferRelativeResize="0"/>
          <p:nvPr/>
        </p:nvPicPr>
        <p:blipFill rotWithShape="1">
          <a:blip r:embed="rId3">
            <a:alphaModFix/>
          </a:blip>
          <a:srcRect l="406" r="395"/>
          <a:stretch/>
        </p:blipFill>
        <p:spPr>
          <a:xfrm>
            <a:off x="4392597" y="2697413"/>
            <a:ext cx="3906212" cy="2453951"/>
          </a:xfrm>
          <a:prstGeom prst="rect">
            <a:avLst/>
          </a:prstGeom>
          <a:noFill/>
          <a:ln>
            <a:noFill/>
          </a:ln>
        </p:spPr>
      </p:pic>
      <p:pic>
        <p:nvPicPr>
          <p:cNvPr id="1049" name="Google Shape;1049;g2c71408be6c_0_938"/>
          <p:cNvPicPr preferRelativeResize="0"/>
          <p:nvPr/>
        </p:nvPicPr>
        <p:blipFill rotWithShape="1">
          <a:blip r:embed="rId4">
            <a:alphaModFix/>
          </a:blip>
          <a:srcRect l="1465" r="1474"/>
          <a:stretch/>
        </p:blipFill>
        <p:spPr>
          <a:xfrm>
            <a:off x="879153" y="2714147"/>
            <a:ext cx="3362574" cy="1091031"/>
          </a:xfrm>
          <a:prstGeom prst="rect">
            <a:avLst/>
          </a:prstGeom>
          <a:noFill/>
          <a:ln>
            <a:noFill/>
          </a:ln>
        </p:spPr>
      </p:pic>
      <p:pic>
        <p:nvPicPr>
          <p:cNvPr id="1050" name="Google Shape;1050;g2c71408be6c_0_938"/>
          <p:cNvPicPr preferRelativeResize="0"/>
          <p:nvPr/>
        </p:nvPicPr>
        <p:blipFill rotWithShape="1">
          <a:blip r:embed="rId5">
            <a:alphaModFix/>
          </a:blip>
          <a:srcRect r="1409"/>
          <a:stretch/>
        </p:blipFill>
        <p:spPr>
          <a:xfrm>
            <a:off x="795337" y="3906425"/>
            <a:ext cx="3576650" cy="1135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357</Words>
  <Application>Microsoft Office PowerPoint</Application>
  <PresentationFormat>On-screen Show (4:3)</PresentationFormat>
  <Paragraphs>148</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Mulish</vt:lpstr>
      <vt:lpstr>Calibri</vt:lpstr>
      <vt:lpstr>Poppins Medium</vt:lpstr>
      <vt:lpstr>Arial</vt:lpstr>
      <vt:lpstr>Nunito Black</vt:lpstr>
      <vt:lpstr>Poppins</vt:lpstr>
      <vt:lpstr>Jost</vt:lpstr>
      <vt:lpstr>Poppins SemiBold</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2026-05-13T03:33:38Z</dcterms:modified>
</cp:coreProperties>
</file>