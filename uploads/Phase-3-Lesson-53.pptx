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jYBGJTSwr0xPODVV4o5dnjj4Bv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172647-9C66-461A-A4AB-CAE2E50AE9BA}">
  <a:tblStyle styleId="{5D172647-9C66-461A-A4AB-CAE2E50AE9B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3" name="Google Shape;69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6" name="Google Shape;71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9" name="Google Shape;83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7" name="Google Shape;86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4" name="Google Shape;874;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eca3ccee7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eca3ccee7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eca3ccee7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3" name="Google Shape;95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4" name="Google Shape;95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ceca3ccee7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ceca3ccee7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ceca3ccee7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25417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014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R-controlled Digraph 'ur'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80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11 -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7.png"/><Relationship Id="rId7" Type="http://schemas.openxmlformats.org/officeDocument/2006/relationships/slide" Target="slide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s>
</file>

<file path=ppt/slides/_rels/slide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5.xml"/><Relationship Id="rId16" Type="http://schemas.openxmlformats.org/officeDocument/2006/relationships/image" Target="../media/image71.png"/><Relationship Id="rId1" Type="http://schemas.openxmlformats.org/officeDocument/2006/relationships/slideLayout" Target="../slideLayouts/slideLayout3.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6.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image" Target="../media/image82.png"/><Relationship Id="rId18" Type="http://schemas.openxmlformats.org/officeDocument/2006/relationships/image" Target="../media/image87.png"/><Relationship Id="rId26" Type="http://schemas.openxmlformats.org/officeDocument/2006/relationships/image" Target="../media/image95.png"/><Relationship Id="rId3" Type="http://schemas.openxmlformats.org/officeDocument/2006/relationships/image" Target="../media/image72.png"/><Relationship Id="rId21" Type="http://schemas.openxmlformats.org/officeDocument/2006/relationships/image" Target="../media/image90.png"/><Relationship Id="rId7" Type="http://schemas.openxmlformats.org/officeDocument/2006/relationships/image" Target="../media/image76.png"/><Relationship Id="rId12" Type="http://schemas.openxmlformats.org/officeDocument/2006/relationships/image" Target="../media/image81.png"/><Relationship Id="rId17" Type="http://schemas.openxmlformats.org/officeDocument/2006/relationships/image" Target="../media/image86.png"/><Relationship Id="rId25" Type="http://schemas.openxmlformats.org/officeDocument/2006/relationships/image" Target="../media/image94.png"/><Relationship Id="rId2" Type="http://schemas.openxmlformats.org/officeDocument/2006/relationships/notesSlide" Target="../notesSlides/notesSlide6.xml"/><Relationship Id="rId16" Type="http://schemas.openxmlformats.org/officeDocument/2006/relationships/image" Target="../media/image85.png"/><Relationship Id="rId20" Type="http://schemas.openxmlformats.org/officeDocument/2006/relationships/image" Target="../media/image89.png"/><Relationship Id="rId1" Type="http://schemas.openxmlformats.org/officeDocument/2006/relationships/slideLayout" Target="../slideLayouts/slideLayout3.xml"/><Relationship Id="rId6" Type="http://schemas.openxmlformats.org/officeDocument/2006/relationships/image" Target="../media/image75.png"/><Relationship Id="rId11" Type="http://schemas.openxmlformats.org/officeDocument/2006/relationships/image" Target="../media/image80.png"/><Relationship Id="rId24" Type="http://schemas.openxmlformats.org/officeDocument/2006/relationships/image" Target="../media/image93.png"/><Relationship Id="rId5" Type="http://schemas.openxmlformats.org/officeDocument/2006/relationships/image" Target="../media/image74.png"/><Relationship Id="rId15" Type="http://schemas.openxmlformats.org/officeDocument/2006/relationships/image" Target="../media/image84.png"/><Relationship Id="rId23" Type="http://schemas.openxmlformats.org/officeDocument/2006/relationships/image" Target="../media/image92.png"/><Relationship Id="rId28" Type="http://schemas.openxmlformats.org/officeDocument/2006/relationships/image" Target="../media/image97.png"/><Relationship Id="rId10" Type="http://schemas.openxmlformats.org/officeDocument/2006/relationships/image" Target="../media/image79.png"/><Relationship Id="rId19" Type="http://schemas.openxmlformats.org/officeDocument/2006/relationships/image" Target="../media/image88.png"/><Relationship Id="rId4" Type="http://schemas.openxmlformats.org/officeDocument/2006/relationships/image" Target="../media/image73.png"/><Relationship Id="rId9" Type="http://schemas.openxmlformats.org/officeDocument/2006/relationships/image" Target="../media/image78.png"/><Relationship Id="rId14" Type="http://schemas.openxmlformats.org/officeDocument/2006/relationships/image" Target="../media/image83.png"/><Relationship Id="rId22" Type="http://schemas.openxmlformats.org/officeDocument/2006/relationships/image" Target="../media/image91.png"/><Relationship Id="rId27" Type="http://schemas.openxmlformats.org/officeDocument/2006/relationships/image" Target="../media/image9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1"/>
          <p:cNvPicPr preferRelativeResize="0"/>
          <p:nvPr/>
        </p:nvPicPr>
        <p:blipFill rotWithShape="1">
          <a:blip r:embed="rId3">
            <a:alphaModFix/>
          </a:blip>
          <a:srcRect t="99" b="109"/>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sp>
        <p:nvSpPr>
          <p:cNvPr id="683" name="Google Shape;683;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R-controlled Digraph 'ur'</a:t>
            </a:r>
            <a:endParaRPr/>
          </a:p>
        </p:txBody>
      </p:sp>
      <p:sp>
        <p:nvSpPr>
          <p:cNvPr id="684" name="Google Shape;684;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53</a:t>
            </a:r>
            <a:endParaRPr/>
          </a:p>
        </p:txBody>
      </p:sp>
      <p:graphicFrame>
        <p:nvGraphicFramePr>
          <p:cNvPr id="685" name="Google Shape;685;p1"/>
          <p:cNvGraphicFramePr/>
          <p:nvPr/>
        </p:nvGraphicFramePr>
        <p:xfrm>
          <a:off x="4844200" y="1891197"/>
          <a:ext cx="3784950" cy="1678950"/>
        </p:xfrm>
        <a:graphic>
          <a:graphicData uri="http://schemas.openxmlformats.org/drawingml/2006/table">
            <a:tbl>
              <a:tblPr firstRow="1" bandRow="1">
                <a:noFill/>
                <a:tableStyleId>{5D172647-9C66-461A-A4AB-CAE2E50AE9BA}</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6" name="Google Shape;68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7" name="Google Shape;687;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88" name="Google Shape;688;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cxnSp>
        <p:nvCxnSpPr>
          <p:cNvPr id="689" name="Google Shape;689;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digraph </a:t>
            </a:r>
            <a:r>
              <a:rPr lang="en-US">
                <a:solidFill>
                  <a:srgbClr val="8DC63F"/>
                </a:solidFill>
              </a:rPr>
              <a:t>ur</a:t>
            </a:r>
            <a:r>
              <a:rPr lang="en-US"/>
              <a:t>.</a:t>
            </a:r>
            <a:endParaRPr/>
          </a:p>
        </p:txBody>
      </p:sp>
      <p:sp>
        <p:nvSpPr>
          <p:cNvPr id="696" name="Google Shape;696;g2bee4f4af4b_0_204"/>
          <p:cNvSpPr txBox="1">
            <a:spLocks noGrp="1"/>
          </p:cNvSpPr>
          <p:nvPr>
            <p:ph type="body" idx="2"/>
          </p:nvPr>
        </p:nvSpPr>
        <p:spPr>
          <a:xfrm>
            <a:off x="3298550" y="1787475"/>
            <a:ext cx="5279100" cy="15081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&amp; 3 Common Exception Words:</a:t>
            </a:r>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as I is no go to into the put his has of pull full</a:t>
            </a:r>
            <a:endParaRPr>
              <a:solidFill>
                <a:srgbClr val="2356AF"/>
              </a:solidFill>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push they me we be he she my by looked you are there</a:t>
            </a:r>
            <a:endParaRPr>
              <a:solidFill>
                <a:srgbClr val="2356AF"/>
              </a:solidFill>
            </a:endParaRPr>
          </a:p>
        </p:txBody>
      </p:sp>
      <p:sp>
        <p:nvSpPr>
          <p:cNvPr id="697" name="Google Shape;697;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698" name="Google Shape;698;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99" name="Google Shape;699;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0" name="Google Shape;700;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09" name="Google Shape;709;g2bee4f4af4b_0_204">
            <a:hlinkClick r:id="rId7" action="ppaction://hlinksldjump"/>
          </p:cNvPr>
          <p:cNvSpPr/>
          <p:nvPr/>
        </p:nvSpPr>
        <p:spPr>
          <a:xfrm>
            <a:off x="963913" y="382350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0" name="Google Shape;710;g2bee4f4af4b_0_204">
            <a:hlinkClick r:id="rId8" action="ppaction://hlinksldjump"/>
          </p:cNvPr>
          <p:cNvSpPr/>
          <p:nvPr/>
        </p:nvSpPr>
        <p:spPr>
          <a:xfrm>
            <a:off x="2500108" y="377425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1" name="Google Shape;711;g2bee4f4af4b_0_204">
            <a:hlinkClick r:id="rId9" action="ppaction://hlinksldjump"/>
          </p:cNvPr>
          <p:cNvSpPr/>
          <p:nvPr/>
        </p:nvSpPr>
        <p:spPr>
          <a:xfrm>
            <a:off x="4874832" y="380162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10" action="ppaction://hlinksldjump"/>
          </p:cNvPr>
          <p:cNvSpPr/>
          <p:nvPr/>
        </p:nvSpPr>
        <p:spPr>
          <a:xfrm>
            <a:off x="3594577" y="377261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9" name="Google Shape;719;g26b641b03cd_0_165"/>
          <p:cNvGrpSpPr/>
          <p:nvPr/>
        </p:nvGrpSpPr>
        <p:grpSpPr>
          <a:xfrm>
            <a:off x="930400" y="2129444"/>
            <a:ext cx="7283200" cy="3724851"/>
            <a:chOff x="930400" y="2129444"/>
            <a:chExt cx="7283200" cy="3724851"/>
          </a:xfrm>
        </p:grpSpPr>
        <p:pic>
          <p:nvPicPr>
            <p:cNvPr id="720" name="Google Shape;72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9" name="Google Shape;749;g26b7edf6e71_0_26"/>
          <p:cNvPicPr preferRelativeResize="0"/>
          <p:nvPr/>
        </p:nvPicPr>
        <p:blipFill rotWithShape="1">
          <a:blip r:embed="rId3">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50" name="Google Shape;750;g26b7edf6e71_0_26"/>
          <p:cNvPicPr preferRelativeResize="0"/>
          <p:nvPr/>
        </p:nvPicPr>
        <p:blipFill rotWithShape="1">
          <a:blip r:embed="rId4">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5">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6">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3" name="Google Shape;753;g26b7edf6e71_0_26"/>
          <p:cNvPicPr preferRelativeResize="0"/>
          <p:nvPr/>
        </p:nvPicPr>
        <p:blipFill rotWithShape="1">
          <a:blip r:embed="rId7">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8">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9">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6" name="Google Shape;756;g26b7edf6e71_0_26"/>
          <p:cNvPicPr preferRelativeResize="0"/>
          <p:nvPr/>
        </p:nvPicPr>
        <p:blipFill rotWithShape="1">
          <a:blip r:embed="rId10">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1">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2">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3">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14">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15">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16">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17">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18">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19">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0">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1">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2">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3">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24">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25">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26">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7">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8">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1" name="Google Shape;781;g26b7edf6e71_0_109"/>
          <p:cNvGrpSpPr/>
          <p:nvPr/>
        </p:nvGrpSpPr>
        <p:grpSpPr>
          <a:xfrm>
            <a:off x="867357" y="2129450"/>
            <a:ext cx="7282807" cy="2686611"/>
            <a:chOff x="867357" y="2129450"/>
            <a:chExt cx="7282807" cy="2686611"/>
          </a:xfrm>
        </p:grpSpPr>
        <p:pic>
          <p:nvPicPr>
            <p:cNvPr id="782" name="Google Shape;78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610ea7438_0_1"/>
          <p:cNvSpPr txBox="1">
            <a:spLocks noGrp="1"/>
          </p:cNvSpPr>
          <p:nvPr>
            <p:ph type="title"/>
          </p:nvPr>
        </p:nvSpPr>
        <p:spPr>
          <a:xfrm>
            <a:off x="920725" y="582900"/>
            <a:ext cx="73026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a:t>
            </a:r>
            <a:r>
              <a:rPr lang="en-US"/>
              <a:t>.</a:t>
            </a:r>
            <a:endParaRPr/>
          </a:p>
        </p:txBody>
      </p:sp>
      <p:pic>
        <p:nvPicPr>
          <p:cNvPr id="802" name="Google Shape;802;g2c610ea7438_0_1"/>
          <p:cNvPicPr preferRelativeResize="0"/>
          <p:nvPr/>
        </p:nvPicPr>
        <p:blipFill rotWithShape="1">
          <a:blip r:embed="rId3">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1"/>
              </a:srgbClr>
            </a:outerShdw>
          </a:effectLst>
        </p:spPr>
      </p:pic>
      <p:pic>
        <p:nvPicPr>
          <p:cNvPr id="803" name="Google Shape;803;g2c610ea7438_0_1"/>
          <p:cNvPicPr preferRelativeResize="0"/>
          <p:nvPr/>
        </p:nvPicPr>
        <p:blipFill rotWithShape="1">
          <a:blip r:embed="rId4">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4" name="Google Shape;804;g2c610ea7438_0_1"/>
          <p:cNvPicPr preferRelativeResize="0"/>
          <p:nvPr/>
        </p:nvPicPr>
        <p:blipFill rotWithShape="1">
          <a:blip r:embed="rId5">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5" name="Google Shape;805;g2c610ea7438_0_1"/>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7">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8">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9">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0">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1">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2">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3">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4">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5">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6">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17">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1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1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2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2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2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2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2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4" name="Google Shape;83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5" name="Google Shape;835;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6" name="Google Shape;83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3" name="Google Shape;84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4" name="Google Shape;844;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45" name="Google Shape;84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2" name="Google Shape;85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53" name="Google Shape;85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54" name="Google Shape;85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1" name="Google Shape;86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62" name="Google Shape;86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63" name="Google Shape;86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70" name="Google Shape;87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1" name="Google Shape;87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78" name="Google Shape;878;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79" name="Google Shape;879;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0" name="Google Shape;880;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1" name="Google Shape;881;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2" name="Google Shape;882;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4" name="Google Shape;884;g2c4fd7a3c22_2_0"/>
          <p:cNvGrpSpPr/>
          <p:nvPr/>
        </p:nvGrpSpPr>
        <p:grpSpPr>
          <a:xfrm>
            <a:off x="304250" y="6984600"/>
            <a:ext cx="8330829" cy="808600"/>
            <a:chOff x="-152950" y="7365600"/>
            <a:chExt cx="8330829" cy="808600"/>
          </a:xfrm>
        </p:grpSpPr>
        <p:sp>
          <p:nvSpPr>
            <p:cNvPr id="885" name="Google Shape;885;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6" name="Google Shape;886;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87" name="Google Shape;887;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88" name="Google Shape;888;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89" name="Google Shape;889;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0" name="Google Shape;890;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1" name="Google Shape;891;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2" name="Google Shape;892;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3" name="Google Shape;893;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4" name="Google Shape;894;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5" name="Google Shape;895;g2c4fd7a3c22_2_0"/>
          <p:cNvSpPr/>
          <p:nvPr/>
        </p:nvSpPr>
        <p:spPr>
          <a:xfrm>
            <a:off x="349596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6" name="Google Shape;896;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7" name="Google Shape;897;g2c4fd7a3c22_2_0"/>
          <p:cNvSpPr txBox="1">
            <a:spLocks noGrp="1"/>
          </p:cNvSpPr>
          <p:nvPr>
            <p:ph type="subTitle" idx="4294967295"/>
          </p:nvPr>
        </p:nvSpPr>
        <p:spPr>
          <a:xfrm>
            <a:off x="292626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898" name="Google Shape;898;g2c4fd7a3c22_2_0"/>
          <p:cNvSpPr txBox="1">
            <a:spLocks noGrp="1"/>
          </p:cNvSpPr>
          <p:nvPr>
            <p:ph type="subTitle" idx="4294967295"/>
          </p:nvPr>
        </p:nvSpPr>
        <p:spPr>
          <a:xfrm>
            <a:off x="3738532"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899" name="Google Shape;899;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c4fd7a3c22_2_0"/>
          <p:cNvSpPr/>
          <p:nvPr/>
        </p:nvSpPr>
        <p:spPr>
          <a:xfrm>
            <a:off x="4340482"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c4fd7a3c22_2_0"/>
          <p:cNvSpPr/>
          <p:nvPr/>
        </p:nvSpPr>
        <p:spPr>
          <a:xfrm>
            <a:off x="6011829" y="73830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eca3ccee7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8" name="Google Shape;908;g2ceca3ccee7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9" name="Google Shape;909;g2ceca3ccee7_0_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eca3ccee7_0_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eca3ccee7_0_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eca3ccee7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eca3ccee7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4" name="Google Shape;914;g2ceca3ccee7_0_9"/>
          <p:cNvGrpSpPr/>
          <p:nvPr/>
        </p:nvGrpSpPr>
        <p:grpSpPr>
          <a:xfrm>
            <a:off x="304250" y="6984600"/>
            <a:ext cx="8330829" cy="808600"/>
            <a:chOff x="-152950" y="7365600"/>
            <a:chExt cx="8330829" cy="808600"/>
          </a:xfrm>
        </p:grpSpPr>
        <p:sp>
          <p:nvSpPr>
            <p:cNvPr id="915" name="Google Shape;915;g2ceca3ccee7_0_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6" name="Google Shape;916;g2ceca3ccee7_0_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7" name="Google Shape;917;g2ceca3ccee7_0_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8" name="Google Shape;918;g2ceca3ccee7_0_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9" name="Google Shape;919;g2ceca3ccee7_0_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0" name="Google Shape;920;g2ceca3ccee7_0_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1" name="Google Shape;921;g2ceca3ccee7_0_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2" name="Google Shape;922;g2ceca3ccee7_0_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3" name="Google Shape;923;g2ceca3ccee7_0_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eca3ccee7_0_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ceca3ccee7_0_9"/>
          <p:cNvSpPr/>
          <p:nvPr/>
        </p:nvSpPr>
        <p:spPr>
          <a:xfrm>
            <a:off x="31599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6" name="Google Shape;926;g2ceca3ccee7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7" name="Google Shape;927;g2ceca3ccee7_0_9"/>
          <p:cNvSpPr txBox="1">
            <a:spLocks noGrp="1"/>
          </p:cNvSpPr>
          <p:nvPr>
            <p:ph type="subTitle" idx="4294967295"/>
          </p:nvPr>
        </p:nvSpPr>
        <p:spPr>
          <a:xfrm>
            <a:off x="2590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8" name="Google Shape;928;g2ceca3ccee7_0_9"/>
          <p:cNvSpPr txBox="1">
            <a:spLocks noGrp="1"/>
          </p:cNvSpPr>
          <p:nvPr>
            <p:ph type="subTitle" idx="4294967295"/>
          </p:nvPr>
        </p:nvSpPr>
        <p:spPr>
          <a:xfrm>
            <a:off x="3250077" y="1308025"/>
            <a:ext cx="24792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ur</a:t>
            </a:r>
            <a:endParaRPr sz="15000" b="0" i="0" u="none" strike="noStrike" cap="none">
              <a:solidFill>
                <a:srgbClr val="993FA2"/>
              </a:solidFill>
              <a:latin typeface="Jost"/>
              <a:ea typeface="Jost"/>
              <a:cs typeface="Jost"/>
              <a:sym typeface="Jost"/>
            </a:endParaRPr>
          </a:p>
        </p:txBody>
      </p:sp>
      <p:sp>
        <p:nvSpPr>
          <p:cNvPr id="929" name="Google Shape;929;g2ceca3ccee7_0_9"/>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eca3ccee7_0_9"/>
          <p:cNvSpPr/>
          <p:nvPr/>
        </p:nvSpPr>
        <p:spPr>
          <a:xfrm>
            <a:off x="3852027" y="4011900"/>
            <a:ext cx="12753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ceca3ccee7_0_9"/>
          <p:cNvSpPr/>
          <p:nvPr/>
        </p:nvSpPr>
        <p:spPr>
          <a:xfrm>
            <a:off x="6011829" y="73830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eca3ccee7_0_9"/>
          <p:cNvSpPr/>
          <p:nvPr/>
        </p:nvSpPr>
        <p:spPr>
          <a:xfrm>
            <a:off x="55940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3" name="Google Shape;933;g2ceca3ccee7_0_9"/>
          <p:cNvSpPr txBox="1">
            <a:spLocks noGrp="1"/>
          </p:cNvSpPr>
          <p:nvPr>
            <p:ph type="subTitle" idx="4294967295"/>
          </p:nvPr>
        </p:nvSpPr>
        <p:spPr>
          <a:xfrm>
            <a:off x="50243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40" name="Google Shape;94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41" name="Google Shape;94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48" name="Google Shape;94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9" name="Google Shape;94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0" name="Google Shape;95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57" name="Google Shape;95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8" name="Google Shape;95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9" name="Google Shape;95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66" name="Google Shape;96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7" name="Google Shape;96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8" name="Google Shape;96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75" name="Google Shape;97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6" name="Google Shape;97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7" name="Google Shape;97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4" name="Google Shape;98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5" name="Google Shape;985;g1f3daf8a844_0_64"/>
          <p:cNvGrpSpPr/>
          <p:nvPr/>
        </p:nvGrpSpPr>
        <p:grpSpPr>
          <a:xfrm>
            <a:off x="3024000" y="209875"/>
            <a:ext cx="3096000" cy="454800"/>
            <a:chOff x="3024000" y="209875"/>
            <a:chExt cx="3096000" cy="454800"/>
          </a:xfrm>
        </p:grpSpPr>
        <p:sp>
          <p:nvSpPr>
            <p:cNvPr id="986" name="Google Shape;98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8" name="Google Shape;98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9" name="Google Shape;98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0" name="Google Shape;99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1" name="Google Shape;99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2" name="Google Shape;99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3" name="Google Shape;99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96" name="Google Shape;99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7" name="Google Shape;99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8" name="Google Shape;99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99" name="Google Shape;999;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00" name="Google Shape;1000;g1f3daf8a844_0_64"/>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1" name="Google Shape;1001;g1f3daf8a844_0_64"/>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2" name="Google Shape;1002;g1f3daf8a844_0_64"/>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cxnSp>
        <p:nvCxnSpPr>
          <p:cNvPr id="1003" name="Google Shape;100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ceca3ccee7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0" name="Google Shape;1010;g2ceca3ccee7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1" name="Google Shape;1011;g2ceca3ccee7_0_41"/>
          <p:cNvGrpSpPr/>
          <p:nvPr/>
        </p:nvGrpSpPr>
        <p:grpSpPr>
          <a:xfrm>
            <a:off x="3024000" y="209875"/>
            <a:ext cx="3096000" cy="454800"/>
            <a:chOff x="3024000" y="209875"/>
            <a:chExt cx="3096000" cy="454800"/>
          </a:xfrm>
        </p:grpSpPr>
        <p:sp>
          <p:nvSpPr>
            <p:cNvPr id="1012" name="Google Shape;1012;g2ceca3ccee7_0_4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ceca3ccee7_0_4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4" name="Google Shape;1014;g2ceca3ccee7_0_4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5" name="Google Shape;1015;g2ceca3ccee7_0_4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16" name="Google Shape;1016;g2ceca3ccee7_0_4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7" name="Google Shape;1017;g2ceca3ccee7_0_4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8" name="Google Shape;1018;g2ceca3ccee7_0_4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9" name="Google Shape;1019;g2ceca3ccee7_0_4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0" name="Google Shape;1020;g2ceca3ccee7_0_4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fur burn burp hurt turn surf curl</a:t>
            </a:r>
            <a:endParaRPr sz="1800" b="0" i="0" u="none" strike="noStrike" cap="none">
              <a:solidFill>
                <a:srgbClr val="B7B7B7"/>
              </a:solidFill>
              <a:latin typeface="Jost"/>
              <a:ea typeface="Jost"/>
              <a:cs typeface="Jost"/>
              <a:sym typeface="Jost"/>
            </a:endParaRPr>
          </a:p>
        </p:txBody>
      </p:sp>
      <p:sp>
        <p:nvSpPr>
          <p:cNvPr id="1021" name="Google Shape;1021;g2ceca3ccee7_0_4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22" name="Google Shape;1022;g2ceca3ccee7_0_4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3" name="Google Shape;1023;g2ceca3ccee7_0_4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24" name="Google Shape;1024;g2ceca3ccee7_0_4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5" name="Google Shape;1025;g2ceca3ccee7_0_4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026" name="Google Shape;1026;g2ceca3ccee7_0_4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7" name="Google Shape;1027;g2ceca3ccee7_0_4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8" name="Google Shape;1028;g2ceca3ccee7_0_41"/>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9" name="Google Shape;1029;g2ceca3ccee7_0_41"/>
          <p:cNvSpPr txBox="1"/>
          <p:nvPr/>
        </p:nvSpPr>
        <p:spPr>
          <a:xfrm>
            <a:off x="233392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30" name="Google Shape;1030;g2ceca3ccee7_0_41"/>
          <p:cNvSpPr txBox="1"/>
          <p:nvPr/>
        </p:nvSpPr>
        <p:spPr>
          <a:xfrm>
            <a:off x="463962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1" name="Google Shape;1031;g2ceca3ccee7_0_41"/>
          <p:cNvSpPr txBox="1"/>
          <p:nvPr/>
        </p:nvSpPr>
        <p:spPr>
          <a:xfrm>
            <a:off x="579247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340</Words>
  <Application>Microsoft Office PowerPoint</Application>
  <PresentationFormat>On-screen Show (4:3)</PresentationFormat>
  <Paragraphs>144</Paragraphs>
  <Slides>20</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Nunito Black</vt:lpstr>
      <vt:lpstr>Jost</vt:lpstr>
      <vt:lpstr>Mulish</vt:lpstr>
      <vt:lpstr>Poppins Medium</vt:lpstr>
      <vt:lpstr>Poppins</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2026-04-29T06:03:29Z</dcterms:modified>
</cp:coreProperties>
</file>