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9144000"/>
  <p:notesSz cx="6858000" cy="9144000"/>
  <p:embeddedFontLst>
    <p:embeddedFont>
      <p:font typeface="Poppins"/>
      <p:regular r:id="rId35"/>
      <p:bold r:id="rId36"/>
      <p:italic r:id="rId37"/>
      <p:boldItalic r:id="rId38"/>
    </p:embeddedFont>
    <p:embeddedFont>
      <p:font typeface="Jost"/>
      <p:regular r:id="rId39"/>
      <p:bold r:id="rId40"/>
      <p:italic r:id="rId41"/>
      <p:boldItalic r:id="rId42"/>
    </p:embeddedFont>
    <p:embeddedFont>
      <p:font typeface="Poppins Medium"/>
      <p:regular r:id="rId43"/>
      <p:bold r:id="rId44"/>
      <p:italic r:id="rId45"/>
      <p:boldItalic r:id="rId46"/>
    </p:embeddedFont>
    <p:embeddedFont>
      <p:font typeface="Poppins SemiBold"/>
      <p:regular r:id="rId47"/>
      <p:bold r:id="rId48"/>
      <p:italic r:id="rId49"/>
      <p:boldItalic r:id="rId50"/>
    </p:embeddedFont>
    <p:embeddedFont>
      <p:font typeface="Nunito Black"/>
      <p:bold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53" roundtripDataSignature="AMtx7mjJAp/zyJNF/+Z1s3t/skNCfV7K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6893E5-BEDE-4832-8483-514CBA311850}">
  <a:tblStyle styleId="{F16893E5-BEDE-4832-8483-514CBA311850}" styleName="Table_0">
    <a:wholeTbl>
      <a:tcTxStyle b="off" i="off">
        <a:font>
          <a:latin typeface="Calibri"/>
          <a:ea typeface="Calibri"/>
          <a:cs typeface="Calibri"/>
        </a:font>
        <a:srgbClr val="000000"/>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40" Type="http://schemas.openxmlformats.org/officeDocument/2006/relationships/font" Target="fonts/Jost-bold.fntdata"/><Relationship Id="rId42" Type="http://schemas.openxmlformats.org/officeDocument/2006/relationships/font" Target="fonts/Jost-boldItalic.fntdata"/><Relationship Id="rId41" Type="http://schemas.openxmlformats.org/officeDocument/2006/relationships/font" Target="fonts/Jost-italic.fntdata"/><Relationship Id="rId44" Type="http://schemas.openxmlformats.org/officeDocument/2006/relationships/font" Target="fonts/PoppinsMedium-bold.fntdata"/><Relationship Id="rId43" Type="http://schemas.openxmlformats.org/officeDocument/2006/relationships/font" Target="fonts/PoppinsMedium-regular.fntdata"/><Relationship Id="rId46" Type="http://schemas.openxmlformats.org/officeDocument/2006/relationships/font" Target="fonts/PoppinsMedium-boldItalic.fntdata"/><Relationship Id="rId45" Type="http://schemas.openxmlformats.org/officeDocument/2006/relationships/font" Target="fonts/Poppins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bold.fntdata"/><Relationship Id="rId47" Type="http://schemas.openxmlformats.org/officeDocument/2006/relationships/font" Target="fonts/PoppinsSemiBold-regular.fntdata"/><Relationship Id="rId49" Type="http://schemas.openxmlformats.org/officeDocument/2006/relationships/font" Target="fonts/PoppinsSemi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Poppins-regular.fntdata"/><Relationship Id="rId34" Type="http://schemas.openxmlformats.org/officeDocument/2006/relationships/slide" Target="slides/slide28.xml"/><Relationship Id="rId37" Type="http://schemas.openxmlformats.org/officeDocument/2006/relationships/font" Target="fonts/Poppins-italic.fntdata"/><Relationship Id="rId36" Type="http://schemas.openxmlformats.org/officeDocument/2006/relationships/font" Target="fonts/Poppins-bold.fntdata"/><Relationship Id="rId39" Type="http://schemas.openxmlformats.org/officeDocument/2006/relationships/font" Target="fonts/Jost-regular.fntdata"/><Relationship Id="rId38" Type="http://schemas.openxmlformats.org/officeDocument/2006/relationships/font" Target="fonts/Poppins-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Black-bold.fntdata"/><Relationship Id="rId50" Type="http://schemas.openxmlformats.org/officeDocument/2006/relationships/font" Target="fonts/PoppinsSemiBold-boldItalic.fntdata"/><Relationship Id="rId53" Type="http://customschemas.google.com/relationships/presentationmetadata" Target="metadata"/><Relationship Id="rId52" Type="http://schemas.openxmlformats.org/officeDocument/2006/relationships/font" Target="fonts/NunitoBlack-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9" name="Google Shape;649;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2bee4f4af4b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9" name="Google Shape;659;g2bee4f4af4b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0" name="Google Shape;660;g2bee4f4af4b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41adeebc3b_0_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g341adeebc3b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g341adeebc3b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41adeebc3b_0_3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g341adeebc3b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9" name="Google Shape;709;g341adeebc3b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41adeebc3b_0_6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g341adeebc3b_0_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5" name="Google Shape;745;g341adeebc3b_0_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41adeebc3b_0_1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g341adeebc3b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3" name="Google Shape;793;g341adeebc3b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g341adeebc3b_0_1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g341adeebc3b_0_1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g341adeebc3b_0_1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41adeebc3b_0_18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5" name="Google Shape;865;g341adeebc3b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41adeebc3b_0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41adeebc3b_0_2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0" name="Google Shape;900;g341adeebc3b_0_2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1" name="Google Shape;901;g341adeebc3b_0_2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41adeebc3b_0_2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0" name="Google Shape;920;g341adeebc3b_0_2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1" name="Google Shape;921;g341adeebc3b_0_2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341adeebc3b_0_25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1" name="Google Shape;941;g341adeebc3b_0_2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2" name="Google Shape;942;g341adeebc3b_0_2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g341adeebc3b_0_28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1" name="Google Shape;971;g341adeebc3b_0_2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2" name="Google Shape;972;g341adeebc3b_0_2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g2c186218c5a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9" name="Google Shape;999;g2c186218c5a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g2c186218c5a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2e5653a5c6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2" name="Google Shape;1012;g2e5653a5c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3" name="Google Shape;1013;g2e5653a5c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2c186218c5a_0_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g2c186218c5a_0_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2c186218c5a_0_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2c4fb7f6616_1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2" name="Google Shape;1032;g2c4fb7f6616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3" name="Google Shape;1033;g2c4fb7f6616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2e6b19056de_0_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6" name="Google Shape;1066;g2e6b19056de_0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7" name="Google Shape;1067;g2e6b19056de_0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g2c186218c5a_0_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g2c186218c5a_0_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9" name="Google Shape;1099;g2c186218c5a_0_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26b641b03cd_0_20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5" name="Google Shape;1105;g26b641b03cd_0_2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26b641b03cd_0_2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2c186218c5a_0_4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4" name="Google Shape;1114;g2c186218c5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2c186218c5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26b641b03cd_0_30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3" name="Google Shape;1123;g26b641b03cd_0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4" name="Google Shape;1124;g26b641b03cd_0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341adeebc3b_0_97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2" name="Google Shape;1132;g341adeebc3b_0_9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3" name="Google Shape;1133;g341adeebc3b_0_9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9" name="Shape 1139"/>
        <p:cNvGrpSpPr/>
        <p:nvPr/>
      </p:nvGrpSpPr>
      <p:grpSpPr>
        <a:xfrm>
          <a:off x="0" y="0"/>
          <a:ext cx="0" cy="0"/>
          <a:chOff x="0" y="0"/>
          <a:chExt cx="0" cy="0"/>
        </a:xfrm>
      </p:grpSpPr>
      <p:sp>
        <p:nvSpPr>
          <p:cNvPr id="1140" name="Google Shape;1140;g341adeebc3b_0_98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1" name="Google Shape;1141;g341adeebc3b_0_98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2" name="Google Shape;1142;g341adeebc3b_0_98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g341adeebc3b_0_99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0" name="Google Shape;1150;g341adeebc3b_0_9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1" name="Google Shape;1151;g341adeebc3b_0_9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1f3daf8a844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9" name="Google Shape;1159;g1f3daf8a844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0" name="Google Shape;1160;g1f3daf8a844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2e6b19056de_0_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4" name="Google Shape;1184;g2e6b19056de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5" name="Google Shape;1185;g2e6b19056de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2c186218c5a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1" name="Google Shape;1211;g2c186218c5a_0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2" name="Google Shape;1212;g2c186218c5a_0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2c4fb7f6616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7" name="Google Shape;1217;g2c4fb7f661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8" name="Google Shape;1218;g2c4fb7f661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image" Target="../media/image9.png"/></Relationships>
</file>

<file path=ppt/slideLayouts/_rels/slideLayout6.xml.rels><?xml version="1.0" encoding="UTF-8"?><Relationships xmlns="http://schemas.openxmlformats.org/package/2006/relationships"><Relationship Id="rId11" Type="http://schemas.openxmlformats.org/officeDocument/2006/relationships/image" Target="../media/image4.png"/><Relationship Id="rId10" Type="http://schemas.openxmlformats.org/officeDocument/2006/relationships/image" Target="../media/image2.png"/><Relationship Id="rId13" Type="http://schemas.openxmlformats.org/officeDocument/2006/relationships/image" Target="../media/image24.png"/><Relationship Id="rId12" Type="http://schemas.openxmlformats.org/officeDocument/2006/relationships/image" Target="../media/image7.png"/><Relationship Id="rId1" Type="http://schemas.openxmlformats.org/officeDocument/2006/relationships/slideMaster" Target="../slideMasters/slideMaster1.xml"/><Relationship Id="rId2" Type="http://schemas.openxmlformats.org/officeDocument/2006/relationships/hyperlink" Target="http://www.rainbowphonics.com" TargetMode="External"/><Relationship Id="rId3" Type="http://schemas.openxmlformats.org/officeDocument/2006/relationships/hyperlink" Target="http://www.rainbowphonics.com" TargetMode="External"/><Relationship Id="rId4" Type="http://schemas.openxmlformats.org/officeDocument/2006/relationships/hyperlink" Target="http://www.beanstalkbooks.com" TargetMode="External"/><Relationship Id="rId9" Type="http://schemas.openxmlformats.org/officeDocument/2006/relationships/image" Target="../media/image15.png"/><Relationship Id="rId5" Type="http://schemas.openxmlformats.org/officeDocument/2006/relationships/hyperlink" Target="http://www.beanstalkbooks.com" TargetMode="External"/><Relationship Id="rId6" Type="http://schemas.openxmlformats.org/officeDocument/2006/relationships/hyperlink" Target="http://www.juniorlearning.com" TargetMode="External"/><Relationship Id="rId7" Type="http://schemas.openxmlformats.org/officeDocument/2006/relationships/hyperlink" Target="http://www.juniorlearning.com" TargetMode="External"/><Relationship Id="rId8" Type="http://schemas.openxmlformats.org/officeDocument/2006/relationships/image" Target="../media/image9.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6.png"/></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5.jpg"/><Relationship Id="rId3" Type="http://schemas.openxmlformats.org/officeDocument/2006/relationships/image" Target="../media/image26.png"/></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6.png"/></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Phase, week, lesson">
  <p:cSld name="Title Slide-Phase, week, lesson">
    <p:spTree>
      <p:nvGrpSpPr>
        <p:cNvPr id="15" name="Shape 15"/>
        <p:cNvGrpSpPr/>
        <p:nvPr/>
      </p:nvGrpSpPr>
      <p:grpSpPr>
        <a:xfrm>
          <a:off x="0" y="0"/>
          <a:ext cx="0" cy="0"/>
          <a:chOff x="0" y="0"/>
          <a:chExt cx="0" cy="0"/>
        </a:xfrm>
      </p:grpSpPr>
      <p:sp>
        <p:nvSpPr>
          <p:cNvPr id="16" name="Google Shape;16;p14"/>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3200"/>
              <a:buNone/>
              <a:defRPr b="0" sz="3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7" name="Google Shape;17;p14"/>
          <p:cNvSpPr txBox="1"/>
          <p:nvPr/>
        </p:nvSpPr>
        <p:spPr>
          <a:xfrm>
            <a:off x="804225" y="1600125"/>
            <a:ext cx="46512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b="0" i="0" sz="6000" u="none" cap="none" strike="noStrik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14"/>
          <p:cNvSpPr txBox="1"/>
          <p:nvPr>
            <p:ph idx="2" type="subTitle"/>
          </p:nvPr>
        </p:nvSpPr>
        <p:spPr>
          <a:xfrm>
            <a:off x="884092" y="3677905"/>
            <a:ext cx="3882600" cy="845400"/>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rgbClr val="262626"/>
              </a:buClr>
              <a:buSzPts val="2200"/>
              <a:buNone/>
              <a:defRPr b="0" i="1" sz="220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 name="Google Shape;23;p14">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 name="Google Shape;24;p14">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ily objective">
  <p:cSld name="1_Daily objective, Revision">
    <p:spTree>
      <p:nvGrpSpPr>
        <p:cNvPr id="41" name="Shape 41"/>
        <p:cNvGrpSpPr/>
        <p:nvPr/>
      </p:nvGrpSpPr>
      <p:grpSpPr>
        <a:xfrm>
          <a:off x="0" y="0"/>
          <a:ext cx="0" cy="0"/>
          <a:chOff x="0" y="0"/>
          <a:chExt cx="0" cy="0"/>
        </a:xfrm>
      </p:grpSpPr>
      <p:sp>
        <p:nvSpPr>
          <p:cNvPr id="42" name="Google Shape;42;p15"/>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228600" lvl="2" marL="1371600" algn="l">
              <a:lnSpc>
                <a:spcPct val="100000"/>
              </a:lnSpc>
              <a:spcBef>
                <a:spcPts val="1000"/>
              </a:spcBef>
              <a:spcAft>
                <a:spcPts val="0"/>
              </a:spcAft>
              <a:buClr>
                <a:schemeClr val="dk1"/>
              </a:buClr>
              <a:buSzPts val="1600"/>
              <a:buNone/>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3" name="Google Shape;43;p15"/>
          <p:cNvSpPr txBox="1"/>
          <p:nvPr>
            <p:ph idx="2" type="body"/>
          </p:nvPr>
        </p:nvSpPr>
        <p:spPr>
          <a:xfrm>
            <a:off x="3298550" y="2083460"/>
            <a:ext cx="4850100" cy="620700"/>
          </a:xfrm>
          <a:prstGeom prst="rect">
            <a:avLst/>
          </a:prstGeom>
          <a:noFill/>
          <a:ln>
            <a:noFill/>
          </a:ln>
        </p:spPr>
        <p:txBody>
          <a:bodyPr anchorCtr="0" anchor="ctr" bIns="0" lIns="0" spcFirstLastPara="1" rIns="0" wrap="square" tIns="0">
            <a:no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1000"/>
              </a:spcBef>
              <a:spcAft>
                <a:spcPts val="0"/>
              </a:spcAft>
              <a:buClr>
                <a:schemeClr val="dk1"/>
              </a:buClr>
              <a:buSzPts val="1600"/>
              <a:buChar char="•"/>
              <a:defRPr sz="1600"/>
            </a:lvl2pPr>
            <a:lvl3pPr indent="-330200" lvl="2" marL="1371600" algn="l">
              <a:lnSpc>
                <a:spcPct val="100000"/>
              </a:lnSpc>
              <a:spcBef>
                <a:spcPts val="1000"/>
              </a:spcBef>
              <a:spcAft>
                <a:spcPts val="0"/>
              </a:spcAft>
              <a:buClr>
                <a:schemeClr val="dk1"/>
              </a:buClr>
              <a:buSzPts val="1600"/>
              <a:buChar char="•"/>
              <a:defRPr sz="1600"/>
            </a:lvl3pPr>
            <a:lvl4pPr indent="-330200" lvl="3" marL="1828800" algn="l">
              <a:lnSpc>
                <a:spcPct val="100000"/>
              </a:lnSpc>
              <a:spcBef>
                <a:spcPts val="1000"/>
              </a:spcBef>
              <a:spcAft>
                <a:spcPts val="0"/>
              </a:spcAft>
              <a:buClr>
                <a:schemeClr val="dk1"/>
              </a:buClr>
              <a:buSzPts val="1600"/>
              <a:buChar char="•"/>
              <a:defRPr sz="1600"/>
            </a:lvl4pPr>
            <a:lvl5pPr indent="-330200" lvl="4" marL="2286000" algn="l">
              <a:lnSpc>
                <a:spcPct val="100000"/>
              </a:lnSpc>
              <a:spcBef>
                <a:spcPts val="500"/>
              </a:spcBef>
              <a:spcAft>
                <a:spcPts val="0"/>
              </a:spcAft>
              <a:buClr>
                <a:schemeClr val="dk1"/>
              </a:buClr>
              <a:buSzPts val="1600"/>
              <a:buChar char="•"/>
              <a:defRPr sz="1600"/>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4" name="Google Shape;44;p15"/>
          <p:cNvSpPr txBox="1"/>
          <p:nvPr/>
        </p:nvSpPr>
        <p:spPr>
          <a:xfrm>
            <a:off x="856314" y="3261675"/>
            <a:ext cx="6198000" cy="4977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rgbClr val="262626"/>
              </a:buClr>
              <a:buSzPts val="2400"/>
              <a:buFont typeface="Poppins"/>
              <a:buNone/>
            </a:pPr>
            <a:r>
              <a:rPr b="0" i="0" lang="en-US" sz="2400" u="none" cap="none" strike="noStrike">
                <a:solidFill>
                  <a:srgbClr val="262626"/>
                </a:solidFill>
                <a:latin typeface="Poppins"/>
                <a:ea typeface="Poppins"/>
                <a:cs typeface="Poppins"/>
                <a:sym typeface="Poppins"/>
              </a:rPr>
              <a:t>Supplementary Resources:</a:t>
            </a:r>
            <a:endParaRPr b="0" i="0" sz="2400" u="none" cap="none" strike="noStrike">
              <a:solidFill>
                <a:srgbClr val="262626"/>
              </a:solidFill>
              <a:latin typeface="Poppins"/>
              <a:ea typeface="Poppins"/>
              <a:cs typeface="Poppins"/>
              <a:sym typeface="Poppins"/>
            </a:endParaRPr>
          </a:p>
        </p:txBody>
      </p:sp>
      <p:sp>
        <p:nvSpPr>
          <p:cNvPr id="45" name="Google Shape;45;p15"/>
          <p:cNvSpPr txBox="1"/>
          <p:nvPr>
            <p:ph idx="3" type="body"/>
          </p:nvPr>
        </p:nvSpPr>
        <p:spPr>
          <a:xfrm>
            <a:off x="856325" y="3761525"/>
            <a:ext cx="7215900" cy="33870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1000"/>
              </a:spcBef>
              <a:spcAft>
                <a:spcPts val="0"/>
              </a:spcAft>
              <a:buClr>
                <a:srgbClr val="262626"/>
              </a:buClr>
              <a:buSzPts val="1600"/>
              <a:buChar char="•"/>
              <a:defRPr sz="1600">
                <a:solidFill>
                  <a:srgbClr val="262626"/>
                </a:solidFill>
              </a:defRPr>
            </a:lvl1pPr>
            <a:lvl2pPr indent="-330200" lvl="1" marL="914400" algn="l">
              <a:lnSpc>
                <a:spcPct val="100000"/>
              </a:lnSpc>
              <a:spcBef>
                <a:spcPts val="500"/>
              </a:spcBef>
              <a:spcAft>
                <a:spcPts val="0"/>
              </a:spcAft>
              <a:buClr>
                <a:srgbClr val="262626"/>
              </a:buClr>
              <a:buSzPts val="1600"/>
              <a:buChar char="•"/>
              <a:defRPr sz="1600">
                <a:solidFill>
                  <a:srgbClr val="262626"/>
                </a:solidFill>
              </a:defRPr>
            </a:lvl2pPr>
            <a:lvl3pPr indent="-330200" lvl="2" marL="1371600" algn="l">
              <a:lnSpc>
                <a:spcPct val="100000"/>
              </a:lnSpc>
              <a:spcBef>
                <a:spcPts val="500"/>
              </a:spcBef>
              <a:spcAft>
                <a:spcPts val="0"/>
              </a:spcAft>
              <a:buClr>
                <a:srgbClr val="262626"/>
              </a:buClr>
              <a:buSzPts val="1600"/>
              <a:buChar char="•"/>
              <a:defRPr sz="1600">
                <a:solidFill>
                  <a:srgbClr val="262626"/>
                </a:solidFill>
              </a:defRPr>
            </a:lvl3pPr>
            <a:lvl4pPr indent="-330200" lvl="3" marL="1828800" algn="l">
              <a:lnSpc>
                <a:spcPct val="100000"/>
              </a:lnSpc>
              <a:spcBef>
                <a:spcPts val="500"/>
              </a:spcBef>
              <a:spcAft>
                <a:spcPts val="0"/>
              </a:spcAft>
              <a:buClr>
                <a:srgbClr val="262626"/>
              </a:buClr>
              <a:buSzPts val="1600"/>
              <a:buChar char="•"/>
              <a:defRPr sz="1600">
                <a:solidFill>
                  <a:srgbClr val="262626"/>
                </a:solidFill>
              </a:defRPr>
            </a:lvl4pPr>
            <a:lvl5pPr indent="-330200" lvl="4" marL="2286000" algn="l">
              <a:lnSpc>
                <a:spcPct val="100000"/>
              </a:lnSpc>
              <a:spcBef>
                <a:spcPts val="500"/>
              </a:spcBef>
              <a:spcAft>
                <a:spcPts val="0"/>
              </a:spcAft>
              <a:buClr>
                <a:srgbClr val="262626"/>
              </a:buClr>
              <a:buSzPts val="1600"/>
              <a:buChar char="•"/>
              <a:defRPr sz="1600">
                <a:solidFill>
                  <a:srgbClr val="262626"/>
                </a:solidFill>
              </a:defRPr>
            </a:lvl5pPr>
            <a:lvl6pPr indent="-330200" lvl="5" marL="2743200" algn="l">
              <a:lnSpc>
                <a:spcPct val="100000"/>
              </a:lnSpc>
              <a:spcBef>
                <a:spcPts val="500"/>
              </a:spcBef>
              <a:spcAft>
                <a:spcPts val="0"/>
              </a:spcAft>
              <a:buClr>
                <a:schemeClr val="dk1"/>
              </a:buClr>
              <a:buSzPts val="1600"/>
              <a:buChar char="•"/>
              <a:defRPr sz="1600"/>
            </a:lvl6pPr>
            <a:lvl7pPr indent="-330200" lvl="6" marL="3200400" algn="l">
              <a:lnSpc>
                <a:spcPct val="100000"/>
              </a:lnSpc>
              <a:spcBef>
                <a:spcPts val="500"/>
              </a:spcBef>
              <a:spcAft>
                <a:spcPts val="0"/>
              </a:spcAft>
              <a:buClr>
                <a:schemeClr val="dk1"/>
              </a:buClr>
              <a:buSzPts val="1600"/>
              <a:buChar char="•"/>
              <a:defRPr sz="1600"/>
            </a:lvl7pPr>
            <a:lvl8pPr indent="-330200" lvl="7" marL="3657600" algn="l">
              <a:lnSpc>
                <a:spcPct val="100000"/>
              </a:lnSpc>
              <a:spcBef>
                <a:spcPts val="500"/>
              </a:spcBef>
              <a:spcAft>
                <a:spcPts val="0"/>
              </a:spcAft>
              <a:buClr>
                <a:schemeClr val="dk1"/>
              </a:buClr>
              <a:buSzPts val="1600"/>
              <a:buChar char="•"/>
              <a:defRPr sz="1600"/>
            </a:lvl8pPr>
            <a:lvl9pPr indent="-330200" lvl="8" marL="4114800" algn="l">
              <a:lnSpc>
                <a:spcPct val="100000"/>
              </a:lnSpc>
              <a:spcBef>
                <a:spcPts val="500"/>
              </a:spcBef>
              <a:spcAft>
                <a:spcPts val="0"/>
              </a:spcAft>
              <a:buClr>
                <a:schemeClr val="dk1"/>
              </a:buClr>
              <a:buSzPts val="1600"/>
              <a:buChar char="•"/>
              <a:defRPr sz="1600"/>
            </a:lvl9pPr>
          </a:lstStyle>
          <a:p/>
        </p:txBody>
      </p:sp>
      <p:sp>
        <p:nvSpPr>
          <p:cNvPr id="46" name="Google Shape;46;p15"/>
          <p:cNvSpPr txBox="1"/>
          <p:nvPr/>
        </p:nvSpPr>
        <p:spPr>
          <a:xfrm>
            <a:off x="856323" y="1003020"/>
            <a:ext cx="23817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Objective</a:t>
            </a:r>
            <a:endParaRPr b="0" i="0" sz="3200" u="none" cap="none" strike="noStrik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 name="Google Shape;50;p1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 name="Google Shape;51;p1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2" name="Google Shape;52;p15"/>
          <p:cNvSpPr txBox="1"/>
          <p:nvPr/>
        </p:nvSpPr>
        <p:spPr>
          <a:xfrm>
            <a:off x="856314" y="2048210"/>
            <a:ext cx="22449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Review</a:t>
            </a:r>
            <a:endParaRPr b="0" i="0" sz="3200" u="none" cap="none" strike="noStrik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cap="flat" cmpd="sng" w="9525">
            <a:solidFill>
              <a:srgbClr val="BFBFBF"/>
            </a:solidFill>
            <a:prstDash val="solid"/>
            <a:miter lim="800000"/>
            <a:headEnd len="sm" w="sm" type="none"/>
            <a:tailEnd len="sm" w="sm" type="none"/>
          </a:ln>
        </p:spPr>
      </p:cxnSp>
      <p:cxnSp>
        <p:nvCxnSpPr>
          <p:cNvPr id="54" name="Google Shape;54;p15"/>
          <p:cNvCxnSpPr/>
          <p:nvPr/>
        </p:nvCxnSpPr>
        <p:spPr>
          <a:xfrm>
            <a:off x="865586" y="17092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 name="Google Shape;57;p1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 name="Google Shape;58;p1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iew Content">
  <p:cSld name="Alien Word of the Day_2_1_1">
    <p:spTree>
      <p:nvGrpSpPr>
        <p:cNvPr id="75"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g26b641b03cd_1_9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p:txBody>
      </p:sp>
      <p:cxnSp>
        <p:nvCxnSpPr>
          <p:cNvPr id="78" name="Google Shape;78;g26b641b03cd_1_92"/>
          <p:cNvCxnSpPr/>
          <p:nvPr/>
        </p:nvCxnSpPr>
        <p:spPr>
          <a:xfrm>
            <a:off x="865586" y="1861660"/>
            <a:ext cx="7283100" cy="0"/>
          </a:xfrm>
          <a:prstGeom prst="straightConnector1">
            <a:avLst/>
          </a:prstGeom>
          <a:noFill/>
          <a:ln cap="flat" cmpd="sng" w="9525">
            <a:solidFill>
              <a:srgbClr val="BFBFBF"/>
            </a:solidFill>
            <a:prstDash val="solid"/>
            <a:miter lim="800000"/>
            <a:headEnd len="sm" w="sm" type="none"/>
            <a:tailEnd len="sm" w="sm" type="none"/>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1" name="Google Shape;81;g26b641b03cd_1_9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2" name="Google Shape;82;g26b641b03cd_1_9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5" name="Google Shape;85;g26b641b03cd_1_9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86" name="Google Shape;86;g26b641b03cd_1_9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ic Layout">
  <p:cSld name="Alien Word of the Day_2_1">
    <p:spTree>
      <p:nvGrpSpPr>
        <p:cNvPr id="103"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9" name="Google Shape;109;g26b641b03cd_0_3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Sound Family /ur/ - or</a:t>
            </a:r>
            <a:endParaRPr b="0" i="0" sz="1800" u="none" cap="none" strike="noStrik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Week 16 - Wednesday</a:t>
            </a:r>
            <a:endParaRPr b="0" i="0" sz="1800" u="none" cap="none" strike="noStrik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US" sz="1800">
                <a:solidFill>
                  <a:srgbClr val="CB3D85"/>
                </a:solidFill>
                <a:latin typeface="Poppins Medium"/>
                <a:ea typeface="Poppins Medium"/>
                <a:cs typeface="Poppins Medium"/>
                <a:sym typeface="Poppins Medium"/>
              </a:rPr>
              <a:t>Lesson 78</a:t>
            </a:r>
            <a:endParaRPr b="0" i="0" sz="1800" u="none" cap="none" strike="noStrik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116" name="Google Shape;116;g26b641b03cd_0_33"/>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p:txBody>
      </p:sp>
      <p:sp>
        <p:nvSpPr>
          <p:cNvPr id="117" name="Google Shape;117;g26b641b03cd_0_33"/>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0" name="Google Shape;120;g26b641b03cd_0_3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1" name="Google Shape;121;g26b641b03cd_0_3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4" name="Google Shape;124;g26b641b03cd_0_3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25" name="Google Shape;125;g26b641b03cd_0_3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126" name="Google Shape;126;g26b641b03cd_0_33"/>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title slide">
  <p:cSld name="End title slide">
    <p:spTree>
      <p:nvGrpSpPr>
        <p:cNvPr id="127" name="Shape 127"/>
        <p:cNvGrpSpPr/>
        <p:nvPr/>
      </p:nvGrpSpPr>
      <p:grpSpPr>
        <a:xfrm>
          <a:off x="0" y="0"/>
          <a:ext cx="0" cy="0"/>
          <a:chOff x="0" y="0"/>
          <a:chExt cx="0" cy="0"/>
        </a:xfrm>
      </p:grpSpPr>
      <p:grpSp>
        <p:nvGrpSpPr>
          <p:cNvPr id="128" name="Google Shape;128;p25"/>
          <p:cNvGrpSpPr/>
          <p:nvPr/>
        </p:nvGrpSpPr>
        <p:grpSpPr>
          <a:xfrm>
            <a:off x="-400050" y="-342900"/>
            <a:ext cx="9944100" cy="7258200"/>
            <a:chOff x="-400050" y="-342900"/>
            <a:chExt cx="9944100" cy="7258200"/>
          </a:xfrm>
        </p:grpSpPr>
        <p:grpSp>
          <p:nvGrpSpPr>
            <p:cNvPr id="129" name="Google Shape;129;p25"/>
            <p:cNvGrpSpPr/>
            <p:nvPr/>
          </p:nvGrpSpPr>
          <p:grpSpPr>
            <a:xfrm>
              <a:off x="-400050" y="-342900"/>
              <a:ext cx="9944100" cy="7258200"/>
              <a:chOff x="-400050" y="-342900"/>
              <a:chExt cx="9944100" cy="7258200"/>
            </a:xfrm>
          </p:grpSpPr>
          <p:grpSp>
            <p:nvGrpSpPr>
              <p:cNvPr id="130" name="Google Shape;130;p25"/>
              <p:cNvGrpSpPr/>
              <p:nvPr/>
            </p:nvGrpSpPr>
            <p:grpSpPr>
              <a:xfrm>
                <a:off x="-36925" y="-42000"/>
                <a:ext cx="9236225" cy="6957300"/>
                <a:chOff x="-36925" y="-42000"/>
                <a:chExt cx="9236225" cy="6957300"/>
              </a:xfrm>
            </p:grpSpPr>
            <p:sp>
              <p:nvSpPr>
                <p:cNvPr id="131" name="Google Shape;131;p25"/>
                <p:cNvSpPr/>
                <p:nvPr/>
              </p:nvSpPr>
              <p:spPr>
                <a:xfrm>
                  <a:off x="-36800" y="-42000"/>
                  <a:ext cx="9236100" cy="69573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25"/>
                <p:cNvSpPr/>
                <p:nvPr/>
              </p:nvSpPr>
              <p:spPr>
                <a:xfrm>
                  <a:off x="-36925" y="-42000"/>
                  <a:ext cx="9236100" cy="6019800"/>
                </a:xfrm>
                <a:prstGeom prst="rect">
                  <a:avLst/>
                </a:prstGeom>
                <a:gradFill>
                  <a:gsLst>
                    <a:gs pos="0">
                      <a:srgbClr val="163B7E"/>
                    </a:gs>
                    <a:gs pos="100000">
                      <a:srgbClr val="073763"/>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33" name="Google Shape;133;p25"/>
              <p:cNvPicPr preferRelativeResize="0"/>
              <p:nvPr/>
            </p:nvPicPr>
            <p:blipFill rotWithShape="1">
              <a:blip r:embed="rId2">
                <a:alphaModFix amt="3000"/>
              </a:blip>
              <a:srcRect b="0" l="9008" r="10559" t="34049"/>
              <a:stretch/>
            </p:blipFill>
            <p:spPr>
              <a:xfrm>
                <a:off x="-400050" y="-342900"/>
                <a:ext cx="9944100" cy="7236426"/>
              </a:xfrm>
              <a:prstGeom prst="rect">
                <a:avLst/>
              </a:prstGeom>
              <a:noFill/>
              <a:ln>
                <a:noFill/>
              </a:ln>
            </p:spPr>
          </p:pic>
        </p:grpSp>
        <p:pic>
          <p:nvPicPr>
            <p:cNvPr id="134" name="Google Shape;134;p25"/>
            <p:cNvPicPr preferRelativeResize="0"/>
            <p:nvPr/>
          </p:nvPicPr>
          <p:blipFill rotWithShape="1">
            <a:blip r:embed="rId3">
              <a:alphaModFix amt="40000"/>
            </a:blip>
            <a:srcRect b="0" l="0" r="0" t="0"/>
            <a:stretch/>
          </p:blipFill>
          <p:spPr>
            <a:xfrm>
              <a:off x="0" y="0"/>
              <a:ext cx="9144000" cy="6858000"/>
            </a:xfrm>
            <a:prstGeom prst="rect">
              <a:avLst/>
            </a:prstGeom>
            <a:noFill/>
            <a:ln>
              <a:noFill/>
            </a:ln>
          </p:spPr>
        </p:pic>
      </p:grpSp>
      <p:sp>
        <p:nvSpPr>
          <p:cNvPr id="135" name="Google Shape;135;p25"/>
          <p:cNvSpPr/>
          <p:nvPr/>
        </p:nvSpPr>
        <p:spPr>
          <a:xfrm>
            <a:off x="-18025" y="5985275"/>
            <a:ext cx="9236100" cy="930000"/>
          </a:xfrm>
          <a:prstGeom prst="rect">
            <a:avLst/>
          </a:prstGeom>
          <a:solidFill>
            <a:srgbClr val="3D85C6"/>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5"/>
          <p:cNvSpPr/>
          <p:nvPr/>
        </p:nvSpPr>
        <p:spPr>
          <a:xfrm>
            <a:off x="-409550" y="5977725"/>
            <a:ext cx="2739772" cy="937791"/>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37" name="Google Shape;137;p25"/>
          <p:cNvSpPr txBox="1"/>
          <p:nvPr/>
        </p:nvSpPr>
        <p:spPr>
          <a:xfrm>
            <a:off x="363059" y="6084791"/>
            <a:ext cx="1658400" cy="73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Next Lesson:</a:t>
            </a:r>
            <a:endParaRPr b="0" i="0" sz="1800" u="none" cap="none" strike="noStrike">
              <a:solidFill>
                <a:srgbClr val="FFFFFF"/>
              </a:solidFill>
              <a:latin typeface="Poppins SemiBold"/>
              <a:ea typeface="Poppins SemiBold"/>
              <a:cs typeface="Poppins SemiBold"/>
              <a:sym typeface="Poppins SemiBold"/>
            </a:endParaRPr>
          </a:p>
        </p:txBody>
      </p:sp>
      <p:sp>
        <p:nvSpPr>
          <p:cNvPr id="138" name="Google Shape;138;p25"/>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rgbClr val="FFFFFF"/>
              </a:buClr>
              <a:buSzPts val="1800"/>
              <a:buFont typeface="Poppins Medium"/>
              <a:buNone/>
              <a:defRPr i="1" sz="1800">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pic>
        <p:nvPicPr>
          <p:cNvPr id="139" name="Google Shape;139;p25"/>
          <p:cNvPicPr preferRelativeResize="0"/>
          <p:nvPr/>
        </p:nvPicPr>
        <p:blipFill rotWithShape="1">
          <a:blip r:embed="rId4">
            <a:alphaModFix/>
          </a:blip>
          <a:srcRect b="0" l="0" r="0" t="0"/>
          <a:stretch/>
        </p:blipFill>
        <p:spPr>
          <a:xfrm>
            <a:off x="1616625" y="1379125"/>
            <a:ext cx="5910751" cy="2848550"/>
          </a:xfrm>
          <a:prstGeom prst="rect">
            <a:avLst/>
          </a:prstGeom>
          <a:noFill/>
          <a:ln>
            <a:noFill/>
          </a:ln>
          <a:effectLst>
            <a:outerShdw blurRad="57150" rotWithShape="0" algn="bl" dir="5400000" dist="19050">
              <a:srgbClr val="000000">
                <a:alpha val="4902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gal Notice">
  <p:cSld name="Alien Word of the Day_2_1_1_1">
    <p:spTree>
      <p:nvGrpSpPr>
        <p:cNvPr id="140" name="Shape 140"/>
        <p:cNvGrpSpPr/>
        <p:nvPr/>
      </p:nvGrpSpPr>
      <p:grpSpPr>
        <a:xfrm>
          <a:off x="0" y="0"/>
          <a:ext cx="0" cy="0"/>
          <a:chOff x="0" y="0"/>
          <a:chExt cx="0" cy="0"/>
        </a:xfrm>
      </p:grpSpPr>
      <p:sp>
        <p:nvSpPr>
          <p:cNvPr id="141" name="Google Shape;141;g2c4fb7f6616_0_721"/>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2c4fb7f6616_0_721"/>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g2c4fb7f6616_0_721"/>
          <p:cNvSpPr txBox="1"/>
          <p:nvPr/>
        </p:nvSpPr>
        <p:spPr>
          <a:xfrm>
            <a:off x="995275" y="76740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ml:space="preserve">Legal notice and Sharing Permissions </a:t>
            </a:r>
            <a:endParaRPr b="0" i="0" sz="1400" u="none" cap="none" strike="noStrike">
              <a:solidFill>
                <a:srgbClr val="000000"/>
              </a:solidFill>
              <a:latin typeface="Arial"/>
              <a:ea typeface="Arial"/>
              <a:cs typeface="Arial"/>
              <a:sym typeface="Arial"/>
            </a:endParaRPr>
          </a:p>
        </p:txBody>
      </p:sp>
      <p:sp>
        <p:nvSpPr>
          <p:cNvPr id="144" name="Google Shape;144;g2c4fb7f6616_0_721"/>
          <p:cNvSpPr txBox="1"/>
          <p:nvPr/>
        </p:nvSpPr>
        <p:spPr>
          <a:xfrm>
            <a:off x="995275" y="1370825"/>
            <a:ext cx="4624500" cy="224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All rights reserved. © Copyright 2024 by Rainbow Phonics.</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rgbClr val="000000"/>
                </a:solidFill>
                <a:latin typeface="Arial"/>
                <a:ea typeface="Arial"/>
                <a:cs typeface="Arial"/>
                <a:sym typeface="Arial"/>
              </a:rPr>
              <a:t xml:space="preserve">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b="0" i="0" lang="en-US" sz="939" u="sng" cap="none" strike="noStrike">
                <a:solidFill>
                  <a:schemeClr val="hlink"/>
                </a:solidFill>
                <a:latin typeface="Arial"/>
                <a:ea typeface="Arial"/>
                <a:cs typeface="Arial"/>
                <a:sym typeface="Arial"/>
                <a:hlinkClick r:id="rId2"/>
              </a:rPr>
              <a:t>www.rainbowphonics</a:t>
            </a:r>
            <a:r>
              <a:rPr lang="en-US" sz="939" u="sng">
                <a:solidFill>
                  <a:schemeClr val="hlink"/>
                </a:solidFill>
                <a:hlinkClick r:id="rId3"/>
              </a:rPr>
              <a:t>.co.nz</a:t>
            </a:r>
            <a:r>
              <a:rPr b="0" i="0" lang="en-US" sz="939" u="none" cap="none" strike="noStrike">
                <a:solidFill>
                  <a:srgbClr val="000000"/>
                </a:solidFill>
                <a:latin typeface="Arial"/>
                <a:ea typeface="Arial"/>
                <a:cs typeface="Arial"/>
                <a:sym typeface="Arial"/>
              </a:rPr>
              <a:t xml:space="preserve">. Decodable readers displayed are published by Beanstalk Books and are available at </a:t>
            </a:r>
            <a:r>
              <a:rPr b="0" i="0" lang="en-US" sz="939" u="sng" cap="none" strike="noStrike">
                <a:solidFill>
                  <a:schemeClr val="hlink"/>
                </a:solidFill>
                <a:latin typeface="Arial"/>
                <a:ea typeface="Arial"/>
                <a:cs typeface="Arial"/>
                <a:sym typeface="Arial"/>
                <a:hlinkClick r:id="rId4"/>
              </a:rPr>
              <a:t>www.beanstalkbooks</a:t>
            </a:r>
            <a:r>
              <a:rPr lang="en-US" sz="939" u="sng">
                <a:solidFill>
                  <a:schemeClr val="hlink"/>
                </a:solidFill>
                <a:hlinkClick r:id="rId5"/>
              </a:rPr>
              <a:t>.co.nz</a:t>
            </a:r>
            <a:r>
              <a:rPr b="0" i="0" lang="en-US" sz="939" u="none" cap="none" strike="noStrike">
                <a:solidFill>
                  <a:srgbClr val="000000"/>
                </a:solidFill>
                <a:latin typeface="Arial"/>
                <a:ea typeface="Arial"/>
                <a:cs typeface="Arial"/>
                <a:sym typeface="Arial"/>
              </a:rPr>
              <a:t xml:space="preserve">, teaching resources and games referenced are available at </a:t>
            </a:r>
            <a:r>
              <a:rPr b="0" i="0" lang="en-US" sz="939" u="sng" cap="none" strike="noStrike">
                <a:solidFill>
                  <a:schemeClr val="hlink"/>
                </a:solidFill>
                <a:latin typeface="Arial"/>
                <a:ea typeface="Arial"/>
                <a:cs typeface="Arial"/>
                <a:sym typeface="Arial"/>
                <a:hlinkClick r:id="rId6"/>
              </a:rPr>
              <a:t>www.juniorlearning</a:t>
            </a:r>
            <a:r>
              <a:rPr lang="en-US" sz="939" u="sng">
                <a:solidFill>
                  <a:schemeClr val="hlink"/>
                </a:solidFill>
                <a:hlinkClick r:id="rId7"/>
              </a:rPr>
              <a:t>.co.nz</a:t>
            </a:r>
            <a:r>
              <a:rPr b="0" i="0" lang="en-US" sz="939" u="none" cap="none" strike="noStrike">
                <a:solidFill>
                  <a:srgbClr val="000000"/>
                </a:solidFill>
                <a:latin typeface="Arial"/>
                <a:ea typeface="Arial"/>
                <a:cs typeface="Arial"/>
                <a:sym typeface="Arial"/>
              </a:rPr>
              <a:t xml:space="preserve">.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t/>
            </a:r>
            <a:endParaRPr b="0" i="0" sz="939"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990"/>
              <a:buFont typeface="Arial"/>
              <a:buNone/>
            </a:pPr>
            <a:r>
              <a:rPr b="0" i="0" lang="en-US" sz="939" u="none" cap="none" strike="noStrike">
                <a:solidFill>
                  <a:schemeClr val="dk1"/>
                </a:solidFill>
                <a:latin typeface="Arial"/>
                <a:ea typeface="Arial"/>
                <a:cs typeface="Arial"/>
                <a:sym typeface="Arial"/>
              </a:rPr>
              <a:t xml:space="preserve">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b="0" i="0" sz="939" u="none" cap="none" strike="noStrike">
              <a:solidFill>
                <a:srgbClr val="000000"/>
              </a:solidFill>
              <a:latin typeface="Arial"/>
              <a:ea typeface="Arial"/>
              <a:cs typeface="Arial"/>
              <a:sym typeface="Arial"/>
            </a:endParaRPr>
          </a:p>
        </p:txBody>
      </p:sp>
      <p:sp>
        <p:nvSpPr>
          <p:cNvPr id="145" name="Google Shape;145;g2c4fb7f6616_0_721"/>
          <p:cNvSpPr txBox="1"/>
          <p:nvPr/>
        </p:nvSpPr>
        <p:spPr>
          <a:xfrm>
            <a:off x="1422825" y="3597900"/>
            <a:ext cx="3149700" cy="18243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 xml:space="preserve">What you can do with this </a:t>
            </a:r>
            <a:r>
              <a:rPr b="0" i="0" lang="en-US" sz="1240" u="none" cap="none" strike="noStrike">
                <a:solidFill>
                  <a:schemeClr val="dk1"/>
                </a:solidFill>
                <a:latin typeface="Arial"/>
                <a:ea typeface="Arial"/>
                <a:cs typeface="Arial"/>
                <a:sym typeface="Arial"/>
              </a:rPr>
              <a:t>resource</a:t>
            </a:r>
            <a:r>
              <a:rPr b="0" i="0" lang="en-US" sz="1240" u="none" cap="none" strike="noStrike">
                <a:solidFill>
                  <a:srgbClr val="000000"/>
                </a:solidFill>
                <a:latin typeface="Arial"/>
                <a:ea typeface="Arial"/>
                <a:cs typeface="Arial"/>
                <a:sym typeface="Arial"/>
              </a:rPr>
              <a:t>:</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Use this resource for personal / classroom use, </a:t>
            </a:r>
            <a:r>
              <a:rPr b="0" i="0" lang="en-US" sz="1040" u="none" cap="none" strike="noStrike">
                <a:solidFill>
                  <a:srgbClr val="000000"/>
                </a:solidFill>
                <a:latin typeface="Poppins SemiBold"/>
                <a:ea typeface="Poppins SemiBold"/>
                <a:cs typeface="Poppins SemiBold"/>
                <a:sym typeface="Poppins SemiBold"/>
              </a:rPr>
              <a:t>with</a:t>
            </a:r>
            <a:r>
              <a:rPr b="0" i="0" lang="en-US" sz="1040" u="none" cap="none" strike="noStrike">
                <a:solidFill>
                  <a:srgbClr val="000000"/>
                </a:solidFill>
                <a:latin typeface="Arial"/>
                <a:ea typeface="Arial"/>
                <a:cs typeface="Arial"/>
                <a:sym typeface="Arial"/>
              </a:rPr>
              <a:t xml:space="preserve"> proper acknowledgement given to Rainbow Phonics.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b="0" i="0" sz="1040" u="none" cap="none" strike="noStrike">
              <a:solidFill>
                <a:srgbClr val="000000"/>
              </a:solidFill>
              <a:latin typeface="Arial"/>
              <a:ea typeface="Arial"/>
              <a:cs typeface="Arial"/>
              <a:sym typeface="Arial"/>
            </a:endParaRPr>
          </a:p>
        </p:txBody>
      </p:sp>
      <p:sp>
        <p:nvSpPr>
          <p:cNvPr id="146" name="Google Shape;146;g2c4fb7f6616_0_721"/>
          <p:cNvSpPr txBox="1"/>
          <p:nvPr/>
        </p:nvSpPr>
        <p:spPr>
          <a:xfrm>
            <a:off x="4756150" y="3597900"/>
            <a:ext cx="3535800" cy="24117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990"/>
              <a:buFont typeface="Arial"/>
              <a:buNone/>
            </a:pPr>
            <a:r>
              <a:rPr b="0" i="0" lang="en-US" sz="1240" u="none" cap="none" strike="noStrike">
                <a:solidFill>
                  <a:srgbClr val="000000"/>
                </a:solidFill>
                <a:latin typeface="Arial"/>
                <a:ea typeface="Arial"/>
                <a:cs typeface="Arial"/>
                <a:sym typeface="Arial"/>
              </a:rPr>
              <a:t>What you can’t do with this resource:</a:t>
            </a:r>
            <a:endParaRPr b="0" i="0" sz="12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Make a copy of this resource and edit it for commercial distribution or other purposes.</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Distribute images or assets in this presentation outside of this resource, as this is copywritten material.</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chemeClr val="dk1"/>
              </a:buClr>
              <a:buSzPts val="1040"/>
              <a:buFont typeface="Arial"/>
              <a:buChar char="●"/>
            </a:pPr>
            <a:r>
              <a:rPr b="0" i="0" lang="en-US" sz="1040" u="none" cap="none" strike="noStrike">
                <a:solidFill>
                  <a:schemeClr val="dk1"/>
                </a:solidFill>
                <a:latin typeface="Arial"/>
                <a:ea typeface="Arial"/>
                <a:cs typeface="Arial"/>
                <a:sym typeface="Arial"/>
              </a:rPr>
              <a:t>Sell any of the displayed resources commercially.</a:t>
            </a:r>
            <a:endParaRPr b="0" i="0" sz="1040" u="none" cap="none" strike="noStrike">
              <a:solidFill>
                <a:srgbClr val="000000"/>
              </a:solidFill>
              <a:latin typeface="Arial"/>
              <a:ea typeface="Arial"/>
              <a:cs typeface="Arial"/>
              <a:sym typeface="Arial"/>
            </a:endParaRPr>
          </a:p>
          <a:p>
            <a:pPr indent="-294640" lvl="0" marL="457200" marR="0" rtl="0" algn="l">
              <a:lnSpc>
                <a:spcPct val="115000"/>
              </a:lnSpc>
              <a:spcBef>
                <a:spcPts val="0"/>
              </a:spcBef>
              <a:spcAft>
                <a:spcPts val="0"/>
              </a:spcAft>
              <a:buClr>
                <a:srgbClr val="000000"/>
              </a:buClr>
              <a:buSzPts val="1040"/>
              <a:buFont typeface="Arial"/>
              <a:buChar char="●"/>
            </a:pPr>
            <a:r>
              <a:rPr b="0" i="0" lang="en-US" sz="1040" u="none" cap="none" strike="noStrike">
                <a:solidFill>
                  <a:srgbClr val="000000"/>
                </a:solidFill>
                <a:latin typeface="Arial"/>
                <a:ea typeface="Arial"/>
                <a:cs typeface="Arial"/>
                <a:sym typeface="Arial"/>
              </a:rPr>
              <a:t xml:space="preserve">Host or share these resources with other parties, without written consent from </a:t>
            </a:r>
            <a:r>
              <a:rPr b="0" i="0" lang="en-US" sz="1040" u="none" cap="none" strike="noStrike">
                <a:solidFill>
                  <a:schemeClr val="dk1"/>
                </a:solidFill>
                <a:latin typeface="Arial"/>
                <a:ea typeface="Arial"/>
                <a:cs typeface="Arial"/>
                <a:sym typeface="Arial"/>
              </a:rPr>
              <a:t>Rainbow Phonics</a:t>
            </a:r>
            <a:r>
              <a:rPr b="0" i="0" lang="en-US" sz="1040" u="none" cap="none" strike="noStrike">
                <a:solidFill>
                  <a:srgbClr val="000000"/>
                </a:solidFill>
                <a:latin typeface="Arial"/>
                <a:ea typeface="Arial"/>
                <a:cs typeface="Arial"/>
                <a:sym typeface="Arial"/>
              </a:rPr>
              <a:t>.</a:t>
            </a:r>
            <a:endParaRPr b="0" i="0" sz="1040" u="none" cap="none" strike="noStrike">
              <a:solidFill>
                <a:srgbClr val="000000"/>
              </a:solidFill>
              <a:latin typeface="Arial"/>
              <a:ea typeface="Arial"/>
              <a:cs typeface="Arial"/>
              <a:sym typeface="Arial"/>
            </a:endParaRPr>
          </a:p>
        </p:txBody>
      </p:sp>
      <p:cxnSp>
        <p:nvCxnSpPr>
          <p:cNvPr id="147" name="Google Shape;147;g2c4fb7f6616_0_721"/>
          <p:cNvCxnSpPr/>
          <p:nvPr/>
        </p:nvCxnSpPr>
        <p:spPr>
          <a:xfrm>
            <a:off x="865586" y="1350235"/>
            <a:ext cx="7283100" cy="0"/>
          </a:xfrm>
          <a:prstGeom prst="straightConnector1">
            <a:avLst/>
          </a:prstGeom>
          <a:noFill/>
          <a:ln cap="flat" cmpd="sng" w="9525">
            <a:solidFill>
              <a:srgbClr val="BFBFBF"/>
            </a:solidFill>
            <a:prstDash val="solid"/>
            <a:miter lim="800000"/>
            <a:headEnd len="sm" w="sm" type="none"/>
            <a:tailEnd len="sm" w="sm" type="none"/>
          </a:ln>
        </p:spPr>
      </p:cxnSp>
      <p:sp>
        <p:nvSpPr>
          <p:cNvPr id="148" name="Google Shape;148;g2c4fb7f6616_0_721"/>
          <p:cNvSpPr/>
          <p:nvPr/>
        </p:nvSpPr>
        <p:spPr>
          <a:xfrm>
            <a:off x="4442194" y="3596257"/>
            <a:ext cx="363000" cy="363000"/>
          </a:xfrm>
          <a:prstGeom prst="mathMultiply">
            <a:avLst>
              <a:gd fmla="val 23520" name="adj1"/>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nvGrpSpPr>
          <p:cNvPr id="149" name="Google Shape;149;g2c4fb7f6616_0_721"/>
          <p:cNvGrpSpPr/>
          <p:nvPr/>
        </p:nvGrpSpPr>
        <p:grpSpPr>
          <a:xfrm>
            <a:off x="1050674" y="3528974"/>
            <a:ext cx="508471" cy="472349"/>
            <a:chOff x="718913" y="3178865"/>
            <a:chExt cx="825441" cy="766800"/>
          </a:xfrm>
        </p:grpSpPr>
        <p:sp>
          <p:nvSpPr>
            <p:cNvPr id="150" name="Google Shape;150;g2c4fb7f6616_0_721"/>
            <p:cNvSpPr/>
            <p:nvPr/>
          </p:nvSpPr>
          <p:spPr>
            <a:xfrm rot="8100000">
              <a:off x="865666" y="3315344"/>
              <a:ext cx="590576"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51" name="Google Shape;151;g2c4fb7f6616_0_721"/>
            <p:cNvSpPr/>
            <p:nvPr/>
          </p:nvSpPr>
          <p:spPr>
            <a:xfrm rot="2700000">
              <a:off x="847908" y="3390222"/>
              <a:ext cx="311410" cy="493843"/>
            </a:xfrm>
            <a:prstGeom prst="mathMinus">
              <a:avLst>
                <a:gd fmla="val 23520" name="adj1"/>
              </a:avLst>
            </a:prstGeom>
            <a:solidFill>
              <a:srgbClr val="8DC63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pic>
        <p:nvPicPr>
          <p:cNvPr id="152" name="Google Shape;152;g2c4fb7f6616_0_721"/>
          <p:cNvPicPr preferRelativeResize="0"/>
          <p:nvPr/>
        </p:nvPicPr>
        <p:blipFill rotWithShape="1">
          <a:blip r:embed="rId8">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7843"/>
              </a:srgbClr>
            </a:outerShdw>
          </a:effectLst>
        </p:spPr>
      </p:pic>
      <p:sp>
        <p:nvSpPr>
          <p:cNvPr id="153" name="Google Shape;153;g2c4fb7f6616_0_721"/>
          <p:cNvSpPr txBox="1"/>
          <p:nvPr/>
        </p:nvSpPr>
        <p:spPr>
          <a:xfrm>
            <a:off x="995275" y="1008390"/>
            <a:ext cx="7153500" cy="248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by accessing this resource you accept the following terms and conditions</a:t>
            </a:r>
            <a:endParaRPr b="0" i="0" sz="1000" u="none" cap="none" strike="noStrike">
              <a:solidFill>
                <a:srgbClr val="000000"/>
              </a:solidFill>
              <a:latin typeface="Arial"/>
              <a:ea typeface="Arial"/>
              <a:cs typeface="Arial"/>
              <a:sym typeface="Arial"/>
            </a:endParaRPr>
          </a:p>
        </p:txBody>
      </p:sp>
      <p:sp>
        <p:nvSpPr>
          <p:cNvPr id="154" name="Google Shape;154;g2c4fb7f6616_0_721"/>
          <p:cNvSpPr txBox="1"/>
          <p:nvPr/>
        </p:nvSpPr>
        <p:spPr>
          <a:xfrm>
            <a:off x="3694625" y="6352800"/>
            <a:ext cx="5162700" cy="303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b="0" i="0" sz="1600" u="none" cap="none" strike="noStrike">
              <a:solidFill>
                <a:srgbClr val="FFFFFF"/>
              </a:solidFill>
              <a:latin typeface="Poppins Medium"/>
              <a:ea typeface="Poppins Medium"/>
              <a:cs typeface="Poppins Medium"/>
              <a:sym typeface="Poppins Medium"/>
            </a:endParaRPr>
          </a:p>
        </p:txBody>
      </p:sp>
      <p:pic>
        <p:nvPicPr>
          <p:cNvPr id="155" name="Google Shape;155;g2c4fb7f6616_0_721"/>
          <p:cNvPicPr preferRelativeResize="0"/>
          <p:nvPr/>
        </p:nvPicPr>
        <p:blipFill rotWithShape="1">
          <a:blip r:embed="rId9">
            <a:alphaModFix/>
          </a:blip>
          <a:srcRect b="0" l="0" r="0" t="0"/>
          <a:stretch/>
        </p:blipFill>
        <p:spPr>
          <a:xfrm rot="512460">
            <a:off x="7037628" y="1625095"/>
            <a:ext cx="1315271" cy="1315264"/>
          </a:xfrm>
          <a:prstGeom prst="rect">
            <a:avLst/>
          </a:prstGeom>
          <a:noFill/>
          <a:ln>
            <a:noFill/>
          </a:ln>
          <a:effectLst>
            <a:outerShdw blurRad="57150" rotWithShape="0" algn="bl" dir="5400000" dist="19050">
              <a:srgbClr val="000000">
                <a:alpha val="20000"/>
              </a:srgbClr>
            </a:outerShdw>
          </a:effectLst>
        </p:spPr>
      </p:pic>
      <p:pic>
        <p:nvPicPr>
          <p:cNvPr id="156" name="Google Shape;156;g2c4fb7f6616_0_721"/>
          <p:cNvPicPr preferRelativeResize="0"/>
          <p:nvPr/>
        </p:nvPicPr>
        <p:blipFill rotWithShape="1">
          <a:blip r:embed="rId10">
            <a:alphaModFix/>
          </a:blip>
          <a:srcRect b="0" l="0" r="0" t="0"/>
          <a:stretch/>
        </p:blipFill>
        <p:spPr>
          <a:xfrm rot="251087">
            <a:off x="6595023" y="1526228"/>
            <a:ext cx="1315273" cy="1315263"/>
          </a:xfrm>
          <a:prstGeom prst="rect">
            <a:avLst/>
          </a:prstGeom>
          <a:noFill/>
          <a:ln>
            <a:noFill/>
          </a:ln>
          <a:effectLst>
            <a:outerShdw blurRad="57150" rotWithShape="0" algn="bl" dir="5400000" dist="19050">
              <a:srgbClr val="000000">
                <a:alpha val="20000"/>
              </a:srgbClr>
            </a:outerShdw>
          </a:effectLst>
        </p:spPr>
      </p:pic>
      <p:pic>
        <p:nvPicPr>
          <p:cNvPr id="157" name="Google Shape;157;g2c4fb7f6616_0_721"/>
          <p:cNvPicPr preferRelativeResize="0"/>
          <p:nvPr/>
        </p:nvPicPr>
        <p:blipFill rotWithShape="1">
          <a:blip r:embed="rId11">
            <a:alphaModFix/>
          </a:blip>
          <a:srcRect b="0" l="0" r="0" t="0"/>
          <a:stretch/>
        </p:blipFill>
        <p:spPr>
          <a:xfrm rot="-198790">
            <a:off x="6033849" y="1525113"/>
            <a:ext cx="1317502" cy="1317490"/>
          </a:xfrm>
          <a:prstGeom prst="rect">
            <a:avLst/>
          </a:prstGeom>
          <a:noFill/>
          <a:ln>
            <a:noFill/>
          </a:ln>
          <a:effectLst>
            <a:outerShdw blurRad="57150" rotWithShape="0" algn="bl" dir="5400000" dist="19050">
              <a:srgbClr val="000000">
                <a:alpha val="20000"/>
              </a:srgbClr>
            </a:outerShdw>
          </a:effectLst>
        </p:spPr>
      </p:pic>
      <p:pic>
        <p:nvPicPr>
          <p:cNvPr id="158" name="Google Shape;158;g2c4fb7f6616_0_721"/>
          <p:cNvPicPr preferRelativeResize="0"/>
          <p:nvPr/>
        </p:nvPicPr>
        <p:blipFill rotWithShape="1">
          <a:blip r:embed="rId12">
            <a:alphaModFix/>
          </a:blip>
          <a:srcRect b="0" l="0" r="0" t="0"/>
          <a:stretch/>
        </p:blipFill>
        <p:spPr>
          <a:xfrm rot="-505316">
            <a:off x="5528790" y="1629680"/>
            <a:ext cx="1382684" cy="1382665"/>
          </a:xfrm>
          <a:prstGeom prst="rect">
            <a:avLst/>
          </a:prstGeom>
          <a:noFill/>
          <a:ln>
            <a:noFill/>
          </a:ln>
          <a:effectLst>
            <a:outerShdw blurRad="57150" rotWithShape="0" algn="bl" dir="5400000" dist="19050">
              <a:srgbClr val="000000">
                <a:alpha val="20000"/>
              </a:srgbClr>
            </a:outerShdw>
          </a:effectLst>
        </p:spPr>
      </p:pic>
      <p:pic>
        <p:nvPicPr>
          <p:cNvPr id="159" name="Google Shape;159;g2c4fb7f6616_0_721"/>
          <p:cNvPicPr preferRelativeResize="0"/>
          <p:nvPr/>
        </p:nvPicPr>
        <p:blipFill rotWithShape="1">
          <a:blip r:embed="rId13">
            <a:alphaModFix/>
          </a:blip>
          <a:srcRect b="0" l="0" r="0" t="0"/>
          <a:stretch/>
        </p:blipFill>
        <p:spPr>
          <a:xfrm rot="381644">
            <a:off x="6819230" y="2126378"/>
            <a:ext cx="1677627" cy="1677627"/>
          </a:xfrm>
          <a:prstGeom prst="rect">
            <a:avLst/>
          </a:prstGeom>
          <a:noFill/>
          <a:ln>
            <a:noFill/>
          </a:ln>
          <a:effectLst>
            <a:outerShdw blurRad="57150" rotWithShape="0" algn="bl" dir="5400000" dist="19050">
              <a:srgbClr val="000000">
                <a:alpha val="2000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of Session">
  <p:cSld name="End of Session_1_1">
    <p:spTree>
      <p:nvGrpSpPr>
        <p:cNvPr id="160" name="Shape 160"/>
        <p:cNvGrpSpPr/>
        <p:nvPr/>
      </p:nvGrpSpPr>
      <p:grpSpPr>
        <a:xfrm>
          <a:off x="0" y="0"/>
          <a:ext cx="0" cy="0"/>
          <a:chOff x="0" y="0"/>
          <a:chExt cx="0" cy="0"/>
        </a:xfrm>
      </p:grpSpPr>
      <p:sp>
        <p:nvSpPr>
          <p:cNvPr id="161" name="Google Shape;161;g26b641b03cd_0_260"/>
          <p:cNvSpPr txBox="1"/>
          <p:nvPr>
            <p:ph idx="1" type="body"/>
          </p:nvPr>
        </p:nvSpPr>
        <p:spPr>
          <a:xfrm>
            <a:off x="4277375" y="987225"/>
            <a:ext cx="3944400" cy="4475100"/>
          </a:xfrm>
          <a:prstGeom prst="rect">
            <a:avLst/>
          </a:prstGeom>
          <a:noFill/>
          <a:ln>
            <a:noFill/>
          </a:ln>
        </p:spPr>
        <p:txBody>
          <a:bodyPr anchorCtr="0" anchor="t" bIns="0" lIns="0" spcFirstLastPara="1" rIns="0" wrap="square" tIns="274300">
            <a:noAutofit/>
          </a:bodyPr>
          <a:lstStyle>
            <a:lvl1pPr indent="-330200" lvl="0" marL="457200" algn="l">
              <a:lnSpc>
                <a:spcPct val="115000"/>
              </a:lnSpc>
              <a:spcBef>
                <a:spcPts val="1000"/>
              </a:spcBef>
              <a:spcAft>
                <a:spcPts val="0"/>
              </a:spcAft>
              <a:buClr>
                <a:srgbClr val="262626"/>
              </a:buClr>
              <a:buSzPts val="1600"/>
              <a:buChar char="•"/>
              <a:defRPr sz="1600">
                <a:solidFill>
                  <a:srgbClr val="262626"/>
                </a:solidFill>
              </a:defRPr>
            </a:lvl1pPr>
            <a:lvl2pPr indent="-330200" lvl="1" marL="914400" algn="l">
              <a:lnSpc>
                <a:spcPct val="115000"/>
              </a:lnSpc>
              <a:spcBef>
                <a:spcPts val="1000"/>
              </a:spcBef>
              <a:spcAft>
                <a:spcPts val="0"/>
              </a:spcAft>
              <a:buClr>
                <a:schemeClr val="dk1"/>
              </a:buClr>
              <a:buSzPts val="1600"/>
              <a:buChar char="•"/>
              <a:defRPr sz="1600"/>
            </a:lvl2pPr>
            <a:lvl3pPr indent="-228600" lvl="2" marL="1371600" algn="l">
              <a:lnSpc>
                <a:spcPct val="115000"/>
              </a:lnSpc>
              <a:spcBef>
                <a:spcPts val="1000"/>
              </a:spcBef>
              <a:spcAft>
                <a:spcPts val="0"/>
              </a:spcAft>
              <a:buClr>
                <a:schemeClr val="dk1"/>
              </a:buClr>
              <a:buSzPts val="1600"/>
              <a:buNone/>
              <a:defRPr sz="1600"/>
            </a:lvl3pPr>
            <a:lvl4pPr indent="-330200" lvl="3" marL="1828800" algn="l">
              <a:lnSpc>
                <a:spcPct val="115000"/>
              </a:lnSpc>
              <a:spcBef>
                <a:spcPts val="1000"/>
              </a:spcBef>
              <a:spcAft>
                <a:spcPts val="0"/>
              </a:spcAft>
              <a:buClr>
                <a:schemeClr val="dk1"/>
              </a:buClr>
              <a:buSzPts val="1600"/>
              <a:buChar char="•"/>
              <a:defRPr sz="1600"/>
            </a:lvl4pPr>
            <a:lvl5pPr indent="-330200" lvl="4" marL="2286000" algn="l">
              <a:lnSpc>
                <a:spcPct val="115000"/>
              </a:lnSpc>
              <a:spcBef>
                <a:spcPts val="500"/>
              </a:spcBef>
              <a:spcAft>
                <a:spcPts val="0"/>
              </a:spcAft>
              <a:buClr>
                <a:schemeClr val="dk1"/>
              </a:buClr>
              <a:buSzPts val="1600"/>
              <a:buChar char="•"/>
              <a:defRPr sz="1600"/>
            </a:lvl5pPr>
            <a:lvl6pPr indent="-330200" lvl="5" marL="2743200" algn="l">
              <a:lnSpc>
                <a:spcPct val="115000"/>
              </a:lnSpc>
              <a:spcBef>
                <a:spcPts val="500"/>
              </a:spcBef>
              <a:spcAft>
                <a:spcPts val="0"/>
              </a:spcAft>
              <a:buClr>
                <a:schemeClr val="dk1"/>
              </a:buClr>
              <a:buSzPts val="1600"/>
              <a:buChar char="•"/>
              <a:defRPr sz="1600"/>
            </a:lvl6pPr>
            <a:lvl7pPr indent="-330200" lvl="6" marL="3200400" algn="l">
              <a:lnSpc>
                <a:spcPct val="115000"/>
              </a:lnSpc>
              <a:spcBef>
                <a:spcPts val="500"/>
              </a:spcBef>
              <a:spcAft>
                <a:spcPts val="0"/>
              </a:spcAft>
              <a:buClr>
                <a:schemeClr val="dk1"/>
              </a:buClr>
              <a:buSzPts val="1600"/>
              <a:buChar char="•"/>
              <a:defRPr sz="1600"/>
            </a:lvl7pPr>
            <a:lvl8pPr indent="-330200" lvl="7" marL="3657600" algn="l">
              <a:lnSpc>
                <a:spcPct val="115000"/>
              </a:lnSpc>
              <a:spcBef>
                <a:spcPts val="500"/>
              </a:spcBef>
              <a:spcAft>
                <a:spcPts val="0"/>
              </a:spcAft>
              <a:buClr>
                <a:schemeClr val="dk1"/>
              </a:buClr>
              <a:buSzPts val="1600"/>
              <a:buChar char="•"/>
              <a:defRPr sz="1600"/>
            </a:lvl8pPr>
            <a:lvl9pPr indent="-330200" lvl="8" marL="4114800" algn="l">
              <a:lnSpc>
                <a:spcPct val="115000"/>
              </a:lnSpc>
              <a:spcBef>
                <a:spcPts val="500"/>
              </a:spcBef>
              <a:spcAft>
                <a:spcPts val="0"/>
              </a:spcAft>
              <a:buClr>
                <a:schemeClr val="dk1"/>
              </a:buClr>
              <a:buSzPts val="1600"/>
              <a:buChar char="•"/>
              <a:defRPr sz="1600"/>
            </a:lvl9pPr>
          </a:lstStyle>
          <a:p/>
        </p:txBody>
      </p:sp>
      <p:sp>
        <p:nvSpPr>
          <p:cNvPr id="162" name="Google Shape;162;g26b641b03cd_0_260"/>
          <p:cNvSpPr txBox="1"/>
          <p:nvPr/>
        </p:nvSpPr>
        <p:spPr>
          <a:xfrm>
            <a:off x="856325" y="958000"/>
            <a:ext cx="3225600" cy="69120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3200" u="none" cap="none" strike="noStrike">
                <a:solidFill>
                  <a:srgbClr val="CB3D85"/>
                </a:solidFill>
                <a:latin typeface="Poppins Medium"/>
                <a:ea typeface="Poppins Medium"/>
                <a:cs typeface="Poppins Medium"/>
                <a:sym typeface="Poppins Medium"/>
              </a:rPr>
              <a:t>End of Session</a:t>
            </a:r>
            <a:endParaRPr b="0" i="0" sz="3200" u="none" cap="none" strike="noStrik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cap="flat" cmpd="sng" w="9525">
            <a:solidFill>
              <a:srgbClr val="BFBFBF"/>
            </a:solidFill>
            <a:prstDash val="solid"/>
            <a:miter lim="800000"/>
            <a:headEnd len="sm" w="sm" type="none"/>
            <a:tailEnd len="sm" w="sm" type="none"/>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g26b641b03cd_0_260"/>
          <p:cNvSpPr/>
          <p:nvPr>
            <p:ph idx="2" type="pic"/>
          </p:nvPr>
        </p:nvSpPr>
        <p:spPr>
          <a:xfrm>
            <a:off x="960225" y="1993200"/>
            <a:ext cx="2946000" cy="1949700"/>
          </a:xfrm>
          <a:prstGeom prst="roundRect">
            <a:avLst>
              <a:gd fmla="val 16667" name="adj"/>
            </a:avLst>
          </a:prstGeom>
          <a:noFill/>
          <a:ln>
            <a:noFill/>
          </a:ln>
        </p:spPr>
      </p:sp>
      <p:pic>
        <p:nvPicPr>
          <p:cNvPr id="166" name="Google Shape;166;g26b641b03cd_0_260"/>
          <p:cNvPicPr preferRelativeResize="0"/>
          <p:nvPr/>
        </p:nvPicPr>
        <p:blipFill rotWithShape="1">
          <a:blip r:embed="rId2">
            <a:alphaModFix/>
          </a:blip>
          <a:srcRect b="0" l="0" r="0" t="0"/>
          <a:stretch/>
        </p:blipFill>
        <p:spPr>
          <a:xfrm>
            <a:off x="485725" y="5274624"/>
            <a:ext cx="2884175" cy="1389976"/>
          </a:xfrm>
          <a:prstGeom prst="rect">
            <a:avLst/>
          </a:prstGeom>
          <a:noFill/>
          <a:ln>
            <a:noFill/>
          </a:ln>
          <a:effectLst>
            <a:outerShdw blurRad="57150" rotWithShape="0" algn="bl" dir="5400000" dist="19050">
              <a:srgbClr val="000000">
                <a:alpha val="46666"/>
              </a:srgbClr>
            </a:outerShdw>
          </a:effectLst>
        </p:spPr>
      </p:pic>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69" name="Google Shape;169;g26b641b03cd_0_26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70" name="Google Shape;170;g26b641b03cd_0_26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fmla="val 16667"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2</a:t>
              </a:r>
              <a:endParaRPr b="0" i="0" sz="1500" u="none" cap="none" strike="noStrik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4</a:t>
              </a:r>
              <a:endParaRPr b="0" i="0" sz="1300" u="none" cap="none" strike="noStrik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5</a:t>
              </a:r>
              <a:endParaRPr b="0" i="0" sz="1300" u="none" cap="none" strike="noStrik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FFFFFF"/>
                  </a:solidFill>
                  <a:latin typeface="Poppins SemiBold"/>
                  <a:ea typeface="Poppins SemiBold"/>
                  <a:cs typeface="Poppins SemiBold"/>
                  <a:sym typeface="Poppins SemiBold"/>
                </a:rPr>
                <a:t>Phase 5.5</a:t>
              </a:r>
              <a:endParaRPr b="0" i="0" sz="1300" u="none" cap="none" strike="noStrik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6</a:t>
              </a:r>
              <a:endParaRPr b="0" i="0" sz="1300" u="none" cap="none" strike="noStrik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1300"/>
                <a:buFont typeface="Arial"/>
                <a:buNone/>
              </a:pPr>
              <a:r>
                <a:rPr b="0" i="0" lang="en-US" sz="1300" u="none" cap="none" strike="noStrike">
                  <a:solidFill>
                    <a:srgbClr val="9FC5E8"/>
                  </a:solidFill>
                  <a:latin typeface="Poppins SemiBold"/>
                  <a:ea typeface="Poppins SemiBold"/>
                  <a:cs typeface="Poppins SemiBold"/>
                  <a:sym typeface="Poppins SemiBold"/>
                </a:rPr>
                <a:t>Phase 3</a:t>
              </a:r>
              <a:endParaRPr b="0" i="0" sz="1300" u="none" cap="none" strike="noStrik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2">
  <p:cSld name="Alien Word of the Day_1_1_1_1_1_1_1_1_1_1_3">
    <p:spTree>
      <p:nvGrpSpPr>
        <p:cNvPr id="187" name="Shape 187"/>
        <p:cNvGrpSpPr/>
        <p:nvPr/>
      </p:nvGrpSpPr>
      <p:grpSpPr>
        <a:xfrm>
          <a:off x="0" y="0"/>
          <a:ext cx="0" cy="0"/>
          <a:chOff x="0" y="0"/>
          <a:chExt cx="0" cy="0"/>
        </a:xfrm>
      </p:grpSpPr>
      <p:sp>
        <p:nvSpPr>
          <p:cNvPr id="188" name="Google Shape;188;g2c235dd0dad_1_87"/>
          <p:cNvSpPr txBox="1"/>
          <p:nvPr>
            <p:ph idx="1" type="subTitle"/>
          </p:nvPr>
        </p:nvSpPr>
        <p:spPr>
          <a:xfrm>
            <a:off x="1181100" y="3423025"/>
            <a:ext cx="6781800" cy="20610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189" name="Google Shape;189;g2c235dd0dad_1_87"/>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sp>
        <p:nvSpPr>
          <p:cNvPr id="191" name="Google Shape;191;g2c235dd0dad_1_87"/>
          <p:cNvSpPr txBox="1"/>
          <p:nvPr>
            <p:ph idx="2" type="subTitle"/>
          </p:nvPr>
        </p:nvSpPr>
        <p:spPr>
          <a:xfrm>
            <a:off x="1181100" y="824863"/>
            <a:ext cx="6781800" cy="1945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cxnSp>
        <p:nvCxnSpPr>
          <p:cNvPr id="192" name="Google Shape;192;g2c235dd0dad_1_87"/>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193" name="Google Shape;193;g2c235dd0dad_1_8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6" name="Google Shape;196;g2c235dd0dad_1_87"/>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197" name="Google Shape;197;g2c235dd0dad_1_87"/>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198" name="Google Shape;198;g2c235dd0dad_1_87"/>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199" name="Google Shape;199;g2c235dd0dad_1_87"/>
          <p:cNvSpPr txBox="1"/>
          <p:nvPr>
            <p:ph idx="3"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00" name="Google Shape;200;g2c235dd0dad_1_8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05" name="Google Shape;205;g2c235dd0dad_1_8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2" name="Google Shape;212;g2c235dd0dad_1_8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3" name="Google Shape;213;g2c235dd0dad_1_8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6" name="Google Shape;216;g2c235dd0dad_1_8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17" name="Google Shape;217;g2c235dd0dad_1_8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Magnetic Letters-V1">
  <p:cSld name="Alien Word of the Day_1_1_1_1_1_1_1_1_1_1_3_1">
    <p:spTree>
      <p:nvGrpSpPr>
        <p:cNvPr id="218"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USING MAGNETIC LETTERS AND A WHITEBOARD</a:t>
            </a:r>
            <a:endParaRPr b="0" i="0" sz="1400" u="none" cap="none" strike="noStrik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b="0" i="0" lang="en-US" sz="3000" u="none" cap="none" strike="noStrike">
                <a:solidFill>
                  <a:srgbClr val="CB3D85"/>
                </a:solidFill>
                <a:latin typeface="Poppins Medium"/>
                <a:ea typeface="Poppins Medium"/>
                <a:cs typeface="Poppins Medium"/>
                <a:sym typeface="Poppins Medium"/>
              </a:rPr>
              <a:t xml:space="preserve"> Building Words</a:t>
            </a:r>
            <a:endParaRPr b="0" i="0" sz="3000" u="none" cap="none" strike="noStrik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22" name="Google Shape;222;g1f3daf8a844_0_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b="0" l="0" r="0" t="0"/>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5" name="Google Shape;225;g1f3daf8a844_0_32"/>
          <p:cNvCxnSpPr/>
          <p:nvPr/>
        </p:nvCxnSpPr>
        <p:spPr>
          <a:xfrm>
            <a:off x="1181100" y="3940789"/>
            <a:ext cx="6781800" cy="0"/>
          </a:xfrm>
          <a:prstGeom prst="straightConnector1">
            <a:avLst/>
          </a:prstGeom>
          <a:noFill/>
          <a:ln cap="flat" cmpd="sng" w="28575">
            <a:solidFill>
              <a:srgbClr val="8ED8F8"/>
            </a:solidFill>
            <a:prstDash val="lgDash"/>
            <a:miter lim="800000"/>
            <a:headEnd len="sm" w="sm" type="none"/>
            <a:tailEnd len="sm" w="sm" type="none"/>
          </a:ln>
        </p:spPr>
      </p:cxnSp>
      <p:cxnSp>
        <p:nvCxnSpPr>
          <p:cNvPr id="226" name="Google Shape;226;g1f3daf8a844_0_32"/>
          <p:cNvCxnSpPr/>
          <p:nvPr/>
        </p:nvCxnSpPr>
        <p:spPr>
          <a:xfrm>
            <a:off x="1181100" y="4848175"/>
            <a:ext cx="6781800" cy="0"/>
          </a:xfrm>
          <a:prstGeom prst="straightConnector1">
            <a:avLst/>
          </a:prstGeom>
          <a:noFill/>
          <a:ln cap="flat" cmpd="sng" w="28575">
            <a:solidFill>
              <a:srgbClr val="8ED8F8"/>
            </a:solidFill>
            <a:prstDash val="solid"/>
            <a:miter lim="800000"/>
            <a:headEnd len="sm" w="sm" type="none"/>
            <a:tailEnd len="sm" w="sm" type="none"/>
          </a:ln>
        </p:spPr>
      </p:cxnSp>
      <p:cxnSp>
        <p:nvCxnSpPr>
          <p:cNvPr id="227" name="Google Shape;227;g1f3daf8a844_0_32"/>
          <p:cNvCxnSpPr/>
          <p:nvPr/>
        </p:nvCxnSpPr>
        <p:spPr>
          <a:xfrm>
            <a:off x="1181100" y="5111514"/>
            <a:ext cx="6781800" cy="0"/>
          </a:xfrm>
          <a:prstGeom prst="straightConnector1">
            <a:avLst/>
          </a:prstGeom>
          <a:noFill/>
          <a:ln cap="flat" cmpd="sng" w="28575">
            <a:solidFill>
              <a:srgbClr val="8ED8F8"/>
            </a:solidFill>
            <a:prstDash val="lgDash"/>
            <a:miter lim="800000"/>
            <a:headEnd len="sm" w="sm" type="none"/>
            <a:tailEnd len="sm" w="sm" type="none"/>
          </a:ln>
        </p:spPr>
      </p:cxnSp>
      <p:sp>
        <p:nvSpPr>
          <p:cNvPr id="228" name="Google Shape;228;g1f3daf8a844_0_32"/>
          <p:cNvSpPr txBox="1"/>
          <p:nvPr>
            <p:ph idx="1" type="subTitle"/>
          </p:nvPr>
        </p:nvSpPr>
        <p:spPr>
          <a:xfrm>
            <a:off x="1193375" y="3007366"/>
            <a:ext cx="6781800" cy="2931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29" name="Google Shape;229;g1f3daf8a844_0_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34" name="Google Shape;234;g1f3daf8a844_0_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1" name="Google Shape;241;g1f3daf8a844_0_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2" name="Google Shape;242;g1f3daf8a844_0_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5" name="Google Shape;245;g1f3daf8a844_0_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46" name="Google Shape;246;g1f3daf8a844_0_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Quickwrite">
  <p:cSld name="Alien Word of the Day_1_1_1_1_1_1_1_1_1_1_1">
    <p:spTree>
      <p:nvGrpSpPr>
        <p:cNvPr id="247"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Quickwrite</a:t>
            </a:r>
            <a:endParaRPr b="0" i="0" sz="3000" u="none" cap="none" strike="noStrike">
              <a:solidFill>
                <a:srgbClr val="CB3D85"/>
              </a:solidFill>
              <a:latin typeface="Poppins Medium"/>
              <a:ea typeface="Poppins Medium"/>
              <a:cs typeface="Poppins Medium"/>
              <a:sym typeface="Poppins Medium"/>
            </a:endParaRPr>
          </a:p>
        </p:txBody>
      </p:sp>
      <p:sp>
        <p:nvSpPr>
          <p:cNvPr id="250" name="Google Shape;250;g2c157a2fb06_0_53"/>
          <p:cNvSpPr txBox="1"/>
          <p:nvPr>
            <p:ph idx="1" type="subTitle"/>
          </p:nvPr>
        </p:nvSpPr>
        <p:spPr>
          <a:xfrm>
            <a:off x="12573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1" name="Google Shape;251;g2c157a2fb06_0_53"/>
          <p:cNvSpPr txBox="1"/>
          <p:nvPr>
            <p:ph idx="2" type="subTitle"/>
          </p:nvPr>
        </p:nvSpPr>
        <p:spPr>
          <a:xfrm>
            <a:off x="34956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2" name="Google Shape;252;g2c157a2fb06_0_53"/>
          <p:cNvSpPr txBox="1"/>
          <p:nvPr>
            <p:ph idx="3" type="subTitle"/>
          </p:nvPr>
        </p:nvSpPr>
        <p:spPr>
          <a:xfrm>
            <a:off x="5733900" y="3458625"/>
            <a:ext cx="2229000" cy="12582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253" name="Google Shape;253;g2c157a2fb06_0_53"/>
          <p:cNvSpPr txBox="1"/>
          <p:nvPr>
            <p:ph idx="4" type="subTitle"/>
          </p:nvPr>
        </p:nvSpPr>
        <p:spPr>
          <a:xfrm>
            <a:off x="1249500" y="11549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254" name="Google Shape;254;g2c157a2fb06_0_5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cap="flat" cmpd="sng" w="28575">
            <a:solidFill>
              <a:srgbClr val="CFD9EF"/>
            </a:solidFill>
            <a:prstDash val="solid"/>
            <a:miter lim="800000"/>
            <a:headEnd len="sm" w="sm" type="none"/>
            <a:tailEnd len="sm" w="sm" type="none"/>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2" name="Google Shape;262;g2c157a2fb06_0_5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69" name="Google Shape;269;g2c157a2fb06_0_5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0" name="Google Shape;270;g2c157a2fb06_0_5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3" name="Google Shape;273;g2c157a2fb06_0_5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74" name="Google Shape;274;g2c157a2fb06_0_5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 Full Circle">
  <p:cSld name="Alien Word of the Day_1_1_1_1_1_1_1_1_1_1_1_1">
    <p:spTree>
      <p:nvGrpSpPr>
        <p:cNvPr id="275"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b="0" l="0" r="0" t="0"/>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400" u="none" cap="none" strike="noStrik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Full Circle</a:t>
            </a:r>
            <a:endParaRPr b="0" i="0" sz="3000" u="none" cap="none" strike="noStrike">
              <a:solidFill>
                <a:srgbClr val="CB3D85"/>
              </a:solidFill>
              <a:latin typeface="Poppins Medium"/>
              <a:ea typeface="Poppins Medium"/>
              <a:cs typeface="Poppins Medium"/>
              <a:sym typeface="Poppins Medium"/>
            </a:endParaRPr>
          </a:p>
        </p:txBody>
      </p:sp>
      <p:sp>
        <p:nvSpPr>
          <p:cNvPr id="279" name="Google Shape;279;g2c157a2fb06_0_158"/>
          <p:cNvSpPr txBox="1"/>
          <p:nvPr>
            <p:ph idx="1" type="subTitle"/>
          </p:nvPr>
        </p:nvSpPr>
        <p:spPr>
          <a:xfrm>
            <a:off x="2638800" y="48640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0" name="Google Shape;280;g2c157a2fb06_0_158"/>
          <p:cNvSpPr txBox="1"/>
          <p:nvPr>
            <p:ph idx="2" type="subTitle"/>
          </p:nvPr>
        </p:nvSpPr>
        <p:spPr>
          <a:xfrm>
            <a:off x="2638800" y="1276450"/>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1" name="Google Shape;281;g2c157a2fb06_0_158"/>
          <p:cNvSpPr txBox="1"/>
          <p:nvPr>
            <p:ph idx="3" type="subTitle"/>
          </p:nvPr>
        </p:nvSpPr>
        <p:spPr>
          <a:xfrm>
            <a:off x="66257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2" name="Google Shape;282;g2c157a2fb06_0_158"/>
          <p:cNvSpPr txBox="1"/>
          <p:nvPr>
            <p:ph idx="4" type="subTitle"/>
          </p:nvPr>
        </p:nvSpPr>
        <p:spPr>
          <a:xfrm>
            <a:off x="4610025" y="3039325"/>
            <a:ext cx="38664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283" name="Google Shape;283;g2c157a2fb06_0_15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0" name="Google Shape;290;g2c157a2fb06_0_15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7" name="Google Shape;297;g2c157a2fb06_0_15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298" name="Google Shape;298;g2c157a2fb06_0_15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1" name="Google Shape;301;g2c157a2fb06_0_15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02" name="Google Shape;302;g2c157a2fb06_0_15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 Picture Match">
  <p:cSld name="Alien Word of the Day_1_1_1_1_1_1_1_1_1_1_1_1_1">
    <p:spTree>
      <p:nvGrpSpPr>
        <p:cNvPr id="303"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Picture Match</a:t>
            </a:r>
            <a:endParaRPr b="0" i="0" sz="3000" u="none" cap="none" strike="noStrike">
              <a:solidFill>
                <a:srgbClr val="CB3D85"/>
              </a:solidFill>
              <a:latin typeface="Poppins Medium"/>
              <a:ea typeface="Poppins Medium"/>
              <a:cs typeface="Poppins Medium"/>
              <a:sym typeface="Poppins Medium"/>
            </a:endParaRPr>
          </a:p>
        </p:txBody>
      </p:sp>
      <p:sp>
        <p:nvSpPr>
          <p:cNvPr id="306" name="Google Shape;306;g2c157a2fb06_0_263"/>
          <p:cNvSpPr txBox="1"/>
          <p:nvPr>
            <p:ph idx="1" type="subTitle"/>
          </p:nvPr>
        </p:nvSpPr>
        <p:spPr>
          <a:xfrm>
            <a:off x="1038600" y="48640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7" name="Google Shape;307;g2c157a2fb06_0_263"/>
          <p:cNvSpPr txBox="1"/>
          <p:nvPr>
            <p:ph idx="2" type="subTitle"/>
          </p:nvPr>
        </p:nvSpPr>
        <p:spPr>
          <a:xfrm>
            <a:off x="1038600" y="1276450"/>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8" name="Google Shape;308;g2c157a2fb06_0_263"/>
          <p:cNvSpPr txBox="1"/>
          <p:nvPr>
            <p:ph idx="3" type="subTitle"/>
          </p:nvPr>
        </p:nvSpPr>
        <p:spPr>
          <a:xfrm>
            <a:off x="1038600" y="2472317"/>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09" name="Google Shape;309;g2c157a2fb06_0_263"/>
          <p:cNvSpPr txBox="1"/>
          <p:nvPr>
            <p:ph idx="4" type="subTitle"/>
          </p:nvPr>
        </p:nvSpPr>
        <p:spPr>
          <a:xfrm>
            <a:off x="1038600" y="3668183"/>
            <a:ext cx="3118200" cy="571500"/>
          </a:xfrm>
          <a:prstGeom prst="rect">
            <a:avLst/>
          </a:prstGeom>
          <a:solidFill>
            <a:srgbClr val="FFFFFF"/>
          </a:solid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310" name="Google Shape;310;g2c157a2fb06_0_263"/>
          <p:cNvSpPr/>
          <p:nvPr>
            <p:ph idx="5" type="pic"/>
          </p:nvPr>
        </p:nvSpPr>
        <p:spPr>
          <a:xfrm>
            <a:off x="5086375" y="4412425"/>
            <a:ext cx="2668800" cy="1291500"/>
          </a:xfrm>
          <a:prstGeom prst="rect">
            <a:avLst/>
          </a:prstGeom>
          <a:noFill/>
          <a:ln>
            <a:noFill/>
          </a:ln>
        </p:spPr>
      </p:sp>
      <p:sp>
        <p:nvSpPr>
          <p:cNvPr id="311" name="Google Shape;311;g2c157a2fb06_0_263"/>
          <p:cNvSpPr/>
          <p:nvPr>
            <p:ph idx="6" type="pic"/>
          </p:nvPr>
        </p:nvSpPr>
        <p:spPr>
          <a:xfrm>
            <a:off x="5086375" y="797675"/>
            <a:ext cx="2668800" cy="1291500"/>
          </a:xfrm>
          <a:prstGeom prst="rect">
            <a:avLst/>
          </a:prstGeom>
          <a:noFill/>
          <a:ln>
            <a:noFill/>
          </a:ln>
        </p:spPr>
      </p:sp>
      <p:sp>
        <p:nvSpPr>
          <p:cNvPr id="312" name="Google Shape;312;g2c157a2fb06_0_263"/>
          <p:cNvSpPr/>
          <p:nvPr>
            <p:ph idx="7" type="pic"/>
          </p:nvPr>
        </p:nvSpPr>
        <p:spPr>
          <a:xfrm>
            <a:off x="5086375" y="2002592"/>
            <a:ext cx="2668800" cy="1291500"/>
          </a:xfrm>
          <a:prstGeom prst="rect">
            <a:avLst/>
          </a:prstGeom>
          <a:noFill/>
          <a:ln>
            <a:noFill/>
          </a:ln>
        </p:spPr>
      </p:sp>
      <p:sp>
        <p:nvSpPr>
          <p:cNvPr id="313" name="Google Shape;313;g2c157a2fb06_0_263"/>
          <p:cNvSpPr/>
          <p:nvPr>
            <p:ph idx="8" type="pic"/>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1" name="Google Shape;321;g2c157a2fb06_0_263"/>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8" name="Google Shape;328;g2c157a2fb06_0_263">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29" name="Google Shape;329;g2c157a2fb06_0_263">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2" name="Google Shape;332;g2c157a2fb06_0_263">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33" name="Google Shape;333;g2c157a2fb06_0_263">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 Write a Caption">
  <p:cSld name="Alien Word of the Day_1_1_1_1_1_1_1_1_1_1_1_2">
    <p:spTree>
      <p:nvGrpSpPr>
        <p:cNvPr id="334"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36" name="Google Shape;336;g2c157a2fb06_0_467"/>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37" name="Google Shape;337;g2c157a2fb06_0_467"/>
          <p:cNvSpPr/>
          <p:nvPr>
            <p:ph idx="2" type="pic"/>
          </p:nvPr>
        </p:nvSpPr>
        <p:spPr>
          <a:xfrm>
            <a:off x="1181100" y="852975"/>
            <a:ext cx="6781800" cy="2771700"/>
          </a:xfrm>
          <a:prstGeom prst="roundRect">
            <a:avLst>
              <a:gd fmla="val 16667" name="adj"/>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Caption</a:t>
            </a:r>
            <a:endParaRPr b="0" i="0" sz="3000" u="none" cap="none" strike="noStrik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47" name="Google Shape;347;g2c157a2fb06_0_467"/>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4" name="Google Shape;354;g2c157a2fb06_0_467">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5" name="Google Shape;355;g2c157a2fb06_0_467">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8" name="Google Shape;358;g2c157a2fb06_0_467">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59" name="Google Shape;359;g2c157a2fb06_0_467">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 Read a Caption">
  <p:cSld name="Alien Word of the Day_1_1_1_1_1_1_1_1_1_1_1_2_1">
    <p:spTree>
      <p:nvGrpSpPr>
        <p:cNvPr id="360"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62" name="Google Shape;362;g2c157a2fb06_0_629"/>
          <p:cNvSpPr/>
          <p:nvPr>
            <p:ph idx="2" type="pic"/>
          </p:nvPr>
        </p:nvSpPr>
        <p:spPr>
          <a:xfrm>
            <a:off x="1181100" y="852975"/>
            <a:ext cx="6781800" cy="2771700"/>
          </a:xfrm>
          <a:prstGeom prst="roundRect">
            <a:avLst>
              <a:gd fmla="val 16667" name="adj"/>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Caption</a:t>
            </a:r>
            <a:endParaRPr b="0" i="0" sz="3000" u="none" cap="none" strike="noStrike">
              <a:solidFill>
                <a:srgbClr val="CB3D85"/>
              </a:solidFill>
              <a:latin typeface="Poppins Medium"/>
              <a:ea typeface="Poppins Medium"/>
              <a:cs typeface="Poppins Medium"/>
              <a:sym typeface="Poppins Medium"/>
            </a:endParaRPr>
          </a:p>
        </p:txBody>
      </p:sp>
      <p:sp>
        <p:nvSpPr>
          <p:cNvPr id="365" name="Google Shape;365;g2c157a2fb06_0_629"/>
          <p:cNvSpPr txBox="1"/>
          <p:nvPr>
            <p:ph idx="1" type="subTitle"/>
          </p:nvPr>
        </p:nvSpPr>
        <p:spPr>
          <a:xfrm>
            <a:off x="1184550" y="4085175"/>
            <a:ext cx="6774900" cy="16209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66" name="Google Shape;366;g2c157a2fb06_0_629"/>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73" name="Google Shape;373;g2c157a2fb06_0_629"/>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0" name="Google Shape;380;g2c157a2fb06_0_629">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1" name="Google Shape;381;g2c157a2fb06_0_629">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4" name="Google Shape;384;g2c157a2fb06_0_629">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85" name="Google Shape;385;g2c157a2fb06_0_629">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 Write a Sentence">
  <p:cSld name="Alien Word of the Day_1_1_1_1_1_1_1_1_1_1_1_2_2">
    <p:spTree>
      <p:nvGrpSpPr>
        <p:cNvPr id="386"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388" name="Google Shape;388;g2c157a2fb06_0_798"/>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389" name="Google Shape;389;g2c157a2fb06_0_798"/>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390" name="Google Shape;390;g2c157a2fb06_0_798"/>
          <p:cNvSpPr/>
          <p:nvPr>
            <p:ph idx="2" type="pic"/>
          </p:nvPr>
        </p:nvSpPr>
        <p:spPr>
          <a:xfrm>
            <a:off x="1181100" y="852975"/>
            <a:ext cx="6781800" cy="2771700"/>
          </a:xfrm>
          <a:prstGeom prst="roundRect">
            <a:avLst>
              <a:gd fmla="val 16667" name="adj"/>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SEGMENT FOR SPELLING</a:t>
            </a:r>
            <a:endParaRPr b="0" i="0" sz="1800" u="none" cap="none" strike="noStrik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Write a Sentence</a:t>
            </a:r>
            <a:endParaRPr b="0" i="0" sz="3000" u="none" cap="none" strike="noStrik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0" name="Google Shape;400;g2c157a2fb06_0_798"/>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7" name="Google Shape;407;g2c157a2fb06_0_798">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08" name="Google Shape;408;g2c157a2fb06_0_798">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1" name="Google Shape;411;g2c157a2fb06_0_798">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12" name="Google Shape;412;g2c157a2fb06_0_798">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 Read a Sentence">
  <p:cSld name="Alien Word of the Day_1_1_1_1_1_1_1_1_1_1_1_2_1_1">
    <p:spTree>
      <p:nvGrpSpPr>
        <p:cNvPr id="413"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15" name="Google Shape;415;g2c157a2fb06_0_825"/>
          <p:cNvCxnSpPr/>
          <p:nvPr/>
        </p:nvCxnSpPr>
        <p:spPr>
          <a:xfrm>
            <a:off x="1181100" y="5369000"/>
            <a:ext cx="6781800" cy="0"/>
          </a:xfrm>
          <a:prstGeom prst="straightConnector1">
            <a:avLst/>
          </a:prstGeom>
          <a:noFill/>
          <a:ln cap="flat" cmpd="sng" w="28575">
            <a:solidFill>
              <a:srgbClr val="CFD9EF"/>
            </a:solidFill>
            <a:prstDash val="lgDash"/>
            <a:miter lim="800000"/>
            <a:headEnd len="sm" w="sm" type="none"/>
            <a:tailEnd len="sm" w="sm" type="none"/>
          </a:ln>
        </p:spPr>
      </p:cxnSp>
      <p:sp>
        <p:nvSpPr>
          <p:cNvPr id="416" name="Google Shape;416;g2c157a2fb06_0_825"/>
          <p:cNvSpPr txBox="1"/>
          <p:nvPr>
            <p:ph idx="1" type="subTitle"/>
          </p:nvPr>
        </p:nvSpPr>
        <p:spPr>
          <a:xfrm>
            <a:off x="1184550" y="3780375"/>
            <a:ext cx="6774900" cy="1620900"/>
          </a:xfrm>
          <a:prstGeom prst="rect">
            <a:avLst/>
          </a:prstGeom>
          <a:noFill/>
          <a:ln>
            <a:noFill/>
          </a:ln>
        </p:spPr>
        <p:txBody>
          <a:bodyPr anchorCtr="0" anchor="ctr" bIns="45700" lIns="91425" spcFirstLastPara="1" rIns="91425" wrap="square" tIns="4570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17" name="Google Shape;417;g2c157a2fb06_0_825"/>
          <p:cNvSpPr/>
          <p:nvPr>
            <p:ph idx="2" type="pic"/>
          </p:nvPr>
        </p:nvSpPr>
        <p:spPr>
          <a:xfrm>
            <a:off x="1181100" y="852975"/>
            <a:ext cx="6781800" cy="2771700"/>
          </a:xfrm>
          <a:prstGeom prst="roundRect">
            <a:avLst>
              <a:gd fmla="val 16667" name="adj"/>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Read a Sentence</a:t>
            </a:r>
            <a:endParaRPr b="0" i="0" sz="3000" u="none" cap="none" strike="noStrik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27" name="Google Shape;427;g2c157a2fb06_0_82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4" name="Google Shape;434;g2c157a2fb06_0_82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5" name="Google Shape;435;g2c157a2fb06_0_82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8" name="Google Shape;438;g2c157a2fb06_0_82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39" name="Google Shape;439;g2c157a2fb06_0_82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 Hands Up, Pair Up">
  <p:cSld name="Alien Word of the Day_1_1_1_1_1_1_1_1_1_1_1_3">
    <p:spTree>
      <p:nvGrpSpPr>
        <p:cNvPr id="440"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2" name="Google Shape;442;g2c157a2fb06_0_700"/>
          <p:cNvSpPr/>
          <p:nvPr/>
        </p:nvSpPr>
        <p:spPr>
          <a:xfrm flipH="1" rot="-513789">
            <a:off x="3539163" y="1038091"/>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Hands Up, Pair Up</a:t>
            </a:r>
            <a:endParaRPr b="0" i="0" sz="3000" u="none" cap="none" strike="noStrik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446" name="Google Shape;446;g2c157a2fb06_0_700"/>
          <p:cNvSpPr txBox="1"/>
          <p:nvPr>
            <p:ph idx="1" type="subTitle"/>
          </p:nvPr>
        </p:nvSpPr>
        <p:spPr>
          <a:xfrm>
            <a:off x="1179855" y="7263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7" name="Google Shape;447;g2c157a2fb06_0_700"/>
          <p:cNvSpPr txBox="1"/>
          <p:nvPr>
            <p:ph idx="2" type="subTitle"/>
          </p:nvPr>
        </p:nvSpPr>
        <p:spPr>
          <a:xfrm>
            <a:off x="3645035" y="10395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8" name="Google Shape;448;g2c157a2fb06_0_700"/>
          <p:cNvSpPr txBox="1"/>
          <p:nvPr>
            <p:ph idx="3" type="subTitle"/>
          </p:nvPr>
        </p:nvSpPr>
        <p:spPr>
          <a:xfrm>
            <a:off x="6263616" y="5902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49" name="Google Shape;449;g2c157a2fb06_0_700"/>
          <p:cNvSpPr/>
          <p:nvPr/>
        </p:nvSpPr>
        <p:spPr>
          <a:xfrm rot="-10251123">
            <a:off x="5784914" y="2390259"/>
            <a:ext cx="2012801" cy="1269934"/>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0" name="Google Shape;450;g2c157a2fb06_0_700"/>
          <p:cNvSpPr txBox="1"/>
          <p:nvPr>
            <p:ph idx="4" type="subTitle"/>
          </p:nvPr>
        </p:nvSpPr>
        <p:spPr>
          <a:xfrm>
            <a:off x="5856255" y="239168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1" name="Google Shape;451;g2c157a2fb06_0_700"/>
          <p:cNvSpPr/>
          <p:nvPr/>
        </p:nvSpPr>
        <p:spPr>
          <a:xfrm>
            <a:off x="1984645" y="2367646"/>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2" name="Google Shape;452;g2c157a2fb06_0_700"/>
          <p:cNvSpPr txBox="1"/>
          <p:nvPr>
            <p:ph idx="5" type="subTitle"/>
          </p:nvPr>
        </p:nvSpPr>
        <p:spPr>
          <a:xfrm>
            <a:off x="2125066" y="2369136"/>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3" name="Google Shape;453;g2c157a2fb06_0_700"/>
          <p:cNvSpPr/>
          <p:nvPr/>
        </p:nvSpPr>
        <p:spPr>
          <a:xfrm>
            <a:off x="3755185" y="38741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4" name="Google Shape;454;g2c157a2fb06_0_700"/>
          <p:cNvSpPr txBox="1"/>
          <p:nvPr>
            <p:ph idx="6" type="subTitle"/>
          </p:nvPr>
        </p:nvSpPr>
        <p:spPr>
          <a:xfrm>
            <a:off x="3826530" y="38756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5" name="Google Shape;455;g2c157a2fb06_0_700"/>
          <p:cNvSpPr/>
          <p:nvPr/>
        </p:nvSpPr>
        <p:spPr>
          <a:xfrm>
            <a:off x="855895" y="4008958"/>
            <a:ext cx="2012796" cy="1269972"/>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6" name="Google Shape;456;g2c157a2fb06_0_700"/>
          <p:cNvSpPr txBox="1"/>
          <p:nvPr>
            <p:ph idx="7" type="subTitle"/>
          </p:nvPr>
        </p:nvSpPr>
        <p:spPr>
          <a:xfrm>
            <a:off x="996316" y="4010449"/>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7" name="Google Shape;457;g2c157a2fb06_0_700"/>
          <p:cNvSpPr/>
          <p:nvPr/>
        </p:nvSpPr>
        <p:spPr>
          <a:xfrm flipH="1" rot="-513789">
            <a:off x="6058038" y="4333066"/>
            <a:ext cx="2012770" cy="1269967"/>
          </a:xfrm>
          <a:prstGeom prst="cloud">
            <a:avLst/>
          </a:prstGeom>
          <a:solidFill>
            <a:srgbClr val="F3F7FD"/>
          </a:solidFill>
          <a:ln cap="flat" cmpd="sng" w="38100">
            <a:solidFill>
              <a:srgbClr val="E6E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58" name="Google Shape;458;g2c157a2fb06_0_700"/>
          <p:cNvSpPr txBox="1"/>
          <p:nvPr>
            <p:ph idx="8" type="subTitle"/>
          </p:nvPr>
        </p:nvSpPr>
        <p:spPr>
          <a:xfrm>
            <a:off x="6163910" y="4334511"/>
            <a:ext cx="1870200" cy="12699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p:txBody>
      </p:sp>
      <p:sp>
        <p:nvSpPr>
          <p:cNvPr id="459" name="Google Shape;459;g2c157a2fb06_0_70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66" name="Google Shape;466;g2c157a2fb06_0_70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3" name="Google Shape;473;g2c157a2fb06_0_70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4" name="Google Shape;474;g2c157a2fb06_0_70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7" name="Google Shape;477;g2c157a2fb06_0_70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478" name="Google Shape;478;g2c157a2fb06_0_70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 Bingo">
  <p:cSld name="Alien Word of the Day_1_1_1_1_1_1_1_1_1_1_1_3_1">
    <p:spTree>
      <p:nvGrpSpPr>
        <p:cNvPr id="479"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Bingo</a:t>
            </a:r>
            <a:endParaRPr b="0" i="0" sz="3000" u="none" cap="none" strike="noStrik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2" name="Google Shape;482;g2c157a2fb06_0_932"/>
          <p:cNvCxnSpPr/>
          <p:nvPr/>
        </p:nvCxnSpPr>
        <p:spPr>
          <a:xfrm>
            <a:off x="1181100" y="3853333"/>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3" name="Google Shape;483;g2c157a2fb06_0_932"/>
          <p:cNvCxnSpPr/>
          <p:nvPr/>
        </p:nvCxnSpPr>
        <p:spPr>
          <a:xfrm>
            <a:off x="1181100" y="5399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4" name="Google Shape;484;g2c157a2fb06_0_932"/>
          <p:cNvCxnSpPr/>
          <p:nvPr/>
        </p:nvCxnSpPr>
        <p:spPr>
          <a:xfrm>
            <a:off x="1181100" y="762000"/>
            <a:ext cx="6781800" cy="0"/>
          </a:xfrm>
          <a:prstGeom prst="straightConnector1">
            <a:avLst/>
          </a:prstGeom>
          <a:noFill/>
          <a:ln cap="flat" cmpd="sng" w="28575">
            <a:solidFill>
              <a:srgbClr val="CFD9EF"/>
            </a:solidFill>
            <a:prstDash val="lgDash"/>
            <a:miter lim="800000"/>
            <a:headEnd len="sm" w="sm" type="none"/>
            <a:tailEnd len="sm" w="sm" type="none"/>
          </a:ln>
        </p:spPr>
      </p:cxnSp>
      <p:cxnSp>
        <p:nvCxnSpPr>
          <p:cNvPr id="485" name="Google Shape;485;g2c157a2fb06_0_932"/>
          <p:cNvCxnSpPr/>
          <p:nvPr/>
        </p:nvCxnSpPr>
        <p:spPr>
          <a:xfrm>
            <a:off x="1181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6" name="Google Shape;486;g2c157a2fb06_0_932"/>
          <p:cNvCxnSpPr/>
          <p:nvPr/>
        </p:nvCxnSpPr>
        <p:spPr>
          <a:xfrm>
            <a:off x="7994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7" name="Google Shape;487;g2c157a2fb06_0_932"/>
          <p:cNvCxnSpPr/>
          <p:nvPr/>
        </p:nvCxnSpPr>
        <p:spPr>
          <a:xfrm>
            <a:off x="3452100" y="795350"/>
            <a:ext cx="0" cy="4562100"/>
          </a:xfrm>
          <a:prstGeom prst="straightConnector1">
            <a:avLst/>
          </a:prstGeom>
          <a:noFill/>
          <a:ln cap="flat" cmpd="sng" w="28575">
            <a:solidFill>
              <a:srgbClr val="CFD9EF"/>
            </a:solidFill>
            <a:prstDash val="lgDash"/>
            <a:miter lim="800000"/>
            <a:headEnd len="sm" w="sm" type="none"/>
            <a:tailEnd len="sm" w="sm" type="none"/>
          </a:ln>
        </p:spPr>
      </p:cxnSp>
      <p:cxnSp>
        <p:nvCxnSpPr>
          <p:cNvPr id="488" name="Google Shape;488;g2c157a2fb06_0_932"/>
          <p:cNvCxnSpPr/>
          <p:nvPr/>
        </p:nvCxnSpPr>
        <p:spPr>
          <a:xfrm>
            <a:off x="5723100" y="795350"/>
            <a:ext cx="0" cy="4562100"/>
          </a:xfrm>
          <a:prstGeom prst="straightConnector1">
            <a:avLst/>
          </a:prstGeom>
          <a:noFill/>
          <a:ln cap="flat" cmpd="sng" w="28575">
            <a:solidFill>
              <a:srgbClr val="CFD9EF"/>
            </a:solidFill>
            <a:prstDash val="lgDash"/>
            <a:miter lim="800000"/>
            <a:headEnd len="sm" w="sm" type="none"/>
            <a:tailEnd len="sm" w="sm" type="none"/>
          </a:ln>
        </p:spPr>
      </p:cxnSp>
      <p:sp>
        <p:nvSpPr>
          <p:cNvPr id="489" name="Google Shape;489;g2c157a2fb06_0_932"/>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sp>
        <p:nvSpPr>
          <p:cNvPr id="491" name="Google Shape;491;g2c157a2fb06_0_932"/>
          <p:cNvSpPr txBox="1"/>
          <p:nvPr>
            <p:ph idx="1" type="subTitle"/>
          </p:nvPr>
        </p:nvSpPr>
        <p:spPr>
          <a:xfrm>
            <a:off x="124950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2" name="Google Shape;492;g2c157a2fb06_0_932"/>
          <p:cNvSpPr txBox="1"/>
          <p:nvPr>
            <p:ph idx="2" type="subTitle"/>
          </p:nvPr>
        </p:nvSpPr>
        <p:spPr>
          <a:xfrm>
            <a:off x="3524925"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3" name="Google Shape;493;g2c157a2fb06_0_932"/>
          <p:cNvSpPr txBox="1"/>
          <p:nvPr>
            <p:ph idx="3" type="subTitle"/>
          </p:nvPr>
        </p:nvSpPr>
        <p:spPr>
          <a:xfrm>
            <a:off x="5800350" y="7953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4" name="Google Shape;494;g2c157a2fb06_0_932"/>
          <p:cNvSpPr txBox="1"/>
          <p:nvPr>
            <p:ph idx="4" type="subTitle"/>
          </p:nvPr>
        </p:nvSpPr>
        <p:spPr>
          <a:xfrm>
            <a:off x="124950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5" name="Google Shape;495;g2c157a2fb06_0_932"/>
          <p:cNvSpPr txBox="1"/>
          <p:nvPr>
            <p:ph idx="5" type="subTitle"/>
          </p:nvPr>
        </p:nvSpPr>
        <p:spPr>
          <a:xfrm>
            <a:off x="3524925"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6" name="Google Shape;496;g2c157a2fb06_0_932"/>
          <p:cNvSpPr txBox="1"/>
          <p:nvPr>
            <p:ph idx="6" type="subTitle"/>
          </p:nvPr>
        </p:nvSpPr>
        <p:spPr>
          <a:xfrm>
            <a:off x="5800350" y="2361850"/>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7" name="Google Shape;497;g2c157a2fb06_0_932"/>
          <p:cNvSpPr txBox="1"/>
          <p:nvPr>
            <p:ph idx="7" type="subTitle"/>
          </p:nvPr>
        </p:nvSpPr>
        <p:spPr>
          <a:xfrm>
            <a:off x="124950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8" name="Google Shape;498;g2c157a2fb06_0_932"/>
          <p:cNvSpPr txBox="1"/>
          <p:nvPr>
            <p:ph idx="8" type="subTitle"/>
          </p:nvPr>
        </p:nvSpPr>
        <p:spPr>
          <a:xfrm>
            <a:off x="3524925"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499" name="Google Shape;499;g2c157a2fb06_0_932"/>
          <p:cNvSpPr txBox="1"/>
          <p:nvPr>
            <p:ph idx="9" type="subTitle"/>
          </p:nvPr>
        </p:nvSpPr>
        <p:spPr>
          <a:xfrm>
            <a:off x="5800350" y="3907513"/>
            <a:ext cx="2116500" cy="14373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p:txBody>
      </p:sp>
      <p:sp>
        <p:nvSpPr>
          <p:cNvPr id="500" name="Google Shape;500;g2c157a2fb06_0_932"/>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05" name="Google Shape;505;g2c157a2fb06_0_932"/>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2" name="Google Shape;512;g2c157a2fb06_0_932">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3" name="Google Shape;513;g2c157a2fb06_0_932">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6" name="Google Shape;516;g2c157a2fb06_0_932">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17" name="Google Shape;517;g2c157a2fb06_0_932">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 Lucky Dip">
  <p:cSld name="Alien Word of the Day_1_1_1_1_1_1_1_1_1_1_2">
    <p:spTree>
      <p:nvGrpSpPr>
        <p:cNvPr id="518"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cap="flat" cmpd="sng" w="28575">
            <a:solidFill>
              <a:srgbClr val="CFD9EF"/>
            </a:solidFill>
            <a:prstDash val="lgDash"/>
            <a:miter lim="800000"/>
            <a:headEnd len="sm" w="sm" type="none"/>
            <a:tailEnd len="sm" w="sm" type="none"/>
          </a:ln>
        </p:spPr>
      </p:cxnSp>
      <p:pic>
        <p:nvPicPr>
          <p:cNvPr id="520" name="Google Shape;520;g2c157a2fb06_0_1045"/>
          <p:cNvPicPr preferRelativeResize="0"/>
          <p:nvPr/>
        </p:nvPicPr>
        <p:blipFill rotWithShape="1">
          <a:blip r:embed="rId2">
            <a:alphaModFix amt="70000"/>
          </a:blip>
          <a:srcRect b="0" l="0" r="0" t="0"/>
          <a:stretch/>
        </p:blipFill>
        <p:spPr>
          <a:xfrm>
            <a:off x="3031650" y="3179019"/>
            <a:ext cx="3080700" cy="3080685"/>
          </a:xfrm>
          <a:prstGeom prst="rect">
            <a:avLst/>
          </a:prstGeom>
          <a:noFill/>
          <a:ln>
            <a:noFill/>
          </a:ln>
        </p:spPr>
      </p:pic>
      <p:sp>
        <p:nvSpPr>
          <p:cNvPr id="521" name="Google Shape;521;g2c157a2fb06_0_1045"/>
          <p:cNvSpPr txBox="1"/>
          <p:nvPr>
            <p:ph idx="1" type="subTitle"/>
          </p:nvPr>
        </p:nvSpPr>
        <p:spPr>
          <a:xfrm>
            <a:off x="12573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2" name="Google Shape;522;g2c157a2fb06_0_1045"/>
          <p:cNvSpPr txBox="1"/>
          <p:nvPr>
            <p:ph idx="2" type="subTitle"/>
          </p:nvPr>
        </p:nvSpPr>
        <p:spPr>
          <a:xfrm>
            <a:off x="34956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3" name="Google Shape;523;g2c157a2fb06_0_1045"/>
          <p:cNvSpPr txBox="1"/>
          <p:nvPr>
            <p:ph idx="3" type="subTitle"/>
          </p:nvPr>
        </p:nvSpPr>
        <p:spPr>
          <a:xfrm>
            <a:off x="5733900" y="1219200"/>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4" name="Google Shape;524;g2c157a2fb06_0_1045"/>
          <p:cNvSpPr txBox="1"/>
          <p:nvPr>
            <p:ph idx="4" type="subTitle"/>
          </p:nvPr>
        </p:nvSpPr>
        <p:spPr>
          <a:xfrm>
            <a:off x="12573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5" name="Google Shape;525;g2c157a2fb06_0_1045"/>
          <p:cNvSpPr txBox="1"/>
          <p:nvPr>
            <p:ph idx="5" type="subTitle"/>
          </p:nvPr>
        </p:nvSpPr>
        <p:spPr>
          <a:xfrm>
            <a:off x="34956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6" name="Google Shape;526;g2c157a2fb06_0_1045"/>
          <p:cNvSpPr txBox="1"/>
          <p:nvPr>
            <p:ph idx="6" type="subTitle"/>
          </p:nvPr>
        </p:nvSpPr>
        <p:spPr>
          <a:xfrm>
            <a:off x="5733900" y="1854025"/>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7" name="Google Shape;527;g2c157a2fb06_0_1045"/>
          <p:cNvSpPr txBox="1"/>
          <p:nvPr>
            <p:ph idx="7" type="subTitle"/>
          </p:nvPr>
        </p:nvSpPr>
        <p:spPr>
          <a:xfrm>
            <a:off x="12573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8" name="Google Shape;528;g2c157a2fb06_0_1045"/>
          <p:cNvSpPr txBox="1"/>
          <p:nvPr>
            <p:ph idx="8" type="subTitle"/>
          </p:nvPr>
        </p:nvSpPr>
        <p:spPr>
          <a:xfrm>
            <a:off x="34956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29" name="Google Shape;529;g2c157a2fb06_0_1045"/>
          <p:cNvSpPr txBox="1"/>
          <p:nvPr>
            <p:ph idx="9" type="subTitle"/>
          </p:nvPr>
        </p:nvSpPr>
        <p:spPr>
          <a:xfrm>
            <a:off x="5733900" y="2492063"/>
            <a:ext cx="2229000" cy="3693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0" name="Google Shape;530;g2c157a2fb06_0_1045"/>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800" u="none" cap="none" strike="noStrik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Lucky Dip</a:t>
            </a:r>
            <a:endParaRPr b="0" i="0" sz="3000" u="none" cap="none" strike="noStrike">
              <a:solidFill>
                <a:srgbClr val="CB3D85"/>
              </a:solidFill>
              <a:latin typeface="Poppins Medium"/>
              <a:ea typeface="Poppins Medium"/>
              <a:cs typeface="Poppins Medium"/>
              <a:sym typeface="Poppins Medium"/>
            </a:endParaRPr>
          </a:p>
        </p:txBody>
      </p:sp>
      <p:sp>
        <p:nvSpPr>
          <p:cNvPr id="532" name="Google Shape;532;g2c157a2fb06_0_1045"/>
          <p:cNvSpPr txBox="1"/>
          <p:nvPr>
            <p:ph idx="13" type="subTitle"/>
          </p:nvPr>
        </p:nvSpPr>
        <p:spPr>
          <a:xfrm>
            <a:off x="1249500" y="3669588"/>
            <a:ext cx="6645000" cy="17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p:txBody>
      </p:sp>
      <p:sp>
        <p:nvSpPr>
          <p:cNvPr id="533" name="Google Shape;533;g2c157a2fb06_0_1045"/>
          <p:cNvSpPr txBox="1"/>
          <p:nvPr/>
        </p:nvSpPr>
        <p:spPr>
          <a:xfrm rot="847135">
            <a:off x="3980478" y="3929718"/>
            <a:ext cx="1109311" cy="1493270"/>
          </a:xfrm>
          <a:prstGeom prst="rect">
            <a:avLst/>
          </a:prstGeom>
          <a:noFill/>
          <a:ln>
            <a:noFill/>
          </a:ln>
        </p:spPr>
        <p:txBody>
          <a:bodyPr anchorCtr="0" anchor="ctr" bIns="0" lIns="91425" spcFirstLastPara="1" rIns="91425" wrap="square" tIns="0">
            <a:noAutofit/>
          </a:bodyPr>
          <a:lstStyle/>
          <a:p>
            <a:pPr indent="0" lvl="0" marL="0" marR="0" rtl="0" algn="l">
              <a:lnSpc>
                <a:spcPct val="90000"/>
              </a:lnSpc>
              <a:spcBef>
                <a:spcPts val="0"/>
              </a:spcBef>
              <a:spcAft>
                <a:spcPts val="0"/>
              </a:spcAft>
              <a:buClr>
                <a:srgbClr val="F7941D"/>
              </a:buClr>
              <a:buSzPts val="3200"/>
              <a:buFont typeface="Poppins Medium"/>
              <a:buNone/>
            </a:pPr>
            <a:r>
              <a:rPr b="0" i="0" lang="en-US" sz="15000" u="none" cap="none" strike="noStrike">
                <a:solidFill>
                  <a:srgbClr val="F1C232"/>
                </a:solidFill>
                <a:latin typeface="Nunito Black"/>
                <a:ea typeface="Nunito Black"/>
                <a:cs typeface="Nunito Black"/>
                <a:sym typeface="Nunito Black"/>
              </a:rPr>
              <a:t>?</a:t>
            </a:r>
            <a:endParaRPr b="0" i="0" sz="15000" u="none" cap="none" strike="noStrik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b="0" l="0" r="0" t="0"/>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1" name="Google Shape;541;g2c157a2fb06_0_1045"/>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8" name="Google Shape;548;g2c157a2fb06_0_1045">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49" name="Google Shape;549;g2c157a2fb06_0_1045">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2" name="Google Shape;552;g2c157a2fb06_0_1045">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53" name="Google Shape;553;g2c157a2fb06_0_1045">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 Countdown">
  <p:cSld name="Alien Word of the Day_1_1_1_1_1_1_1_1_1_1_1_1_2">
    <p:spTree>
      <p:nvGrpSpPr>
        <p:cNvPr id="554"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AEABAB"/>
                </a:solidFill>
                <a:latin typeface="Poppins Medium"/>
                <a:ea typeface="Poppins Medium"/>
                <a:cs typeface="Poppins Medium"/>
                <a:sym typeface="Poppins Medium"/>
              </a:rPr>
              <a:t>BLENDING FOR READING</a:t>
            </a:r>
            <a:endParaRPr b="0" i="0" sz="1400" u="none" cap="none" strike="noStrik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F7941D"/>
              </a:buClr>
              <a:buSzPts val="3600"/>
              <a:buFont typeface="Poppins Medium"/>
              <a:buNone/>
            </a:pPr>
            <a:r>
              <a:rPr b="0" i="0" lang="en-US" sz="3000" u="none" cap="none" strike="noStrike">
                <a:solidFill>
                  <a:srgbClr val="CB3D85"/>
                </a:solidFill>
                <a:latin typeface="Poppins Medium"/>
                <a:ea typeface="Poppins Medium"/>
                <a:cs typeface="Poppins Medium"/>
                <a:sym typeface="Poppins Medium"/>
              </a:rPr>
              <a:t>Countdown</a:t>
            </a:r>
            <a:endParaRPr b="0" i="0" sz="3000" u="none" cap="none" strike="noStrike">
              <a:solidFill>
                <a:srgbClr val="CB3D85"/>
              </a:solidFill>
              <a:latin typeface="Poppins Medium"/>
              <a:ea typeface="Poppins Medium"/>
              <a:cs typeface="Poppins Medium"/>
              <a:sym typeface="Poppins Medium"/>
            </a:endParaRPr>
          </a:p>
        </p:txBody>
      </p:sp>
      <p:sp>
        <p:nvSpPr>
          <p:cNvPr id="557" name="Google Shape;557;g2c157a2fb06_0_1110"/>
          <p:cNvSpPr txBox="1"/>
          <p:nvPr>
            <p:ph idx="1" type="subTitle"/>
          </p:nvPr>
        </p:nvSpPr>
        <p:spPr>
          <a:xfrm>
            <a:off x="2638800" y="46354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8" name="Google Shape;558;g2c157a2fb06_0_1110"/>
          <p:cNvSpPr txBox="1"/>
          <p:nvPr>
            <p:ph idx="2" type="subTitle"/>
          </p:nvPr>
        </p:nvSpPr>
        <p:spPr>
          <a:xfrm>
            <a:off x="2638800" y="1505050"/>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59" name="Google Shape;559;g2c157a2fb06_0_1110"/>
          <p:cNvSpPr txBox="1"/>
          <p:nvPr>
            <p:ph idx="3" type="subTitle"/>
          </p:nvPr>
        </p:nvSpPr>
        <p:spPr>
          <a:xfrm>
            <a:off x="2638800" y="2548517"/>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sp>
        <p:nvSpPr>
          <p:cNvPr id="560" name="Google Shape;560;g2c157a2fb06_0_1110"/>
          <p:cNvSpPr txBox="1"/>
          <p:nvPr>
            <p:ph idx="4" type="subTitle"/>
          </p:nvPr>
        </p:nvSpPr>
        <p:spPr>
          <a:xfrm>
            <a:off x="2638800" y="3591983"/>
            <a:ext cx="3866400" cy="571500"/>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D8D8D8"/>
                </a:solidFill>
                <a:latin typeface="Poppins Medium"/>
                <a:ea typeface="Poppins Medium"/>
                <a:cs typeface="Poppins Medium"/>
                <a:sym typeface="Poppins Medium"/>
              </a:rPr>
              <a:t>TEACH – 10MINS</a:t>
            </a:r>
            <a:endParaRPr b="0" i="0" sz="1400" u="none" cap="none" strike="noStrik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b="0" l="0" r="0" t="0"/>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0" name="Google Shape;580;g2c157a2fb06_0_1110"/>
          <p:cNvSpPr/>
          <p:nvPr/>
        </p:nvSpPr>
        <p:spPr>
          <a:xfrm flipH="1" rot="-5400000">
            <a:off x="-938345" y="1938674"/>
            <a:ext cx="2453260" cy="586655"/>
          </a:xfrm>
          <a:custGeom>
            <a:rect b="b" l="l" r="r" t="t"/>
            <a:pathLst>
              <a:path extrusionOk="0" h="856430" w="3581401">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Insert Lesson Topic Here</a:t>
            </a:r>
            <a:endParaRPr b="0" i="0" sz="1800" u="none" cap="none" strike="noStrik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Week - Day Here</a:t>
            </a:r>
            <a:endParaRPr b="0" i="0" sz="1800" u="none" cap="none" strike="noStrik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CB3D85"/>
                </a:solidFill>
                <a:latin typeface="Poppins Medium"/>
                <a:ea typeface="Poppins Medium"/>
                <a:cs typeface="Poppins Medium"/>
                <a:sym typeface="Poppins Medium"/>
              </a:rPr>
              <a:t>Insert Lesson Number</a:t>
            </a:r>
            <a:endParaRPr b="0" i="0" sz="1800" u="none" cap="none" strike="noStrik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Poppins SemiBold"/>
                <a:ea typeface="Poppins SemiBold"/>
                <a:cs typeface="Poppins SemiBold"/>
                <a:sym typeface="Poppins SemiBold"/>
              </a:rPr>
              <a:t xml:space="preserve">Phase 5.5 - Sound Families </a:t>
            </a:r>
            <a:endParaRPr b="0" i="0" sz="1800" u="none" cap="none" strike="noStrik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action="ppaction://hlinkshowjump?jump=previousslide"/>
            </p:cNvPr>
            <p:cNvSpPr/>
            <p:nvPr/>
          </p:nvSpPr>
          <p:spPr>
            <a:xfrm>
              <a:off x="662575"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7" name="Google Shape;587;g2c157a2fb06_0_1110">
              <a:hlinkClick action="ppaction://hlinkshowjump?jump=previousslide"/>
            </p:cNvPr>
            <p:cNvSpPr/>
            <p:nvPr/>
          </p:nvSpPr>
          <p:spPr>
            <a:xfrm>
              <a:off x="767700"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88" name="Google Shape;588;g2c157a2fb06_0_1110">
              <a:hlinkClick action="ppaction://hlinkshowjump?jump=previousslide"/>
            </p:cNvPr>
            <p:cNvSpPr/>
            <p:nvPr/>
          </p:nvSpPr>
          <p:spPr>
            <a:xfrm flipH="1">
              <a:off x="869175"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action="ppaction://hlinkshowjump?jump=nextslide"/>
            </p:cNvPr>
            <p:cNvSpPr/>
            <p:nvPr/>
          </p:nvSpPr>
          <p:spPr>
            <a:xfrm flipH="1">
              <a:off x="7894350" y="6212475"/>
              <a:ext cx="586800" cy="5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1" name="Google Shape;591;g2c157a2fb06_0_1110">
              <a:hlinkClick action="ppaction://hlinkshowjump?jump=nextslide"/>
            </p:cNvPr>
            <p:cNvSpPr/>
            <p:nvPr/>
          </p:nvSpPr>
          <p:spPr>
            <a:xfrm flipH="1">
              <a:off x="8000425" y="6313675"/>
              <a:ext cx="375600" cy="375600"/>
            </a:xfrm>
            <a:prstGeom prst="ellipse">
              <a:avLst/>
            </a:prstGeom>
            <a:solidFill>
              <a:srgbClr val="F1DBD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592" name="Google Shape;592;g2c157a2fb06_0_1110">
              <a:hlinkClick action="ppaction://hlinkshowjump?jump=nextslide"/>
            </p:cNvPr>
            <p:cNvSpPr/>
            <p:nvPr/>
          </p:nvSpPr>
          <p:spPr>
            <a:xfrm>
              <a:off x="8120950" y="6409225"/>
              <a:ext cx="153600" cy="184500"/>
            </a:xfrm>
            <a:prstGeom prst="chevron">
              <a:avLst>
                <a:gd fmla="val 50000" name="adj"/>
              </a:avLst>
            </a:prstGeom>
            <a:solidFill>
              <a:srgbClr val="CB3D8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p:cSld name="Reusable Assets">
    <p:spTree>
      <p:nvGrpSpPr>
        <p:cNvPr id="593"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2000" u="none" cap="none" strike="noStrike">
                <a:solidFill>
                  <a:srgbClr val="7F7F7F"/>
                </a:solidFill>
                <a:latin typeface="Poppins"/>
                <a:ea typeface="Poppins"/>
                <a:cs typeface="Poppins"/>
                <a:sym typeface="Poppins"/>
              </a:rPr>
              <a:t>Sound Buttons</a:t>
            </a:r>
            <a:endParaRPr b="0" i="0" sz="2000" u="none" cap="none" strike="noStrik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Vowel</a:t>
            </a:r>
            <a:endParaRPr b="0" i="0" sz="950" u="none" cap="none" strike="noStrik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a:t>
            </a:r>
            <a:endParaRPr b="0" i="0" sz="950" u="none" cap="none" strike="noStrik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Consonant Digraph</a:t>
            </a:r>
            <a:endParaRPr b="0" i="0" sz="950" u="none" cap="none" strike="noStrik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Long Vowel Sound</a:t>
            </a:r>
            <a:endParaRPr b="0" i="0" sz="950" u="none" cap="none" strike="noStrik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R-controlled Digraph</a:t>
            </a:r>
            <a:endParaRPr b="0" i="0" sz="950" u="none" cap="none" strike="noStrik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Split Digraph</a:t>
            </a:r>
            <a:endParaRPr b="0" i="0" sz="950" u="none" cap="none" strike="noStrik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7F7F7F"/>
                </a:solidFill>
                <a:latin typeface="Poppins"/>
                <a:ea typeface="Poppins"/>
                <a:cs typeface="Poppins"/>
                <a:sym typeface="Poppins"/>
              </a:rPr>
              <a:t>Syllable / Silent Letter</a:t>
            </a:r>
            <a:endParaRPr b="0" i="0" sz="950" u="none" cap="none" strike="noStrik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fmla="val 28571" name="adj"/>
              </a:avLst>
            </a:pr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rect b="b" l="l" r="r" t="t"/>
              <a:pathLst>
                <a:path extrusionOk="0" h="404888" w="323995">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1050" u="none" cap="none" strike="noStrike">
                <a:solidFill>
                  <a:srgbClr val="7F7F7F"/>
                </a:solidFill>
                <a:latin typeface="Poppins"/>
                <a:ea typeface="Poppins"/>
                <a:cs typeface="Poppins"/>
                <a:sym typeface="Poppins"/>
              </a:rPr>
              <a:t>Pronunciation Bubble</a:t>
            </a:r>
            <a:endParaRPr b="0" i="0" sz="1050" u="none" cap="none" strike="noStrik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Poppins"/>
                <a:ea typeface="Poppins"/>
                <a:cs typeface="Poppins"/>
                <a:sym typeface="Poppins"/>
              </a:rPr>
              <a:t>Swatches</a:t>
            </a:r>
            <a:endParaRPr b="0" i="0" sz="1400" u="none" cap="none" strike="noStrik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Poppins"/>
                <a:ea typeface="Poppins"/>
                <a:cs typeface="Poppins"/>
                <a:sym typeface="Poppins"/>
              </a:rPr>
              <a:t>Phase colours</a:t>
            </a:r>
            <a:endParaRPr b="0" i="0" sz="1200" u="none" cap="none" strike="noStrik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1</a:t>
            </a:r>
            <a:endParaRPr b="0" i="0" sz="1400" u="none" cap="none" strike="noStrik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2</a:t>
            </a:r>
            <a:endParaRPr b="0" i="0" sz="1400" u="none" cap="none" strike="noStrik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3</a:t>
            </a:r>
            <a:endParaRPr b="0" i="0" sz="1400" u="none" cap="none" strike="noStrik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4</a:t>
            </a:r>
            <a:endParaRPr b="0" i="0" sz="1400" u="none" cap="none" strike="noStrik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a:t>
            </a:r>
            <a:endParaRPr b="0" i="0" sz="1400" u="none" cap="none" strike="noStrik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5.5</a:t>
            </a:r>
            <a:endParaRPr b="0" i="0" sz="1400" u="none" cap="none" strike="noStrik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Poppins"/>
                <a:ea typeface="Poppins"/>
                <a:cs typeface="Poppins"/>
                <a:sym typeface="Poppins"/>
              </a:rPr>
              <a:t>6</a:t>
            </a:r>
            <a:endParaRPr b="0" i="0" sz="1400" u="none" cap="none" strike="noStrik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Reusable Assets</a:t>
            </a:r>
            <a:endParaRPr b="0" i="0" sz="3200" u="none" cap="none" strike="noStrik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b="0" l="0" r="0" t="0"/>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b="0" l="0" r="0" t="0"/>
          <a:stretch/>
        </p:blipFill>
        <p:spPr>
          <a:xfrm>
            <a:off x="7275738" y="500125"/>
            <a:ext cx="463200" cy="532334"/>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p:cSld name="Reusable Assets_1">
    <p:spTree>
      <p:nvGrpSpPr>
        <p:cNvPr id="639"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b="0" i="0" sz="1100" u="none" cap="none" strike="noStrike">
              <a:solidFill>
                <a:schemeClr val="dk1"/>
              </a:solidFill>
              <a:latin typeface="Poppins"/>
              <a:ea typeface="Poppins"/>
              <a:cs typeface="Poppins"/>
              <a:sym typeface="Poppins"/>
            </a:endParaRPr>
          </a:p>
          <a:p>
            <a:pPr indent="-298450" lvl="0" marL="457200" marR="0" rtl="0" algn="l">
              <a:lnSpc>
                <a:spcPct val="100000"/>
              </a:lnSpc>
              <a:spcBef>
                <a:spcPts val="0"/>
              </a:spcBef>
              <a:spcAft>
                <a:spcPts val="0"/>
              </a:spcAft>
              <a:buClr>
                <a:srgbClr val="AEABAB"/>
              </a:buClr>
              <a:buSzPts val="1100"/>
              <a:buFont typeface="Poppins"/>
              <a:buChar char="●"/>
            </a:pPr>
            <a:r>
              <a:rPr b="0" i="0" lang="en-US" sz="1100" u="none" cap="none" strike="noStrik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Phonemes - A phoneme is the smallest unit of sound in a word that can change it's meaning (e.g in </a:t>
            </a:r>
            <a:r>
              <a:rPr b="0" i="0" lang="en-US" sz="1100" u="none" cap="none" strike="noStrike">
                <a:solidFill>
                  <a:srgbClr val="1A30E8"/>
                </a:solidFill>
                <a:latin typeface="Poppins"/>
                <a:ea typeface="Poppins"/>
                <a:cs typeface="Poppins"/>
                <a:sym typeface="Poppins"/>
              </a:rPr>
              <a:t xml:space="preserve">bed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 xml:space="preserve">led </a:t>
            </a:r>
            <a:r>
              <a:rPr b="0" i="0" lang="en-US" sz="1100" u="none" cap="none" strike="noStrike">
                <a:solidFill>
                  <a:srgbClr val="1A1A1A"/>
                </a:solidFill>
                <a:latin typeface="Poppins"/>
                <a:ea typeface="Poppins"/>
                <a:cs typeface="Poppins"/>
                <a:sym typeface="Poppins"/>
              </a:rPr>
              <a:t xml:space="preserve">the difference is the phonemes </a:t>
            </a:r>
            <a:r>
              <a:rPr b="0" i="0" lang="en-US" sz="1100" u="none" cap="none" strike="noStrike">
                <a:solidFill>
                  <a:srgbClr val="53F41A"/>
                </a:solidFill>
                <a:latin typeface="Poppins"/>
                <a:ea typeface="Poppins"/>
                <a:cs typeface="Poppins"/>
                <a:sym typeface="Poppins"/>
              </a:rPr>
              <a:t xml:space="preserve">/b/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53F41A"/>
                </a:solidFill>
                <a:latin typeface="Poppins"/>
                <a:ea typeface="Poppins"/>
                <a:cs typeface="Poppins"/>
                <a:sym typeface="Poppins"/>
              </a:rPr>
              <a:t>/l/</a:t>
            </a:r>
            <a:r>
              <a:rPr b="0" i="0" lang="en-US" sz="1100" u="none" cap="none" strike="noStrik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b="0" i="0" sz="1100" u="none" cap="none" strike="noStrike">
              <a:solidFill>
                <a:srgbClr val="1A1A1A"/>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b="0" i="0" sz="1100" u="none" cap="none" strike="noStrik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000000"/>
              </a:buClr>
              <a:buSzPts val="1100"/>
              <a:buFont typeface="Poppins"/>
              <a:buChar char="●"/>
            </a:pPr>
            <a:r>
              <a:rPr b="0" i="0" lang="en-US" sz="1100" u="none" cap="none" strike="noStrik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To do this, students need to learn which graphemes correspond to which phonemes and vice versa. In order to read an unfamiliar word, a child must recognise ('sound out') each grapheme, not each letter (e.g sounding out the word </a:t>
            </a:r>
            <a:r>
              <a:rPr b="0" i="0" lang="en-US" sz="1100" u="none" cap="none" strike="noStrike">
                <a:solidFill>
                  <a:srgbClr val="1A30E8"/>
                </a:solidFill>
                <a:latin typeface="Poppins"/>
                <a:ea typeface="Poppins"/>
                <a:cs typeface="Poppins"/>
                <a:sym typeface="Poppins"/>
              </a:rPr>
              <a:t xml:space="preserve">ship </a:t>
            </a:r>
            <a:r>
              <a:rPr b="0" i="0" lang="en-US" sz="1100" u="none" cap="none" strike="noStrike">
                <a:solidFill>
                  <a:srgbClr val="1A1A1A"/>
                </a:solidFill>
                <a:latin typeface="Poppins"/>
                <a:ea typeface="Poppins"/>
                <a:cs typeface="Poppins"/>
                <a:sym typeface="Poppins"/>
              </a:rPr>
              <a:t xml:space="preserve">as </a:t>
            </a:r>
            <a:r>
              <a:rPr b="0" i="0" lang="en-US" sz="1100" u="none" cap="none" strike="noStrike">
                <a:solidFill>
                  <a:srgbClr val="53F41A"/>
                </a:solidFill>
                <a:latin typeface="Poppins"/>
                <a:ea typeface="Poppins"/>
                <a:cs typeface="Poppins"/>
                <a:sym typeface="Poppins"/>
              </a:rPr>
              <a:t xml:space="preserve">/sh/ /i/ /p/ </a:t>
            </a:r>
            <a:r>
              <a:rPr b="0" i="0" lang="en-US" sz="1100" u="none" cap="none" strike="noStrike">
                <a:solidFill>
                  <a:srgbClr val="1A1A1A"/>
                </a:solidFill>
                <a:latin typeface="Poppins"/>
                <a:ea typeface="Poppins"/>
                <a:cs typeface="Poppins"/>
                <a:sym typeface="Poppins"/>
              </a:rPr>
              <a:t>not /s/ /h/ /i/ /p/), and then merge (blend the phonemes together) to make a word..</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b="0" i="0" sz="1100" u="none" cap="none" strike="noStrike">
              <a:solidFill>
                <a:srgbClr val="AEABAB"/>
              </a:solidFill>
              <a:latin typeface="Poppins"/>
              <a:ea typeface="Poppins"/>
              <a:cs typeface="Poppins"/>
              <a:sym typeface="Poppin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usable Assets 1 1">
  <p:cSld name="Reusable Assets_1_1">
    <p:spTree>
      <p:nvGrpSpPr>
        <p:cNvPr id="643"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3200"/>
              <a:buFont typeface="Calibri"/>
              <a:buNone/>
            </a:pPr>
            <a:r>
              <a:rPr b="0" i="0" lang="en-US" sz="3200" u="none" cap="none" strike="noStrike">
                <a:solidFill>
                  <a:srgbClr val="7F7F7F"/>
                </a:solidFill>
                <a:latin typeface="Poppins Medium"/>
                <a:ea typeface="Poppins Medium"/>
                <a:cs typeface="Poppins Medium"/>
                <a:sym typeface="Poppins Medium"/>
              </a:rPr>
              <a:t>Glossary</a:t>
            </a:r>
            <a:endParaRPr b="0" i="0" sz="3200" u="none" cap="none" strike="noStrik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Digraphs, Trigraphs and Quadgraphs - A digraph is a two-letter grapheme where two letters represent one sound such as '</a:t>
            </a:r>
            <a:r>
              <a:rPr b="0" i="0" lang="en-US" sz="1100" u="none" cap="none" strike="noStrike">
                <a:solidFill>
                  <a:srgbClr val="53F41A"/>
                </a:solidFill>
                <a:latin typeface="Poppins"/>
                <a:ea typeface="Poppins"/>
                <a:cs typeface="Poppins"/>
                <a:sym typeface="Poppins"/>
              </a:rPr>
              <a:t>eɑ</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 xml:space="preserve">seɑt </a:t>
            </a:r>
            <a:r>
              <a:rPr b="0" i="0" lang="en-US" sz="1100" u="none" cap="none" strike="noStrike">
                <a:solidFill>
                  <a:srgbClr val="1A1A1A"/>
                </a:solidFill>
                <a:latin typeface="Poppins"/>
                <a:ea typeface="Poppins"/>
                <a:cs typeface="Poppins"/>
                <a:sym typeface="Poppins"/>
              </a:rPr>
              <a:t>and '</a:t>
            </a:r>
            <a:r>
              <a:rPr b="0" i="0" lang="en-US" sz="1100" u="none" cap="none" strike="noStrike">
                <a:solidFill>
                  <a:srgbClr val="53F41A"/>
                </a:solidFill>
                <a:latin typeface="Poppins"/>
                <a:ea typeface="Poppins"/>
                <a:cs typeface="Poppins"/>
                <a:sym typeface="Poppins"/>
              </a:rPr>
              <a:t>sh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ship</a:t>
            </a:r>
            <a:r>
              <a:rPr b="0" i="0" lang="en-US" sz="1100" u="none" cap="none" strike="noStrike">
                <a:solidFill>
                  <a:srgbClr val="1A1A1A"/>
                </a:solidFill>
                <a:latin typeface="Poppins"/>
                <a:ea typeface="Poppins"/>
                <a:cs typeface="Poppins"/>
                <a:sym typeface="Poppins"/>
              </a:rPr>
              <a:t>. A trigraph is a three-letter grapheme where three letters represent one grapheme (e.g '</a:t>
            </a:r>
            <a:r>
              <a:rPr b="0" i="0" lang="en-US" sz="1100" u="none" cap="none" strike="noStrike">
                <a:solidFill>
                  <a:srgbClr val="53F41A"/>
                </a:solidFill>
                <a:latin typeface="Poppins"/>
                <a:ea typeface="Poppins"/>
                <a:cs typeface="Poppins"/>
                <a:sym typeface="Poppins"/>
              </a:rPr>
              <a:t>eɑu</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bureɑu</a:t>
            </a:r>
            <a:r>
              <a:rPr b="0" i="0" lang="en-US" sz="1100" u="none" cap="none" strike="noStrike">
                <a:solidFill>
                  <a:srgbClr val="1A1A1A"/>
                </a:solidFill>
                <a:latin typeface="Poppins"/>
                <a:ea typeface="Poppins"/>
                <a:cs typeface="Poppins"/>
                <a:sym typeface="Poppins"/>
              </a:rPr>
              <a:t>, and '</a:t>
            </a:r>
            <a:r>
              <a:rPr b="0" i="0" lang="en-US" sz="1100" u="none" cap="none" strike="noStrike">
                <a:solidFill>
                  <a:srgbClr val="53F41A"/>
                </a:solidFill>
                <a:latin typeface="Poppins"/>
                <a:ea typeface="Poppins"/>
                <a:cs typeface="Poppins"/>
                <a:sym typeface="Poppins"/>
              </a:rPr>
              <a:t>igh</a:t>
            </a:r>
            <a:r>
              <a:rPr b="0" i="0" lang="en-US" sz="1100" u="none" cap="none" strike="noStrike">
                <a:solidFill>
                  <a:srgbClr val="1A1A1A"/>
                </a:solidFill>
                <a:latin typeface="Poppins"/>
                <a:ea typeface="Poppins"/>
                <a:cs typeface="Poppins"/>
                <a:sym typeface="Poppins"/>
              </a:rPr>
              <a:t xml:space="preserve">' in </a:t>
            </a:r>
            <a:r>
              <a:rPr b="0" i="0" lang="en-US" sz="1100" u="none" cap="none" strike="noStrike">
                <a:solidFill>
                  <a:srgbClr val="1A30E8"/>
                </a:solidFill>
                <a:latin typeface="Poppins"/>
                <a:ea typeface="Poppins"/>
                <a:cs typeface="Poppins"/>
                <a:sym typeface="Poppins"/>
              </a:rPr>
              <a:t>night</a:t>
            </a:r>
            <a:r>
              <a:rPr b="0" i="0" lang="en-US" sz="1100" u="none" cap="none" strike="noStrike">
                <a:solidFill>
                  <a:srgbClr val="1A1A1A"/>
                </a:solidFill>
                <a:latin typeface="Poppins"/>
                <a:ea typeface="Poppins"/>
                <a:cs typeface="Poppins"/>
                <a:sym typeface="Poppins"/>
              </a:rPr>
              <a:t>). And by definition a quadgraph is a four-letter grapheme using four letters to represent one phoneme (e.g '</a:t>
            </a:r>
            <a:r>
              <a:rPr b="0" i="0" lang="en-US" sz="1100" u="none" cap="none" strike="noStrike">
                <a:solidFill>
                  <a:srgbClr val="53F41A"/>
                </a:solidFill>
                <a:latin typeface="Poppins"/>
                <a:ea typeface="Poppins"/>
                <a:cs typeface="Poppins"/>
                <a:sym typeface="Poppins"/>
              </a:rPr>
              <a:t>eigh</a:t>
            </a:r>
            <a:r>
              <a:rPr b="0" i="0" lang="en-US" sz="1100" u="none" cap="none" strike="noStrike">
                <a:solidFill>
                  <a:srgbClr val="1A1A1A"/>
                </a:solidFill>
                <a:latin typeface="Poppins"/>
                <a:ea typeface="Poppins"/>
                <a:cs typeface="Poppins"/>
                <a:sym typeface="Poppins"/>
              </a:rPr>
              <a:t xml:space="preserve">' representing the </a:t>
            </a:r>
            <a:r>
              <a:rPr b="0" i="0" lang="en-US" sz="1100" u="none" cap="none" strike="noStrike">
                <a:solidFill>
                  <a:srgbClr val="53F41A"/>
                </a:solidFill>
                <a:latin typeface="Poppins"/>
                <a:ea typeface="Poppins"/>
                <a:cs typeface="Poppins"/>
                <a:sym typeface="Poppins"/>
              </a:rPr>
              <a:t xml:space="preserve">/ɑi/ </a:t>
            </a:r>
            <a:r>
              <a:rPr b="0" i="0" lang="en-US" sz="1100" u="none" cap="none" strike="noStrike">
                <a:solidFill>
                  <a:srgbClr val="1A1A1A"/>
                </a:solidFill>
                <a:latin typeface="Poppins"/>
                <a:ea typeface="Poppins"/>
                <a:cs typeface="Poppins"/>
                <a:sym typeface="Poppins"/>
              </a:rPr>
              <a:t xml:space="preserve">phoneme in </a:t>
            </a:r>
            <a:r>
              <a:rPr b="0" i="0" lang="en-US" sz="1100" u="none" cap="none" strike="noStrike">
                <a:solidFill>
                  <a:srgbClr val="1A30E8"/>
                </a:solidFill>
                <a:latin typeface="Poppins"/>
                <a:ea typeface="Poppins"/>
                <a:cs typeface="Poppins"/>
                <a:sym typeface="Poppins"/>
              </a:rPr>
              <a:t xml:space="preserve">eight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weight</a:t>
            </a:r>
            <a:r>
              <a:rPr b="0" i="0" lang="en-US" sz="1100" u="none" cap="none" strike="noStrike">
                <a:solidFill>
                  <a:srgbClr val="1A1A1A"/>
                </a:solidFill>
                <a:latin typeface="Poppins"/>
                <a:ea typeface="Poppins"/>
                <a:cs typeface="Poppins"/>
                <a:sym typeface="Poppins"/>
              </a:rPr>
              <a:t>).</a:t>
            </a:r>
            <a:endParaRPr b="0" i="0" sz="1100" u="none" cap="none" strike="noStrike">
              <a:solidFill>
                <a:schemeClr val="dk1"/>
              </a:solidFill>
              <a:latin typeface="Poppins"/>
              <a:ea typeface="Poppins"/>
              <a:cs typeface="Poppins"/>
              <a:sym typeface="Poppins"/>
            </a:endParaRPr>
          </a:p>
          <a:p>
            <a:pPr indent="-298450" lvl="0" marL="457200" marR="0" rtl="0" algn="l">
              <a:lnSpc>
                <a:spcPct val="115000"/>
              </a:lnSpc>
              <a:spcBef>
                <a:spcPts val="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Split Digraph - A split digraph has a letter that splits, i.e. comes between,</a:t>
            </a:r>
            <a:br>
              <a:rPr b="0" i="0" lang="en-US" sz="1100" u="none" cap="none" strike="noStrike">
                <a:solidFill>
                  <a:srgbClr val="1A1A1A"/>
                </a:solidFill>
                <a:latin typeface="Poppins"/>
                <a:ea typeface="Poppins"/>
                <a:cs typeface="Poppins"/>
                <a:sym typeface="Poppins"/>
              </a:rPr>
            </a:br>
            <a:r>
              <a:rPr b="0" i="0" lang="en-US" sz="1100" u="none" cap="none" strike="noStrike">
                <a:solidFill>
                  <a:srgbClr val="1A1A1A"/>
                </a:solidFill>
                <a:latin typeface="Poppins"/>
                <a:ea typeface="Poppins"/>
                <a:cs typeface="Poppins"/>
                <a:sym typeface="Poppins"/>
              </a:rPr>
              <a:t xml:space="preserve"> the two letters in the digraph, as in the words </a:t>
            </a:r>
            <a:r>
              <a:rPr b="0" i="0" lang="en-US" sz="1100" u="none" cap="none" strike="noStrike">
                <a:solidFill>
                  <a:srgbClr val="1A30E8"/>
                </a:solidFill>
                <a:latin typeface="Poppins"/>
                <a:ea typeface="Poppins"/>
                <a:cs typeface="Poppins"/>
                <a:sym typeface="Poppins"/>
              </a:rPr>
              <a:t xml:space="preserve">mɑke </a:t>
            </a:r>
            <a:r>
              <a:rPr b="0" i="0" lang="en-US" sz="1100" u="none" cap="none" strike="noStrike">
                <a:solidFill>
                  <a:srgbClr val="1A1A1A"/>
                </a:solidFill>
                <a:latin typeface="Poppins"/>
                <a:ea typeface="Poppins"/>
                <a:cs typeface="Poppins"/>
                <a:sym typeface="Poppins"/>
              </a:rPr>
              <a:t xml:space="preserve">and </a:t>
            </a:r>
            <a:r>
              <a:rPr b="0" i="0" lang="en-US" sz="1100" u="none" cap="none" strike="noStrike">
                <a:solidFill>
                  <a:srgbClr val="1A30E8"/>
                </a:solidFill>
                <a:latin typeface="Poppins"/>
                <a:ea typeface="Poppins"/>
                <a:cs typeface="Poppins"/>
                <a:sym typeface="Poppins"/>
              </a:rPr>
              <a:t>tɑke</a:t>
            </a:r>
            <a:r>
              <a:rPr b="0" i="0" lang="en-US" sz="1100" u="none" cap="none" strike="noStrike">
                <a:solidFill>
                  <a:srgbClr val="1A1A1A"/>
                </a:solidFill>
                <a:latin typeface="Poppins"/>
                <a:ea typeface="Poppins"/>
                <a:cs typeface="Poppins"/>
                <a:sym typeface="Poppins"/>
              </a:rPr>
              <a:t>, where the 'k' separates the digraph '</a:t>
            </a:r>
            <a:r>
              <a:rPr b="0" i="0" lang="en-US" sz="1100" u="none" cap="none" strike="noStrike">
                <a:solidFill>
                  <a:srgbClr val="53F41A"/>
                </a:solidFill>
                <a:latin typeface="Poppins"/>
                <a:ea typeface="Poppins"/>
                <a:cs typeface="Poppins"/>
                <a:sym typeface="Poppins"/>
              </a:rPr>
              <a:t>ɑ-e</a:t>
            </a:r>
            <a:r>
              <a:rPr b="0" i="0" lang="en-US" sz="1100" u="none" cap="none" strike="noStrike">
                <a:solidFill>
                  <a:srgbClr val="1A1A1A"/>
                </a:solidFill>
                <a:latin typeface="Poppins"/>
                <a:ea typeface="Poppins"/>
                <a:cs typeface="Poppins"/>
                <a:sym typeface="Poppins"/>
              </a:rPr>
              <a:t xml:space="preserve">' which in both words represents the phoneme </a:t>
            </a:r>
            <a:r>
              <a:rPr b="0" i="0" lang="en-US" sz="1100" u="none" cap="none" strike="noStrike">
                <a:solidFill>
                  <a:srgbClr val="53F41A"/>
                </a:solidFill>
                <a:latin typeface="Poppins"/>
                <a:ea typeface="Poppins"/>
                <a:cs typeface="Poppins"/>
                <a:sym typeface="Poppins"/>
              </a:rPr>
              <a:t>/ɑi/</a:t>
            </a:r>
            <a:r>
              <a:rPr b="0" i="0" lang="en-US" sz="1100" u="none" cap="none" strike="noStrike">
                <a:solidFill>
                  <a:srgbClr val="1A1A1A"/>
                </a:solidFill>
                <a:latin typeface="Poppins"/>
                <a:ea typeface="Poppins"/>
                <a:cs typeface="Poppins"/>
                <a:sym typeface="Poppins"/>
              </a:rPr>
              <a:t xml:space="preserve">. There are six split digraphs in English spelling: 'ɑ-e', 'e-e', 'i-e', 'o-e', 'u-e', and 'y- e', as in </a:t>
            </a:r>
            <a:r>
              <a:rPr b="0" i="0" lang="en-US" sz="1100" u="none" cap="none" strike="noStrike">
                <a:solidFill>
                  <a:srgbClr val="1A30E8"/>
                </a:solidFill>
                <a:latin typeface="Poppins"/>
                <a:ea typeface="Poppins"/>
                <a:cs typeface="Poppins"/>
                <a:sym typeface="Poppins"/>
              </a:rPr>
              <a:t>mɑke scene like bone cube type</a:t>
            </a:r>
            <a:r>
              <a:rPr b="0" i="0" lang="en-US" sz="1100" u="none" cap="none" strike="noStrike">
                <a:solidFill>
                  <a:srgbClr val="1A1A1A"/>
                </a:solidFill>
                <a:latin typeface="Poppins"/>
                <a:ea typeface="Poppins"/>
                <a:cs typeface="Poppins"/>
                <a:sym typeface="Poppins"/>
              </a:rPr>
              <a:t xml:space="preserve">. It is also be referred to as the magic e. A very few words have more than one letter in the middle of a split digraph (e.g. </a:t>
            </a:r>
            <a:r>
              <a:rPr b="0" i="0" lang="en-US" sz="1100" u="none" cap="none" strike="noStrike">
                <a:solidFill>
                  <a:srgbClr val="1A30E8"/>
                </a:solidFill>
                <a:latin typeface="Poppins"/>
                <a:ea typeface="Poppins"/>
                <a:cs typeface="Poppins"/>
                <a:sym typeface="Poppins"/>
              </a:rPr>
              <a:t>ɑche blithe cologne scythe</a:t>
            </a:r>
            <a:r>
              <a:rPr b="0" i="0" lang="en-US" sz="1100" u="none" cap="none" strike="noStrike">
                <a:solidFill>
                  <a:srgbClr val="1A1A1A"/>
                </a:solidFill>
                <a:latin typeface="Poppins"/>
                <a:ea typeface="Poppins"/>
                <a:cs typeface="Poppins"/>
                <a:sym typeface="Poppins"/>
              </a:rPr>
              <a:t>).</a:t>
            </a:r>
            <a:endParaRPr b="0" i="0" sz="1100" u="none" cap="none" strike="noStrik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anchorCtr="0" anchor="t" bIns="45700" lIns="91425" spcFirstLastPara="1" rIns="91425" wrap="square" tIns="45700">
            <a:noAutofit/>
          </a:bodyPr>
          <a:lstStyle/>
          <a:p>
            <a:pPr indent="-298450" lvl="0" marL="457200" marR="0" rtl="0" algn="l">
              <a:lnSpc>
                <a:spcPct val="115000"/>
              </a:lnSpc>
              <a:spcBef>
                <a:spcPts val="1200"/>
              </a:spcBef>
              <a:spcAft>
                <a:spcPts val="0"/>
              </a:spcAft>
              <a:buClr>
                <a:srgbClr val="AEABAB"/>
              </a:buClr>
              <a:buSzPts val="1100"/>
              <a:buFont typeface="Poppins Medium"/>
              <a:buChar char="●"/>
            </a:pPr>
            <a:r>
              <a:rPr b="0" i="0" lang="en-US" sz="1100" u="none" cap="none" strike="noStrike">
                <a:solidFill>
                  <a:srgbClr val="1A1A1A"/>
                </a:solidFill>
                <a:latin typeface="Poppins"/>
                <a:ea typeface="Poppins"/>
                <a:cs typeface="Poppins"/>
                <a:sym typeface="Poppins"/>
              </a:rPr>
              <a:t xml:space="preserve">Abbreviations - VC, CVC, CCVC are respective abbreviations for vowel- consonant, consonant-vowel-consonant, consonant-consonant-vowel- consonant, and are used to describe the order of graphemes in words (e.g. </a:t>
            </a:r>
            <a:r>
              <a:rPr b="0" i="0" lang="en-US" sz="1100" u="none" cap="none" strike="noStrike">
                <a:solidFill>
                  <a:srgbClr val="1A30E8"/>
                </a:solidFill>
                <a:latin typeface="Poppins"/>
                <a:ea typeface="Poppins"/>
                <a:cs typeface="Poppins"/>
                <a:sym typeface="Poppins"/>
              </a:rPr>
              <a:t xml:space="preserve">ɑm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sɑt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slɑm </a:t>
            </a:r>
            <a:r>
              <a:rPr b="0" i="0" lang="en-US" sz="1100" u="none" cap="none" strike="noStrike">
                <a:solidFill>
                  <a:srgbClr val="1A1A1A"/>
                </a:solidFill>
                <a:latin typeface="Poppins"/>
                <a:ea typeface="Poppins"/>
                <a:cs typeface="Poppins"/>
                <a:sym typeface="Poppins"/>
              </a:rPr>
              <a:t xml:space="preserve">(CCVC) or </a:t>
            </a:r>
            <a:r>
              <a:rPr b="0" i="0" lang="en-US" sz="1100" u="none" cap="none" strike="noStrike">
                <a:solidFill>
                  <a:srgbClr val="1A30E8"/>
                </a:solidFill>
                <a:latin typeface="Poppins"/>
                <a:ea typeface="Poppins"/>
                <a:cs typeface="Poppins"/>
                <a:sym typeface="Poppins"/>
              </a:rPr>
              <a:t xml:space="preserve">eɑch </a:t>
            </a:r>
            <a:r>
              <a:rPr b="0" i="0" lang="en-US" sz="1100" u="none" cap="none" strike="noStrike">
                <a:solidFill>
                  <a:srgbClr val="1A1A1A"/>
                </a:solidFill>
                <a:latin typeface="Poppins"/>
                <a:ea typeface="Poppins"/>
                <a:cs typeface="Poppins"/>
                <a:sym typeface="Poppins"/>
              </a:rPr>
              <a:t xml:space="preserve">(VC), </a:t>
            </a:r>
            <a:r>
              <a:rPr b="0" i="0" lang="en-US" sz="1100" u="none" cap="none" strike="noStrike">
                <a:solidFill>
                  <a:srgbClr val="1A30E8"/>
                </a:solidFill>
                <a:latin typeface="Poppins"/>
                <a:ea typeface="Poppins"/>
                <a:cs typeface="Poppins"/>
                <a:sym typeface="Poppins"/>
              </a:rPr>
              <a:t xml:space="preserve">beɑch </a:t>
            </a:r>
            <a:r>
              <a:rPr b="0" i="0" lang="en-US" sz="1100" u="none" cap="none" strike="noStrike">
                <a:solidFill>
                  <a:srgbClr val="1A1A1A"/>
                </a:solidFill>
                <a:latin typeface="Poppins"/>
                <a:ea typeface="Poppins"/>
                <a:cs typeface="Poppins"/>
                <a:sym typeface="Poppins"/>
              </a:rPr>
              <a:t xml:space="preserve">(CVC), </a:t>
            </a:r>
            <a:r>
              <a:rPr b="0" i="0" lang="en-US" sz="1100" u="none" cap="none" strike="noStrike">
                <a:solidFill>
                  <a:srgbClr val="1A30E8"/>
                </a:solidFill>
                <a:latin typeface="Poppins"/>
                <a:ea typeface="Poppins"/>
                <a:cs typeface="Poppins"/>
                <a:sym typeface="Poppins"/>
              </a:rPr>
              <a:t xml:space="preserve">bleɑch </a:t>
            </a:r>
            <a:r>
              <a:rPr b="0" i="0" lang="en-US" sz="1100" u="none" cap="none" strike="noStrike">
                <a:solidFill>
                  <a:srgbClr val="1A1A1A"/>
                </a:solidFill>
                <a:latin typeface="Poppins"/>
                <a:ea typeface="Poppins"/>
                <a:cs typeface="Poppins"/>
                <a:sym typeface="Poppins"/>
              </a:rPr>
              <a:t xml:space="preserve">(CCVC). </a:t>
            </a:r>
            <a:endParaRPr b="0" i="0" sz="1100" u="none" cap="none" strike="noStrik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628650" y="365125"/>
            <a:ext cx="7886700" cy="1325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0"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3"/>
          <p:cNvSpPr txBox="1"/>
          <p:nvPr>
            <p:ph idx="1" type="body"/>
          </p:nvPr>
        </p:nvSpPr>
        <p:spPr>
          <a:xfrm>
            <a:off x="628650" y="1825625"/>
            <a:ext cx="7886700" cy="4351200"/>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Poppins"/>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Poppins"/>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Poppins"/>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Poppins"/>
              <a:buChar char="•"/>
              <a:defRPr b="0" i="0" sz="1800" u="none" cap="none" strike="noStrike">
                <a:solidFill>
                  <a:schemeClr val="dk1"/>
                </a:solidFill>
                <a:latin typeface="Poppins"/>
                <a:ea typeface="Poppins"/>
                <a:cs typeface="Poppins"/>
                <a:sym typeface="Poppins"/>
              </a:defRPr>
            </a:lvl9pPr>
          </a:lstStyle>
          <a:p/>
        </p:txBody>
      </p:sp>
      <p:sp>
        <p:nvSpPr>
          <p:cNvPr id="12" name="Google Shape;12;p13"/>
          <p:cNvSpPr txBox="1"/>
          <p:nvPr>
            <p:ph idx="10" type="dt"/>
          </p:nvPr>
        </p:nvSpPr>
        <p:spPr>
          <a:xfrm>
            <a:off x="628650" y="6356350"/>
            <a:ext cx="20574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 Id="rId4" Type="http://schemas.openxmlformats.org/officeDocument/2006/relationships/image" Target="../media/image19.png"/></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72.png"/><Relationship Id="rId5" Type="http://schemas.openxmlformats.org/officeDocument/2006/relationships/image" Target="../media/image57.png"/><Relationship Id="rId6" Type="http://schemas.openxmlformats.org/officeDocument/2006/relationships/slide" Target="/ppt/slides/slide13.xml"/><Relationship Id="rId7" Type="http://schemas.openxmlformats.org/officeDocument/2006/relationships/slide" Target="/ppt/slides/slide20.xml"/><Relationship Id="rId8" Type="http://schemas.openxmlformats.org/officeDocument/2006/relationships/slide" Target="/ppt/slides/slide21.xml"/></Relationships>
</file>

<file path=ppt/slides/_rels/slide3.xml.rels><?xml version="1.0" encoding="UTF-8"?><Relationships xmlns="http://schemas.openxmlformats.org/package/2006/relationships"><Relationship Id="rId20" Type="http://schemas.openxmlformats.org/officeDocument/2006/relationships/image" Target="../media/image43.png"/><Relationship Id="rId22" Type="http://schemas.openxmlformats.org/officeDocument/2006/relationships/image" Target="../media/image29.png"/><Relationship Id="rId21" Type="http://schemas.openxmlformats.org/officeDocument/2006/relationships/image" Target="../media/image48.png"/><Relationship Id="rId24" Type="http://schemas.openxmlformats.org/officeDocument/2006/relationships/image" Target="../media/image71.png"/><Relationship Id="rId23" Type="http://schemas.openxmlformats.org/officeDocument/2006/relationships/image" Target="../media/image31.png"/><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2.png"/><Relationship Id="rId4" Type="http://schemas.openxmlformats.org/officeDocument/2006/relationships/image" Target="../media/image13.png"/><Relationship Id="rId9" Type="http://schemas.openxmlformats.org/officeDocument/2006/relationships/image" Target="../media/image16.png"/><Relationship Id="rId25" Type="http://schemas.openxmlformats.org/officeDocument/2006/relationships/image" Target="../media/image33.png"/><Relationship Id="rId5" Type="http://schemas.openxmlformats.org/officeDocument/2006/relationships/image" Target="../media/image32.png"/><Relationship Id="rId6" Type="http://schemas.openxmlformats.org/officeDocument/2006/relationships/image" Target="../media/image12.png"/><Relationship Id="rId7" Type="http://schemas.openxmlformats.org/officeDocument/2006/relationships/image" Target="../media/image30.png"/><Relationship Id="rId8" Type="http://schemas.openxmlformats.org/officeDocument/2006/relationships/image" Target="../media/image14.png"/><Relationship Id="rId11" Type="http://schemas.openxmlformats.org/officeDocument/2006/relationships/image" Target="../media/image18.png"/><Relationship Id="rId10" Type="http://schemas.openxmlformats.org/officeDocument/2006/relationships/image" Target="../media/image28.png"/><Relationship Id="rId13" Type="http://schemas.openxmlformats.org/officeDocument/2006/relationships/image" Target="../media/image63.png"/><Relationship Id="rId12" Type="http://schemas.openxmlformats.org/officeDocument/2006/relationships/image" Target="../media/image17.png"/><Relationship Id="rId15" Type="http://schemas.openxmlformats.org/officeDocument/2006/relationships/image" Target="../media/image45.png"/><Relationship Id="rId14" Type="http://schemas.openxmlformats.org/officeDocument/2006/relationships/image" Target="../media/image20.png"/><Relationship Id="rId17" Type="http://schemas.openxmlformats.org/officeDocument/2006/relationships/image" Target="../media/image25.png"/><Relationship Id="rId16" Type="http://schemas.openxmlformats.org/officeDocument/2006/relationships/image" Target="../media/image21.png"/><Relationship Id="rId19" Type="http://schemas.openxmlformats.org/officeDocument/2006/relationships/image" Target="../media/image27.png"/><Relationship Id="rId18" Type="http://schemas.openxmlformats.org/officeDocument/2006/relationships/image" Target="../media/image40.png"/></Relationships>
</file>

<file path=ppt/slides/_rels/slide4.xml.rels><?xml version="1.0" encoding="UTF-8"?><Relationships xmlns="http://schemas.openxmlformats.org/package/2006/relationships"><Relationship Id="rId20" Type="http://schemas.openxmlformats.org/officeDocument/2006/relationships/image" Target="../media/image53.png"/><Relationship Id="rId22" Type="http://schemas.openxmlformats.org/officeDocument/2006/relationships/image" Target="../media/image54.png"/><Relationship Id="rId21" Type="http://schemas.openxmlformats.org/officeDocument/2006/relationships/image" Target="../media/image65.png"/><Relationship Id="rId24" Type="http://schemas.openxmlformats.org/officeDocument/2006/relationships/image" Target="../media/image91.png"/><Relationship Id="rId23" Type="http://schemas.openxmlformats.org/officeDocument/2006/relationships/image" Target="../media/image56.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6.png"/><Relationship Id="rId4" Type="http://schemas.openxmlformats.org/officeDocument/2006/relationships/image" Target="../media/image34.png"/><Relationship Id="rId9" Type="http://schemas.openxmlformats.org/officeDocument/2006/relationships/image" Target="../media/image42.png"/><Relationship Id="rId26" Type="http://schemas.openxmlformats.org/officeDocument/2006/relationships/image" Target="../media/image95.png"/><Relationship Id="rId25" Type="http://schemas.openxmlformats.org/officeDocument/2006/relationships/image" Target="../media/image55.png"/><Relationship Id="rId28" Type="http://schemas.openxmlformats.org/officeDocument/2006/relationships/image" Target="../media/image60.png"/><Relationship Id="rId27" Type="http://schemas.openxmlformats.org/officeDocument/2006/relationships/image" Target="../media/image59.png"/><Relationship Id="rId5" Type="http://schemas.openxmlformats.org/officeDocument/2006/relationships/image" Target="../media/image19.png"/><Relationship Id="rId6" Type="http://schemas.openxmlformats.org/officeDocument/2006/relationships/image" Target="../media/image35.png"/><Relationship Id="rId29" Type="http://schemas.openxmlformats.org/officeDocument/2006/relationships/image" Target="../media/image96.png"/><Relationship Id="rId7" Type="http://schemas.openxmlformats.org/officeDocument/2006/relationships/image" Target="../media/image39.png"/><Relationship Id="rId8" Type="http://schemas.openxmlformats.org/officeDocument/2006/relationships/image" Target="../media/image37.png"/><Relationship Id="rId31" Type="http://schemas.openxmlformats.org/officeDocument/2006/relationships/image" Target="../media/image61.png"/><Relationship Id="rId30" Type="http://schemas.openxmlformats.org/officeDocument/2006/relationships/image" Target="../media/image78.png"/><Relationship Id="rId11" Type="http://schemas.openxmlformats.org/officeDocument/2006/relationships/image" Target="../media/image58.png"/><Relationship Id="rId10" Type="http://schemas.openxmlformats.org/officeDocument/2006/relationships/image" Target="../media/image44.png"/><Relationship Id="rId13" Type="http://schemas.openxmlformats.org/officeDocument/2006/relationships/image" Target="../media/image46.png"/><Relationship Id="rId12" Type="http://schemas.openxmlformats.org/officeDocument/2006/relationships/image" Target="../media/image47.png"/><Relationship Id="rId15" Type="http://schemas.openxmlformats.org/officeDocument/2006/relationships/image" Target="../media/image68.png"/><Relationship Id="rId14" Type="http://schemas.openxmlformats.org/officeDocument/2006/relationships/image" Target="../media/image62.png"/><Relationship Id="rId17" Type="http://schemas.openxmlformats.org/officeDocument/2006/relationships/image" Target="../media/image51.png"/><Relationship Id="rId16" Type="http://schemas.openxmlformats.org/officeDocument/2006/relationships/image" Target="../media/image49.png"/><Relationship Id="rId19" Type="http://schemas.openxmlformats.org/officeDocument/2006/relationships/image" Target="../media/image52.png"/><Relationship Id="rId18" Type="http://schemas.openxmlformats.org/officeDocument/2006/relationships/image" Target="../media/image50.png"/></Relationships>
</file>

<file path=ppt/slides/_rels/slide5.xml.rels><?xml version="1.0" encoding="UTF-8"?><Relationships xmlns="http://schemas.openxmlformats.org/package/2006/relationships"><Relationship Id="rId40" Type="http://schemas.openxmlformats.org/officeDocument/2006/relationships/image" Target="../media/image103.png"/><Relationship Id="rId20" Type="http://schemas.openxmlformats.org/officeDocument/2006/relationships/image" Target="../media/image80.png"/><Relationship Id="rId42" Type="http://schemas.openxmlformats.org/officeDocument/2006/relationships/image" Target="../media/image110.png"/><Relationship Id="rId41" Type="http://schemas.openxmlformats.org/officeDocument/2006/relationships/image" Target="../media/image122.png"/><Relationship Id="rId22" Type="http://schemas.openxmlformats.org/officeDocument/2006/relationships/image" Target="../media/image101.png"/><Relationship Id="rId21" Type="http://schemas.openxmlformats.org/officeDocument/2006/relationships/image" Target="../media/image84.png"/><Relationship Id="rId43" Type="http://schemas.openxmlformats.org/officeDocument/2006/relationships/image" Target="../media/image116.png"/><Relationship Id="rId24" Type="http://schemas.openxmlformats.org/officeDocument/2006/relationships/image" Target="../media/image83.png"/><Relationship Id="rId23" Type="http://schemas.openxmlformats.org/officeDocument/2006/relationships/image" Target="../media/image104.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4.png"/><Relationship Id="rId4" Type="http://schemas.openxmlformats.org/officeDocument/2006/relationships/image" Target="../media/image115.png"/><Relationship Id="rId9" Type="http://schemas.openxmlformats.org/officeDocument/2006/relationships/image" Target="../media/image67.png"/><Relationship Id="rId26" Type="http://schemas.openxmlformats.org/officeDocument/2006/relationships/image" Target="../media/image87.png"/><Relationship Id="rId25" Type="http://schemas.openxmlformats.org/officeDocument/2006/relationships/image" Target="../media/image86.png"/><Relationship Id="rId28" Type="http://schemas.openxmlformats.org/officeDocument/2006/relationships/image" Target="../media/image105.png"/><Relationship Id="rId27" Type="http://schemas.openxmlformats.org/officeDocument/2006/relationships/image" Target="../media/image100.png"/><Relationship Id="rId5" Type="http://schemas.openxmlformats.org/officeDocument/2006/relationships/image" Target="../media/image75.png"/><Relationship Id="rId6" Type="http://schemas.openxmlformats.org/officeDocument/2006/relationships/image" Target="../media/image70.png"/><Relationship Id="rId29"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66.png"/><Relationship Id="rId31" Type="http://schemas.openxmlformats.org/officeDocument/2006/relationships/image" Target="../media/image92.png"/><Relationship Id="rId30" Type="http://schemas.openxmlformats.org/officeDocument/2006/relationships/image" Target="../media/image93.png"/><Relationship Id="rId11" Type="http://schemas.openxmlformats.org/officeDocument/2006/relationships/image" Target="../media/image69.png"/><Relationship Id="rId33" Type="http://schemas.openxmlformats.org/officeDocument/2006/relationships/image" Target="../media/image102.png"/><Relationship Id="rId10" Type="http://schemas.openxmlformats.org/officeDocument/2006/relationships/image" Target="../media/image76.png"/><Relationship Id="rId32" Type="http://schemas.openxmlformats.org/officeDocument/2006/relationships/image" Target="../media/image94.png"/><Relationship Id="rId13" Type="http://schemas.openxmlformats.org/officeDocument/2006/relationships/image" Target="../media/image74.png"/><Relationship Id="rId35" Type="http://schemas.openxmlformats.org/officeDocument/2006/relationships/image" Target="../media/image112.png"/><Relationship Id="rId12" Type="http://schemas.openxmlformats.org/officeDocument/2006/relationships/image" Target="../media/image82.png"/><Relationship Id="rId34" Type="http://schemas.openxmlformats.org/officeDocument/2006/relationships/image" Target="../media/image108.png"/><Relationship Id="rId15" Type="http://schemas.openxmlformats.org/officeDocument/2006/relationships/image" Target="../media/image81.png"/><Relationship Id="rId37" Type="http://schemas.openxmlformats.org/officeDocument/2006/relationships/image" Target="../media/image97.png"/><Relationship Id="rId14" Type="http://schemas.openxmlformats.org/officeDocument/2006/relationships/image" Target="../media/image73.png"/><Relationship Id="rId36" Type="http://schemas.openxmlformats.org/officeDocument/2006/relationships/image" Target="../media/image98.png"/><Relationship Id="rId17" Type="http://schemas.openxmlformats.org/officeDocument/2006/relationships/image" Target="../media/image77.png"/><Relationship Id="rId39" Type="http://schemas.openxmlformats.org/officeDocument/2006/relationships/image" Target="../media/image137.png"/><Relationship Id="rId16" Type="http://schemas.openxmlformats.org/officeDocument/2006/relationships/image" Target="../media/image79.png"/><Relationship Id="rId38" Type="http://schemas.openxmlformats.org/officeDocument/2006/relationships/image" Target="../media/image111.png"/><Relationship Id="rId19" Type="http://schemas.openxmlformats.org/officeDocument/2006/relationships/image" Target="../media/image99.png"/><Relationship Id="rId18" Type="http://schemas.openxmlformats.org/officeDocument/2006/relationships/image" Target="../media/image88.png"/></Relationships>
</file>

<file path=ppt/slides/_rels/slide6.xml.rels><?xml version="1.0" encoding="UTF-8"?><Relationships xmlns="http://schemas.openxmlformats.org/package/2006/relationships"><Relationship Id="rId40" Type="http://schemas.openxmlformats.org/officeDocument/2006/relationships/image" Target="../media/image181.png"/><Relationship Id="rId20" Type="http://schemas.openxmlformats.org/officeDocument/2006/relationships/image" Target="../media/image120.png"/><Relationship Id="rId42" Type="http://schemas.openxmlformats.org/officeDocument/2006/relationships/image" Target="../media/image139.png"/><Relationship Id="rId41" Type="http://schemas.openxmlformats.org/officeDocument/2006/relationships/image" Target="../media/image168.png"/><Relationship Id="rId22" Type="http://schemas.openxmlformats.org/officeDocument/2006/relationships/image" Target="../media/image141.png"/><Relationship Id="rId44" Type="http://schemas.openxmlformats.org/officeDocument/2006/relationships/image" Target="../media/image199.png"/><Relationship Id="rId21" Type="http://schemas.openxmlformats.org/officeDocument/2006/relationships/image" Target="../media/image118.png"/><Relationship Id="rId43" Type="http://schemas.openxmlformats.org/officeDocument/2006/relationships/image" Target="../media/image23.png"/><Relationship Id="rId24" Type="http://schemas.openxmlformats.org/officeDocument/2006/relationships/image" Target="../media/image124.png"/><Relationship Id="rId46" Type="http://schemas.openxmlformats.org/officeDocument/2006/relationships/image" Target="../media/image169.png"/><Relationship Id="rId23" Type="http://schemas.openxmlformats.org/officeDocument/2006/relationships/image" Target="../media/image121.png"/><Relationship Id="rId45" Type="http://schemas.openxmlformats.org/officeDocument/2006/relationships/image" Target="../media/image147.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30.png"/><Relationship Id="rId4" Type="http://schemas.openxmlformats.org/officeDocument/2006/relationships/image" Target="../media/image107.png"/><Relationship Id="rId9" Type="http://schemas.openxmlformats.org/officeDocument/2006/relationships/image" Target="../media/image131.png"/><Relationship Id="rId26" Type="http://schemas.openxmlformats.org/officeDocument/2006/relationships/image" Target="../media/image126.png"/><Relationship Id="rId25" Type="http://schemas.openxmlformats.org/officeDocument/2006/relationships/image" Target="../media/image125.png"/><Relationship Id="rId47" Type="http://schemas.openxmlformats.org/officeDocument/2006/relationships/image" Target="../media/image175.png"/><Relationship Id="rId28" Type="http://schemas.openxmlformats.org/officeDocument/2006/relationships/image" Target="../media/image132.png"/><Relationship Id="rId27" Type="http://schemas.openxmlformats.org/officeDocument/2006/relationships/image" Target="../media/image127.png"/><Relationship Id="rId5" Type="http://schemas.openxmlformats.org/officeDocument/2006/relationships/image" Target="../media/image123.png"/><Relationship Id="rId6" Type="http://schemas.openxmlformats.org/officeDocument/2006/relationships/image" Target="../media/image106.png"/><Relationship Id="rId29" Type="http://schemas.openxmlformats.org/officeDocument/2006/relationships/image" Target="../media/image128.png"/><Relationship Id="rId7" Type="http://schemas.openxmlformats.org/officeDocument/2006/relationships/image" Target="../media/image117.png"/><Relationship Id="rId8" Type="http://schemas.openxmlformats.org/officeDocument/2006/relationships/image" Target="../media/image113.png"/><Relationship Id="rId31" Type="http://schemas.openxmlformats.org/officeDocument/2006/relationships/image" Target="../media/image146.png"/><Relationship Id="rId30" Type="http://schemas.openxmlformats.org/officeDocument/2006/relationships/image" Target="../media/image129.png"/><Relationship Id="rId11" Type="http://schemas.openxmlformats.org/officeDocument/2006/relationships/image" Target="../media/image114.png"/><Relationship Id="rId33" Type="http://schemas.openxmlformats.org/officeDocument/2006/relationships/image" Target="../media/image138.png"/><Relationship Id="rId10" Type="http://schemas.openxmlformats.org/officeDocument/2006/relationships/image" Target="../media/image109.png"/><Relationship Id="rId32" Type="http://schemas.openxmlformats.org/officeDocument/2006/relationships/image" Target="../media/image133.png"/><Relationship Id="rId13" Type="http://schemas.openxmlformats.org/officeDocument/2006/relationships/image" Target="../media/image144.png"/><Relationship Id="rId35" Type="http://schemas.openxmlformats.org/officeDocument/2006/relationships/image" Target="../media/image135.png"/><Relationship Id="rId12" Type="http://schemas.openxmlformats.org/officeDocument/2006/relationships/image" Target="../media/image119.png"/><Relationship Id="rId34" Type="http://schemas.openxmlformats.org/officeDocument/2006/relationships/image" Target="../media/image140.png"/><Relationship Id="rId15" Type="http://schemas.openxmlformats.org/officeDocument/2006/relationships/image" Target="../media/image134.png"/><Relationship Id="rId37" Type="http://schemas.openxmlformats.org/officeDocument/2006/relationships/image" Target="../media/image143.png"/><Relationship Id="rId14" Type="http://schemas.openxmlformats.org/officeDocument/2006/relationships/image" Target="../media/image142.png"/><Relationship Id="rId36" Type="http://schemas.openxmlformats.org/officeDocument/2006/relationships/image" Target="../media/image136.png"/><Relationship Id="rId17" Type="http://schemas.openxmlformats.org/officeDocument/2006/relationships/image" Target="../media/image178.png"/><Relationship Id="rId39" Type="http://schemas.openxmlformats.org/officeDocument/2006/relationships/image" Target="../media/image155.png"/><Relationship Id="rId16" Type="http://schemas.openxmlformats.org/officeDocument/2006/relationships/image" Target="../media/image165.png"/><Relationship Id="rId38" Type="http://schemas.openxmlformats.org/officeDocument/2006/relationships/image" Target="../media/image156.png"/><Relationship Id="rId19" Type="http://schemas.openxmlformats.org/officeDocument/2006/relationships/image" Target="../media/image148.png"/><Relationship Id="rId18" Type="http://schemas.openxmlformats.org/officeDocument/2006/relationships/image" Target="../media/image145.png"/></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0.png"/><Relationship Id="rId4" Type="http://schemas.openxmlformats.org/officeDocument/2006/relationships/image" Target="../media/image149.png"/><Relationship Id="rId9" Type="http://schemas.openxmlformats.org/officeDocument/2006/relationships/image" Target="../media/image154.png"/><Relationship Id="rId5" Type="http://schemas.openxmlformats.org/officeDocument/2006/relationships/image" Target="../media/image151.png"/><Relationship Id="rId6" Type="http://schemas.openxmlformats.org/officeDocument/2006/relationships/image" Target="../media/image153.png"/><Relationship Id="rId7" Type="http://schemas.openxmlformats.org/officeDocument/2006/relationships/image" Target="../media/image152.png"/><Relationship Id="rId8" Type="http://schemas.openxmlformats.org/officeDocument/2006/relationships/image" Target="../media/image186.png"/><Relationship Id="rId11" Type="http://schemas.openxmlformats.org/officeDocument/2006/relationships/image" Target="../media/image158.png"/><Relationship Id="rId10" Type="http://schemas.openxmlformats.org/officeDocument/2006/relationships/image" Target="../media/image164.png"/><Relationship Id="rId13" Type="http://schemas.openxmlformats.org/officeDocument/2006/relationships/image" Target="../media/image162.png"/><Relationship Id="rId12" Type="http://schemas.openxmlformats.org/officeDocument/2006/relationships/image" Target="../media/image157.png"/><Relationship Id="rId15" Type="http://schemas.openxmlformats.org/officeDocument/2006/relationships/image" Target="../media/image161.png"/><Relationship Id="rId14" Type="http://schemas.openxmlformats.org/officeDocument/2006/relationships/image" Target="../media/image160.png"/><Relationship Id="rId16" Type="http://schemas.openxmlformats.org/officeDocument/2006/relationships/image" Target="../media/image173.png"/></Relationships>
</file>

<file path=ppt/slides/_rels/slide8.xml.rels><?xml version="1.0" encoding="UTF-8"?><Relationships xmlns="http://schemas.openxmlformats.org/package/2006/relationships"><Relationship Id="rId20" Type="http://schemas.openxmlformats.org/officeDocument/2006/relationships/image" Target="../media/image243.png"/><Relationship Id="rId22" Type="http://schemas.openxmlformats.org/officeDocument/2006/relationships/image" Target="../media/image183.png"/><Relationship Id="rId21" Type="http://schemas.openxmlformats.org/officeDocument/2006/relationships/image" Target="../media/image182.png"/><Relationship Id="rId24" Type="http://schemas.openxmlformats.org/officeDocument/2006/relationships/image" Target="../media/image184.png"/><Relationship Id="rId23" Type="http://schemas.openxmlformats.org/officeDocument/2006/relationships/image" Target="../media/image217.png"/><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3.png"/><Relationship Id="rId4" Type="http://schemas.openxmlformats.org/officeDocument/2006/relationships/image" Target="../media/image172.png"/><Relationship Id="rId9" Type="http://schemas.openxmlformats.org/officeDocument/2006/relationships/image" Target="../media/image171.png"/><Relationship Id="rId26" Type="http://schemas.openxmlformats.org/officeDocument/2006/relationships/image" Target="../media/image207.png"/><Relationship Id="rId25" Type="http://schemas.openxmlformats.org/officeDocument/2006/relationships/image" Target="../media/image187.png"/><Relationship Id="rId28" Type="http://schemas.openxmlformats.org/officeDocument/2006/relationships/image" Target="../media/image214.png"/><Relationship Id="rId27" Type="http://schemas.openxmlformats.org/officeDocument/2006/relationships/image" Target="../media/image191.png"/><Relationship Id="rId5" Type="http://schemas.openxmlformats.org/officeDocument/2006/relationships/image" Target="../media/image166.png"/><Relationship Id="rId6" Type="http://schemas.openxmlformats.org/officeDocument/2006/relationships/image" Target="../media/image188.png"/><Relationship Id="rId29" Type="http://schemas.openxmlformats.org/officeDocument/2006/relationships/image" Target="../media/image189.png"/><Relationship Id="rId7" Type="http://schemas.openxmlformats.org/officeDocument/2006/relationships/image" Target="../media/image167.png"/><Relationship Id="rId8" Type="http://schemas.openxmlformats.org/officeDocument/2006/relationships/image" Target="../media/image176.png"/><Relationship Id="rId30" Type="http://schemas.openxmlformats.org/officeDocument/2006/relationships/image" Target="../media/image190.png"/><Relationship Id="rId11" Type="http://schemas.openxmlformats.org/officeDocument/2006/relationships/image" Target="../media/image185.png"/><Relationship Id="rId10" Type="http://schemas.openxmlformats.org/officeDocument/2006/relationships/image" Target="../media/image170.png"/><Relationship Id="rId13" Type="http://schemas.openxmlformats.org/officeDocument/2006/relationships/image" Target="../media/image200.png"/><Relationship Id="rId12" Type="http://schemas.openxmlformats.org/officeDocument/2006/relationships/image" Target="../media/image195.png"/><Relationship Id="rId15" Type="http://schemas.openxmlformats.org/officeDocument/2006/relationships/image" Target="../media/image180.png"/><Relationship Id="rId14" Type="http://schemas.openxmlformats.org/officeDocument/2006/relationships/image" Target="../media/image174.png"/><Relationship Id="rId17" Type="http://schemas.openxmlformats.org/officeDocument/2006/relationships/image" Target="../media/image177.png"/><Relationship Id="rId16" Type="http://schemas.openxmlformats.org/officeDocument/2006/relationships/image" Target="../media/image179.png"/><Relationship Id="rId19" Type="http://schemas.openxmlformats.org/officeDocument/2006/relationships/image" Target="../media/image246.png"/><Relationship Id="rId18" Type="http://schemas.openxmlformats.org/officeDocument/2006/relationships/image" Target="../media/image192.png"/></Relationships>
</file>

<file path=ppt/slides/_rels/slide9.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3.png"/><Relationship Id="rId4" Type="http://schemas.openxmlformats.org/officeDocument/2006/relationships/image" Target="../media/image194.png"/><Relationship Id="rId9" Type="http://schemas.openxmlformats.org/officeDocument/2006/relationships/image" Target="../media/image197.png"/><Relationship Id="rId5" Type="http://schemas.openxmlformats.org/officeDocument/2006/relationships/image" Target="../media/image198.png"/><Relationship Id="rId6" Type="http://schemas.openxmlformats.org/officeDocument/2006/relationships/image" Target="../media/image196.png"/><Relationship Id="rId7" Type="http://schemas.openxmlformats.org/officeDocument/2006/relationships/image" Target="../media/image227.png"/><Relationship Id="rId8" Type="http://schemas.openxmlformats.org/officeDocument/2006/relationships/image" Target="../media/image201.png"/><Relationship Id="rId11" Type="http://schemas.openxmlformats.org/officeDocument/2006/relationships/image" Target="../media/image224.png"/><Relationship Id="rId10" Type="http://schemas.openxmlformats.org/officeDocument/2006/relationships/image" Target="../media/image212.png"/><Relationship Id="rId13" Type="http://schemas.openxmlformats.org/officeDocument/2006/relationships/image" Target="../media/image203.png"/><Relationship Id="rId12" Type="http://schemas.openxmlformats.org/officeDocument/2006/relationships/image" Target="../media/image219.png"/><Relationship Id="rId15" Type="http://schemas.openxmlformats.org/officeDocument/2006/relationships/image" Target="../media/image202.png"/><Relationship Id="rId14" Type="http://schemas.openxmlformats.org/officeDocument/2006/relationships/image" Target="../media/image204.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05.png"/><Relationship Id="rId4" Type="http://schemas.openxmlformats.org/officeDocument/2006/relationships/image" Target="../media/image206.png"/><Relationship Id="rId9" Type="http://schemas.openxmlformats.org/officeDocument/2006/relationships/image" Target="../media/image229.png"/><Relationship Id="rId5" Type="http://schemas.openxmlformats.org/officeDocument/2006/relationships/image" Target="../media/image216.png"/><Relationship Id="rId6" Type="http://schemas.openxmlformats.org/officeDocument/2006/relationships/image" Target="../media/image209.png"/><Relationship Id="rId7" Type="http://schemas.openxmlformats.org/officeDocument/2006/relationships/image" Target="../media/image208.png"/><Relationship Id="rId8" Type="http://schemas.openxmlformats.org/officeDocument/2006/relationships/image" Target="../media/image221.png"/><Relationship Id="rId11" Type="http://schemas.openxmlformats.org/officeDocument/2006/relationships/image" Target="../media/image213.png"/><Relationship Id="rId10" Type="http://schemas.openxmlformats.org/officeDocument/2006/relationships/image" Target="../media/image210.png"/><Relationship Id="rId13" Type="http://schemas.openxmlformats.org/officeDocument/2006/relationships/image" Target="../media/image211.png"/><Relationship Id="rId12" Type="http://schemas.openxmlformats.org/officeDocument/2006/relationships/image" Target="../media/image215.png"/><Relationship Id="rId15" Type="http://schemas.openxmlformats.org/officeDocument/2006/relationships/image" Target="../media/image258.png"/><Relationship Id="rId14" Type="http://schemas.openxmlformats.org/officeDocument/2006/relationships/image" Target="../media/image247.png"/><Relationship Id="rId16" Type="http://schemas.openxmlformats.org/officeDocument/2006/relationships/image" Target="../media/image220.png"/></Relationships>
</file>

<file path=ppt/slides/_rels/slide11.xml.rels><?xml version="1.0" encoding="UTF-8"?><Relationships xmlns="http://schemas.openxmlformats.org/package/2006/relationships"><Relationship Id="rId20" Type="http://schemas.openxmlformats.org/officeDocument/2006/relationships/image" Target="../media/image238.png"/><Relationship Id="rId22" Type="http://schemas.openxmlformats.org/officeDocument/2006/relationships/image" Target="../media/image240.png"/><Relationship Id="rId21" Type="http://schemas.openxmlformats.org/officeDocument/2006/relationships/image" Target="../media/image239.png"/><Relationship Id="rId24" Type="http://schemas.openxmlformats.org/officeDocument/2006/relationships/image" Target="../media/image251.png"/><Relationship Id="rId23" Type="http://schemas.openxmlformats.org/officeDocument/2006/relationships/image" Target="../media/image254.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0.png"/><Relationship Id="rId4" Type="http://schemas.openxmlformats.org/officeDocument/2006/relationships/image" Target="../media/image245.png"/><Relationship Id="rId9" Type="http://schemas.openxmlformats.org/officeDocument/2006/relationships/image" Target="../media/image248.png"/><Relationship Id="rId26" Type="http://schemas.openxmlformats.org/officeDocument/2006/relationships/image" Target="../media/image255.png"/><Relationship Id="rId25" Type="http://schemas.openxmlformats.org/officeDocument/2006/relationships/image" Target="../media/image249.png"/><Relationship Id="rId5" Type="http://schemas.openxmlformats.org/officeDocument/2006/relationships/image" Target="../media/image218.png"/><Relationship Id="rId6" Type="http://schemas.openxmlformats.org/officeDocument/2006/relationships/image" Target="../media/image222.png"/><Relationship Id="rId7" Type="http://schemas.openxmlformats.org/officeDocument/2006/relationships/image" Target="../media/image226.png"/><Relationship Id="rId8" Type="http://schemas.openxmlformats.org/officeDocument/2006/relationships/image" Target="../media/image223.png"/><Relationship Id="rId11" Type="http://schemas.openxmlformats.org/officeDocument/2006/relationships/image" Target="../media/image228.png"/><Relationship Id="rId10" Type="http://schemas.openxmlformats.org/officeDocument/2006/relationships/image" Target="../media/image225.png"/><Relationship Id="rId13" Type="http://schemas.openxmlformats.org/officeDocument/2006/relationships/image" Target="../media/image232.png"/><Relationship Id="rId12" Type="http://schemas.openxmlformats.org/officeDocument/2006/relationships/image" Target="../media/image233.png"/><Relationship Id="rId15" Type="http://schemas.openxmlformats.org/officeDocument/2006/relationships/image" Target="../media/image231.png"/><Relationship Id="rId14" Type="http://schemas.openxmlformats.org/officeDocument/2006/relationships/image" Target="../media/image234.png"/><Relationship Id="rId17" Type="http://schemas.openxmlformats.org/officeDocument/2006/relationships/image" Target="../media/image235.png"/><Relationship Id="rId16" Type="http://schemas.openxmlformats.org/officeDocument/2006/relationships/image" Target="../media/image241.png"/><Relationship Id="rId19" Type="http://schemas.openxmlformats.org/officeDocument/2006/relationships/image" Target="../media/image237.png"/><Relationship Id="rId18" Type="http://schemas.openxmlformats.org/officeDocument/2006/relationships/image" Target="../media/image236.png"/></Relationships>
</file>

<file path=ppt/slides/_rels/slide12.xml.rels><?xml version="1.0" encoding="UTF-8"?><Relationships xmlns="http://schemas.openxmlformats.org/package/2006/relationships"><Relationship Id="rId20" Type="http://schemas.openxmlformats.org/officeDocument/2006/relationships/image" Target="../media/image266.png"/><Relationship Id="rId22" Type="http://schemas.openxmlformats.org/officeDocument/2006/relationships/image" Target="../media/image282.png"/><Relationship Id="rId21" Type="http://schemas.openxmlformats.org/officeDocument/2006/relationships/image" Target="../media/image277.png"/><Relationship Id="rId24" Type="http://schemas.openxmlformats.org/officeDocument/2006/relationships/image" Target="../media/image279.png"/><Relationship Id="rId23" Type="http://schemas.openxmlformats.org/officeDocument/2006/relationships/image" Target="../media/image267.png"/><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4.png"/><Relationship Id="rId4" Type="http://schemas.openxmlformats.org/officeDocument/2006/relationships/image" Target="../media/image252.png"/><Relationship Id="rId9" Type="http://schemas.openxmlformats.org/officeDocument/2006/relationships/image" Target="../media/image257.png"/><Relationship Id="rId5" Type="http://schemas.openxmlformats.org/officeDocument/2006/relationships/image" Target="../media/image253.png"/><Relationship Id="rId6" Type="http://schemas.openxmlformats.org/officeDocument/2006/relationships/image" Target="../media/image256.png"/><Relationship Id="rId7" Type="http://schemas.openxmlformats.org/officeDocument/2006/relationships/image" Target="../media/image250.png"/><Relationship Id="rId8" Type="http://schemas.openxmlformats.org/officeDocument/2006/relationships/image" Target="../media/image242.png"/><Relationship Id="rId11" Type="http://schemas.openxmlformats.org/officeDocument/2006/relationships/image" Target="../media/image272.png"/><Relationship Id="rId10" Type="http://schemas.openxmlformats.org/officeDocument/2006/relationships/image" Target="../media/image274.png"/><Relationship Id="rId13" Type="http://schemas.openxmlformats.org/officeDocument/2006/relationships/image" Target="../media/image270.png"/><Relationship Id="rId12" Type="http://schemas.openxmlformats.org/officeDocument/2006/relationships/image" Target="../media/image264.png"/><Relationship Id="rId15" Type="http://schemas.openxmlformats.org/officeDocument/2006/relationships/image" Target="../media/image275.png"/><Relationship Id="rId14" Type="http://schemas.openxmlformats.org/officeDocument/2006/relationships/image" Target="../media/image260.png"/><Relationship Id="rId17" Type="http://schemas.openxmlformats.org/officeDocument/2006/relationships/image" Target="../media/image265.png"/><Relationship Id="rId16" Type="http://schemas.openxmlformats.org/officeDocument/2006/relationships/image" Target="../media/image268.png"/><Relationship Id="rId19" Type="http://schemas.openxmlformats.org/officeDocument/2006/relationships/image" Target="../media/image271.png"/><Relationship Id="rId18" Type="http://schemas.openxmlformats.org/officeDocument/2006/relationships/image" Target="../media/image273.png"/></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62.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269.png"/></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76.png"/></Relationships>
</file>

<file path=ppt/slides/_rels/slide20.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72.png"/></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57.png"/></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78.png"/></Relationships>
</file>

<file path=ppt/slides/_rels/slide23.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83.png"/></Relationships>
</file>

<file path=ppt/slides/_rels/slide2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80.png"/></Relationships>
</file>

<file path=ppt/slides/_rels/slide25.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6.png"/></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1"/>
          <p:cNvSpPr txBox="1"/>
          <p:nvPr>
            <p:ph idx="1" type="subTitle"/>
          </p:nvPr>
        </p:nvSpPr>
        <p:spPr>
          <a:xfrm>
            <a:off x="884092" y="2716660"/>
            <a:ext cx="3882600" cy="8454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rgbClr val="262626"/>
              </a:buClr>
              <a:buSzPts val="3600"/>
              <a:buNone/>
            </a:pPr>
            <a:r>
              <a:rPr lang="en-US" sz="3000"/>
              <a:t>Sound Family /ur/;</a:t>
            </a:r>
            <a:br>
              <a:rPr lang="en-US" sz="3000"/>
            </a:br>
            <a:r>
              <a:rPr lang="en-US" sz="3000"/>
              <a:t>or</a:t>
            </a:r>
            <a:endParaRPr sz="3000"/>
          </a:p>
        </p:txBody>
      </p:sp>
      <p:sp>
        <p:nvSpPr>
          <p:cNvPr id="652" name="Google Shape;652;p1"/>
          <p:cNvSpPr txBox="1"/>
          <p:nvPr>
            <p:ph idx="2" type="subTitle"/>
          </p:nvPr>
        </p:nvSpPr>
        <p:spPr>
          <a:xfrm>
            <a:off x="884092" y="3693158"/>
            <a:ext cx="3882600" cy="8454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2200"/>
              <a:buNone/>
            </a:pPr>
            <a:r>
              <a:rPr lang="en-US"/>
              <a:t>Lesson 78</a:t>
            </a:r>
            <a:endParaRPr/>
          </a:p>
        </p:txBody>
      </p:sp>
      <p:grpSp>
        <p:nvGrpSpPr>
          <p:cNvPr id="653" name="Google Shape;653;p1"/>
          <p:cNvGrpSpPr/>
          <p:nvPr/>
        </p:nvGrpSpPr>
        <p:grpSpPr>
          <a:xfrm>
            <a:off x="5485189" y="3866198"/>
            <a:ext cx="2544947" cy="1877837"/>
            <a:chOff x="5485189" y="3866198"/>
            <a:chExt cx="2544947" cy="1877837"/>
          </a:xfrm>
        </p:grpSpPr>
        <p:pic>
          <p:nvPicPr>
            <p:cNvPr id="654" name="Google Shape;654;p1" title="JNL686-142F.png"/>
            <p:cNvPicPr preferRelativeResize="0"/>
            <p:nvPr/>
          </p:nvPicPr>
          <p:blipFill rotWithShape="1">
            <a:blip r:embed="rId3">
              <a:alphaModFix/>
            </a:blip>
            <a:srcRect b="0" l="79" r="69" t="0"/>
            <a:stretch/>
          </p:blipFill>
          <p:spPr>
            <a:xfrm rot="540305">
              <a:off x="6695728" y="3950203"/>
              <a:ext cx="1208040" cy="1709827"/>
            </a:xfrm>
            <a:prstGeom prst="rect">
              <a:avLst/>
            </a:prstGeom>
            <a:noFill/>
            <a:ln>
              <a:noFill/>
            </a:ln>
            <a:effectLst>
              <a:outerShdw blurRad="71438" rotWithShape="0" algn="bl" dir="5220000" dist="38100">
                <a:srgbClr val="000000">
                  <a:alpha val="20000"/>
                </a:srgbClr>
              </a:outerShdw>
            </a:effectLst>
          </p:spPr>
        </p:pic>
        <p:pic>
          <p:nvPicPr>
            <p:cNvPr id="655" name="Google Shape;655;p1" title="JNL686-76F.png"/>
            <p:cNvPicPr preferRelativeResize="0"/>
            <p:nvPr/>
          </p:nvPicPr>
          <p:blipFill rotWithShape="1">
            <a:blip r:embed="rId4">
              <a:alphaModFix/>
            </a:blip>
            <a:srcRect b="0" l="79" r="79" t="0"/>
            <a:stretch/>
          </p:blipFill>
          <p:spPr>
            <a:xfrm rot="-278018">
              <a:off x="5552278" y="3960008"/>
              <a:ext cx="1208038" cy="1709829"/>
            </a:xfrm>
            <a:prstGeom prst="rect">
              <a:avLst/>
            </a:prstGeom>
            <a:noFill/>
            <a:ln>
              <a:noFill/>
            </a:ln>
            <a:effectLst>
              <a:outerShdw blurRad="71438" rotWithShape="0" algn="bl" dir="5220000" dist="38100">
                <a:srgbClr val="000000">
                  <a:alpha val="20000"/>
                </a:srgbClr>
              </a:outerShdw>
            </a:effectLst>
          </p:spPr>
        </p:pic>
      </p:grpSp>
      <p:graphicFrame>
        <p:nvGraphicFramePr>
          <p:cNvPr id="656" name="Google Shape;656;p1"/>
          <p:cNvGraphicFramePr/>
          <p:nvPr/>
        </p:nvGraphicFramePr>
        <p:xfrm>
          <a:off x="4844200" y="1646527"/>
          <a:ext cx="3000000" cy="3000000"/>
        </p:xfrm>
        <a:graphic>
          <a:graphicData uri="http://schemas.openxmlformats.org/drawingml/2006/table">
            <a:tbl>
              <a:tblPr bandRow="1" firstRow="1">
                <a:noFill/>
                <a:tableStyleId>{F16893E5-BEDE-4832-8483-514CBA311850}</a:tableStyleId>
              </a:tblPr>
              <a:tblGrid>
                <a:gridCol w="508550"/>
                <a:gridCol w="508550"/>
                <a:gridCol w="604975"/>
                <a:gridCol w="508575"/>
                <a:gridCol w="556725"/>
                <a:gridCol w="596975"/>
                <a:gridCol w="500525"/>
              </a:tblGrid>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i/</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/ee/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/igh/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/o</a:t>
                      </a:r>
                      <a:r>
                        <a:rPr lang="en-US" sz="1350" u="none" cap="none" strike="noStrike">
                          <a:latin typeface="Poppins"/>
                          <a:ea typeface="Poppins"/>
                          <a:cs typeface="Poppins"/>
                          <a:sym typeface="Poppins"/>
                        </a:rPr>
                        <a:t>a</a:t>
                      </a:r>
                      <a:r>
                        <a:rPr lang="en-US" sz="1600" u="none" cap="none" strike="noStrike">
                          <a:latin typeface="Jost"/>
                          <a:ea typeface="Jost"/>
                          <a:cs typeface="Jost"/>
                          <a:sym typeface="Jost"/>
                        </a:rPr>
                        <a:t xml:space="preserve">/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500"/>
                        <a:buFont typeface="Arial"/>
                        <a:buNone/>
                      </a:pPr>
                      <a:r>
                        <a:rPr lang="en-US" sz="1600" u="none" cap="none" strike="noStrike">
                          <a:latin typeface="Jost"/>
                          <a:ea typeface="Jost"/>
                          <a:cs typeface="Jost"/>
                          <a:sym typeface="Jost"/>
                        </a:rPr>
                        <a:t xml:space="preserve">/oo/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 xml:space="preserve">/y-oo/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/r/</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8D8D8"/>
                      </a:solidFill>
                      <a:prstDash val="solid"/>
                      <a:round/>
                      <a:headEnd len="sm" w="sm" type="none"/>
                      <a:tailEnd len="sm" w="sm" type="none"/>
                    </a:lnR>
                    <a:lnT cap="flat" cmpd="sng" w="9525">
                      <a:solidFill>
                        <a:srgbClr val="D8D8D8"/>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/n/</a:t>
                      </a:r>
                      <a:endParaRPr sz="1600" u="none" cap="none" strike="noStrike">
                        <a:latin typeface="Jost"/>
                        <a:ea typeface="Jost"/>
                        <a:cs typeface="Jost"/>
                        <a:sym typeface="Jost"/>
                      </a:endParaRPr>
                    </a:p>
                  </a:txBody>
                  <a:tcPr marT="0" marB="0" marR="0" marL="0" anchor="ctr">
                    <a:lnL cap="flat" cmpd="sng" w="9525">
                      <a:solidFill>
                        <a:srgbClr val="D8D8D8"/>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/m/</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/ch/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/k/</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/j/</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/v/</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 xml:space="preserve">/u/ </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/e/</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 xml:space="preserve">/i/ </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/s/</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600" u="none" cap="none" strike="noStrike">
                          <a:latin typeface="Jost"/>
                          <a:ea typeface="Jost"/>
                          <a:cs typeface="Jost"/>
                          <a:sym typeface="Jost"/>
                        </a:rPr>
                        <a:t>/zh/</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Jost"/>
                          <a:ea typeface="Jost"/>
                          <a:cs typeface="Jost"/>
                          <a:sym typeface="Jost"/>
                        </a:rPr>
                        <a:t>/z/</a:t>
                      </a:r>
                      <a:endParaRPr sz="16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latin typeface="Jost"/>
                          <a:ea typeface="Jost"/>
                          <a:cs typeface="Jost"/>
                          <a:sym typeface="Jost"/>
                        </a:rPr>
                        <a:t>/</a:t>
                      </a:r>
                      <a:r>
                        <a:rPr lang="en-US" sz="1350">
                          <a:latin typeface="Poppins"/>
                          <a:ea typeface="Poppins"/>
                          <a:cs typeface="Poppins"/>
                          <a:sym typeface="Poppins"/>
                        </a:rPr>
                        <a:t>a</a:t>
                      </a:r>
                      <a:r>
                        <a:rPr lang="en-US" sz="1600">
                          <a:latin typeface="Jost"/>
                          <a:ea typeface="Jost"/>
                          <a:cs typeface="Jost"/>
                          <a:sym typeface="Jost"/>
                        </a:rPr>
                        <a:t>r/</a:t>
                      </a:r>
                      <a:endParaRPr sz="1600">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r h="508050">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latin typeface="Jost"/>
                          <a:ea typeface="Jost"/>
                          <a:cs typeface="Jost"/>
                          <a:sym typeface="Jost"/>
                        </a:rPr>
                        <a:t>/or/</a:t>
                      </a:r>
                      <a:endParaRPr sz="1800" u="none" cap="none" strike="noStrike">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rtl="0" algn="ctr">
                        <a:spcBef>
                          <a:spcPts val="0"/>
                        </a:spcBef>
                        <a:spcAft>
                          <a:spcPts val="0"/>
                        </a:spcAft>
                        <a:buClr>
                          <a:srgbClr val="000000"/>
                        </a:buClr>
                        <a:buSzPts val="1600"/>
                        <a:buFont typeface="Arial"/>
                        <a:buNone/>
                      </a:pPr>
                      <a:r>
                        <a:rPr lang="en-US" sz="1600">
                          <a:solidFill>
                            <a:srgbClr val="FFFFFF"/>
                          </a:solidFill>
                          <a:latin typeface="Jost"/>
                          <a:ea typeface="Jost"/>
                          <a:cs typeface="Jost"/>
                          <a:sym typeface="Jost"/>
                        </a:rPr>
                        <a:t>/ur/</a:t>
                      </a:r>
                      <a:endParaRPr sz="1600">
                        <a:solidFill>
                          <a:srgbClr val="FFFFFF"/>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solidFill>
                      <a:srgbClr val="000000"/>
                    </a:solidFill>
                  </a:tcPr>
                </a:tc>
                <a:tc>
                  <a:txBody>
                    <a:bodyPr/>
                    <a:lstStyle/>
                    <a:p>
                      <a:pPr indent="0" lvl="0" marL="0" rtl="0" algn="ctr">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600"/>
                        <a:buFont typeface="Arial"/>
                        <a:buNone/>
                      </a:pPr>
                      <a:r>
                        <a:t/>
                      </a:r>
                      <a:endParaRPr sz="1600" u="none" cap="none" strike="noStrike">
                        <a:solidFill>
                          <a:srgbClr val="D9D9D9"/>
                        </a:solidFill>
                        <a:latin typeface="Jost"/>
                        <a:ea typeface="Jost"/>
                        <a:cs typeface="Jost"/>
                        <a:sym typeface="Jost"/>
                      </a:endParaRPr>
                    </a:p>
                  </a:txBody>
                  <a:tcPr marT="0" marB="0" marR="0" marL="0" anchor="ctr">
                    <a:lnL cap="flat" cmpd="sng" w="9525">
                      <a:solidFill>
                        <a:srgbClr val="D0CECE"/>
                      </a:solidFill>
                      <a:prstDash val="solid"/>
                      <a:round/>
                      <a:headEnd len="sm" w="sm" type="none"/>
                      <a:tailEnd len="sm" w="sm" type="none"/>
                    </a:lnL>
                    <a:lnR cap="flat" cmpd="sng" w="9525">
                      <a:solidFill>
                        <a:srgbClr val="D0CECE"/>
                      </a:solidFill>
                      <a:prstDash val="solid"/>
                      <a:round/>
                      <a:headEnd len="sm" w="sm" type="none"/>
                      <a:tailEnd len="sm" w="sm" type="none"/>
                    </a:lnR>
                    <a:lnT cap="flat" cmpd="sng" w="9525">
                      <a:solidFill>
                        <a:srgbClr val="D0CECE"/>
                      </a:solidFill>
                      <a:prstDash val="solid"/>
                      <a:round/>
                      <a:headEnd len="sm" w="sm" type="none"/>
                      <a:tailEnd len="sm" w="sm" type="none"/>
                    </a:lnT>
                    <a:lnB cap="flat" cmpd="sng" w="9525">
                      <a:solidFill>
                        <a:srgbClr val="D0CECE"/>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g2bee4f4af4b_0_204"/>
          <p:cNvSpPr txBox="1"/>
          <p:nvPr>
            <p:ph idx="1" type="body"/>
          </p:nvPr>
        </p:nvSpPr>
        <p:spPr>
          <a:xfrm>
            <a:off x="3298550" y="103225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 xml:space="preserve">Learn and </a:t>
            </a:r>
            <a:r>
              <a:rPr lang="en-US"/>
              <a:t>practise</a:t>
            </a:r>
            <a:r>
              <a:rPr lang="en-US"/>
              <a:t xml:space="preserve"> </a:t>
            </a:r>
            <a:r>
              <a:rPr lang="en-US">
                <a:solidFill>
                  <a:srgbClr val="8DC63F"/>
                </a:solidFill>
              </a:rPr>
              <a:t>/ur/</a:t>
            </a:r>
            <a:r>
              <a:rPr lang="en-US"/>
              <a:t xml:space="preserve"> sound family spelling patterns.</a:t>
            </a:r>
            <a:endParaRPr/>
          </a:p>
        </p:txBody>
      </p:sp>
      <p:sp>
        <p:nvSpPr>
          <p:cNvPr id="663" name="Google Shape;663;g2bee4f4af4b_0_204"/>
          <p:cNvSpPr txBox="1"/>
          <p:nvPr>
            <p:ph idx="2" type="body"/>
          </p:nvPr>
        </p:nvSpPr>
        <p:spPr>
          <a:xfrm>
            <a:off x="3298550" y="2083460"/>
            <a:ext cx="4850100" cy="620700"/>
          </a:xfrm>
          <a:prstGeom prst="rect">
            <a:avLst/>
          </a:prstGeom>
          <a:noFill/>
          <a:ln>
            <a:noFill/>
          </a:ln>
        </p:spPr>
        <p:txBody>
          <a:bodyPr anchorCtr="0" anchor="ctr" bIns="0" lIns="0" spcFirstLastPara="1" rIns="0" wrap="square" tIns="0">
            <a:noAutofit/>
          </a:bodyPr>
          <a:lstStyle/>
          <a:p>
            <a:pPr indent="-330200" lvl="0" marL="457200" rtl="0" algn="l">
              <a:lnSpc>
                <a:spcPct val="100000"/>
              </a:lnSpc>
              <a:spcBef>
                <a:spcPts val="0"/>
              </a:spcBef>
              <a:spcAft>
                <a:spcPts val="0"/>
              </a:spcAft>
              <a:buSzPts val="1600"/>
              <a:buChar char="•"/>
            </a:pPr>
            <a:r>
              <a:rPr lang="en-US"/>
              <a:t>Recall all GPCs learned so far using flashcards.</a:t>
            </a:r>
            <a:endParaRPr/>
          </a:p>
        </p:txBody>
      </p:sp>
      <p:sp>
        <p:nvSpPr>
          <p:cNvPr id="664" name="Google Shape;664;g2bee4f4af4b_0_204"/>
          <p:cNvSpPr txBox="1"/>
          <p:nvPr/>
        </p:nvSpPr>
        <p:spPr>
          <a:xfrm>
            <a:off x="982251"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JNL686</a:t>
            </a:r>
            <a:endParaRPr b="0" i="0" sz="1000" u="none" cap="none" strike="noStrike">
              <a:solidFill>
                <a:srgbClr val="000000"/>
              </a:solidFill>
              <a:latin typeface="Poppins"/>
              <a:ea typeface="Poppins"/>
              <a:cs typeface="Poppins"/>
              <a:sym typeface="Poppins"/>
            </a:endParaRPr>
          </a:p>
        </p:txBody>
      </p:sp>
      <p:sp>
        <p:nvSpPr>
          <p:cNvPr id="665" name="Google Shape;665;g2bee4f4af4b_0_204"/>
          <p:cNvSpPr txBox="1"/>
          <p:nvPr/>
        </p:nvSpPr>
        <p:spPr>
          <a:xfrm>
            <a:off x="774951"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b="0" i="0" sz="1400" u="none" cap="none" strike="noStrike">
              <a:solidFill>
                <a:srgbClr val="000000"/>
              </a:solidFill>
              <a:latin typeface="Poppins Medium"/>
              <a:ea typeface="Poppins Medium"/>
              <a:cs typeface="Poppins Medium"/>
              <a:sym typeface="Poppins Medium"/>
            </a:endParaRPr>
          </a:p>
        </p:txBody>
      </p:sp>
      <p:pic>
        <p:nvPicPr>
          <p:cNvPr id="666" name="Google Shape;666;g2bee4f4af4b_0_204" title="JNL686-76F.png"/>
          <p:cNvPicPr preferRelativeResize="0"/>
          <p:nvPr/>
        </p:nvPicPr>
        <p:blipFill rotWithShape="1">
          <a:blip r:embed="rId3">
            <a:alphaModFix/>
          </a:blip>
          <a:srcRect b="0" l="79" r="79" t="0"/>
          <a:stretch/>
        </p:blipFill>
        <p:spPr>
          <a:xfrm>
            <a:off x="995626" y="4101860"/>
            <a:ext cx="786850" cy="1113689"/>
          </a:xfrm>
          <a:prstGeom prst="rect">
            <a:avLst/>
          </a:prstGeom>
          <a:noFill/>
          <a:ln>
            <a:noFill/>
          </a:ln>
          <a:effectLst>
            <a:outerShdw blurRad="71438" rotWithShape="0" algn="bl" dir="5220000" dist="19050">
              <a:srgbClr val="D8D8D8"/>
            </a:outerShdw>
          </a:effectLst>
        </p:spPr>
      </p:pic>
      <p:sp>
        <p:nvSpPr>
          <p:cNvPr id="667" name="Google Shape;667;g2bee4f4af4b_0_204"/>
          <p:cNvSpPr txBox="1"/>
          <p:nvPr/>
        </p:nvSpPr>
        <p:spPr>
          <a:xfrm>
            <a:off x="226250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JNL689</a:t>
            </a:r>
            <a:endParaRPr b="0" i="0" sz="1000" u="none" cap="none" strike="noStrike">
              <a:solidFill>
                <a:srgbClr val="000000"/>
              </a:solidFill>
              <a:latin typeface="Poppins"/>
              <a:ea typeface="Poppins"/>
              <a:cs typeface="Poppins"/>
              <a:sym typeface="Poppins"/>
            </a:endParaRPr>
          </a:p>
        </p:txBody>
      </p:sp>
      <p:sp>
        <p:nvSpPr>
          <p:cNvPr id="668" name="Google Shape;668;g2bee4f4af4b_0_204"/>
          <p:cNvSpPr txBox="1"/>
          <p:nvPr/>
        </p:nvSpPr>
        <p:spPr>
          <a:xfrm>
            <a:off x="2055206" y="5256529"/>
            <a:ext cx="12282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b="0" i="0" sz="1400" u="none" cap="none" strike="noStrike">
              <a:solidFill>
                <a:srgbClr val="000000"/>
              </a:solidFill>
              <a:latin typeface="Poppins Medium"/>
              <a:ea typeface="Poppins Medium"/>
              <a:cs typeface="Poppins Medium"/>
              <a:sym typeface="Poppins Medium"/>
            </a:endParaRPr>
          </a:p>
        </p:txBody>
      </p:sp>
      <p:pic>
        <p:nvPicPr>
          <p:cNvPr id="669" name="Google Shape;669;g2bee4f4af4b_0_204" title="JNL689-157F.png"/>
          <p:cNvPicPr preferRelativeResize="0"/>
          <p:nvPr/>
        </p:nvPicPr>
        <p:blipFill rotWithShape="1">
          <a:blip r:embed="rId4">
            <a:alphaModFix/>
          </a:blip>
          <a:srcRect b="0" l="0" r="0" t="0"/>
          <a:stretch/>
        </p:blipFill>
        <p:spPr>
          <a:xfrm>
            <a:off x="2262506" y="4169988"/>
            <a:ext cx="813600" cy="977432"/>
          </a:xfrm>
          <a:prstGeom prst="rect">
            <a:avLst/>
          </a:prstGeom>
          <a:noFill/>
          <a:ln>
            <a:noFill/>
          </a:ln>
          <a:effectLst>
            <a:outerShdw blurRad="71438" rotWithShape="0" algn="bl" dir="5220000" dist="19050">
              <a:srgbClr val="D8D8D8"/>
            </a:outerShdw>
          </a:effectLst>
        </p:spPr>
      </p:pic>
      <p:sp>
        <p:nvSpPr>
          <p:cNvPr id="670" name="Google Shape;670;g2bee4f4af4b_0_204"/>
          <p:cNvSpPr txBox="1"/>
          <p:nvPr/>
        </p:nvSpPr>
        <p:spPr>
          <a:xfrm>
            <a:off x="3647016" y="5566003"/>
            <a:ext cx="813600" cy="246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000"/>
              <a:buFont typeface="Arial"/>
              <a:buNone/>
            </a:pPr>
            <a:r>
              <a:rPr lang="en-US" sz="1000">
                <a:solidFill>
                  <a:srgbClr val="AEABAB"/>
                </a:solidFill>
                <a:latin typeface="Poppins"/>
                <a:ea typeface="Poppins"/>
                <a:cs typeface="Poppins"/>
                <a:sym typeface="Poppins"/>
              </a:rPr>
              <a:t>JNL687</a:t>
            </a:r>
            <a:endParaRPr b="0" i="0" sz="1000" u="none" cap="none" strike="noStrike">
              <a:solidFill>
                <a:srgbClr val="000000"/>
              </a:solidFill>
              <a:latin typeface="Poppins"/>
              <a:ea typeface="Poppins"/>
              <a:cs typeface="Poppins"/>
              <a:sym typeface="Poppins"/>
            </a:endParaRPr>
          </a:p>
        </p:txBody>
      </p:sp>
      <p:sp>
        <p:nvSpPr>
          <p:cNvPr id="671" name="Google Shape;671;g2bee4f4af4b_0_204"/>
          <p:cNvSpPr txBox="1"/>
          <p:nvPr/>
        </p:nvSpPr>
        <p:spPr>
          <a:xfrm>
            <a:off x="3364900" y="5256525"/>
            <a:ext cx="13779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a:t>
            </a:r>
            <a:r>
              <a:rPr b="0" i="0" lang="en-US" sz="900" u="none" cap="none" strike="noStrike">
                <a:solidFill>
                  <a:srgbClr val="757070"/>
                </a:solidFill>
                <a:latin typeface="Poppins Medium"/>
                <a:ea typeface="Poppins Medium"/>
                <a:cs typeface="Poppins Medium"/>
                <a:sym typeface="Poppins Medium"/>
              </a:rPr>
              <a:t>s</a:t>
            </a:r>
            <a:endParaRPr b="0" i="0" sz="1400" u="none" cap="none" strike="noStrike">
              <a:solidFill>
                <a:srgbClr val="000000"/>
              </a:solidFill>
              <a:latin typeface="Poppins Medium"/>
              <a:ea typeface="Poppins Medium"/>
              <a:cs typeface="Poppins Medium"/>
              <a:sym typeface="Poppins Medium"/>
            </a:endParaRPr>
          </a:p>
        </p:txBody>
      </p:sp>
      <p:pic>
        <p:nvPicPr>
          <p:cNvPr id="672" name="Google Shape;672;g2bee4f4af4b_0_204" title="JNL687-106F.png"/>
          <p:cNvPicPr preferRelativeResize="0"/>
          <p:nvPr/>
        </p:nvPicPr>
        <p:blipFill rotWithShape="1">
          <a:blip r:embed="rId5">
            <a:alphaModFix/>
          </a:blip>
          <a:srcRect b="0" l="0" r="0" t="0"/>
          <a:stretch/>
        </p:blipFill>
        <p:spPr>
          <a:xfrm>
            <a:off x="3587829" y="4326104"/>
            <a:ext cx="931974" cy="665200"/>
          </a:xfrm>
          <a:prstGeom prst="rect">
            <a:avLst/>
          </a:prstGeom>
          <a:noFill/>
          <a:ln>
            <a:noFill/>
          </a:ln>
          <a:effectLst>
            <a:outerShdw blurRad="71438" rotWithShape="0" algn="bl" dir="5220000" dist="19050">
              <a:srgbClr val="D8D8D8"/>
            </a:outerShdw>
          </a:effectLst>
        </p:spPr>
      </p:pic>
      <p:sp>
        <p:nvSpPr>
          <p:cNvPr id="673" name="Google Shape;673;g2bee4f4af4b_0_204">
            <a:hlinkClick action="ppaction://hlinksldjump" r:id="rId6"/>
          </p:cNvPr>
          <p:cNvSpPr/>
          <p:nvPr/>
        </p:nvSpPr>
        <p:spPr>
          <a:xfrm>
            <a:off x="898575" y="4127750"/>
            <a:ext cx="9963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4" name="Google Shape;674;g2bee4f4af4b_0_204">
            <a:hlinkClick action="ppaction://hlinksldjump" r:id="rId7"/>
          </p:cNvPr>
          <p:cNvSpPr/>
          <p:nvPr/>
        </p:nvSpPr>
        <p:spPr>
          <a:xfrm>
            <a:off x="20552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675" name="Google Shape;675;g2bee4f4af4b_0_204">
            <a:hlinkClick action="ppaction://hlinksldjump" r:id="rId8"/>
          </p:cNvPr>
          <p:cNvSpPr/>
          <p:nvPr/>
        </p:nvSpPr>
        <p:spPr>
          <a:xfrm>
            <a:off x="3439700" y="4127750"/>
            <a:ext cx="1228200" cy="1808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g341adeebc3b_0_2"/>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Recall all GPCs learned so far using flashcards.</a:t>
            </a:r>
            <a:endParaRPr/>
          </a:p>
        </p:txBody>
      </p:sp>
      <p:grpSp>
        <p:nvGrpSpPr>
          <p:cNvPr id="682" name="Google Shape;682;g341adeebc3b_0_2"/>
          <p:cNvGrpSpPr/>
          <p:nvPr/>
        </p:nvGrpSpPr>
        <p:grpSpPr>
          <a:xfrm>
            <a:off x="930400" y="2053244"/>
            <a:ext cx="7283200" cy="3724851"/>
            <a:chOff x="930400" y="2129444"/>
            <a:chExt cx="7283200" cy="3724851"/>
          </a:xfrm>
        </p:grpSpPr>
        <p:pic>
          <p:nvPicPr>
            <p:cNvPr id="683" name="Google Shape;683;g341adeebc3b_0_2"/>
            <p:cNvPicPr preferRelativeResize="0"/>
            <p:nvPr/>
          </p:nvPicPr>
          <p:blipFill rotWithShape="1">
            <a:blip r:embed="rId3">
              <a:alphaModFix/>
            </a:blip>
            <a:srcRect b="0" l="79" r="79" t="0"/>
            <a:stretch/>
          </p:blipFill>
          <p:spPr>
            <a:xfrm>
              <a:off x="930400" y="2129444"/>
              <a:ext cx="822525" cy="1164251"/>
            </a:xfrm>
            <a:prstGeom prst="rect">
              <a:avLst/>
            </a:prstGeom>
            <a:noFill/>
            <a:ln>
              <a:noFill/>
            </a:ln>
            <a:effectLst>
              <a:outerShdw blurRad="71438" rotWithShape="0" algn="bl" dir="5400000" dist="28575">
                <a:srgbClr val="000000">
                  <a:alpha val="15290"/>
                </a:srgbClr>
              </a:outerShdw>
            </a:effectLst>
          </p:spPr>
        </p:pic>
        <p:pic>
          <p:nvPicPr>
            <p:cNvPr id="684" name="Google Shape;684;g341adeebc3b_0_2"/>
            <p:cNvPicPr preferRelativeResize="0"/>
            <p:nvPr/>
          </p:nvPicPr>
          <p:blipFill rotWithShape="1">
            <a:blip r:embed="rId4">
              <a:alphaModFix/>
            </a:blip>
            <a:srcRect b="0" l="19" r="29" t="0"/>
            <a:stretch/>
          </p:blipFill>
          <p:spPr>
            <a:xfrm>
              <a:off x="3699261" y="2129444"/>
              <a:ext cx="822525" cy="1164251"/>
            </a:xfrm>
            <a:prstGeom prst="rect">
              <a:avLst/>
            </a:prstGeom>
            <a:noFill/>
            <a:ln>
              <a:noFill/>
            </a:ln>
            <a:effectLst>
              <a:outerShdw blurRad="71438" rotWithShape="0" algn="bl" dir="5400000" dist="28575">
                <a:srgbClr val="000000">
                  <a:alpha val="15290"/>
                </a:srgbClr>
              </a:outerShdw>
            </a:effectLst>
          </p:spPr>
        </p:pic>
        <p:pic>
          <p:nvPicPr>
            <p:cNvPr id="685" name="Google Shape;685;g341adeebc3b_0_2"/>
            <p:cNvPicPr preferRelativeResize="0"/>
            <p:nvPr/>
          </p:nvPicPr>
          <p:blipFill rotWithShape="1">
            <a:blip r:embed="rId5">
              <a:alphaModFix/>
            </a:blip>
            <a:srcRect b="0" l="19" r="29" t="0"/>
            <a:stretch/>
          </p:blipFill>
          <p:spPr>
            <a:xfrm>
              <a:off x="185335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6" name="Google Shape;686;g341adeebc3b_0_2"/>
            <p:cNvPicPr preferRelativeResize="0"/>
            <p:nvPr/>
          </p:nvPicPr>
          <p:blipFill rotWithShape="1">
            <a:blip r:embed="rId6">
              <a:alphaModFix/>
            </a:blip>
            <a:srcRect b="0" l="19" r="29" t="0"/>
            <a:stretch/>
          </p:blipFill>
          <p:spPr>
            <a:xfrm>
              <a:off x="2776307" y="2129444"/>
              <a:ext cx="822525" cy="1164251"/>
            </a:xfrm>
            <a:prstGeom prst="rect">
              <a:avLst/>
            </a:prstGeom>
            <a:noFill/>
            <a:ln>
              <a:noFill/>
            </a:ln>
            <a:effectLst>
              <a:outerShdw blurRad="71438" rotWithShape="0" algn="bl" dir="5400000" dist="28575">
                <a:srgbClr val="000000">
                  <a:alpha val="15290"/>
                </a:srgbClr>
              </a:outerShdw>
            </a:effectLst>
          </p:spPr>
        </p:pic>
        <p:pic>
          <p:nvPicPr>
            <p:cNvPr id="687" name="Google Shape;687;g341adeebc3b_0_2"/>
            <p:cNvPicPr preferRelativeResize="0"/>
            <p:nvPr/>
          </p:nvPicPr>
          <p:blipFill rotWithShape="1">
            <a:blip r:embed="rId7">
              <a:alphaModFix/>
            </a:blip>
            <a:srcRect b="0" l="79" r="79" t="0"/>
            <a:stretch/>
          </p:blipFill>
          <p:spPr>
            <a:xfrm>
              <a:off x="4622214" y="2129444"/>
              <a:ext cx="822525" cy="1164251"/>
            </a:xfrm>
            <a:prstGeom prst="rect">
              <a:avLst/>
            </a:prstGeom>
            <a:noFill/>
            <a:ln>
              <a:noFill/>
            </a:ln>
            <a:effectLst>
              <a:outerShdw blurRad="71438" rotWithShape="0" algn="bl" dir="5400000" dist="28575">
                <a:srgbClr val="000000">
                  <a:alpha val="15290"/>
                </a:srgbClr>
              </a:outerShdw>
            </a:effectLst>
          </p:spPr>
        </p:pic>
        <p:pic>
          <p:nvPicPr>
            <p:cNvPr id="688" name="Google Shape;688;g341adeebc3b_0_2"/>
            <p:cNvPicPr preferRelativeResize="0"/>
            <p:nvPr/>
          </p:nvPicPr>
          <p:blipFill rotWithShape="1">
            <a:blip r:embed="rId8">
              <a:alphaModFix/>
            </a:blip>
            <a:srcRect b="0" l="79" r="79" t="0"/>
            <a:stretch/>
          </p:blipFill>
          <p:spPr>
            <a:xfrm>
              <a:off x="7391075" y="2129444"/>
              <a:ext cx="822525" cy="1164251"/>
            </a:xfrm>
            <a:prstGeom prst="rect">
              <a:avLst/>
            </a:prstGeom>
            <a:noFill/>
            <a:ln>
              <a:noFill/>
            </a:ln>
            <a:effectLst>
              <a:outerShdw blurRad="71438" rotWithShape="0" algn="bl" dir="5400000" dist="28575">
                <a:srgbClr val="000000">
                  <a:alpha val="15290"/>
                </a:srgbClr>
              </a:outerShdw>
            </a:effectLst>
          </p:spPr>
        </p:pic>
        <p:pic>
          <p:nvPicPr>
            <p:cNvPr id="689" name="Google Shape;689;g341adeebc3b_0_2"/>
            <p:cNvPicPr preferRelativeResize="0"/>
            <p:nvPr/>
          </p:nvPicPr>
          <p:blipFill rotWithShape="1">
            <a:blip r:embed="rId9">
              <a:alphaModFix/>
            </a:blip>
            <a:srcRect b="0" l="79" r="79" t="0"/>
            <a:stretch/>
          </p:blipFill>
          <p:spPr>
            <a:xfrm>
              <a:off x="5545168" y="2129444"/>
              <a:ext cx="822525" cy="1164251"/>
            </a:xfrm>
            <a:prstGeom prst="rect">
              <a:avLst/>
            </a:prstGeom>
            <a:noFill/>
            <a:ln>
              <a:noFill/>
            </a:ln>
            <a:effectLst>
              <a:outerShdw blurRad="71438" rotWithShape="0" algn="bl" dir="5400000" dist="28575">
                <a:srgbClr val="000000">
                  <a:alpha val="15290"/>
                </a:srgbClr>
              </a:outerShdw>
            </a:effectLst>
          </p:spPr>
        </p:pic>
        <p:pic>
          <p:nvPicPr>
            <p:cNvPr id="690" name="Google Shape;690;g341adeebc3b_0_2"/>
            <p:cNvPicPr preferRelativeResize="0"/>
            <p:nvPr/>
          </p:nvPicPr>
          <p:blipFill rotWithShape="1">
            <a:blip r:embed="rId10">
              <a:alphaModFix/>
            </a:blip>
            <a:srcRect b="0" l="19" r="29" t="0"/>
            <a:stretch/>
          </p:blipFill>
          <p:spPr>
            <a:xfrm>
              <a:off x="6468121" y="2129444"/>
              <a:ext cx="822525" cy="1164251"/>
            </a:xfrm>
            <a:prstGeom prst="rect">
              <a:avLst/>
            </a:prstGeom>
            <a:noFill/>
            <a:ln>
              <a:noFill/>
            </a:ln>
            <a:effectLst>
              <a:outerShdw blurRad="71438" rotWithShape="0" algn="bl" dir="5400000" dist="28575">
                <a:srgbClr val="000000">
                  <a:alpha val="15290"/>
                </a:srgbClr>
              </a:outerShdw>
            </a:effectLst>
          </p:spPr>
        </p:pic>
        <p:pic>
          <p:nvPicPr>
            <p:cNvPr id="691" name="Google Shape;691;g341adeebc3b_0_2"/>
            <p:cNvPicPr preferRelativeResize="0"/>
            <p:nvPr/>
          </p:nvPicPr>
          <p:blipFill rotWithShape="1">
            <a:blip r:embed="rId11">
              <a:alphaModFix/>
            </a:blip>
            <a:srcRect b="0" l="79" r="79" t="0"/>
            <a:stretch/>
          </p:blipFill>
          <p:spPr>
            <a:xfrm>
              <a:off x="930400" y="3409744"/>
              <a:ext cx="822525" cy="1164251"/>
            </a:xfrm>
            <a:prstGeom prst="rect">
              <a:avLst/>
            </a:prstGeom>
            <a:noFill/>
            <a:ln>
              <a:noFill/>
            </a:ln>
            <a:effectLst>
              <a:outerShdw blurRad="71438" rotWithShape="0" algn="bl" dir="5400000" dist="28575">
                <a:srgbClr val="000000">
                  <a:alpha val="15290"/>
                </a:srgbClr>
              </a:outerShdw>
            </a:effectLst>
          </p:spPr>
        </p:pic>
        <p:pic>
          <p:nvPicPr>
            <p:cNvPr id="692" name="Google Shape;692;g341adeebc3b_0_2"/>
            <p:cNvPicPr preferRelativeResize="0"/>
            <p:nvPr/>
          </p:nvPicPr>
          <p:blipFill rotWithShape="1">
            <a:blip r:embed="rId12">
              <a:alphaModFix/>
            </a:blip>
            <a:srcRect b="0" l="19" r="29" t="0"/>
            <a:stretch/>
          </p:blipFill>
          <p:spPr>
            <a:xfrm>
              <a:off x="369926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3" name="Google Shape;693;g341adeebc3b_0_2"/>
            <p:cNvPicPr preferRelativeResize="0"/>
            <p:nvPr/>
          </p:nvPicPr>
          <p:blipFill rotWithShape="1">
            <a:blip r:embed="rId13">
              <a:alphaModFix/>
            </a:blip>
            <a:srcRect b="0" l="19" r="29" t="0"/>
            <a:stretch/>
          </p:blipFill>
          <p:spPr>
            <a:xfrm>
              <a:off x="185335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4" name="Google Shape;694;g341adeebc3b_0_2"/>
            <p:cNvPicPr preferRelativeResize="0"/>
            <p:nvPr/>
          </p:nvPicPr>
          <p:blipFill rotWithShape="1">
            <a:blip r:embed="rId14">
              <a:alphaModFix/>
            </a:blip>
            <a:srcRect b="0" l="19" r="29" t="0"/>
            <a:stretch/>
          </p:blipFill>
          <p:spPr>
            <a:xfrm>
              <a:off x="2776307" y="3409744"/>
              <a:ext cx="822525" cy="1164251"/>
            </a:xfrm>
            <a:prstGeom prst="rect">
              <a:avLst/>
            </a:prstGeom>
            <a:noFill/>
            <a:ln>
              <a:noFill/>
            </a:ln>
            <a:effectLst>
              <a:outerShdw blurRad="71438" rotWithShape="0" algn="bl" dir="5400000" dist="28575">
                <a:srgbClr val="000000">
                  <a:alpha val="15290"/>
                </a:srgbClr>
              </a:outerShdw>
            </a:effectLst>
          </p:spPr>
        </p:pic>
        <p:pic>
          <p:nvPicPr>
            <p:cNvPr id="695" name="Google Shape;695;g341adeebc3b_0_2"/>
            <p:cNvPicPr preferRelativeResize="0"/>
            <p:nvPr/>
          </p:nvPicPr>
          <p:blipFill rotWithShape="1">
            <a:blip r:embed="rId15">
              <a:alphaModFix/>
            </a:blip>
            <a:srcRect b="0" l="79" r="79" t="0"/>
            <a:stretch/>
          </p:blipFill>
          <p:spPr>
            <a:xfrm>
              <a:off x="4622214" y="3409744"/>
              <a:ext cx="822525" cy="1164251"/>
            </a:xfrm>
            <a:prstGeom prst="rect">
              <a:avLst/>
            </a:prstGeom>
            <a:noFill/>
            <a:ln>
              <a:noFill/>
            </a:ln>
            <a:effectLst>
              <a:outerShdw blurRad="71438" rotWithShape="0" algn="bl" dir="5400000" dist="28575">
                <a:srgbClr val="000000">
                  <a:alpha val="15290"/>
                </a:srgbClr>
              </a:outerShdw>
            </a:effectLst>
          </p:spPr>
        </p:pic>
        <p:pic>
          <p:nvPicPr>
            <p:cNvPr id="696" name="Google Shape;696;g341adeebc3b_0_2"/>
            <p:cNvPicPr preferRelativeResize="0"/>
            <p:nvPr/>
          </p:nvPicPr>
          <p:blipFill rotWithShape="1">
            <a:blip r:embed="rId16">
              <a:alphaModFix/>
            </a:blip>
            <a:srcRect b="0" l="79" r="79" t="0"/>
            <a:stretch/>
          </p:blipFill>
          <p:spPr>
            <a:xfrm>
              <a:off x="7391075" y="3409744"/>
              <a:ext cx="822525" cy="1164251"/>
            </a:xfrm>
            <a:prstGeom prst="rect">
              <a:avLst/>
            </a:prstGeom>
            <a:noFill/>
            <a:ln>
              <a:noFill/>
            </a:ln>
            <a:effectLst>
              <a:outerShdw blurRad="71438" rotWithShape="0" algn="bl" dir="5400000" dist="28575">
                <a:srgbClr val="000000">
                  <a:alpha val="15290"/>
                </a:srgbClr>
              </a:outerShdw>
            </a:effectLst>
          </p:spPr>
        </p:pic>
        <p:pic>
          <p:nvPicPr>
            <p:cNvPr id="697" name="Google Shape;697;g341adeebc3b_0_2"/>
            <p:cNvPicPr preferRelativeResize="0"/>
            <p:nvPr/>
          </p:nvPicPr>
          <p:blipFill rotWithShape="1">
            <a:blip r:embed="rId17">
              <a:alphaModFix/>
            </a:blip>
            <a:srcRect b="0" l="79" r="79" t="0"/>
            <a:stretch/>
          </p:blipFill>
          <p:spPr>
            <a:xfrm>
              <a:off x="5545168" y="3409744"/>
              <a:ext cx="822525" cy="1164251"/>
            </a:xfrm>
            <a:prstGeom prst="rect">
              <a:avLst/>
            </a:prstGeom>
            <a:noFill/>
            <a:ln>
              <a:noFill/>
            </a:ln>
            <a:effectLst>
              <a:outerShdw blurRad="71438" rotWithShape="0" algn="bl" dir="5400000" dist="28575">
                <a:srgbClr val="000000">
                  <a:alpha val="15290"/>
                </a:srgbClr>
              </a:outerShdw>
            </a:effectLst>
          </p:spPr>
        </p:pic>
        <p:pic>
          <p:nvPicPr>
            <p:cNvPr id="698" name="Google Shape;698;g341adeebc3b_0_2"/>
            <p:cNvPicPr preferRelativeResize="0"/>
            <p:nvPr/>
          </p:nvPicPr>
          <p:blipFill rotWithShape="1">
            <a:blip r:embed="rId18">
              <a:alphaModFix/>
            </a:blip>
            <a:srcRect b="0" l="19" r="29" t="0"/>
            <a:stretch/>
          </p:blipFill>
          <p:spPr>
            <a:xfrm>
              <a:off x="6468121" y="3409744"/>
              <a:ext cx="822525" cy="1164251"/>
            </a:xfrm>
            <a:prstGeom prst="rect">
              <a:avLst/>
            </a:prstGeom>
            <a:noFill/>
            <a:ln>
              <a:noFill/>
            </a:ln>
            <a:effectLst>
              <a:outerShdw blurRad="71438" rotWithShape="0" algn="bl" dir="5400000" dist="28575">
                <a:srgbClr val="000000">
                  <a:alpha val="15290"/>
                </a:srgbClr>
              </a:outerShdw>
            </a:effectLst>
          </p:spPr>
        </p:pic>
        <p:pic>
          <p:nvPicPr>
            <p:cNvPr id="699" name="Google Shape;699;g341adeebc3b_0_2"/>
            <p:cNvPicPr preferRelativeResize="0"/>
            <p:nvPr/>
          </p:nvPicPr>
          <p:blipFill rotWithShape="1">
            <a:blip r:embed="rId19">
              <a:alphaModFix/>
            </a:blip>
            <a:srcRect b="0" l="79" r="79" t="0"/>
            <a:stretch/>
          </p:blipFill>
          <p:spPr>
            <a:xfrm>
              <a:off x="930400" y="4690044"/>
              <a:ext cx="822525" cy="1164251"/>
            </a:xfrm>
            <a:prstGeom prst="rect">
              <a:avLst/>
            </a:prstGeom>
            <a:noFill/>
            <a:ln>
              <a:noFill/>
            </a:ln>
            <a:effectLst>
              <a:outerShdw blurRad="71438" rotWithShape="0" algn="bl" dir="5400000" dist="28575">
                <a:srgbClr val="000000">
                  <a:alpha val="15290"/>
                </a:srgbClr>
              </a:outerShdw>
            </a:effectLst>
          </p:spPr>
        </p:pic>
        <p:pic>
          <p:nvPicPr>
            <p:cNvPr id="700" name="Google Shape;700;g341adeebc3b_0_2"/>
            <p:cNvPicPr preferRelativeResize="0"/>
            <p:nvPr/>
          </p:nvPicPr>
          <p:blipFill rotWithShape="1">
            <a:blip r:embed="rId20">
              <a:alphaModFix/>
            </a:blip>
            <a:srcRect b="0" l="19" r="29" t="0"/>
            <a:stretch/>
          </p:blipFill>
          <p:spPr>
            <a:xfrm>
              <a:off x="3699261" y="4690044"/>
              <a:ext cx="822525" cy="1164251"/>
            </a:xfrm>
            <a:prstGeom prst="rect">
              <a:avLst/>
            </a:prstGeom>
            <a:noFill/>
            <a:ln>
              <a:noFill/>
            </a:ln>
            <a:effectLst>
              <a:outerShdw blurRad="71438" rotWithShape="0" algn="bl" dir="5400000" dist="28575">
                <a:srgbClr val="000000">
                  <a:alpha val="15290"/>
                </a:srgbClr>
              </a:outerShdw>
            </a:effectLst>
          </p:spPr>
        </p:pic>
        <p:pic>
          <p:nvPicPr>
            <p:cNvPr id="701" name="Google Shape;701;g341adeebc3b_0_2"/>
            <p:cNvPicPr preferRelativeResize="0"/>
            <p:nvPr/>
          </p:nvPicPr>
          <p:blipFill rotWithShape="1">
            <a:blip r:embed="rId21">
              <a:alphaModFix/>
            </a:blip>
            <a:srcRect b="0" l="19" r="29" t="0"/>
            <a:stretch/>
          </p:blipFill>
          <p:spPr>
            <a:xfrm>
              <a:off x="185335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2" name="Google Shape;702;g341adeebc3b_0_2"/>
            <p:cNvPicPr preferRelativeResize="0"/>
            <p:nvPr/>
          </p:nvPicPr>
          <p:blipFill rotWithShape="1">
            <a:blip r:embed="rId22">
              <a:alphaModFix/>
            </a:blip>
            <a:srcRect b="0" l="19" r="29" t="0"/>
            <a:stretch/>
          </p:blipFill>
          <p:spPr>
            <a:xfrm>
              <a:off x="2776307" y="4690044"/>
              <a:ext cx="822525" cy="1164251"/>
            </a:xfrm>
            <a:prstGeom prst="rect">
              <a:avLst/>
            </a:prstGeom>
            <a:noFill/>
            <a:ln>
              <a:noFill/>
            </a:ln>
            <a:effectLst>
              <a:outerShdw blurRad="71438" rotWithShape="0" algn="bl" dir="5400000" dist="28575">
                <a:srgbClr val="000000">
                  <a:alpha val="15290"/>
                </a:srgbClr>
              </a:outerShdw>
            </a:effectLst>
          </p:spPr>
        </p:pic>
        <p:pic>
          <p:nvPicPr>
            <p:cNvPr id="703" name="Google Shape;703;g341adeebc3b_0_2"/>
            <p:cNvPicPr preferRelativeResize="0"/>
            <p:nvPr/>
          </p:nvPicPr>
          <p:blipFill rotWithShape="1">
            <a:blip r:embed="rId23">
              <a:alphaModFix/>
            </a:blip>
            <a:srcRect b="0" l="79" r="79" t="0"/>
            <a:stretch/>
          </p:blipFill>
          <p:spPr>
            <a:xfrm>
              <a:off x="4622214" y="4690044"/>
              <a:ext cx="822525" cy="1164251"/>
            </a:xfrm>
            <a:prstGeom prst="rect">
              <a:avLst/>
            </a:prstGeom>
            <a:noFill/>
            <a:ln>
              <a:noFill/>
            </a:ln>
            <a:effectLst>
              <a:outerShdw blurRad="71438" rotWithShape="0" algn="bl" dir="5400000" dist="28575">
                <a:srgbClr val="000000">
                  <a:alpha val="15290"/>
                </a:srgbClr>
              </a:outerShdw>
            </a:effectLst>
          </p:spPr>
        </p:pic>
        <p:pic>
          <p:nvPicPr>
            <p:cNvPr id="704" name="Google Shape;704;g341adeebc3b_0_2"/>
            <p:cNvPicPr preferRelativeResize="0"/>
            <p:nvPr/>
          </p:nvPicPr>
          <p:blipFill rotWithShape="1">
            <a:blip r:embed="rId24">
              <a:alphaModFix/>
            </a:blip>
            <a:srcRect b="0" l="79" r="79" t="0"/>
            <a:stretch/>
          </p:blipFill>
          <p:spPr>
            <a:xfrm>
              <a:off x="5545168" y="4690044"/>
              <a:ext cx="822525" cy="1164251"/>
            </a:xfrm>
            <a:prstGeom prst="rect">
              <a:avLst/>
            </a:prstGeom>
            <a:noFill/>
            <a:ln>
              <a:noFill/>
            </a:ln>
            <a:effectLst>
              <a:outerShdw blurRad="71438" rotWithShape="0" algn="bl" dir="5400000" dist="28575">
                <a:srgbClr val="000000">
                  <a:alpha val="15290"/>
                </a:srgbClr>
              </a:outerShdw>
            </a:effectLst>
          </p:spPr>
        </p:pic>
        <p:pic>
          <p:nvPicPr>
            <p:cNvPr id="705" name="Google Shape;705;g341adeebc3b_0_2"/>
            <p:cNvPicPr preferRelativeResize="0"/>
            <p:nvPr/>
          </p:nvPicPr>
          <p:blipFill rotWithShape="1">
            <a:blip r:embed="rId25">
              <a:alphaModFix/>
            </a:blip>
            <a:srcRect b="0" l="19" r="29" t="0"/>
            <a:stretch/>
          </p:blipFill>
          <p:spPr>
            <a:xfrm>
              <a:off x="6468121" y="4690044"/>
              <a:ext cx="822525" cy="1164251"/>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g341adeebc3b_0_31"/>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2" name="Google Shape;712;g341adeebc3b_0_31"/>
          <p:cNvGrpSpPr/>
          <p:nvPr/>
        </p:nvGrpSpPr>
        <p:grpSpPr>
          <a:xfrm>
            <a:off x="930400" y="2053250"/>
            <a:ext cx="7283201" cy="2971674"/>
            <a:chOff x="930400" y="2129450"/>
            <a:chExt cx="7283201" cy="2971674"/>
          </a:xfrm>
        </p:grpSpPr>
        <p:pic>
          <p:nvPicPr>
            <p:cNvPr id="713" name="Google Shape;713;g341adeebc3b_0_31"/>
            <p:cNvPicPr preferRelativeResize="0"/>
            <p:nvPr/>
          </p:nvPicPr>
          <p:blipFill rotWithShape="1">
            <a:blip r:embed="rId3">
              <a:alphaModFix/>
            </a:blip>
            <a:srcRect b="0" l="79" r="79" t="0"/>
            <a:stretch/>
          </p:blipFill>
          <p:spPr>
            <a:xfrm>
              <a:off x="6821063" y="4172288"/>
              <a:ext cx="656212" cy="928835"/>
            </a:xfrm>
            <a:prstGeom prst="rect">
              <a:avLst/>
            </a:prstGeom>
            <a:noFill/>
            <a:ln>
              <a:noFill/>
            </a:ln>
            <a:effectLst>
              <a:outerShdw blurRad="71438" rotWithShape="0" algn="bl" dir="5400000" dist="28575">
                <a:srgbClr val="000000">
                  <a:alpha val="15290"/>
                </a:srgbClr>
              </a:outerShdw>
            </a:effectLst>
          </p:spPr>
        </p:pic>
        <p:pic>
          <p:nvPicPr>
            <p:cNvPr id="714" name="Google Shape;714;g341adeebc3b_0_31"/>
            <p:cNvPicPr preferRelativeResize="0"/>
            <p:nvPr/>
          </p:nvPicPr>
          <p:blipFill rotWithShape="1">
            <a:blip r:embed="rId4">
              <a:alphaModFix/>
            </a:blip>
            <a:srcRect b="0" l="19" r="29" t="0"/>
            <a:stretch/>
          </p:blipFill>
          <p:spPr>
            <a:xfrm>
              <a:off x="6084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5" name="Google Shape;715;g341adeebc3b_0_31"/>
            <p:cNvPicPr preferRelativeResize="0"/>
            <p:nvPr/>
          </p:nvPicPr>
          <p:blipFill rotWithShape="1">
            <a:blip r:embed="rId5">
              <a:alphaModFix/>
            </a:blip>
            <a:srcRect b="0" l="79" r="79" t="0"/>
            <a:stretch/>
          </p:blipFill>
          <p:spPr>
            <a:xfrm>
              <a:off x="5348396" y="4172288"/>
              <a:ext cx="656212" cy="928835"/>
            </a:xfrm>
            <a:prstGeom prst="rect">
              <a:avLst/>
            </a:prstGeom>
            <a:noFill/>
            <a:ln>
              <a:noFill/>
            </a:ln>
            <a:effectLst>
              <a:outerShdw blurRad="71438" rotWithShape="0" algn="bl" dir="5400000" dist="28575">
                <a:srgbClr val="000000">
                  <a:alpha val="15690"/>
                </a:srgbClr>
              </a:outerShdw>
            </a:effectLst>
          </p:spPr>
        </p:pic>
        <p:pic>
          <p:nvPicPr>
            <p:cNvPr id="716" name="Google Shape;716;g341adeebc3b_0_31"/>
            <p:cNvPicPr preferRelativeResize="0"/>
            <p:nvPr/>
          </p:nvPicPr>
          <p:blipFill rotWithShape="1">
            <a:blip r:embed="rId6">
              <a:alphaModFix/>
            </a:blip>
            <a:srcRect b="0" l="79" r="79" t="0"/>
            <a:stretch/>
          </p:blipFill>
          <p:spPr>
            <a:xfrm>
              <a:off x="4612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17" name="Google Shape;717;g341adeebc3b_0_31"/>
            <p:cNvPicPr preferRelativeResize="0"/>
            <p:nvPr/>
          </p:nvPicPr>
          <p:blipFill rotWithShape="1">
            <a:blip r:embed="rId7">
              <a:alphaModFix/>
            </a:blip>
            <a:srcRect b="0" l="19" r="29" t="0"/>
            <a:stretch/>
          </p:blipFill>
          <p:spPr>
            <a:xfrm>
              <a:off x="3875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18" name="Google Shape;718;g341adeebc3b_0_31"/>
            <p:cNvPicPr preferRelativeResize="0"/>
            <p:nvPr/>
          </p:nvPicPr>
          <p:blipFill rotWithShape="1">
            <a:blip r:embed="rId8">
              <a:alphaModFix/>
            </a:blip>
            <a:srcRect b="0" l="79" r="79" t="0"/>
            <a:stretch/>
          </p:blipFill>
          <p:spPr>
            <a:xfrm>
              <a:off x="3139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19" name="Google Shape;719;g341adeebc3b_0_31"/>
            <p:cNvPicPr preferRelativeResize="0"/>
            <p:nvPr/>
          </p:nvPicPr>
          <p:blipFill rotWithShape="1">
            <a:blip r:embed="rId9">
              <a:alphaModFix/>
            </a:blip>
            <a:srcRect b="0" l="79" r="79" t="0"/>
            <a:stretch/>
          </p:blipFill>
          <p:spPr>
            <a:xfrm>
              <a:off x="2403067" y="4172288"/>
              <a:ext cx="656212" cy="928835"/>
            </a:xfrm>
            <a:prstGeom prst="rect">
              <a:avLst/>
            </a:prstGeom>
            <a:noFill/>
            <a:ln>
              <a:noFill/>
            </a:ln>
            <a:effectLst>
              <a:outerShdw blurRad="71438" rotWithShape="0" algn="bl" dir="5400000" dist="28575">
                <a:srgbClr val="000000">
                  <a:alpha val="15690"/>
                </a:srgbClr>
              </a:outerShdw>
            </a:effectLst>
          </p:spPr>
        </p:pic>
        <p:pic>
          <p:nvPicPr>
            <p:cNvPr id="720" name="Google Shape;720;g341adeebc3b_0_31"/>
            <p:cNvPicPr preferRelativeResize="0"/>
            <p:nvPr/>
          </p:nvPicPr>
          <p:blipFill rotWithShape="1">
            <a:blip r:embed="rId10">
              <a:alphaModFix/>
            </a:blip>
            <a:srcRect b="0" l="19" r="29" t="0"/>
            <a:stretch/>
          </p:blipFill>
          <p:spPr>
            <a:xfrm>
              <a:off x="1666733" y="4172288"/>
              <a:ext cx="656212" cy="928836"/>
            </a:xfrm>
            <a:prstGeom prst="rect">
              <a:avLst/>
            </a:prstGeom>
            <a:noFill/>
            <a:ln>
              <a:noFill/>
            </a:ln>
            <a:effectLst>
              <a:outerShdw blurRad="71438" rotWithShape="0" algn="bl" dir="5400000" dist="28575">
                <a:srgbClr val="000000">
                  <a:alpha val="15690"/>
                </a:srgbClr>
              </a:outerShdw>
            </a:effectLst>
          </p:spPr>
        </p:pic>
        <p:pic>
          <p:nvPicPr>
            <p:cNvPr id="721" name="Google Shape;721;g341adeebc3b_0_31"/>
            <p:cNvPicPr preferRelativeResize="0"/>
            <p:nvPr/>
          </p:nvPicPr>
          <p:blipFill rotWithShape="1">
            <a:blip r:embed="rId11">
              <a:alphaModFix/>
            </a:blip>
            <a:srcRect b="0" l="79" r="79" t="0"/>
            <a:stretch/>
          </p:blipFill>
          <p:spPr>
            <a:xfrm>
              <a:off x="930400" y="4172288"/>
              <a:ext cx="656212" cy="928835"/>
            </a:xfrm>
            <a:prstGeom prst="rect">
              <a:avLst/>
            </a:prstGeom>
            <a:noFill/>
            <a:ln>
              <a:noFill/>
            </a:ln>
            <a:effectLst>
              <a:outerShdw blurRad="71438" rotWithShape="0" algn="bl" dir="5400000" dist="28575">
                <a:srgbClr val="000000">
                  <a:alpha val="15690"/>
                </a:srgbClr>
              </a:outerShdw>
            </a:effectLst>
          </p:spPr>
        </p:pic>
        <p:pic>
          <p:nvPicPr>
            <p:cNvPr id="722" name="Google Shape;722;g341adeebc3b_0_31"/>
            <p:cNvPicPr preferRelativeResize="0"/>
            <p:nvPr/>
          </p:nvPicPr>
          <p:blipFill rotWithShape="1">
            <a:blip r:embed="rId12">
              <a:alphaModFix/>
            </a:blip>
            <a:srcRect b="0" l="19" r="29" t="0"/>
            <a:stretch/>
          </p:blipFill>
          <p:spPr>
            <a:xfrm>
              <a:off x="7557389" y="3150869"/>
              <a:ext cx="656212" cy="928836"/>
            </a:xfrm>
            <a:prstGeom prst="rect">
              <a:avLst/>
            </a:prstGeom>
            <a:noFill/>
            <a:ln>
              <a:noFill/>
            </a:ln>
            <a:effectLst>
              <a:outerShdw blurRad="71438" rotWithShape="0" algn="bl" dir="5400000" dist="28575">
                <a:srgbClr val="000000">
                  <a:alpha val="16079"/>
                </a:srgbClr>
              </a:outerShdw>
            </a:effectLst>
          </p:spPr>
        </p:pic>
        <p:pic>
          <p:nvPicPr>
            <p:cNvPr id="723" name="Google Shape;723;g341adeebc3b_0_31"/>
            <p:cNvPicPr preferRelativeResize="0"/>
            <p:nvPr/>
          </p:nvPicPr>
          <p:blipFill rotWithShape="1">
            <a:blip r:embed="rId13">
              <a:alphaModFix/>
            </a:blip>
            <a:srcRect b="0" l="79" r="79" t="0"/>
            <a:stretch/>
          </p:blipFill>
          <p:spPr>
            <a:xfrm>
              <a:off x="6821063" y="3150869"/>
              <a:ext cx="656212" cy="928835"/>
            </a:xfrm>
            <a:prstGeom prst="rect">
              <a:avLst/>
            </a:prstGeom>
            <a:noFill/>
            <a:ln>
              <a:noFill/>
            </a:ln>
            <a:effectLst>
              <a:outerShdw blurRad="71438" rotWithShape="0" algn="bl" dir="5400000" dist="28575">
                <a:srgbClr val="000000">
                  <a:alpha val="15690"/>
                </a:srgbClr>
              </a:outerShdw>
            </a:effectLst>
          </p:spPr>
        </p:pic>
        <p:pic>
          <p:nvPicPr>
            <p:cNvPr id="724" name="Google Shape;724;g341adeebc3b_0_31"/>
            <p:cNvPicPr preferRelativeResize="0"/>
            <p:nvPr/>
          </p:nvPicPr>
          <p:blipFill rotWithShape="1">
            <a:blip r:embed="rId14">
              <a:alphaModFix/>
            </a:blip>
            <a:srcRect b="0" l="79" r="79" t="0"/>
            <a:stretch/>
          </p:blipFill>
          <p:spPr>
            <a:xfrm>
              <a:off x="6084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5" name="Google Shape;725;g341adeebc3b_0_31"/>
            <p:cNvPicPr preferRelativeResize="0"/>
            <p:nvPr/>
          </p:nvPicPr>
          <p:blipFill rotWithShape="1">
            <a:blip r:embed="rId15">
              <a:alphaModFix/>
            </a:blip>
            <a:srcRect b="0" l="19" r="29" t="0"/>
            <a:stretch/>
          </p:blipFill>
          <p:spPr>
            <a:xfrm>
              <a:off x="5348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6" name="Google Shape;726;g341adeebc3b_0_31"/>
            <p:cNvPicPr preferRelativeResize="0"/>
            <p:nvPr/>
          </p:nvPicPr>
          <p:blipFill rotWithShape="1">
            <a:blip r:embed="rId16">
              <a:alphaModFix/>
            </a:blip>
            <a:srcRect b="0" l="79" r="79" t="0"/>
            <a:stretch/>
          </p:blipFill>
          <p:spPr>
            <a:xfrm>
              <a:off x="4612067" y="3150869"/>
              <a:ext cx="656212" cy="928835"/>
            </a:xfrm>
            <a:prstGeom prst="rect">
              <a:avLst/>
            </a:prstGeom>
            <a:noFill/>
            <a:ln>
              <a:noFill/>
            </a:ln>
            <a:effectLst>
              <a:outerShdw blurRad="71438" rotWithShape="0" algn="bl" dir="5400000" dist="28575">
                <a:srgbClr val="000000">
                  <a:alpha val="15690"/>
                </a:srgbClr>
              </a:outerShdw>
            </a:effectLst>
          </p:spPr>
        </p:pic>
        <p:pic>
          <p:nvPicPr>
            <p:cNvPr id="727" name="Google Shape;727;g341adeebc3b_0_31"/>
            <p:cNvPicPr preferRelativeResize="0"/>
            <p:nvPr/>
          </p:nvPicPr>
          <p:blipFill rotWithShape="1">
            <a:blip r:embed="rId17">
              <a:alphaModFix/>
            </a:blip>
            <a:srcRect b="0" l="19" r="29" t="0"/>
            <a:stretch/>
          </p:blipFill>
          <p:spPr>
            <a:xfrm>
              <a:off x="3139400" y="3150869"/>
              <a:ext cx="656212" cy="928836"/>
            </a:xfrm>
            <a:prstGeom prst="rect">
              <a:avLst/>
            </a:prstGeom>
            <a:noFill/>
            <a:ln>
              <a:noFill/>
            </a:ln>
            <a:effectLst>
              <a:outerShdw blurRad="71438" rotWithShape="0" algn="bl" dir="5400000" dist="28575">
                <a:srgbClr val="000000">
                  <a:alpha val="15690"/>
                </a:srgbClr>
              </a:outerShdw>
            </a:effectLst>
          </p:spPr>
        </p:pic>
        <p:pic>
          <p:nvPicPr>
            <p:cNvPr id="728" name="Google Shape;728;g341adeebc3b_0_31"/>
            <p:cNvPicPr preferRelativeResize="0"/>
            <p:nvPr/>
          </p:nvPicPr>
          <p:blipFill rotWithShape="1">
            <a:blip r:embed="rId18">
              <a:alphaModFix/>
            </a:blip>
            <a:srcRect b="0" l="79" r="79" t="0"/>
            <a:stretch/>
          </p:blipFill>
          <p:spPr>
            <a:xfrm>
              <a:off x="3875733" y="3150869"/>
              <a:ext cx="656212" cy="928835"/>
            </a:xfrm>
            <a:prstGeom prst="rect">
              <a:avLst/>
            </a:prstGeom>
            <a:noFill/>
            <a:ln>
              <a:noFill/>
            </a:ln>
            <a:effectLst>
              <a:outerShdw blurRad="71438" rotWithShape="0" algn="bl" dir="5400000" dist="28575">
                <a:srgbClr val="000000">
                  <a:alpha val="15690"/>
                </a:srgbClr>
              </a:outerShdw>
            </a:effectLst>
          </p:spPr>
        </p:pic>
        <p:pic>
          <p:nvPicPr>
            <p:cNvPr id="729" name="Google Shape;729;g341adeebc3b_0_31"/>
            <p:cNvPicPr preferRelativeResize="0"/>
            <p:nvPr/>
          </p:nvPicPr>
          <p:blipFill rotWithShape="1">
            <a:blip r:embed="rId19">
              <a:alphaModFix/>
            </a:blip>
            <a:srcRect b="0" l="79" r="79" t="0"/>
            <a:stretch/>
          </p:blipFill>
          <p:spPr>
            <a:xfrm>
              <a:off x="930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0" name="Google Shape;730;g341adeebc3b_0_31"/>
            <p:cNvPicPr preferRelativeResize="0"/>
            <p:nvPr/>
          </p:nvPicPr>
          <p:blipFill rotWithShape="1">
            <a:blip r:embed="rId20">
              <a:alphaModFix/>
            </a:blip>
            <a:srcRect b="0" l="79" r="79" t="0"/>
            <a:stretch/>
          </p:blipFill>
          <p:spPr>
            <a:xfrm>
              <a:off x="3139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1" name="Google Shape;731;g341adeebc3b_0_31"/>
            <p:cNvPicPr preferRelativeResize="0"/>
            <p:nvPr/>
          </p:nvPicPr>
          <p:blipFill rotWithShape="1">
            <a:blip r:embed="rId21">
              <a:alphaModFix/>
            </a:blip>
            <a:srcRect b="0" l="79" r="79" t="0"/>
            <a:stretch/>
          </p:blipFill>
          <p:spPr>
            <a:xfrm>
              <a:off x="1666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2" name="Google Shape;732;g341adeebc3b_0_31"/>
            <p:cNvPicPr preferRelativeResize="0"/>
            <p:nvPr/>
          </p:nvPicPr>
          <p:blipFill rotWithShape="1">
            <a:blip r:embed="rId22">
              <a:alphaModFix/>
            </a:blip>
            <a:srcRect b="0" l="19" r="29" t="0"/>
            <a:stretch/>
          </p:blipFill>
          <p:spPr>
            <a:xfrm>
              <a:off x="2403067" y="2129450"/>
              <a:ext cx="656212" cy="928836"/>
            </a:xfrm>
            <a:prstGeom prst="rect">
              <a:avLst/>
            </a:prstGeom>
            <a:noFill/>
            <a:ln>
              <a:noFill/>
            </a:ln>
            <a:effectLst>
              <a:outerShdw blurRad="71438" rotWithShape="0" algn="bl" dir="5400000" dist="28575">
                <a:srgbClr val="000000">
                  <a:alpha val="15290"/>
                </a:srgbClr>
              </a:outerShdw>
            </a:effectLst>
          </p:spPr>
        </p:pic>
        <p:pic>
          <p:nvPicPr>
            <p:cNvPr id="733" name="Google Shape;733;g341adeebc3b_0_31"/>
            <p:cNvPicPr preferRelativeResize="0"/>
            <p:nvPr/>
          </p:nvPicPr>
          <p:blipFill rotWithShape="1">
            <a:blip r:embed="rId23">
              <a:alphaModFix/>
            </a:blip>
            <a:srcRect b="0" l="19" r="29" t="0"/>
            <a:stretch/>
          </p:blipFill>
          <p:spPr>
            <a:xfrm>
              <a:off x="3875733" y="2129450"/>
              <a:ext cx="656212" cy="928836"/>
            </a:xfrm>
            <a:prstGeom prst="rect">
              <a:avLst/>
            </a:prstGeom>
            <a:noFill/>
            <a:ln>
              <a:noFill/>
            </a:ln>
            <a:effectLst>
              <a:outerShdw blurRad="71438" rotWithShape="0" algn="bl" dir="5400000" dist="28575">
                <a:srgbClr val="000000">
                  <a:alpha val="15290"/>
                </a:srgbClr>
              </a:outerShdw>
            </a:effectLst>
          </p:spPr>
        </p:pic>
        <p:pic>
          <p:nvPicPr>
            <p:cNvPr id="734" name="Google Shape;734;g341adeebc3b_0_31"/>
            <p:cNvPicPr preferRelativeResize="0"/>
            <p:nvPr/>
          </p:nvPicPr>
          <p:blipFill rotWithShape="1">
            <a:blip r:embed="rId24">
              <a:alphaModFix/>
            </a:blip>
            <a:srcRect b="0" l="79" r="79" t="0"/>
            <a:stretch/>
          </p:blipFill>
          <p:spPr>
            <a:xfrm>
              <a:off x="6084733" y="2129450"/>
              <a:ext cx="656212" cy="928835"/>
            </a:xfrm>
            <a:prstGeom prst="rect">
              <a:avLst/>
            </a:prstGeom>
            <a:noFill/>
            <a:ln>
              <a:noFill/>
            </a:ln>
            <a:effectLst>
              <a:outerShdw blurRad="71438" rotWithShape="0" algn="bl" dir="5400000" dist="28575">
                <a:srgbClr val="000000">
                  <a:alpha val="15290"/>
                </a:srgbClr>
              </a:outerShdw>
            </a:effectLst>
          </p:spPr>
        </p:pic>
        <p:pic>
          <p:nvPicPr>
            <p:cNvPr id="735" name="Google Shape;735;g341adeebc3b_0_31"/>
            <p:cNvPicPr preferRelativeResize="0"/>
            <p:nvPr/>
          </p:nvPicPr>
          <p:blipFill rotWithShape="1">
            <a:blip r:embed="rId25">
              <a:alphaModFix/>
            </a:blip>
            <a:srcRect b="0" l="79" r="79" t="0"/>
            <a:stretch/>
          </p:blipFill>
          <p:spPr>
            <a:xfrm>
              <a:off x="4612067" y="2129450"/>
              <a:ext cx="656212" cy="928835"/>
            </a:xfrm>
            <a:prstGeom prst="rect">
              <a:avLst/>
            </a:prstGeom>
            <a:noFill/>
            <a:ln>
              <a:noFill/>
            </a:ln>
            <a:effectLst>
              <a:outerShdw blurRad="71438" rotWithShape="0" algn="bl" dir="5400000" dist="28575">
                <a:srgbClr val="000000">
                  <a:alpha val="15290"/>
                </a:srgbClr>
              </a:outerShdw>
            </a:effectLst>
          </p:spPr>
        </p:pic>
        <p:pic>
          <p:nvPicPr>
            <p:cNvPr id="736" name="Google Shape;736;g341adeebc3b_0_31"/>
            <p:cNvPicPr preferRelativeResize="0"/>
            <p:nvPr/>
          </p:nvPicPr>
          <p:blipFill rotWithShape="1">
            <a:blip r:embed="rId26">
              <a:alphaModFix/>
            </a:blip>
            <a:srcRect b="0" l="79" r="79" t="0"/>
            <a:stretch/>
          </p:blipFill>
          <p:spPr>
            <a:xfrm>
              <a:off x="5348400" y="2129450"/>
              <a:ext cx="656212" cy="928835"/>
            </a:xfrm>
            <a:prstGeom prst="rect">
              <a:avLst/>
            </a:prstGeom>
            <a:noFill/>
            <a:ln>
              <a:noFill/>
            </a:ln>
            <a:effectLst>
              <a:outerShdw blurRad="71438" rotWithShape="0" algn="bl" dir="5400000" dist="28575">
                <a:srgbClr val="000000">
                  <a:alpha val="15290"/>
                </a:srgbClr>
              </a:outerShdw>
            </a:effectLst>
          </p:spPr>
        </p:pic>
        <p:pic>
          <p:nvPicPr>
            <p:cNvPr id="737" name="Google Shape;737;g341adeebc3b_0_31"/>
            <p:cNvPicPr preferRelativeResize="0"/>
            <p:nvPr/>
          </p:nvPicPr>
          <p:blipFill rotWithShape="1">
            <a:blip r:embed="rId27">
              <a:alphaModFix/>
            </a:blip>
            <a:srcRect b="0" l="79" r="79" t="0"/>
            <a:stretch/>
          </p:blipFill>
          <p:spPr>
            <a:xfrm>
              <a:off x="2403067" y="3150869"/>
              <a:ext cx="656212" cy="928835"/>
            </a:xfrm>
            <a:prstGeom prst="rect">
              <a:avLst/>
            </a:prstGeom>
            <a:noFill/>
            <a:ln>
              <a:noFill/>
            </a:ln>
            <a:effectLst>
              <a:outerShdw blurRad="71438" rotWithShape="0" algn="bl" dir="5400000" dist="28575">
                <a:srgbClr val="000000">
                  <a:alpha val="15290"/>
                </a:srgbClr>
              </a:outerShdw>
            </a:effectLst>
          </p:spPr>
        </p:pic>
        <p:pic>
          <p:nvPicPr>
            <p:cNvPr id="738" name="Google Shape;738;g341adeebc3b_0_31"/>
            <p:cNvPicPr preferRelativeResize="0"/>
            <p:nvPr/>
          </p:nvPicPr>
          <p:blipFill rotWithShape="1">
            <a:blip r:embed="rId28">
              <a:alphaModFix/>
            </a:blip>
            <a:srcRect b="0" l="79" r="79" t="0"/>
            <a:stretch/>
          </p:blipFill>
          <p:spPr>
            <a:xfrm>
              <a:off x="930400" y="3150869"/>
              <a:ext cx="656212" cy="928835"/>
            </a:xfrm>
            <a:prstGeom prst="rect">
              <a:avLst/>
            </a:prstGeom>
            <a:noFill/>
            <a:ln>
              <a:noFill/>
            </a:ln>
            <a:effectLst>
              <a:outerShdw blurRad="71438" rotWithShape="0" algn="bl" dir="5400000" dist="28575">
                <a:srgbClr val="000000">
                  <a:alpha val="15290"/>
                </a:srgbClr>
              </a:outerShdw>
            </a:effectLst>
          </p:spPr>
        </p:pic>
        <p:pic>
          <p:nvPicPr>
            <p:cNvPr id="739" name="Google Shape;739;g341adeebc3b_0_31"/>
            <p:cNvPicPr preferRelativeResize="0"/>
            <p:nvPr/>
          </p:nvPicPr>
          <p:blipFill rotWithShape="1">
            <a:blip r:embed="rId29">
              <a:alphaModFix/>
            </a:blip>
            <a:srcRect b="0" l="19" r="29" t="0"/>
            <a:stretch/>
          </p:blipFill>
          <p:spPr>
            <a:xfrm>
              <a:off x="1666733" y="3150869"/>
              <a:ext cx="656212" cy="928836"/>
            </a:xfrm>
            <a:prstGeom prst="rect">
              <a:avLst/>
            </a:prstGeom>
            <a:noFill/>
            <a:ln>
              <a:noFill/>
            </a:ln>
            <a:effectLst>
              <a:outerShdw blurRad="71438" rotWithShape="0" algn="bl" dir="5400000" dist="28575">
                <a:srgbClr val="000000">
                  <a:alpha val="15290"/>
                </a:srgbClr>
              </a:outerShdw>
            </a:effectLst>
          </p:spPr>
        </p:pic>
        <p:pic>
          <p:nvPicPr>
            <p:cNvPr id="740" name="Google Shape;740;g341adeebc3b_0_31"/>
            <p:cNvPicPr preferRelativeResize="0"/>
            <p:nvPr/>
          </p:nvPicPr>
          <p:blipFill rotWithShape="1">
            <a:blip r:embed="rId30">
              <a:alphaModFix/>
            </a:blip>
            <a:srcRect b="0" l="19" r="29" t="0"/>
            <a:stretch/>
          </p:blipFill>
          <p:spPr>
            <a:xfrm>
              <a:off x="6821063" y="2129450"/>
              <a:ext cx="656212" cy="928836"/>
            </a:xfrm>
            <a:prstGeom prst="rect">
              <a:avLst/>
            </a:prstGeom>
            <a:noFill/>
            <a:ln>
              <a:noFill/>
            </a:ln>
            <a:effectLst>
              <a:outerShdw blurRad="71438" rotWithShape="0" algn="bl" dir="5400000" dist="28575">
                <a:srgbClr val="000000">
                  <a:alpha val="15290"/>
                </a:srgbClr>
              </a:outerShdw>
            </a:effectLst>
          </p:spPr>
        </p:pic>
        <p:pic>
          <p:nvPicPr>
            <p:cNvPr id="741" name="Google Shape;741;g341adeebc3b_0_31"/>
            <p:cNvPicPr preferRelativeResize="0"/>
            <p:nvPr/>
          </p:nvPicPr>
          <p:blipFill rotWithShape="1">
            <a:blip r:embed="rId31">
              <a:alphaModFix/>
            </a:blip>
            <a:srcRect b="0" l="79" r="79" t="0"/>
            <a:stretch/>
          </p:blipFill>
          <p:spPr>
            <a:xfrm>
              <a:off x="7557389" y="2129450"/>
              <a:ext cx="656212" cy="928835"/>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g341adeebc3b_0_6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8" name="Google Shape;748;g341adeebc3b_0_66"/>
          <p:cNvGrpSpPr/>
          <p:nvPr/>
        </p:nvGrpSpPr>
        <p:grpSpPr>
          <a:xfrm>
            <a:off x="930400" y="2053250"/>
            <a:ext cx="7283201" cy="2971674"/>
            <a:chOff x="930400" y="2053250"/>
            <a:chExt cx="7283201" cy="2971674"/>
          </a:xfrm>
        </p:grpSpPr>
        <p:pic>
          <p:nvPicPr>
            <p:cNvPr id="749" name="Google Shape;749;g341adeebc3b_0_66"/>
            <p:cNvPicPr preferRelativeResize="0"/>
            <p:nvPr/>
          </p:nvPicPr>
          <p:blipFill rotWithShape="1">
            <a:blip r:embed="rId3">
              <a:alphaModFix/>
            </a:blip>
            <a:srcRect b="0" l="79" r="79" t="0"/>
            <a:stretch/>
          </p:blipFill>
          <p:spPr>
            <a:xfrm>
              <a:off x="2403067" y="4096088"/>
              <a:ext cx="656212" cy="928835"/>
            </a:xfrm>
            <a:prstGeom prst="rect">
              <a:avLst/>
            </a:prstGeom>
            <a:noFill/>
            <a:ln>
              <a:noFill/>
            </a:ln>
            <a:effectLst>
              <a:outerShdw blurRad="71438" rotWithShape="0" algn="bl" dir="5400000" dist="28575">
                <a:srgbClr val="000000">
                  <a:alpha val="14510"/>
                </a:srgbClr>
              </a:outerShdw>
            </a:effectLst>
          </p:spPr>
        </p:pic>
        <p:pic>
          <p:nvPicPr>
            <p:cNvPr id="750" name="Google Shape;750;g341adeebc3b_0_66"/>
            <p:cNvPicPr preferRelativeResize="0"/>
            <p:nvPr/>
          </p:nvPicPr>
          <p:blipFill rotWithShape="1">
            <a:blip r:embed="rId4">
              <a:alphaModFix/>
            </a:blip>
            <a:srcRect b="0" l="19" r="29" t="0"/>
            <a:stretch/>
          </p:blipFill>
          <p:spPr>
            <a:xfrm>
              <a:off x="1666733" y="4096088"/>
              <a:ext cx="656212" cy="928836"/>
            </a:xfrm>
            <a:prstGeom prst="rect">
              <a:avLst/>
            </a:prstGeom>
            <a:noFill/>
            <a:ln>
              <a:noFill/>
            </a:ln>
            <a:effectLst>
              <a:outerShdw blurRad="71438" rotWithShape="0" algn="bl" dir="5400000" dist="28575">
                <a:srgbClr val="000000">
                  <a:alpha val="15290"/>
                </a:srgbClr>
              </a:outerShdw>
            </a:effectLst>
          </p:spPr>
        </p:pic>
        <p:pic>
          <p:nvPicPr>
            <p:cNvPr id="751" name="Google Shape;751;g341adeebc3b_0_66"/>
            <p:cNvPicPr preferRelativeResize="0"/>
            <p:nvPr/>
          </p:nvPicPr>
          <p:blipFill rotWithShape="1">
            <a:blip r:embed="rId5">
              <a:alphaModFix/>
            </a:blip>
            <a:srcRect b="0" l="19" r="29" t="0"/>
            <a:stretch/>
          </p:blipFill>
          <p:spPr>
            <a:xfrm>
              <a:off x="930400" y="4096088"/>
              <a:ext cx="656212" cy="928836"/>
            </a:xfrm>
            <a:prstGeom prst="rect">
              <a:avLst/>
            </a:prstGeom>
            <a:noFill/>
            <a:ln>
              <a:noFill/>
            </a:ln>
            <a:effectLst>
              <a:outerShdw blurRad="71438" rotWithShape="0" algn="bl" dir="5400000" dist="28575">
                <a:srgbClr val="000000">
                  <a:alpha val="15290"/>
                </a:srgbClr>
              </a:outerShdw>
            </a:effectLst>
          </p:spPr>
        </p:pic>
        <p:pic>
          <p:nvPicPr>
            <p:cNvPr id="752" name="Google Shape;752;g341adeebc3b_0_66"/>
            <p:cNvPicPr preferRelativeResize="0"/>
            <p:nvPr/>
          </p:nvPicPr>
          <p:blipFill rotWithShape="1">
            <a:blip r:embed="rId6">
              <a:alphaModFix/>
            </a:blip>
            <a:srcRect b="0" l="79" r="79" t="0"/>
            <a:stretch/>
          </p:blipFill>
          <p:spPr>
            <a:xfrm>
              <a:off x="7557389" y="3074669"/>
              <a:ext cx="656212" cy="928835"/>
            </a:xfrm>
            <a:prstGeom prst="rect">
              <a:avLst/>
            </a:prstGeom>
            <a:noFill/>
            <a:ln>
              <a:noFill/>
            </a:ln>
            <a:effectLst>
              <a:outerShdw blurRad="71438" rotWithShape="0" algn="bl" dir="5400000" dist="28575">
                <a:srgbClr val="000000">
                  <a:alpha val="15290"/>
                </a:srgbClr>
              </a:outerShdw>
            </a:effectLst>
          </p:spPr>
        </p:pic>
        <p:pic>
          <p:nvPicPr>
            <p:cNvPr id="753" name="Google Shape;753;g341adeebc3b_0_66"/>
            <p:cNvPicPr preferRelativeResize="0"/>
            <p:nvPr/>
          </p:nvPicPr>
          <p:blipFill rotWithShape="1">
            <a:blip r:embed="rId7">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4900"/>
                </a:srgbClr>
              </a:outerShdw>
            </a:effectLst>
          </p:spPr>
        </p:pic>
        <p:pic>
          <p:nvPicPr>
            <p:cNvPr id="754" name="Google Shape;754;g341adeebc3b_0_66"/>
            <p:cNvPicPr preferRelativeResize="0"/>
            <p:nvPr/>
          </p:nvPicPr>
          <p:blipFill rotWithShape="1">
            <a:blip r:embed="rId8">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55" name="Google Shape;755;g341adeebc3b_0_66"/>
            <p:cNvPicPr preferRelativeResize="0"/>
            <p:nvPr/>
          </p:nvPicPr>
          <p:blipFill rotWithShape="1">
            <a:blip r:embed="rId9">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4900"/>
                </a:srgbClr>
              </a:outerShdw>
            </a:effectLst>
          </p:spPr>
        </p:pic>
        <p:pic>
          <p:nvPicPr>
            <p:cNvPr id="756" name="Google Shape;756;g341adeebc3b_0_66"/>
            <p:cNvPicPr preferRelativeResize="0"/>
            <p:nvPr/>
          </p:nvPicPr>
          <p:blipFill rotWithShape="1">
            <a:blip r:embed="rId10">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4900"/>
                </a:srgbClr>
              </a:outerShdw>
            </a:effectLst>
          </p:spPr>
        </p:pic>
        <p:pic>
          <p:nvPicPr>
            <p:cNvPr id="757" name="Google Shape;757;g341adeebc3b_0_66"/>
            <p:cNvPicPr preferRelativeResize="0"/>
            <p:nvPr/>
          </p:nvPicPr>
          <p:blipFill rotWithShape="1">
            <a:blip r:embed="rId11">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8" name="Google Shape;758;g341adeebc3b_0_66"/>
            <p:cNvPicPr preferRelativeResize="0"/>
            <p:nvPr/>
          </p:nvPicPr>
          <p:blipFill rotWithShape="1">
            <a:blip r:embed="rId12">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4900"/>
                </a:srgbClr>
              </a:outerShdw>
            </a:effectLst>
          </p:spPr>
        </p:pic>
        <p:pic>
          <p:nvPicPr>
            <p:cNvPr id="759" name="Google Shape;759;g341adeebc3b_0_66"/>
            <p:cNvPicPr preferRelativeResize="0"/>
            <p:nvPr/>
          </p:nvPicPr>
          <p:blipFill rotWithShape="1">
            <a:blip r:embed="rId13">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4900"/>
                </a:srgbClr>
              </a:outerShdw>
            </a:effectLst>
          </p:spPr>
        </p:pic>
        <p:pic>
          <p:nvPicPr>
            <p:cNvPr id="760" name="Google Shape;760;g341adeebc3b_0_66"/>
            <p:cNvPicPr preferRelativeResize="0"/>
            <p:nvPr/>
          </p:nvPicPr>
          <p:blipFill rotWithShape="1">
            <a:blip r:embed="rId14">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4900"/>
                </a:srgbClr>
              </a:outerShdw>
            </a:effectLst>
          </p:spPr>
        </p:pic>
        <p:pic>
          <p:nvPicPr>
            <p:cNvPr id="761" name="Google Shape;761;g341adeebc3b_0_66"/>
            <p:cNvPicPr preferRelativeResize="0"/>
            <p:nvPr/>
          </p:nvPicPr>
          <p:blipFill rotWithShape="1">
            <a:blip r:embed="rId15">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2" name="Google Shape;762;g341adeebc3b_0_66"/>
            <p:cNvPicPr preferRelativeResize="0"/>
            <p:nvPr/>
          </p:nvPicPr>
          <p:blipFill rotWithShape="1">
            <a:blip r:embed="rId16">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3" name="Google Shape;763;g341adeebc3b_0_66"/>
            <p:cNvPicPr preferRelativeResize="0"/>
            <p:nvPr/>
          </p:nvPicPr>
          <p:blipFill rotWithShape="1">
            <a:blip r:embed="rId17">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4" name="Google Shape;764;g341adeebc3b_0_66"/>
            <p:cNvPicPr preferRelativeResize="0"/>
            <p:nvPr/>
          </p:nvPicPr>
          <p:blipFill rotWithShape="1">
            <a:blip r:embed="rId18">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65" name="Google Shape;765;g341adeebc3b_0_66"/>
            <p:cNvPicPr preferRelativeResize="0"/>
            <p:nvPr/>
          </p:nvPicPr>
          <p:blipFill rotWithShape="1">
            <a:blip r:embed="rId19">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4900"/>
                </a:srgbClr>
              </a:outerShdw>
            </a:effectLst>
          </p:spPr>
        </p:pic>
        <p:pic>
          <p:nvPicPr>
            <p:cNvPr id="766" name="Google Shape;766;g341adeebc3b_0_66"/>
            <p:cNvPicPr preferRelativeResize="0"/>
            <p:nvPr/>
          </p:nvPicPr>
          <p:blipFill rotWithShape="1">
            <a:blip r:embed="rId20">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67" name="Google Shape;767;g341adeebc3b_0_66"/>
            <p:cNvPicPr preferRelativeResize="0"/>
            <p:nvPr/>
          </p:nvPicPr>
          <p:blipFill rotWithShape="1">
            <a:blip r:embed="rId21">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68" name="Google Shape;768;g341adeebc3b_0_66"/>
            <p:cNvPicPr preferRelativeResize="0"/>
            <p:nvPr/>
          </p:nvPicPr>
          <p:blipFill rotWithShape="1">
            <a:blip r:embed="rId22">
              <a:alphaModFix/>
            </a:blip>
            <a:srcRect b="0" l="19" r="29" t="0"/>
            <a:stretch/>
          </p:blipFill>
          <p:spPr>
            <a:xfrm>
              <a:off x="6821063" y="3074669"/>
              <a:ext cx="656212" cy="928836"/>
            </a:xfrm>
            <a:prstGeom prst="rect">
              <a:avLst/>
            </a:prstGeom>
            <a:noFill/>
            <a:ln>
              <a:noFill/>
            </a:ln>
            <a:effectLst>
              <a:outerShdw blurRad="71438" rotWithShape="0" algn="bl" dir="5400000" dist="28575">
                <a:srgbClr val="000000">
                  <a:alpha val="14900"/>
                </a:srgbClr>
              </a:outerShdw>
            </a:effectLst>
          </p:spPr>
        </p:pic>
        <p:pic>
          <p:nvPicPr>
            <p:cNvPr id="769" name="Google Shape;769;g341adeebc3b_0_66"/>
            <p:cNvPicPr preferRelativeResize="0"/>
            <p:nvPr/>
          </p:nvPicPr>
          <p:blipFill rotWithShape="1">
            <a:blip r:embed="rId23">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4900"/>
                </a:srgbClr>
              </a:outerShdw>
            </a:effectLst>
          </p:spPr>
        </p:pic>
        <p:pic>
          <p:nvPicPr>
            <p:cNvPr id="770" name="Google Shape;770;g341adeebc3b_0_66"/>
            <p:cNvPicPr preferRelativeResize="0"/>
            <p:nvPr/>
          </p:nvPicPr>
          <p:blipFill rotWithShape="1">
            <a:blip r:embed="rId24">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71" name="Google Shape;771;g341adeebc3b_0_66"/>
            <p:cNvPicPr preferRelativeResize="0"/>
            <p:nvPr/>
          </p:nvPicPr>
          <p:blipFill rotWithShape="1">
            <a:blip r:embed="rId25">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4900"/>
                </a:srgbClr>
              </a:outerShdw>
            </a:effectLst>
          </p:spPr>
        </p:pic>
        <p:pic>
          <p:nvPicPr>
            <p:cNvPr id="772" name="Google Shape;772;g341adeebc3b_0_66"/>
            <p:cNvPicPr preferRelativeResize="0"/>
            <p:nvPr/>
          </p:nvPicPr>
          <p:blipFill rotWithShape="1">
            <a:blip r:embed="rId26">
              <a:alphaModFix/>
            </a:blip>
            <a:srcRect b="0" l="19" r="29" t="0"/>
            <a:stretch/>
          </p:blipFill>
          <p:spPr>
            <a:xfrm>
              <a:off x="6084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3" name="Google Shape;773;g341adeebc3b_0_66"/>
            <p:cNvPicPr preferRelativeResize="0"/>
            <p:nvPr/>
          </p:nvPicPr>
          <p:blipFill rotWithShape="1">
            <a:blip r:embed="rId27">
              <a:alphaModFix/>
            </a:blip>
            <a:srcRect b="0" l="79" r="79" t="0"/>
            <a:stretch/>
          </p:blipFill>
          <p:spPr>
            <a:xfrm>
              <a:off x="5348400" y="3074669"/>
              <a:ext cx="656212" cy="928835"/>
            </a:xfrm>
            <a:prstGeom prst="rect">
              <a:avLst/>
            </a:prstGeom>
            <a:noFill/>
            <a:ln>
              <a:noFill/>
            </a:ln>
            <a:effectLst>
              <a:outerShdw blurRad="71438" rotWithShape="0" algn="bl" dir="5400000" dist="28575">
                <a:srgbClr val="000000">
                  <a:alpha val="15290"/>
                </a:srgbClr>
              </a:outerShdw>
            </a:effectLst>
          </p:spPr>
        </p:pic>
        <p:pic>
          <p:nvPicPr>
            <p:cNvPr id="774" name="Google Shape;774;g341adeebc3b_0_66"/>
            <p:cNvPicPr preferRelativeResize="0"/>
            <p:nvPr/>
          </p:nvPicPr>
          <p:blipFill rotWithShape="1">
            <a:blip r:embed="rId28">
              <a:alphaModFix/>
            </a:blip>
            <a:srcRect b="0" l="79" r="79" t="0"/>
            <a:stretch/>
          </p:blipFill>
          <p:spPr>
            <a:xfrm>
              <a:off x="4612067" y="3074669"/>
              <a:ext cx="656212" cy="928835"/>
            </a:xfrm>
            <a:prstGeom prst="rect">
              <a:avLst/>
            </a:prstGeom>
            <a:noFill/>
            <a:ln>
              <a:noFill/>
            </a:ln>
            <a:effectLst>
              <a:outerShdw blurRad="71438" rotWithShape="0" algn="bl" dir="5400000" dist="28575">
                <a:srgbClr val="000000">
                  <a:alpha val="14900"/>
                </a:srgbClr>
              </a:outerShdw>
            </a:effectLst>
          </p:spPr>
        </p:pic>
        <p:pic>
          <p:nvPicPr>
            <p:cNvPr id="775" name="Google Shape;775;g341adeebc3b_0_66"/>
            <p:cNvPicPr preferRelativeResize="0"/>
            <p:nvPr/>
          </p:nvPicPr>
          <p:blipFill rotWithShape="1">
            <a:blip r:embed="rId29">
              <a:alphaModFix/>
            </a:blip>
            <a:srcRect b="0" l="19" r="29" t="0"/>
            <a:stretch/>
          </p:blipFill>
          <p:spPr>
            <a:xfrm>
              <a:off x="3875733" y="3074669"/>
              <a:ext cx="656212" cy="928836"/>
            </a:xfrm>
            <a:prstGeom prst="rect">
              <a:avLst/>
            </a:prstGeom>
            <a:noFill/>
            <a:ln>
              <a:noFill/>
            </a:ln>
            <a:effectLst>
              <a:outerShdw blurRad="71438" rotWithShape="0" algn="bl" dir="5400000" dist="28575">
                <a:srgbClr val="000000">
                  <a:alpha val="15290"/>
                </a:srgbClr>
              </a:outerShdw>
            </a:effectLst>
          </p:spPr>
        </p:pic>
        <p:pic>
          <p:nvPicPr>
            <p:cNvPr id="776" name="Google Shape;776;g341adeebc3b_0_66"/>
            <p:cNvPicPr preferRelativeResize="0"/>
            <p:nvPr/>
          </p:nvPicPr>
          <p:blipFill rotWithShape="1">
            <a:blip r:embed="rId30">
              <a:alphaModFix/>
            </a:blip>
            <a:srcRect b="0" l="19" r="29" t="0"/>
            <a:stretch/>
          </p:blipFill>
          <p:spPr>
            <a:xfrm>
              <a:off x="3139400" y="3074669"/>
              <a:ext cx="656212" cy="928836"/>
            </a:xfrm>
            <a:prstGeom prst="rect">
              <a:avLst/>
            </a:prstGeom>
            <a:noFill/>
            <a:ln>
              <a:noFill/>
            </a:ln>
            <a:effectLst>
              <a:outerShdw blurRad="71438" rotWithShape="0" algn="bl" dir="5400000" dist="28575">
                <a:srgbClr val="000000">
                  <a:alpha val="15290"/>
                </a:srgbClr>
              </a:outerShdw>
            </a:effectLst>
          </p:spPr>
        </p:pic>
        <p:pic>
          <p:nvPicPr>
            <p:cNvPr id="777" name="Google Shape;777;g341adeebc3b_0_66"/>
            <p:cNvPicPr preferRelativeResize="0"/>
            <p:nvPr/>
          </p:nvPicPr>
          <p:blipFill rotWithShape="1">
            <a:blip r:embed="rId31">
              <a:alphaModFix/>
            </a:blip>
            <a:srcRect b="0" l="79" r="79" t="0"/>
            <a:stretch/>
          </p:blipFill>
          <p:spPr>
            <a:xfrm>
              <a:off x="2403067" y="3074669"/>
              <a:ext cx="656212" cy="928835"/>
            </a:xfrm>
            <a:prstGeom prst="rect">
              <a:avLst/>
            </a:prstGeom>
            <a:noFill/>
            <a:ln>
              <a:noFill/>
            </a:ln>
            <a:effectLst>
              <a:outerShdw blurRad="71438" rotWithShape="0" algn="bl" dir="5400000" dist="28575">
                <a:srgbClr val="000000">
                  <a:alpha val="15290"/>
                </a:srgbClr>
              </a:outerShdw>
            </a:effectLst>
          </p:spPr>
        </p:pic>
        <p:pic>
          <p:nvPicPr>
            <p:cNvPr id="778" name="Google Shape;778;g341adeebc3b_0_66"/>
            <p:cNvPicPr preferRelativeResize="0"/>
            <p:nvPr/>
          </p:nvPicPr>
          <p:blipFill rotWithShape="1">
            <a:blip r:embed="rId32">
              <a:alphaModFix/>
            </a:blip>
            <a:srcRect b="0" l="19" r="29" t="0"/>
            <a:stretch/>
          </p:blipFill>
          <p:spPr>
            <a:xfrm>
              <a:off x="930400" y="3074669"/>
              <a:ext cx="656212" cy="928836"/>
            </a:xfrm>
            <a:prstGeom prst="rect">
              <a:avLst/>
            </a:prstGeom>
            <a:noFill/>
            <a:ln>
              <a:noFill/>
            </a:ln>
            <a:effectLst>
              <a:outerShdw blurRad="71438" rotWithShape="0" algn="bl" dir="5400000" dist="28575">
                <a:srgbClr val="000000">
                  <a:alpha val="14900"/>
                </a:srgbClr>
              </a:outerShdw>
            </a:effectLst>
          </p:spPr>
        </p:pic>
        <p:pic>
          <p:nvPicPr>
            <p:cNvPr id="779" name="Google Shape;779;g341adeebc3b_0_66"/>
            <p:cNvPicPr preferRelativeResize="0"/>
            <p:nvPr/>
          </p:nvPicPr>
          <p:blipFill rotWithShape="1">
            <a:blip r:embed="rId33">
              <a:alphaModFix/>
            </a:blip>
            <a:srcRect b="0" l="19" r="29" t="0"/>
            <a:stretch/>
          </p:blipFill>
          <p:spPr>
            <a:xfrm>
              <a:off x="1666733" y="3074669"/>
              <a:ext cx="656212" cy="928836"/>
            </a:xfrm>
            <a:prstGeom prst="rect">
              <a:avLst/>
            </a:prstGeom>
            <a:noFill/>
            <a:ln>
              <a:noFill/>
            </a:ln>
            <a:effectLst>
              <a:outerShdw blurRad="71438" rotWithShape="0" algn="bl" dir="5400000" dist="28575">
                <a:srgbClr val="000000">
                  <a:alpha val="14900"/>
                </a:srgbClr>
              </a:outerShdw>
            </a:effectLst>
          </p:spPr>
        </p:pic>
        <p:pic>
          <p:nvPicPr>
            <p:cNvPr id="780" name="Google Shape;780;g341adeebc3b_0_66"/>
            <p:cNvPicPr preferRelativeResize="0"/>
            <p:nvPr/>
          </p:nvPicPr>
          <p:blipFill rotWithShape="1">
            <a:blip r:embed="rId34">
              <a:alphaModFix/>
            </a:blip>
            <a:srcRect b="0" l="79" r="79" t="0"/>
            <a:stretch/>
          </p:blipFill>
          <p:spPr>
            <a:xfrm>
              <a:off x="930400" y="2053250"/>
              <a:ext cx="656212" cy="928835"/>
            </a:xfrm>
            <a:prstGeom prst="rect">
              <a:avLst/>
            </a:prstGeom>
            <a:noFill/>
            <a:ln>
              <a:noFill/>
            </a:ln>
            <a:effectLst>
              <a:outerShdw blurRad="71438" rotWithShape="0" algn="bl" dir="5400000" dist="28575">
                <a:srgbClr val="000000">
                  <a:alpha val="15290"/>
                </a:srgbClr>
              </a:outerShdw>
            </a:effectLst>
          </p:spPr>
        </p:pic>
        <p:pic>
          <p:nvPicPr>
            <p:cNvPr id="781" name="Google Shape;781;g341adeebc3b_0_66"/>
            <p:cNvPicPr preferRelativeResize="0"/>
            <p:nvPr/>
          </p:nvPicPr>
          <p:blipFill rotWithShape="1">
            <a:blip r:embed="rId35">
              <a:alphaModFix/>
            </a:blip>
            <a:srcRect b="0" l="19" r="29" t="0"/>
            <a:stretch/>
          </p:blipFill>
          <p:spPr>
            <a:xfrm>
              <a:off x="3139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2" name="Google Shape;782;g341adeebc3b_0_66"/>
            <p:cNvPicPr preferRelativeResize="0"/>
            <p:nvPr/>
          </p:nvPicPr>
          <p:blipFill rotWithShape="1">
            <a:blip r:embed="rId36">
              <a:alphaModFix/>
            </a:blip>
            <a:srcRect b="0" l="19" r="29" t="0"/>
            <a:stretch/>
          </p:blipFill>
          <p:spPr>
            <a:xfrm>
              <a:off x="1666733" y="2053250"/>
              <a:ext cx="656212" cy="928836"/>
            </a:xfrm>
            <a:prstGeom prst="rect">
              <a:avLst/>
            </a:prstGeom>
            <a:noFill/>
            <a:ln>
              <a:noFill/>
            </a:ln>
            <a:effectLst>
              <a:outerShdw blurRad="71438" rotWithShape="0" algn="bl" dir="5400000" dist="28575">
                <a:srgbClr val="000000">
                  <a:alpha val="15290"/>
                </a:srgbClr>
              </a:outerShdw>
            </a:effectLst>
          </p:spPr>
        </p:pic>
        <p:pic>
          <p:nvPicPr>
            <p:cNvPr id="783" name="Google Shape;783;g341adeebc3b_0_66"/>
            <p:cNvPicPr preferRelativeResize="0"/>
            <p:nvPr/>
          </p:nvPicPr>
          <p:blipFill rotWithShape="1">
            <a:blip r:embed="rId37">
              <a:alphaModFix/>
            </a:blip>
            <a:srcRect b="0" l="19" r="29" t="0"/>
            <a:stretch/>
          </p:blipFill>
          <p:spPr>
            <a:xfrm>
              <a:off x="2403067" y="2053250"/>
              <a:ext cx="656212" cy="928836"/>
            </a:xfrm>
            <a:prstGeom prst="rect">
              <a:avLst/>
            </a:prstGeom>
            <a:noFill/>
            <a:ln>
              <a:noFill/>
            </a:ln>
            <a:effectLst>
              <a:outerShdw blurRad="71438" rotWithShape="0" algn="bl" dir="5400000" dist="28575">
                <a:srgbClr val="000000">
                  <a:alpha val="15290"/>
                </a:srgbClr>
              </a:outerShdw>
            </a:effectLst>
          </p:spPr>
        </p:pic>
        <p:pic>
          <p:nvPicPr>
            <p:cNvPr id="784" name="Google Shape;784;g341adeebc3b_0_66"/>
            <p:cNvPicPr preferRelativeResize="0"/>
            <p:nvPr/>
          </p:nvPicPr>
          <p:blipFill rotWithShape="1">
            <a:blip r:embed="rId38">
              <a:alphaModFix/>
            </a:blip>
            <a:srcRect b="0" l="79" r="79" t="0"/>
            <a:stretch/>
          </p:blipFill>
          <p:spPr>
            <a:xfrm>
              <a:off x="3875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5" name="Google Shape;785;g341adeebc3b_0_66"/>
            <p:cNvPicPr preferRelativeResize="0"/>
            <p:nvPr/>
          </p:nvPicPr>
          <p:blipFill rotWithShape="1">
            <a:blip r:embed="rId39">
              <a:alphaModFix/>
            </a:blip>
            <a:srcRect b="0" l="79" r="79" t="0"/>
            <a:stretch/>
          </p:blipFill>
          <p:spPr>
            <a:xfrm>
              <a:off x="6084733" y="2053250"/>
              <a:ext cx="656212" cy="928835"/>
            </a:xfrm>
            <a:prstGeom prst="rect">
              <a:avLst/>
            </a:prstGeom>
            <a:noFill/>
            <a:ln>
              <a:noFill/>
            </a:ln>
            <a:effectLst>
              <a:outerShdw blurRad="71438" rotWithShape="0" algn="bl" dir="5400000" dist="28575">
                <a:srgbClr val="000000">
                  <a:alpha val="15290"/>
                </a:srgbClr>
              </a:outerShdw>
            </a:effectLst>
          </p:spPr>
        </p:pic>
        <p:pic>
          <p:nvPicPr>
            <p:cNvPr id="786" name="Google Shape;786;g341adeebc3b_0_66"/>
            <p:cNvPicPr preferRelativeResize="0"/>
            <p:nvPr/>
          </p:nvPicPr>
          <p:blipFill rotWithShape="1">
            <a:blip r:embed="rId40">
              <a:alphaModFix/>
            </a:blip>
            <a:srcRect b="0" l="79" r="79" t="0"/>
            <a:stretch/>
          </p:blipFill>
          <p:spPr>
            <a:xfrm>
              <a:off x="4612067" y="2053250"/>
              <a:ext cx="656212" cy="928835"/>
            </a:xfrm>
            <a:prstGeom prst="rect">
              <a:avLst/>
            </a:prstGeom>
            <a:noFill/>
            <a:ln>
              <a:noFill/>
            </a:ln>
            <a:effectLst>
              <a:outerShdw blurRad="71438" rotWithShape="0" algn="bl" dir="5400000" dist="28575">
                <a:srgbClr val="000000">
                  <a:alpha val="15290"/>
                </a:srgbClr>
              </a:outerShdw>
            </a:effectLst>
          </p:spPr>
        </p:pic>
        <p:pic>
          <p:nvPicPr>
            <p:cNvPr id="787" name="Google Shape;787;g341adeebc3b_0_66"/>
            <p:cNvPicPr preferRelativeResize="0"/>
            <p:nvPr/>
          </p:nvPicPr>
          <p:blipFill rotWithShape="1">
            <a:blip r:embed="rId41">
              <a:alphaModFix/>
            </a:blip>
            <a:srcRect b="0" l="19" r="29" t="0"/>
            <a:stretch/>
          </p:blipFill>
          <p:spPr>
            <a:xfrm>
              <a:off x="5348400" y="2053250"/>
              <a:ext cx="656212" cy="928836"/>
            </a:xfrm>
            <a:prstGeom prst="rect">
              <a:avLst/>
            </a:prstGeom>
            <a:noFill/>
            <a:ln>
              <a:noFill/>
            </a:ln>
            <a:effectLst>
              <a:outerShdw blurRad="71438" rotWithShape="0" algn="bl" dir="5400000" dist="28575">
                <a:srgbClr val="000000">
                  <a:alpha val="15290"/>
                </a:srgbClr>
              </a:outerShdw>
            </a:effectLst>
          </p:spPr>
        </p:pic>
        <p:pic>
          <p:nvPicPr>
            <p:cNvPr id="788" name="Google Shape;788;g341adeebc3b_0_66"/>
            <p:cNvPicPr preferRelativeResize="0"/>
            <p:nvPr/>
          </p:nvPicPr>
          <p:blipFill rotWithShape="1">
            <a:blip r:embed="rId42">
              <a:alphaModFix/>
            </a:blip>
            <a:srcRect b="0" l="79" r="79" t="0"/>
            <a:stretch/>
          </p:blipFill>
          <p:spPr>
            <a:xfrm>
              <a:off x="6821063" y="2053250"/>
              <a:ext cx="656212" cy="928835"/>
            </a:xfrm>
            <a:prstGeom prst="rect">
              <a:avLst/>
            </a:prstGeom>
            <a:noFill/>
            <a:ln>
              <a:noFill/>
            </a:ln>
            <a:effectLst>
              <a:outerShdw blurRad="71438" rotWithShape="0" algn="bl" dir="5400000" dist="28575">
                <a:srgbClr val="000000">
                  <a:alpha val="15290"/>
                </a:srgbClr>
              </a:outerShdw>
            </a:effectLst>
          </p:spPr>
        </p:pic>
        <p:pic>
          <p:nvPicPr>
            <p:cNvPr id="789" name="Google Shape;789;g341adeebc3b_0_66"/>
            <p:cNvPicPr preferRelativeResize="0"/>
            <p:nvPr/>
          </p:nvPicPr>
          <p:blipFill rotWithShape="1">
            <a:blip r:embed="rId43">
              <a:alphaModFix/>
            </a:blip>
            <a:srcRect b="0" l="19" r="29" t="0"/>
            <a:stretch/>
          </p:blipFill>
          <p:spPr>
            <a:xfrm>
              <a:off x="7557389" y="2053250"/>
              <a:ext cx="656212" cy="928836"/>
            </a:xfrm>
            <a:prstGeom prst="rect">
              <a:avLst/>
            </a:prstGeom>
            <a:noFill/>
            <a:ln>
              <a:noFill/>
            </a:ln>
            <a:effectLst>
              <a:outerShdw blurRad="71438" rotWithShape="0" algn="bl" dir="5400000" dist="28575">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g341adeebc3b_0_113"/>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6" name="Google Shape;796;g341adeebc3b_0_113"/>
          <p:cNvGrpSpPr/>
          <p:nvPr/>
        </p:nvGrpSpPr>
        <p:grpSpPr>
          <a:xfrm>
            <a:off x="855905" y="2053250"/>
            <a:ext cx="7272577" cy="3316697"/>
            <a:chOff x="855905" y="2053250"/>
            <a:chExt cx="7272577" cy="3316697"/>
          </a:xfrm>
        </p:grpSpPr>
        <p:pic>
          <p:nvPicPr>
            <p:cNvPr id="797" name="Google Shape;797;g341adeebc3b_0_113"/>
            <p:cNvPicPr preferRelativeResize="0"/>
            <p:nvPr/>
          </p:nvPicPr>
          <p:blipFill rotWithShape="1">
            <a:blip r:embed="rId3">
              <a:alphaModFix/>
            </a:blip>
            <a:srcRect b="0" l="0" r="0" t="0"/>
            <a:stretch/>
          </p:blipFill>
          <p:spPr>
            <a:xfrm>
              <a:off x="3913873" y="2901638"/>
              <a:ext cx="545045" cy="771487"/>
            </a:xfrm>
            <a:prstGeom prst="rect">
              <a:avLst/>
            </a:prstGeom>
            <a:noFill/>
            <a:ln>
              <a:noFill/>
            </a:ln>
            <a:effectLst>
              <a:outerShdw blurRad="71438" rotWithShape="0" algn="bl" dir="5400000" dist="28575">
                <a:srgbClr val="000000">
                  <a:alpha val="14900"/>
                </a:srgbClr>
              </a:outerShdw>
            </a:effectLst>
          </p:spPr>
        </p:pic>
        <p:pic>
          <p:nvPicPr>
            <p:cNvPr id="798" name="Google Shape;798;g341adeebc3b_0_113"/>
            <p:cNvPicPr preferRelativeResize="0"/>
            <p:nvPr/>
          </p:nvPicPr>
          <p:blipFill rotWithShape="1">
            <a:blip r:embed="rId4">
              <a:alphaModFix/>
            </a:blip>
            <a:srcRect b="0" l="79" r="79" t="0"/>
            <a:stretch/>
          </p:blipFill>
          <p:spPr>
            <a:xfrm>
              <a:off x="4525464" y="2901638"/>
              <a:ext cx="545045" cy="771487"/>
            </a:xfrm>
            <a:prstGeom prst="rect">
              <a:avLst/>
            </a:prstGeom>
            <a:noFill/>
            <a:ln>
              <a:noFill/>
            </a:ln>
            <a:effectLst>
              <a:outerShdw blurRad="71438" rotWithShape="0" algn="bl" dir="5400000" dist="28575">
                <a:srgbClr val="000000">
                  <a:alpha val="14900"/>
                </a:srgbClr>
              </a:outerShdw>
            </a:effectLst>
          </p:spPr>
        </p:pic>
        <p:pic>
          <p:nvPicPr>
            <p:cNvPr id="799" name="Google Shape;799;g341adeebc3b_0_113"/>
            <p:cNvPicPr preferRelativeResize="0"/>
            <p:nvPr/>
          </p:nvPicPr>
          <p:blipFill rotWithShape="1">
            <a:blip r:embed="rId5">
              <a:alphaModFix/>
            </a:blip>
            <a:srcRect b="0" l="19" r="29" t="0"/>
            <a:stretch/>
          </p:blipFill>
          <p:spPr>
            <a:xfrm>
              <a:off x="5137051" y="2901638"/>
              <a:ext cx="545045" cy="771492"/>
            </a:xfrm>
            <a:prstGeom prst="rect">
              <a:avLst/>
            </a:prstGeom>
            <a:noFill/>
            <a:ln>
              <a:noFill/>
            </a:ln>
            <a:effectLst>
              <a:outerShdw blurRad="71438" rotWithShape="0" algn="bl" dir="5400000" dist="28575">
                <a:srgbClr val="000000">
                  <a:alpha val="14900"/>
                </a:srgbClr>
              </a:outerShdw>
            </a:effectLst>
          </p:spPr>
        </p:pic>
        <p:pic>
          <p:nvPicPr>
            <p:cNvPr id="800" name="Google Shape;800;g341adeebc3b_0_113"/>
            <p:cNvPicPr preferRelativeResize="0"/>
            <p:nvPr/>
          </p:nvPicPr>
          <p:blipFill rotWithShape="1">
            <a:blip r:embed="rId6">
              <a:alphaModFix/>
            </a:blip>
            <a:srcRect b="0" l="19" r="29" t="0"/>
            <a:stretch/>
          </p:blipFill>
          <p:spPr>
            <a:xfrm>
              <a:off x="5748645" y="2901638"/>
              <a:ext cx="545045" cy="771492"/>
            </a:xfrm>
            <a:prstGeom prst="rect">
              <a:avLst/>
            </a:prstGeom>
            <a:noFill/>
            <a:ln>
              <a:noFill/>
            </a:ln>
            <a:effectLst>
              <a:outerShdw blurRad="71438" rotWithShape="0" algn="bl" dir="5400000" dist="28575">
                <a:srgbClr val="000000">
                  <a:alpha val="14900"/>
                </a:srgbClr>
              </a:outerShdw>
            </a:effectLst>
          </p:spPr>
        </p:pic>
        <p:pic>
          <p:nvPicPr>
            <p:cNvPr id="801" name="Google Shape;801;g341adeebc3b_0_113"/>
            <p:cNvPicPr preferRelativeResize="0"/>
            <p:nvPr/>
          </p:nvPicPr>
          <p:blipFill rotWithShape="1">
            <a:blip r:embed="rId7">
              <a:alphaModFix/>
            </a:blip>
            <a:srcRect b="0" l="19" r="29" t="0"/>
            <a:stretch/>
          </p:blipFill>
          <p:spPr>
            <a:xfrm>
              <a:off x="6360241" y="2901638"/>
              <a:ext cx="545045" cy="771492"/>
            </a:xfrm>
            <a:prstGeom prst="rect">
              <a:avLst/>
            </a:prstGeom>
            <a:noFill/>
            <a:ln>
              <a:noFill/>
            </a:ln>
            <a:effectLst>
              <a:outerShdw blurRad="71438" rotWithShape="0" algn="bl" dir="5400000" dist="28575">
                <a:srgbClr val="000000">
                  <a:alpha val="14900"/>
                </a:srgbClr>
              </a:outerShdw>
            </a:effectLst>
          </p:spPr>
        </p:pic>
        <p:pic>
          <p:nvPicPr>
            <p:cNvPr id="802" name="Google Shape;802;g341adeebc3b_0_113"/>
            <p:cNvPicPr preferRelativeResize="0"/>
            <p:nvPr/>
          </p:nvPicPr>
          <p:blipFill rotWithShape="1">
            <a:blip r:embed="rId8">
              <a:alphaModFix/>
            </a:blip>
            <a:srcRect b="0" l="79" r="79" t="0"/>
            <a:stretch/>
          </p:blipFill>
          <p:spPr>
            <a:xfrm>
              <a:off x="7583414" y="2901642"/>
              <a:ext cx="545045" cy="771487"/>
            </a:xfrm>
            <a:prstGeom prst="rect">
              <a:avLst/>
            </a:prstGeom>
            <a:noFill/>
            <a:ln>
              <a:noFill/>
            </a:ln>
            <a:effectLst>
              <a:outerShdw blurRad="71438" rotWithShape="0" algn="bl" dir="5400000" dist="28575">
                <a:srgbClr val="000000">
                  <a:alpha val="14900"/>
                </a:srgbClr>
              </a:outerShdw>
            </a:effectLst>
          </p:spPr>
        </p:pic>
        <p:pic>
          <p:nvPicPr>
            <p:cNvPr id="803" name="Google Shape;803;g341adeebc3b_0_113"/>
            <p:cNvPicPr preferRelativeResize="0"/>
            <p:nvPr/>
          </p:nvPicPr>
          <p:blipFill rotWithShape="1">
            <a:blip r:embed="rId9">
              <a:alphaModFix/>
            </a:blip>
            <a:srcRect b="0" l="79" r="79" t="0"/>
            <a:stretch/>
          </p:blipFill>
          <p:spPr>
            <a:xfrm>
              <a:off x="6971821" y="2901642"/>
              <a:ext cx="545045" cy="771487"/>
            </a:xfrm>
            <a:prstGeom prst="rect">
              <a:avLst/>
            </a:prstGeom>
            <a:noFill/>
            <a:ln>
              <a:noFill/>
            </a:ln>
            <a:effectLst>
              <a:outerShdw blurRad="71438" rotWithShape="0" algn="bl" dir="5400000" dist="28575">
                <a:srgbClr val="000000">
                  <a:alpha val="14900"/>
                </a:srgbClr>
              </a:outerShdw>
            </a:effectLst>
          </p:spPr>
        </p:pic>
        <p:pic>
          <p:nvPicPr>
            <p:cNvPr id="804" name="Google Shape;804;g341adeebc3b_0_113"/>
            <p:cNvPicPr preferRelativeResize="0"/>
            <p:nvPr/>
          </p:nvPicPr>
          <p:blipFill rotWithShape="1">
            <a:blip r:embed="rId10">
              <a:alphaModFix/>
            </a:blip>
            <a:srcRect b="0" l="19" r="29" t="0"/>
            <a:stretch/>
          </p:blipFill>
          <p:spPr>
            <a:xfrm>
              <a:off x="856170" y="3750043"/>
              <a:ext cx="545045" cy="771492"/>
            </a:xfrm>
            <a:prstGeom prst="rect">
              <a:avLst/>
            </a:prstGeom>
            <a:noFill/>
            <a:ln>
              <a:noFill/>
            </a:ln>
            <a:effectLst>
              <a:outerShdw blurRad="71438" rotWithShape="0" algn="bl" dir="5400000" dist="28575">
                <a:srgbClr val="000000">
                  <a:alpha val="14900"/>
                </a:srgbClr>
              </a:outerShdw>
            </a:effectLst>
          </p:spPr>
        </p:pic>
        <p:pic>
          <p:nvPicPr>
            <p:cNvPr id="805" name="Google Shape;805;g341adeebc3b_0_113"/>
            <p:cNvPicPr preferRelativeResize="0"/>
            <p:nvPr/>
          </p:nvPicPr>
          <p:blipFill rotWithShape="1">
            <a:blip r:embed="rId11">
              <a:alphaModFix/>
            </a:blip>
            <a:srcRect b="0" l="79" r="79" t="0"/>
            <a:stretch/>
          </p:blipFill>
          <p:spPr>
            <a:xfrm>
              <a:off x="2690948" y="3750028"/>
              <a:ext cx="545045" cy="771487"/>
            </a:xfrm>
            <a:prstGeom prst="rect">
              <a:avLst/>
            </a:prstGeom>
            <a:noFill/>
            <a:ln>
              <a:noFill/>
            </a:ln>
            <a:effectLst>
              <a:outerShdw blurRad="71438" rotWithShape="0" algn="bl" dir="5400000" dist="28575">
                <a:srgbClr val="000000">
                  <a:alpha val="14900"/>
                </a:srgbClr>
              </a:outerShdw>
            </a:effectLst>
          </p:spPr>
        </p:pic>
        <p:pic>
          <p:nvPicPr>
            <p:cNvPr id="806" name="Google Shape;806;g341adeebc3b_0_113"/>
            <p:cNvPicPr preferRelativeResize="0"/>
            <p:nvPr/>
          </p:nvPicPr>
          <p:blipFill rotWithShape="1">
            <a:blip r:embed="rId12">
              <a:alphaModFix/>
            </a:blip>
            <a:srcRect b="0" l="79" r="79" t="0"/>
            <a:stretch/>
          </p:blipFill>
          <p:spPr>
            <a:xfrm>
              <a:off x="1467764" y="3750043"/>
              <a:ext cx="545045" cy="771487"/>
            </a:xfrm>
            <a:prstGeom prst="rect">
              <a:avLst/>
            </a:prstGeom>
            <a:noFill/>
            <a:ln>
              <a:noFill/>
            </a:ln>
            <a:effectLst>
              <a:outerShdw blurRad="71438" rotWithShape="0" algn="bl" dir="5400000" dist="28575">
                <a:srgbClr val="000000">
                  <a:alpha val="14900"/>
                </a:srgbClr>
              </a:outerShdw>
            </a:effectLst>
          </p:spPr>
        </p:pic>
        <p:pic>
          <p:nvPicPr>
            <p:cNvPr id="807" name="Google Shape;807;g341adeebc3b_0_113"/>
            <p:cNvPicPr preferRelativeResize="0"/>
            <p:nvPr/>
          </p:nvPicPr>
          <p:blipFill rotWithShape="1">
            <a:blip r:embed="rId13">
              <a:alphaModFix/>
            </a:blip>
            <a:srcRect b="0" l="79" r="79" t="0"/>
            <a:stretch/>
          </p:blipFill>
          <p:spPr>
            <a:xfrm>
              <a:off x="2079354" y="3750027"/>
              <a:ext cx="545045" cy="771487"/>
            </a:xfrm>
            <a:prstGeom prst="rect">
              <a:avLst/>
            </a:prstGeom>
            <a:noFill/>
            <a:ln>
              <a:noFill/>
            </a:ln>
            <a:effectLst>
              <a:outerShdw blurRad="71438" rotWithShape="0" algn="bl" dir="5400000" dist="28575">
                <a:srgbClr val="000000">
                  <a:alpha val="14900"/>
                </a:srgbClr>
              </a:outerShdw>
            </a:effectLst>
          </p:spPr>
        </p:pic>
        <p:pic>
          <p:nvPicPr>
            <p:cNvPr id="808" name="Google Shape;808;g341adeebc3b_0_113"/>
            <p:cNvPicPr preferRelativeResize="0"/>
            <p:nvPr/>
          </p:nvPicPr>
          <p:blipFill rotWithShape="1">
            <a:blip r:embed="rId14">
              <a:alphaModFix/>
            </a:blip>
            <a:srcRect b="0" l="19" r="29" t="0"/>
            <a:stretch/>
          </p:blipFill>
          <p:spPr>
            <a:xfrm>
              <a:off x="3302538" y="3750028"/>
              <a:ext cx="545045" cy="771492"/>
            </a:xfrm>
            <a:prstGeom prst="rect">
              <a:avLst/>
            </a:prstGeom>
            <a:noFill/>
            <a:ln>
              <a:noFill/>
            </a:ln>
            <a:effectLst>
              <a:outerShdw blurRad="71438" rotWithShape="0" algn="bl" dir="5400000" dist="28575">
                <a:srgbClr val="000000">
                  <a:alpha val="14900"/>
                </a:srgbClr>
              </a:outerShdw>
            </a:effectLst>
          </p:spPr>
        </p:pic>
        <p:pic>
          <p:nvPicPr>
            <p:cNvPr id="809" name="Google Shape;809;g341adeebc3b_0_113"/>
            <p:cNvPicPr preferRelativeResize="0"/>
            <p:nvPr/>
          </p:nvPicPr>
          <p:blipFill rotWithShape="1">
            <a:blip r:embed="rId15">
              <a:alphaModFix/>
            </a:blip>
            <a:srcRect b="0" l="79" r="79" t="0"/>
            <a:stretch/>
          </p:blipFill>
          <p:spPr>
            <a:xfrm>
              <a:off x="3914125" y="3750027"/>
              <a:ext cx="545045" cy="771487"/>
            </a:xfrm>
            <a:prstGeom prst="rect">
              <a:avLst/>
            </a:prstGeom>
            <a:noFill/>
            <a:ln>
              <a:noFill/>
            </a:ln>
            <a:effectLst>
              <a:outerShdw blurRad="71438" rotWithShape="0" algn="bl" dir="5400000" dist="28575">
                <a:srgbClr val="000000">
                  <a:alpha val="14900"/>
                </a:srgbClr>
              </a:outerShdw>
            </a:effectLst>
          </p:spPr>
        </p:pic>
        <p:pic>
          <p:nvPicPr>
            <p:cNvPr id="810" name="Google Shape;810;g341adeebc3b_0_113"/>
            <p:cNvPicPr preferRelativeResize="0"/>
            <p:nvPr/>
          </p:nvPicPr>
          <p:blipFill rotWithShape="1">
            <a:blip r:embed="rId16">
              <a:alphaModFix/>
            </a:blip>
            <a:srcRect b="0" l="79" r="79" t="0"/>
            <a:stretch/>
          </p:blipFill>
          <p:spPr>
            <a:xfrm>
              <a:off x="4525722" y="3750028"/>
              <a:ext cx="545045" cy="771487"/>
            </a:xfrm>
            <a:prstGeom prst="rect">
              <a:avLst/>
            </a:prstGeom>
            <a:noFill/>
            <a:ln>
              <a:noFill/>
            </a:ln>
            <a:effectLst>
              <a:outerShdw blurRad="71438" rotWithShape="0" algn="bl" dir="5400000" dist="28575">
                <a:srgbClr val="000000">
                  <a:alpha val="14900"/>
                </a:srgbClr>
              </a:outerShdw>
            </a:effectLst>
          </p:spPr>
        </p:pic>
        <p:pic>
          <p:nvPicPr>
            <p:cNvPr id="811" name="Google Shape;811;g341adeebc3b_0_113"/>
            <p:cNvPicPr preferRelativeResize="0"/>
            <p:nvPr/>
          </p:nvPicPr>
          <p:blipFill rotWithShape="1">
            <a:blip r:embed="rId17">
              <a:alphaModFix/>
            </a:blip>
            <a:srcRect b="0" l="19" r="29" t="0"/>
            <a:stretch/>
          </p:blipFill>
          <p:spPr>
            <a:xfrm>
              <a:off x="5137316" y="3750027"/>
              <a:ext cx="545045" cy="771487"/>
            </a:xfrm>
            <a:prstGeom prst="rect">
              <a:avLst/>
            </a:prstGeom>
            <a:noFill/>
            <a:ln>
              <a:noFill/>
            </a:ln>
            <a:effectLst>
              <a:outerShdw blurRad="71438" rotWithShape="0" algn="bl" dir="5400000" dist="28575">
                <a:srgbClr val="000000">
                  <a:alpha val="14900"/>
                </a:srgbClr>
              </a:outerShdw>
            </a:effectLst>
          </p:spPr>
        </p:pic>
        <p:pic>
          <p:nvPicPr>
            <p:cNvPr id="812" name="Google Shape;812;g341adeebc3b_0_113"/>
            <p:cNvPicPr preferRelativeResize="0"/>
            <p:nvPr/>
          </p:nvPicPr>
          <p:blipFill rotWithShape="1">
            <a:blip r:embed="rId18">
              <a:alphaModFix/>
            </a:blip>
            <a:srcRect b="0" l="79" r="79" t="0"/>
            <a:stretch/>
          </p:blipFill>
          <p:spPr>
            <a:xfrm>
              <a:off x="5748909" y="3750026"/>
              <a:ext cx="545045" cy="771487"/>
            </a:xfrm>
            <a:prstGeom prst="rect">
              <a:avLst/>
            </a:prstGeom>
            <a:noFill/>
            <a:ln>
              <a:noFill/>
            </a:ln>
            <a:effectLst>
              <a:outerShdw blurRad="71438" rotWithShape="0" algn="bl" dir="5400000" dist="28575">
                <a:srgbClr val="000000">
                  <a:alpha val="14900"/>
                </a:srgbClr>
              </a:outerShdw>
            </a:effectLst>
          </p:spPr>
        </p:pic>
        <p:pic>
          <p:nvPicPr>
            <p:cNvPr id="813" name="Google Shape;813;g341adeebc3b_0_113"/>
            <p:cNvPicPr preferRelativeResize="0"/>
            <p:nvPr/>
          </p:nvPicPr>
          <p:blipFill rotWithShape="1">
            <a:blip r:embed="rId19">
              <a:alphaModFix/>
            </a:blip>
            <a:srcRect b="0" l="89" r="79" t="0"/>
            <a:stretch/>
          </p:blipFill>
          <p:spPr>
            <a:xfrm>
              <a:off x="6360482" y="3750026"/>
              <a:ext cx="544981" cy="771496"/>
            </a:xfrm>
            <a:prstGeom prst="rect">
              <a:avLst/>
            </a:prstGeom>
            <a:noFill/>
            <a:ln>
              <a:noFill/>
            </a:ln>
            <a:effectLst>
              <a:outerShdw blurRad="71438" rotWithShape="0" algn="bl" dir="5400000" dist="28575">
                <a:srgbClr val="000000">
                  <a:alpha val="14900"/>
                </a:srgbClr>
              </a:outerShdw>
            </a:effectLst>
          </p:spPr>
        </p:pic>
        <p:pic>
          <p:nvPicPr>
            <p:cNvPr id="814" name="Google Shape;814;g341adeebc3b_0_113"/>
            <p:cNvPicPr preferRelativeResize="0"/>
            <p:nvPr/>
          </p:nvPicPr>
          <p:blipFill rotWithShape="1">
            <a:blip r:embed="rId20">
              <a:alphaModFix/>
            </a:blip>
            <a:srcRect b="0" l="0" r="0" t="0"/>
            <a:stretch/>
          </p:blipFill>
          <p:spPr>
            <a:xfrm>
              <a:off x="3302280" y="2901638"/>
              <a:ext cx="545045" cy="771487"/>
            </a:xfrm>
            <a:prstGeom prst="rect">
              <a:avLst/>
            </a:prstGeom>
            <a:noFill/>
            <a:ln>
              <a:noFill/>
            </a:ln>
            <a:effectLst>
              <a:outerShdw blurRad="71438" rotWithShape="0" algn="bl" dir="5400000" dist="28575">
                <a:srgbClr val="000000">
                  <a:alpha val="14900"/>
                </a:srgbClr>
              </a:outerShdw>
            </a:effectLst>
          </p:spPr>
        </p:pic>
        <p:pic>
          <p:nvPicPr>
            <p:cNvPr id="815" name="Google Shape;815;g341adeebc3b_0_113"/>
            <p:cNvPicPr preferRelativeResize="0"/>
            <p:nvPr/>
          </p:nvPicPr>
          <p:blipFill rotWithShape="1">
            <a:blip r:embed="rId21">
              <a:alphaModFix/>
            </a:blip>
            <a:srcRect b="0" l="0" r="0" t="0"/>
            <a:stretch/>
          </p:blipFill>
          <p:spPr>
            <a:xfrm>
              <a:off x="2690687" y="2901638"/>
              <a:ext cx="545045" cy="771487"/>
            </a:xfrm>
            <a:prstGeom prst="rect">
              <a:avLst/>
            </a:prstGeom>
            <a:noFill/>
            <a:ln>
              <a:noFill/>
            </a:ln>
            <a:effectLst>
              <a:outerShdw blurRad="71438" rotWithShape="0" algn="bl" dir="5400000" dist="28575">
                <a:srgbClr val="000000">
                  <a:alpha val="15290"/>
                </a:srgbClr>
              </a:outerShdw>
            </a:effectLst>
          </p:spPr>
        </p:pic>
        <p:pic>
          <p:nvPicPr>
            <p:cNvPr id="816" name="Google Shape;816;g341adeebc3b_0_113"/>
            <p:cNvPicPr preferRelativeResize="0"/>
            <p:nvPr/>
          </p:nvPicPr>
          <p:blipFill rotWithShape="1">
            <a:blip r:embed="rId22">
              <a:alphaModFix/>
            </a:blip>
            <a:srcRect b="0" l="0" r="0" t="0"/>
            <a:stretch/>
          </p:blipFill>
          <p:spPr>
            <a:xfrm>
              <a:off x="2079093" y="2901638"/>
              <a:ext cx="545045" cy="771487"/>
            </a:xfrm>
            <a:prstGeom prst="rect">
              <a:avLst/>
            </a:prstGeom>
            <a:noFill/>
            <a:ln>
              <a:noFill/>
            </a:ln>
            <a:effectLst>
              <a:outerShdw blurRad="71438" rotWithShape="0" algn="bl" dir="5400000" dist="28575">
                <a:srgbClr val="000000">
                  <a:alpha val="15290"/>
                </a:srgbClr>
              </a:outerShdw>
            </a:effectLst>
          </p:spPr>
        </p:pic>
        <p:pic>
          <p:nvPicPr>
            <p:cNvPr id="817" name="Google Shape;817;g341adeebc3b_0_113"/>
            <p:cNvPicPr preferRelativeResize="0"/>
            <p:nvPr/>
          </p:nvPicPr>
          <p:blipFill rotWithShape="1">
            <a:blip r:embed="rId23">
              <a:alphaModFix/>
            </a:blip>
            <a:srcRect b="49" l="0" r="0" t="59"/>
            <a:stretch/>
          </p:blipFill>
          <p:spPr>
            <a:xfrm>
              <a:off x="1467500" y="2901638"/>
              <a:ext cx="545045" cy="771492"/>
            </a:xfrm>
            <a:prstGeom prst="rect">
              <a:avLst/>
            </a:prstGeom>
            <a:noFill/>
            <a:ln>
              <a:noFill/>
            </a:ln>
            <a:effectLst>
              <a:outerShdw blurRad="71438" rotWithShape="0" algn="bl" dir="5400000" dist="28575">
                <a:srgbClr val="000000">
                  <a:alpha val="15290"/>
                </a:srgbClr>
              </a:outerShdw>
            </a:effectLst>
          </p:spPr>
        </p:pic>
        <p:pic>
          <p:nvPicPr>
            <p:cNvPr id="818" name="Google Shape;818;g341adeebc3b_0_113"/>
            <p:cNvPicPr preferRelativeResize="0"/>
            <p:nvPr/>
          </p:nvPicPr>
          <p:blipFill rotWithShape="1">
            <a:blip r:embed="rId24">
              <a:alphaModFix/>
            </a:blip>
            <a:srcRect b="0" l="79" r="79" t="0"/>
            <a:stretch/>
          </p:blipFill>
          <p:spPr>
            <a:xfrm>
              <a:off x="855908" y="2053250"/>
              <a:ext cx="545045" cy="771487"/>
            </a:xfrm>
            <a:prstGeom prst="rect">
              <a:avLst/>
            </a:prstGeom>
            <a:noFill/>
            <a:ln>
              <a:noFill/>
            </a:ln>
            <a:effectLst>
              <a:outerShdw blurRad="71438" rotWithShape="0" algn="bl" dir="5400000" dist="28575">
                <a:srgbClr val="000000">
                  <a:alpha val="15290"/>
                </a:srgbClr>
              </a:outerShdw>
            </a:effectLst>
          </p:spPr>
        </p:pic>
        <p:pic>
          <p:nvPicPr>
            <p:cNvPr id="819" name="Google Shape;819;g341adeebc3b_0_113"/>
            <p:cNvPicPr preferRelativeResize="0"/>
            <p:nvPr/>
          </p:nvPicPr>
          <p:blipFill rotWithShape="1">
            <a:blip r:embed="rId25">
              <a:alphaModFix/>
            </a:blip>
            <a:srcRect b="0" l="79" r="79" t="0"/>
            <a:stretch/>
          </p:blipFill>
          <p:spPr>
            <a:xfrm>
              <a:off x="2690688" y="2053250"/>
              <a:ext cx="545045" cy="771487"/>
            </a:xfrm>
            <a:prstGeom prst="rect">
              <a:avLst/>
            </a:prstGeom>
            <a:noFill/>
            <a:ln>
              <a:noFill/>
            </a:ln>
            <a:effectLst>
              <a:outerShdw blurRad="71438" rotWithShape="0" algn="bl" dir="5400000" dist="28575">
                <a:srgbClr val="000000">
                  <a:alpha val="15290"/>
                </a:srgbClr>
              </a:outerShdw>
            </a:effectLst>
          </p:spPr>
        </p:pic>
        <p:pic>
          <p:nvPicPr>
            <p:cNvPr id="820" name="Google Shape;820;g341adeebc3b_0_113"/>
            <p:cNvPicPr preferRelativeResize="0"/>
            <p:nvPr/>
          </p:nvPicPr>
          <p:blipFill rotWithShape="1">
            <a:blip r:embed="rId26">
              <a:alphaModFix/>
            </a:blip>
            <a:srcRect b="0" l="19" r="29" t="0"/>
            <a:stretch/>
          </p:blipFill>
          <p:spPr>
            <a:xfrm>
              <a:off x="1467501" y="2053250"/>
              <a:ext cx="545045" cy="771492"/>
            </a:xfrm>
            <a:prstGeom prst="rect">
              <a:avLst/>
            </a:prstGeom>
            <a:noFill/>
            <a:ln>
              <a:noFill/>
            </a:ln>
            <a:effectLst>
              <a:outerShdw blurRad="71438" rotWithShape="0" algn="bl" dir="5400000" dist="28575">
                <a:srgbClr val="000000">
                  <a:alpha val="15290"/>
                </a:srgbClr>
              </a:outerShdw>
            </a:effectLst>
          </p:spPr>
        </p:pic>
        <p:pic>
          <p:nvPicPr>
            <p:cNvPr id="821" name="Google Shape;821;g341adeebc3b_0_113"/>
            <p:cNvPicPr preferRelativeResize="0"/>
            <p:nvPr/>
          </p:nvPicPr>
          <p:blipFill rotWithShape="1">
            <a:blip r:embed="rId27">
              <a:alphaModFix/>
            </a:blip>
            <a:srcRect b="0" l="19" r="29" t="0"/>
            <a:stretch/>
          </p:blipFill>
          <p:spPr>
            <a:xfrm>
              <a:off x="2079096" y="2053250"/>
              <a:ext cx="545045" cy="771492"/>
            </a:xfrm>
            <a:prstGeom prst="rect">
              <a:avLst/>
            </a:prstGeom>
            <a:noFill/>
            <a:ln>
              <a:noFill/>
            </a:ln>
            <a:effectLst>
              <a:outerShdw blurRad="71438" rotWithShape="0" algn="bl" dir="5400000" dist="28575">
                <a:srgbClr val="000000">
                  <a:alpha val="15290"/>
                </a:srgbClr>
              </a:outerShdw>
            </a:effectLst>
          </p:spPr>
        </p:pic>
        <p:pic>
          <p:nvPicPr>
            <p:cNvPr id="822" name="Google Shape;822;g341adeebc3b_0_113"/>
            <p:cNvPicPr preferRelativeResize="0"/>
            <p:nvPr/>
          </p:nvPicPr>
          <p:blipFill rotWithShape="1">
            <a:blip r:embed="rId28">
              <a:alphaModFix/>
            </a:blip>
            <a:srcRect b="0" l="19" r="29" t="0"/>
            <a:stretch/>
          </p:blipFill>
          <p:spPr>
            <a:xfrm>
              <a:off x="3302281" y="2053250"/>
              <a:ext cx="545045" cy="771492"/>
            </a:xfrm>
            <a:prstGeom prst="rect">
              <a:avLst/>
            </a:prstGeom>
            <a:noFill/>
            <a:ln>
              <a:noFill/>
            </a:ln>
            <a:effectLst>
              <a:outerShdw blurRad="71438" rotWithShape="0" algn="bl" dir="5400000" dist="28575">
                <a:srgbClr val="000000">
                  <a:alpha val="15290"/>
                </a:srgbClr>
              </a:outerShdw>
            </a:effectLst>
          </p:spPr>
        </p:pic>
        <p:pic>
          <p:nvPicPr>
            <p:cNvPr id="823" name="Google Shape;823;g341adeebc3b_0_113"/>
            <p:cNvPicPr preferRelativeResize="0"/>
            <p:nvPr/>
          </p:nvPicPr>
          <p:blipFill rotWithShape="1">
            <a:blip r:embed="rId29">
              <a:alphaModFix/>
            </a:blip>
            <a:srcRect b="0" l="79" r="79" t="0"/>
            <a:stretch/>
          </p:blipFill>
          <p:spPr>
            <a:xfrm>
              <a:off x="5137061" y="2053250"/>
              <a:ext cx="545045" cy="771487"/>
            </a:xfrm>
            <a:prstGeom prst="rect">
              <a:avLst/>
            </a:prstGeom>
            <a:noFill/>
            <a:ln>
              <a:noFill/>
            </a:ln>
            <a:effectLst>
              <a:outerShdw blurRad="71438" rotWithShape="0" algn="bl" dir="5400000" dist="28575">
                <a:srgbClr val="000000">
                  <a:alpha val="15290"/>
                </a:srgbClr>
              </a:outerShdw>
            </a:effectLst>
          </p:spPr>
        </p:pic>
        <p:pic>
          <p:nvPicPr>
            <p:cNvPr id="824" name="Google Shape;824;g341adeebc3b_0_113"/>
            <p:cNvPicPr preferRelativeResize="0"/>
            <p:nvPr/>
          </p:nvPicPr>
          <p:blipFill rotWithShape="1">
            <a:blip r:embed="rId30">
              <a:alphaModFix/>
            </a:blip>
            <a:srcRect b="0" l="79" r="79" t="0"/>
            <a:stretch/>
          </p:blipFill>
          <p:spPr>
            <a:xfrm>
              <a:off x="3913876" y="2053250"/>
              <a:ext cx="545045" cy="771487"/>
            </a:xfrm>
            <a:prstGeom prst="rect">
              <a:avLst/>
            </a:prstGeom>
            <a:noFill/>
            <a:ln>
              <a:noFill/>
            </a:ln>
            <a:effectLst>
              <a:outerShdw blurRad="71438" rotWithShape="0" algn="bl" dir="5400000" dist="28575">
                <a:srgbClr val="000000">
                  <a:alpha val="15290"/>
                </a:srgbClr>
              </a:outerShdw>
            </a:effectLst>
          </p:spPr>
        </p:pic>
        <p:pic>
          <p:nvPicPr>
            <p:cNvPr id="825" name="Google Shape;825;g341adeebc3b_0_113"/>
            <p:cNvPicPr preferRelativeResize="0"/>
            <p:nvPr/>
          </p:nvPicPr>
          <p:blipFill rotWithShape="1">
            <a:blip r:embed="rId31">
              <a:alphaModFix/>
            </a:blip>
            <a:srcRect b="0" l="79" r="79" t="0"/>
            <a:stretch/>
          </p:blipFill>
          <p:spPr>
            <a:xfrm>
              <a:off x="4525469" y="2053250"/>
              <a:ext cx="545045" cy="771487"/>
            </a:xfrm>
            <a:prstGeom prst="rect">
              <a:avLst/>
            </a:prstGeom>
            <a:noFill/>
            <a:ln>
              <a:noFill/>
            </a:ln>
            <a:effectLst>
              <a:outerShdw blurRad="71438" rotWithShape="0" algn="bl" dir="5400000" dist="28575">
                <a:srgbClr val="000000">
                  <a:alpha val="15290"/>
                </a:srgbClr>
              </a:outerShdw>
            </a:effectLst>
          </p:spPr>
        </p:pic>
        <p:pic>
          <p:nvPicPr>
            <p:cNvPr id="826" name="Google Shape;826;g341adeebc3b_0_113"/>
            <p:cNvPicPr preferRelativeResize="0"/>
            <p:nvPr/>
          </p:nvPicPr>
          <p:blipFill rotWithShape="1">
            <a:blip r:embed="rId32">
              <a:alphaModFix/>
            </a:blip>
            <a:srcRect b="0" l="19" r="29" t="0"/>
            <a:stretch/>
          </p:blipFill>
          <p:spPr>
            <a:xfrm>
              <a:off x="5748652" y="2053250"/>
              <a:ext cx="545045" cy="771492"/>
            </a:xfrm>
            <a:prstGeom prst="rect">
              <a:avLst/>
            </a:prstGeom>
            <a:noFill/>
            <a:ln>
              <a:noFill/>
            </a:ln>
            <a:effectLst>
              <a:outerShdw blurRad="71438" rotWithShape="0" algn="bl" dir="5400000" dist="28575">
                <a:srgbClr val="000000">
                  <a:alpha val="15290"/>
                </a:srgbClr>
              </a:outerShdw>
            </a:effectLst>
          </p:spPr>
        </p:pic>
        <p:pic>
          <p:nvPicPr>
            <p:cNvPr id="827" name="Google Shape;827;g341adeebc3b_0_113"/>
            <p:cNvPicPr preferRelativeResize="0"/>
            <p:nvPr/>
          </p:nvPicPr>
          <p:blipFill rotWithShape="1">
            <a:blip r:embed="rId33">
              <a:alphaModFix/>
            </a:blip>
            <a:srcRect b="0" l="0" r="0" t="0"/>
            <a:stretch/>
          </p:blipFill>
          <p:spPr>
            <a:xfrm>
              <a:off x="6360240" y="2053250"/>
              <a:ext cx="545045" cy="771487"/>
            </a:xfrm>
            <a:prstGeom prst="rect">
              <a:avLst/>
            </a:prstGeom>
            <a:noFill/>
            <a:ln>
              <a:noFill/>
            </a:ln>
            <a:effectLst>
              <a:outerShdw blurRad="71438" rotWithShape="0" algn="bl" dir="5400000" dist="28575">
                <a:srgbClr val="000000">
                  <a:alpha val="15290"/>
                </a:srgbClr>
              </a:outerShdw>
            </a:effectLst>
          </p:spPr>
        </p:pic>
        <p:pic>
          <p:nvPicPr>
            <p:cNvPr id="828" name="Google Shape;828;g341adeebc3b_0_113"/>
            <p:cNvPicPr preferRelativeResize="0"/>
            <p:nvPr/>
          </p:nvPicPr>
          <p:blipFill rotWithShape="1">
            <a:blip r:embed="rId34">
              <a:alphaModFix/>
            </a:blip>
            <a:srcRect b="49" l="0" r="0" t="59"/>
            <a:stretch/>
          </p:blipFill>
          <p:spPr>
            <a:xfrm>
              <a:off x="6971835" y="2053250"/>
              <a:ext cx="545045" cy="771492"/>
            </a:xfrm>
            <a:prstGeom prst="rect">
              <a:avLst/>
            </a:prstGeom>
            <a:noFill/>
            <a:ln>
              <a:noFill/>
            </a:ln>
            <a:effectLst>
              <a:outerShdw blurRad="71438" rotWithShape="0" algn="bl" dir="5400000" dist="28575">
                <a:srgbClr val="000000">
                  <a:alpha val="15290"/>
                </a:srgbClr>
              </a:outerShdw>
            </a:effectLst>
          </p:spPr>
        </p:pic>
        <p:pic>
          <p:nvPicPr>
            <p:cNvPr id="829" name="Google Shape;829;g341adeebc3b_0_113"/>
            <p:cNvPicPr preferRelativeResize="0"/>
            <p:nvPr/>
          </p:nvPicPr>
          <p:blipFill rotWithShape="1">
            <a:blip r:embed="rId35">
              <a:alphaModFix/>
            </a:blip>
            <a:srcRect b="49" l="0" r="0" t="59"/>
            <a:stretch/>
          </p:blipFill>
          <p:spPr>
            <a:xfrm>
              <a:off x="7583436" y="2053254"/>
              <a:ext cx="545045" cy="771492"/>
            </a:xfrm>
            <a:prstGeom prst="rect">
              <a:avLst/>
            </a:prstGeom>
            <a:noFill/>
            <a:ln>
              <a:noFill/>
            </a:ln>
            <a:effectLst>
              <a:outerShdw blurRad="71438" rotWithShape="0" algn="bl" dir="5400000" dist="28575">
                <a:srgbClr val="000000">
                  <a:alpha val="15290"/>
                </a:srgbClr>
              </a:outerShdw>
            </a:effectLst>
          </p:spPr>
        </p:pic>
        <p:pic>
          <p:nvPicPr>
            <p:cNvPr id="830" name="Google Shape;830;g341adeebc3b_0_113"/>
            <p:cNvPicPr preferRelativeResize="0"/>
            <p:nvPr/>
          </p:nvPicPr>
          <p:blipFill rotWithShape="1">
            <a:blip r:embed="rId36">
              <a:alphaModFix/>
            </a:blip>
            <a:srcRect b="0" l="0" r="0" t="0"/>
            <a:stretch/>
          </p:blipFill>
          <p:spPr>
            <a:xfrm>
              <a:off x="855905" y="2901641"/>
              <a:ext cx="545045" cy="771487"/>
            </a:xfrm>
            <a:prstGeom prst="rect">
              <a:avLst/>
            </a:prstGeom>
            <a:noFill/>
            <a:ln>
              <a:noFill/>
            </a:ln>
            <a:effectLst>
              <a:outerShdw blurRad="71438" rotWithShape="0" algn="bl" dir="5400000" dist="28575">
                <a:srgbClr val="000000">
                  <a:alpha val="15290"/>
                </a:srgbClr>
              </a:outerShdw>
            </a:effectLst>
          </p:spPr>
        </p:pic>
        <p:pic>
          <p:nvPicPr>
            <p:cNvPr id="831" name="Google Shape;831;g341adeebc3b_0_113"/>
            <p:cNvPicPr preferRelativeResize="0"/>
            <p:nvPr/>
          </p:nvPicPr>
          <p:blipFill rotWithShape="1">
            <a:blip r:embed="rId37">
              <a:alphaModFix/>
            </a:blip>
            <a:srcRect b="0" l="89" r="79" t="0"/>
            <a:stretch/>
          </p:blipFill>
          <p:spPr>
            <a:xfrm>
              <a:off x="6971985" y="3750026"/>
              <a:ext cx="544981" cy="771496"/>
            </a:xfrm>
            <a:prstGeom prst="rect">
              <a:avLst/>
            </a:prstGeom>
            <a:noFill/>
            <a:ln>
              <a:noFill/>
            </a:ln>
            <a:effectLst>
              <a:outerShdw blurRad="71438" rotWithShape="0" algn="bl" dir="5400000" dist="28575">
                <a:srgbClr val="000000">
                  <a:alpha val="14900"/>
                </a:srgbClr>
              </a:outerShdw>
            </a:effectLst>
          </p:spPr>
        </p:pic>
        <p:pic>
          <p:nvPicPr>
            <p:cNvPr id="832" name="Google Shape;832;g341adeebc3b_0_113"/>
            <p:cNvPicPr preferRelativeResize="0"/>
            <p:nvPr/>
          </p:nvPicPr>
          <p:blipFill rotWithShape="1">
            <a:blip r:embed="rId38">
              <a:alphaModFix/>
            </a:blip>
            <a:srcRect b="0" l="29" r="29" t="0"/>
            <a:stretch/>
          </p:blipFill>
          <p:spPr>
            <a:xfrm>
              <a:off x="7583489" y="3750026"/>
              <a:ext cx="544981" cy="771496"/>
            </a:xfrm>
            <a:prstGeom prst="rect">
              <a:avLst/>
            </a:prstGeom>
            <a:noFill/>
            <a:ln>
              <a:noFill/>
            </a:ln>
            <a:effectLst>
              <a:outerShdw blurRad="71438" rotWithShape="0" algn="bl" dir="5400000" dist="28575">
                <a:srgbClr val="000000">
                  <a:alpha val="14900"/>
                </a:srgbClr>
              </a:outerShdw>
            </a:effectLst>
          </p:spPr>
        </p:pic>
        <p:pic>
          <p:nvPicPr>
            <p:cNvPr id="833" name="Google Shape;833;g341adeebc3b_0_113"/>
            <p:cNvPicPr preferRelativeResize="0"/>
            <p:nvPr/>
          </p:nvPicPr>
          <p:blipFill rotWithShape="1">
            <a:blip r:embed="rId39">
              <a:alphaModFix/>
            </a:blip>
            <a:srcRect b="0" l="89" r="79" t="0"/>
            <a:stretch/>
          </p:blipFill>
          <p:spPr>
            <a:xfrm>
              <a:off x="856030" y="4598451"/>
              <a:ext cx="544981" cy="771496"/>
            </a:xfrm>
            <a:prstGeom prst="rect">
              <a:avLst/>
            </a:prstGeom>
            <a:noFill/>
            <a:ln>
              <a:noFill/>
            </a:ln>
            <a:effectLst>
              <a:outerShdw blurRad="71438" rotWithShape="0" algn="bl" dir="5400000" dist="28575">
                <a:srgbClr val="000000">
                  <a:alpha val="14900"/>
                </a:srgbClr>
              </a:outerShdw>
            </a:effectLst>
          </p:spPr>
        </p:pic>
        <p:pic>
          <p:nvPicPr>
            <p:cNvPr id="834" name="Google Shape;834;g341adeebc3b_0_113"/>
            <p:cNvPicPr preferRelativeResize="0"/>
            <p:nvPr/>
          </p:nvPicPr>
          <p:blipFill rotWithShape="1">
            <a:blip r:embed="rId40">
              <a:alphaModFix/>
            </a:blip>
            <a:srcRect b="0" l="29" r="29" t="0"/>
            <a:stretch/>
          </p:blipFill>
          <p:spPr>
            <a:xfrm>
              <a:off x="1467533" y="4598451"/>
              <a:ext cx="544981" cy="771496"/>
            </a:xfrm>
            <a:prstGeom prst="rect">
              <a:avLst/>
            </a:prstGeom>
            <a:noFill/>
            <a:ln>
              <a:noFill/>
            </a:ln>
            <a:effectLst>
              <a:outerShdw blurRad="71438" rotWithShape="0" algn="bl" dir="5400000" dist="28575">
                <a:srgbClr val="000000">
                  <a:alpha val="14900"/>
                </a:srgbClr>
              </a:outerShdw>
            </a:effectLst>
          </p:spPr>
        </p:pic>
        <p:pic>
          <p:nvPicPr>
            <p:cNvPr id="835" name="Google Shape;835;g341adeebc3b_0_113"/>
            <p:cNvPicPr preferRelativeResize="0"/>
            <p:nvPr/>
          </p:nvPicPr>
          <p:blipFill rotWithShape="1">
            <a:blip r:embed="rId41">
              <a:alphaModFix/>
            </a:blip>
            <a:srcRect b="0" l="89" r="79" t="0"/>
            <a:stretch/>
          </p:blipFill>
          <p:spPr>
            <a:xfrm>
              <a:off x="2079037" y="4598451"/>
              <a:ext cx="544981" cy="771496"/>
            </a:xfrm>
            <a:prstGeom prst="rect">
              <a:avLst/>
            </a:prstGeom>
            <a:noFill/>
            <a:ln>
              <a:noFill/>
            </a:ln>
            <a:effectLst>
              <a:outerShdw blurRad="71438" rotWithShape="0" algn="bl" dir="5400000" dist="28575">
                <a:srgbClr val="000000">
                  <a:alpha val="14900"/>
                </a:srgbClr>
              </a:outerShdw>
            </a:effectLst>
          </p:spPr>
        </p:pic>
        <p:pic>
          <p:nvPicPr>
            <p:cNvPr id="836" name="Google Shape;836;g341adeebc3b_0_113"/>
            <p:cNvPicPr preferRelativeResize="0"/>
            <p:nvPr/>
          </p:nvPicPr>
          <p:blipFill rotWithShape="1">
            <a:blip r:embed="rId42">
              <a:alphaModFix/>
            </a:blip>
            <a:srcRect b="0" l="79" r="79" t="0"/>
            <a:stretch/>
          </p:blipFill>
          <p:spPr>
            <a:xfrm>
              <a:off x="2690529" y="4598412"/>
              <a:ext cx="545045" cy="771487"/>
            </a:xfrm>
            <a:prstGeom prst="rect">
              <a:avLst/>
            </a:prstGeom>
            <a:noFill/>
            <a:ln>
              <a:noFill/>
            </a:ln>
            <a:effectLst>
              <a:outerShdw blurRad="71438" rotWithShape="0" algn="bl" dir="5400000" dist="28575">
                <a:srgbClr val="000000">
                  <a:alpha val="14900"/>
                </a:srgbClr>
              </a:outerShdw>
            </a:effectLst>
          </p:spPr>
        </p:pic>
        <p:pic>
          <p:nvPicPr>
            <p:cNvPr id="837" name="Google Shape;837;g341adeebc3b_0_113"/>
            <p:cNvPicPr preferRelativeResize="0"/>
            <p:nvPr/>
          </p:nvPicPr>
          <p:blipFill rotWithShape="1">
            <a:blip r:embed="rId43">
              <a:alphaModFix/>
            </a:blip>
            <a:srcRect b="0" l="79" r="79" t="0"/>
            <a:stretch/>
          </p:blipFill>
          <p:spPr>
            <a:xfrm>
              <a:off x="3302141" y="4598412"/>
              <a:ext cx="545045" cy="771487"/>
            </a:xfrm>
            <a:prstGeom prst="rect">
              <a:avLst/>
            </a:prstGeom>
            <a:noFill/>
            <a:ln>
              <a:noFill/>
            </a:ln>
            <a:effectLst>
              <a:outerShdw blurRad="71438" rotWithShape="0" algn="bl" dir="5400000" dist="28575">
                <a:srgbClr val="000000">
                  <a:alpha val="14900"/>
                </a:srgbClr>
              </a:outerShdw>
            </a:effectLst>
          </p:spPr>
        </p:pic>
        <p:pic>
          <p:nvPicPr>
            <p:cNvPr id="838" name="Google Shape;838;g341adeebc3b_0_113"/>
            <p:cNvPicPr preferRelativeResize="0"/>
            <p:nvPr/>
          </p:nvPicPr>
          <p:blipFill rotWithShape="1">
            <a:blip r:embed="rId44">
              <a:alphaModFix/>
            </a:blip>
            <a:srcRect b="0" l="19" r="29" t="0"/>
            <a:stretch/>
          </p:blipFill>
          <p:spPr>
            <a:xfrm>
              <a:off x="3913752" y="4598412"/>
              <a:ext cx="545045" cy="771487"/>
            </a:xfrm>
            <a:prstGeom prst="rect">
              <a:avLst/>
            </a:prstGeom>
            <a:noFill/>
            <a:ln>
              <a:noFill/>
            </a:ln>
            <a:effectLst>
              <a:outerShdw blurRad="71438" rotWithShape="0" algn="bl" dir="5400000" dist="28575">
                <a:srgbClr val="000000">
                  <a:alpha val="14900"/>
                </a:srgbClr>
              </a:outerShdw>
            </a:effectLst>
          </p:spPr>
        </p:pic>
        <p:pic>
          <p:nvPicPr>
            <p:cNvPr id="839" name="Google Shape;839;g341adeebc3b_0_113"/>
            <p:cNvPicPr preferRelativeResize="0"/>
            <p:nvPr/>
          </p:nvPicPr>
          <p:blipFill rotWithShape="1">
            <a:blip r:embed="rId45">
              <a:alphaModFix/>
            </a:blip>
            <a:srcRect b="0" l="79" r="79" t="0"/>
            <a:stretch/>
          </p:blipFill>
          <p:spPr>
            <a:xfrm>
              <a:off x="4525363" y="4598412"/>
              <a:ext cx="545045" cy="771487"/>
            </a:xfrm>
            <a:prstGeom prst="rect">
              <a:avLst/>
            </a:prstGeom>
            <a:noFill/>
            <a:ln>
              <a:noFill/>
            </a:ln>
            <a:effectLst>
              <a:outerShdw blurRad="71438" rotWithShape="0" algn="bl" dir="5400000" dist="28575">
                <a:srgbClr val="000000">
                  <a:alpha val="14900"/>
                </a:srgbClr>
              </a:outerShdw>
            </a:effectLst>
          </p:spPr>
        </p:pic>
        <p:pic>
          <p:nvPicPr>
            <p:cNvPr id="840" name="Google Shape;840;g341adeebc3b_0_113"/>
            <p:cNvPicPr preferRelativeResize="0"/>
            <p:nvPr/>
          </p:nvPicPr>
          <p:blipFill rotWithShape="1">
            <a:blip r:embed="rId46">
              <a:alphaModFix/>
            </a:blip>
            <a:srcRect b="0" l="79" r="79" t="0"/>
            <a:stretch/>
          </p:blipFill>
          <p:spPr>
            <a:xfrm>
              <a:off x="5136975" y="4598412"/>
              <a:ext cx="545045" cy="771487"/>
            </a:xfrm>
            <a:prstGeom prst="rect">
              <a:avLst/>
            </a:prstGeom>
            <a:noFill/>
            <a:ln>
              <a:noFill/>
            </a:ln>
            <a:effectLst>
              <a:outerShdw blurRad="71438" rotWithShape="0" algn="bl" dir="5400000" dist="28575">
                <a:srgbClr val="000000">
                  <a:alpha val="14900"/>
                </a:srgbClr>
              </a:outerShdw>
            </a:effectLst>
          </p:spPr>
        </p:pic>
        <p:pic>
          <p:nvPicPr>
            <p:cNvPr id="841" name="Google Shape;841;g341adeebc3b_0_113"/>
            <p:cNvPicPr preferRelativeResize="0"/>
            <p:nvPr/>
          </p:nvPicPr>
          <p:blipFill rotWithShape="1">
            <a:blip r:embed="rId47">
              <a:alphaModFix/>
            </a:blip>
            <a:srcRect b="0" l="19" r="29" t="0"/>
            <a:stretch/>
          </p:blipFill>
          <p:spPr>
            <a:xfrm>
              <a:off x="5748586" y="4598412"/>
              <a:ext cx="545045" cy="771487"/>
            </a:xfrm>
            <a:prstGeom prst="rect">
              <a:avLst/>
            </a:prstGeom>
            <a:noFill/>
            <a:ln>
              <a:noFill/>
            </a:ln>
            <a:effectLst>
              <a:outerShdw blurRad="71438" rotWithShape="0" algn="bl" dir="5400000" dist="28575">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341adeebc3b_0_16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2 Common Exception Words </a:t>
            </a:r>
            <a:br>
              <a:rPr lang="en-US"/>
            </a:br>
            <a:r>
              <a:rPr lang="en-US">
                <a:solidFill>
                  <a:srgbClr val="2356AF"/>
                </a:solidFill>
              </a:rPr>
              <a:t>as I is no go to into the put his has of pull full</a:t>
            </a:r>
            <a:r>
              <a:rPr lang="en-US"/>
              <a:t>.</a:t>
            </a:r>
            <a:endParaRPr/>
          </a:p>
        </p:txBody>
      </p:sp>
      <p:grpSp>
        <p:nvGrpSpPr>
          <p:cNvPr id="848" name="Google Shape;848;g341adeebc3b_0_164"/>
          <p:cNvGrpSpPr/>
          <p:nvPr/>
        </p:nvGrpSpPr>
        <p:grpSpPr>
          <a:xfrm>
            <a:off x="865957" y="2135925"/>
            <a:ext cx="7282807" cy="2686611"/>
            <a:chOff x="867357" y="2129450"/>
            <a:chExt cx="7282807" cy="2686611"/>
          </a:xfrm>
        </p:grpSpPr>
        <p:pic>
          <p:nvPicPr>
            <p:cNvPr id="849" name="Google Shape;849;g341adeebc3b_0_164"/>
            <p:cNvPicPr preferRelativeResize="0"/>
            <p:nvPr/>
          </p:nvPicPr>
          <p:blipFill rotWithShape="1">
            <a:blip r:embed="rId3">
              <a:alphaModFix/>
            </a:blip>
            <a:srcRect b="0" l="0" r="0" t="0"/>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50" name="Google Shape;850;g341adeebc3b_0_164"/>
            <p:cNvPicPr preferRelativeResize="0"/>
            <p:nvPr/>
          </p:nvPicPr>
          <p:blipFill rotWithShape="1">
            <a:blip r:embed="rId4">
              <a:alphaModFix/>
            </a:blip>
            <a:srcRect b="0" l="99" r="9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51" name="Google Shape;851;g341adeebc3b_0_164"/>
            <p:cNvPicPr preferRelativeResize="0"/>
            <p:nvPr/>
          </p:nvPicPr>
          <p:blipFill rotWithShape="1">
            <a:blip r:embed="rId5">
              <a:alphaModFix/>
            </a:blip>
            <a:srcRect b="0" l="99" r="9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52" name="Google Shape;852;g341adeebc3b_0_164"/>
            <p:cNvPicPr preferRelativeResize="0"/>
            <p:nvPr/>
          </p:nvPicPr>
          <p:blipFill rotWithShape="1">
            <a:blip r:embed="rId6">
              <a:alphaModFix/>
            </a:blip>
            <a:srcRect b="0" l="99" r="99" t="0"/>
            <a:stretch/>
          </p:blipFill>
          <p:spPr>
            <a:xfrm>
              <a:off x="4547991" y="2129450"/>
              <a:ext cx="1147320" cy="821565"/>
            </a:xfrm>
            <a:prstGeom prst="rect">
              <a:avLst/>
            </a:prstGeom>
            <a:noFill/>
            <a:ln>
              <a:noFill/>
            </a:ln>
            <a:effectLst>
              <a:outerShdw blurRad="71438" rotWithShape="0" algn="bl" dir="5400000" dist="19050">
                <a:srgbClr val="000000">
                  <a:alpha val="18430"/>
                </a:srgbClr>
              </a:outerShdw>
            </a:effectLst>
          </p:spPr>
        </p:pic>
        <p:pic>
          <p:nvPicPr>
            <p:cNvPr id="853" name="Google Shape;853;g341adeebc3b_0_164"/>
            <p:cNvPicPr preferRelativeResize="0"/>
            <p:nvPr/>
          </p:nvPicPr>
          <p:blipFill rotWithShape="1">
            <a:blip r:embed="rId7">
              <a:alphaModFix/>
            </a:blip>
            <a:srcRect b="0" l="99" r="99" t="0"/>
            <a:stretch/>
          </p:blipFill>
          <p:spPr>
            <a:xfrm>
              <a:off x="5774724" y="2129450"/>
              <a:ext cx="1147320" cy="821565"/>
            </a:xfrm>
            <a:prstGeom prst="rect">
              <a:avLst/>
            </a:prstGeom>
            <a:noFill/>
            <a:ln>
              <a:noFill/>
            </a:ln>
            <a:effectLst>
              <a:outerShdw blurRad="71438" rotWithShape="0" algn="bl" dir="5400000" dist="19050">
                <a:srgbClr val="000000">
                  <a:alpha val="18430"/>
                </a:srgbClr>
              </a:outerShdw>
            </a:effectLst>
          </p:spPr>
        </p:pic>
        <p:pic>
          <p:nvPicPr>
            <p:cNvPr id="854" name="Google Shape;854;g341adeebc3b_0_164"/>
            <p:cNvPicPr preferRelativeResize="0"/>
            <p:nvPr/>
          </p:nvPicPr>
          <p:blipFill rotWithShape="1">
            <a:blip r:embed="rId8">
              <a:alphaModFix/>
            </a:blip>
            <a:srcRect b="0" l="99" r="9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55" name="Google Shape;855;g341adeebc3b_0_164"/>
            <p:cNvPicPr preferRelativeResize="0"/>
            <p:nvPr/>
          </p:nvPicPr>
          <p:blipFill rotWithShape="1">
            <a:blip r:embed="rId9">
              <a:alphaModFix/>
            </a:blip>
            <a:srcRect b="0" l="99" r="9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56" name="Google Shape;856;g341adeebc3b_0_164"/>
            <p:cNvPicPr preferRelativeResize="0"/>
            <p:nvPr/>
          </p:nvPicPr>
          <p:blipFill rotWithShape="1">
            <a:blip r:embed="rId10">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8430"/>
                </a:srgbClr>
              </a:outerShdw>
            </a:effectLst>
          </p:spPr>
        </p:pic>
        <p:pic>
          <p:nvPicPr>
            <p:cNvPr id="857" name="Google Shape;857;g341adeebc3b_0_164"/>
            <p:cNvPicPr preferRelativeResize="0"/>
            <p:nvPr/>
          </p:nvPicPr>
          <p:blipFill rotWithShape="1">
            <a:blip r:embed="rId11">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58" name="Google Shape;858;g341adeebc3b_0_164"/>
            <p:cNvPicPr preferRelativeResize="0"/>
            <p:nvPr/>
          </p:nvPicPr>
          <p:blipFill rotWithShape="1">
            <a:blip r:embed="rId12">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59" name="Google Shape;859;g341adeebc3b_0_164"/>
            <p:cNvPicPr preferRelativeResize="0"/>
            <p:nvPr/>
          </p:nvPicPr>
          <p:blipFill rotWithShape="1">
            <a:blip r:embed="rId13">
              <a:alphaModFix/>
            </a:blip>
            <a:srcRect b="0" l="189" r="179" t="0"/>
            <a:stretch/>
          </p:blipFill>
          <p:spPr>
            <a:xfrm>
              <a:off x="5774548" y="3060270"/>
              <a:ext cx="1148707" cy="822956"/>
            </a:xfrm>
            <a:prstGeom prst="rect">
              <a:avLst/>
            </a:prstGeom>
            <a:noFill/>
            <a:ln>
              <a:noFill/>
            </a:ln>
            <a:effectLst>
              <a:outerShdw blurRad="71438" rotWithShape="0" algn="bl" dir="5400000" dist="19050">
                <a:srgbClr val="000000">
                  <a:alpha val="18430"/>
                </a:srgbClr>
              </a:outerShdw>
            </a:effectLst>
          </p:spPr>
        </p:pic>
        <p:pic>
          <p:nvPicPr>
            <p:cNvPr id="860" name="Google Shape;860;g341adeebc3b_0_164"/>
            <p:cNvPicPr preferRelativeResize="0"/>
            <p:nvPr/>
          </p:nvPicPr>
          <p:blipFill rotWithShape="1">
            <a:blip r:embed="rId14">
              <a:alphaModFix/>
            </a:blip>
            <a:srcRect b="0" l="19" r="9" t="0"/>
            <a:stretch/>
          </p:blipFill>
          <p:spPr>
            <a:xfrm>
              <a:off x="867357" y="3994495"/>
              <a:ext cx="1148707" cy="821566"/>
            </a:xfrm>
            <a:prstGeom prst="rect">
              <a:avLst/>
            </a:prstGeom>
            <a:noFill/>
            <a:ln>
              <a:noFill/>
            </a:ln>
            <a:effectLst>
              <a:outerShdw blurRad="71438" rotWithShape="0" algn="bl" dir="5400000" dist="19050">
                <a:srgbClr val="000000">
                  <a:alpha val="18430"/>
                </a:srgbClr>
              </a:outerShdw>
            </a:effectLst>
          </p:spPr>
        </p:pic>
        <p:pic>
          <p:nvPicPr>
            <p:cNvPr id="861" name="Google Shape;861;g341adeebc3b_0_164"/>
            <p:cNvPicPr preferRelativeResize="0"/>
            <p:nvPr/>
          </p:nvPicPr>
          <p:blipFill rotWithShape="1">
            <a:blip r:embed="rId15">
              <a:alphaModFix/>
            </a:blip>
            <a:srcRect b="0" l="19" r="9" t="0"/>
            <a:stretch/>
          </p:blipFill>
          <p:spPr>
            <a:xfrm>
              <a:off x="7001457" y="3060270"/>
              <a:ext cx="1148707" cy="821564"/>
            </a:xfrm>
            <a:prstGeom prst="rect">
              <a:avLst/>
            </a:prstGeom>
            <a:noFill/>
            <a:ln>
              <a:noFill/>
            </a:ln>
            <a:effectLst>
              <a:outerShdw blurRad="71438" rotWithShape="0" algn="bl" dir="5400000" dist="19050">
                <a:srgbClr val="000000">
                  <a:alpha val="18430"/>
                </a:srgbClr>
              </a:outerShdw>
            </a:effectLst>
          </p:spPr>
        </p:pic>
        <p:pic>
          <p:nvPicPr>
            <p:cNvPr id="862" name="Google Shape;862;g341adeebc3b_0_164"/>
            <p:cNvPicPr preferRelativeResize="0"/>
            <p:nvPr/>
          </p:nvPicPr>
          <p:blipFill rotWithShape="1">
            <a:blip r:embed="rId16">
              <a:alphaModFix/>
            </a:blip>
            <a:srcRect b="0" l="99" r="99" t="0"/>
            <a:stretch/>
          </p:blipFill>
          <p:spPr>
            <a:xfrm>
              <a:off x="2093821" y="3994495"/>
              <a:ext cx="1148707" cy="82156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41adeebc3b_0_184"/>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3 Common Exception Words </a:t>
            </a:r>
            <a:r>
              <a:rPr lang="en-US">
                <a:solidFill>
                  <a:srgbClr val="2356AF"/>
                </a:solidFill>
              </a:rPr>
              <a:t>push they me we be he she my by looked you are there here were all sure</a:t>
            </a:r>
            <a:r>
              <a:rPr lang="en-US"/>
              <a:t>.</a:t>
            </a:r>
            <a:endParaRPr/>
          </a:p>
        </p:txBody>
      </p:sp>
      <p:grpSp>
        <p:nvGrpSpPr>
          <p:cNvPr id="869" name="Google Shape;869;g341adeebc3b_0_184"/>
          <p:cNvGrpSpPr/>
          <p:nvPr/>
        </p:nvGrpSpPr>
        <p:grpSpPr>
          <a:xfrm>
            <a:off x="866900" y="2136011"/>
            <a:ext cx="7281864" cy="2684601"/>
            <a:chOff x="868300" y="2129450"/>
            <a:chExt cx="7281864" cy="2684601"/>
          </a:xfrm>
        </p:grpSpPr>
        <p:pic>
          <p:nvPicPr>
            <p:cNvPr id="870" name="Google Shape;870;g341adeebc3b_0_184"/>
            <p:cNvPicPr preferRelativeResize="0"/>
            <p:nvPr/>
          </p:nvPicPr>
          <p:blipFill rotWithShape="1">
            <a:blip r:embed="rId3">
              <a:alphaModFix/>
            </a:blip>
            <a:srcRect b="0" l="99" r="99" t="0"/>
            <a:stretch/>
          </p:blipFill>
          <p:spPr>
            <a:xfrm>
              <a:off x="4547639" y="3991095"/>
              <a:ext cx="1148707" cy="822955"/>
            </a:xfrm>
            <a:prstGeom prst="rect">
              <a:avLst/>
            </a:prstGeom>
            <a:noFill/>
            <a:ln>
              <a:noFill/>
            </a:ln>
            <a:effectLst>
              <a:outerShdw blurRad="71438" rotWithShape="0" algn="bl" dir="5400000" dist="19050">
                <a:srgbClr val="000000">
                  <a:alpha val="18430"/>
                </a:srgbClr>
              </a:outerShdw>
            </a:effectLst>
          </p:spPr>
        </p:pic>
        <p:pic>
          <p:nvPicPr>
            <p:cNvPr id="871" name="Google Shape;871;g341adeebc3b_0_184"/>
            <p:cNvPicPr preferRelativeResize="0"/>
            <p:nvPr/>
          </p:nvPicPr>
          <p:blipFill rotWithShape="1">
            <a:blip r:embed="rId4">
              <a:alphaModFix/>
            </a:blip>
            <a:srcRect b="0" l="189" r="179" t="0"/>
            <a:stretch/>
          </p:blipFill>
          <p:spPr>
            <a:xfrm>
              <a:off x="3320730" y="3991095"/>
              <a:ext cx="1148707" cy="822956"/>
            </a:xfrm>
            <a:prstGeom prst="rect">
              <a:avLst/>
            </a:prstGeom>
            <a:noFill/>
            <a:ln>
              <a:noFill/>
            </a:ln>
            <a:effectLst>
              <a:outerShdw blurRad="71438" rotWithShape="0" algn="bl" dir="5400000" dist="19050">
                <a:srgbClr val="000000">
                  <a:alpha val="18430"/>
                </a:srgbClr>
              </a:outerShdw>
            </a:effectLst>
          </p:spPr>
        </p:pic>
        <p:pic>
          <p:nvPicPr>
            <p:cNvPr id="872" name="Google Shape;872;g341adeebc3b_0_184"/>
            <p:cNvPicPr preferRelativeResize="0"/>
            <p:nvPr/>
          </p:nvPicPr>
          <p:blipFill rotWithShape="1">
            <a:blip r:embed="rId5">
              <a:alphaModFix/>
            </a:blip>
            <a:srcRect b="0" l="19" r="9" t="0"/>
            <a:stretch/>
          </p:blipFill>
          <p:spPr>
            <a:xfrm>
              <a:off x="2093821" y="3991095"/>
              <a:ext cx="1148707" cy="821566"/>
            </a:xfrm>
            <a:prstGeom prst="rect">
              <a:avLst/>
            </a:prstGeom>
            <a:noFill/>
            <a:ln>
              <a:noFill/>
            </a:ln>
            <a:effectLst>
              <a:outerShdw blurRad="71438" rotWithShape="0" algn="bl" dir="5400000" dist="19050">
                <a:srgbClr val="000000">
                  <a:alpha val="18430"/>
                </a:srgbClr>
              </a:outerShdw>
            </a:effectLst>
          </p:spPr>
        </p:pic>
        <p:pic>
          <p:nvPicPr>
            <p:cNvPr id="873" name="Google Shape;873;g341adeebc3b_0_184"/>
            <p:cNvPicPr preferRelativeResize="0"/>
            <p:nvPr/>
          </p:nvPicPr>
          <p:blipFill rotWithShape="1">
            <a:blip r:embed="rId6">
              <a:alphaModFix/>
            </a:blip>
            <a:srcRect b="0" l="159" r="159" t="0"/>
            <a:stretch/>
          </p:blipFill>
          <p:spPr>
            <a:xfrm>
              <a:off x="868300" y="3991095"/>
              <a:ext cx="1147320" cy="822955"/>
            </a:xfrm>
            <a:prstGeom prst="rect">
              <a:avLst/>
            </a:prstGeom>
            <a:noFill/>
            <a:ln>
              <a:noFill/>
            </a:ln>
            <a:effectLst>
              <a:outerShdw blurRad="71438" rotWithShape="0" algn="bl" dir="5400000" dist="19050">
                <a:srgbClr val="000000">
                  <a:alpha val="18820"/>
                </a:srgbClr>
              </a:outerShdw>
            </a:effectLst>
          </p:spPr>
        </p:pic>
        <p:pic>
          <p:nvPicPr>
            <p:cNvPr id="874" name="Google Shape;874;g341adeebc3b_0_184"/>
            <p:cNvPicPr preferRelativeResize="0"/>
            <p:nvPr/>
          </p:nvPicPr>
          <p:blipFill rotWithShape="1">
            <a:blip r:embed="rId7">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8430"/>
                </a:srgbClr>
              </a:outerShdw>
            </a:effectLst>
          </p:spPr>
        </p:pic>
        <p:pic>
          <p:nvPicPr>
            <p:cNvPr id="875" name="Google Shape;875;g341adeebc3b_0_184"/>
            <p:cNvPicPr preferRelativeResize="0"/>
            <p:nvPr/>
          </p:nvPicPr>
          <p:blipFill rotWithShape="1">
            <a:blip r:embed="rId8">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76" name="Google Shape;876;g341adeebc3b_0_184"/>
            <p:cNvPicPr preferRelativeResize="0"/>
            <p:nvPr/>
          </p:nvPicPr>
          <p:blipFill rotWithShape="1">
            <a:blip r:embed="rId9">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77" name="Google Shape;877;g341adeebc3b_0_184"/>
            <p:cNvPicPr preferRelativeResize="0"/>
            <p:nvPr/>
          </p:nvPicPr>
          <p:blipFill rotWithShape="1">
            <a:blip r:embed="rId10">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78" name="Google Shape;878;g341adeebc3b_0_184"/>
            <p:cNvPicPr preferRelativeResize="0"/>
            <p:nvPr/>
          </p:nvPicPr>
          <p:blipFill rotWithShape="1">
            <a:blip r:embed="rId11">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79" name="Google Shape;879;g341adeebc3b_0_184"/>
            <p:cNvPicPr preferRelativeResize="0"/>
            <p:nvPr/>
          </p:nvPicPr>
          <p:blipFill rotWithShape="1">
            <a:blip r:embed="rId12">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80" name="Google Shape;880;g341adeebc3b_0_184"/>
            <p:cNvPicPr preferRelativeResize="0"/>
            <p:nvPr/>
          </p:nvPicPr>
          <p:blipFill rotWithShape="1">
            <a:blip r:embed="rId13">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81" name="Google Shape;881;g341adeebc3b_0_184"/>
            <p:cNvPicPr preferRelativeResize="0"/>
            <p:nvPr/>
          </p:nvPicPr>
          <p:blipFill rotWithShape="1">
            <a:blip r:embed="rId14">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82" name="Google Shape;882;g341adeebc3b_0_184"/>
            <p:cNvPicPr preferRelativeResize="0"/>
            <p:nvPr/>
          </p:nvPicPr>
          <p:blipFill rotWithShape="1">
            <a:blip r:embed="rId15">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83" name="Google Shape;883;g341adeebc3b_0_184"/>
            <p:cNvPicPr preferRelativeResize="0"/>
            <p:nvPr/>
          </p:nvPicPr>
          <p:blipFill rotWithShape="1">
            <a:blip r:embed="rId16">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84" name="Google Shape;884;g341adeebc3b_0_184"/>
            <p:cNvPicPr preferRelativeResize="0"/>
            <p:nvPr/>
          </p:nvPicPr>
          <p:blipFill rotWithShape="1">
            <a:blip r:embed="rId17">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85" name="Google Shape;885;g341adeebc3b_0_184"/>
            <p:cNvPicPr preferRelativeResize="0"/>
            <p:nvPr/>
          </p:nvPicPr>
          <p:blipFill rotWithShape="1">
            <a:blip r:embed="rId18">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86" name="Google Shape;886;g341adeebc3b_0_184"/>
            <p:cNvPicPr preferRelativeResize="0"/>
            <p:nvPr/>
          </p:nvPicPr>
          <p:blipFill rotWithShape="1">
            <a:blip r:embed="rId19">
              <a:alphaModFix/>
            </a:blip>
            <a:srcRect b="29" l="0" r="0" t="19"/>
            <a:stretch/>
          </p:blipFill>
          <p:spPr>
            <a:xfrm>
              <a:off x="868300" y="2129450"/>
              <a:ext cx="1146813" cy="819547"/>
            </a:xfrm>
            <a:prstGeom prst="rect">
              <a:avLst/>
            </a:prstGeom>
            <a:noFill/>
            <a:ln>
              <a:noFill/>
            </a:ln>
            <a:effectLst>
              <a:outerShdw blurRad="71438" rotWithShape="0" algn="bl" dir="5400000" dist="19050">
                <a:srgbClr val="000000">
                  <a:alpha val="18430"/>
                </a:srgbClr>
              </a:outerShdw>
            </a:effectLst>
          </p:spPr>
        </p:pic>
        <p:pic>
          <p:nvPicPr>
            <p:cNvPr id="887" name="Google Shape;887;g341adeebc3b_0_184"/>
            <p:cNvPicPr preferRelativeResize="0"/>
            <p:nvPr/>
          </p:nvPicPr>
          <p:blipFill rotWithShape="1">
            <a:blip r:embed="rId20">
              <a:alphaModFix/>
            </a:blip>
            <a:srcRect b="0" l="159" r="159" t="0"/>
            <a:stretch/>
          </p:blipFill>
          <p:spPr>
            <a:xfrm>
              <a:off x="2094526" y="2129450"/>
              <a:ext cx="1147320" cy="822955"/>
            </a:xfrm>
            <a:prstGeom prst="rect">
              <a:avLst/>
            </a:prstGeom>
            <a:noFill/>
            <a:ln>
              <a:noFill/>
            </a:ln>
            <a:effectLst>
              <a:outerShdw blurRad="71438" rotWithShape="0" algn="bl" dir="5400000" dist="19050">
                <a:srgbClr val="000000">
                  <a:alpha val="18430"/>
                </a:srgbClr>
              </a:outerShdw>
            </a:effectLst>
          </p:spPr>
        </p:pic>
        <p:pic>
          <p:nvPicPr>
            <p:cNvPr id="888" name="Google Shape;888;g341adeebc3b_0_184"/>
            <p:cNvPicPr preferRelativeResize="0"/>
            <p:nvPr/>
          </p:nvPicPr>
          <p:blipFill rotWithShape="1">
            <a:blip r:embed="rId21">
              <a:alphaModFix/>
            </a:blip>
            <a:srcRect b="0" l="159" r="159" t="0"/>
            <a:stretch/>
          </p:blipFill>
          <p:spPr>
            <a:xfrm>
              <a:off x="3321259" y="2129450"/>
              <a:ext cx="1147320" cy="821565"/>
            </a:xfrm>
            <a:prstGeom prst="rect">
              <a:avLst/>
            </a:prstGeom>
            <a:noFill/>
            <a:ln>
              <a:noFill/>
            </a:ln>
            <a:effectLst>
              <a:outerShdw blurRad="71438" rotWithShape="0" algn="bl" dir="5400000" dist="19050">
                <a:srgbClr val="000000">
                  <a:alpha val="18430"/>
                </a:srgbClr>
              </a:outerShdw>
            </a:effectLst>
          </p:spPr>
        </p:pic>
        <p:pic>
          <p:nvPicPr>
            <p:cNvPr id="889" name="Google Shape;889;g341adeebc3b_0_184"/>
            <p:cNvPicPr preferRelativeResize="0"/>
            <p:nvPr/>
          </p:nvPicPr>
          <p:blipFill rotWithShape="1">
            <a:blip r:embed="rId22">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430"/>
                </a:srgbClr>
              </a:outerShdw>
            </a:effectLst>
          </p:spPr>
        </p:pic>
        <p:pic>
          <p:nvPicPr>
            <p:cNvPr id="890" name="Google Shape;890;g341adeebc3b_0_184"/>
            <p:cNvPicPr preferRelativeResize="0"/>
            <p:nvPr/>
          </p:nvPicPr>
          <p:blipFill rotWithShape="1">
            <a:blip r:embed="rId23">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430"/>
                </a:srgbClr>
              </a:outerShdw>
            </a:effectLst>
          </p:spPr>
        </p:pic>
        <p:pic>
          <p:nvPicPr>
            <p:cNvPr id="891" name="Google Shape;891;g341adeebc3b_0_184"/>
            <p:cNvPicPr preferRelativeResize="0"/>
            <p:nvPr/>
          </p:nvPicPr>
          <p:blipFill rotWithShape="1">
            <a:blip r:embed="rId24">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430"/>
                </a:srgbClr>
              </a:outerShdw>
            </a:effectLst>
          </p:spPr>
        </p:pic>
        <p:pic>
          <p:nvPicPr>
            <p:cNvPr id="892" name="Google Shape;892;g341adeebc3b_0_184"/>
            <p:cNvPicPr preferRelativeResize="0"/>
            <p:nvPr/>
          </p:nvPicPr>
          <p:blipFill rotWithShape="1">
            <a:blip r:embed="rId25">
              <a:alphaModFix/>
            </a:blip>
            <a:srcRect b="0" l="159" r="159" t="0"/>
            <a:stretch/>
          </p:blipFill>
          <p:spPr>
            <a:xfrm>
              <a:off x="868300" y="3060270"/>
              <a:ext cx="1147320" cy="822955"/>
            </a:xfrm>
            <a:prstGeom prst="rect">
              <a:avLst/>
            </a:prstGeom>
            <a:noFill/>
            <a:ln>
              <a:noFill/>
            </a:ln>
            <a:effectLst>
              <a:outerShdw blurRad="71438" rotWithShape="0" algn="bl" dir="5400000" dist="19050">
                <a:srgbClr val="000000">
                  <a:alpha val="18430"/>
                </a:srgbClr>
              </a:outerShdw>
            </a:effectLst>
          </p:spPr>
        </p:pic>
        <p:pic>
          <p:nvPicPr>
            <p:cNvPr id="893" name="Google Shape;893;g341adeebc3b_0_184"/>
            <p:cNvPicPr preferRelativeResize="0"/>
            <p:nvPr/>
          </p:nvPicPr>
          <p:blipFill rotWithShape="1">
            <a:blip r:embed="rId26">
              <a:alphaModFix/>
            </a:blip>
            <a:srcRect b="0" l="19" r="9" t="0"/>
            <a:stretch/>
          </p:blipFill>
          <p:spPr>
            <a:xfrm>
              <a:off x="2093821" y="3060270"/>
              <a:ext cx="1148707" cy="821566"/>
            </a:xfrm>
            <a:prstGeom prst="rect">
              <a:avLst/>
            </a:prstGeom>
            <a:noFill/>
            <a:ln>
              <a:noFill/>
            </a:ln>
            <a:effectLst>
              <a:outerShdw blurRad="71438" rotWithShape="0" algn="bl" dir="5400000" dist="19050">
                <a:srgbClr val="000000">
                  <a:alpha val="18430"/>
                </a:srgbClr>
              </a:outerShdw>
            </a:effectLst>
          </p:spPr>
        </p:pic>
        <p:pic>
          <p:nvPicPr>
            <p:cNvPr id="894" name="Google Shape;894;g341adeebc3b_0_184"/>
            <p:cNvPicPr preferRelativeResize="0"/>
            <p:nvPr/>
          </p:nvPicPr>
          <p:blipFill rotWithShape="1">
            <a:blip r:embed="rId27">
              <a:alphaModFix/>
            </a:blip>
            <a:srcRect b="0" l="189" r="179" t="0"/>
            <a:stretch/>
          </p:blipFill>
          <p:spPr>
            <a:xfrm>
              <a:off x="3320730" y="3060270"/>
              <a:ext cx="1148707" cy="822956"/>
            </a:xfrm>
            <a:prstGeom prst="rect">
              <a:avLst/>
            </a:prstGeom>
            <a:noFill/>
            <a:ln>
              <a:noFill/>
            </a:ln>
            <a:effectLst>
              <a:outerShdw blurRad="71438" rotWithShape="0" algn="bl" dir="5400000" dist="19050">
                <a:srgbClr val="000000">
                  <a:alpha val="18430"/>
                </a:srgbClr>
              </a:outerShdw>
            </a:effectLst>
          </p:spPr>
        </p:pic>
        <p:pic>
          <p:nvPicPr>
            <p:cNvPr id="895" name="Google Shape;895;g341adeebc3b_0_184"/>
            <p:cNvPicPr preferRelativeResize="0"/>
            <p:nvPr/>
          </p:nvPicPr>
          <p:blipFill rotWithShape="1">
            <a:blip r:embed="rId28">
              <a:alphaModFix/>
            </a:blip>
            <a:srcRect b="0" l="99" r="99" t="0"/>
            <a:stretch/>
          </p:blipFill>
          <p:spPr>
            <a:xfrm>
              <a:off x="4547639" y="3060270"/>
              <a:ext cx="1148707" cy="822955"/>
            </a:xfrm>
            <a:prstGeom prst="rect">
              <a:avLst/>
            </a:prstGeom>
            <a:noFill/>
            <a:ln>
              <a:noFill/>
            </a:ln>
            <a:effectLst>
              <a:outerShdw blurRad="71438" rotWithShape="0" algn="bl" dir="5400000" dist="19050">
                <a:srgbClr val="000000">
                  <a:alpha val="18430"/>
                </a:srgbClr>
              </a:outerShdw>
            </a:effectLst>
          </p:spPr>
        </p:pic>
        <p:pic>
          <p:nvPicPr>
            <p:cNvPr id="896" name="Google Shape;896;g341adeebc3b_0_184"/>
            <p:cNvPicPr preferRelativeResize="0"/>
            <p:nvPr/>
          </p:nvPicPr>
          <p:blipFill rotWithShape="1">
            <a:blip r:embed="rId29">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8430"/>
                </a:srgbClr>
              </a:outerShdw>
            </a:effectLst>
          </p:spPr>
        </p:pic>
        <p:pic>
          <p:nvPicPr>
            <p:cNvPr id="897" name="Google Shape;897;g341adeebc3b_0_184"/>
            <p:cNvPicPr preferRelativeResize="0"/>
            <p:nvPr/>
          </p:nvPicPr>
          <p:blipFill rotWithShape="1">
            <a:blip r:embed="rId30">
              <a:alphaModFix/>
            </a:blip>
            <a:srcRect b="0" l="99" r="99" t="0"/>
            <a:stretch/>
          </p:blipFill>
          <p:spPr>
            <a:xfrm>
              <a:off x="5774548" y="3991095"/>
              <a:ext cx="1148707" cy="822955"/>
            </a:xfrm>
            <a:prstGeom prst="rect">
              <a:avLst/>
            </a:prstGeom>
            <a:noFill/>
            <a:ln>
              <a:noFill/>
            </a:ln>
            <a:effectLst>
              <a:outerShdw blurRad="71438" rotWithShape="0" algn="bl" dir="5400000" dist="1905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g341adeebc3b_0_218"/>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4 Common Exception Words </a:t>
            </a:r>
            <a:r>
              <a:rPr lang="en-US">
                <a:solidFill>
                  <a:srgbClr val="2356AF"/>
                </a:solidFill>
              </a:rPr>
              <a:t>said like out have some come what was so old do little one</a:t>
            </a:r>
            <a:r>
              <a:rPr lang="en-US"/>
              <a:t>.</a:t>
            </a:r>
            <a:endParaRPr/>
          </a:p>
        </p:txBody>
      </p:sp>
      <p:grpSp>
        <p:nvGrpSpPr>
          <p:cNvPr id="904" name="Google Shape;904;g341adeebc3b_0_218"/>
          <p:cNvGrpSpPr/>
          <p:nvPr/>
        </p:nvGrpSpPr>
        <p:grpSpPr>
          <a:xfrm>
            <a:off x="868300" y="2129450"/>
            <a:ext cx="7281864" cy="2684601"/>
            <a:chOff x="868300" y="2053250"/>
            <a:chExt cx="7281864" cy="2684601"/>
          </a:xfrm>
        </p:grpSpPr>
        <p:pic>
          <p:nvPicPr>
            <p:cNvPr id="905" name="Google Shape;905;g341adeebc3b_0_218"/>
            <p:cNvPicPr preferRelativeResize="0"/>
            <p:nvPr/>
          </p:nvPicPr>
          <p:blipFill rotWithShape="1">
            <a:blip r:embed="rId3">
              <a:alphaModFix/>
            </a:blip>
            <a:srcRect b="0" l="189" r="179" t="0"/>
            <a:stretch/>
          </p:blipFill>
          <p:spPr>
            <a:xfrm>
              <a:off x="868300" y="3914895"/>
              <a:ext cx="1147320" cy="822956"/>
            </a:xfrm>
            <a:prstGeom prst="rect">
              <a:avLst/>
            </a:prstGeom>
            <a:noFill/>
            <a:ln>
              <a:noFill/>
            </a:ln>
            <a:effectLst>
              <a:outerShdw blurRad="71438" rotWithShape="0" algn="bl" dir="5400000" dist="19050">
                <a:srgbClr val="000000">
                  <a:alpha val="17650"/>
                </a:srgbClr>
              </a:outerShdw>
            </a:effectLst>
          </p:spPr>
        </p:pic>
        <p:pic>
          <p:nvPicPr>
            <p:cNvPr id="906" name="Google Shape;906;g341adeebc3b_0_218"/>
            <p:cNvPicPr preferRelativeResize="0"/>
            <p:nvPr/>
          </p:nvPicPr>
          <p:blipFill rotWithShape="1">
            <a:blip r:embed="rId4">
              <a:alphaModFix/>
            </a:blip>
            <a:srcRect b="0" l="39" r="39" t="0"/>
            <a:stretch/>
          </p:blipFill>
          <p:spPr>
            <a:xfrm>
              <a:off x="5774548" y="2984070"/>
              <a:ext cx="1148707" cy="822955"/>
            </a:xfrm>
            <a:prstGeom prst="rect">
              <a:avLst/>
            </a:prstGeom>
            <a:noFill/>
            <a:ln>
              <a:noFill/>
            </a:ln>
            <a:effectLst>
              <a:outerShdw blurRad="71438" rotWithShape="0" algn="bl" dir="5400000" dist="19050">
                <a:srgbClr val="000000">
                  <a:alpha val="17650"/>
                </a:srgbClr>
              </a:outerShdw>
            </a:effectLst>
          </p:spPr>
        </p:pic>
        <p:pic>
          <p:nvPicPr>
            <p:cNvPr id="907" name="Google Shape;907;g341adeebc3b_0_218"/>
            <p:cNvPicPr preferRelativeResize="0"/>
            <p:nvPr/>
          </p:nvPicPr>
          <p:blipFill rotWithShape="1">
            <a:blip r:embed="rId5">
              <a:alphaModFix/>
            </a:blip>
            <a:srcRect b="0" l="39" r="39" t="0"/>
            <a:stretch/>
          </p:blipFill>
          <p:spPr>
            <a:xfrm>
              <a:off x="7001457" y="2984070"/>
              <a:ext cx="1148707" cy="821565"/>
            </a:xfrm>
            <a:prstGeom prst="rect">
              <a:avLst/>
            </a:prstGeom>
            <a:noFill/>
            <a:ln>
              <a:noFill/>
            </a:ln>
            <a:effectLst>
              <a:outerShdw blurRad="71438" rotWithShape="0" algn="bl" dir="5400000" dist="19050">
                <a:srgbClr val="000000">
                  <a:alpha val="17650"/>
                </a:srgbClr>
              </a:outerShdw>
            </a:effectLst>
          </p:spPr>
        </p:pic>
        <p:pic>
          <p:nvPicPr>
            <p:cNvPr id="908" name="Google Shape;908;g341adeebc3b_0_218"/>
            <p:cNvPicPr preferRelativeResize="0"/>
            <p:nvPr/>
          </p:nvPicPr>
          <p:blipFill rotWithShape="1">
            <a:blip r:embed="rId6">
              <a:alphaModFix/>
            </a:blip>
            <a:srcRect b="0" l="39" r="39" t="0"/>
            <a:stretch/>
          </p:blipFill>
          <p:spPr>
            <a:xfrm>
              <a:off x="3320730" y="2984070"/>
              <a:ext cx="1148707" cy="822955"/>
            </a:xfrm>
            <a:prstGeom prst="rect">
              <a:avLst/>
            </a:prstGeom>
            <a:noFill/>
            <a:ln>
              <a:noFill/>
            </a:ln>
            <a:effectLst>
              <a:outerShdw blurRad="71438" rotWithShape="0" algn="bl" dir="5400000" dist="19050">
                <a:srgbClr val="000000">
                  <a:alpha val="17650"/>
                </a:srgbClr>
              </a:outerShdw>
            </a:effectLst>
          </p:spPr>
        </p:pic>
        <p:pic>
          <p:nvPicPr>
            <p:cNvPr id="909" name="Google Shape;909;g341adeebc3b_0_218"/>
            <p:cNvPicPr preferRelativeResize="0"/>
            <p:nvPr/>
          </p:nvPicPr>
          <p:blipFill rotWithShape="1">
            <a:blip r:embed="rId7">
              <a:alphaModFix/>
            </a:blip>
            <a:srcRect b="0" l="39" r="39" t="0"/>
            <a:stretch/>
          </p:blipFill>
          <p:spPr>
            <a:xfrm>
              <a:off x="4547639" y="2984070"/>
              <a:ext cx="1148707" cy="822955"/>
            </a:xfrm>
            <a:prstGeom prst="rect">
              <a:avLst/>
            </a:prstGeom>
            <a:noFill/>
            <a:ln>
              <a:noFill/>
            </a:ln>
            <a:effectLst>
              <a:outerShdw blurRad="71438" rotWithShape="0" algn="bl" dir="5400000" dist="19050">
                <a:srgbClr val="000000">
                  <a:alpha val="17650"/>
                </a:srgbClr>
              </a:outerShdw>
            </a:effectLst>
          </p:spPr>
        </p:pic>
        <p:pic>
          <p:nvPicPr>
            <p:cNvPr id="910" name="Google Shape;910;g341adeebc3b_0_218"/>
            <p:cNvPicPr preferRelativeResize="0"/>
            <p:nvPr/>
          </p:nvPicPr>
          <p:blipFill rotWithShape="1">
            <a:blip r:embed="rId8">
              <a:alphaModFix/>
            </a:blip>
            <a:srcRect b="0" l="189" r="179" t="0"/>
            <a:stretch/>
          </p:blipFill>
          <p:spPr>
            <a:xfrm>
              <a:off x="868300" y="2984070"/>
              <a:ext cx="1147320" cy="822956"/>
            </a:xfrm>
            <a:prstGeom prst="rect">
              <a:avLst/>
            </a:prstGeom>
            <a:noFill/>
            <a:ln>
              <a:noFill/>
            </a:ln>
            <a:effectLst>
              <a:outerShdw blurRad="71438" rotWithShape="0" algn="bl" dir="5400000" dist="19050">
                <a:srgbClr val="000000">
                  <a:alpha val="17650"/>
                </a:srgbClr>
              </a:outerShdw>
            </a:effectLst>
          </p:spPr>
        </p:pic>
        <p:pic>
          <p:nvPicPr>
            <p:cNvPr id="911" name="Google Shape;911;g341adeebc3b_0_218"/>
            <p:cNvPicPr preferRelativeResize="0"/>
            <p:nvPr/>
          </p:nvPicPr>
          <p:blipFill rotWithShape="1">
            <a:blip r:embed="rId9">
              <a:alphaModFix/>
            </a:blip>
            <a:srcRect b="49" l="0" r="0" t="39"/>
            <a:stretch/>
          </p:blipFill>
          <p:spPr>
            <a:xfrm>
              <a:off x="2093821" y="2984070"/>
              <a:ext cx="1148707" cy="821566"/>
            </a:xfrm>
            <a:prstGeom prst="rect">
              <a:avLst/>
            </a:prstGeom>
            <a:noFill/>
            <a:ln>
              <a:noFill/>
            </a:ln>
            <a:effectLst>
              <a:outerShdw blurRad="71438" rotWithShape="0" algn="bl" dir="5400000" dist="19050">
                <a:srgbClr val="000000">
                  <a:alpha val="17650"/>
                </a:srgbClr>
              </a:outerShdw>
            </a:effectLst>
          </p:spPr>
        </p:pic>
        <p:pic>
          <p:nvPicPr>
            <p:cNvPr id="912" name="Google Shape;912;g341adeebc3b_0_218"/>
            <p:cNvPicPr preferRelativeResize="0"/>
            <p:nvPr/>
          </p:nvPicPr>
          <p:blipFill rotWithShape="1">
            <a:blip r:embed="rId10">
              <a:alphaModFix/>
            </a:blip>
            <a:srcRect b="0" l="59" r="59" t="0"/>
            <a:stretch/>
          </p:blipFill>
          <p:spPr>
            <a:xfrm>
              <a:off x="868300" y="2053250"/>
              <a:ext cx="1146813" cy="819547"/>
            </a:xfrm>
            <a:prstGeom prst="rect">
              <a:avLst/>
            </a:prstGeom>
            <a:noFill/>
            <a:ln>
              <a:noFill/>
            </a:ln>
            <a:effectLst>
              <a:outerShdw blurRad="71438" rotWithShape="0" algn="bl" dir="5400000" dist="19050">
                <a:srgbClr val="000000">
                  <a:alpha val="18040"/>
                </a:srgbClr>
              </a:outerShdw>
            </a:effectLst>
          </p:spPr>
        </p:pic>
        <p:pic>
          <p:nvPicPr>
            <p:cNvPr id="913" name="Google Shape;913;g341adeebc3b_0_218"/>
            <p:cNvPicPr preferRelativeResize="0"/>
            <p:nvPr/>
          </p:nvPicPr>
          <p:blipFill rotWithShape="1">
            <a:blip r:embed="rId11">
              <a:alphaModFix/>
            </a:blip>
            <a:srcRect b="0" l="159" r="159" t="0"/>
            <a:stretch/>
          </p:blipFill>
          <p:spPr>
            <a:xfrm>
              <a:off x="2094526" y="2053250"/>
              <a:ext cx="1147320" cy="822955"/>
            </a:xfrm>
            <a:prstGeom prst="rect">
              <a:avLst/>
            </a:prstGeom>
            <a:noFill/>
            <a:ln>
              <a:noFill/>
            </a:ln>
            <a:effectLst>
              <a:outerShdw blurRad="71438" rotWithShape="0" algn="bl" dir="5400000" dist="19050">
                <a:srgbClr val="000000">
                  <a:alpha val="18040"/>
                </a:srgbClr>
              </a:outerShdw>
            </a:effectLst>
          </p:spPr>
        </p:pic>
        <p:pic>
          <p:nvPicPr>
            <p:cNvPr id="914" name="Google Shape;914;g341adeebc3b_0_218"/>
            <p:cNvPicPr preferRelativeResize="0"/>
            <p:nvPr/>
          </p:nvPicPr>
          <p:blipFill rotWithShape="1">
            <a:blip r:embed="rId12">
              <a:alphaModFix/>
            </a:blip>
            <a:srcRect b="0" l="159" r="159" t="0"/>
            <a:stretch/>
          </p:blipFill>
          <p:spPr>
            <a:xfrm>
              <a:off x="3321259" y="2053250"/>
              <a:ext cx="1147320" cy="821565"/>
            </a:xfrm>
            <a:prstGeom prst="rect">
              <a:avLst/>
            </a:prstGeom>
            <a:noFill/>
            <a:ln>
              <a:noFill/>
            </a:ln>
            <a:effectLst>
              <a:outerShdw blurRad="71438" rotWithShape="0" algn="bl" dir="5400000" dist="19050">
                <a:srgbClr val="000000">
                  <a:alpha val="18040"/>
                </a:srgbClr>
              </a:outerShdw>
            </a:effectLst>
          </p:spPr>
        </p:pic>
        <p:pic>
          <p:nvPicPr>
            <p:cNvPr id="915" name="Google Shape;915;g341adeebc3b_0_218"/>
            <p:cNvPicPr preferRelativeResize="0"/>
            <p:nvPr/>
          </p:nvPicPr>
          <p:blipFill rotWithShape="1">
            <a:blip r:embed="rId13">
              <a:alphaModFix/>
            </a:blip>
            <a:srcRect b="0" l="79" r="69" t="0"/>
            <a:stretch/>
          </p:blipFill>
          <p:spPr>
            <a:xfrm>
              <a:off x="4547991" y="2053250"/>
              <a:ext cx="1147320" cy="821566"/>
            </a:xfrm>
            <a:prstGeom prst="rect">
              <a:avLst/>
            </a:prstGeom>
            <a:noFill/>
            <a:ln>
              <a:noFill/>
            </a:ln>
            <a:effectLst>
              <a:outerShdw blurRad="71438" rotWithShape="0" algn="bl" dir="5400000" dist="19050">
                <a:srgbClr val="000000">
                  <a:alpha val="18040"/>
                </a:srgbClr>
              </a:outerShdw>
            </a:effectLst>
          </p:spPr>
        </p:pic>
        <p:pic>
          <p:nvPicPr>
            <p:cNvPr id="916" name="Google Shape;916;g341adeebc3b_0_218"/>
            <p:cNvPicPr preferRelativeResize="0"/>
            <p:nvPr/>
          </p:nvPicPr>
          <p:blipFill rotWithShape="1">
            <a:blip r:embed="rId14">
              <a:alphaModFix/>
            </a:blip>
            <a:srcRect b="0" l="79" r="69" t="0"/>
            <a:stretch/>
          </p:blipFill>
          <p:spPr>
            <a:xfrm>
              <a:off x="5774724" y="2053250"/>
              <a:ext cx="1147320" cy="821566"/>
            </a:xfrm>
            <a:prstGeom prst="rect">
              <a:avLst/>
            </a:prstGeom>
            <a:noFill/>
            <a:ln>
              <a:noFill/>
            </a:ln>
            <a:effectLst>
              <a:outerShdw blurRad="71438" rotWithShape="0" algn="bl" dir="5400000" dist="19050">
                <a:srgbClr val="000000">
                  <a:alpha val="18040"/>
                </a:srgbClr>
              </a:outerShdw>
            </a:effectLst>
          </p:spPr>
        </p:pic>
        <p:pic>
          <p:nvPicPr>
            <p:cNvPr id="917" name="Google Shape;917;g341adeebc3b_0_218"/>
            <p:cNvPicPr preferRelativeResize="0"/>
            <p:nvPr/>
          </p:nvPicPr>
          <p:blipFill rotWithShape="1">
            <a:blip r:embed="rId15">
              <a:alphaModFix/>
            </a:blip>
            <a:srcRect b="0" l="79" r="69" t="0"/>
            <a:stretch/>
          </p:blipFill>
          <p:spPr>
            <a:xfrm>
              <a:off x="7001457" y="2053250"/>
              <a:ext cx="1147320" cy="821566"/>
            </a:xfrm>
            <a:prstGeom prst="rect">
              <a:avLst/>
            </a:prstGeom>
            <a:noFill/>
            <a:ln>
              <a:noFill/>
            </a:ln>
            <a:effectLst>
              <a:outerShdw blurRad="71438" rotWithShape="0" algn="bl" dir="5400000" dist="1905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g341adeebc3b_0_237"/>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2400"/>
              <a:buNone/>
            </a:pPr>
            <a:r>
              <a:rPr lang="en-US"/>
              <a:t xml:space="preserve">Review Phase 5 Common Exception Words </a:t>
            </a:r>
            <a:r>
              <a:rPr lang="en-US">
                <a:solidFill>
                  <a:srgbClr val="2356AF"/>
                </a:solidFill>
              </a:rPr>
              <a:t>today house mouse hour because Mr Mrs Ms where should could would move use</a:t>
            </a:r>
            <a:r>
              <a:rPr lang="en-US"/>
              <a:t>.</a:t>
            </a:r>
            <a:endParaRPr/>
          </a:p>
        </p:txBody>
      </p:sp>
      <p:grpSp>
        <p:nvGrpSpPr>
          <p:cNvPr id="924" name="Google Shape;924;g341adeebc3b_0_237"/>
          <p:cNvGrpSpPr/>
          <p:nvPr/>
        </p:nvGrpSpPr>
        <p:grpSpPr>
          <a:xfrm>
            <a:off x="868300" y="2129450"/>
            <a:ext cx="7281864" cy="2688001"/>
            <a:chOff x="868300" y="2129450"/>
            <a:chExt cx="7281864" cy="2688001"/>
          </a:xfrm>
        </p:grpSpPr>
        <p:pic>
          <p:nvPicPr>
            <p:cNvPr id="925" name="Google Shape;925;g341adeebc3b_0_237"/>
            <p:cNvPicPr preferRelativeResize="0"/>
            <p:nvPr/>
          </p:nvPicPr>
          <p:blipFill rotWithShape="1">
            <a:blip r:embed="rId3">
              <a:alphaModFix/>
            </a:blip>
            <a:srcRect b="0" l="248" r="238" t="0"/>
            <a:stretch/>
          </p:blipFill>
          <p:spPr>
            <a:xfrm>
              <a:off x="868300" y="3994495"/>
              <a:ext cx="1147320" cy="822956"/>
            </a:xfrm>
            <a:prstGeom prst="rect">
              <a:avLst/>
            </a:prstGeom>
            <a:noFill/>
            <a:ln>
              <a:noFill/>
            </a:ln>
            <a:effectLst>
              <a:outerShdw blurRad="71438" rotWithShape="0" algn="bl" dir="5400000" dist="19050">
                <a:srgbClr val="000000">
                  <a:alpha val="17650"/>
                </a:srgbClr>
              </a:outerShdw>
            </a:effectLst>
          </p:spPr>
        </p:pic>
        <p:pic>
          <p:nvPicPr>
            <p:cNvPr id="926" name="Google Shape;926;g341adeebc3b_0_237"/>
            <p:cNvPicPr preferRelativeResize="0"/>
            <p:nvPr/>
          </p:nvPicPr>
          <p:blipFill rotWithShape="1">
            <a:blip r:embed="rId4">
              <a:alphaModFix/>
            </a:blip>
            <a:srcRect b="0" l="99" r="99" t="0"/>
            <a:stretch/>
          </p:blipFill>
          <p:spPr>
            <a:xfrm>
              <a:off x="5774548" y="3060270"/>
              <a:ext cx="1148707" cy="822955"/>
            </a:xfrm>
            <a:prstGeom prst="rect">
              <a:avLst/>
            </a:prstGeom>
            <a:noFill/>
            <a:ln>
              <a:noFill/>
            </a:ln>
            <a:effectLst>
              <a:outerShdw blurRad="71438" rotWithShape="0" algn="bl" dir="5400000" dist="19050">
                <a:srgbClr val="000000">
                  <a:alpha val="17650"/>
                </a:srgbClr>
              </a:outerShdw>
            </a:effectLst>
          </p:spPr>
        </p:pic>
        <p:pic>
          <p:nvPicPr>
            <p:cNvPr id="927" name="Google Shape;927;g341adeebc3b_0_237"/>
            <p:cNvPicPr preferRelativeResize="0"/>
            <p:nvPr/>
          </p:nvPicPr>
          <p:blipFill rotWithShape="1">
            <a:blip r:embed="rId5">
              <a:alphaModFix/>
            </a:blip>
            <a:srcRect b="0" l="99" r="99" t="0"/>
            <a:stretch/>
          </p:blipFill>
          <p:spPr>
            <a:xfrm>
              <a:off x="7001457" y="3060270"/>
              <a:ext cx="1148707" cy="821565"/>
            </a:xfrm>
            <a:prstGeom prst="rect">
              <a:avLst/>
            </a:prstGeom>
            <a:noFill/>
            <a:ln>
              <a:noFill/>
            </a:ln>
            <a:effectLst>
              <a:outerShdw blurRad="71438" rotWithShape="0" algn="bl" dir="5400000" dist="19050">
                <a:srgbClr val="000000">
                  <a:alpha val="17650"/>
                </a:srgbClr>
              </a:outerShdw>
            </a:effectLst>
          </p:spPr>
        </p:pic>
        <p:pic>
          <p:nvPicPr>
            <p:cNvPr id="928" name="Google Shape;928;g341adeebc3b_0_237"/>
            <p:cNvPicPr preferRelativeResize="0"/>
            <p:nvPr/>
          </p:nvPicPr>
          <p:blipFill rotWithShape="1">
            <a:blip r:embed="rId6">
              <a:alphaModFix/>
            </a:blip>
            <a:srcRect b="0" l="99" r="99" t="0"/>
            <a:stretch/>
          </p:blipFill>
          <p:spPr>
            <a:xfrm>
              <a:off x="3320730" y="3060270"/>
              <a:ext cx="1148707" cy="822955"/>
            </a:xfrm>
            <a:prstGeom prst="rect">
              <a:avLst/>
            </a:prstGeom>
            <a:noFill/>
            <a:ln>
              <a:noFill/>
            </a:ln>
            <a:effectLst>
              <a:outerShdw blurRad="71438" rotWithShape="0" algn="bl" dir="5400000" dist="19050">
                <a:srgbClr val="000000">
                  <a:alpha val="17650"/>
                </a:srgbClr>
              </a:outerShdw>
            </a:effectLst>
          </p:spPr>
        </p:pic>
        <p:pic>
          <p:nvPicPr>
            <p:cNvPr id="929" name="Google Shape;929;g341adeebc3b_0_237"/>
            <p:cNvPicPr preferRelativeResize="0"/>
            <p:nvPr/>
          </p:nvPicPr>
          <p:blipFill rotWithShape="1">
            <a:blip r:embed="rId7">
              <a:alphaModFix/>
            </a:blip>
            <a:srcRect b="0" l="189" r="179" t="0"/>
            <a:stretch/>
          </p:blipFill>
          <p:spPr>
            <a:xfrm>
              <a:off x="4547639" y="3060270"/>
              <a:ext cx="1148707" cy="822956"/>
            </a:xfrm>
            <a:prstGeom prst="rect">
              <a:avLst/>
            </a:prstGeom>
            <a:noFill/>
            <a:ln>
              <a:noFill/>
            </a:ln>
            <a:effectLst>
              <a:outerShdw blurRad="71438" rotWithShape="0" algn="bl" dir="5400000" dist="19050">
                <a:srgbClr val="000000">
                  <a:alpha val="17650"/>
                </a:srgbClr>
              </a:outerShdw>
            </a:effectLst>
          </p:spPr>
        </p:pic>
        <p:pic>
          <p:nvPicPr>
            <p:cNvPr id="930" name="Google Shape;930;g341adeebc3b_0_237"/>
            <p:cNvPicPr preferRelativeResize="0"/>
            <p:nvPr/>
          </p:nvPicPr>
          <p:blipFill rotWithShape="1">
            <a:blip r:embed="rId8">
              <a:alphaModFix/>
            </a:blip>
            <a:srcRect b="0" l="248" r="238" t="0"/>
            <a:stretch/>
          </p:blipFill>
          <p:spPr>
            <a:xfrm>
              <a:off x="868300" y="3060270"/>
              <a:ext cx="1147320" cy="822956"/>
            </a:xfrm>
            <a:prstGeom prst="rect">
              <a:avLst/>
            </a:prstGeom>
            <a:noFill/>
            <a:ln>
              <a:noFill/>
            </a:ln>
            <a:effectLst>
              <a:outerShdw blurRad="71438" rotWithShape="0" algn="bl" dir="5400000" dist="19050">
                <a:srgbClr val="000000">
                  <a:alpha val="17650"/>
                </a:srgbClr>
              </a:outerShdw>
            </a:effectLst>
          </p:spPr>
        </p:pic>
        <p:pic>
          <p:nvPicPr>
            <p:cNvPr id="931" name="Google Shape;931;g341adeebc3b_0_237"/>
            <p:cNvPicPr preferRelativeResize="0"/>
            <p:nvPr/>
          </p:nvPicPr>
          <p:blipFill rotWithShape="1">
            <a:blip r:embed="rId9">
              <a:alphaModFix/>
            </a:blip>
            <a:srcRect b="0" l="99" r="99" t="0"/>
            <a:stretch/>
          </p:blipFill>
          <p:spPr>
            <a:xfrm>
              <a:off x="2093821" y="3060270"/>
              <a:ext cx="1148707" cy="821565"/>
            </a:xfrm>
            <a:prstGeom prst="rect">
              <a:avLst/>
            </a:prstGeom>
            <a:noFill/>
            <a:ln>
              <a:noFill/>
            </a:ln>
            <a:effectLst>
              <a:outerShdw blurRad="71438" rotWithShape="0" algn="bl" dir="5400000" dist="19050">
                <a:srgbClr val="000000">
                  <a:alpha val="17650"/>
                </a:srgbClr>
              </a:outerShdw>
            </a:effectLst>
          </p:spPr>
        </p:pic>
        <p:pic>
          <p:nvPicPr>
            <p:cNvPr id="932" name="Google Shape;932;g341adeebc3b_0_237"/>
            <p:cNvPicPr preferRelativeResize="0"/>
            <p:nvPr/>
          </p:nvPicPr>
          <p:blipFill rotWithShape="1">
            <a:blip r:embed="rId10">
              <a:alphaModFix/>
            </a:blip>
            <a:srcRect b="0" l="59" r="59" t="0"/>
            <a:stretch/>
          </p:blipFill>
          <p:spPr>
            <a:xfrm>
              <a:off x="868300" y="2129450"/>
              <a:ext cx="1146813" cy="819547"/>
            </a:xfrm>
            <a:prstGeom prst="rect">
              <a:avLst/>
            </a:prstGeom>
            <a:noFill/>
            <a:ln>
              <a:noFill/>
            </a:ln>
            <a:effectLst>
              <a:outerShdw blurRad="71438" rotWithShape="0" algn="bl" dir="5400000" dist="19050">
                <a:srgbClr val="000000">
                  <a:alpha val="18040"/>
                </a:srgbClr>
              </a:outerShdw>
            </a:effectLst>
          </p:spPr>
        </p:pic>
        <p:pic>
          <p:nvPicPr>
            <p:cNvPr id="933" name="Google Shape;933;g341adeebc3b_0_237"/>
            <p:cNvPicPr preferRelativeResize="0"/>
            <p:nvPr/>
          </p:nvPicPr>
          <p:blipFill rotWithShape="1">
            <a:blip r:embed="rId11">
              <a:alphaModFix/>
            </a:blip>
            <a:srcRect b="0" l="248" r="238" t="0"/>
            <a:stretch/>
          </p:blipFill>
          <p:spPr>
            <a:xfrm>
              <a:off x="2094526" y="2129450"/>
              <a:ext cx="1147320" cy="822956"/>
            </a:xfrm>
            <a:prstGeom prst="rect">
              <a:avLst/>
            </a:prstGeom>
            <a:noFill/>
            <a:ln>
              <a:noFill/>
            </a:ln>
            <a:effectLst>
              <a:outerShdw blurRad="71438" rotWithShape="0" algn="bl" dir="5400000" dist="19050">
                <a:srgbClr val="000000">
                  <a:alpha val="18040"/>
                </a:srgbClr>
              </a:outerShdw>
            </a:effectLst>
          </p:spPr>
        </p:pic>
        <p:pic>
          <p:nvPicPr>
            <p:cNvPr id="934" name="Google Shape;934;g341adeebc3b_0_237"/>
            <p:cNvPicPr preferRelativeResize="0"/>
            <p:nvPr/>
          </p:nvPicPr>
          <p:blipFill rotWithShape="1">
            <a:blip r:embed="rId12">
              <a:alphaModFix/>
            </a:blip>
            <a:srcRect b="0" l="159" r="159" t="0"/>
            <a:stretch/>
          </p:blipFill>
          <p:spPr>
            <a:xfrm>
              <a:off x="3321271" y="2130138"/>
              <a:ext cx="1147320" cy="821565"/>
            </a:xfrm>
            <a:prstGeom prst="rect">
              <a:avLst/>
            </a:prstGeom>
            <a:noFill/>
            <a:ln>
              <a:noFill/>
            </a:ln>
            <a:effectLst>
              <a:outerShdw blurRad="71438" rotWithShape="0" algn="bl" dir="5400000" dist="19050">
                <a:srgbClr val="000000">
                  <a:alpha val="18040"/>
                </a:srgbClr>
              </a:outerShdw>
            </a:effectLst>
          </p:spPr>
        </p:pic>
        <p:pic>
          <p:nvPicPr>
            <p:cNvPr id="935" name="Google Shape;935;g341adeebc3b_0_237"/>
            <p:cNvPicPr preferRelativeResize="0"/>
            <p:nvPr/>
          </p:nvPicPr>
          <p:blipFill rotWithShape="1">
            <a:blip r:embed="rId13">
              <a:alphaModFix/>
            </a:blip>
            <a:srcRect b="0" l="79" r="69" t="0"/>
            <a:stretch/>
          </p:blipFill>
          <p:spPr>
            <a:xfrm>
              <a:off x="4547991" y="2129450"/>
              <a:ext cx="1147320" cy="821566"/>
            </a:xfrm>
            <a:prstGeom prst="rect">
              <a:avLst/>
            </a:prstGeom>
            <a:noFill/>
            <a:ln>
              <a:noFill/>
            </a:ln>
            <a:effectLst>
              <a:outerShdw blurRad="71438" rotWithShape="0" algn="bl" dir="5400000" dist="19050">
                <a:srgbClr val="000000">
                  <a:alpha val="18040"/>
                </a:srgbClr>
              </a:outerShdw>
            </a:effectLst>
          </p:spPr>
        </p:pic>
        <p:pic>
          <p:nvPicPr>
            <p:cNvPr id="936" name="Google Shape;936;g341adeebc3b_0_237"/>
            <p:cNvPicPr preferRelativeResize="0"/>
            <p:nvPr/>
          </p:nvPicPr>
          <p:blipFill rotWithShape="1">
            <a:blip r:embed="rId14">
              <a:alphaModFix/>
            </a:blip>
            <a:srcRect b="0" l="79" r="69" t="0"/>
            <a:stretch/>
          </p:blipFill>
          <p:spPr>
            <a:xfrm>
              <a:off x="5774724" y="2129450"/>
              <a:ext cx="1147320" cy="821566"/>
            </a:xfrm>
            <a:prstGeom prst="rect">
              <a:avLst/>
            </a:prstGeom>
            <a:noFill/>
            <a:ln>
              <a:noFill/>
            </a:ln>
            <a:effectLst>
              <a:outerShdw blurRad="71438" rotWithShape="0" algn="bl" dir="5400000" dist="19050">
                <a:srgbClr val="000000">
                  <a:alpha val="18040"/>
                </a:srgbClr>
              </a:outerShdw>
            </a:effectLst>
          </p:spPr>
        </p:pic>
        <p:pic>
          <p:nvPicPr>
            <p:cNvPr id="937" name="Google Shape;937;g341adeebc3b_0_237"/>
            <p:cNvPicPr preferRelativeResize="0"/>
            <p:nvPr/>
          </p:nvPicPr>
          <p:blipFill rotWithShape="1">
            <a:blip r:embed="rId15">
              <a:alphaModFix/>
            </a:blip>
            <a:srcRect b="0" l="159" r="159" t="0"/>
            <a:stretch/>
          </p:blipFill>
          <p:spPr>
            <a:xfrm>
              <a:off x="7001457" y="2129450"/>
              <a:ext cx="1147320" cy="821565"/>
            </a:xfrm>
            <a:prstGeom prst="rect">
              <a:avLst/>
            </a:prstGeom>
            <a:noFill/>
            <a:ln>
              <a:noFill/>
            </a:ln>
            <a:effectLst>
              <a:outerShdw blurRad="71438" rotWithShape="0" algn="bl" dir="5400000" dist="19050">
                <a:srgbClr val="000000">
                  <a:alpha val="18040"/>
                </a:srgbClr>
              </a:outerShdw>
            </a:effectLst>
          </p:spPr>
        </p:pic>
        <p:pic>
          <p:nvPicPr>
            <p:cNvPr id="938" name="Google Shape;938;g341adeebc3b_0_237"/>
            <p:cNvPicPr preferRelativeResize="0"/>
            <p:nvPr/>
          </p:nvPicPr>
          <p:blipFill rotWithShape="1">
            <a:blip r:embed="rId16">
              <a:alphaModFix/>
            </a:blip>
            <a:srcRect b="0" l="19" r="9" t="0"/>
            <a:stretch/>
          </p:blipFill>
          <p:spPr>
            <a:xfrm>
              <a:off x="2093821" y="3995885"/>
              <a:ext cx="1148707" cy="821566"/>
            </a:xfrm>
            <a:prstGeom prst="rect">
              <a:avLst/>
            </a:prstGeom>
            <a:noFill/>
            <a:ln>
              <a:noFill/>
            </a:ln>
            <a:effectLst>
              <a:outerShdw blurRad="71438" rotWithShape="0" algn="bl" dir="5400000" dist="1905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g341adeebc3b_0_257"/>
          <p:cNvSpPr txBox="1"/>
          <p:nvPr>
            <p:ph type="title"/>
          </p:nvPr>
        </p:nvSpPr>
        <p:spPr>
          <a:xfrm>
            <a:off x="514450" y="582900"/>
            <a:ext cx="81153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t xml:space="preserve">Review Phase 5.5 Common Exception Words </a:t>
            </a:r>
            <a:br>
              <a:rPr lang="en-US" sz="2000"/>
            </a:br>
            <a:r>
              <a:rPr lang="en-US" sz="2000">
                <a:solidFill>
                  <a:srgbClr val="2356AF"/>
                </a:solidFill>
              </a:rPr>
              <a:t>people wild child mind kind behind eye oh most only both though through who prove shoe beautiful climb Christmas school sugar love money any</a:t>
            </a:r>
            <a:r>
              <a:rPr lang="en-US" sz="2000"/>
              <a:t>…</a:t>
            </a:r>
            <a:endParaRPr sz="2000"/>
          </a:p>
        </p:txBody>
      </p:sp>
      <p:pic>
        <p:nvPicPr>
          <p:cNvPr id="945" name="Google Shape;945;g341adeebc3b_0_257"/>
          <p:cNvPicPr preferRelativeResize="0"/>
          <p:nvPr/>
        </p:nvPicPr>
        <p:blipFill rotWithShape="1">
          <a:blip r:embed="rId3">
            <a:alphaModFix/>
          </a:blip>
          <a:srcRect b="0" l="0" r="0" t="0"/>
          <a:stretch/>
        </p:blipFill>
        <p:spPr>
          <a:xfrm>
            <a:off x="867797" y="2125686"/>
            <a:ext cx="1147324" cy="819918"/>
          </a:xfrm>
          <a:prstGeom prst="rect">
            <a:avLst/>
          </a:prstGeom>
          <a:noFill/>
          <a:ln>
            <a:noFill/>
          </a:ln>
          <a:effectLst>
            <a:outerShdw blurRad="71438" rotWithShape="0" algn="bl" dir="5400000" dist="19050">
              <a:srgbClr val="000000">
                <a:alpha val="17650"/>
              </a:srgbClr>
            </a:outerShdw>
          </a:effectLst>
        </p:spPr>
      </p:pic>
      <p:pic>
        <p:nvPicPr>
          <p:cNvPr id="946" name="Google Shape;946;g341adeebc3b_0_257"/>
          <p:cNvPicPr preferRelativeResize="0"/>
          <p:nvPr/>
        </p:nvPicPr>
        <p:blipFill rotWithShape="1">
          <a:blip r:embed="rId4">
            <a:alphaModFix/>
          </a:blip>
          <a:srcRect b="0" l="0" r="0" t="0"/>
          <a:stretch/>
        </p:blipFill>
        <p:spPr>
          <a:xfrm>
            <a:off x="2094526" y="2125686"/>
            <a:ext cx="1145440" cy="818569"/>
          </a:xfrm>
          <a:prstGeom prst="rect">
            <a:avLst/>
          </a:prstGeom>
          <a:noFill/>
          <a:ln>
            <a:noFill/>
          </a:ln>
          <a:effectLst>
            <a:outerShdw blurRad="71438" rotWithShape="0" algn="bl" dir="5400000" dist="19050">
              <a:srgbClr val="000000">
                <a:alpha val="17650"/>
              </a:srgbClr>
            </a:outerShdw>
          </a:effectLst>
        </p:spPr>
      </p:pic>
      <p:pic>
        <p:nvPicPr>
          <p:cNvPr id="947" name="Google Shape;947;g341adeebc3b_0_257"/>
          <p:cNvPicPr preferRelativeResize="0"/>
          <p:nvPr/>
        </p:nvPicPr>
        <p:blipFill rotWithShape="1">
          <a:blip r:embed="rId5">
            <a:alphaModFix/>
          </a:blip>
          <a:srcRect b="0" l="0" r="0" t="0"/>
          <a:stretch/>
        </p:blipFill>
        <p:spPr>
          <a:xfrm>
            <a:off x="3321259" y="2125686"/>
            <a:ext cx="1145440" cy="818569"/>
          </a:xfrm>
          <a:prstGeom prst="rect">
            <a:avLst/>
          </a:prstGeom>
          <a:noFill/>
          <a:ln>
            <a:noFill/>
          </a:ln>
          <a:effectLst>
            <a:outerShdw blurRad="71438" rotWithShape="0" algn="bl" dir="5400000" dist="19050">
              <a:srgbClr val="000000">
                <a:alpha val="17650"/>
              </a:srgbClr>
            </a:outerShdw>
          </a:effectLst>
        </p:spPr>
      </p:pic>
      <p:pic>
        <p:nvPicPr>
          <p:cNvPr id="948" name="Google Shape;948;g341adeebc3b_0_257"/>
          <p:cNvPicPr preferRelativeResize="0"/>
          <p:nvPr/>
        </p:nvPicPr>
        <p:blipFill rotWithShape="1">
          <a:blip r:embed="rId6">
            <a:alphaModFix/>
          </a:blip>
          <a:srcRect b="0" l="0" r="0" t="0"/>
          <a:stretch/>
        </p:blipFill>
        <p:spPr>
          <a:xfrm>
            <a:off x="4547991" y="2125686"/>
            <a:ext cx="1145440" cy="819954"/>
          </a:xfrm>
          <a:prstGeom prst="rect">
            <a:avLst/>
          </a:prstGeom>
          <a:noFill/>
          <a:ln>
            <a:noFill/>
          </a:ln>
          <a:effectLst>
            <a:outerShdw blurRad="71438" rotWithShape="0" algn="bl" dir="5400000" dist="19050">
              <a:srgbClr val="000000">
                <a:alpha val="17650"/>
              </a:srgbClr>
            </a:outerShdw>
          </a:effectLst>
        </p:spPr>
      </p:pic>
      <p:pic>
        <p:nvPicPr>
          <p:cNvPr id="949" name="Google Shape;949;g341adeebc3b_0_257"/>
          <p:cNvPicPr preferRelativeResize="0"/>
          <p:nvPr/>
        </p:nvPicPr>
        <p:blipFill rotWithShape="1">
          <a:blip r:embed="rId7">
            <a:alphaModFix/>
          </a:blip>
          <a:srcRect b="0" l="0" r="0" t="0"/>
          <a:stretch/>
        </p:blipFill>
        <p:spPr>
          <a:xfrm>
            <a:off x="5774724" y="2125686"/>
            <a:ext cx="1145440" cy="818569"/>
          </a:xfrm>
          <a:prstGeom prst="rect">
            <a:avLst/>
          </a:prstGeom>
          <a:noFill/>
          <a:ln>
            <a:noFill/>
          </a:ln>
          <a:effectLst>
            <a:outerShdw blurRad="71438" rotWithShape="0" algn="bl" dir="5400000" dist="19050">
              <a:srgbClr val="000000">
                <a:alpha val="17650"/>
              </a:srgbClr>
            </a:outerShdw>
          </a:effectLst>
        </p:spPr>
      </p:pic>
      <p:pic>
        <p:nvPicPr>
          <p:cNvPr id="950" name="Google Shape;950;g341adeebc3b_0_257"/>
          <p:cNvPicPr preferRelativeResize="0"/>
          <p:nvPr/>
        </p:nvPicPr>
        <p:blipFill rotWithShape="1">
          <a:blip r:embed="rId8">
            <a:alphaModFix/>
          </a:blip>
          <a:srcRect b="0" l="0" r="0" t="0"/>
          <a:stretch/>
        </p:blipFill>
        <p:spPr>
          <a:xfrm>
            <a:off x="7001468" y="2125686"/>
            <a:ext cx="1145440" cy="819954"/>
          </a:xfrm>
          <a:prstGeom prst="rect">
            <a:avLst/>
          </a:prstGeom>
          <a:noFill/>
          <a:ln>
            <a:noFill/>
          </a:ln>
          <a:effectLst>
            <a:outerShdw blurRad="71438" rotWithShape="0" algn="bl" dir="5400000" dist="19050">
              <a:srgbClr val="000000">
                <a:alpha val="17650"/>
              </a:srgbClr>
            </a:outerShdw>
          </a:effectLst>
        </p:spPr>
      </p:pic>
      <p:pic>
        <p:nvPicPr>
          <p:cNvPr id="951" name="Google Shape;951;g341adeebc3b_0_257"/>
          <p:cNvPicPr preferRelativeResize="0"/>
          <p:nvPr/>
        </p:nvPicPr>
        <p:blipFill rotWithShape="1">
          <a:blip r:embed="rId9">
            <a:alphaModFix/>
          </a:blip>
          <a:srcRect b="0" l="0" r="0" t="0"/>
          <a:stretch/>
        </p:blipFill>
        <p:spPr>
          <a:xfrm>
            <a:off x="868743" y="3060070"/>
            <a:ext cx="1145440" cy="819954"/>
          </a:xfrm>
          <a:prstGeom prst="rect">
            <a:avLst/>
          </a:prstGeom>
          <a:noFill/>
          <a:ln>
            <a:noFill/>
          </a:ln>
          <a:effectLst>
            <a:outerShdw blurRad="71438" rotWithShape="0" algn="bl" dir="5400000" dist="19050">
              <a:srgbClr val="000000">
                <a:alpha val="17650"/>
              </a:srgbClr>
            </a:outerShdw>
          </a:effectLst>
        </p:spPr>
      </p:pic>
      <p:pic>
        <p:nvPicPr>
          <p:cNvPr id="952" name="Google Shape;952;g341adeebc3b_0_257"/>
          <p:cNvPicPr preferRelativeResize="0"/>
          <p:nvPr/>
        </p:nvPicPr>
        <p:blipFill rotWithShape="1">
          <a:blip r:embed="rId10">
            <a:alphaModFix/>
          </a:blip>
          <a:srcRect b="0" l="0" r="0" t="0"/>
          <a:stretch/>
        </p:blipFill>
        <p:spPr>
          <a:xfrm>
            <a:off x="2094530" y="3060070"/>
            <a:ext cx="1145440" cy="819954"/>
          </a:xfrm>
          <a:prstGeom prst="rect">
            <a:avLst/>
          </a:prstGeom>
          <a:noFill/>
          <a:ln>
            <a:noFill/>
          </a:ln>
          <a:effectLst>
            <a:outerShdw blurRad="71438" rotWithShape="0" algn="bl" dir="5400000" dist="19050">
              <a:srgbClr val="000000">
                <a:alpha val="17650"/>
              </a:srgbClr>
            </a:outerShdw>
          </a:effectLst>
        </p:spPr>
      </p:pic>
      <p:pic>
        <p:nvPicPr>
          <p:cNvPr id="953" name="Google Shape;953;g341adeebc3b_0_257"/>
          <p:cNvPicPr preferRelativeResize="0"/>
          <p:nvPr/>
        </p:nvPicPr>
        <p:blipFill rotWithShape="1">
          <a:blip r:embed="rId11">
            <a:alphaModFix/>
          </a:blip>
          <a:srcRect b="0" l="0" r="0" t="0"/>
          <a:stretch/>
        </p:blipFill>
        <p:spPr>
          <a:xfrm>
            <a:off x="332032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4" name="Google Shape;954;g341adeebc3b_0_257"/>
          <p:cNvPicPr preferRelativeResize="0"/>
          <p:nvPr/>
        </p:nvPicPr>
        <p:blipFill rotWithShape="1">
          <a:blip r:embed="rId12">
            <a:alphaModFix/>
          </a:blip>
          <a:srcRect b="0" l="0" r="0" t="0"/>
          <a:stretch/>
        </p:blipFill>
        <p:spPr>
          <a:xfrm>
            <a:off x="4547500" y="3060768"/>
            <a:ext cx="1146826" cy="818569"/>
          </a:xfrm>
          <a:prstGeom prst="rect">
            <a:avLst/>
          </a:prstGeom>
          <a:noFill/>
          <a:ln>
            <a:noFill/>
          </a:ln>
          <a:effectLst>
            <a:outerShdw blurRad="71438" rotWithShape="0" algn="bl" dir="5400000" dist="19050">
              <a:srgbClr val="000000">
                <a:alpha val="17650"/>
              </a:srgbClr>
            </a:outerShdw>
          </a:effectLst>
        </p:spPr>
      </p:pic>
      <p:pic>
        <p:nvPicPr>
          <p:cNvPr id="955" name="Google Shape;955;g341adeebc3b_0_257"/>
          <p:cNvPicPr preferRelativeResize="0"/>
          <p:nvPr/>
        </p:nvPicPr>
        <p:blipFill rotWithShape="1">
          <a:blip r:embed="rId13">
            <a:alphaModFix/>
          </a:blip>
          <a:srcRect b="0" l="0" r="0" t="0"/>
          <a:stretch/>
        </p:blipFill>
        <p:spPr>
          <a:xfrm>
            <a:off x="5774675" y="3060768"/>
            <a:ext cx="1146826" cy="818569"/>
          </a:xfrm>
          <a:prstGeom prst="rect">
            <a:avLst/>
          </a:prstGeom>
          <a:noFill/>
          <a:ln>
            <a:noFill/>
          </a:ln>
          <a:effectLst>
            <a:outerShdw blurRad="71438" rotWithShape="0" algn="bl" dir="5400000" dist="19050">
              <a:srgbClr val="000000">
                <a:alpha val="17650"/>
              </a:srgbClr>
            </a:outerShdw>
          </a:effectLst>
        </p:spPr>
      </p:pic>
      <p:pic>
        <p:nvPicPr>
          <p:cNvPr id="956" name="Google Shape;956;g341adeebc3b_0_257"/>
          <p:cNvPicPr preferRelativeResize="0"/>
          <p:nvPr/>
        </p:nvPicPr>
        <p:blipFill rotWithShape="1">
          <a:blip r:embed="rId14">
            <a:alphaModFix/>
          </a:blip>
          <a:srcRect b="0" l="0" r="0" t="0"/>
          <a:stretch/>
        </p:blipFill>
        <p:spPr>
          <a:xfrm>
            <a:off x="7001850" y="3060070"/>
            <a:ext cx="1146826" cy="819954"/>
          </a:xfrm>
          <a:prstGeom prst="rect">
            <a:avLst/>
          </a:prstGeom>
          <a:noFill/>
          <a:ln>
            <a:noFill/>
          </a:ln>
          <a:effectLst>
            <a:outerShdw blurRad="71438" rotWithShape="0" algn="bl" dir="5400000" dist="19050">
              <a:srgbClr val="000000">
                <a:alpha val="17650"/>
              </a:srgbClr>
            </a:outerShdw>
          </a:effectLst>
        </p:spPr>
      </p:pic>
      <p:pic>
        <p:nvPicPr>
          <p:cNvPr id="957" name="Google Shape;957;g341adeebc3b_0_257"/>
          <p:cNvPicPr preferRelativeResize="0"/>
          <p:nvPr/>
        </p:nvPicPr>
        <p:blipFill rotWithShape="1">
          <a:blip r:embed="rId15">
            <a:alphaModFix/>
          </a:blip>
          <a:srcRect b="0" l="0" r="0" t="0"/>
          <a:stretch/>
        </p:blipFill>
        <p:spPr>
          <a:xfrm>
            <a:off x="868050" y="3995098"/>
            <a:ext cx="1146826" cy="818569"/>
          </a:xfrm>
          <a:prstGeom prst="rect">
            <a:avLst/>
          </a:prstGeom>
          <a:noFill/>
          <a:ln>
            <a:noFill/>
          </a:ln>
          <a:effectLst>
            <a:outerShdw blurRad="71438" rotWithShape="0" algn="bl" dir="5400000" dist="19050">
              <a:srgbClr val="000000">
                <a:alpha val="17650"/>
              </a:srgbClr>
            </a:outerShdw>
          </a:effectLst>
        </p:spPr>
      </p:pic>
      <p:pic>
        <p:nvPicPr>
          <p:cNvPr id="958" name="Google Shape;958;g341adeebc3b_0_257"/>
          <p:cNvPicPr preferRelativeResize="0"/>
          <p:nvPr/>
        </p:nvPicPr>
        <p:blipFill rotWithShape="1">
          <a:blip r:embed="rId16">
            <a:alphaModFix/>
          </a:blip>
          <a:srcRect b="0" l="0" r="0" t="0"/>
          <a:stretch/>
        </p:blipFill>
        <p:spPr>
          <a:xfrm>
            <a:off x="2094775" y="3995850"/>
            <a:ext cx="1146826" cy="819954"/>
          </a:xfrm>
          <a:prstGeom prst="rect">
            <a:avLst/>
          </a:prstGeom>
          <a:noFill/>
          <a:ln>
            <a:noFill/>
          </a:ln>
          <a:effectLst>
            <a:outerShdw blurRad="71438" rotWithShape="0" algn="bl" dir="5400000" dist="19050">
              <a:srgbClr val="000000">
                <a:alpha val="17650"/>
              </a:srgbClr>
            </a:outerShdw>
          </a:effectLst>
        </p:spPr>
      </p:pic>
      <p:pic>
        <p:nvPicPr>
          <p:cNvPr id="959" name="Google Shape;959;g341adeebc3b_0_257"/>
          <p:cNvPicPr preferRelativeResize="0"/>
          <p:nvPr/>
        </p:nvPicPr>
        <p:blipFill rotWithShape="1">
          <a:blip r:embed="rId17">
            <a:alphaModFix/>
          </a:blip>
          <a:srcRect b="0" l="0" r="0" t="0"/>
          <a:stretch/>
        </p:blipFill>
        <p:spPr>
          <a:xfrm>
            <a:off x="3321500" y="3995850"/>
            <a:ext cx="1146826" cy="819954"/>
          </a:xfrm>
          <a:prstGeom prst="rect">
            <a:avLst/>
          </a:prstGeom>
          <a:noFill/>
          <a:ln>
            <a:noFill/>
          </a:ln>
          <a:effectLst>
            <a:outerShdw blurRad="71438" rotWithShape="0" algn="bl" dir="5400000" dist="19050">
              <a:srgbClr val="000000">
                <a:alpha val="17650"/>
              </a:srgbClr>
            </a:outerShdw>
          </a:effectLst>
        </p:spPr>
      </p:pic>
      <p:pic>
        <p:nvPicPr>
          <p:cNvPr id="960" name="Google Shape;960;g341adeebc3b_0_257"/>
          <p:cNvPicPr preferRelativeResize="0"/>
          <p:nvPr/>
        </p:nvPicPr>
        <p:blipFill rotWithShape="1">
          <a:blip r:embed="rId18">
            <a:alphaModFix/>
          </a:blip>
          <a:srcRect b="0" l="0" r="0" t="0"/>
          <a:stretch/>
        </p:blipFill>
        <p:spPr>
          <a:xfrm>
            <a:off x="4548225" y="3994450"/>
            <a:ext cx="1146826" cy="819954"/>
          </a:xfrm>
          <a:prstGeom prst="rect">
            <a:avLst/>
          </a:prstGeom>
          <a:noFill/>
          <a:ln>
            <a:noFill/>
          </a:ln>
          <a:effectLst>
            <a:outerShdw blurRad="71438" rotWithShape="0" algn="bl" dir="5400000" dist="19050">
              <a:srgbClr val="000000">
                <a:alpha val="17650"/>
              </a:srgbClr>
            </a:outerShdw>
          </a:effectLst>
        </p:spPr>
      </p:pic>
      <p:pic>
        <p:nvPicPr>
          <p:cNvPr id="961" name="Google Shape;961;g341adeebc3b_0_257"/>
          <p:cNvPicPr preferRelativeResize="0"/>
          <p:nvPr/>
        </p:nvPicPr>
        <p:blipFill rotWithShape="1">
          <a:blip r:embed="rId19">
            <a:alphaModFix/>
          </a:blip>
          <a:srcRect b="0" l="0" r="0" t="0"/>
          <a:stretch/>
        </p:blipFill>
        <p:spPr>
          <a:xfrm>
            <a:off x="5774950" y="3995860"/>
            <a:ext cx="1146826" cy="818569"/>
          </a:xfrm>
          <a:prstGeom prst="rect">
            <a:avLst/>
          </a:prstGeom>
          <a:noFill/>
          <a:ln>
            <a:noFill/>
          </a:ln>
          <a:effectLst>
            <a:outerShdw blurRad="71438" rotWithShape="0" algn="bl" dir="5400000" dist="19050">
              <a:srgbClr val="000000">
                <a:alpha val="17650"/>
              </a:srgbClr>
            </a:outerShdw>
          </a:effectLst>
        </p:spPr>
      </p:pic>
      <p:pic>
        <p:nvPicPr>
          <p:cNvPr id="962" name="Google Shape;962;g341adeebc3b_0_257"/>
          <p:cNvPicPr preferRelativeResize="0"/>
          <p:nvPr/>
        </p:nvPicPr>
        <p:blipFill rotWithShape="1">
          <a:blip r:embed="rId20">
            <a:alphaModFix/>
          </a:blip>
          <a:srcRect b="0" l="0" r="0" t="0"/>
          <a:stretch/>
        </p:blipFill>
        <p:spPr>
          <a:xfrm>
            <a:off x="7001675" y="3994460"/>
            <a:ext cx="1146826" cy="818569"/>
          </a:xfrm>
          <a:prstGeom prst="rect">
            <a:avLst/>
          </a:prstGeom>
          <a:noFill/>
          <a:ln>
            <a:noFill/>
          </a:ln>
          <a:effectLst>
            <a:outerShdw blurRad="71438" rotWithShape="0" algn="bl" dir="5400000" dist="19050">
              <a:srgbClr val="000000">
                <a:alpha val="17650"/>
              </a:srgbClr>
            </a:outerShdw>
          </a:effectLst>
        </p:spPr>
      </p:pic>
      <p:pic>
        <p:nvPicPr>
          <p:cNvPr id="963" name="Google Shape;963;g341adeebc3b_0_257"/>
          <p:cNvPicPr preferRelativeResize="0"/>
          <p:nvPr/>
        </p:nvPicPr>
        <p:blipFill rotWithShape="1">
          <a:blip r:embed="rId21">
            <a:alphaModFix/>
          </a:blip>
          <a:srcRect b="0" l="0" r="0" t="0"/>
          <a:stretch/>
        </p:blipFill>
        <p:spPr>
          <a:xfrm>
            <a:off x="868050" y="4931618"/>
            <a:ext cx="1146826" cy="818569"/>
          </a:xfrm>
          <a:prstGeom prst="rect">
            <a:avLst/>
          </a:prstGeom>
          <a:noFill/>
          <a:ln>
            <a:noFill/>
          </a:ln>
          <a:effectLst>
            <a:outerShdw blurRad="71438" rotWithShape="0" algn="bl" dir="5400000" dist="19050">
              <a:srgbClr val="000000">
                <a:alpha val="17650"/>
              </a:srgbClr>
            </a:outerShdw>
          </a:effectLst>
        </p:spPr>
      </p:pic>
      <p:pic>
        <p:nvPicPr>
          <p:cNvPr id="964" name="Google Shape;964;g341adeebc3b_0_257"/>
          <p:cNvPicPr preferRelativeResize="0"/>
          <p:nvPr/>
        </p:nvPicPr>
        <p:blipFill rotWithShape="1">
          <a:blip r:embed="rId22">
            <a:alphaModFix/>
          </a:blip>
          <a:srcRect b="0" l="0" r="0" t="0"/>
          <a:stretch/>
        </p:blipFill>
        <p:spPr>
          <a:xfrm>
            <a:off x="2094775" y="4931632"/>
            <a:ext cx="1146826" cy="819954"/>
          </a:xfrm>
          <a:prstGeom prst="rect">
            <a:avLst/>
          </a:prstGeom>
          <a:noFill/>
          <a:ln>
            <a:noFill/>
          </a:ln>
          <a:effectLst>
            <a:outerShdw blurRad="71438" rotWithShape="0" algn="bl" dir="5400000" dist="19050">
              <a:srgbClr val="000000">
                <a:alpha val="17650"/>
              </a:srgbClr>
            </a:outerShdw>
          </a:effectLst>
        </p:spPr>
      </p:pic>
      <p:pic>
        <p:nvPicPr>
          <p:cNvPr id="965" name="Google Shape;965;g341adeebc3b_0_257"/>
          <p:cNvPicPr preferRelativeResize="0"/>
          <p:nvPr/>
        </p:nvPicPr>
        <p:blipFill rotWithShape="1">
          <a:blip r:embed="rId23">
            <a:alphaModFix/>
          </a:blip>
          <a:srcRect b="0" l="0" r="0" t="0"/>
          <a:stretch/>
        </p:blipFill>
        <p:spPr>
          <a:xfrm>
            <a:off x="3321500" y="4932318"/>
            <a:ext cx="1146826" cy="818569"/>
          </a:xfrm>
          <a:prstGeom prst="rect">
            <a:avLst/>
          </a:prstGeom>
          <a:noFill/>
          <a:ln>
            <a:noFill/>
          </a:ln>
          <a:effectLst>
            <a:outerShdw blurRad="71438" rotWithShape="0" algn="bl" dir="5400000" dist="19050">
              <a:srgbClr val="000000">
                <a:alpha val="17650"/>
              </a:srgbClr>
            </a:outerShdw>
          </a:effectLst>
        </p:spPr>
      </p:pic>
      <p:pic>
        <p:nvPicPr>
          <p:cNvPr id="966" name="Google Shape;966;g341adeebc3b_0_257"/>
          <p:cNvPicPr preferRelativeResize="0"/>
          <p:nvPr/>
        </p:nvPicPr>
        <p:blipFill rotWithShape="1">
          <a:blip r:embed="rId24">
            <a:alphaModFix/>
          </a:blip>
          <a:srcRect b="0" l="0" r="0" t="0"/>
          <a:stretch/>
        </p:blipFill>
        <p:spPr>
          <a:xfrm>
            <a:off x="4548225" y="4929532"/>
            <a:ext cx="1146826" cy="819954"/>
          </a:xfrm>
          <a:prstGeom prst="rect">
            <a:avLst/>
          </a:prstGeom>
          <a:noFill/>
          <a:ln>
            <a:noFill/>
          </a:ln>
          <a:effectLst>
            <a:outerShdw blurRad="71438" rotWithShape="0" algn="bl" dir="5400000" dist="19050">
              <a:srgbClr val="000000">
                <a:alpha val="17650"/>
              </a:srgbClr>
            </a:outerShdw>
          </a:effectLst>
        </p:spPr>
      </p:pic>
      <p:pic>
        <p:nvPicPr>
          <p:cNvPr id="967" name="Google Shape;967;g341adeebc3b_0_257"/>
          <p:cNvPicPr preferRelativeResize="0"/>
          <p:nvPr/>
        </p:nvPicPr>
        <p:blipFill rotWithShape="1">
          <a:blip r:embed="rId25">
            <a:alphaModFix/>
          </a:blip>
          <a:srcRect b="0" l="0" r="0" t="0"/>
          <a:stretch/>
        </p:blipFill>
        <p:spPr>
          <a:xfrm>
            <a:off x="5774950" y="4930957"/>
            <a:ext cx="1146826" cy="819954"/>
          </a:xfrm>
          <a:prstGeom prst="rect">
            <a:avLst/>
          </a:prstGeom>
          <a:noFill/>
          <a:ln>
            <a:noFill/>
          </a:ln>
          <a:effectLst>
            <a:outerShdw blurRad="71438" rotWithShape="0" algn="bl" dir="5400000" dist="19050">
              <a:srgbClr val="000000">
                <a:alpha val="17650"/>
              </a:srgbClr>
            </a:outerShdw>
          </a:effectLst>
        </p:spPr>
      </p:pic>
      <p:pic>
        <p:nvPicPr>
          <p:cNvPr id="968" name="Google Shape;968;g341adeebc3b_0_257"/>
          <p:cNvPicPr preferRelativeResize="0"/>
          <p:nvPr/>
        </p:nvPicPr>
        <p:blipFill rotWithShape="1">
          <a:blip r:embed="rId26">
            <a:alphaModFix/>
          </a:blip>
          <a:srcRect b="0" l="0" r="0" t="0"/>
          <a:stretch/>
        </p:blipFill>
        <p:spPr>
          <a:xfrm>
            <a:off x="7001668" y="4932318"/>
            <a:ext cx="1145440" cy="818569"/>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g341adeebc3b_0_286"/>
          <p:cNvSpPr txBox="1"/>
          <p:nvPr>
            <p:ph type="title"/>
          </p:nvPr>
        </p:nvSpPr>
        <p:spPr>
          <a:xfrm>
            <a:off x="995275" y="582900"/>
            <a:ext cx="7153500" cy="1243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2160"/>
              <a:buNone/>
            </a:pPr>
            <a:r>
              <a:rPr lang="en-US" sz="2000">
                <a:solidFill>
                  <a:schemeClr val="dk1"/>
                </a:solidFill>
              </a:rPr>
              <a:t>…</a:t>
            </a:r>
            <a:r>
              <a:rPr lang="en-US" sz="2000">
                <a:solidFill>
                  <a:srgbClr val="2356AF"/>
                </a:solidFill>
              </a:rPr>
              <a:t>many friend very busy pretty once please asked bath path fast class after half laughed called water your door poor floor before</a:t>
            </a:r>
            <a:r>
              <a:rPr lang="en-US" sz="2000"/>
              <a:t>.</a:t>
            </a:r>
            <a:endParaRPr sz="2000"/>
          </a:p>
        </p:txBody>
      </p:sp>
      <p:pic>
        <p:nvPicPr>
          <p:cNvPr id="975" name="Google Shape;975;g341adeebc3b_0_286"/>
          <p:cNvPicPr preferRelativeResize="0"/>
          <p:nvPr/>
        </p:nvPicPr>
        <p:blipFill rotWithShape="1">
          <a:blip r:embed="rId3">
            <a:alphaModFix/>
          </a:blip>
          <a:srcRect b="0" l="0" r="0" t="0"/>
          <a:stretch/>
        </p:blipFill>
        <p:spPr>
          <a:xfrm>
            <a:off x="867797" y="2125686"/>
            <a:ext cx="1147421" cy="819976"/>
          </a:xfrm>
          <a:prstGeom prst="rect">
            <a:avLst/>
          </a:prstGeom>
          <a:noFill/>
          <a:ln>
            <a:noFill/>
          </a:ln>
          <a:effectLst>
            <a:outerShdw blurRad="71438" rotWithShape="0" algn="bl" dir="5400000" dist="19050">
              <a:srgbClr val="000000">
                <a:alpha val="17650"/>
              </a:srgbClr>
            </a:outerShdw>
          </a:effectLst>
        </p:spPr>
      </p:pic>
      <p:pic>
        <p:nvPicPr>
          <p:cNvPr id="976" name="Google Shape;976;g341adeebc3b_0_286"/>
          <p:cNvPicPr preferRelativeResize="0"/>
          <p:nvPr/>
        </p:nvPicPr>
        <p:blipFill rotWithShape="1">
          <a:blip r:embed="rId4">
            <a:alphaModFix/>
          </a:blip>
          <a:srcRect b="0" l="0" r="0" t="0"/>
          <a:stretch/>
        </p:blipFill>
        <p:spPr>
          <a:xfrm>
            <a:off x="2094526" y="2125686"/>
            <a:ext cx="1145486" cy="819967"/>
          </a:xfrm>
          <a:prstGeom prst="rect">
            <a:avLst/>
          </a:prstGeom>
          <a:noFill/>
          <a:ln>
            <a:noFill/>
          </a:ln>
          <a:effectLst>
            <a:outerShdw blurRad="71438" rotWithShape="0" algn="bl" dir="5400000" dist="19050">
              <a:srgbClr val="000000">
                <a:alpha val="17650"/>
              </a:srgbClr>
            </a:outerShdw>
          </a:effectLst>
        </p:spPr>
      </p:pic>
      <p:pic>
        <p:nvPicPr>
          <p:cNvPr id="977" name="Google Shape;977;g341adeebc3b_0_286"/>
          <p:cNvPicPr preferRelativeResize="0"/>
          <p:nvPr/>
        </p:nvPicPr>
        <p:blipFill rotWithShape="1">
          <a:blip r:embed="rId5">
            <a:alphaModFix/>
          </a:blip>
          <a:srcRect b="0" l="0" r="0" t="0"/>
          <a:stretch/>
        </p:blipFill>
        <p:spPr>
          <a:xfrm>
            <a:off x="3321259" y="2125686"/>
            <a:ext cx="1145486" cy="818582"/>
          </a:xfrm>
          <a:prstGeom prst="rect">
            <a:avLst/>
          </a:prstGeom>
          <a:noFill/>
          <a:ln>
            <a:noFill/>
          </a:ln>
          <a:effectLst>
            <a:outerShdw blurRad="71438" rotWithShape="0" algn="bl" dir="5400000" dist="19050">
              <a:srgbClr val="000000">
                <a:alpha val="17650"/>
              </a:srgbClr>
            </a:outerShdw>
          </a:effectLst>
        </p:spPr>
      </p:pic>
      <p:pic>
        <p:nvPicPr>
          <p:cNvPr id="978" name="Google Shape;978;g341adeebc3b_0_286"/>
          <p:cNvPicPr preferRelativeResize="0"/>
          <p:nvPr/>
        </p:nvPicPr>
        <p:blipFill rotWithShape="1">
          <a:blip r:embed="rId6">
            <a:alphaModFix/>
          </a:blip>
          <a:srcRect b="0" l="0" r="0" t="0"/>
          <a:stretch/>
        </p:blipFill>
        <p:spPr>
          <a:xfrm>
            <a:off x="4547991" y="2125686"/>
            <a:ext cx="1145486" cy="819967"/>
          </a:xfrm>
          <a:prstGeom prst="rect">
            <a:avLst/>
          </a:prstGeom>
          <a:noFill/>
          <a:ln>
            <a:noFill/>
          </a:ln>
          <a:effectLst>
            <a:outerShdw blurRad="71438" rotWithShape="0" algn="bl" dir="5400000" dist="19050">
              <a:srgbClr val="000000">
                <a:alpha val="17650"/>
              </a:srgbClr>
            </a:outerShdw>
          </a:effectLst>
        </p:spPr>
      </p:pic>
      <p:pic>
        <p:nvPicPr>
          <p:cNvPr id="979" name="Google Shape;979;g341adeebc3b_0_286"/>
          <p:cNvPicPr preferRelativeResize="0"/>
          <p:nvPr/>
        </p:nvPicPr>
        <p:blipFill rotWithShape="1">
          <a:blip r:embed="rId7">
            <a:alphaModFix/>
          </a:blip>
          <a:srcRect b="0" l="0" r="0" t="0"/>
          <a:stretch/>
        </p:blipFill>
        <p:spPr>
          <a:xfrm>
            <a:off x="5774724" y="2125686"/>
            <a:ext cx="1145486" cy="819967"/>
          </a:xfrm>
          <a:prstGeom prst="rect">
            <a:avLst/>
          </a:prstGeom>
          <a:noFill/>
          <a:ln>
            <a:noFill/>
          </a:ln>
          <a:effectLst>
            <a:outerShdw blurRad="71438" rotWithShape="0" algn="bl" dir="5400000" dist="19050">
              <a:srgbClr val="000000">
                <a:alpha val="17650"/>
              </a:srgbClr>
            </a:outerShdw>
          </a:effectLst>
        </p:spPr>
      </p:pic>
      <p:pic>
        <p:nvPicPr>
          <p:cNvPr id="980" name="Google Shape;980;g341adeebc3b_0_286"/>
          <p:cNvPicPr preferRelativeResize="0"/>
          <p:nvPr/>
        </p:nvPicPr>
        <p:blipFill rotWithShape="1">
          <a:blip r:embed="rId8">
            <a:alphaModFix/>
          </a:blip>
          <a:srcRect b="0" l="0" r="0" t="0"/>
          <a:stretch/>
        </p:blipFill>
        <p:spPr>
          <a:xfrm>
            <a:off x="7003287" y="2125686"/>
            <a:ext cx="1145486" cy="818582"/>
          </a:xfrm>
          <a:prstGeom prst="rect">
            <a:avLst/>
          </a:prstGeom>
          <a:noFill/>
          <a:ln>
            <a:noFill/>
          </a:ln>
          <a:effectLst>
            <a:outerShdw blurRad="71438" rotWithShape="0" algn="bl" dir="5400000" dist="19050">
              <a:srgbClr val="000000">
                <a:alpha val="17650"/>
              </a:srgbClr>
            </a:outerShdw>
          </a:effectLst>
        </p:spPr>
      </p:pic>
      <p:pic>
        <p:nvPicPr>
          <p:cNvPr id="981" name="Google Shape;981;g341adeebc3b_0_286"/>
          <p:cNvPicPr preferRelativeResize="0"/>
          <p:nvPr/>
        </p:nvPicPr>
        <p:blipFill rotWithShape="1">
          <a:blip r:embed="rId9">
            <a:alphaModFix/>
          </a:blip>
          <a:srcRect b="0" l="0" r="0" t="0"/>
          <a:stretch/>
        </p:blipFill>
        <p:spPr>
          <a:xfrm>
            <a:off x="867797" y="3060070"/>
            <a:ext cx="1146871" cy="818582"/>
          </a:xfrm>
          <a:prstGeom prst="rect">
            <a:avLst/>
          </a:prstGeom>
          <a:noFill/>
          <a:ln>
            <a:noFill/>
          </a:ln>
          <a:effectLst>
            <a:outerShdw blurRad="71438" rotWithShape="0" algn="bl" dir="5400000" dist="19050">
              <a:srgbClr val="000000">
                <a:alpha val="17650"/>
              </a:srgbClr>
            </a:outerShdw>
          </a:effectLst>
        </p:spPr>
      </p:pic>
      <p:pic>
        <p:nvPicPr>
          <p:cNvPr id="982" name="Google Shape;982;g341adeebc3b_0_286"/>
          <p:cNvPicPr preferRelativeResize="0"/>
          <p:nvPr/>
        </p:nvPicPr>
        <p:blipFill rotWithShape="1">
          <a:blip r:embed="rId10">
            <a:alphaModFix/>
          </a:blip>
          <a:srcRect b="0" l="0" r="0" t="0"/>
          <a:stretch/>
        </p:blipFill>
        <p:spPr>
          <a:xfrm>
            <a:off x="2094526" y="3060070"/>
            <a:ext cx="1146871" cy="818582"/>
          </a:xfrm>
          <a:prstGeom prst="rect">
            <a:avLst/>
          </a:prstGeom>
          <a:noFill/>
          <a:ln>
            <a:noFill/>
          </a:ln>
          <a:effectLst>
            <a:outerShdw blurRad="71438" rotWithShape="0" algn="bl" dir="5400000" dist="19050">
              <a:srgbClr val="000000">
                <a:alpha val="17650"/>
              </a:srgbClr>
            </a:outerShdw>
          </a:effectLst>
        </p:spPr>
      </p:pic>
      <p:pic>
        <p:nvPicPr>
          <p:cNvPr id="983" name="Google Shape;983;g341adeebc3b_0_286"/>
          <p:cNvPicPr preferRelativeResize="0"/>
          <p:nvPr/>
        </p:nvPicPr>
        <p:blipFill rotWithShape="1">
          <a:blip r:embed="rId11">
            <a:alphaModFix/>
          </a:blip>
          <a:srcRect b="0" l="0" r="0" t="0"/>
          <a:stretch/>
        </p:blipFill>
        <p:spPr>
          <a:xfrm>
            <a:off x="3321259" y="3060070"/>
            <a:ext cx="1146871" cy="818582"/>
          </a:xfrm>
          <a:prstGeom prst="rect">
            <a:avLst/>
          </a:prstGeom>
          <a:noFill/>
          <a:ln>
            <a:noFill/>
          </a:ln>
          <a:effectLst>
            <a:outerShdw blurRad="71438" rotWithShape="0" algn="bl" dir="5400000" dist="19050">
              <a:srgbClr val="000000">
                <a:alpha val="17650"/>
              </a:srgbClr>
            </a:outerShdw>
          </a:effectLst>
        </p:spPr>
      </p:pic>
      <p:pic>
        <p:nvPicPr>
          <p:cNvPr id="984" name="Google Shape;984;g341adeebc3b_0_286"/>
          <p:cNvPicPr preferRelativeResize="0"/>
          <p:nvPr/>
        </p:nvPicPr>
        <p:blipFill rotWithShape="1">
          <a:blip r:embed="rId12">
            <a:alphaModFix/>
          </a:blip>
          <a:srcRect b="0" l="0" r="0" t="0"/>
          <a:stretch/>
        </p:blipFill>
        <p:spPr>
          <a:xfrm>
            <a:off x="4547991" y="3060070"/>
            <a:ext cx="1146871" cy="819967"/>
          </a:xfrm>
          <a:prstGeom prst="rect">
            <a:avLst/>
          </a:prstGeom>
          <a:noFill/>
          <a:ln>
            <a:noFill/>
          </a:ln>
          <a:effectLst>
            <a:outerShdw blurRad="71438" rotWithShape="0" algn="bl" dir="5400000" dist="19050">
              <a:srgbClr val="000000">
                <a:alpha val="17650"/>
              </a:srgbClr>
            </a:outerShdw>
          </a:effectLst>
        </p:spPr>
      </p:pic>
      <p:pic>
        <p:nvPicPr>
          <p:cNvPr id="985" name="Google Shape;985;g341adeebc3b_0_286"/>
          <p:cNvPicPr preferRelativeResize="0"/>
          <p:nvPr/>
        </p:nvPicPr>
        <p:blipFill rotWithShape="1">
          <a:blip r:embed="rId13">
            <a:alphaModFix/>
          </a:blip>
          <a:srcRect b="0" l="0" r="0" t="0"/>
          <a:stretch/>
        </p:blipFill>
        <p:spPr>
          <a:xfrm>
            <a:off x="5774724" y="3060070"/>
            <a:ext cx="1146871" cy="818582"/>
          </a:xfrm>
          <a:prstGeom prst="rect">
            <a:avLst/>
          </a:prstGeom>
          <a:noFill/>
          <a:ln>
            <a:noFill/>
          </a:ln>
          <a:effectLst>
            <a:outerShdw blurRad="71438" rotWithShape="0" algn="bl" dir="5400000" dist="19050">
              <a:srgbClr val="000000">
                <a:alpha val="17650"/>
              </a:srgbClr>
            </a:outerShdw>
          </a:effectLst>
        </p:spPr>
      </p:pic>
      <p:pic>
        <p:nvPicPr>
          <p:cNvPr id="986" name="Google Shape;986;g341adeebc3b_0_286"/>
          <p:cNvPicPr preferRelativeResize="0"/>
          <p:nvPr/>
        </p:nvPicPr>
        <p:blipFill rotWithShape="1">
          <a:blip r:embed="rId14">
            <a:alphaModFix/>
          </a:blip>
          <a:srcRect b="0" l="0" r="0" t="0"/>
          <a:stretch/>
        </p:blipFill>
        <p:spPr>
          <a:xfrm>
            <a:off x="7001902" y="3060070"/>
            <a:ext cx="1146871" cy="819967"/>
          </a:xfrm>
          <a:prstGeom prst="rect">
            <a:avLst/>
          </a:prstGeom>
          <a:noFill/>
          <a:ln>
            <a:noFill/>
          </a:ln>
          <a:effectLst>
            <a:outerShdw blurRad="71438" rotWithShape="0" algn="bl" dir="5400000" dist="19050">
              <a:srgbClr val="000000">
                <a:alpha val="17650"/>
              </a:srgbClr>
            </a:outerShdw>
          </a:effectLst>
        </p:spPr>
      </p:pic>
      <p:pic>
        <p:nvPicPr>
          <p:cNvPr id="987" name="Google Shape;987;g341adeebc3b_0_286"/>
          <p:cNvPicPr preferRelativeResize="0"/>
          <p:nvPr/>
        </p:nvPicPr>
        <p:blipFill rotWithShape="1">
          <a:blip r:embed="rId15">
            <a:alphaModFix/>
          </a:blip>
          <a:srcRect b="0" l="0" r="0" t="0"/>
          <a:stretch/>
        </p:blipFill>
        <p:spPr>
          <a:xfrm>
            <a:off x="867797" y="3995098"/>
            <a:ext cx="1146871" cy="819967"/>
          </a:xfrm>
          <a:prstGeom prst="rect">
            <a:avLst/>
          </a:prstGeom>
          <a:noFill/>
          <a:ln>
            <a:noFill/>
          </a:ln>
          <a:effectLst>
            <a:outerShdw blurRad="71438" rotWithShape="0" algn="bl" dir="5400000" dist="19050">
              <a:srgbClr val="000000">
                <a:alpha val="17650"/>
              </a:srgbClr>
            </a:outerShdw>
          </a:effectLst>
        </p:spPr>
      </p:pic>
      <p:pic>
        <p:nvPicPr>
          <p:cNvPr id="988" name="Google Shape;988;g341adeebc3b_0_286"/>
          <p:cNvPicPr preferRelativeResize="0"/>
          <p:nvPr/>
        </p:nvPicPr>
        <p:blipFill rotWithShape="1">
          <a:blip r:embed="rId16">
            <a:alphaModFix/>
          </a:blip>
          <a:srcRect b="0" l="0" r="0" t="0"/>
          <a:stretch/>
        </p:blipFill>
        <p:spPr>
          <a:xfrm>
            <a:off x="2094526" y="3995098"/>
            <a:ext cx="1146871" cy="818582"/>
          </a:xfrm>
          <a:prstGeom prst="rect">
            <a:avLst/>
          </a:prstGeom>
          <a:noFill/>
          <a:ln>
            <a:noFill/>
          </a:ln>
          <a:effectLst>
            <a:outerShdw blurRad="71438" rotWithShape="0" algn="bl" dir="5400000" dist="19050">
              <a:srgbClr val="000000">
                <a:alpha val="17650"/>
              </a:srgbClr>
            </a:outerShdw>
          </a:effectLst>
        </p:spPr>
      </p:pic>
      <p:pic>
        <p:nvPicPr>
          <p:cNvPr id="989" name="Google Shape;989;g341adeebc3b_0_286"/>
          <p:cNvPicPr preferRelativeResize="0"/>
          <p:nvPr/>
        </p:nvPicPr>
        <p:blipFill rotWithShape="1">
          <a:blip r:embed="rId17">
            <a:alphaModFix/>
          </a:blip>
          <a:srcRect b="0" l="0" r="0" t="0"/>
          <a:stretch/>
        </p:blipFill>
        <p:spPr>
          <a:xfrm>
            <a:off x="3321259" y="3995098"/>
            <a:ext cx="1146871" cy="818582"/>
          </a:xfrm>
          <a:prstGeom prst="rect">
            <a:avLst/>
          </a:prstGeom>
          <a:noFill/>
          <a:ln>
            <a:noFill/>
          </a:ln>
          <a:effectLst>
            <a:outerShdw blurRad="71438" rotWithShape="0" algn="bl" dir="5400000" dist="19050">
              <a:srgbClr val="000000">
                <a:alpha val="17650"/>
              </a:srgbClr>
            </a:outerShdw>
          </a:effectLst>
        </p:spPr>
      </p:pic>
      <p:pic>
        <p:nvPicPr>
          <p:cNvPr id="990" name="Google Shape;990;g341adeebc3b_0_286"/>
          <p:cNvPicPr preferRelativeResize="0"/>
          <p:nvPr/>
        </p:nvPicPr>
        <p:blipFill rotWithShape="1">
          <a:blip r:embed="rId18">
            <a:alphaModFix/>
          </a:blip>
          <a:srcRect b="0" l="0" r="0" t="0"/>
          <a:stretch/>
        </p:blipFill>
        <p:spPr>
          <a:xfrm>
            <a:off x="4547991" y="3995098"/>
            <a:ext cx="1146871" cy="818582"/>
          </a:xfrm>
          <a:prstGeom prst="rect">
            <a:avLst/>
          </a:prstGeom>
          <a:noFill/>
          <a:ln>
            <a:noFill/>
          </a:ln>
          <a:effectLst>
            <a:outerShdw blurRad="71438" rotWithShape="0" algn="bl" dir="5400000" dist="19050">
              <a:srgbClr val="000000">
                <a:alpha val="17650"/>
              </a:srgbClr>
            </a:outerShdw>
          </a:effectLst>
        </p:spPr>
      </p:pic>
      <p:pic>
        <p:nvPicPr>
          <p:cNvPr id="991" name="Google Shape;991;g341adeebc3b_0_286"/>
          <p:cNvPicPr preferRelativeResize="0"/>
          <p:nvPr/>
        </p:nvPicPr>
        <p:blipFill rotWithShape="1">
          <a:blip r:embed="rId19">
            <a:alphaModFix/>
          </a:blip>
          <a:srcRect b="0" l="0" r="0" t="0"/>
          <a:stretch/>
        </p:blipFill>
        <p:spPr>
          <a:xfrm>
            <a:off x="5774724" y="3995098"/>
            <a:ext cx="1146871" cy="819967"/>
          </a:xfrm>
          <a:prstGeom prst="rect">
            <a:avLst/>
          </a:prstGeom>
          <a:noFill/>
          <a:ln>
            <a:noFill/>
          </a:ln>
          <a:effectLst>
            <a:outerShdw blurRad="71438" rotWithShape="0" algn="bl" dir="5400000" dist="19050">
              <a:srgbClr val="000000">
                <a:alpha val="17650"/>
              </a:srgbClr>
            </a:outerShdw>
          </a:effectLst>
        </p:spPr>
      </p:pic>
      <p:pic>
        <p:nvPicPr>
          <p:cNvPr id="992" name="Google Shape;992;g341adeebc3b_0_286"/>
          <p:cNvPicPr preferRelativeResize="0"/>
          <p:nvPr/>
        </p:nvPicPr>
        <p:blipFill rotWithShape="1">
          <a:blip r:embed="rId20">
            <a:alphaModFix/>
          </a:blip>
          <a:srcRect b="0" l="0" r="0" t="0"/>
          <a:stretch/>
        </p:blipFill>
        <p:spPr>
          <a:xfrm>
            <a:off x="7001902" y="3995098"/>
            <a:ext cx="1146871" cy="818582"/>
          </a:xfrm>
          <a:prstGeom prst="rect">
            <a:avLst/>
          </a:prstGeom>
          <a:noFill/>
          <a:ln>
            <a:noFill/>
          </a:ln>
          <a:effectLst>
            <a:outerShdw blurRad="71438" rotWithShape="0" algn="bl" dir="5400000" dist="19050">
              <a:srgbClr val="000000">
                <a:alpha val="17650"/>
              </a:srgbClr>
            </a:outerShdw>
          </a:effectLst>
        </p:spPr>
      </p:pic>
      <p:pic>
        <p:nvPicPr>
          <p:cNvPr id="993" name="Google Shape;993;g341adeebc3b_0_286" title="JNL687-102F.png"/>
          <p:cNvPicPr preferRelativeResize="0"/>
          <p:nvPr/>
        </p:nvPicPr>
        <p:blipFill rotWithShape="1">
          <a:blip r:embed="rId21">
            <a:alphaModFix/>
          </a:blip>
          <a:srcRect b="0" l="0" r="0" t="0"/>
          <a:stretch/>
        </p:blipFill>
        <p:spPr>
          <a:xfrm>
            <a:off x="867797" y="4930148"/>
            <a:ext cx="1146871" cy="819967"/>
          </a:xfrm>
          <a:prstGeom prst="rect">
            <a:avLst/>
          </a:prstGeom>
          <a:noFill/>
          <a:ln>
            <a:noFill/>
          </a:ln>
          <a:effectLst>
            <a:outerShdw blurRad="71438" rotWithShape="0" algn="bl" dir="5400000" dist="19050">
              <a:srgbClr val="000000">
                <a:alpha val="17650"/>
              </a:srgbClr>
            </a:outerShdw>
          </a:effectLst>
        </p:spPr>
      </p:pic>
      <p:pic>
        <p:nvPicPr>
          <p:cNvPr id="994" name="Google Shape;994;g341adeebc3b_0_286" title="JNL687-103F.png"/>
          <p:cNvPicPr preferRelativeResize="0"/>
          <p:nvPr/>
        </p:nvPicPr>
        <p:blipFill rotWithShape="1">
          <a:blip r:embed="rId22">
            <a:alphaModFix/>
          </a:blip>
          <a:srcRect b="79" l="0" r="0" t="89"/>
          <a:stretch/>
        </p:blipFill>
        <p:spPr>
          <a:xfrm>
            <a:off x="2094526" y="4930148"/>
            <a:ext cx="1146871" cy="818582"/>
          </a:xfrm>
          <a:prstGeom prst="rect">
            <a:avLst/>
          </a:prstGeom>
          <a:noFill/>
          <a:ln>
            <a:noFill/>
          </a:ln>
          <a:effectLst>
            <a:outerShdw blurRad="71438" rotWithShape="0" algn="bl" dir="5400000" dist="19050">
              <a:srgbClr val="000000">
                <a:alpha val="17650"/>
              </a:srgbClr>
            </a:outerShdw>
          </a:effectLst>
        </p:spPr>
      </p:pic>
      <p:pic>
        <p:nvPicPr>
          <p:cNvPr id="995" name="Google Shape;995;g341adeebc3b_0_286" title="JNL687-104F.png"/>
          <p:cNvPicPr preferRelativeResize="0"/>
          <p:nvPr/>
        </p:nvPicPr>
        <p:blipFill rotWithShape="1">
          <a:blip r:embed="rId23">
            <a:alphaModFix/>
          </a:blip>
          <a:srcRect b="0" l="0" r="0" t="0"/>
          <a:stretch/>
        </p:blipFill>
        <p:spPr>
          <a:xfrm>
            <a:off x="3321259" y="4930148"/>
            <a:ext cx="1146871" cy="818582"/>
          </a:xfrm>
          <a:prstGeom prst="rect">
            <a:avLst/>
          </a:prstGeom>
          <a:noFill/>
          <a:ln>
            <a:noFill/>
          </a:ln>
          <a:effectLst>
            <a:outerShdw blurRad="71438" rotWithShape="0" algn="bl" dir="5400000" dist="19050">
              <a:srgbClr val="000000">
                <a:alpha val="17650"/>
              </a:srgbClr>
            </a:outerShdw>
          </a:effectLst>
        </p:spPr>
      </p:pic>
      <p:pic>
        <p:nvPicPr>
          <p:cNvPr id="996" name="Google Shape;996;g341adeebc3b_0_286" title="JNL687-105F.png"/>
          <p:cNvPicPr preferRelativeResize="0"/>
          <p:nvPr/>
        </p:nvPicPr>
        <p:blipFill rotWithShape="1">
          <a:blip r:embed="rId24">
            <a:alphaModFix/>
          </a:blip>
          <a:srcRect b="0" l="0" r="0" t="0"/>
          <a:stretch/>
        </p:blipFill>
        <p:spPr>
          <a:xfrm>
            <a:off x="4547991" y="4930148"/>
            <a:ext cx="1146871" cy="818582"/>
          </a:xfrm>
          <a:prstGeom prst="rect">
            <a:avLst/>
          </a:prstGeom>
          <a:noFill/>
          <a:ln>
            <a:noFill/>
          </a:ln>
          <a:effectLst>
            <a:outerShdw blurRad="71438" rotWithShape="0" algn="bl" dir="5400000" dist="19050">
              <a:srgbClr val="000000">
                <a:alpha val="1765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g2c186218c5a_0_25"/>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03" name="Google Shape;1003;g2c186218c5a_0_25"/>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Review Grapheme Caption</a:t>
            </a:r>
            <a:endParaRPr/>
          </a:p>
        </p:txBody>
      </p:sp>
      <p:pic>
        <p:nvPicPr>
          <p:cNvPr id="1004" name="Google Shape;1004;g2c186218c5a_0_25" title="JNL686-76F.png"/>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6666"/>
              </a:srgbClr>
            </a:outerShdw>
          </a:effectLst>
        </p:spPr>
      </p:pic>
      <p:sp>
        <p:nvSpPr>
          <p:cNvPr id="1005" name="Google Shape;1005;g2c186218c5a_0_25"/>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06" name="Google Shape;1006;g2c186218c5a_0_25"/>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b</a:t>
            </a:r>
            <a:r>
              <a:rPr b="0" i="0" lang="en-US" sz="5800" u="none" cap="none" strike="noStrike">
                <a:solidFill>
                  <a:srgbClr val="993FA2"/>
                </a:solidFill>
                <a:latin typeface="Jost"/>
                <a:ea typeface="Jost"/>
                <a:cs typeface="Jost"/>
                <a:sym typeface="Jost"/>
              </a:rPr>
              <a:t>ur</a:t>
            </a:r>
            <a:r>
              <a:rPr b="0" i="0" lang="en-US" sz="5800" u="none" cap="none" strike="noStrike">
                <a:solidFill>
                  <a:srgbClr val="2356AF"/>
                </a:solidFill>
                <a:latin typeface="Jost"/>
                <a:ea typeface="Jost"/>
                <a:cs typeface="Jost"/>
                <a:sym typeface="Jost"/>
              </a:rPr>
              <a:t>n</a:t>
            </a:r>
            <a:endParaRPr b="0" i="0" sz="5800" u="none" cap="none" strike="noStrike">
              <a:solidFill>
                <a:srgbClr val="2356AF"/>
              </a:solidFill>
              <a:latin typeface="Jost"/>
              <a:ea typeface="Jost"/>
              <a:cs typeface="Jost"/>
              <a:sym typeface="Jost"/>
            </a:endParaRPr>
          </a:p>
        </p:txBody>
      </p:sp>
      <p:sp>
        <p:nvSpPr>
          <p:cNvPr id="1007" name="Google Shape;1007;g2c186218c5a_0_25"/>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sp</a:t>
            </a:r>
            <a:r>
              <a:rPr b="0" i="0" lang="en-US" sz="5800" u="none" cap="none" strike="noStrike">
                <a:solidFill>
                  <a:srgbClr val="993FA2"/>
                </a:solidFill>
                <a:latin typeface="Jost"/>
                <a:ea typeface="Jost"/>
                <a:cs typeface="Jost"/>
                <a:sym typeface="Jost"/>
              </a:rPr>
              <a:t>ur</a:t>
            </a:r>
            <a:endParaRPr b="0" i="0" sz="5800" u="none" cap="none" strike="noStrike">
              <a:solidFill>
                <a:srgbClr val="993FA2"/>
              </a:solidFill>
              <a:latin typeface="Jost"/>
              <a:ea typeface="Jost"/>
              <a:cs typeface="Jost"/>
              <a:sym typeface="Jost"/>
            </a:endParaRPr>
          </a:p>
        </p:txBody>
      </p:sp>
      <p:sp>
        <p:nvSpPr>
          <p:cNvPr id="1008" name="Google Shape;1008;g2c186218c5a_0_25"/>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n</a:t>
            </a:r>
            <a:r>
              <a:rPr b="0" i="0" lang="en-US" sz="5800" u="none" cap="none" strike="noStrike">
                <a:solidFill>
                  <a:srgbClr val="993FA2"/>
                </a:solidFill>
                <a:latin typeface="Jost"/>
                <a:ea typeface="Jost"/>
                <a:cs typeface="Jost"/>
                <a:sym typeface="Jost"/>
              </a:rPr>
              <a:t>ur</a:t>
            </a:r>
            <a:r>
              <a:rPr b="0" i="0" lang="en-US" sz="5800" u="none" cap="none" strike="noStrike">
                <a:solidFill>
                  <a:srgbClr val="2356AF"/>
                </a:solidFill>
                <a:latin typeface="Jost"/>
                <a:ea typeface="Jost"/>
                <a:cs typeface="Jost"/>
                <a:sym typeface="Jost"/>
              </a:rPr>
              <a:t>se</a:t>
            </a:r>
            <a:endParaRPr b="0" i="0" sz="5800" u="none" cap="none" strike="noStrike">
              <a:solidFill>
                <a:srgbClr val="2356AF"/>
              </a:solidFill>
              <a:latin typeface="Jost"/>
              <a:ea typeface="Jost"/>
              <a:cs typeface="Jost"/>
              <a:sym typeface="Jost"/>
            </a:endParaRPr>
          </a:p>
        </p:txBody>
      </p:sp>
      <p:sp>
        <p:nvSpPr>
          <p:cNvPr id="1009" name="Google Shape;1009;g2c186218c5a_0_25"/>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3, Lesson 53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g2e5653a5c66_0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JNL686</a:t>
            </a:r>
            <a:endParaRPr/>
          </a:p>
        </p:txBody>
      </p:sp>
      <p:sp>
        <p:nvSpPr>
          <p:cNvPr id="1016" name="Google Shape;1016;g2e5653a5c66_0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Teach Grapheme Caption</a:t>
            </a:r>
            <a:endParaRPr/>
          </a:p>
        </p:txBody>
      </p:sp>
      <p:pic>
        <p:nvPicPr>
          <p:cNvPr id="1017" name="Google Shape;1017;g2e5653a5c66_0_0" title="JNL686-142F.png"/>
          <p:cNvPicPr preferRelativeResize="0"/>
          <p:nvPr/>
        </p:nvPicPr>
        <p:blipFill rotWithShape="1">
          <a:blip r:embed="rId3">
            <a:alphaModFix/>
          </a:blip>
          <a:srcRect b="0" l="79" r="79" t="0"/>
          <a:stretch/>
        </p:blipFill>
        <p:spPr>
          <a:xfrm>
            <a:off x="1360488" y="996300"/>
            <a:ext cx="2818850" cy="3989961"/>
          </a:xfrm>
          <a:prstGeom prst="rect">
            <a:avLst/>
          </a:prstGeom>
          <a:noFill/>
          <a:ln>
            <a:noFill/>
          </a:ln>
          <a:effectLst>
            <a:outerShdw blurRad="142875" rotWithShape="0" algn="bl" dir="5400000" dist="19050">
              <a:srgbClr val="000000">
                <a:alpha val="26666"/>
              </a:srgbClr>
            </a:outerShdw>
          </a:effectLst>
        </p:spPr>
      </p:pic>
      <p:sp>
        <p:nvSpPr>
          <p:cNvPr id="1018" name="Google Shape;1018;g2e5653a5c66_0_0"/>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
        <p:nvSpPr>
          <p:cNvPr id="1019" name="Google Shape;1019;g2e5653a5c66_0_0"/>
          <p:cNvSpPr txBox="1"/>
          <p:nvPr/>
        </p:nvSpPr>
        <p:spPr>
          <a:xfrm>
            <a:off x="4510900" y="99630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w</a:t>
            </a:r>
            <a:r>
              <a:rPr b="0" i="0" lang="en-US" sz="5800" u="none" cap="none" strike="noStrike">
                <a:solidFill>
                  <a:srgbClr val="815137"/>
                </a:solidFill>
                <a:latin typeface="Jost"/>
                <a:ea typeface="Jost"/>
                <a:cs typeface="Jost"/>
                <a:sym typeface="Jost"/>
              </a:rPr>
              <a:t>or</a:t>
            </a:r>
            <a:r>
              <a:rPr b="0" i="0" lang="en-US" sz="5800" u="none" cap="none" strike="noStrike">
                <a:solidFill>
                  <a:srgbClr val="2356AF"/>
                </a:solidFill>
                <a:latin typeface="Jost"/>
                <a:ea typeface="Jost"/>
                <a:cs typeface="Jost"/>
                <a:sym typeface="Jost"/>
              </a:rPr>
              <a:t>m</a:t>
            </a:r>
            <a:endParaRPr b="0" i="0" sz="5800" u="none" cap="none" strike="noStrike">
              <a:solidFill>
                <a:srgbClr val="2356AF"/>
              </a:solidFill>
              <a:latin typeface="Jost"/>
              <a:ea typeface="Jost"/>
              <a:cs typeface="Jost"/>
              <a:sym typeface="Jost"/>
            </a:endParaRPr>
          </a:p>
        </p:txBody>
      </p:sp>
      <p:sp>
        <p:nvSpPr>
          <p:cNvPr id="1020" name="Google Shape;1020;g2e5653a5c66_0_0"/>
          <p:cNvSpPr txBox="1"/>
          <p:nvPr/>
        </p:nvSpPr>
        <p:spPr>
          <a:xfrm>
            <a:off x="4510900" y="3763450"/>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w</a:t>
            </a:r>
            <a:r>
              <a:rPr b="0" i="0" lang="en-US" sz="5800" u="none" cap="none" strike="noStrike">
                <a:solidFill>
                  <a:srgbClr val="815137"/>
                </a:solidFill>
                <a:latin typeface="Jost"/>
                <a:ea typeface="Jost"/>
                <a:cs typeface="Jost"/>
                <a:sym typeface="Jost"/>
              </a:rPr>
              <a:t>or</a:t>
            </a:r>
            <a:r>
              <a:rPr b="0" i="0" lang="en-US" sz="5800" u="none" cap="none" strike="noStrike">
                <a:solidFill>
                  <a:srgbClr val="2356AF"/>
                </a:solidFill>
                <a:latin typeface="Jost"/>
                <a:ea typeface="Jost"/>
                <a:cs typeface="Jost"/>
                <a:sym typeface="Jost"/>
              </a:rPr>
              <a:t>d</a:t>
            </a:r>
            <a:endParaRPr b="0" i="0" sz="5800" u="none" cap="none" strike="noStrike">
              <a:solidFill>
                <a:srgbClr val="2356AF"/>
              </a:solidFill>
              <a:latin typeface="Jost"/>
              <a:ea typeface="Jost"/>
              <a:cs typeface="Jost"/>
              <a:sym typeface="Jost"/>
            </a:endParaRPr>
          </a:p>
        </p:txBody>
      </p:sp>
      <p:sp>
        <p:nvSpPr>
          <p:cNvPr id="1021" name="Google Shape;1021;g2e5653a5c66_0_0"/>
          <p:cNvSpPr txBox="1"/>
          <p:nvPr/>
        </p:nvSpPr>
        <p:spPr>
          <a:xfrm>
            <a:off x="4510900" y="2379875"/>
            <a:ext cx="3333600" cy="12228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1000"/>
              </a:spcBef>
              <a:spcAft>
                <a:spcPts val="0"/>
              </a:spcAft>
              <a:buClr>
                <a:srgbClr val="000000"/>
              </a:buClr>
              <a:buSzPts val="5800"/>
              <a:buFont typeface="Arial"/>
              <a:buNone/>
            </a:pPr>
            <a:r>
              <a:rPr b="0" i="0" lang="en-US" sz="5800" u="none" cap="none" strike="noStrike">
                <a:solidFill>
                  <a:srgbClr val="2356AF"/>
                </a:solidFill>
                <a:latin typeface="Jost"/>
                <a:ea typeface="Jost"/>
                <a:cs typeface="Jost"/>
                <a:sym typeface="Jost"/>
              </a:rPr>
              <a:t>w</a:t>
            </a:r>
            <a:r>
              <a:rPr b="0" i="0" lang="en-US" sz="5800" u="none" cap="none" strike="noStrike">
                <a:solidFill>
                  <a:srgbClr val="815137"/>
                </a:solidFill>
                <a:latin typeface="Jost"/>
                <a:ea typeface="Jost"/>
                <a:cs typeface="Jost"/>
                <a:sym typeface="Jost"/>
              </a:rPr>
              <a:t>or</a:t>
            </a:r>
            <a:r>
              <a:rPr b="0" i="0" lang="en-US" sz="5800" u="none" cap="none" strike="noStrike">
                <a:solidFill>
                  <a:srgbClr val="2356AF"/>
                </a:solidFill>
                <a:latin typeface="Jost"/>
                <a:ea typeface="Jost"/>
                <a:cs typeface="Jost"/>
                <a:sym typeface="Jost"/>
              </a:rPr>
              <a:t>ld</a:t>
            </a:r>
            <a:endParaRPr b="0" i="0" sz="5800" u="none" cap="none" strike="noStrike">
              <a:solidFill>
                <a:srgbClr val="2356AF"/>
              </a:solidFill>
              <a:latin typeface="Jost"/>
              <a:ea typeface="Jost"/>
              <a:cs typeface="Jost"/>
              <a:sym typeface="Jost"/>
            </a:endParaRPr>
          </a:p>
        </p:txBody>
      </p:sp>
      <p:sp>
        <p:nvSpPr>
          <p:cNvPr id="1022" name="Google Shape;1022;g2e5653a5c66_0_0"/>
          <p:cNvSpPr txBox="1"/>
          <p:nvPr>
            <p:ph idx="2" type="subTitle"/>
          </p:nvPr>
        </p:nvSpPr>
        <p:spPr>
          <a:xfrm>
            <a:off x="1360500" y="523305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600"/>
              <a:buNone/>
            </a:pPr>
            <a:r>
              <a:rPr lang="en-US"/>
              <a:t>Phase 5.5, Lesson 73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2c186218c5a_0_4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Decoding</a:t>
            </a:r>
            <a:endParaRPr/>
          </a:p>
        </p:txBody>
      </p:sp>
      <p:pic>
        <p:nvPicPr>
          <p:cNvPr id="1029" name="Google Shape;1029;g2c186218c5a_0_40"/>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g2c4fb7f6616_1_0"/>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36" name="Google Shape;1036;g2c4fb7f6616_1_0"/>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37" name="Google Shape;1037;g2c4fb7f6616_1_0"/>
          <p:cNvSpPr/>
          <p:nvPr/>
        </p:nvSpPr>
        <p:spPr>
          <a:xfrm>
            <a:off x="2601575"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38" name="Google Shape;1038;g2c4fb7f6616_1_0"/>
          <p:cNvSpPr/>
          <p:nvPr/>
        </p:nvSpPr>
        <p:spPr>
          <a:xfrm>
            <a:off x="5390375"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39" name="Google Shape;1039;g2c4fb7f6616_1_0"/>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40" name="Google Shape;1040;g2c4fb7f6616_1_0"/>
          <p:cNvSpPr txBox="1"/>
          <p:nvPr>
            <p:ph idx="4294967295" type="subTitle"/>
          </p:nvPr>
        </p:nvSpPr>
        <p:spPr>
          <a:xfrm>
            <a:off x="4820725"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s</a:t>
            </a:r>
            <a:endParaRPr b="0" i="0" sz="15000" u="none" cap="none" strike="noStrike">
              <a:solidFill>
                <a:srgbClr val="2356AF"/>
              </a:solidFill>
              <a:latin typeface="Jost"/>
              <a:ea typeface="Jost"/>
              <a:cs typeface="Jost"/>
              <a:sym typeface="Jost"/>
            </a:endParaRPr>
          </a:p>
        </p:txBody>
      </p:sp>
      <p:sp>
        <p:nvSpPr>
          <p:cNvPr id="1041" name="Google Shape;1041;g2c4fb7f6616_1_0"/>
          <p:cNvSpPr txBox="1"/>
          <p:nvPr>
            <p:ph idx="4294967295" type="subTitle"/>
          </p:nvPr>
        </p:nvSpPr>
        <p:spPr>
          <a:xfrm>
            <a:off x="2031875"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w</a:t>
            </a:r>
            <a:endParaRPr b="0" i="0" sz="15000" u="none" cap="none" strike="noStrike">
              <a:solidFill>
                <a:srgbClr val="2356AF"/>
              </a:solidFill>
              <a:latin typeface="Jost"/>
              <a:ea typeface="Jost"/>
              <a:cs typeface="Jost"/>
              <a:sym typeface="Jost"/>
            </a:endParaRPr>
          </a:p>
        </p:txBody>
      </p:sp>
      <p:sp>
        <p:nvSpPr>
          <p:cNvPr id="1042" name="Google Shape;1042;g2c4fb7f6616_1_0"/>
          <p:cNvSpPr txBox="1"/>
          <p:nvPr>
            <p:ph idx="4294967295" type="subTitle"/>
          </p:nvPr>
        </p:nvSpPr>
        <p:spPr>
          <a:xfrm>
            <a:off x="3273900" y="1308025"/>
            <a:ext cx="20700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815137"/>
                </a:solidFill>
                <a:latin typeface="Jost"/>
                <a:ea typeface="Jost"/>
                <a:cs typeface="Jost"/>
                <a:sym typeface="Jost"/>
              </a:rPr>
              <a:t>or</a:t>
            </a:r>
            <a:endParaRPr b="0" i="0" sz="15000" u="none" cap="none" strike="noStrike">
              <a:solidFill>
                <a:srgbClr val="815137"/>
              </a:solidFill>
              <a:latin typeface="Jost"/>
              <a:ea typeface="Jost"/>
              <a:cs typeface="Jost"/>
              <a:sym typeface="Jost"/>
            </a:endParaRPr>
          </a:p>
        </p:txBody>
      </p:sp>
      <p:sp>
        <p:nvSpPr>
          <p:cNvPr id="1043" name="Google Shape;1043;g2c4fb7f6616_1_0"/>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4" name="Google Shape;1044;g2c4fb7f6616_1_0"/>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5" name="Google Shape;1045;g2c4fb7f6616_1_0"/>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6" name="Google Shape;1046;g2c4fb7f6616_1_0"/>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7" name="Google Shape;1047;g2c4fb7f6616_1_0"/>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48" name="Google Shape;1048;g2c4fb7f6616_1_0"/>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49" name="Google Shape;1049;g2c4fb7f6616_1_0"/>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50" name="Google Shape;1050;g2c4fb7f6616_1_0"/>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51" name="Google Shape;1051;g2c4fb7f6616_1_0"/>
          <p:cNvGrpSpPr/>
          <p:nvPr/>
        </p:nvGrpSpPr>
        <p:grpSpPr>
          <a:xfrm>
            <a:off x="-550" y="6984600"/>
            <a:ext cx="8596479" cy="808600"/>
            <a:chOff x="-550" y="6984600"/>
            <a:chExt cx="8596479" cy="808600"/>
          </a:xfrm>
        </p:grpSpPr>
        <p:sp>
          <p:nvSpPr>
            <p:cNvPr id="1052" name="Google Shape;1052;g2c4fb7f6616_1_0"/>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53" name="Google Shape;1053;g2c4fb7f6616_1_0"/>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54" name="Google Shape;1054;g2c4fb7f6616_1_0"/>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55" name="Google Shape;1055;g2c4fb7f6616_1_0"/>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56" name="Google Shape;1056;g2c4fb7f6616_1_0"/>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57" name="Google Shape;1057;g2c4fb7f6616_1_0"/>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58" name="Google Shape;1058;g2c4fb7f6616_1_0"/>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59" name="Google Shape;1059;g2c4fb7f6616_1_0"/>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60" name="Google Shape;1060;g2c4fb7f6616_1_0"/>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61" name="Google Shape;1061;g2c4fb7f6616_1_0"/>
          <p:cNvSpPr/>
          <p:nvPr/>
        </p:nvSpPr>
        <p:spPr>
          <a:xfrm>
            <a:off x="6152375"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62" name="Google Shape;1062;g2c4fb7f6616_1_0"/>
          <p:cNvSpPr txBox="1"/>
          <p:nvPr>
            <p:ph idx="4294967295" type="subTitle"/>
          </p:nvPr>
        </p:nvSpPr>
        <p:spPr>
          <a:xfrm>
            <a:off x="5582725"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t</a:t>
            </a:r>
            <a:endParaRPr b="0" i="0" sz="15000" u="none" cap="none" strike="noStrike">
              <a:solidFill>
                <a:srgbClr val="2356AF"/>
              </a:solidFill>
              <a:latin typeface="Jost"/>
              <a:ea typeface="Jost"/>
              <a:cs typeface="Jost"/>
              <a:sym typeface="Jost"/>
            </a:endParaRPr>
          </a:p>
        </p:txBody>
      </p:sp>
      <p:sp>
        <p:nvSpPr>
          <p:cNvPr id="1063" name="Google Shape;1063;g2c4fb7f6616_1_0"/>
          <p:cNvSpPr/>
          <p:nvPr/>
        </p:nvSpPr>
        <p:spPr>
          <a:xfrm>
            <a:off x="3601950" y="4011900"/>
            <a:ext cx="14139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g2e6b19056de_0_12"/>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SOUND BUTTONS</a:t>
            </a:r>
            <a:endParaRPr/>
          </a:p>
        </p:txBody>
      </p:sp>
      <p:sp>
        <p:nvSpPr>
          <p:cNvPr id="1070" name="Google Shape;1070;g2e6b19056de_0_12"/>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200"/>
              <a:buNone/>
            </a:pPr>
            <a:r>
              <a:rPr lang="en-US"/>
              <a:t>Model Blending Phonemes</a:t>
            </a:r>
            <a:endParaRPr/>
          </a:p>
        </p:txBody>
      </p:sp>
      <p:sp>
        <p:nvSpPr>
          <p:cNvPr id="1071" name="Google Shape;1071;g2e6b19056de_0_12"/>
          <p:cNvSpPr/>
          <p:nvPr/>
        </p:nvSpPr>
        <p:spPr>
          <a:xfrm>
            <a:off x="2906375"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72" name="Google Shape;1072;g2e6b19056de_0_12"/>
          <p:cNvSpPr/>
          <p:nvPr/>
        </p:nvSpPr>
        <p:spPr>
          <a:xfrm>
            <a:off x="5847575" y="39068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cxnSp>
        <p:nvCxnSpPr>
          <p:cNvPr id="1073" name="Google Shape;1073;g2e6b19056de_0_12"/>
          <p:cNvCxnSpPr/>
          <p:nvPr/>
        </p:nvCxnSpPr>
        <p:spPr>
          <a:xfrm>
            <a:off x="2565600" y="4817400"/>
            <a:ext cx="4012800" cy="0"/>
          </a:xfrm>
          <a:prstGeom prst="straightConnector1">
            <a:avLst/>
          </a:prstGeom>
          <a:noFill/>
          <a:ln cap="flat" cmpd="sng" w="38100">
            <a:solidFill>
              <a:srgbClr val="CFD9EF"/>
            </a:solidFill>
            <a:prstDash val="solid"/>
            <a:miter lim="800000"/>
            <a:headEnd len="sm" w="sm" type="none"/>
            <a:tailEnd len="sm" w="sm" type="stealth"/>
          </a:ln>
        </p:spPr>
      </p:cxnSp>
      <p:sp>
        <p:nvSpPr>
          <p:cNvPr id="1074" name="Google Shape;1074;g2e6b19056de_0_12"/>
          <p:cNvSpPr txBox="1"/>
          <p:nvPr>
            <p:ph idx="4294967295" type="subTitle"/>
          </p:nvPr>
        </p:nvSpPr>
        <p:spPr>
          <a:xfrm>
            <a:off x="5277925"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d</a:t>
            </a:r>
            <a:endParaRPr b="0" i="0" sz="15000" u="none" cap="none" strike="noStrike">
              <a:solidFill>
                <a:srgbClr val="2356AF"/>
              </a:solidFill>
              <a:latin typeface="Jost"/>
              <a:ea typeface="Jost"/>
              <a:cs typeface="Jost"/>
              <a:sym typeface="Jost"/>
            </a:endParaRPr>
          </a:p>
        </p:txBody>
      </p:sp>
      <p:sp>
        <p:nvSpPr>
          <p:cNvPr id="1075" name="Google Shape;1075;g2e6b19056de_0_12"/>
          <p:cNvSpPr txBox="1"/>
          <p:nvPr>
            <p:ph idx="4294967295" type="subTitle"/>
          </p:nvPr>
        </p:nvSpPr>
        <p:spPr>
          <a:xfrm>
            <a:off x="2336675" y="1308025"/>
            <a:ext cx="15294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2356AF"/>
                </a:solidFill>
                <a:latin typeface="Jost"/>
                <a:ea typeface="Jost"/>
                <a:cs typeface="Jost"/>
                <a:sym typeface="Jost"/>
              </a:rPr>
              <a:t>w</a:t>
            </a:r>
            <a:endParaRPr b="0" i="0" sz="15000" u="none" cap="none" strike="noStrike">
              <a:solidFill>
                <a:srgbClr val="2356AF"/>
              </a:solidFill>
              <a:latin typeface="Jost"/>
              <a:ea typeface="Jost"/>
              <a:cs typeface="Jost"/>
              <a:sym typeface="Jost"/>
            </a:endParaRPr>
          </a:p>
        </p:txBody>
      </p:sp>
      <p:sp>
        <p:nvSpPr>
          <p:cNvPr id="1076" name="Google Shape;1076;g2e6b19056de_0_12"/>
          <p:cNvSpPr txBox="1"/>
          <p:nvPr>
            <p:ph idx="4294967295" type="subTitle"/>
          </p:nvPr>
        </p:nvSpPr>
        <p:spPr>
          <a:xfrm>
            <a:off x="3578700" y="1308025"/>
            <a:ext cx="2070000" cy="2371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chemeClr val="dk1"/>
              </a:buClr>
              <a:buSzPts val="2800"/>
              <a:buFont typeface="Poppins"/>
              <a:buNone/>
            </a:pPr>
            <a:r>
              <a:rPr b="0" i="0" lang="en-US" sz="15000" u="none" cap="none" strike="noStrike">
                <a:solidFill>
                  <a:srgbClr val="815137"/>
                </a:solidFill>
                <a:latin typeface="Jost"/>
                <a:ea typeface="Jost"/>
                <a:cs typeface="Jost"/>
                <a:sym typeface="Jost"/>
              </a:rPr>
              <a:t>or</a:t>
            </a:r>
            <a:endParaRPr b="0" i="0" sz="15000" u="none" cap="none" strike="noStrike">
              <a:solidFill>
                <a:srgbClr val="815137"/>
              </a:solidFill>
              <a:latin typeface="Jost"/>
              <a:ea typeface="Jost"/>
              <a:cs typeface="Jost"/>
              <a:sym typeface="Jost"/>
            </a:endParaRPr>
          </a:p>
        </p:txBody>
      </p:sp>
      <p:sp>
        <p:nvSpPr>
          <p:cNvPr id="1077" name="Google Shape;1077;g2e6b19056de_0_12"/>
          <p:cNvSpPr/>
          <p:nvPr/>
        </p:nvSpPr>
        <p:spPr>
          <a:xfrm>
            <a:off x="4857518" y="7078234"/>
            <a:ext cx="1019700" cy="180000"/>
          </a:xfrm>
          <a:prstGeom prst="rect">
            <a:avLst/>
          </a:prstGeom>
          <a:solidFill>
            <a:srgbClr val="00904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8" name="Google Shape;1078;g2e6b19056de_0_12"/>
          <p:cNvSpPr/>
          <p:nvPr/>
        </p:nvSpPr>
        <p:spPr>
          <a:xfrm>
            <a:off x="5908585" y="7078234"/>
            <a:ext cx="1019700" cy="180000"/>
          </a:xfrm>
          <a:prstGeom prst="rect">
            <a:avLst/>
          </a:prstGeom>
          <a:solidFill>
            <a:srgbClr val="993FA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79" name="Google Shape;1079;g2e6b19056de_0_12"/>
          <p:cNvSpPr/>
          <p:nvPr/>
        </p:nvSpPr>
        <p:spPr>
          <a:xfrm>
            <a:off x="2896984" y="7078234"/>
            <a:ext cx="1019700" cy="180000"/>
          </a:xfrm>
          <a:prstGeom prst="rect">
            <a:avLst/>
          </a:prstGeom>
          <a:solidFill>
            <a:srgbClr val="FFD40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0" name="Google Shape;1080;g2e6b19056de_0_12"/>
          <p:cNvSpPr/>
          <p:nvPr/>
        </p:nvSpPr>
        <p:spPr>
          <a:xfrm>
            <a:off x="6959652" y="7078234"/>
            <a:ext cx="1019700" cy="180000"/>
          </a:xfrm>
          <a:prstGeom prst="rect">
            <a:avLst/>
          </a:prstGeom>
          <a:solidFill>
            <a:srgbClr val="EF8F2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1" name="Google Shape;1081;g2e6b19056de_0_12"/>
          <p:cNvSpPr/>
          <p:nvPr/>
        </p:nvSpPr>
        <p:spPr>
          <a:xfrm>
            <a:off x="8212275" y="6936612"/>
            <a:ext cx="124800" cy="463200"/>
          </a:xfrm>
          <a:prstGeom prst="rect">
            <a:avLst/>
          </a:prstGeom>
          <a:solidFill>
            <a:srgbClr val="BCBEC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1082" name="Google Shape;1082;g2e6b19056de_0_12"/>
          <p:cNvSpPr/>
          <p:nvPr/>
        </p:nvSpPr>
        <p:spPr>
          <a:xfrm>
            <a:off x="1651138" y="6977688"/>
            <a:ext cx="390000" cy="390000"/>
          </a:xfrm>
          <a:prstGeom prst="ellipse">
            <a:avLst/>
          </a:prstGeom>
          <a:solidFill>
            <a:srgbClr val="ED1C2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3" name="Google Shape;1083;g2e6b19056de_0_12"/>
          <p:cNvSpPr/>
          <p:nvPr/>
        </p:nvSpPr>
        <p:spPr>
          <a:xfrm>
            <a:off x="2350261" y="6977688"/>
            <a:ext cx="390000" cy="390000"/>
          </a:xfrm>
          <a:prstGeom prst="ellipse">
            <a:avLst/>
          </a:prstGeom>
          <a:solidFill>
            <a:srgbClr val="2356A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084" name="Google Shape;1084;g2e6b19056de_0_12"/>
          <p:cNvSpPr/>
          <p:nvPr/>
        </p:nvSpPr>
        <p:spPr>
          <a:xfrm>
            <a:off x="3948051" y="7078200"/>
            <a:ext cx="8781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grpSp>
        <p:nvGrpSpPr>
          <p:cNvPr id="1085" name="Google Shape;1085;g2e6b19056de_0_12"/>
          <p:cNvGrpSpPr/>
          <p:nvPr/>
        </p:nvGrpSpPr>
        <p:grpSpPr>
          <a:xfrm>
            <a:off x="-550" y="6984600"/>
            <a:ext cx="8596479" cy="808600"/>
            <a:chOff x="-550" y="6984600"/>
            <a:chExt cx="8596479" cy="808600"/>
          </a:xfrm>
        </p:grpSpPr>
        <p:sp>
          <p:nvSpPr>
            <p:cNvPr id="1086" name="Google Shape;1086;g2e6b19056de_0_12"/>
            <p:cNvSpPr txBox="1"/>
            <p:nvPr/>
          </p:nvSpPr>
          <p:spPr>
            <a:xfrm>
              <a:off x="-550" y="6984600"/>
              <a:ext cx="1709700" cy="37620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7F7F7F"/>
                </a:buClr>
                <a:buSzPts val="2000"/>
                <a:buFont typeface="Calibri"/>
                <a:buNone/>
              </a:pPr>
              <a:r>
                <a:rPr b="0" i="0" lang="en-US" sz="1600" u="none" cap="none" strike="noStrike">
                  <a:solidFill>
                    <a:srgbClr val="000000"/>
                  </a:solidFill>
                  <a:latin typeface="Poppins"/>
                  <a:ea typeface="Poppins"/>
                  <a:cs typeface="Poppins"/>
                  <a:sym typeface="Poppins"/>
                </a:rPr>
                <a:t>Sound Buttons</a:t>
              </a:r>
              <a:endParaRPr b="0" i="0" sz="1600" u="none" cap="none" strike="noStrike">
                <a:solidFill>
                  <a:srgbClr val="000000"/>
                </a:solidFill>
                <a:latin typeface="Poppins"/>
                <a:ea typeface="Poppins"/>
                <a:cs typeface="Poppins"/>
                <a:sym typeface="Poppins"/>
              </a:endParaRPr>
            </a:p>
          </p:txBody>
        </p:sp>
        <p:sp>
          <p:nvSpPr>
            <p:cNvPr id="1087" name="Google Shape;1087;g2e6b19056de_0_12"/>
            <p:cNvSpPr txBox="1"/>
            <p:nvPr/>
          </p:nvSpPr>
          <p:spPr>
            <a:xfrm>
              <a:off x="1555431" y="7416997"/>
              <a:ext cx="5610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Vowel</a:t>
              </a:r>
              <a:endParaRPr b="0" i="0" sz="950" u="none" cap="none" strike="noStrike">
                <a:solidFill>
                  <a:srgbClr val="000000"/>
                </a:solidFill>
                <a:latin typeface="Poppins"/>
                <a:ea typeface="Poppins"/>
                <a:cs typeface="Poppins"/>
                <a:sym typeface="Poppins"/>
              </a:endParaRPr>
            </a:p>
          </p:txBody>
        </p:sp>
        <p:sp>
          <p:nvSpPr>
            <p:cNvPr id="1088" name="Google Shape;1088;g2e6b19056de_0_12"/>
            <p:cNvSpPr txBox="1"/>
            <p:nvPr/>
          </p:nvSpPr>
          <p:spPr>
            <a:xfrm>
              <a:off x="2116424" y="7417000"/>
              <a:ext cx="9651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a:t>
              </a:r>
              <a:endParaRPr b="0" i="0" sz="950" u="none" cap="none" strike="noStrike">
                <a:solidFill>
                  <a:srgbClr val="000000"/>
                </a:solidFill>
                <a:latin typeface="Poppins"/>
                <a:ea typeface="Poppins"/>
                <a:cs typeface="Poppins"/>
                <a:sym typeface="Poppins"/>
              </a:endParaRPr>
            </a:p>
          </p:txBody>
        </p:sp>
        <p:sp>
          <p:nvSpPr>
            <p:cNvPr id="1089" name="Google Shape;1089;g2e6b19056de_0_12"/>
            <p:cNvSpPr txBox="1"/>
            <p:nvPr/>
          </p:nvSpPr>
          <p:spPr>
            <a:xfrm>
              <a:off x="2886646"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Consonant Digraph</a:t>
              </a:r>
              <a:endParaRPr b="0" i="0" sz="950" u="none" cap="none" strike="noStrike">
                <a:solidFill>
                  <a:srgbClr val="000000"/>
                </a:solidFill>
                <a:latin typeface="Poppins"/>
                <a:ea typeface="Poppins"/>
                <a:cs typeface="Poppins"/>
                <a:sym typeface="Poppins"/>
              </a:endParaRPr>
            </a:p>
          </p:txBody>
        </p:sp>
        <p:sp>
          <p:nvSpPr>
            <p:cNvPr id="1090" name="Google Shape;1090;g2e6b19056de_0_12"/>
            <p:cNvSpPr txBox="1"/>
            <p:nvPr/>
          </p:nvSpPr>
          <p:spPr>
            <a:xfrm>
              <a:off x="4826153"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Long Vowel Sound</a:t>
              </a:r>
              <a:endParaRPr b="0" i="0" sz="950" u="none" cap="none" strike="noStrike">
                <a:solidFill>
                  <a:srgbClr val="000000"/>
                </a:solidFill>
                <a:latin typeface="Poppins"/>
                <a:ea typeface="Poppins"/>
                <a:cs typeface="Poppins"/>
                <a:sym typeface="Poppins"/>
              </a:endParaRPr>
            </a:p>
          </p:txBody>
        </p:sp>
        <p:sp>
          <p:nvSpPr>
            <p:cNvPr id="1091" name="Google Shape;1091;g2e6b19056de_0_12"/>
            <p:cNvSpPr txBox="1"/>
            <p:nvPr/>
          </p:nvSpPr>
          <p:spPr>
            <a:xfrm>
              <a:off x="5859437"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R-controlled Digraph</a:t>
              </a:r>
              <a:endParaRPr b="0" i="0" sz="950" u="none" cap="none" strike="noStrike">
                <a:solidFill>
                  <a:srgbClr val="000000"/>
                </a:solidFill>
                <a:latin typeface="Poppins"/>
                <a:ea typeface="Poppins"/>
                <a:cs typeface="Poppins"/>
                <a:sym typeface="Poppins"/>
              </a:endParaRPr>
            </a:p>
          </p:txBody>
        </p:sp>
        <p:sp>
          <p:nvSpPr>
            <p:cNvPr id="1092" name="Google Shape;1092;g2e6b19056de_0_12"/>
            <p:cNvSpPr txBox="1"/>
            <p:nvPr/>
          </p:nvSpPr>
          <p:spPr>
            <a:xfrm>
              <a:off x="6957664"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Split Digraph</a:t>
              </a:r>
              <a:endParaRPr b="0" i="0" sz="950" u="none" cap="none" strike="noStrike">
                <a:solidFill>
                  <a:srgbClr val="000000"/>
                </a:solidFill>
                <a:latin typeface="Poppins"/>
                <a:ea typeface="Poppins"/>
                <a:cs typeface="Poppins"/>
                <a:sym typeface="Poppins"/>
              </a:endParaRPr>
            </a:p>
          </p:txBody>
        </p:sp>
        <p:sp>
          <p:nvSpPr>
            <p:cNvPr id="1093" name="Google Shape;1093;g2e6b19056de_0_12"/>
            <p:cNvSpPr txBox="1"/>
            <p:nvPr/>
          </p:nvSpPr>
          <p:spPr>
            <a:xfrm>
              <a:off x="7875029" y="7416997"/>
              <a:ext cx="7209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Syllable / Silent Letter</a:t>
              </a:r>
              <a:endParaRPr b="0" i="0" sz="950" u="none" cap="none" strike="noStrike">
                <a:solidFill>
                  <a:srgbClr val="000000"/>
                </a:solidFill>
                <a:latin typeface="Poppins"/>
                <a:ea typeface="Poppins"/>
                <a:cs typeface="Poppins"/>
                <a:sym typeface="Poppins"/>
              </a:endParaRPr>
            </a:p>
          </p:txBody>
        </p:sp>
        <p:sp>
          <p:nvSpPr>
            <p:cNvPr id="1094" name="Google Shape;1094;g2e6b19056de_0_12"/>
            <p:cNvSpPr txBox="1"/>
            <p:nvPr/>
          </p:nvSpPr>
          <p:spPr>
            <a:xfrm>
              <a:off x="3884428" y="7416997"/>
              <a:ext cx="1019700" cy="3762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7F7F7F"/>
                </a:buClr>
                <a:buSzPts val="1050"/>
                <a:buFont typeface="Calibri"/>
                <a:buNone/>
              </a:pPr>
              <a:r>
                <a:rPr b="0" i="0" lang="en-US" sz="950" u="none" cap="none" strike="noStrike">
                  <a:solidFill>
                    <a:srgbClr val="000000"/>
                  </a:solidFill>
                  <a:latin typeface="Poppins"/>
                  <a:ea typeface="Poppins"/>
                  <a:cs typeface="Poppins"/>
                  <a:sym typeface="Poppins"/>
                </a:rPr>
                <a:t>Multi Sound</a:t>
              </a:r>
              <a:endParaRPr b="0" i="0" sz="950" u="none" cap="none" strike="noStrike">
                <a:solidFill>
                  <a:srgbClr val="000000"/>
                </a:solidFill>
                <a:latin typeface="Poppins"/>
                <a:ea typeface="Poppins"/>
                <a:cs typeface="Poppins"/>
                <a:sym typeface="Poppins"/>
              </a:endParaRPr>
            </a:p>
          </p:txBody>
        </p:sp>
      </p:grpSp>
      <p:sp>
        <p:nvSpPr>
          <p:cNvPr id="1095" name="Google Shape;1095;g2e6b19056de_0_12"/>
          <p:cNvSpPr/>
          <p:nvPr/>
        </p:nvSpPr>
        <p:spPr>
          <a:xfrm>
            <a:off x="3865025" y="4011900"/>
            <a:ext cx="1413900" cy="180000"/>
          </a:xfrm>
          <a:prstGeom prst="rect">
            <a:avLst/>
          </a:prstGeom>
          <a:solidFill>
            <a:srgbClr val="81513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g2c186218c5a_0_4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Explain Encoding</a:t>
            </a:r>
            <a:endParaRPr/>
          </a:p>
        </p:txBody>
      </p:sp>
      <p:pic>
        <p:nvPicPr>
          <p:cNvPr id="1102" name="Google Shape;1102;g2c186218c5a_0_44"/>
          <p:cNvPicPr preferRelativeResize="0"/>
          <p:nvPr/>
        </p:nvPicPr>
        <p:blipFill rotWithShape="1">
          <a:blip r:embed="rId3">
            <a:alphaModFix/>
          </a:blip>
          <a:srcRect b="0" l="0" r="0" t="0"/>
          <a:stretch/>
        </p:blipFill>
        <p:spPr>
          <a:xfrm>
            <a:off x="1127788" y="1389281"/>
            <a:ext cx="6888424" cy="3631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sp>
        <p:nvSpPr>
          <p:cNvPr id="1108" name="Google Shape;1108;g26b641b03cd_0_20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09" name="Google Shape;1109;g26b641b03cd_0_20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10" name="Google Shape;1110;g26b641b03cd_0_204" title="JNL689-157B.png"/>
          <p:cNvPicPr preferRelativeResize="0"/>
          <p:nvPr/>
        </p:nvPicPr>
        <p:blipFill rotWithShape="1">
          <a:blip r:embed="rId3">
            <a:alphaModFix/>
          </a:blip>
          <a:srcRect b="0" l="79" r="89" t="0"/>
          <a:stretch/>
        </p:blipFill>
        <p:spPr>
          <a:xfrm>
            <a:off x="2859278" y="1109924"/>
            <a:ext cx="3425168" cy="4114800"/>
          </a:xfrm>
          <a:prstGeom prst="rect">
            <a:avLst/>
          </a:prstGeom>
          <a:noFill/>
          <a:ln>
            <a:noFill/>
          </a:ln>
          <a:effectLst>
            <a:outerShdw blurRad="114300" rotWithShape="0" algn="bl" dir="5400000" dist="19050">
              <a:srgbClr val="000000">
                <a:alpha val="20000"/>
              </a:srgbClr>
            </a:outerShdw>
          </a:effectLst>
        </p:spPr>
      </p:pic>
      <p:sp>
        <p:nvSpPr>
          <p:cNvPr id="1111" name="Google Shape;1111;g26b641b03cd_0_20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g2c186218c5a_0_4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JNL689</a:t>
            </a:r>
            <a:endParaRPr/>
          </a:p>
        </p:txBody>
      </p:sp>
      <p:sp>
        <p:nvSpPr>
          <p:cNvPr id="1118" name="Google Shape;1118;g2c186218c5a_0_48"/>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3600"/>
              <a:buNone/>
            </a:pPr>
            <a:r>
              <a:rPr lang="en-US"/>
              <a:t>Build a Decodable Word</a:t>
            </a:r>
            <a:endParaRPr/>
          </a:p>
        </p:txBody>
      </p:sp>
      <p:pic>
        <p:nvPicPr>
          <p:cNvPr id="1119" name="Google Shape;1119;g2c186218c5a_0_48" title="JNL689-157F.png"/>
          <p:cNvPicPr preferRelativeResize="0"/>
          <p:nvPr/>
        </p:nvPicPr>
        <p:blipFill rotWithShape="1">
          <a:blip r:embed="rId3">
            <a:alphaModFix/>
          </a:blip>
          <a:srcRect b="0" l="0" r="0" t="0"/>
          <a:stretch/>
        </p:blipFill>
        <p:spPr>
          <a:xfrm>
            <a:off x="2859278" y="1109924"/>
            <a:ext cx="3425169" cy="4114800"/>
          </a:xfrm>
          <a:prstGeom prst="rect">
            <a:avLst/>
          </a:prstGeom>
          <a:noFill/>
          <a:ln>
            <a:noFill/>
          </a:ln>
          <a:effectLst>
            <a:outerShdw blurRad="114300" rotWithShape="0" algn="bl" dir="5400000" dist="19050">
              <a:srgbClr val="000000">
                <a:alpha val="20000"/>
              </a:srgbClr>
            </a:outerShdw>
          </a:effectLst>
        </p:spPr>
      </p:pic>
      <p:sp>
        <p:nvSpPr>
          <p:cNvPr id="1120" name="Google Shape;1120;g2c186218c5a_0_4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g26b641b03cd_0_301"/>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a:t>
            </a:r>
            <a:r>
              <a:rPr lang="en-US"/>
              <a:t xml:space="preserve"> </a:t>
            </a:r>
            <a:r>
              <a:rPr lang="en-US"/>
              <a:t>Common Exception Word</a:t>
            </a:r>
            <a:r>
              <a:rPr lang="en-US"/>
              <a:t>s</a:t>
            </a:r>
            <a:endParaRPr/>
          </a:p>
        </p:txBody>
      </p:sp>
      <p:sp>
        <p:nvSpPr>
          <p:cNvPr id="1127" name="Google Shape;1127;g26b641b03cd_0_301"/>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 xml:space="preserve">USING </a:t>
            </a:r>
            <a:r>
              <a:rPr lang="en-US"/>
              <a:t>JNL687</a:t>
            </a:r>
            <a:endParaRPr/>
          </a:p>
        </p:txBody>
      </p:sp>
      <p:sp>
        <p:nvSpPr>
          <p:cNvPr id="1128" name="Google Shape;1128;g26b641b03cd_0_301"/>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29" name="Google Shape;1129;g26b641b03cd_0_301" title="JNL687-106F.png"/>
          <p:cNvPicPr preferRelativeResize="0"/>
          <p:nvPr/>
        </p:nvPicPr>
        <p:blipFill rotWithShape="1">
          <a:blip r:embed="rId3">
            <a:alphaModFix/>
          </a:blip>
          <a:srcRect b="0" l="59" r="59" t="0"/>
          <a:stretch/>
        </p:blipFill>
        <p:spPr>
          <a:xfrm>
            <a:off x="2122875" y="1417100"/>
            <a:ext cx="4898251" cy="3500407"/>
          </a:xfrm>
          <a:prstGeom prst="rect">
            <a:avLst/>
          </a:prstGeom>
          <a:noFill/>
          <a:ln>
            <a:noFill/>
          </a:ln>
          <a:effectLst>
            <a:outerShdw blurRad="71438" rotWithShape="0" algn="bl" dir="5400000" dist="19050">
              <a:srgbClr val="000000">
                <a:alpha val="17254"/>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g341adeebc3b_0_978"/>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 Common Exception Words</a:t>
            </a:r>
            <a:endParaRPr/>
          </a:p>
        </p:txBody>
      </p:sp>
      <p:sp>
        <p:nvSpPr>
          <p:cNvPr id="1136" name="Google Shape;1136;g341adeebc3b_0_978"/>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JNL687</a:t>
            </a:r>
            <a:endParaRPr/>
          </a:p>
        </p:txBody>
      </p:sp>
      <p:sp>
        <p:nvSpPr>
          <p:cNvPr id="1137" name="Google Shape;1137;g341adeebc3b_0_978"/>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38" name="Google Shape;1138;g341adeebc3b_0_978" title="JNL687-106B.png"/>
          <p:cNvPicPr preferRelativeResize="0"/>
          <p:nvPr/>
        </p:nvPicPr>
        <p:blipFill rotWithShape="1">
          <a:blip r:embed="rId3">
            <a:alphaModFix/>
          </a:blip>
          <a:srcRect b="0" l="0" r="0" t="0"/>
          <a:stretch/>
        </p:blipFill>
        <p:spPr>
          <a:xfrm>
            <a:off x="2122875" y="1417100"/>
            <a:ext cx="4898251" cy="3500407"/>
          </a:xfrm>
          <a:prstGeom prst="rect">
            <a:avLst/>
          </a:prstGeom>
          <a:noFill/>
          <a:ln>
            <a:noFill/>
          </a:ln>
          <a:effectLst>
            <a:outerShdw blurRad="71438" rotWithShape="0" algn="bl" dir="5400000" dist="19050">
              <a:srgbClr val="000000">
                <a:alpha val="1725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g341adeebc3b_0_986"/>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 Common Exception Words</a:t>
            </a:r>
            <a:endParaRPr/>
          </a:p>
        </p:txBody>
      </p:sp>
      <p:sp>
        <p:nvSpPr>
          <p:cNvPr id="1145" name="Google Shape;1145;g341adeebc3b_0_986"/>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JNL687</a:t>
            </a:r>
            <a:endParaRPr/>
          </a:p>
        </p:txBody>
      </p:sp>
      <p:sp>
        <p:nvSpPr>
          <p:cNvPr id="1146" name="Google Shape;1146;g341adeebc3b_0_986"/>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47" name="Google Shape;1147;g341adeebc3b_0_986" title="JNL687-107F.png"/>
          <p:cNvPicPr preferRelativeResize="0"/>
          <p:nvPr/>
        </p:nvPicPr>
        <p:blipFill rotWithShape="1">
          <a:blip r:embed="rId3">
            <a:alphaModFix/>
          </a:blip>
          <a:srcRect b="29" l="0" r="0" t="19"/>
          <a:stretch/>
        </p:blipFill>
        <p:spPr>
          <a:xfrm>
            <a:off x="2122875" y="1417100"/>
            <a:ext cx="4898251" cy="3500407"/>
          </a:xfrm>
          <a:prstGeom prst="rect">
            <a:avLst/>
          </a:prstGeom>
          <a:noFill/>
          <a:ln>
            <a:noFill/>
          </a:ln>
          <a:effectLst>
            <a:outerShdw blurRad="71438" rotWithShape="0" algn="bl" dir="5400000" dist="19050">
              <a:srgbClr val="000000">
                <a:alpha val="1725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g341adeebc3b_0_994"/>
          <p:cNvSpPr txBox="1"/>
          <p:nvPr>
            <p:ph type="title"/>
          </p:nvPr>
        </p:nvSpPr>
        <p:spPr>
          <a:xfrm>
            <a:off x="583075" y="5568500"/>
            <a:ext cx="79779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4000"/>
              <a:buNone/>
            </a:pPr>
            <a:r>
              <a:rPr lang="en-US"/>
              <a:t>Practise Common Exception Words</a:t>
            </a:r>
            <a:endParaRPr/>
          </a:p>
        </p:txBody>
      </p:sp>
      <p:sp>
        <p:nvSpPr>
          <p:cNvPr id="1154" name="Google Shape;1154;g341adeebc3b_0_99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USING JNL687</a:t>
            </a:r>
            <a:endParaRPr/>
          </a:p>
        </p:txBody>
      </p:sp>
      <p:sp>
        <p:nvSpPr>
          <p:cNvPr id="1155" name="Google Shape;1155;g341adeebc3b_0_99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FRONT</a:t>
            </a:r>
            <a:endParaRPr/>
          </a:p>
        </p:txBody>
      </p:sp>
      <p:pic>
        <p:nvPicPr>
          <p:cNvPr id="1156" name="Google Shape;1156;g341adeebc3b_0_994" title="JNL687-107B.png"/>
          <p:cNvPicPr preferRelativeResize="0"/>
          <p:nvPr/>
        </p:nvPicPr>
        <p:blipFill rotWithShape="1">
          <a:blip r:embed="rId3">
            <a:alphaModFix/>
          </a:blip>
          <a:srcRect b="79" l="0" r="0" t="89"/>
          <a:stretch/>
        </p:blipFill>
        <p:spPr>
          <a:xfrm>
            <a:off x="2122875" y="1417100"/>
            <a:ext cx="4898251" cy="3500407"/>
          </a:xfrm>
          <a:prstGeom prst="rect">
            <a:avLst/>
          </a:prstGeom>
          <a:noFill/>
          <a:ln>
            <a:noFill/>
          </a:ln>
          <a:effectLst>
            <a:outerShdw blurRad="71438" rotWithShape="0" algn="bl" dir="5400000" dist="19050">
              <a:srgbClr val="000000">
                <a:alpha val="1725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g1f3daf8a844_0_64"/>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3" name="Google Shape;1163;g1f3daf8a844_0_64"/>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64" name="Google Shape;1164;g1f3daf8a844_0_64"/>
          <p:cNvGrpSpPr/>
          <p:nvPr/>
        </p:nvGrpSpPr>
        <p:grpSpPr>
          <a:xfrm>
            <a:off x="3024000" y="209875"/>
            <a:ext cx="3096000" cy="454800"/>
            <a:chOff x="3024000" y="209875"/>
            <a:chExt cx="3096000" cy="454800"/>
          </a:xfrm>
        </p:grpSpPr>
        <p:sp>
          <p:nvSpPr>
            <p:cNvPr id="1165" name="Google Shape;1165;g1f3daf8a844_0_64"/>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66" name="Google Shape;1166;g1f3daf8a844_0_64"/>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167" name="Google Shape;1167;g1f3daf8a844_0_64"/>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68" name="Google Shape;1168;g1f3daf8a844_0_64"/>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69" name="Google Shape;1169;g1f3daf8a844_0_64"/>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70" name="Google Shape;1170;g1f3daf8a844_0_64"/>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71" name="Google Shape;1171;g1f3daf8a844_0_64"/>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72" name="Google Shape;1172;g1f3daf8a844_0_64"/>
          <p:cNvSpPr txBox="1"/>
          <p:nvPr/>
        </p:nvSpPr>
        <p:spPr>
          <a:xfrm>
            <a:off x="2333951"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or</a:t>
            </a:r>
            <a:endParaRPr b="0" i="0" sz="5500" u="none" cap="none" strike="noStrike">
              <a:solidFill>
                <a:srgbClr val="993FA2"/>
              </a:solidFill>
              <a:latin typeface="Jost"/>
              <a:ea typeface="Jost"/>
              <a:cs typeface="Jost"/>
              <a:sym typeface="Jost"/>
            </a:endParaRPr>
          </a:p>
        </p:txBody>
      </p:sp>
      <p:sp>
        <p:nvSpPr>
          <p:cNvPr id="1173" name="Google Shape;1173;g1f3daf8a844_0_64"/>
          <p:cNvSpPr txBox="1"/>
          <p:nvPr/>
        </p:nvSpPr>
        <p:spPr>
          <a:xfrm>
            <a:off x="579250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174" name="Google Shape;1174;g1f3daf8a844_0_64"/>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w</a:t>
            </a:r>
            <a:endParaRPr b="0" i="0" sz="5500" u="none" cap="none" strike="noStrike">
              <a:solidFill>
                <a:srgbClr val="2356AF"/>
              </a:solidFill>
              <a:latin typeface="Jost"/>
              <a:ea typeface="Jost"/>
              <a:cs typeface="Jost"/>
              <a:sym typeface="Jost"/>
            </a:endParaRPr>
          </a:p>
        </p:txBody>
      </p:sp>
      <p:sp>
        <p:nvSpPr>
          <p:cNvPr id="1175" name="Google Shape;1175;g1f3daf8a844_0_64"/>
          <p:cNvSpPr txBox="1"/>
          <p:nvPr/>
        </p:nvSpPr>
        <p:spPr>
          <a:xfrm>
            <a:off x="463965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sp>
        <p:nvSpPr>
          <p:cNvPr id="1176" name="Google Shape;1176;g1f3daf8a844_0_64"/>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sp>
        <p:nvSpPr>
          <p:cNvPr id="1177" name="Google Shape;1177;g1f3daf8a844_0_64"/>
          <p:cNvSpPr txBox="1"/>
          <p:nvPr/>
        </p:nvSpPr>
        <p:spPr>
          <a:xfrm>
            <a:off x="348680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178" name="Google Shape;1178;g1f3daf8a844_0_64"/>
          <p:cNvSpPr txBox="1"/>
          <p:nvPr/>
        </p:nvSpPr>
        <p:spPr>
          <a:xfrm>
            <a:off x="463965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sp>
        <p:nvSpPr>
          <p:cNvPr id="1179" name="Google Shape;1179;g1f3daf8a844_0_64"/>
          <p:cNvSpPr txBox="1"/>
          <p:nvPr/>
        </p:nvSpPr>
        <p:spPr>
          <a:xfrm>
            <a:off x="348680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k</a:t>
            </a:r>
            <a:endParaRPr b="0" i="0" sz="5500" u="none" cap="none" strike="noStrike">
              <a:solidFill>
                <a:srgbClr val="2356AF"/>
              </a:solidFill>
              <a:latin typeface="Jost"/>
              <a:ea typeface="Jost"/>
              <a:cs typeface="Jost"/>
              <a:sym typeface="Jost"/>
            </a:endParaRPr>
          </a:p>
        </p:txBody>
      </p:sp>
      <p:sp>
        <p:nvSpPr>
          <p:cNvPr id="1180" name="Google Shape;1180;g1f3daf8a844_0_64"/>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cxnSp>
        <p:nvCxnSpPr>
          <p:cNvPr id="1181" name="Google Shape;1181;g1f3daf8a844_0_64"/>
          <p:cNvCxnSpPr/>
          <p:nvPr/>
        </p:nvCxnSpPr>
        <p:spPr>
          <a:xfrm>
            <a:off x="1181100" y="3648525"/>
            <a:ext cx="6781800" cy="0"/>
          </a:xfrm>
          <a:prstGeom prst="straightConnector1">
            <a:avLst/>
          </a:prstGeom>
          <a:noFill/>
          <a:ln cap="flat" cmpd="sng" w="19050">
            <a:solidFill>
              <a:srgbClr val="CFD9EF"/>
            </a:solidFill>
            <a:prstDash val="solid"/>
            <a:miter lim="800000"/>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g2e6b19056de_0_47"/>
          <p:cNvSpPr txBox="1"/>
          <p:nvPr>
            <p:ph idx="1" type="subTitle"/>
          </p:nvPr>
        </p:nvSpPr>
        <p:spPr>
          <a:xfrm>
            <a:off x="1360463" y="6212475"/>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88" name="Google Shape;1188;g2e6b19056de_0_47"/>
          <p:cNvSpPr txBox="1"/>
          <p:nvPr>
            <p:ph type="title"/>
          </p:nvPr>
        </p:nvSpPr>
        <p:spPr>
          <a:xfrm>
            <a:off x="1360463" y="5568500"/>
            <a:ext cx="6423000" cy="6912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3600"/>
              <a:buNone/>
            </a:pPr>
            <a:r>
              <a:rPr lang="en-US"/>
              <a:t>Practise</a:t>
            </a:r>
            <a:r>
              <a:rPr lang="en-US"/>
              <a:t xml:space="preserve"> Building Words</a:t>
            </a:r>
            <a:endParaRPr/>
          </a:p>
        </p:txBody>
      </p:sp>
      <p:grpSp>
        <p:nvGrpSpPr>
          <p:cNvPr id="1189" name="Google Shape;1189;g2e6b19056de_0_47"/>
          <p:cNvGrpSpPr/>
          <p:nvPr/>
        </p:nvGrpSpPr>
        <p:grpSpPr>
          <a:xfrm>
            <a:off x="3024000" y="209875"/>
            <a:ext cx="3096000" cy="454800"/>
            <a:chOff x="3024000" y="209875"/>
            <a:chExt cx="3096000" cy="454800"/>
          </a:xfrm>
        </p:grpSpPr>
        <p:sp>
          <p:nvSpPr>
            <p:cNvPr id="1190" name="Google Shape;1190;g2e6b19056de_0_47"/>
            <p:cNvSpPr/>
            <p:nvPr/>
          </p:nvSpPr>
          <p:spPr>
            <a:xfrm>
              <a:off x="3064325" y="209875"/>
              <a:ext cx="3015300" cy="454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oppins"/>
                <a:ea typeface="Poppins"/>
                <a:cs typeface="Poppins"/>
                <a:sym typeface="Poppins"/>
              </a:endParaRPr>
            </a:p>
          </p:txBody>
        </p:sp>
        <p:sp>
          <p:nvSpPr>
            <p:cNvPr id="1191" name="Google Shape;1191;g2e6b19056de_0_47"/>
            <p:cNvSpPr/>
            <p:nvPr/>
          </p:nvSpPr>
          <p:spPr>
            <a:xfrm>
              <a:off x="3024000" y="318050"/>
              <a:ext cx="3096000" cy="2463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b="0" i="0" lang="en-US" sz="1600" u="none" cap="none" strike="noStrike">
                  <a:solidFill>
                    <a:srgbClr val="D8D8D8"/>
                  </a:solidFill>
                  <a:latin typeface="Poppins Medium"/>
                  <a:ea typeface="Poppins Medium"/>
                  <a:cs typeface="Poppins Medium"/>
                  <a:sym typeface="Poppins Medium"/>
                </a:rPr>
                <a:t xml:space="preserve"> – 10MINS</a:t>
              </a:r>
              <a:endParaRPr b="0" i="0" sz="1400" u="none" cap="none" strike="noStrike">
                <a:solidFill>
                  <a:srgbClr val="000000"/>
                </a:solidFill>
                <a:latin typeface="Arial"/>
                <a:ea typeface="Arial"/>
                <a:cs typeface="Arial"/>
                <a:sym typeface="Arial"/>
              </a:endParaRPr>
            </a:p>
          </p:txBody>
        </p:sp>
        <p:pic>
          <p:nvPicPr>
            <p:cNvPr id="1192" name="Google Shape;1192;g2e6b19056de_0_47"/>
            <p:cNvPicPr preferRelativeResize="0"/>
            <p:nvPr/>
          </p:nvPicPr>
          <p:blipFill rotWithShape="1">
            <a:blip r:embed="rId3">
              <a:alphaModFix/>
            </a:blip>
            <a:srcRect b="0" l="0" r="0" t="0"/>
            <a:stretch/>
          </p:blipFill>
          <p:spPr>
            <a:xfrm>
              <a:off x="3278989" y="302008"/>
              <a:ext cx="214317" cy="246300"/>
            </a:xfrm>
            <a:prstGeom prst="rect">
              <a:avLst/>
            </a:prstGeom>
            <a:noFill/>
            <a:ln>
              <a:noFill/>
            </a:ln>
          </p:spPr>
        </p:pic>
      </p:grpSp>
      <p:cxnSp>
        <p:nvCxnSpPr>
          <p:cNvPr id="1193" name="Google Shape;1193;g2e6b19056de_0_47"/>
          <p:cNvCxnSpPr/>
          <p:nvPr/>
        </p:nvCxnSpPr>
        <p:spPr>
          <a:xfrm>
            <a:off x="1181100" y="3919050"/>
            <a:ext cx="6781800" cy="0"/>
          </a:xfrm>
          <a:prstGeom prst="straightConnector1">
            <a:avLst/>
          </a:prstGeom>
          <a:noFill/>
          <a:ln cap="flat" cmpd="sng" w="19050">
            <a:solidFill>
              <a:srgbClr val="CFD9EF"/>
            </a:solidFill>
            <a:prstDash val="solid"/>
            <a:miter lim="800000"/>
            <a:headEnd len="sm" w="sm" type="none"/>
            <a:tailEnd len="sm" w="sm" type="none"/>
          </a:ln>
        </p:spPr>
      </p:cxnSp>
      <p:cxnSp>
        <p:nvCxnSpPr>
          <p:cNvPr id="1194" name="Google Shape;1194;g2e6b19056de_0_47"/>
          <p:cNvCxnSpPr/>
          <p:nvPr/>
        </p:nvCxnSpPr>
        <p:spPr>
          <a:xfrm>
            <a:off x="1181100" y="4473239"/>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95" name="Google Shape;1195;g2e6b19056de_0_47"/>
          <p:cNvCxnSpPr/>
          <p:nvPr/>
        </p:nvCxnSpPr>
        <p:spPr>
          <a:xfrm>
            <a:off x="1181100" y="4225358"/>
            <a:ext cx="6781800" cy="0"/>
          </a:xfrm>
          <a:prstGeom prst="straightConnector1">
            <a:avLst/>
          </a:prstGeom>
          <a:noFill/>
          <a:ln cap="flat" cmpd="sng" w="28575">
            <a:solidFill>
              <a:srgbClr val="C2EDFF"/>
            </a:solidFill>
            <a:prstDash val="lgDash"/>
            <a:miter lim="800000"/>
            <a:headEnd len="sm" w="sm" type="none"/>
            <a:tailEnd len="sm" w="sm" type="none"/>
          </a:ln>
        </p:spPr>
      </p:cxnSp>
      <p:cxnSp>
        <p:nvCxnSpPr>
          <p:cNvPr id="1196" name="Google Shape;1196;g2e6b19056de_0_47"/>
          <p:cNvCxnSpPr/>
          <p:nvPr/>
        </p:nvCxnSpPr>
        <p:spPr>
          <a:xfrm>
            <a:off x="1181100" y="4848175"/>
            <a:ext cx="6781800" cy="0"/>
          </a:xfrm>
          <a:prstGeom prst="straightConnector1">
            <a:avLst/>
          </a:prstGeom>
          <a:noFill/>
          <a:ln cap="flat" cmpd="sng" w="28575">
            <a:solidFill>
              <a:srgbClr val="C2EDFF"/>
            </a:solidFill>
            <a:prstDash val="solid"/>
            <a:miter lim="800000"/>
            <a:headEnd len="sm" w="sm" type="none"/>
            <a:tailEnd len="sm" w="sm" type="none"/>
          </a:ln>
        </p:spPr>
      </p:cxnSp>
      <p:cxnSp>
        <p:nvCxnSpPr>
          <p:cNvPr id="1197" name="Google Shape;1197;g2e6b19056de_0_47"/>
          <p:cNvCxnSpPr/>
          <p:nvPr/>
        </p:nvCxnSpPr>
        <p:spPr>
          <a:xfrm>
            <a:off x="1181100" y="5000333"/>
            <a:ext cx="6781800" cy="0"/>
          </a:xfrm>
          <a:prstGeom prst="straightConnector1">
            <a:avLst/>
          </a:prstGeom>
          <a:noFill/>
          <a:ln cap="flat" cmpd="sng" w="28575">
            <a:solidFill>
              <a:srgbClr val="C2EDFF"/>
            </a:solidFill>
            <a:prstDash val="lgDash"/>
            <a:miter lim="800000"/>
            <a:headEnd len="sm" w="sm" type="none"/>
            <a:tailEnd len="sm" w="sm" type="none"/>
          </a:ln>
        </p:spPr>
      </p:cxnSp>
      <p:sp>
        <p:nvSpPr>
          <p:cNvPr id="1198" name="Google Shape;1198;g2e6b19056de_0_47"/>
          <p:cNvSpPr txBox="1"/>
          <p:nvPr/>
        </p:nvSpPr>
        <p:spPr>
          <a:xfrm>
            <a:off x="1193375" y="3501975"/>
            <a:ext cx="6781800" cy="29310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1000"/>
              </a:spcBef>
              <a:spcAft>
                <a:spcPts val="0"/>
              </a:spcAft>
              <a:buClr>
                <a:srgbClr val="000000"/>
              </a:buClr>
              <a:buSzPts val="1800"/>
              <a:buFont typeface="Arial"/>
              <a:buNone/>
            </a:pPr>
            <a:r>
              <a:rPr b="0" i="0" lang="en-US" sz="1800" u="none" cap="none" strike="noStrike">
                <a:solidFill>
                  <a:srgbClr val="B7B7B7"/>
                </a:solidFill>
                <a:latin typeface="Jost"/>
                <a:ea typeface="Jost"/>
                <a:cs typeface="Jost"/>
                <a:sym typeface="Jost"/>
              </a:rPr>
              <a:t>work world worst worm word</a:t>
            </a:r>
            <a:endParaRPr b="0" i="0" sz="1800" u="none" cap="none" strike="noStrike">
              <a:solidFill>
                <a:srgbClr val="B7B7B7"/>
              </a:solidFill>
              <a:latin typeface="Jost"/>
              <a:ea typeface="Jost"/>
              <a:cs typeface="Jost"/>
              <a:sym typeface="Jost"/>
            </a:endParaRPr>
          </a:p>
        </p:txBody>
      </p:sp>
      <p:sp>
        <p:nvSpPr>
          <p:cNvPr id="1199" name="Google Shape;1199;g2e6b19056de_0_47"/>
          <p:cNvSpPr txBox="1"/>
          <p:nvPr/>
        </p:nvSpPr>
        <p:spPr>
          <a:xfrm>
            <a:off x="2333951"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993FA2"/>
                </a:solidFill>
                <a:latin typeface="Jost"/>
                <a:ea typeface="Jost"/>
                <a:cs typeface="Jost"/>
                <a:sym typeface="Jost"/>
              </a:rPr>
              <a:t>or</a:t>
            </a:r>
            <a:endParaRPr b="0" i="0" sz="5500" u="none" cap="none" strike="noStrike">
              <a:solidFill>
                <a:srgbClr val="993FA2"/>
              </a:solidFill>
              <a:latin typeface="Jost"/>
              <a:ea typeface="Jost"/>
              <a:cs typeface="Jost"/>
              <a:sym typeface="Jost"/>
            </a:endParaRPr>
          </a:p>
        </p:txBody>
      </p:sp>
      <p:sp>
        <p:nvSpPr>
          <p:cNvPr id="1200" name="Google Shape;1200;g2e6b19056de_0_47"/>
          <p:cNvSpPr txBox="1"/>
          <p:nvPr/>
        </p:nvSpPr>
        <p:spPr>
          <a:xfrm>
            <a:off x="5792506"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d</a:t>
            </a:r>
            <a:endParaRPr b="0" i="0" sz="5500" u="none" cap="none" strike="noStrike">
              <a:solidFill>
                <a:srgbClr val="2356AF"/>
              </a:solidFill>
              <a:latin typeface="Jost"/>
              <a:ea typeface="Jost"/>
              <a:cs typeface="Jost"/>
              <a:sym typeface="Jost"/>
            </a:endParaRPr>
          </a:p>
        </p:txBody>
      </p:sp>
      <p:sp>
        <p:nvSpPr>
          <p:cNvPr id="1201" name="Google Shape;1201;g2e6b19056de_0_47"/>
          <p:cNvSpPr txBox="1"/>
          <p:nvPr/>
        </p:nvSpPr>
        <p:spPr>
          <a:xfrm>
            <a:off x="1181100"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w</a:t>
            </a:r>
            <a:endParaRPr b="0" i="0" sz="5500" u="none" cap="none" strike="noStrike">
              <a:solidFill>
                <a:srgbClr val="2356AF"/>
              </a:solidFill>
              <a:latin typeface="Jost"/>
              <a:ea typeface="Jost"/>
              <a:cs typeface="Jost"/>
              <a:sym typeface="Jost"/>
            </a:endParaRPr>
          </a:p>
        </p:txBody>
      </p:sp>
      <p:sp>
        <p:nvSpPr>
          <p:cNvPr id="1202" name="Google Shape;1202;g2e6b19056de_0_47"/>
          <p:cNvSpPr txBox="1"/>
          <p:nvPr/>
        </p:nvSpPr>
        <p:spPr>
          <a:xfrm>
            <a:off x="4639654"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l</a:t>
            </a:r>
            <a:endParaRPr b="0" i="0" sz="5500" u="none" cap="none" strike="noStrike">
              <a:solidFill>
                <a:srgbClr val="2356AF"/>
              </a:solidFill>
              <a:latin typeface="Jost"/>
              <a:ea typeface="Jost"/>
              <a:cs typeface="Jost"/>
              <a:sym typeface="Jost"/>
            </a:endParaRPr>
          </a:p>
        </p:txBody>
      </p:sp>
      <p:cxnSp>
        <p:nvCxnSpPr>
          <p:cNvPr id="1203" name="Google Shape;1203;g2e6b19056de_0_47"/>
          <p:cNvCxnSpPr/>
          <p:nvPr/>
        </p:nvCxnSpPr>
        <p:spPr>
          <a:xfrm>
            <a:off x="1181100" y="3378000"/>
            <a:ext cx="6781800" cy="0"/>
          </a:xfrm>
          <a:prstGeom prst="straightConnector1">
            <a:avLst/>
          </a:prstGeom>
          <a:noFill/>
          <a:ln cap="flat" cmpd="sng" w="19050">
            <a:solidFill>
              <a:srgbClr val="CFD9EF"/>
            </a:solidFill>
            <a:prstDash val="solid"/>
            <a:miter lim="800000"/>
            <a:headEnd len="sm" w="sm" type="none"/>
            <a:tailEnd len="sm" w="sm" type="none"/>
          </a:ln>
        </p:spPr>
      </p:cxnSp>
      <p:sp>
        <p:nvSpPr>
          <p:cNvPr id="1204" name="Google Shape;1204;g2e6b19056de_0_47"/>
          <p:cNvSpPr txBox="1"/>
          <p:nvPr/>
        </p:nvSpPr>
        <p:spPr>
          <a:xfrm>
            <a:off x="6945355"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s</a:t>
            </a:r>
            <a:endParaRPr b="0" i="0" sz="5500" u="none" cap="none" strike="noStrike">
              <a:solidFill>
                <a:srgbClr val="2356AF"/>
              </a:solidFill>
              <a:latin typeface="Jost"/>
              <a:ea typeface="Jost"/>
              <a:cs typeface="Jost"/>
              <a:sym typeface="Jost"/>
            </a:endParaRPr>
          </a:p>
        </p:txBody>
      </p:sp>
      <p:sp>
        <p:nvSpPr>
          <p:cNvPr id="1205" name="Google Shape;1205;g2e6b19056de_0_47"/>
          <p:cNvSpPr txBox="1"/>
          <p:nvPr/>
        </p:nvSpPr>
        <p:spPr>
          <a:xfrm>
            <a:off x="3486803"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t</a:t>
            </a:r>
            <a:endParaRPr b="0" i="0" sz="5500" u="none" cap="none" strike="noStrike">
              <a:solidFill>
                <a:srgbClr val="2356AF"/>
              </a:solidFill>
              <a:latin typeface="Jost"/>
              <a:ea typeface="Jost"/>
              <a:cs typeface="Jost"/>
              <a:sym typeface="Jost"/>
            </a:endParaRPr>
          </a:p>
        </p:txBody>
      </p:sp>
      <p:sp>
        <p:nvSpPr>
          <p:cNvPr id="1206" name="Google Shape;1206;g2e6b19056de_0_47"/>
          <p:cNvSpPr txBox="1"/>
          <p:nvPr/>
        </p:nvSpPr>
        <p:spPr>
          <a:xfrm>
            <a:off x="4639654" y="2160375"/>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m</a:t>
            </a:r>
            <a:endParaRPr b="0" i="0" sz="5500" u="none" cap="none" strike="noStrike">
              <a:solidFill>
                <a:srgbClr val="2356AF"/>
              </a:solidFill>
              <a:latin typeface="Jost"/>
              <a:ea typeface="Jost"/>
              <a:cs typeface="Jost"/>
              <a:sym typeface="Jost"/>
            </a:endParaRPr>
          </a:p>
        </p:txBody>
      </p:sp>
      <p:sp>
        <p:nvSpPr>
          <p:cNvPr id="1207" name="Google Shape;1207;g2e6b19056de_0_47"/>
          <p:cNvSpPr txBox="1"/>
          <p:nvPr/>
        </p:nvSpPr>
        <p:spPr>
          <a:xfrm>
            <a:off x="3486803" y="960050"/>
            <a:ext cx="1017600" cy="75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0"/>
              <a:buFont typeface="Arial"/>
              <a:buNone/>
            </a:pPr>
            <a:r>
              <a:rPr b="0" i="0" lang="en-US" sz="5500" u="none" cap="none" strike="noStrike">
                <a:solidFill>
                  <a:srgbClr val="2356AF"/>
                </a:solidFill>
                <a:latin typeface="Jost"/>
                <a:ea typeface="Jost"/>
                <a:cs typeface="Jost"/>
                <a:sym typeface="Jost"/>
              </a:rPr>
              <a:t>k</a:t>
            </a:r>
            <a:endParaRPr b="0" i="0" sz="5500" u="none" cap="none" strike="noStrike">
              <a:solidFill>
                <a:srgbClr val="2356AF"/>
              </a:solidFill>
              <a:latin typeface="Jost"/>
              <a:ea typeface="Jost"/>
              <a:cs typeface="Jost"/>
              <a:sym typeface="Jost"/>
            </a:endParaRPr>
          </a:p>
        </p:txBody>
      </p:sp>
      <p:sp>
        <p:nvSpPr>
          <p:cNvPr id="1208" name="Google Shape;1208;g2e6b19056de_0_47"/>
          <p:cNvSpPr txBox="1"/>
          <p:nvPr>
            <p:ph idx="1" type="subTitle"/>
          </p:nvPr>
        </p:nvSpPr>
        <p:spPr>
          <a:xfrm>
            <a:off x="1360463" y="7080300"/>
            <a:ext cx="6423000" cy="3693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1000"/>
              </a:spcBef>
              <a:spcAft>
                <a:spcPts val="0"/>
              </a:spcAft>
              <a:buSzPts val="1800"/>
              <a:buNone/>
            </a:pPr>
            <a:r>
              <a:rPr lang="en-US"/>
              <a:t>LAYOUT A</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g2c186218c5a_0_126"/>
          <p:cNvSpPr txBox="1"/>
          <p:nvPr>
            <p:ph idx="1" type="subTitle"/>
          </p:nvPr>
        </p:nvSpPr>
        <p:spPr>
          <a:xfrm>
            <a:off x="2521374" y="6081000"/>
            <a:ext cx="6472500" cy="7347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1000"/>
              </a:spcBef>
              <a:spcAft>
                <a:spcPts val="0"/>
              </a:spcAft>
              <a:buSzPts val="1800"/>
              <a:buNone/>
            </a:pPr>
            <a:r>
              <a:rPr lang="en-US"/>
              <a:t>Compare or; /or/ and /ur/ - Lesson 79</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19" name="Shape 121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2021-01-13T00:47:47Z</dcterms:created>
  <dc:creator>Junior Learning</dc:creator>
</cp:coreProperties>
</file>