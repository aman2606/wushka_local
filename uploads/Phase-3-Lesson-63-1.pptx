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Jost" panose="020B0604020202020204" charset="0"/>
      <p:regular r:id="rId18"/>
      <p:bold r:id="rId19"/>
      <p:italic r:id="rId20"/>
      <p:boldItalic r:id="rId21"/>
    </p:embeddedFont>
    <p:embeddedFont>
      <p:font typeface="Mulish"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i3YCv3fJC80WG6WA1i3tY6K070+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F3D0DB-B2FF-4B11-9F2A-876069BDA028}">
  <a:tblStyle styleId="{BCF3D0DB-B2FF-4B11-9F2A-876069BDA02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9" name="Google Shape;67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0" name="Google Shape;71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d0c6663820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d0c6663820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d0c6663820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d0c6663820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d0c6663820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d0c6663820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d0c6663820_0_1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d0c6663820_0_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d0c6663820_0_1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d0c6663820_0_1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d0c6663820_0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d0c6663820_0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d0c6663820_0_1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d0c6663820_0_1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d0c6663820_0_1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2d0c6663820_0_2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8" name="Google Shape;1058;g2d0c6663820_0_2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Use a phoneme frame to show the children how to build the word ‘farmer’ with letters</a:t>
            </a:r>
            <a:endParaRPr/>
          </a:p>
        </p:txBody>
      </p:sp>
      <p:sp>
        <p:nvSpPr>
          <p:cNvPr id="1059" name="Google Shape;1059;g2d0c6663820_0_2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56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642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6" name="Google Shape;46;p15"/>
          <p:cNvSpPr txBox="1"/>
          <p:nvPr/>
        </p:nvSpPr>
        <p:spPr>
          <a:xfrm>
            <a:off x="856314" y="23149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7" name="Google Shape;47;p15"/>
          <p:cNvCxnSpPr/>
          <p:nvPr/>
        </p:nvCxnSpPr>
        <p:spPr>
          <a:xfrm>
            <a:off x="865586" y="35355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8" name="Google Shape;48;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15"/>
          <p:cNvGrpSpPr/>
          <p:nvPr/>
        </p:nvGrpSpPr>
        <p:grpSpPr>
          <a:xfrm>
            <a:off x="357775" y="5983875"/>
            <a:ext cx="586800" cy="571500"/>
            <a:chOff x="662575" y="6212475"/>
            <a:chExt cx="586800" cy="571500"/>
          </a:xfrm>
        </p:grpSpPr>
        <p:sp>
          <p:nvSpPr>
            <p:cNvPr id="50" name="Google Shape;50;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 name="Google Shape;53;p15"/>
          <p:cNvGrpSpPr/>
          <p:nvPr/>
        </p:nvGrpSpPr>
        <p:grpSpPr>
          <a:xfrm>
            <a:off x="8199150" y="5983875"/>
            <a:ext cx="586800" cy="571500"/>
            <a:chOff x="7894350" y="6212475"/>
            <a:chExt cx="586800" cy="571500"/>
          </a:xfrm>
        </p:grpSpPr>
        <p:sp>
          <p:nvSpPr>
            <p:cNvPr id="54" name="Google Shape;54;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7" name="Google Shape;57;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8" name="Google Shape;58;p15"/>
          <p:cNvGrpSpPr/>
          <p:nvPr/>
        </p:nvGrpSpPr>
        <p:grpSpPr>
          <a:xfrm>
            <a:off x="-36800" y="-52000"/>
            <a:ext cx="9236100" cy="543750"/>
            <a:chOff x="-36800" y="-52000"/>
            <a:chExt cx="9236100" cy="54375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1900680" y="8825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3" name="Google Shape;6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750"/>
            <a:chOff x="-36800" y="-52000"/>
            <a:chExt cx="9236100" cy="54375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1900680" y="8825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1" name="Google Shape;9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Syllables</a:t>
            </a:r>
            <a:endParaRPr sz="180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13 - Wednesday</a:t>
            </a:r>
            <a:endParaRPr sz="1800" b="0" i="0" u="none" strike="noStrike" cap="none">
              <a:solidFill>
                <a:srgbClr val="2F286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63</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i="0" u="none" strike="noStrike" cap="none">
                <a:solidFill>
                  <a:srgbClr val="FFFFFF"/>
                </a:solidFill>
                <a:latin typeface="Poppins SemiBold"/>
                <a:ea typeface="Poppins SemiBold"/>
                <a:cs typeface="Poppins SemiBold"/>
                <a:sym typeface="Poppins SemiBold"/>
              </a:rPr>
              <a:t>Phase 3 - Phonics</a:t>
            </a:r>
            <a:endParaRPr sz="180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5" name="Google Shape;165;g26b641b03cd_0_260"/>
          <p:cNvGrpSpPr/>
          <p:nvPr/>
        </p:nvGrpSpPr>
        <p:grpSpPr>
          <a:xfrm>
            <a:off x="8199150" y="5983875"/>
            <a:ext cx="586800" cy="571500"/>
            <a:chOff x="7894350" y="6212475"/>
            <a:chExt cx="586800" cy="571500"/>
          </a:xfrm>
        </p:grpSpPr>
        <p:sp>
          <p:nvSpPr>
            <p:cNvPr id="166" name="Google Shape;16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 name="Google Shape;167;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1900680" y="8825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5" name="Google Shape;17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192" name="Google Shape;192;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23" name="Google Shape;223;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27" name="Google Shape;22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9" name="Google Shape;22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30" name="Google Shape;23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1" name="Google Shape;23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3" name="Google Shape;23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4" name="Google Shape;23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5" name="Google Shape;23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6" name="Google Shape;23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7" name="Google Shape;23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8" name="Google Shape;23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0" name="Google Shape;24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1" name="Google Shape;24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2" name="Google Shape;242;g1f3daf8a844_0_32"/>
          <p:cNvGrpSpPr/>
          <p:nvPr/>
        </p:nvGrpSpPr>
        <p:grpSpPr>
          <a:xfrm>
            <a:off x="662575" y="6212475"/>
            <a:ext cx="586800" cy="571500"/>
            <a:chOff x="662575" y="6212475"/>
            <a:chExt cx="586800" cy="571500"/>
          </a:xfrm>
        </p:grpSpPr>
        <p:sp>
          <p:nvSpPr>
            <p:cNvPr id="243" name="Google Shape;243;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6" name="Google Shape;246;g1f3daf8a844_0_32"/>
          <p:cNvGrpSpPr/>
          <p:nvPr/>
        </p:nvGrpSpPr>
        <p:grpSpPr>
          <a:xfrm>
            <a:off x="7894350" y="6212475"/>
            <a:ext cx="586800" cy="571500"/>
            <a:chOff x="7894350" y="6212475"/>
            <a:chExt cx="586800" cy="571500"/>
          </a:xfrm>
        </p:grpSpPr>
        <p:sp>
          <p:nvSpPr>
            <p:cNvPr id="247" name="Google Shape;247;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0"/>
        <p:cNvGrpSpPr/>
        <p:nvPr/>
      </p:nvGrpSpPr>
      <p:grpSpPr>
        <a:xfrm>
          <a:off x="0" y="0"/>
          <a:ext cx="0" cy="0"/>
          <a:chOff x="0" y="0"/>
          <a:chExt cx="0" cy="0"/>
        </a:xfrm>
      </p:grpSpPr>
      <p:sp>
        <p:nvSpPr>
          <p:cNvPr id="251" name="Google Shape;251;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3" name="Google Shape;26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4" name="Google Shape;26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5" name="Google Shape;26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8" name="Google Shape;26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9" name="Google Shape;26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3" name="Google Shape;273;g2c157a2fb06_0_53"/>
          <p:cNvGrpSpPr/>
          <p:nvPr/>
        </p:nvGrpSpPr>
        <p:grpSpPr>
          <a:xfrm>
            <a:off x="1403031" y="6958923"/>
            <a:ext cx="6774848" cy="1291477"/>
            <a:chOff x="717231" y="7263723"/>
            <a:chExt cx="6774848" cy="1291477"/>
          </a:xfrm>
        </p:grpSpPr>
        <p:sp>
          <p:nvSpPr>
            <p:cNvPr id="274" name="Google Shape;27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2" name="Google Shape;28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6" name="Google Shape;28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7" name="Google Shape;287;g2c157a2fb06_0_53"/>
          <p:cNvGrpSpPr/>
          <p:nvPr/>
        </p:nvGrpSpPr>
        <p:grpSpPr>
          <a:xfrm>
            <a:off x="662575" y="6212475"/>
            <a:ext cx="586800" cy="571500"/>
            <a:chOff x="662575" y="6212475"/>
            <a:chExt cx="586800" cy="571500"/>
          </a:xfrm>
        </p:grpSpPr>
        <p:sp>
          <p:nvSpPr>
            <p:cNvPr id="288" name="Google Shape;28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1" name="Google Shape;291;g2c157a2fb06_0_53"/>
          <p:cNvGrpSpPr/>
          <p:nvPr/>
        </p:nvGrpSpPr>
        <p:grpSpPr>
          <a:xfrm>
            <a:off x="7894350" y="6212475"/>
            <a:ext cx="586800" cy="571500"/>
            <a:chOff x="7894350" y="6212475"/>
            <a:chExt cx="586800" cy="571500"/>
          </a:xfrm>
        </p:grpSpPr>
        <p:sp>
          <p:nvSpPr>
            <p:cNvPr id="292" name="Google Shape;29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5"/>
        <p:cNvGrpSpPr/>
        <p:nvPr/>
      </p:nvGrpSpPr>
      <p:grpSpPr>
        <a:xfrm>
          <a:off x="0" y="0"/>
          <a:ext cx="0" cy="0"/>
          <a:chOff x="0" y="0"/>
          <a:chExt cx="0" cy="0"/>
        </a:xfrm>
      </p:grpSpPr>
      <p:sp>
        <p:nvSpPr>
          <p:cNvPr id="296" name="Google Shape;296;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4" name="Google Shape;304;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5" name="Google Shape;30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6" name="Google Shape;30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9" name="Google Shape;30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0" name="Google Shape;31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6" name="Google Shape;316;g2c157a2fb06_0_158"/>
          <p:cNvGrpSpPr/>
          <p:nvPr/>
        </p:nvGrpSpPr>
        <p:grpSpPr>
          <a:xfrm>
            <a:off x="662575" y="6212475"/>
            <a:ext cx="586800" cy="571500"/>
            <a:chOff x="662575" y="6212475"/>
            <a:chExt cx="586800" cy="571500"/>
          </a:xfrm>
        </p:grpSpPr>
        <p:sp>
          <p:nvSpPr>
            <p:cNvPr id="317" name="Google Shape;31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158"/>
          <p:cNvGrpSpPr/>
          <p:nvPr/>
        </p:nvGrpSpPr>
        <p:grpSpPr>
          <a:xfrm>
            <a:off x="7894350" y="6212475"/>
            <a:ext cx="586800" cy="571500"/>
            <a:chOff x="7894350" y="6212475"/>
            <a:chExt cx="586800" cy="571500"/>
          </a:xfrm>
        </p:grpSpPr>
        <p:sp>
          <p:nvSpPr>
            <p:cNvPr id="321" name="Google Shape;32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4"/>
        <p:cNvGrpSpPr/>
        <p:nvPr/>
      </p:nvGrpSpPr>
      <p:grpSpPr>
        <a:xfrm>
          <a:off x="0" y="0"/>
          <a:ext cx="0" cy="0"/>
          <a:chOff x="0" y="0"/>
          <a:chExt cx="0" cy="0"/>
        </a:xfrm>
      </p:grpSpPr>
      <p:sp>
        <p:nvSpPr>
          <p:cNvPr id="325" name="Google Shape;325;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7" name="Google Shape;33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a:spLocks noGrp="1"/>
          </p:cNvSpPr>
          <p:nvPr>
            <p:ph type="pic" idx="8"/>
          </p:nvPr>
        </p:nvSpPr>
        <p:spPr>
          <a:xfrm>
            <a:off x="5086375" y="4412425"/>
            <a:ext cx="2668800" cy="1291500"/>
          </a:xfrm>
          <a:prstGeom prst="rect">
            <a:avLst/>
          </a:prstGeom>
          <a:noFill/>
          <a:ln>
            <a:noFill/>
          </a:ln>
        </p:spPr>
      </p:sp>
      <p:sp>
        <p:nvSpPr>
          <p:cNvPr id="343" name="Google Shape;343;g2c157a2fb06_0_263"/>
          <p:cNvSpPr>
            <a:spLocks noGrp="1"/>
          </p:cNvSpPr>
          <p:nvPr>
            <p:ph type="pic" idx="9"/>
          </p:nvPr>
        </p:nvSpPr>
        <p:spPr>
          <a:xfrm>
            <a:off x="5086375" y="797675"/>
            <a:ext cx="2668800" cy="1291500"/>
          </a:xfrm>
          <a:prstGeom prst="rect">
            <a:avLst/>
          </a:prstGeom>
          <a:noFill/>
          <a:ln>
            <a:noFill/>
          </a:ln>
        </p:spPr>
      </p:sp>
      <p:sp>
        <p:nvSpPr>
          <p:cNvPr id="344" name="Google Shape;344;g2c157a2fb06_0_263"/>
          <p:cNvSpPr>
            <a:spLocks noGrp="1"/>
          </p:cNvSpPr>
          <p:nvPr>
            <p:ph type="pic" idx="13"/>
          </p:nvPr>
        </p:nvSpPr>
        <p:spPr>
          <a:xfrm>
            <a:off x="5086375" y="2002592"/>
            <a:ext cx="2668800" cy="1291500"/>
          </a:xfrm>
          <a:prstGeom prst="rect">
            <a:avLst/>
          </a:prstGeom>
          <a:noFill/>
          <a:ln>
            <a:noFill/>
          </a:ln>
        </p:spPr>
      </p:sp>
      <p:sp>
        <p:nvSpPr>
          <p:cNvPr id="345" name="Google Shape;345;g2c157a2fb06_0_263"/>
          <p:cNvSpPr>
            <a:spLocks noGrp="1"/>
          </p:cNvSpPr>
          <p:nvPr>
            <p:ph type="pic" idx="14"/>
          </p:nvPr>
        </p:nvSpPr>
        <p:spPr>
          <a:xfrm>
            <a:off x="5086375" y="3207508"/>
            <a:ext cx="2668800" cy="1291500"/>
          </a:xfrm>
          <a:prstGeom prst="rect">
            <a:avLst/>
          </a:prstGeom>
          <a:noFill/>
          <a:ln>
            <a:noFill/>
          </a:ln>
        </p:spPr>
      </p:sp>
      <p:sp>
        <p:nvSpPr>
          <p:cNvPr id="346" name="Google Shape;34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7" name="Google Shape;34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8" name="Google Shape;348;g2c157a2fb06_0_263"/>
          <p:cNvGrpSpPr/>
          <p:nvPr/>
        </p:nvGrpSpPr>
        <p:grpSpPr>
          <a:xfrm>
            <a:off x="662575" y="6212475"/>
            <a:ext cx="586800" cy="571500"/>
            <a:chOff x="662575" y="6212475"/>
            <a:chExt cx="586800" cy="571500"/>
          </a:xfrm>
        </p:grpSpPr>
        <p:sp>
          <p:nvSpPr>
            <p:cNvPr id="349" name="Google Shape;349;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2" name="Google Shape;352;g2c157a2fb06_0_263"/>
          <p:cNvGrpSpPr/>
          <p:nvPr/>
        </p:nvGrpSpPr>
        <p:grpSpPr>
          <a:xfrm>
            <a:off x="7894350" y="6212475"/>
            <a:ext cx="586800" cy="571500"/>
            <a:chOff x="7894350" y="6212475"/>
            <a:chExt cx="586800" cy="571500"/>
          </a:xfrm>
        </p:grpSpPr>
        <p:sp>
          <p:nvSpPr>
            <p:cNvPr id="353" name="Google Shape;353;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6"/>
        <p:cNvGrpSpPr/>
        <p:nvPr/>
      </p:nvGrpSpPr>
      <p:grpSpPr>
        <a:xfrm>
          <a:off x="0" y="0"/>
          <a:ext cx="0" cy="0"/>
          <a:chOff x="0" y="0"/>
          <a:chExt cx="0" cy="0"/>
        </a:xfrm>
      </p:grpSpPr>
      <p:sp>
        <p:nvSpPr>
          <p:cNvPr id="357" name="Google Shape;357;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61" name="Google Shape;361;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5" name="Google Shape;36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6" name="Google Shape;36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8" name="Google Shape;36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9" name="Google Shape;36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2" name="Google Shape;37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3" name="Google Shape;37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4" name="Google Shape;37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5" name="Google Shape;375;g2c157a2fb06_0_467"/>
          <p:cNvGrpSpPr/>
          <p:nvPr/>
        </p:nvGrpSpPr>
        <p:grpSpPr>
          <a:xfrm>
            <a:off x="662575" y="6212475"/>
            <a:ext cx="586800" cy="571500"/>
            <a:chOff x="662575" y="6212475"/>
            <a:chExt cx="586800" cy="571500"/>
          </a:xfrm>
        </p:grpSpPr>
        <p:sp>
          <p:nvSpPr>
            <p:cNvPr id="376" name="Google Shape;376;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9" name="Google Shape;379;g2c157a2fb06_0_467"/>
          <p:cNvGrpSpPr/>
          <p:nvPr/>
        </p:nvGrpSpPr>
        <p:grpSpPr>
          <a:xfrm>
            <a:off x="7894350" y="6212475"/>
            <a:ext cx="586800" cy="571500"/>
            <a:chOff x="7894350" y="6212475"/>
            <a:chExt cx="586800" cy="571500"/>
          </a:xfrm>
        </p:grpSpPr>
        <p:sp>
          <p:nvSpPr>
            <p:cNvPr id="380" name="Google Shape;380;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3"/>
        <p:cNvGrpSpPr/>
        <p:nvPr/>
      </p:nvGrpSpPr>
      <p:grpSpPr>
        <a:xfrm>
          <a:off x="0" y="0"/>
          <a:ext cx="0" cy="0"/>
          <a:chOff x="0" y="0"/>
          <a:chExt cx="0" cy="0"/>
        </a:xfrm>
      </p:grpSpPr>
      <p:sp>
        <p:nvSpPr>
          <p:cNvPr id="384" name="Google Shape;384;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7" name="Google Shape;387;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388" name="Google Shape;388;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2" name="Google Shape;39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3" name="Google Shape;39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4" name="Google Shape;39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5" name="Google Shape;39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8" name="Google Shape;39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399" name="Google Shape;39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0" name="Google Shape;40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1" name="Google Shape;40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2" name="Google Shape;402;g2c157a2fb06_0_629"/>
          <p:cNvGrpSpPr/>
          <p:nvPr/>
        </p:nvGrpSpPr>
        <p:grpSpPr>
          <a:xfrm>
            <a:off x="662575" y="6212475"/>
            <a:ext cx="586800" cy="571500"/>
            <a:chOff x="662575" y="6212475"/>
            <a:chExt cx="586800" cy="571500"/>
          </a:xfrm>
        </p:grpSpPr>
        <p:sp>
          <p:nvSpPr>
            <p:cNvPr id="403" name="Google Shape;40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6" name="Google Shape;406;g2c157a2fb06_0_629"/>
          <p:cNvGrpSpPr/>
          <p:nvPr/>
        </p:nvGrpSpPr>
        <p:grpSpPr>
          <a:xfrm>
            <a:off x="7894350" y="6212475"/>
            <a:ext cx="586800" cy="571500"/>
            <a:chOff x="7894350" y="6212475"/>
            <a:chExt cx="586800" cy="571500"/>
          </a:xfrm>
        </p:grpSpPr>
        <p:sp>
          <p:nvSpPr>
            <p:cNvPr id="407" name="Google Shape;40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0"/>
        <p:cNvGrpSpPr/>
        <p:nvPr/>
      </p:nvGrpSpPr>
      <p:grpSpPr>
        <a:xfrm>
          <a:off x="0" y="0"/>
          <a:ext cx="0" cy="0"/>
          <a:chOff x="0" y="0"/>
          <a:chExt cx="0" cy="0"/>
        </a:xfrm>
      </p:grpSpPr>
      <p:sp>
        <p:nvSpPr>
          <p:cNvPr id="411" name="Google Shape;411;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15" name="Google Shape;415;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19" name="Google Shape;41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0" name="Google Shape;42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2" name="Google Shape;42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8"/>
        <p:cNvGrpSpPr/>
        <p:nvPr/>
      </p:nvGrpSpPr>
      <p:grpSpPr>
        <a:xfrm>
          <a:off x="0" y="0"/>
          <a:ext cx="0" cy="0"/>
          <a:chOff x="0" y="0"/>
          <a:chExt cx="0" cy="0"/>
        </a:xfrm>
      </p:grpSpPr>
      <p:sp>
        <p:nvSpPr>
          <p:cNvPr id="439" name="Google Shape;439;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3" name="Google Shape;45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825"/>
          <p:cNvGrpSpPr/>
          <p:nvPr/>
        </p:nvGrpSpPr>
        <p:grpSpPr>
          <a:xfrm>
            <a:off x="662575" y="6212475"/>
            <a:ext cx="586800" cy="571500"/>
            <a:chOff x="662575" y="6212475"/>
            <a:chExt cx="586800" cy="571500"/>
          </a:xfrm>
        </p:grpSpPr>
        <p:sp>
          <p:nvSpPr>
            <p:cNvPr id="459" name="Google Shape;45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825"/>
          <p:cNvGrpSpPr/>
          <p:nvPr/>
        </p:nvGrpSpPr>
        <p:grpSpPr>
          <a:xfrm>
            <a:off x="7894350" y="6212475"/>
            <a:ext cx="586800" cy="571500"/>
            <a:chOff x="7894350" y="6212475"/>
            <a:chExt cx="586800" cy="571500"/>
          </a:xfrm>
        </p:grpSpPr>
        <p:sp>
          <p:nvSpPr>
            <p:cNvPr id="463" name="Google Shape;46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6"/>
        <p:cNvGrpSpPr/>
        <p:nvPr/>
      </p:nvGrpSpPr>
      <p:grpSpPr>
        <a:xfrm>
          <a:off x="0" y="0"/>
          <a:ext cx="0" cy="0"/>
          <a:chOff x="0" y="0"/>
          <a:chExt cx="0" cy="0"/>
        </a:xfrm>
      </p:grpSpPr>
      <p:sp>
        <p:nvSpPr>
          <p:cNvPr id="467" name="Google Shape;467;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9" name="Google Shape;47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2" name="Google Shape;48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8" name="Google Shape;48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0" name="Google Shape;49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2" name="Google Shape;49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7" name="Google Shape;49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0" name="Google Shape;51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11" name="Google Shape;511;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6" name="Google Shape;51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19" name="Google Shape;51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0" name="Google Shape;52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7" name="Google Shape;52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8" name="Google Shape;52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29" name="Google Shape;52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0" name="Google Shape;53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8" name="Google Shape;538;g2c157a2fb06_0_932"/>
          <p:cNvGrpSpPr/>
          <p:nvPr/>
        </p:nvGrpSpPr>
        <p:grpSpPr>
          <a:xfrm>
            <a:off x="662575" y="6212475"/>
            <a:ext cx="586800" cy="571500"/>
            <a:chOff x="662575" y="6212475"/>
            <a:chExt cx="586800" cy="571500"/>
          </a:xfrm>
        </p:grpSpPr>
        <p:sp>
          <p:nvSpPr>
            <p:cNvPr id="539" name="Google Shape;539;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2" name="Google Shape;542;g2c157a2fb06_0_932"/>
          <p:cNvGrpSpPr/>
          <p:nvPr/>
        </p:nvGrpSpPr>
        <p:grpSpPr>
          <a:xfrm>
            <a:off x="7894350" y="6212475"/>
            <a:ext cx="586800" cy="571500"/>
            <a:chOff x="7894350" y="6212475"/>
            <a:chExt cx="586800" cy="571500"/>
          </a:xfrm>
        </p:grpSpPr>
        <p:sp>
          <p:nvSpPr>
            <p:cNvPr id="543" name="Google Shape;543;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6"/>
        <p:cNvGrpSpPr/>
        <p:nvPr/>
      </p:nvGrpSpPr>
      <p:grpSpPr>
        <a:xfrm>
          <a:off x="0" y="0"/>
          <a:ext cx="0" cy="0"/>
          <a:chOff x="0" y="0"/>
          <a:chExt cx="0" cy="0"/>
        </a:xfrm>
      </p:grpSpPr>
      <p:sp>
        <p:nvSpPr>
          <p:cNvPr id="547" name="Google Shape;547;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5" name="Google Shape;555;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6" name="Google Shape;556;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7" name="Google Shape;557;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0" name="Google Shape;57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1" name="Google Shape;57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3" name="Google Shape;57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4" name="Google Shape;57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5" name="Google Shape;575;g2c157a2fb06_0_1045"/>
          <p:cNvGrpSpPr/>
          <p:nvPr/>
        </p:nvGrpSpPr>
        <p:grpSpPr>
          <a:xfrm>
            <a:off x="662575" y="6212475"/>
            <a:ext cx="586800" cy="571500"/>
            <a:chOff x="662575" y="6212475"/>
            <a:chExt cx="586800" cy="571500"/>
          </a:xfrm>
        </p:grpSpPr>
        <p:sp>
          <p:nvSpPr>
            <p:cNvPr id="576" name="Google Shape;57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045"/>
          <p:cNvGrpSpPr/>
          <p:nvPr/>
        </p:nvGrpSpPr>
        <p:grpSpPr>
          <a:xfrm>
            <a:off x="7894350" y="6212475"/>
            <a:ext cx="586800" cy="571500"/>
            <a:chOff x="7894350" y="6212475"/>
            <a:chExt cx="586800" cy="571500"/>
          </a:xfrm>
        </p:grpSpPr>
        <p:sp>
          <p:nvSpPr>
            <p:cNvPr id="580" name="Google Shape;58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3"/>
        <p:cNvGrpSpPr/>
        <p:nvPr/>
      </p:nvGrpSpPr>
      <p:grpSpPr>
        <a:xfrm>
          <a:off x="0" y="0"/>
          <a:ext cx="0" cy="0"/>
          <a:chOff x="0" y="0"/>
          <a:chExt cx="0" cy="0"/>
        </a:xfrm>
      </p:grpSpPr>
      <p:sp>
        <p:nvSpPr>
          <p:cNvPr id="584" name="Google Shape;584;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3 - Phonics</a:t>
            </a:r>
            <a:endParaRPr sz="1800" b="1" i="0" u="none" strike="noStrike" cap="none">
              <a:solidFill>
                <a:srgbClr val="FFFFFF"/>
              </a:solidFill>
              <a:latin typeface="Poppins SemiBold"/>
              <a:ea typeface="Poppins SemiBold"/>
              <a:cs typeface="Poppins SemiBold"/>
              <a:sym typeface="Poppins SemiBold"/>
            </a:endParaRPr>
          </a:p>
        </p:txBody>
      </p:sp>
      <p:sp>
        <p:nvSpPr>
          <p:cNvPr id="588" name="Google Shape;588;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6" name="Google Shape;59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7" name="Google Shape;59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8" name="Google Shape;59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1" name="Google Shape;601;g2c157a2fb06_0_1110"/>
          <p:cNvGrpSpPr/>
          <p:nvPr/>
        </p:nvGrpSpPr>
        <p:grpSpPr>
          <a:xfrm>
            <a:off x="5806200" y="1807463"/>
            <a:ext cx="756300" cy="146700"/>
            <a:chOff x="5806200" y="1807463"/>
            <a:chExt cx="756300" cy="146700"/>
          </a:xfrm>
        </p:grpSpPr>
        <p:sp>
          <p:nvSpPr>
            <p:cNvPr id="602" name="Google Shape;602;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5" name="Google Shape;60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6" name="Google Shape;60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7" name="Google Shape;607;g2c157a2fb06_0_1110"/>
          <p:cNvGrpSpPr/>
          <p:nvPr/>
        </p:nvGrpSpPr>
        <p:grpSpPr>
          <a:xfrm>
            <a:off x="5806200" y="2842438"/>
            <a:ext cx="756300" cy="146700"/>
            <a:chOff x="5806200" y="1807463"/>
            <a:chExt cx="756300" cy="146700"/>
          </a:xfrm>
        </p:grpSpPr>
        <p:sp>
          <p:nvSpPr>
            <p:cNvPr id="608" name="Google Shape;608;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1" name="Google Shape;611;g2c157a2fb06_0_1110"/>
          <p:cNvGrpSpPr/>
          <p:nvPr/>
        </p:nvGrpSpPr>
        <p:grpSpPr>
          <a:xfrm>
            <a:off x="5806200" y="3877413"/>
            <a:ext cx="756300" cy="146700"/>
            <a:chOff x="5806200" y="1807463"/>
            <a:chExt cx="756300" cy="146700"/>
          </a:xfrm>
        </p:grpSpPr>
        <p:sp>
          <p:nvSpPr>
            <p:cNvPr id="612" name="Google Shape;612;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5" name="Google Shape;615;g2c157a2fb06_0_1110"/>
          <p:cNvGrpSpPr/>
          <p:nvPr/>
        </p:nvGrpSpPr>
        <p:grpSpPr>
          <a:xfrm>
            <a:off x="662575" y="6212475"/>
            <a:ext cx="586800" cy="571500"/>
            <a:chOff x="662575" y="6212475"/>
            <a:chExt cx="586800" cy="571500"/>
          </a:xfrm>
        </p:grpSpPr>
        <p:sp>
          <p:nvSpPr>
            <p:cNvPr id="616" name="Google Shape;61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9" name="Google Shape;619;g2c157a2fb06_0_1110"/>
          <p:cNvGrpSpPr/>
          <p:nvPr/>
        </p:nvGrpSpPr>
        <p:grpSpPr>
          <a:xfrm>
            <a:off x="7894350" y="6212475"/>
            <a:ext cx="586800" cy="571500"/>
            <a:chOff x="7894350" y="6212475"/>
            <a:chExt cx="586800" cy="571500"/>
          </a:xfrm>
        </p:grpSpPr>
        <p:sp>
          <p:nvSpPr>
            <p:cNvPr id="620" name="Google Shape;62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3"/>
        <p:cNvGrpSpPr/>
        <p:nvPr/>
      </p:nvGrpSpPr>
      <p:grpSpPr>
        <a:xfrm>
          <a:off x="0" y="0"/>
          <a:ext cx="0" cy="0"/>
          <a:chOff x="0" y="0"/>
          <a:chExt cx="0" cy="0"/>
        </a:xfrm>
      </p:grpSpPr>
      <p:sp>
        <p:nvSpPr>
          <p:cNvPr id="624" name="Google Shape;62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8" name="Google Shape;62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7" name="Google Shape;637;p30"/>
          <p:cNvGrpSpPr/>
          <p:nvPr/>
        </p:nvGrpSpPr>
        <p:grpSpPr>
          <a:xfrm>
            <a:off x="6022940" y="5341706"/>
            <a:ext cx="594501" cy="305904"/>
            <a:chOff x="5672081" y="1914352"/>
            <a:chExt cx="792668" cy="305904"/>
          </a:xfrm>
        </p:grpSpPr>
        <p:sp>
          <p:nvSpPr>
            <p:cNvPr id="638" name="Google Shape;63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0" name="Google Shape;64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1" name="Google Shape;64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0" name="Google Shape;65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4" name="Google Shape;66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7" name="Google Shape;66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8" name="Google Shape;66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9"/>
        <p:cNvGrpSpPr/>
        <p:nvPr/>
      </p:nvGrpSpPr>
      <p:grpSpPr>
        <a:xfrm>
          <a:off x="0" y="0"/>
          <a:ext cx="0" cy="0"/>
          <a:chOff x="0" y="0"/>
          <a:chExt cx="0" cy="0"/>
        </a:xfrm>
      </p:grpSpPr>
      <p:sp>
        <p:nvSpPr>
          <p:cNvPr id="670" name="Google Shape;67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1" name="Google Shape;67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2" name="Google Shape;67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3"/>
        <p:cNvGrpSpPr/>
        <p:nvPr/>
      </p:nvGrpSpPr>
      <p:grpSpPr>
        <a:xfrm>
          <a:off x="0" y="0"/>
          <a:ext cx="0" cy="0"/>
          <a:chOff x="0" y="0"/>
          <a:chExt cx="0" cy="0"/>
        </a:xfrm>
      </p:grpSpPr>
      <p:sp>
        <p:nvSpPr>
          <p:cNvPr id="674" name="Google Shape;67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6" name="Google Shape;67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7.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7.png"/><Relationship Id="rId3" Type="http://schemas.openxmlformats.org/officeDocument/2006/relationships/image" Target="../media/image75.png"/><Relationship Id="rId21" Type="http://schemas.openxmlformats.org/officeDocument/2006/relationships/image" Target="../media/image92.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5.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2.png"/><Relationship Id="rId19" Type="http://schemas.openxmlformats.org/officeDocument/2006/relationships/image" Target="../media/image8.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Syllables</a:t>
            </a:r>
            <a:endParaRPr/>
          </a:p>
        </p:txBody>
      </p:sp>
      <p:sp>
        <p:nvSpPr>
          <p:cNvPr id="682" name="Google Shape;682;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63</a:t>
            </a:r>
            <a:endParaRPr/>
          </a:p>
        </p:txBody>
      </p:sp>
      <p:graphicFrame>
        <p:nvGraphicFramePr>
          <p:cNvPr id="683" name="Google Shape;683;p1"/>
          <p:cNvGraphicFramePr/>
          <p:nvPr/>
        </p:nvGraphicFramePr>
        <p:xfrm>
          <a:off x="4844200" y="1891197"/>
          <a:ext cx="3784950" cy="1678950"/>
        </p:xfrm>
        <a:graphic>
          <a:graphicData uri="http://schemas.openxmlformats.org/drawingml/2006/table">
            <a:tbl>
              <a:tblPr firstRow="1" bandRow="1">
                <a:noFill/>
                <a:tableStyleId>{BCF3D0DB-B2FF-4B11-9F2A-876069BDA028}</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84" name="Google Shape;684;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grpSp>
        <p:nvGrpSpPr>
          <p:cNvPr id="685" name="Google Shape;685;p1"/>
          <p:cNvGrpSpPr/>
          <p:nvPr/>
        </p:nvGrpSpPr>
        <p:grpSpPr>
          <a:xfrm>
            <a:off x="5264758" y="3743927"/>
            <a:ext cx="2893576" cy="2150199"/>
            <a:chOff x="5264758" y="3743927"/>
            <a:chExt cx="2893576" cy="2150199"/>
          </a:xfrm>
        </p:grpSpPr>
        <p:pic>
          <p:nvPicPr>
            <p:cNvPr id="686" name="Google Shape;686;p1"/>
            <p:cNvPicPr preferRelativeResize="0"/>
            <p:nvPr/>
          </p:nvPicPr>
          <p:blipFill rotWithShape="1">
            <a:blip r:embed="rId3">
              <a:alphaModFix/>
            </a:blip>
            <a:srcRect/>
            <a:stretch/>
          </p:blipFill>
          <p:spPr>
            <a:xfrm rot="-1197475">
              <a:off x="6798189" y="4442874"/>
              <a:ext cx="1175390" cy="1289372"/>
            </a:xfrm>
            <a:prstGeom prst="rect">
              <a:avLst/>
            </a:prstGeom>
            <a:noFill/>
            <a:ln>
              <a:noFill/>
            </a:ln>
          </p:spPr>
        </p:pic>
        <p:pic>
          <p:nvPicPr>
            <p:cNvPr id="687" name="Google Shape;687;p1"/>
            <p:cNvPicPr preferRelativeResize="0"/>
            <p:nvPr/>
          </p:nvPicPr>
          <p:blipFill rotWithShape="1">
            <a:blip r:embed="rId4">
              <a:alphaModFix/>
            </a:blip>
            <a:srcRect/>
            <a:stretch/>
          </p:blipFill>
          <p:spPr>
            <a:xfrm rot="1136557">
              <a:off x="5423983" y="3907520"/>
              <a:ext cx="1205098" cy="1182031"/>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syllables.</a:t>
            </a:r>
            <a:endParaRPr/>
          </a:p>
        </p:txBody>
      </p:sp>
      <p:sp>
        <p:nvSpPr>
          <p:cNvPr id="694" name="Google Shape;694;g2bee4f4af4b_0_204"/>
          <p:cNvSpPr txBox="1">
            <a:spLocks noGrp="1"/>
          </p:cNvSpPr>
          <p:nvPr>
            <p:ph type="body" idx="2"/>
          </p:nvPr>
        </p:nvSpPr>
        <p:spPr>
          <a:xfrm>
            <a:off x="3298550" y="21256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a:t>
            </a:r>
            <a:br>
              <a:rPr lang="en-US">
                <a:solidFill>
                  <a:srgbClr val="2356AF"/>
                </a:solidFill>
              </a:rPr>
            </a:br>
            <a:r>
              <a:rPr lang="en-US">
                <a:solidFill>
                  <a:srgbClr val="2356AF"/>
                </a:solidFill>
              </a:rPr>
              <a:t>pull full.</a:t>
            </a:r>
            <a:endParaRPr/>
          </a:p>
        </p:txBody>
      </p:sp>
      <p:sp>
        <p:nvSpPr>
          <p:cNvPr id="695" name="Google Shape;695;g2bee4f4af4b_0_204"/>
          <p:cNvSpPr txBox="1"/>
          <p:nvPr/>
        </p:nvSpPr>
        <p:spPr>
          <a:xfrm>
            <a:off x="1128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840850" y="5117929"/>
            <a:ext cx="13893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697" name="Google Shape;697;g2bee4f4af4b_0_204"/>
          <p:cNvPicPr preferRelativeResize="0"/>
          <p:nvPr/>
        </p:nvPicPr>
        <p:blipFill rotWithShape="1">
          <a:blip r:embed="rId3">
            <a:alphaModFix/>
          </a:blip>
          <a:srcRect t="59" b="59"/>
          <a:stretch/>
        </p:blipFill>
        <p:spPr>
          <a:xfrm>
            <a:off x="1069429" y="4326104"/>
            <a:ext cx="931973" cy="665200"/>
          </a:xfrm>
          <a:prstGeom prst="rect">
            <a:avLst/>
          </a:prstGeom>
          <a:noFill/>
          <a:ln>
            <a:noFill/>
          </a:ln>
          <a:effectLst>
            <a:outerShdw blurRad="71438" dist="19050" dir="5220000" algn="bl" rotWithShape="0">
              <a:srgbClr val="D8D8D8"/>
            </a:outerShdw>
          </a:effectLst>
        </p:spPr>
      </p:pic>
      <p:sp>
        <p:nvSpPr>
          <p:cNvPr id="698" name="Google Shape;698;g2bee4f4af4b_0_204"/>
          <p:cNvSpPr txBox="1"/>
          <p:nvPr/>
        </p:nvSpPr>
        <p:spPr>
          <a:xfrm>
            <a:off x="25280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9" name="Google Shape;699;g2bee4f4af4b_0_204"/>
          <p:cNvSpPr txBox="1"/>
          <p:nvPr/>
        </p:nvSpPr>
        <p:spPr>
          <a:xfrm>
            <a:off x="2230051" y="5117929"/>
            <a:ext cx="14097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3</a:t>
            </a:r>
            <a:endParaRPr sz="1400" b="0" i="0" u="none" strike="noStrike" cap="none">
              <a:solidFill>
                <a:srgbClr val="000000"/>
              </a:solidFill>
              <a:latin typeface="Poppins Medium"/>
              <a:ea typeface="Poppins Medium"/>
              <a:cs typeface="Poppins Medium"/>
              <a:sym typeface="Poppins Medium"/>
            </a:endParaRPr>
          </a:p>
        </p:txBody>
      </p:sp>
      <p:pic>
        <p:nvPicPr>
          <p:cNvPr id="700" name="Google Shape;700;g2bee4f4af4b_0_204"/>
          <p:cNvPicPr preferRelativeResize="0"/>
          <p:nvPr/>
        </p:nvPicPr>
        <p:blipFill rotWithShape="1">
          <a:blip r:embed="rId4">
            <a:alphaModFix/>
          </a:blip>
          <a:srcRect t="89" b="79"/>
          <a:stretch/>
        </p:blipFill>
        <p:spPr>
          <a:xfrm>
            <a:off x="2468879" y="4326104"/>
            <a:ext cx="931974" cy="665199"/>
          </a:xfrm>
          <a:prstGeom prst="rect">
            <a:avLst/>
          </a:prstGeom>
          <a:noFill/>
          <a:ln>
            <a:noFill/>
          </a:ln>
          <a:effectLst>
            <a:outerShdw blurRad="71438" dist="19050" dir="5220000" algn="bl" rotWithShape="0">
              <a:srgbClr val="D8D8D8"/>
            </a:outerShdw>
          </a:effectLst>
        </p:spPr>
      </p:pic>
      <p:sp>
        <p:nvSpPr>
          <p:cNvPr id="701" name="Google Shape;701;g2bee4f4af4b_0_204"/>
          <p:cNvSpPr txBox="1"/>
          <p:nvPr/>
        </p:nvSpPr>
        <p:spPr>
          <a:xfrm>
            <a:off x="384699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363969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5">
            <a:alphaModFix/>
          </a:blip>
          <a:srcRect t="89" b="99"/>
          <a:stretch/>
        </p:blipFill>
        <p:spPr>
          <a:xfrm>
            <a:off x="3860371" y="4363493"/>
            <a:ext cx="786850" cy="590421"/>
          </a:xfrm>
          <a:prstGeom prst="rect">
            <a:avLst/>
          </a:prstGeom>
          <a:noFill/>
          <a:ln>
            <a:noFill/>
          </a:ln>
          <a:effectLst>
            <a:outerShdw blurRad="71438" dist="19050" dir="5220000" algn="bl" rotWithShape="0">
              <a:srgbClr val="D8D8D8"/>
            </a:outerShdw>
          </a:effectLst>
        </p:spPr>
      </p:pic>
      <p:sp>
        <p:nvSpPr>
          <p:cNvPr id="704" name="Google Shape;704;g2bee4f4af4b_0_204">
            <a:hlinkClick r:id="rId6" action="ppaction://hlinksldjump"/>
          </p:cNvPr>
          <p:cNvSpPr/>
          <p:nvPr/>
        </p:nvSpPr>
        <p:spPr>
          <a:xfrm>
            <a:off x="910497"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2bee4f4af4b_0_204"/>
          <p:cNvSpPr/>
          <p:nvPr/>
        </p:nvSpPr>
        <p:spPr>
          <a:xfrm>
            <a:off x="232075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6" name="Google Shape;706;g2bee4f4af4b_0_204"/>
          <p:cNvSpPr/>
          <p:nvPr/>
        </p:nvSpPr>
        <p:spPr>
          <a:xfrm>
            <a:off x="3755650"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3" name="Google Shape;713;g26b641b03cd_0_165"/>
          <p:cNvGrpSpPr/>
          <p:nvPr/>
        </p:nvGrpSpPr>
        <p:grpSpPr>
          <a:xfrm>
            <a:off x="930400" y="2129444"/>
            <a:ext cx="7283200" cy="3724851"/>
            <a:chOff x="930400" y="2129444"/>
            <a:chExt cx="7283200" cy="3724851"/>
          </a:xfrm>
        </p:grpSpPr>
        <p:pic>
          <p:nvPicPr>
            <p:cNvPr id="714" name="Google Shape;71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3" name="Google Shape;74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3" name="Google Shape;75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78" name="Google Shape;778;g26b7edf6e71_0_109"/>
          <p:cNvGrpSpPr/>
          <p:nvPr/>
        </p:nvGrpSpPr>
        <p:grpSpPr>
          <a:xfrm>
            <a:off x="867357" y="2129450"/>
            <a:ext cx="7282807" cy="2686611"/>
            <a:chOff x="867357" y="2129450"/>
            <a:chExt cx="7282807" cy="2686611"/>
          </a:xfrm>
        </p:grpSpPr>
        <p:pic>
          <p:nvPicPr>
            <p:cNvPr id="779" name="Google Shape;779;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0" name="Google Shape;780;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1" name="Google Shape;781;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2" name="Google Shape;782;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610ea7438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 were all sure</a:t>
            </a:r>
            <a:r>
              <a:rPr lang="en-US"/>
              <a:t>.</a:t>
            </a:r>
            <a:endParaRPr/>
          </a:p>
        </p:txBody>
      </p:sp>
      <p:pic>
        <p:nvPicPr>
          <p:cNvPr id="799" name="Google Shape;799;g2c610ea7438_0_1"/>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0" name="Google Shape;800;g2c610ea7438_0_1"/>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1" name="Google Shape;801;g2c610ea7438_0_1"/>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2" name="Google Shape;802;g2c610ea7438_0_1"/>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3" name="Google Shape;803;g2c610ea7438_0_1"/>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4" name="Google Shape;804;g2c610ea7438_0_1"/>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5" name="Google Shape;805;g2c610ea7438_0_1"/>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6" name="Google Shape;806;g2c610ea7438_0_1"/>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7" name="Google Shape;807;g2c610ea7438_0_1"/>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08" name="Google Shape;808;g2c610ea7438_0_1"/>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09" name="Google Shape;809;g2c610ea7438_0_1"/>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c610ea7438_0_1"/>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c610ea7438_0_1"/>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4" name="Google Shape;814;g2c610ea7438_0_1"/>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BODY PERCUSSION</a:t>
            </a:r>
            <a:endParaRPr/>
          </a:p>
        </p:txBody>
      </p:sp>
      <p:sp>
        <p:nvSpPr>
          <p:cNvPr id="833" name="Google Shape;833;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Hear Syllables</a:t>
            </a:r>
            <a:endParaRPr/>
          </a:p>
        </p:txBody>
      </p:sp>
      <p:sp>
        <p:nvSpPr>
          <p:cNvPr id="834" name="Google Shape;834;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5" name="Google Shape;835;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6" name="Google Shape;836;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7" name="Google Shape;837;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8" name="Google Shape;838;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9" name="Google Shape;839;g2c4fd7a3c22_2_0"/>
          <p:cNvGrpSpPr/>
          <p:nvPr/>
        </p:nvGrpSpPr>
        <p:grpSpPr>
          <a:xfrm>
            <a:off x="304250" y="6984600"/>
            <a:ext cx="8330829" cy="808600"/>
            <a:chOff x="-152950" y="7365600"/>
            <a:chExt cx="8330829" cy="808600"/>
          </a:xfrm>
        </p:grpSpPr>
        <p:sp>
          <p:nvSpPr>
            <p:cNvPr id="840" name="Google Shape;840;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3" name="Google Shape;843;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4" name="Google Shape;844;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5" name="Google Shape;845;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6" name="Google Shape;846;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7" name="Google Shape;847;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8" name="Google Shape;848;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9" name="Google Shape;849;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0" name="Google Shape;850;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4fd7a3c22_2_0"/>
          <p:cNvSpPr txBox="1"/>
          <p:nvPr/>
        </p:nvSpPr>
        <p:spPr>
          <a:xfrm>
            <a:off x="1334250" y="885733"/>
            <a:ext cx="6475500" cy="4271700"/>
          </a:xfrm>
          <a:prstGeom prst="rect">
            <a:avLst/>
          </a:prstGeom>
          <a:noFill/>
          <a:ln>
            <a:noFill/>
          </a:ln>
        </p:spPr>
        <p:txBody>
          <a:bodyPr spcFirstLastPara="1" wrap="square" lIns="91425" tIns="45700" rIns="91425" bIns="45700" anchor="ctr" anchorCtr="0">
            <a:noAutofit/>
          </a:bodyPr>
          <a:lstStyle/>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hotpot</a:t>
            </a:r>
            <a:endParaRPr sz="9000" b="0" i="0" u="none" strike="noStrike" cap="none">
              <a:solidFill>
                <a:srgbClr val="262626"/>
              </a:solidFill>
              <a:latin typeface="Jost"/>
              <a:ea typeface="Jost"/>
              <a:cs typeface="Jost"/>
              <a:sym typeface="Jost"/>
            </a:endParaRPr>
          </a:p>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pigpen</a:t>
            </a:r>
            <a:endParaRPr sz="9000" b="0" i="0" u="none" strike="noStrike" cap="none">
              <a:solidFill>
                <a:srgbClr val="262626"/>
              </a:solidFill>
              <a:latin typeface="Jost"/>
              <a:ea typeface="Jost"/>
              <a:cs typeface="Jost"/>
              <a:sym typeface="Jost"/>
            </a:endParaRPr>
          </a:p>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f</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rmer</a:t>
            </a:r>
            <a:endParaRPr sz="9000" b="0" i="0" u="none" strike="noStrike" cap="none">
              <a:solidFill>
                <a:srgbClr val="262626"/>
              </a:solidFill>
              <a:latin typeface="Jost"/>
              <a:ea typeface="Jost"/>
              <a:cs typeface="Jost"/>
              <a:sym typeface="Jo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d0c6663820_0_45"/>
          <p:cNvSpPr txBox="1"/>
          <p:nvPr/>
        </p:nvSpPr>
        <p:spPr>
          <a:xfrm>
            <a:off x="1334250" y="885733"/>
            <a:ext cx="6475500" cy="4271700"/>
          </a:xfrm>
          <a:prstGeom prst="rect">
            <a:avLst/>
          </a:prstGeom>
          <a:noFill/>
          <a:ln>
            <a:noFill/>
          </a:ln>
        </p:spPr>
        <p:txBody>
          <a:bodyPr spcFirstLastPara="1" wrap="square" lIns="91425" tIns="45700" rIns="91425" bIns="45700" anchor="ctr" anchorCtr="0">
            <a:noAutofit/>
          </a:bodyPr>
          <a:lstStyle/>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hot pot</a:t>
            </a:r>
            <a:endParaRPr sz="9000" b="0" i="0" u="none" strike="noStrike" cap="none">
              <a:solidFill>
                <a:srgbClr val="262626"/>
              </a:solidFill>
              <a:latin typeface="Jost"/>
              <a:ea typeface="Jost"/>
              <a:cs typeface="Jost"/>
              <a:sym typeface="Jost"/>
            </a:endParaRPr>
          </a:p>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pig pen</a:t>
            </a:r>
            <a:endParaRPr sz="9000" b="0" i="0" u="none" strike="noStrike" cap="none">
              <a:solidFill>
                <a:srgbClr val="262626"/>
              </a:solidFill>
              <a:latin typeface="Jost"/>
              <a:ea typeface="Jost"/>
              <a:cs typeface="Jost"/>
              <a:sym typeface="Jost"/>
            </a:endParaRPr>
          </a:p>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f</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rm er</a:t>
            </a:r>
            <a:endParaRPr sz="9000" b="0" i="0" u="none" strike="noStrike" cap="none">
              <a:solidFill>
                <a:srgbClr val="262626"/>
              </a:solidFill>
              <a:latin typeface="Jost"/>
              <a:ea typeface="Jost"/>
              <a:cs typeface="Jost"/>
              <a:sym typeface="Jost"/>
            </a:endParaRPr>
          </a:p>
        </p:txBody>
      </p:sp>
      <p:sp>
        <p:nvSpPr>
          <p:cNvPr id="858" name="Google Shape;858;g2d0c6663820_0_45"/>
          <p:cNvSpPr/>
          <p:nvPr/>
        </p:nvSpPr>
        <p:spPr>
          <a:xfrm>
            <a:off x="4550438" y="91447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d0c6663820_0_45"/>
          <p:cNvSpPr/>
          <p:nvPr/>
        </p:nvSpPr>
        <p:spPr>
          <a:xfrm>
            <a:off x="4454402" y="244437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d0c6663820_0_45"/>
          <p:cNvSpPr/>
          <p:nvPr/>
        </p:nvSpPr>
        <p:spPr>
          <a:xfrm>
            <a:off x="5181150" y="400302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d0c6663820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BODY PERCUSSION</a:t>
            </a:r>
            <a:endParaRPr/>
          </a:p>
        </p:txBody>
      </p:sp>
      <p:sp>
        <p:nvSpPr>
          <p:cNvPr id="862" name="Google Shape;862;g2d0c6663820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Hear Syllables</a:t>
            </a:r>
            <a:endParaRPr/>
          </a:p>
        </p:txBody>
      </p:sp>
      <p:sp>
        <p:nvSpPr>
          <p:cNvPr id="863" name="Google Shape;863;g2d0c6663820_0_4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d0c6663820_0_4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5" name="Google Shape;865;g2d0c6663820_0_4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6" name="Google Shape;866;g2d0c6663820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7" name="Google Shape;867;g2d0c6663820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8" name="Google Shape;868;g2d0c6663820_0_45"/>
          <p:cNvGrpSpPr/>
          <p:nvPr/>
        </p:nvGrpSpPr>
        <p:grpSpPr>
          <a:xfrm>
            <a:off x="304250" y="6984600"/>
            <a:ext cx="8330829" cy="808600"/>
            <a:chOff x="-152950" y="7365600"/>
            <a:chExt cx="8330829" cy="808600"/>
          </a:xfrm>
        </p:grpSpPr>
        <p:sp>
          <p:nvSpPr>
            <p:cNvPr id="869" name="Google Shape;869;g2d0c6663820_0_4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0" name="Google Shape;870;g2d0c6663820_0_4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1" name="Google Shape;871;g2d0c6663820_0_4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2" name="Google Shape;872;g2d0c6663820_0_4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3" name="Google Shape;873;g2d0c6663820_0_4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4" name="Google Shape;874;g2d0c6663820_0_4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5" name="Google Shape;875;g2d0c6663820_0_4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6" name="Google Shape;876;g2d0c6663820_0_4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7" name="Google Shape;877;g2d0c6663820_0_4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2d0c6663820_0_4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9" name="Google Shape;879;g2d0c6663820_0_45"/>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0" name="Google Shape;880;g2d0c6663820_0_45"/>
          <p:cNvGrpSpPr/>
          <p:nvPr/>
        </p:nvGrpSpPr>
        <p:grpSpPr>
          <a:xfrm>
            <a:off x="837045" y="2359753"/>
            <a:ext cx="1508899" cy="1508899"/>
            <a:chOff x="837045" y="2359753"/>
            <a:chExt cx="1508899" cy="1508899"/>
          </a:xfrm>
        </p:grpSpPr>
        <p:sp>
          <p:nvSpPr>
            <p:cNvPr id="881" name="Google Shape;881;g2d0c6663820_0_45"/>
            <p:cNvSpPr/>
            <p:nvPr/>
          </p:nvSpPr>
          <p:spPr>
            <a:xfrm>
              <a:off x="837045" y="2359753"/>
              <a:ext cx="1508899" cy="1508899"/>
            </a:xfrm>
            <a:prstGeom prst="ellipse">
              <a:avLst/>
            </a:prstGeom>
            <a:solidFill>
              <a:srgbClr val="FFFFFF"/>
            </a:solidFill>
            <a:ln>
              <a:noFill/>
            </a:ln>
            <a:effectLst>
              <a:outerShdw blurRad="100013" dist="9525" dir="5400000" algn="bl" rotWithShape="0">
                <a:srgbClr val="CFD9EF">
                  <a:alpha val="78039"/>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82" name="Google Shape;882;g2d0c6663820_0_45"/>
            <p:cNvPicPr preferRelativeResize="0"/>
            <p:nvPr/>
          </p:nvPicPr>
          <p:blipFill rotWithShape="1">
            <a:blip r:embed="rId3">
              <a:alphaModFix/>
            </a:blip>
            <a:srcRect/>
            <a:stretch/>
          </p:blipFill>
          <p:spPr>
            <a:xfrm rot="1136551">
              <a:off x="1101268" y="2593955"/>
              <a:ext cx="1093399" cy="1072466"/>
            </a:xfrm>
            <a:prstGeom prst="rect">
              <a:avLst/>
            </a:prstGeom>
            <a:noFill/>
            <a:ln>
              <a:noFill/>
            </a:ln>
          </p:spPr>
        </p:pic>
      </p:grpSp>
      <p:grpSp>
        <p:nvGrpSpPr>
          <p:cNvPr id="883" name="Google Shape;883;g2d0c6663820_0_45"/>
          <p:cNvGrpSpPr/>
          <p:nvPr/>
        </p:nvGrpSpPr>
        <p:grpSpPr>
          <a:xfrm>
            <a:off x="6732905" y="2355518"/>
            <a:ext cx="1508899" cy="1517376"/>
            <a:chOff x="6634525" y="2319629"/>
            <a:chExt cx="1677300" cy="1686724"/>
          </a:xfrm>
        </p:grpSpPr>
        <p:sp>
          <p:nvSpPr>
            <p:cNvPr id="884" name="Google Shape;884;g2d0c6663820_0_45"/>
            <p:cNvSpPr/>
            <p:nvPr/>
          </p:nvSpPr>
          <p:spPr>
            <a:xfrm>
              <a:off x="6634525" y="2319629"/>
              <a:ext cx="1677300" cy="1677300"/>
            </a:xfrm>
            <a:prstGeom prst="ellipse">
              <a:avLst/>
            </a:prstGeom>
            <a:solidFill>
              <a:srgbClr val="FFFFFF"/>
            </a:solidFill>
            <a:ln>
              <a:noFill/>
            </a:ln>
            <a:effectLst>
              <a:outerShdw blurRad="100013" dist="9525" dir="5400000" algn="bl" rotWithShape="0">
                <a:srgbClr val="CFD9EF">
                  <a:alpha val="78039"/>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85" name="Google Shape;885;g2d0c6663820_0_45"/>
            <p:cNvPicPr preferRelativeResize="0"/>
            <p:nvPr/>
          </p:nvPicPr>
          <p:blipFill rotWithShape="1">
            <a:blip r:embed="rId4">
              <a:alphaModFix/>
            </a:blip>
            <a:srcRect/>
            <a:stretch/>
          </p:blipFill>
          <p:spPr>
            <a:xfrm rot="-1197469">
              <a:off x="6880442" y="2542666"/>
              <a:ext cx="1185466" cy="1300419"/>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2" name="Google Shape;89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3" name="Google Shape;89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d0c6663820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0" name="Google Shape;900;g2d0c6663820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1" name="Google Shape;901;g2d0c6663820_0_1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d0c6663820_0_1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d0c6663820_0_1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d0c6663820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d0c6663820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6" name="Google Shape;906;g2d0c6663820_0_13"/>
          <p:cNvGrpSpPr/>
          <p:nvPr/>
        </p:nvGrpSpPr>
        <p:grpSpPr>
          <a:xfrm>
            <a:off x="304250" y="6984600"/>
            <a:ext cx="8330829" cy="808600"/>
            <a:chOff x="-152950" y="7365600"/>
            <a:chExt cx="8330829" cy="808600"/>
          </a:xfrm>
        </p:grpSpPr>
        <p:sp>
          <p:nvSpPr>
            <p:cNvPr id="907" name="Google Shape;907;g2d0c6663820_0_1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8" name="Google Shape;908;g2d0c6663820_0_1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9" name="Google Shape;909;g2d0c6663820_0_1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0" name="Google Shape;910;g2d0c6663820_0_1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1" name="Google Shape;911;g2d0c6663820_0_1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2" name="Google Shape;912;g2d0c6663820_0_1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3" name="Google Shape;913;g2d0c6663820_0_1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4" name="Google Shape;914;g2d0c6663820_0_1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5" name="Google Shape;915;g2d0c6663820_0_1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d0c6663820_0_1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7" name="Google Shape;917;g2d0c666382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8" name="Google Shape;918;g2d0c6663820_0_13"/>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19" name="Google Shape;919;g2d0c666382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0" name="Google Shape;920;g2d0c6663820_0_13"/>
          <p:cNvSpPr/>
          <p:nvPr/>
        </p:nvSpPr>
        <p:spPr>
          <a:xfrm>
            <a:off x="2699896"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d0c6663820_0_13"/>
          <p:cNvSpPr txBox="1"/>
          <p:nvPr/>
        </p:nvSpPr>
        <p:spPr>
          <a:xfrm>
            <a:off x="2385046"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h</a:t>
            </a:r>
            <a:endParaRPr sz="10000" b="0" i="0" u="none" strike="noStrike" cap="none">
              <a:solidFill>
                <a:srgbClr val="2356AF"/>
              </a:solidFill>
              <a:latin typeface="Jost"/>
              <a:ea typeface="Jost"/>
              <a:cs typeface="Jost"/>
              <a:sym typeface="Jost"/>
            </a:endParaRPr>
          </a:p>
        </p:txBody>
      </p:sp>
      <p:sp>
        <p:nvSpPr>
          <p:cNvPr id="922" name="Google Shape;922;g2d0c6663820_0_13"/>
          <p:cNvSpPr/>
          <p:nvPr/>
        </p:nvSpPr>
        <p:spPr>
          <a:xfrm>
            <a:off x="3469171"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23" name="Google Shape;923;g2d0c6663820_0_13"/>
          <p:cNvSpPr txBox="1"/>
          <p:nvPr/>
        </p:nvSpPr>
        <p:spPr>
          <a:xfrm>
            <a:off x="3125589"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o</a:t>
            </a:r>
            <a:endParaRPr sz="10000" b="0" i="0" u="none" strike="noStrike" cap="none">
              <a:solidFill>
                <a:srgbClr val="ED1C24"/>
              </a:solidFill>
              <a:latin typeface="Jost"/>
              <a:ea typeface="Jost"/>
              <a:cs typeface="Jost"/>
              <a:sym typeface="Jost"/>
            </a:endParaRPr>
          </a:p>
        </p:txBody>
      </p:sp>
      <p:sp>
        <p:nvSpPr>
          <p:cNvPr id="924" name="Google Shape;924;g2d0c6663820_0_13"/>
          <p:cNvSpPr/>
          <p:nvPr/>
        </p:nvSpPr>
        <p:spPr>
          <a:xfrm>
            <a:off x="405047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5" name="Google Shape;925;g2d0c6663820_0_13"/>
          <p:cNvSpPr txBox="1"/>
          <p:nvPr/>
        </p:nvSpPr>
        <p:spPr>
          <a:xfrm>
            <a:off x="3735628"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t</a:t>
            </a:r>
            <a:endParaRPr sz="10000" b="0" i="0" u="none" strike="noStrike" cap="none">
              <a:solidFill>
                <a:srgbClr val="2356AF"/>
              </a:solidFill>
              <a:latin typeface="Jost"/>
              <a:ea typeface="Jost"/>
              <a:cs typeface="Jost"/>
              <a:sym typeface="Jost"/>
            </a:endParaRPr>
          </a:p>
        </p:txBody>
      </p:sp>
      <p:sp>
        <p:nvSpPr>
          <p:cNvPr id="926" name="Google Shape;926;g2d0c6663820_0_13"/>
          <p:cNvSpPr/>
          <p:nvPr/>
        </p:nvSpPr>
        <p:spPr>
          <a:xfrm>
            <a:off x="467916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d0c6663820_0_13"/>
          <p:cNvSpPr txBox="1"/>
          <p:nvPr/>
        </p:nvSpPr>
        <p:spPr>
          <a:xfrm>
            <a:off x="436431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p</a:t>
            </a:r>
            <a:endParaRPr sz="10000" b="0" i="0" u="none" strike="noStrike" cap="none">
              <a:solidFill>
                <a:srgbClr val="2356AF"/>
              </a:solidFill>
              <a:latin typeface="Jost"/>
              <a:ea typeface="Jost"/>
              <a:cs typeface="Jost"/>
              <a:sym typeface="Jost"/>
            </a:endParaRPr>
          </a:p>
        </p:txBody>
      </p:sp>
      <p:sp>
        <p:nvSpPr>
          <p:cNvPr id="928" name="Google Shape;928;g2d0c6663820_0_13"/>
          <p:cNvSpPr/>
          <p:nvPr/>
        </p:nvSpPr>
        <p:spPr>
          <a:xfrm>
            <a:off x="5448435"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29" name="Google Shape;929;g2d0c6663820_0_13"/>
          <p:cNvSpPr txBox="1"/>
          <p:nvPr/>
        </p:nvSpPr>
        <p:spPr>
          <a:xfrm>
            <a:off x="5133585"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o</a:t>
            </a:r>
            <a:endParaRPr sz="10000" b="0" i="0" u="none" strike="noStrike" cap="none">
              <a:solidFill>
                <a:srgbClr val="ED1C24"/>
              </a:solidFill>
              <a:latin typeface="Jost"/>
              <a:ea typeface="Jost"/>
              <a:cs typeface="Jost"/>
              <a:sym typeface="Jost"/>
            </a:endParaRPr>
          </a:p>
        </p:txBody>
      </p:sp>
      <p:sp>
        <p:nvSpPr>
          <p:cNvPr id="930" name="Google Shape;930;g2d0c6663820_0_13"/>
          <p:cNvSpPr/>
          <p:nvPr/>
        </p:nvSpPr>
        <p:spPr>
          <a:xfrm>
            <a:off x="6054104"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1" name="Google Shape;931;g2d0c6663820_0_13"/>
          <p:cNvSpPr txBox="1"/>
          <p:nvPr/>
        </p:nvSpPr>
        <p:spPr>
          <a:xfrm>
            <a:off x="5739254"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t</a:t>
            </a:r>
            <a:endParaRPr sz="10000" b="0" i="0" u="none" strike="noStrike" cap="none">
              <a:solidFill>
                <a:srgbClr val="2356AF"/>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d0c6663820_0_102"/>
          <p:cNvSpPr/>
          <p:nvPr/>
        </p:nvSpPr>
        <p:spPr>
          <a:xfrm>
            <a:off x="2623696"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8" name="Google Shape;938;g2d0c6663820_0_102"/>
          <p:cNvSpPr txBox="1"/>
          <p:nvPr/>
        </p:nvSpPr>
        <p:spPr>
          <a:xfrm>
            <a:off x="2308846"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h</a:t>
            </a:r>
            <a:endParaRPr sz="10000" b="0" i="0" u="none" strike="noStrike" cap="none">
              <a:solidFill>
                <a:srgbClr val="2356AF"/>
              </a:solidFill>
              <a:latin typeface="Jost"/>
              <a:ea typeface="Jost"/>
              <a:cs typeface="Jost"/>
              <a:sym typeface="Jost"/>
            </a:endParaRPr>
          </a:p>
        </p:txBody>
      </p:sp>
      <p:sp>
        <p:nvSpPr>
          <p:cNvPr id="939" name="Google Shape;939;g2d0c6663820_0_102"/>
          <p:cNvSpPr/>
          <p:nvPr/>
        </p:nvSpPr>
        <p:spPr>
          <a:xfrm>
            <a:off x="3392971"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40" name="Google Shape;940;g2d0c6663820_0_102"/>
          <p:cNvSpPr txBox="1"/>
          <p:nvPr/>
        </p:nvSpPr>
        <p:spPr>
          <a:xfrm>
            <a:off x="3049389"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o</a:t>
            </a:r>
            <a:endParaRPr sz="10000" b="0" i="0" u="none" strike="noStrike" cap="none">
              <a:solidFill>
                <a:srgbClr val="ED1C24"/>
              </a:solidFill>
              <a:latin typeface="Jost"/>
              <a:ea typeface="Jost"/>
              <a:cs typeface="Jost"/>
              <a:sym typeface="Jost"/>
            </a:endParaRPr>
          </a:p>
        </p:txBody>
      </p:sp>
      <p:sp>
        <p:nvSpPr>
          <p:cNvPr id="941" name="Google Shape;941;g2d0c6663820_0_102"/>
          <p:cNvSpPr/>
          <p:nvPr/>
        </p:nvSpPr>
        <p:spPr>
          <a:xfrm>
            <a:off x="397427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2" name="Google Shape;942;g2d0c6663820_0_102"/>
          <p:cNvSpPr txBox="1"/>
          <p:nvPr/>
        </p:nvSpPr>
        <p:spPr>
          <a:xfrm>
            <a:off x="3659428"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t</a:t>
            </a:r>
            <a:endParaRPr sz="10000" b="0" i="0" u="none" strike="noStrike" cap="none">
              <a:solidFill>
                <a:srgbClr val="2356AF"/>
              </a:solidFill>
              <a:latin typeface="Jost"/>
              <a:ea typeface="Jost"/>
              <a:cs typeface="Jost"/>
              <a:sym typeface="Jost"/>
            </a:endParaRPr>
          </a:p>
        </p:txBody>
      </p:sp>
      <p:sp>
        <p:nvSpPr>
          <p:cNvPr id="943" name="Google Shape;943;g2d0c6663820_0_102"/>
          <p:cNvSpPr/>
          <p:nvPr/>
        </p:nvSpPr>
        <p:spPr>
          <a:xfrm>
            <a:off x="4755360"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4" name="Google Shape;944;g2d0c6663820_0_102"/>
          <p:cNvSpPr txBox="1"/>
          <p:nvPr/>
        </p:nvSpPr>
        <p:spPr>
          <a:xfrm>
            <a:off x="4440510"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p</a:t>
            </a:r>
            <a:endParaRPr sz="10000" b="0" i="0" u="none" strike="noStrike" cap="none">
              <a:solidFill>
                <a:srgbClr val="2356AF"/>
              </a:solidFill>
              <a:latin typeface="Jost"/>
              <a:ea typeface="Jost"/>
              <a:cs typeface="Jost"/>
              <a:sym typeface="Jost"/>
            </a:endParaRPr>
          </a:p>
        </p:txBody>
      </p:sp>
      <p:sp>
        <p:nvSpPr>
          <p:cNvPr id="945" name="Google Shape;945;g2d0c6663820_0_102"/>
          <p:cNvSpPr/>
          <p:nvPr/>
        </p:nvSpPr>
        <p:spPr>
          <a:xfrm>
            <a:off x="5524635"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46" name="Google Shape;946;g2d0c6663820_0_102"/>
          <p:cNvSpPr txBox="1"/>
          <p:nvPr/>
        </p:nvSpPr>
        <p:spPr>
          <a:xfrm>
            <a:off x="5209785"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o</a:t>
            </a:r>
            <a:endParaRPr sz="10000" b="0" i="0" u="none" strike="noStrike" cap="none">
              <a:solidFill>
                <a:srgbClr val="ED1C24"/>
              </a:solidFill>
              <a:latin typeface="Jost"/>
              <a:ea typeface="Jost"/>
              <a:cs typeface="Jost"/>
              <a:sym typeface="Jost"/>
            </a:endParaRPr>
          </a:p>
        </p:txBody>
      </p:sp>
      <p:sp>
        <p:nvSpPr>
          <p:cNvPr id="947" name="Google Shape;947;g2d0c6663820_0_102"/>
          <p:cNvSpPr/>
          <p:nvPr/>
        </p:nvSpPr>
        <p:spPr>
          <a:xfrm>
            <a:off x="6130304"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d0c6663820_0_102"/>
          <p:cNvSpPr txBox="1"/>
          <p:nvPr/>
        </p:nvSpPr>
        <p:spPr>
          <a:xfrm>
            <a:off x="5815454"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t</a:t>
            </a:r>
            <a:endParaRPr sz="10000" b="0" i="0" u="none" strike="noStrike" cap="none">
              <a:solidFill>
                <a:srgbClr val="2356AF"/>
              </a:solidFill>
              <a:latin typeface="Jost"/>
              <a:ea typeface="Jost"/>
              <a:cs typeface="Jost"/>
              <a:sym typeface="Jost"/>
            </a:endParaRPr>
          </a:p>
        </p:txBody>
      </p:sp>
      <p:sp>
        <p:nvSpPr>
          <p:cNvPr id="949" name="Google Shape;949;g2d0c6663820_0_1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0" name="Google Shape;950;g2d0c6663820_0_1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1" name="Google Shape;951;g2d0c6663820_0_10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2" name="Google Shape;952;g2d0c6663820_0_10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d0c6663820_0_10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d0c6663820_0_10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d0c6663820_0_10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6" name="Google Shape;956;g2d0c6663820_0_102"/>
          <p:cNvGrpSpPr/>
          <p:nvPr/>
        </p:nvGrpSpPr>
        <p:grpSpPr>
          <a:xfrm>
            <a:off x="304250" y="6984600"/>
            <a:ext cx="8330829" cy="808600"/>
            <a:chOff x="-152950" y="7365600"/>
            <a:chExt cx="8330829" cy="808600"/>
          </a:xfrm>
        </p:grpSpPr>
        <p:sp>
          <p:nvSpPr>
            <p:cNvPr id="957" name="Google Shape;957;g2d0c6663820_0_10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58" name="Google Shape;958;g2d0c6663820_0_10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59" name="Google Shape;959;g2d0c6663820_0_10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0" name="Google Shape;960;g2d0c6663820_0_10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1" name="Google Shape;961;g2d0c6663820_0_10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2" name="Google Shape;962;g2d0c6663820_0_10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3" name="Google Shape;963;g2d0c6663820_0_10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64" name="Google Shape;964;g2d0c6663820_0_10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65" name="Google Shape;965;g2d0c6663820_0_10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d0c6663820_0_10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7" name="Google Shape;967;g2d0c6663820_0_10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8" name="Google Shape;968;g2d0c6663820_0_102"/>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69" name="Google Shape;969;g2d0c6663820_0_10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0" name="Google Shape;970;g2d0c6663820_0_102"/>
          <p:cNvSpPr/>
          <p:nvPr/>
        </p:nvSpPr>
        <p:spPr>
          <a:xfrm>
            <a:off x="4497401"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d0c6663820_0_1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7" name="Google Shape;977;g2d0c6663820_0_1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8" name="Google Shape;978;g2d0c6663820_0_14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d0c6663820_0_14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d0c6663820_0_14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d0c6663820_0_1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d0c6663820_0_1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3" name="Google Shape;983;g2d0c6663820_0_142"/>
          <p:cNvGrpSpPr/>
          <p:nvPr/>
        </p:nvGrpSpPr>
        <p:grpSpPr>
          <a:xfrm>
            <a:off x="304250" y="6984600"/>
            <a:ext cx="8330829" cy="808600"/>
            <a:chOff x="-152950" y="7365600"/>
            <a:chExt cx="8330829" cy="808600"/>
          </a:xfrm>
        </p:grpSpPr>
        <p:sp>
          <p:nvSpPr>
            <p:cNvPr id="984" name="Google Shape;984;g2d0c6663820_0_14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5" name="Google Shape;985;g2d0c6663820_0_14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6" name="Google Shape;986;g2d0c6663820_0_14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7" name="Google Shape;987;g2d0c6663820_0_14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8" name="Google Shape;988;g2d0c6663820_0_14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9" name="Google Shape;989;g2d0c6663820_0_14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0" name="Google Shape;990;g2d0c6663820_0_14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1" name="Google Shape;991;g2d0c6663820_0_14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92" name="Google Shape;992;g2d0c6663820_0_14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d0c6663820_0_14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4" name="Google Shape;994;g2d0c6663820_0_1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5" name="Google Shape;995;g2d0c6663820_0_142"/>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96" name="Google Shape;996;g2d0c6663820_0_1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7" name="Google Shape;997;g2d0c6663820_0_142"/>
          <p:cNvSpPr/>
          <p:nvPr/>
        </p:nvSpPr>
        <p:spPr>
          <a:xfrm>
            <a:off x="2629472"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2d0c6663820_0_142"/>
          <p:cNvSpPr txBox="1"/>
          <p:nvPr/>
        </p:nvSpPr>
        <p:spPr>
          <a:xfrm>
            <a:off x="2314622"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p</a:t>
            </a:r>
            <a:endParaRPr sz="10000" b="0" i="0" u="none" strike="noStrike" cap="none">
              <a:solidFill>
                <a:srgbClr val="2356AF"/>
              </a:solidFill>
              <a:latin typeface="Jost"/>
              <a:ea typeface="Jost"/>
              <a:cs typeface="Jost"/>
              <a:sym typeface="Jost"/>
            </a:endParaRPr>
          </a:p>
        </p:txBody>
      </p:sp>
      <p:sp>
        <p:nvSpPr>
          <p:cNvPr id="999" name="Google Shape;999;g2d0c6663820_0_142"/>
          <p:cNvSpPr/>
          <p:nvPr/>
        </p:nvSpPr>
        <p:spPr>
          <a:xfrm>
            <a:off x="3246347"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00" name="Google Shape;1000;g2d0c6663820_0_142"/>
          <p:cNvSpPr txBox="1"/>
          <p:nvPr/>
        </p:nvSpPr>
        <p:spPr>
          <a:xfrm>
            <a:off x="2902765"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i</a:t>
            </a:r>
            <a:endParaRPr sz="10000" b="0" i="0" u="none" strike="noStrike" cap="none">
              <a:solidFill>
                <a:srgbClr val="ED1C24"/>
              </a:solidFill>
              <a:latin typeface="Jost"/>
              <a:ea typeface="Jost"/>
              <a:cs typeface="Jost"/>
              <a:sym typeface="Jost"/>
            </a:endParaRPr>
          </a:p>
        </p:txBody>
      </p:sp>
      <p:sp>
        <p:nvSpPr>
          <p:cNvPr id="1001" name="Google Shape;1001;g2d0c6663820_0_142"/>
          <p:cNvSpPr/>
          <p:nvPr/>
        </p:nvSpPr>
        <p:spPr>
          <a:xfrm>
            <a:off x="3827654"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2" name="Google Shape;1002;g2d0c6663820_0_142"/>
          <p:cNvSpPr txBox="1"/>
          <p:nvPr/>
        </p:nvSpPr>
        <p:spPr>
          <a:xfrm>
            <a:off x="3512804"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g</a:t>
            </a:r>
            <a:endParaRPr sz="10000" b="0" i="0" u="none" strike="noStrike" cap="none">
              <a:solidFill>
                <a:srgbClr val="2356AF"/>
              </a:solidFill>
              <a:latin typeface="Jost"/>
              <a:ea typeface="Jost"/>
              <a:cs typeface="Jost"/>
              <a:sym typeface="Jost"/>
            </a:endParaRPr>
          </a:p>
        </p:txBody>
      </p:sp>
      <p:sp>
        <p:nvSpPr>
          <p:cNvPr id="1003" name="Google Shape;1003;g2d0c6663820_0_142"/>
          <p:cNvSpPr/>
          <p:nvPr/>
        </p:nvSpPr>
        <p:spPr>
          <a:xfrm>
            <a:off x="459718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4" name="Google Shape;1004;g2d0c6663820_0_142"/>
          <p:cNvSpPr txBox="1"/>
          <p:nvPr/>
        </p:nvSpPr>
        <p:spPr>
          <a:xfrm>
            <a:off x="4282333"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p</a:t>
            </a:r>
            <a:endParaRPr sz="10000" b="0" i="0" u="none" strike="noStrike" cap="none">
              <a:solidFill>
                <a:srgbClr val="2356AF"/>
              </a:solidFill>
              <a:latin typeface="Jost"/>
              <a:ea typeface="Jost"/>
              <a:cs typeface="Jost"/>
              <a:sym typeface="Jost"/>
            </a:endParaRPr>
          </a:p>
        </p:txBody>
      </p:sp>
      <p:sp>
        <p:nvSpPr>
          <p:cNvPr id="1005" name="Google Shape;1005;g2d0c6663820_0_142"/>
          <p:cNvSpPr/>
          <p:nvPr/>
        </p:nvSpPr>
        <p:spPr>
          <a:xfrm>
            <a:off x="5366458"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06" name="Google Shape;1006;g2d0c6663820_0_142"/>
          <p:cNvSpPr txBox="1"/>
          <p:nvPr/>
        </p:nvSpPr>
        <p:spPr>
          <a:xfrm>
            <a:off x="5051608"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e</a:t>
            </a:r>
            <a:endParaRPr sz="10000" b="0" i="0" u="none" strike="noStrike" cap="none">
              <a:solidFill>
                <a:srgbClr val="ED1C24"/>
              </a:solidFill>
              <a:latin typeface="Jost"/>
              <a:ea typeface="Jost"/>
              <a:cs typeface="Jost"/>
              <a:sym typeface="Jost"/>
            </a:endParaRPr>
          </a:p>
        </p:txBody>
      </p:sp>
      <p:sp>
        <p:nvSpPr>
          <p:cNvPr id="1007" name="Google Shape;1007;g2d0c6663820_0_142"/>
          <p:cNvSpPr/>
          <p:nvPr/>
        </p:nvSpPr>
        <p:spPr>
          <a:xfrm>
            <a:off x="612452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8" name="Google Shape;1008;g2d0c6663820_0_142"/>
          <p:cNvSpPr txBox="1"/>
          <p:nvPr/>
        </p:nvSpPr>
        <p:spPr>
          <a:xfrm>
            <a:off x="5809678"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n</a:t>
            </a:r>
            <a:endParaRPr sz="10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d0c6663820_0_1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5" name="Google Shape;1015;g2d0c6663820_0_18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6" name="Google Shape;1016;g2d0c6663820_0_18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7" name="Google Shape;1017;g2d0c6663820_0_18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8" name="Google Shape;1018;g2d0c6663820_0_18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9" name="Google Shape;1019;g2d0c6663820_0_18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0" name="Google Shape;1020;g2d0c6663820_0_18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21" name="Google Shape;1021;g2d0c6663820_0_181"/>
          <p:cNvGrpSpPr/>
          <p:nvPr/>
        </p:nvGrpSpPr>
        <p:grpSpPr>
          <a:xfrm>
            <a:off x="304250" y="6984600"/>
            <a:ext cx="8330829" cy="808600"/>
            <a:chOff x="-152950" y="7365600"/>
            <a:chExt cx="8330829" cy="808600"/>
          </a:xfrm>
        </p:grpSpPr>
        <p:sp>
          <p:nvSpPr>
            <p:cNvPr id="1022" name="Google Shape;1022;g2d0c6663820_0_18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3" name="Google Shape;1023;g2d0c6663820_0_18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4" name="Google Shape;1024;g2d0c6663820_0_18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5" name="Google Shape;1025;g2d0c6663820_0_18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6" name="Google Shape;1026;g2d0c6663820_0_18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7" name="Google Shape;1027;g2d0c6663820_0_18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8" name="Google Shape;1028;g2d0c6663820_0_18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9" name="Google Shape;1029;g2d0c6663820_0_18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30" name="Google Shape;1030;g2d0c6663820_0_18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1" name="Google Shape;1031;g2d0c6663820_0_18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32" name="Google Shape;1032;g2d0c6663820_0_1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33" name="Google Shape;1033;g2d0c6663820_0_181"/>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1034" name="Google Shape;1034;g2d0c6663820_0_1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35" name="Google Shape;1035;g2d0c6663820_0_181"/>
          <p:cNvSpPr/>
          <p:nvPr/>
        </p:nvSpPr>
        <p:spPr>
          <a:xfrm>
            <a:off x="4345001"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6" name="Google Shape;1036;g2d0c6663820_0_181"/>
          <p:cNvSpPr/>
          <p:nvPr/>
        </p:nvSpPr>
        <p:spPr>
          <a:xfrm>
            <a:off x="2553272"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7" name="Google Shape;1037;g2d0c6663820_0_181"/>
          <p:cNvSpPr txBox="1"/>
          <p:nvPr/>
        </p:nvSpPr>
        <p:spPr>
          <a:xfrm>
            <a:off x="2238422"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p</a:t>
            </a:r>
            <a:endParaRPr sz="10000" b="0" i="0" u="none" strike="noStrike" cap="none">
              <a:solidFill>
                <a:srgbClr val="2356AF"/>
              </a:solidFill>
              <a:latin typeface="Jost"/>
              <a:ea typeface="Jost"/>
              <a:cs typeface="Jost"/>
              <a:sym typeface="Jost"/>
            </a:endParaRPr>
          </a:p>
        </p:txBody>
      </p:sp>
      <p:sp>
        <p:nvSpPr>
          <p:cNvPr id="1038" name="Google Shape;1038;g2d0c6663820_0_181"/>
          <p:cNvSpPr/>
          <p:nvPr/>
        </p:nvSpPr>
        <p:spPr>
          <a:xfrm>
            <a:off x="3170147"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39" name="Google Shape;1039;g2d0c6663820_0_181"/>
          <p:cNvSpPr txBox="1"/>
          <p:nvPr/>
        </p:nvSpPr>
        <p:spPr>
          <a:xfrm>
            <a:off x="2826565"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i</a:t>
            </a:r>
            <a:endParaRPr sz="10000" b="0" i="0" u="none" strike="noStrike" cap="none">
              <a:solidFill>
                <a:srgbClr val="ED1C24"/>
              </a:solidFill>
              <a:latin typeface="Jost"/>
              <a:ea typeface="Jost"/>
              <a:cs typeface="Jost"/>
              <a:sym typeface="Jost"/>
            </a:endParaRPr>
          </a:p>
        </p:txBody>
      </p:sp>
      <p:sp>
        <p:nvSpPr>
          <p:cNvPr id="1040" name="Google Shape;1040;g2d0c6663820_0_181"/>
          <p:cNvSpPr/>
          <p:nvPr/>
        </p:nvSpPr>
        <p:spPr>
          <a:xfrm>
            <a:off x="3751454"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1" name="Google Shape;1041;g2d0c6663820_0_181"/>
          <p:cNvSpPr txBox="1"/>
          <p:nvPr/>
        </p:nvSpPr>
        <p:spPr>
          <a:xfrm>
            <a:off x="3436604"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g</a:t>
            </a:r>
            <a:endParaRPr sz="10000" b="0" i="0" u="none" strike="noStrike" cap="none">
              <a:solidFill>
                <a:srgbClr val="2356AF"/>
              </a:solidFill>
              <a:latin typeface="Jost"/>
              <a:ea typeface="Jost"/>
              <a:cs typeface="Jost"/>
              <a:sym typeface="Jost"/>
            </a:endParaRPr>
          </a:p>
        </p:txBody>
      </p:sp>
      <p:sp>
        <p:nvSpPr>
          <p:cNvPr id="1042" name="Google Shape;1042;g2d0c6663820_0_181"/>
          <p:cNvSpPr/>
          <p:nvPr/>
        </p:nvSpPr>
        <p:spPr>
          <a:xfrm>
            <a:off x="467338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3" name="Google Shape;1043;g2d0c6663820_0_181"/>
          <p:cNvSpPr txBox="1"/>
          <p:nvPr/>
        </p:nvSpPr>
        <p:spPr>
          <a:xfrm>
            <a:off x="4358533"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p</a:t>
            </a:r>
            <a:endParaRPr sz="10000" b="0" i="0" u="none" strike="noStrike" cap="none">
              <a:solidFill>
                <a:srgbClr val="2356AF"/>
              </a:solidFill>
              <a:latin typeface="Jost"/>
              <a:ea typeface="Jost"/>
              <a:cs typeface="Jost"/>
              <a:sym typeface="Jost"/>
            </a:endParaRPr>
          </a:p>
        </p:txBody>
      </p:sp>
      <p:sp>
        <p:nvSpPr>
          <p:cNvPr id="1044" name="Google Shape;1044;g2d0c6663820_0_181"/>
          <p:cNvSpPr/>
          <p:nvPr/>
        </p:nvSpPr>
        <p:spPr>
          <a:xfrm>
            <a:off x="5442658"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45" name="Google Shape;1045;g2d0c6663820_0_181"/>
          <p:cNvSpPr txBox="1"/>
          <p:nvPr/>
        </p:nvSpPr>
        <p:spPr>
          <a:xfrm>
            <a:off x="5127808"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e</a:t>
            </a:r>
            <a:endParaRPr sz="10000" b="0" i="0" u="none" strike="noStrike" cap="none">
              <a:solidFill>
                <a:srgbClr val="ED1C24"/>
              </a:solidFill>
              <a:latin typeface="Jost"/>
              <a:ea typeface="Jost"/>
              <a:cs typeface="Jost"/>
              <a:sym typeface="Jost"/>
            </a:endParaRPr>
          </a:p>
        </p:txBody>
      </p:sp>
      <p:sp>
        <p:nvSpPr>
          <p:cNvPr id="1046" name="Google Shape;1046;g2d0c6663820_0_181"/>
          <p:cNvSpPr/>
          <p:nvPr/>
        </p:nvSpPr>
        <p:spPr>
          <a:xfrm>
            <a:off x="620072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7" name="Google Shape;1047;g2d0c6663820_0_181"/>
          <p:cNvSpPr txBox="1"/>
          <p:nvPr/>
        </p:nvSpPr>
        <p:spPr>
          <a:xfrm>
            <a:off x="5885878"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n</a:t>
            </a:r>
            <a:endParaRPr sz="100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54" name="Google Shape;105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55" name="Google Shape;105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g2d0c6663820_0_2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62" name="Google Shape;1062;g2d0c6663820_0_231"/>
          <p:cNvSpPr txBox="1">
            <a:spLocks noGrp="1"/>
          </p:cNvSpPr>
          <p:nvPr>
            <p:ph type="title"/>
          </p:nvPr>
        </p:nvSpPr>
        <p:spPr>
          <a:xfrm>
            <a:off x="926525" y="5686700"/>
            <a:ext cx="7290900" cy="454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Building Multi-Syllabic Words</a:t>
            </a:r>
            <a:endParaRPr/>
          </a:p>
        </p:txBody>
      </p:sp>
      <p:sp>
        <p:nvSpPr>
          <p:cNvPr id="1063" name="Google Shape;1063;g2d0c6663820_0_231"/>
          <p:cNvSpPr txBox="1"/>
          <p:nvPr/>
        </p:nvSpPr>
        <p:spPr>
          <a:xfrm>
            <a:off x="64323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993FA2"/>
                </a:solidFill>
                <a:latin typeface="Jost"/>
                <a:ea typeface="Jost"/>
                <a:cs typeface="Jost"/>
                <a:sym typeface="Jost"/>
              </a:rPr>
              <a:t>er</a:t>
            </a:r>
            <a:endParaRPr sz="8000" b="0" i="0" u="none" strike="noStrike" cap="none">
              <a:solidFill>
                <a:srgbClr val="993FA2"/>
              </a:solidFill>
              <a:latin typeface="Jost"/>
              <a:ea typeface="Jost"/>
              <a:cs typeface="Jost"/>
              <a:sym typeface="Jost"/>
            </a:endParaRPr>
          </a:p>
        </p:txBody>
      </p:sp>
      <p:sp>
        <p:nvSpPr>
          <p:cNvPr id="1064" name="Google Shape;1064;g2d0c6663820_0_231"/>
          <p:cNvSpPr txBox="1"/>
          <p:nvPr/>
        </p:nvSpPr>
        <p:spPr>
          <a:xfrm>
            <a:off x="14859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f</a:t>
            </a:r>
            <a:endParaRPr sz="8000" b="0" i="0" u="none" strike="noStrike" cap="none">
              <a:solidFill>
                <a:srgbClr val="2356AF"/>
              </a:solidFill>
              <a:latin typeface="Jost"/>
              <a:ea typeface="Jost"/>
              <a:cs typeface="Jost"/>
              <a:sym typeface="Jost"/>
            </a:endParaRPr>
          </a:p>
        </p:txBody>
      </p:sp>
      <p:cxnSp>
        <p:nvCxnSpPr>
          <p:cNvPr id="1065" name="Google Shape;1065;g2d0c6663820_0_231"/>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66" name="Google Shape;1066;g2d0c6663820_0_231"/>
          <p:cNvSpPr/>
          <p:nvPr/>
        </p:nvSpPr>
        <p:spPr>
          <a:xfrm>
            <a:off x="1181100" y="3632792"/>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67" name="Google Shape;1067;g2d0c6663820_0_231"/>
          <p:cNvCxnSpPr/>
          <p:nvPr/>
        </p:nvCxnSpPr>
        <p:spPr>
          <a:xfrm>
            <a:off x="1181250" y="437121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8" name="Google Shape;1068;g2d0c6663820_0_231"/>
          <p:cNvCxnSpPr/>
          <p:nvPr/>
        </p:nvCxnSpPr>
        <p:spPr>
          <a:xfrm>
            <a:off x="1181250" y="406736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9" name="Google Shape;1069;g2d0c6663820_0_231"/>
          <p:cNvCxnSpPr/>
          <p:nvPr/>
        </p:nvCxnSpPr>
        <p:spPr>
          <a:xfrm>
            <a:off x="1181250" y="4974753"/>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0" name="Google Shape;1070;g2d0c6663820_0_231"/>
          <p:cNvCxnSpPr/>
          <p:nvPr/>
        </p:nvCxnSpPr>
        <p:spPr>
          <a:xfrm>
            <a:off x="1181250" y="5238092"/>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1" name="Google Shape;1071;g2d0c6663820_0_231"/>
          <p:cNvCxnSpPr/>
          <p:nvPr/>
        </p:nvCxnSpPr>
        <p:spPr>
          <a:xfrm rot="10800000">
            <a:off x="4576829" y="3617567"/>
            <a:ext cx="0" cy="1851900"/>
          </a:xfrm>
          <a:prstGeom prst="straightConnector1">
            <a:avLst/>
          </a:prstGeom>
          <a:noFill/>
          <a:ln w="76200" cap="flat" cmpd="sng">
            <a:solidFill>
              <a:srgbClr val="C2EDFF"/>
            </a:solidFill>
            <a:prstDash val="solid"/>
            <a:miter lim="800000"/>
            <a:headEnd type="none" w="sm" len="sm"/>
            <a:tailEnd type="none" w="sm" len="sm"/>
          </a:ln>
        </p:spPr>
      </p:cxnSp>
      <p:cxnSp>
        <p:nvCxnSpPr>
          <p:cNvPr id="1072" name="Google Shape;1072;g2d0c6663820_0_231"/>
          <p:cNvCxnSpPr/>
          <p:nvPr/>
        </p:nvCxnSpPr>
        <p:spPr>
          <a:xfrm rot="10800000">
            <a:off x="2883723" y="3617567"/>
            <a:ext cx="0" cy="1851900"/>
          </a:xfrm>
          <a:prstGeom prst="straightConnector1">
            <a:avLst/>
          </a:prstGeom>
          <a:noFill/>
          <a:ln w="28575" cap="flat" cmpd="sng">
            <a:solidFill>
              <a:srgbClr val="C2EDFF"/>
            </a:solidFill>
            <a:prstDash val="lgDash"/>
            <a:miter lim="800000"/>
            <a:headEnd type="none" w="sm" len="sm"/>
            <a:tailEnd type="none" w="sm" len="sm"/>
          </a:ln>
        </p:spPr>
      </p:cxnSp>
      <p:sp>
        <p:nvSpPr>
          <p:cNvPr id="1073" name="Google Shape;1073;g2d0c6663820_0_23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1074" name="Google Shape;1074;g2d0c6663820_0_231"/>
          <p:cNvCxnSpPr/>
          <p:nvPr/>
        </p:nvCxnSpPr>
        <p:spPr>
          <a:xfrm rot="10800000">
            <a:off x="6269936" y="3617567"/>
            <a:ext cx="0" cy="1851900"/>
          </a:xfrm>
          <a:prstGeom prst="straightConnector1">
            <a:avLst/>
          </a:prstGeom>
          <a:noFill/>
          <a:ln w="28575" cap="flat" cmpd="sng">
            <a:solidFill>
              <a:srgbClr val="C2EDFF"/>
            </a:solidFill>
            <a:prstDash val="lgDash"/>
            <a:miter lim="800000"/>
            <a:headEnd type="none" w="sm" len="sm"/>
            <a:tailEnd type="none" w="sm" len="sm"/>
          </a:ln>
        </p:spPr>
      </p:cxnSp>
      <p:sp>
        <p:nvSpPr>
          <p:cNvPr id="1075" name="Google Shape;1075;g2d0c6663820_0_23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6" name="Google Shape;1076;g2d0c6663820_0_23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7" name="Google Shape;1077;g2d0c6663820_0_23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8" name="Google Shape;1078;g2d0c6663820_0_23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9" name="Google Shape;1079;g2d0c6663820_0_23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80" name="Google Shape;1080;g2d0c6663820_0_23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81" name="Google Shape;1081;g2d0c6663820_0_23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82" name="Google Shape;1082;g2d0c6663820_0_23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83" name="Google Shape;1083;g2d0c6663820_0_23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84" name="Google Shape;1084;g2d0c6663820_0_23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85" name="Google Shape;1085;g2d0c6663820_0_23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86" name="Google Shape;1086;g2d0c6663820_0_23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87" name="Google Shape;1087;g2d0c6663820_0_23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8" name="Google Shape;1088;g2d0c6663820_0_23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9" name="Google Shape;1089;g2d0c6663820_0_23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0" name="Google Shape;1090;g2d0c6663820_0_23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91" name="Google Shape;1091;g2d0c6663820_0_231"/>
          <p:cNvSpPr txBox="1"/>
          <p:nvPr/>
        </p:nvSpPr>
        <p:spPr>
          <a:xfrm>
            <a:off x="47835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6800" b="0" i="0" u="none" strike="noStrike" cap="none">
                <a:solidFill>
                  <a:srgbClr val="993FA2"/>
                </a:solidFill>
                <a:latin typeface="Poppins"/>
                <a:ea typeface="Poppins"/>
                <a:cs typeface="Poppins"/>
                <a:sym typeface="Poppins"/>
              </a:rPr>
              <a:t>a</a:t>
            </a:r>
            <a:r>
              <a:rPr lang="en-US" sz="8000" b="0" i="0" u="none" strike="noStrike" cap="none">
                <a:solidFill>
                  <a:srgbClr val="993FA2"/>
                </a:solidFill>
                <a:latin typeface="Jost"/>
                <a:ea typeface="Jost"/>
                <a:cs typeface="Jost"/>
                <a:sym typeface="Jost"/>
              </a:rPr>
              <a:t>r</a:t>
            </a:r>
            <a:endParaRPr sz="8000" b="0" i="0" u="none" strike="noStrike" cap="none">
              <a:solidFill>
                <a:srgbClr val="2356AF"/>
              </a:solidFill>
              <a:latin typeface="Jost"/>
              <a:ea typeface="Jost"/>
              <a:cs typeface="Jost"/>
              <a:sym typeface="Jost"/>
            </a:endParaRPr>
          </a:p>
        </p:txBody>
      </p:sp>
      <p:sp>
        <p:nvSpPr>
          <p:cNvPr id="1092" name="Google Shape;1092;g2d0c6663820_0_231"/>
          <p:cNvSpPr txBox="1"/>
          <p:nvPr/>
        </p:nvSpPr>
        <p:spPr>
          <a:xfrm>
            <a:off x="31347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m</a:t>
            </a:r>
            <a:endParaRPr sz="80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388</Words>
  <Application>Microsoft Office PowerPoint</Application>
  <PresentationFormat>On-screen Show (4:3)</PresentationFormat>
  <Paragraphs>165</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Poppins Medium</vt:lpstr>
      <vt:lpstr>Calibri</vt:lpstr>
      <vt:lpstr>Poppins</vt:lpstr>
      <vt:lpstr>Jost</vt:lpstr>
      <vt:lpstr>Arial</vt:lpstr>
      <vt:lpstr>Poppins SemiBold</vt:lpstr>
      <vt:lpstr>Mulish</vt:lpstr>
      <vt:lpstr>Nunito Black</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Hear Syllables</vt:lpstr>
      <vt:lpstr>Hear Syllables</vt:lpstr>
      <vt:lpstr>Explain Decoding</vt:lpstr>
      <vt:lpstr>Model Blending Phonemes</vt:lpstr>
      <vt:lpstr>Model Blending Phonemes</vt:lpstr>
      <vt:lpstr>Model Blending Phonemes</vt:lpstr>
      <vt:lpstr>Model Blending Phonemes</vt:lpstr>
      <vt:lpstr>Explain Encoding</vt:lpstr>
      <vt:lpstr>Practise Building Multi-Syllabic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2026-05-13T04:19:40Z</dcterms:modified>
</cp:coreProperties>
</file>