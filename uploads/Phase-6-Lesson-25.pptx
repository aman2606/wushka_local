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Jost" panose="020B0604020202020204" charset="0"/>
      <p:regular r:id="rId14"/>
      <p:bold r:id="rId15"/>
      <p:italic r:id="rId16"/>
      <p:boldItalic r:id="rId17"/>
    </p:embeddedFont>
    <p:embeddedFont>
      <p:font typeface="Nunito Black" pitchFamily="2" charset="0"/>
      <p:bold r:id="rId18"/>
      <p:boldItalic r:id="rId19"/>
    </p:embeddedFont>
    <p:embeddedFont>
      <p:font typeface="Poppins" panose="00000500000000000000" pitchFamily="2" charset="0"/>
      <p:regular r:id="rId20"/>
      <p:bold r:id="rId21"/>
      <p:italic r:id="rId22"/>
      <p:boldItalic r:id="rId23"/>
    </p:embeddedFont>
    <p:embeddedFont>
      <p:font typeface="Poppins Medium" panose="00000600000000000000" pitchFamily="2" charset="0"/>
      <p:regular r:id="rId24"/>
      <p:bold r:id="rId25"/>
      <p:italic r:id="rId26"/>
      <p:boldItalic r:id="rId27"/>
    </p:embeddedFont>
    <p:embeddedFont>
      <p:font typeface="Poppins SemiBold" panose="000007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beGewGNEtJqC2XHGxqpvCYT5U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58E6B4-2932-4053-B7EA-2F162240918A}">
  <a:tblStyle styleId="{4F58E6B4-2932-4053-B7EA-2F162240918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74b7ea037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74b7ea03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74b7ea03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74b7ea0376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74b7ea0376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74b7ea0376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74b7ea0376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74b7ea0376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74b7ea0376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74b7ea0376_0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74b7ea0376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74b7ea0376_0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3938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1294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0932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333175"/>
            <a:ext cx="4612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Comparative Adjective </a:t>
            </a:r>
            <a:r>
              <a:rPr lang="en-US" sz="1600" b="0" i="0" u="none" strike="noStrike" cap="none">
                <a:solidFill>
                  <a:srgbClr val="000000"/>
                </a:solidFill>
                <a:latin typeface="Poppins"/>
                <a:ea typeface="Poppins"/>
                <a:cs typeface="Poppins"/>
                <a:sym typeface="Poppins"/>
              </a:rPr>
              <a:t>- an adjective used to say that something is more of a certain quality / adjective than something else.</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Superlative Adjective </a:t>
            </a:r>
            <a:r>
              <a:rPr lang="en-US" sz="1600" b="0" i="0" u="none" strike="noStrike" cap="none">
                <a:solidFill>
                  <a:srgbClr val="000000"/>
                </a:solidFill>
                <a:latin typeface="Poppins"/>
                <a:ea typeface="Poppins"/>
                <a:cs typeface="Poppins"/>
                <a:sym typeface="Poppins"/>
              </a:rPr>
              <a:t>- an adjective used to say that something is the most of a certain quality / adjective than something else.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dependent Reading">
  <p:cSld name="Alien Word of the Day_2_1_1_2">
    <p:spTree>
      <p:nvGrpSpPr>
        <p:cNvPr id="1" name="Shape 104"/>
        <p:cNvGrpSpPr/>
        <p:nvPr/>
      </p:nvGrpSpPr>
      <p:grpSpPr>
        <a:xfrm>
          <a:off x="0" y="0"/>
          <a:ext cx="0" cy="0"/>
          <a:chOff x="0" y="0"/>
          <a:chExt cx="0" cy="0"/>
        </a:xfrm>
      </p:grpSpPr>
      <p:sp>
        <p:nvSpPr>
          <p:cNvPr id="105" name="Google Shape;105;g274b7ea0376_0_9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 name="Google Shape;106;g274b7ea0376_0_97"/>
          <p:cNvGrpSpPr/>
          <p:nvPr/>
        </p:nvGrpSpPr>
        <p:grpSpPr>
          <a:xfrm>
            <a:off x="357775" y="5983875"/>
            <a:ext cx="586800" cy="571500"/>
            <a:chOff x="662575" y="6212475"/>
            <a:chExt cx="586800" cy="571500"/>
          </a:xfrm>
        </p:grpSpPr>
        <p:sp>
          <p:nvSpPr>
            <p:cNvPr id="107" name="Google Shape;107;g274b7ea0376_0_9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74b7ea0376_0_9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74b7ea0376_0_9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0" name="Google Shape;110;g274b7ea0376_0_97"/>
          <p:cNvGrpSpPr/>
          <p:nvPr/>
        </p:nvGrpSpPr>
        <p:grpSpPr>
          <a:xfrm>
            <a:off x="8199150" y="5983875"/>
            <a:ext cx="586800" cy="571500"/>
            <a:chOff x="7894350" y="6212475"/>
            <a:chExt cx="586800" cy="571500"/>
          </a:xfrm>
        </p:grpSpPr>
        <p:sp>
          <p:nvSpPr>
            <p:cNvPr id="111" name="Google Shape;111;g274b7ea0376_0_9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74b7ea0376_0_9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74b7ea0376_0_9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4" name="Google Shape;114;g274b7ea0376_0_97"/>
          <p:cNvGrpSpPr/>
          <p:nvPr/>
        </p:nvGrpSpPr>
        <p:grpSpPr>
          <a:xfrm>
            <a:off x="-36800" y="-52000"/>
            <a:ext cx="9236100" cy="543600"/>
            <a:chOff x="-36800" y="-52000"/>
            <a:chExt cx="9236100" cy="543600"/>
          </a:xfrm>
        </p:grpSpPr>
        <p:sp>
          <p:nvSpPr>
            <p:cNvPr id="115" name="Google Shape;115;g274b7ea0376_0_9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g274b7ea0376_0_97"/>
            <p:cNvGrpSpPr/>
            <p:nvPr/>
          </p:nvGrpSpPr>
          <p:grpSpPr>
            <a:xfrm>
              <a:off x="7240990" y="88100"/>
              <a:ext cx="1337400" cy="403500"/>
              <a:chOff x="3235750" y="88250"/>
              <a:chExt cx="1337400" cy="403500"/>
            </a:xfrm>
          </p:grpSpPr>
          <p:sp>
            <p:nvSpPr>
              <p:cNvPr id="117" name="Google Shape;117;g274b7ea0376_0_97"/>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18" name="Google Shape;118;g274b7ea0376_0_97"/>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19" name="Google Shape;119;g274b7ea0376_0_9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20" name="Google Shape;120;g274b7ea0376_0_9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74b7ea0376_0_9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74b7ea0376_0_9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74b7ea0376_0_9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24" name="Google Shape;124;g274b7ea0376_0_9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74b7ea0376_0_9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26" name="Google Shape;126;g274b7ea0376_0_9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74b7ea0376_0_97"/>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74b7ea0376_0_9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74b7ea0376_0_9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30" name="Google Shape;130;g274b7ea0376_0_97"/>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D1C24"/>
                </a:solidFill>
                <a:latin typeface="Poppins Medium"/>
                <a:ea typeface="Poppins Medium"/>
                <a:cs typeface="Poppins Medium"/>
                <a:sym typeface="Poppins Medium"/>
              </a:rPr>
              <a:t>Independent Reading</a:t>
            </a:r>
            <a:endParaRPr sz="3200" b="0" i="0" u="none" strike="noStrike" cap="none">
              <a:solidFill>
                <a:srgbClr val="ED1C24"/>
              </a:solidFill>
              <a:latin typeface="Poppins Medium"/>
              <a:ea typeface="Poppins Medium"/>
              <a:cs typeface="Poppins Medium"/>
              <a:sym typeface="Poppins Medium"/>
            </a:endParaRPr>
          </a:p>
        </p:txBody>
      </p:sp>
      <p:cxnSp>
        <p:nvCxnSpPr>
          <p:cNvPr id="131" name="Google Shape;131;g274b7ea0376_0_97"/>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74b7ea0376_0_97"/>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3" name="Google Shape;133;g274b7ea0376_0_97"/>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ED1C24"/>
                </a:solidFill>
                <a:latin typeface="Poppins Medium"/>
                <a:ea typeface="Poppins Medium"/>
                <a:cs typeface="Poppins Medium"/>
                <a:sym typeface="Poppins Medium"/>
              </a:rPr>
              <a:t>Decodable Readers</a:t>
            </a:r>
            <a:endParaRPr sz="1100" b="0" i="0" u="none" strike="noStrike" cap="none">
              <a:solidFill>
                <a:srgbClr val="ED1C24"/>
              </a:solidFill>
              <a:latin typeface="Poppins Medium"/>
              <a:ea typeface="Poppins Medium"/>
              <a:cs typeface="Poppins Medium"/>
              <a:sym typeface="Poppins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ffix Word Table">
  <p:cSld name="Alien Word of the Day_2_1_1_2_1">
    <p:spTree>
      <p:nvGrpSpPr>
        <p:cNvPr id="1" name="Shape 134"/>
        <p:cNvGrpSpPr/>
        <p:nvPr/>
      </p:nvGrpSpPr>
      <p:grpSpPr>
        <a:xfrm>
          <a:off x="0" y="0"/>
          <a:ext cx="0" cy="0"/>
          <a:chOff x="0" y="0"/>
          <a:chExt cx="0" cy="0"/>
        </a:xfrm>
      </p:grpSpPr>
      <p:sp>
        <p:nvSpPr>
          <p:cNvPr id="135" name="Google Shape;135;g274b7ea0376_0_23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74b7ea0376_0_230"/>
          <p:cNvGrpSpPr/>
          <p:nvPr/>
        </p:nvGrpSpPr>
        <p:grpSpPr>
          <a:xfrm>
            <a:off x="357775" y="5983875"/>
            <a:ext cx="586800" cy="571500"/>
            <a:chOff x="662575" y="6212475"/>
            <a:chExt cx="586800" cy="571500"/>
          </a:xfrm>
        </p:grpSpPr>
        <p:sp>
          <p:nvSpPr>
            <p:cNvPr id="137" name="Google Shape;137;g274b7ea0376_0_23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74b7ea0376_0_23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74b7ea0376_0_23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0" name="Google Shape;140;g274b7ea0376_0_230"/>
          <p:cNvGrpSpPr/>
          <p:nvPr/>
        </p:nvGrpSpPr>
        <p:grpSpPr>
          <a:xfrm>
            <a:off x="8199150" y="5983875"/>
            <a:ext cx="586800" cy="571500"/>
            <a:chOff x="7894350" y="6212475"/>
            <a:chExt cx="586800" cy="571500"/>
          </a:xfrm>
        </p:grpSpPr>
        <p:sp>
          <p:nvSpPr>
            <p:cNvPr id="141" name="Google Shape;141;g274b7ea0376_0_23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74b7ea0376_0_23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74b7ea0376_0_23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4" name="Google Shape;144;g274b7ea0376_0_230"/>
          <p:cNvGrpSpPr/>
          <p:nvPr/>
        </p:nvGrpSpPr>
        <p:grpSpPr>
          <a:xfrm>
            <a:off x="-36800" y="-52000"/>
            <a:ext cx="9236100" cy="543600"/>
            <a:chOff x="-36800" y="-52000"/>
            <a:chExt cx="9236100" cy="543600"/>
          </a:xfrm>
        </p:grpSpPr>
        <p:sp>
          <p:nvSpPr>
            <p:cNvPr id="145" name="Google Shape;145;g274b7ea0376_0_23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6" name="Google Shape;146;g274b7ea0376_0_230"/>
            <p:cNvGrpSpPr/>
            <p:nvPr/>
          </p:nvGrpSpPr>
          <p:grpSpPr>
            <a:xfrm>
              <a:off x="7240990" y="88100"/>
              <a:ext cx="1337400" cy="403500"/>
              <a:chOff x="3235750" y="88250"/>
              <a:chExt cx="1337400" cy="403500"/>
            </a:xfrm>
          </p:grpSpPr>
          <p:sp>
            <p:nvSpPr>
              <p:cNvPr id="147" name="Google Shape;147;g274b7ea0376_0_23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8" name="Google Shape;148;g274b7ea0376_0_23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9" name="Google Shape;149;g274b7ea0376_0_23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50" name="Google Shape;150;g274b7ea0376_0_23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51" name="Google Shape;151;g274b7ea0376_0_23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74b7ea0376_0_23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74b7ea0376_0_23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54" name="Google Shape;154;g274b7ea0376_0_23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5" name="Google Shape;155;g274b7ea0376_0_23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6" name="Google Shape;156;g274b7ea0376_0_23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74b7ea0376_0_23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8" name="Google Shape;158;g274b7ea0376_0_23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9" name="Google Shape;159;g274b7ea0376_0_23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60" name="Google Shape;160;g274b7ea0376_0_23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a:solidFill>
                  <a:srgbClr val="ED1C24"/>
                </a:solidFill>
                <a:latin typeface="Poppins Medium"/>
                <a:ea typeface="Poppins Medium"/>
                <a:cs typeface="Poppins Medium"/>
                <a:sym typeface="Poppins Medium"/>
              </a:rPr>
              <a:t>Practise</a:t>
            </a:r>
            <a:r>
              <a:rPr lang="en-US" sz="3200" b="0" i="0" u="none" strike="noStrike" cap="none">
                <a:solidFill>
                  <a:srgbClr val="ED1C24"/>
                </a:solidFill>
                <a:latin typeface="Poppins Medium"/>
                <a:ea typeface="Poppins Medium"/>
                <a:cs typeface="Poppins Medium"/>
                <a:sym typeface="Poppins Medium"/>
              </a:rPr>
              <a:t> using Affixes</a:t>
            </a:r>
            <a:endParaRPr sz="3200" b="0" i="0" u="none" strike="noStrike" cap="none">
              <a:solidFill>
                <a:srgbClr val="ED1C24"/>
              </a:solidFill>
              <a:latin typeface="Poppins Medium"/>
              <a:ea typeface="Poppins Medium"/>
              <a:cs typeface="Poppins Medium"/>
              <a:sym typeface="Poppins Medium"/>
            </a:endParaRPr>
          </a:p>
        </p:txBody>
      </p:sp>
      <p:cxnSp>
        <p:nvCxnSpPr>
          <p:cNvPr id="161" name="Google Shape;161;g274b7ea0376_0_23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5"/>
        <p:cNvGrpSpPr/>
        <p:nvPr/>
      </p:nvGrpSpPr>
      <p:grpSpPr>
        <a:xfrm>
          <a:off x="0" y="0"/>
          <a:ext cx="0" cy="0"/>
          <a:chOff x="0" y="0"/>
          <a:chExt cx="0" cy="0"/>
        </a:xfrm>
      </p:grpSpPr>
      <p:sp>
        <p:nvSpPr>
          <p:cNvPr id="196" name="Google Shape;19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7" name="Google Shape;19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98" name="Google Shape;19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9" name="Google Shape;19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2" name="Google Shape;202;g26b641b03cd_0_260"/>
          <p:cNvGrpSpPr/>
          <p:nvPr/>
        </p:nvGrpSpPr>
        <p:grpSpPr>
          <a:xfrm>
            <a:off x="8199150" y="5983875"/>
            <a:ext cx="586800" cy="571500"/>
            <a:chOff x="7894350" y="6212475"/>
            <a:chExt cx="586800" cy="571500"/>
          </a:xfrm>
        </p:grpSpPr>
        <p:sp>
          <p:nvSpPr>
            <p:cNvPr id="203" name="Google Shape;20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6" name="Google Shape;206;g26b641b03cd_0_260"/>
          <p:cNvGrpSpPr/>
          <p:nvPr/>
        </p:nvGrpSpPr>
        <p:grpSpPr>
          <a:xfrm>
            <a:off x="-36800" y="-52000"/>
            <a:ext cx="9236100" cy="543600"/>
            <a:chOff x="-36800" y="-52000"/>
            <a:chExt cx="9236100" cy="543600"/>
          </a:xfrm>
        </p:grpSpPr>
        <p:sp>
          <p:nvSpPr>
            <p:cNvPr id="207" name="Google Shape;20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8" name="Google Shape;208;g26b641b03cd_0_260"/>
            <p:cNvGrpSpPr/>
            <p:nvPr/>
          </p:nvGrpSpPr>
          <p:grpSpPr>
            <a:xfrm>
              <a:off x="7240990" y="88100"/>
              <a:ext cx="1337400" cy="403500"/>
              <a:chOff x="3235750" y="88250"/>
              <a:chExt cx="1337400" cy="403500"/>
            </a:xfrm>
          </p:grpSpPr>
          <p:sp>
            <p:nvSpPr>
              <p:cNvPr id="209" name="Google Shape;209;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10" name="Google Shape;210;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11" name="Google Shape;21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12" name="Google Shape;21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13" name="Google Shape;21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8" name="Google Shape;21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9" name="Google Shape;21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2"/>
        <p:cNvGrpSpPr/>
        <p:nvPr/>
      </p:nvGrpSpPr>
      <p:grpSpPr>
        <a:xfrm>
          <a:off x="0" y="0"/>
          <a:ext cx="0" cy="0"/>
          <a:chOff x="0" y="0"/>
          <a:chExt cx="0" cy="0"/>
        </a:xfrm>
      </p:grpSpPr>
      <p:sp>
        <p:nvSpPr>
          <p:cNvPr id="223" name="Google Shape;22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5" name="Google Shape;225;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226" name="Google Shape;226;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7" name="Google Shape;227;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8" name="Google Shape;228;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9" name="Google Shape;229;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0" name="Google Shape;230;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1" name="Google Shape;231;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3" name="Google Shape;233;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4" name="Google Shape;234;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5" name="Google Shape;235;g2c235dd0dad_1_87"/>
          <p:cNvGrpSpPr/>
          <p:nvPr/>
        </p:nvGrpSpPr>
        <p:grpSpPr>
          <a:xfrm>
            <a:off x="662575" y="6212475"/>
            <a:ext cx="586800" cy="571500"/>
            <a:chOff x="662575" y="6212475"/>
            <a:chExt cx="586800" cy="571500"/>
          </a:xfrm>
        </p:grpSpPr>
        <p:sp>
          <p:nvSpPr>
            <p:cNvPr id="236" name="Google Shape;236;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9" name="Google Shape;239;g2c235dd0dad_1_87"/>
          <p:cNvGrpSpPr/>
          <p:nvPr/>
        </p:nvGrpSpPr>
        <p:grpSpPr>
          <a:xfrm>
            <a:off x="7894350" y="6212475"/>
            <a:ext cx="586800" cy="571500"/>
            <a:chOff x="7894350" y="6212475"/>
            <a:chExt cx="586800" cy="571500"/>
          </a:xfrm>
        </p:grpSpPr>
        <p:sp>
          <p:nvSpPr>
            <p:cNvPr id="240" name="Google Shape;240;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43" name="Google Shape;243;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5" name="Google Shape;24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6" name="Google Shape;246;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9" name="Google Shape;249;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50" name="Google Shape;250;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51" name="Google Shape;251;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52" name="Google Shape;252;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5" name="Google Shape;25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56" name="Google Shape;25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8" name="Google Shape;25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9" name="Google Shape;25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0" name="Google Shape;26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2" name="Google Shape;26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3" name="Google Shape;263;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4" name="Google Shape;264;g1f3daf8a844_0_32"/>
          <p:cNvGrpSpPr/>
          <p:nvPr/>
        </p:nvGrpSpPr>
        <p:grpSpPr>
          <a:xfrm>
            <a:off x="662575" y="6212475"/>
            <a:ext cx="586800" cy="571500"/>
            <a:chOff x="662575" y="6212475"/>
            <a:chExt cx="586800" cy="571500"/>
          </a:xfrm>
        </p:grpSpPr>
        <p:sp>
          <p:nvSpPr>
            <p:cNvPr id="265" name="Google Shape;265;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8" name="Google Shape;268;g1f3daf8a844_0_32"/>
          <p:cNvGrpSpPr/>
          <p:nvPr/>
        </p:nvGrpSpPr>
        <p:grpSpPr>
          <a:xfrm>
            <a:off x="7894350" y="6212475"/>
            <a:ext cx="586800" cy="571500"/>
            <a:chOff x="7894350" y="6212475"/>
            <a:chExt cx="586800" cy="571500"/>
          </a:xfrm>
        </p:grpSpPr>
        <p:sp>
          <p:nvSpPr>
            <p:cNvPr id="269" name="Google Shape;269;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2" name="Google Shape;272;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4" name="Google Shape;274;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5" name="Google Shape;275;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9" name="Google Shape;279;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80" name="Google Shape;280;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81" name="Google Shape;281;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2"/>
        <p:cNvGrpSpPr/>
        <p:nvPr/>
      </p:nvGrpSpPr>
      <p:grpSpPr>
        <a:xfrm>
          <a:off x="0" y="0"/>
          <a:ext cx="0" cy="0"/>
          <a:chOff x="0" y="0"/>
          <a:chExt cx="0" cy="0"/>
        </a:xfrm>
      </p:grpSpPr>
      <p:sp>
        <p:nvSpPr>
          <p:cNvPr id="283" name="Google Shape;28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4" name="Google Shape;28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85" name="Google Shape;285;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8" name="Google Shape;288;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0" name="Google Shape;29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1" name="Google Shape;29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92" name="Google Shape;292;g2c157a2fb06_0_53"/>
          <p:cNvGrpSpPr/>
          <p:nvPr/>
        </p:nvGrpSpPr>
        <p:grpSpPr>
          <a:xfrm>
            <a:off x="662575" y="6212475"/>
            <a:ext cx="586800" cy="571500"/>
            <a:chOff x="662575" y="6212475"/>
            <a:chExt cx="586800" cy="571500"/>
          </a:xfrm>
        </p:grpSpPr>
        <p:sp>
          <p:nvSpPr>
            <p:cNvPr id="293" name="Google Shape;29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6" name="Google Shape;296;g2c157a2fb06_0_53"/>
          <p:cNvGrpSpPr/>
          <p:nvPr/>
        </p:nvGrpSpPr>
        <p:grpSpPr>
          <a:xfrm>
            <a:off x="7894350" y="6212475"/>
            <a:ext cx="586800" cy="571500"/>
            <a:chOff x="7894350" y="6212475"/>
            <a:chExt cx="586800" cy="571500"/>
          </a:xfrm>
        </p:grpSpPr>
        <p:sp>
          <p:nvSpPr>
            <p:cNvPr id="297" name="Google Shape;29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0" name="Google Shape;300;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02" name="Google Shape;30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6" name="Google Shape;306;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7" name="Google Shape;307;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8" name="Google Shape;308;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9" name="Google Shape;309;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0"/>
        <p:cNvGrpSpPr/>
        <p:nvPr/>
      </p:nvGrpSpPr>
      <p:grpSpPr>
        <a:xfrm>
          <a:off x="0" y="0"/>
          <a:ext cx="0" cy="0"/>
          <a:chOff x="0" y="0"/>
          <a:chExt cx="0" cy="0"/>
        </a:xfrm>
      </p:grpSpPr>
      <p:pic>
        <p:nvPicPr>
          <p:cNvPr id="311" name="Google Shape;31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12" name="Google Shape;31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3" name="Google Shape;31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314" name="Google Shape;314;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6" name="Google Shape;316;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7" name="Google Shape;317;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8" name="Google Shape;31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9" name="Google Shape;31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20" name="Google Shape;320;g2c157a2fb06_0_158"/>
          <p:cNvGrpSpPr/>
          <p:nvPr/>
        </p:nvGrpSpPr>
        <p:grpSpPr>
          <a:xfrm>
            <a:off x="662575" y="6212475"/>
            <a:ext cx="586800" cy="571500"/>
            <a:chOff x="662575" y="6212475"/>
            <a:chExt cx="586800" cy="571500"/>
          </a:xfrm>
        </p:grpSpPr>
        <p:sp>
          <p:nvSpPr>
            <p:cNvPr id="321" name="Google Shape;32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4" name="Google Shape;324;g2c157a2fb06_0_158"/>
          <p:cNvGrpSpPr/>
          <p:nvPr/>
        </p:nvGrpSpPr>
        <p:grpSpPr>
          <a:xfrm>
            <a:off x="7894350" y="6212475"/>
            <a:ext cx="586800" cy="571500"/>
            <a:chOff x="7894350" y="6212475"/>
            <a:chExt cx="586800" cy="571500"/>
          </a:xfrm>
        </p:grpSpPr>
        <p:sp>
          <p:nvSpPr>
            <p:cNvPr id="325" name="Google Shape;32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8" name="Google Shape;328;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0" name="Google Shape;33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5" name="Google Shape;335;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6" name="Google Shape;336;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7" name="Google Shape;337;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8"/>
        <p:cNvGrpSpPr/>
        <p:nvPr/>
      </p:nvGrpSpPr>
      <p:grpSpPr>
        <a:xfrm>
          <a:off x="0" y="0"/>
          <a:ext cx="0" cy="0"/>
          <a:chOff x="0" y="0"/>
          <a:chExt cx="0" cy="0"/>
        </a:xfrm>
      </p:grpSpPr>
      <p:sp>
        <p:nvSpPr>
          <p:cNvPr id="339" name="Google Shape;33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0" name="Google Shape;34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4" name="Google Shape;344;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5" name="Google Shape;345;g2c157a2fb06_0_263"/>
          <p:cNvSpPr>
            <a:spLocks noGrp="1"/>
          </p:cNvSpPr>
          <p:nvPr>
            <p:ph type="pic" idx="5"/>
          </p:nvPr>
        </p:nvSpPr>
        <p:spPr>
          <a:xfrm>
            <a:off x="5086375" y="4412425"/>
            <a:ext cx="2668800" cy="1291500"/>
          </a:xfrm>
          <a:prstGeom prst="rect">
            <a:avLst/>
          </a:prstGeom>
          <a:noFill/>
          <a:ln>
            <a:noFill/>
          </a:ln>
        </p:spPr>
      </p:sp>
      <p:sp>
        <p:nvSpPr>
          <p:cNvPr id="346" name="Google Shape;346;g2c157a2fb06_0_263"/>
          <p:cNvSpPr>
            <a:spLocks noGrp="1"/>
          </p:cNvSpPr>
          <p:nvPr>
            <p:ph type="pic" idx="6"/>
          </p:nvPr>
        </p:nvSpPr>
        <p:spPr>
          <a:xfrm>
            <a:off x="5086375" y="797675"/>
            <a:ext cx="2668800" cy="1291500"/>
          </a:xfrm>
          <a:prstGeom prst="rect">
            <a:avLst/>
          </a:prstGeom>
          <a:noFill/>
          <a:ln>
            <a:noFill/>
          </a:ln>
        </p:spPr>
      </p:sp>
      <p:sp>
        <p:nvSpPr>
          <p:cNvPr id="347" name="Google Shape;347;g2c157a2fb06_0_263"/>
          <p:cNvSpPr>
            <a:spLocks noGrp="1"/>
          </p:cNvSpPr>
          <p:nvPr>
            <p:ph type="pic" idx="7"/>
          </p:nvPr>
        </p:nvSpPr>
        <p:spPr>
          <a:xfrm>
            <a:off x="5086375" y="2002592"/>
            <a:ext cx="2668800" cy="1291500"/>
          </a:xfrm>
          <a:prstGeom prst="rect">
            <a:avLst/>
          </a:prstGeom>
          <a:noFill/>
          <a:ln>
            <a:noFill/>
          </a:ln>
        </p:spPr>
      </p:sp>
      <p:sp>
        <p:nvSpPr>
          <p:cNvPr id="348" name="Google Shape;348;g2c157a2fb06_0_263"/>
          <p:cNvSpPr>
            <a:spLocks noGrp="1"/>
          </p:cNvSpPr>
          <p:nvPr>
            <p:ph type="pic" idx="8"/>
          </p:nvPr>
        </p:nvSpPr>
        <p:spPr>
          <a:xfrm>
            <a:off x="5086375" y="3207508"/>
            <a:ext cx="2668800" cy="1291500"/>
          </a:xfrm>
          <a:prstGeom prst="rect">
            <a:avLst/>
          </a:prstGeom>
          <a:noFill/>
          <a:ln>
            <a:noFill/>
          </a:ln>
        </p:spPr>
      </p:sp>
      <p:sp>
        <p:nvSpPr>
          <p:cNvPr id="349" name="Google Shape;34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0" name="Google Shape;35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51" name="Google Shape;351;g2c157a2fb06_0_263"/>
          <p:cNvGrpSpPr/>
          <p:nvPr/>
        </p:nvGrpSpPr>
        <p:grpSpPr>
          <a:xfrm>
            <a:off x="662575" y="6212475"/>
            <a:ext cx="586800" cy="571500"/>
            <a:chOff x="662575" y="6212475"/>
            <a:chExt cx="586800" cy="571500"/>
          </a:xfrm>
        </p:grpSpPr>
        <p:sp>
          <p:nvSpPr>
            <p:cNvPr id="352" name="Google Shape;35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263"/>
          <p:cNvGrpSpPr/>
          <p:nvPr/>
        </p:nvGrpSpPr>
        <p:grpSpPr>
          <a:xfrm>
            <a:off x="7894350" y="6212475"/>
            <a:ext cx="586800" cy="571500"/>
            <a:chOff x="7894350" y="6212475"/>
            <a:chExt cx="586800" cy="571500"/>
          </a:xfrm>
        </p:grpSpPr>
        <p:sp>
          <p:nvSpPr>
            <p:cNvPr id="356" name="Google Shape;35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9" name="Google Shape;359;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1" name="Google Shape;36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66" name="Google Shape;366;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67" name="Google Shape;367;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8" name="Google Shape;368;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9"/>
        <p:cNvGrpSpPr/>
        <p:nvPr/>
      </p:nvGrpSpPr>
      <p:grpSpPr>
        <a:xfrm>
          <a:off x="0" y="0"/>
          <a:ext cx="0" cy="0"/>
          <a:chOff x="0" y="0"/>
          <a:chExt cx="0" cy="0"/>
        </a:xfrm>
      </p:grpSpPr>
      <p:cxnSp>
        <p:nvCxnSpPr>
          <p:cNvPr id="370" name="Google Shape;37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71" name="Google Shape;37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72" name="Google Shape;37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73" name="Google Shape;37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4" name="Google Shape;37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75" name="Google Shape;37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467"/>
          <p:cNvGrpSpPr/>
          <p:nvPr/>
        </p:nvGrpSpPr>
        <p:grpSpPr>
          <a:xfrm>
            <a:off x="662575" y="6212475"/>
            <a:ext cx="586800" cy="571500"/>
            <a:chOff x="662575" y="6212475"/>
            <a:chExt cx="586800" cy="571500"/>
          </a:xfrm>
        </p:grpSpPr>
        <p:sp>
          <p:nvSpPr>
            <p:cNvPr id="378" name="Google Shape;37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467"/>
          <p:cNvGrpSpPr/>
          <p:nvPr/>
        </p:nvGrpSpPr>
        <p:grpSpPr>
          <a:xfrm>
            <a:off x="7894350" y="6212475"/>
            <a:ext cx="586800" cy="571500"/>
            <a:chOff x="7894350" y="6212475"/>
            <a:chExt cx="586800" cy="571500"/>
          </a:xfrm>
        </p:grpSpPr>
        <p:sp>
          <p:nvSpPr>
            <p:cNvPr id="382" name="Google Shape;38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85" name="Google Shape;385;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92" name="Google Shape;392;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93" name="Google Shape;393;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94" name="Google Shape;394;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95"/>
        <p:cNvGrpSpPr/>
        <p:nvPr/>
      </p:nvGrpSpPr>
      <p:grpSpPr>
        <a:xfrm>
          <a:off x="0" y="0"/>
          <a:ext cx="0" cy="0"/>
          <a:chOff x="0" y="0"/>
          <a:chExt cx="0" cy="0"/>
        </a:xfrm>
      </p:grpSpPr>
      <p:cxnSp>
        <p:nvCxnSpPr>
          <p:cNvPr id="396" name="Google Shape;39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7" name="Google Shape;39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11" name="Google Shape;411;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13" name="Google Shape;413;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8" name="Google Shape;418;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9" name="Google Shape;419;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20" name="Google Shape;420;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1"/>
        <p:cNvGrpSpPr/>
        <p:nvPr/>
      </p:nvGrpSpPr>
      <p:grpSpPr>
        <a:xfrm>
          <a:off x="0" y="0"/>
          <a:ext cx="0" cy="0"/>
          <a:chOff x="0" y="0"/>
          <a:chExt cx="0" cy="0"/>
        </a:xfrm>
      </p:grpSpPr>
      <p:cxnSp>
        <p:nvCxnSpPr>
          <p:cNvPr id="422" name="Google Shape;422;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3" name="Google Shape;423;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4" name="Google Shape;424;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5" name="Google Shape;425;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8" name="Google Shape;438;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0" name="Google Shape;44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1" name="Google Shape;441;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45" name="Google Shape;445;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46" name="Google Shape;446;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7" name="Google Shape;447;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8"/>
        <p:cNvGrpSpPr/>
        <p:nvPr/>
      </p:nvGrpSpPr>
      <p:grpSpPr>
        <a:xfrm>
          <a:off x="0" y="0"/>
          <a:ext cx="0" cy="0"/>
          <a:chOff x="0" y="0"/>
          <a:chExt cx="0" cy="0"/>
        </a:xfrm>
      </p:grpSpPr>
      <p:cxnSp>
        <p:nvCxnSpPr>
          <p:cNvPr id="449" name="Google Shape;44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50" name="Google Shape;45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1" name="Google Shape;45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2" name="Google Shape;45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3" name="Google Shape;45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55" name="Google Shape;45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6" name="Google Shape;45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7" name="Google Shape;457;g2c157a2fb06_0_825"/>
          <p:cNvGrpSpPr/>
          <p:nvPr/>
        </p:nvGrpSpPr>
        <p:grpSpPr>
          <a:xfrm>
            <a:off x="662575" y="6212475"/>
            <a:ext cx="586800" cy="571500"/>
            <a:chOff x="662575" y="6212475"/>
            <a:chExt cx="586800" cy="571500"/>
          </a:xfrm>
        </p:grpSpPr>
        <p:sp>
          <p:nvSpPr>
            <p:cNvPr id="458" name="Google Shape;45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1" name="Google Shape;461;g2c157a2fb06_0_825"/>
          <p:cNvGrpSpPr/>
          <p:nvPr/>
        </p:nvGrpSpPr>
        <p:grpSpPr>
          <a:xfrm>
            <a:off x="7894350" y="6212475"/>
            <a:ext cx="586800" cy="571500"/>
            <a:chOff x="7894350" y="6212475"/>
            <a:chExt cx="586800" cy="571500"/>
          </a:xfrm>
        </p:grpSpPr>
        <p:sp>
          <p:nvSpPr>
            <p:cNvPr id="462" name="Google Shape;46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5" name="Google Shape;465;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7" name="Google Shape;46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3" name="Google Shape;473;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4" name="Google Shape;474;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5"/>
        <p:cNvGrpSpPr/>
        <p:nvPr/>
      </p:nvGrpSpPr>
      <p:grpSpPr>
        <a:xfrm>
          <a:off x="0" y="0"/>
          <a:ext cx="0" cy="0"/>
          <a:chOff x="0" y="0"/>
          <a:chExt cx="0" cy="0"/>
        </a:xfrm>
      </p:grpSpPr>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80" name="Google Shape;48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1" name="Google Shape;481;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6" name="Google Shape;496;g2c157a2fb06_0_700"/>
          <p:cNvGrpSpPr/>
          <p:nvPr/>
        </p:nvGrpSpPr>
        <p:grpSpPr>
          <a:xfrm>
            <a:off x="662575" y="6212475"/>
            <a:ext cx="586800" cy="571500"/>
            <a:chOff x="662575" y="6212475"/>
            <a:chExt cx="586800" cy="571500"/>
          </a:xfrm>
        </p:grpSpPr>
        <p:sp>
          <p:nvSpPr>
            <p:cNvPr id="497" name="Google Shape;49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0" name="Google Shape;500;g2c157a2fb06_0_700"/>
          <p:cNvGrpSpPr/>
          <p:nvPr/>
        </p:nvGrpSpPr>
        <p:grpSpPr>
          <a:xfrm>
            <a:off x="7894350" y="6212475"/>
            <a:ext cx="586800" cy="571500"/>
            <a:chOff x="7894350" y="6212475"/>
            <a:chExt cx="586800" cy="571500"/>
          </a:xfrm>
        </p:grpSpPr>
        <p:sp>
          <p:nvSpPr>
            <p:cNvPr id="501" name="Google Shape;50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4" name="Google Shape;504;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6" name="Google Shape;50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2" name="Google Shape;512;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3" name="Google Shape;513;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4"/>
        <p:cNvGrpSpPr/>
        <p:nvPr/>
      </p:nvGrpSpPr>
      <p:grpSpPr>
        <a:xfrm>
          <a:off x="0" y="0"/>
          <a:ext cx="0" cy="0"/>
          <a:chOff x="0" y="0"/>
          <a:chExt cx="0" cy="0"/>
        </a:xfrm>
      </p:grpSpPr>
      <p:sp>
        <p:nvSpPr>
          <p:cNvPr id="515" name="Google Shape;51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516" name="Google Shape;51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7" name="Google Shape;51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8" name="Google Shape;51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9" name="Google Shape;51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4" name="Google Shape;52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6" name="Google Shape;526;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8" name="Google Shape;528;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9" name="Google Shape;529;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5" name="Google Shape;535;g2c157a2fb06_0_932"/>
          <p:cNvGrpSpPr/>
          <p:nvPr/>
        </p:nvGrpSpPr>
        <p:grpSpPr>
          <a:xfrm>
            <a:off x="662575" y="6212475"/>
            <a:ext cx="586800" cy="571500"/>
            <a:chOff x="662575" y="6212475"/>
            <a:chExt cx="586800" cy="571500"/>
          </a:xfrm>
        </p:grpSpPr>
        <p:sp>
          <p:nvSpPr>
            <p:cNvPr id="536" name="Google Shape;53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9" name="Google Shape;539;g2c157a2fb06_0_932"/>
          <p:cNvGrpSpPr/>
          <p:nvPr/>
        </p:nvGrpSpPr>
        <p:grpSpPr>
          <a:xfrm>
            <a:off x="7894350" y="6212475"/>
            <a:ext cx="586800" cy="571500"/>
            <a:chOff x="7894350" y="6212475"/>
            <a:chExt cx="586800" cy="571500"/>
          </a:xfrm>
        </p:grpSpPr>
        <p:sp>
          <p:nvSpPr>
            <p:cNvPr id="540" name="Google Shape;54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3" name="Google Shape;543;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5" name="Google Shape;54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6" name="Google Shape;546;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9" name="Google Shape;549;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0" name="Google Shape;550;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1" name="Google Shape;551;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3"/>
        <p:cNvGrpSpPr/>
        <p:nvPr/>
      </p:nvGrpSpPr>
      <p:grpSpPr>
        <a:xfrm>
          <a:off x="0" y="0"/>
          <a:ext cx="0" cy="0"/>
          <a:chOff x="0" y="0"/>
          <a:chExt cx="0" cy="0"/>
        </a:xfrm>
      </p:grpSpPr>
      <p:cxnSp>
        <p:nvCxnSpPr>
          <p:cNvPr id="554" name="Google Shape;55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5" name="Google Shape;55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6" name="Google Shape;55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66" name="Google Shape;56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67" name="Google Shape;567;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9" name="Google Shape;56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0" name="Google Shape;57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1" name="Google Shape;571;g2c157a2fb06_0_1045"/>
          <p:cNvGrpSpPr/>
          <p:nvPr/>
        </p:nvGrpSpPr>
        <p:grpSpPr>
          <a:xfrm>
            <a:off x="662575" y="6212475"/>
            <a:ext cx="586800" cy="571500"/>
            <a:chOff x="662575" y="6212475"/>
            <a:chExt cx="586800" cy="571500"/>
          </a:xfrm>
        </p:grpSpPr>
        <p:sp>
          <p:nvSpPr>
            <p:cNvPr id="572" name="Google Shape;57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045"/>
          <p:cNvGrpSpPr/>
          <p:nvPr/>
        </p:nvGrpSpPr>
        <p:grpSpPr>
          <a:xfrm>
            <a:off x="7894350" y="6212475"/>
            <a:ext cx="586800" cy="571500"/>
            <a:chOff x="7894350" y="6212475"/>
            <a:chExt cx="586800" cy="571500"/>
          </a:xfrm>
        </p:grpSpPr>
        <p:sp>
          <p:nvSpPr>
            <p:cNvPr id="576" name="Google Shape;57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9" name="Google Shape;579;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1" name="Google Shape;581;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5" name="Google Shape;585;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6" name="Google Shape;586;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87" name="Google Shape;587;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88" name="Google Shape;588;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9"/>
        <p:cNvGrpSpPr/>
        <p:nvPr/>
      </p:nvGrpSpPr>
      <p:grpSpPr>
        <a:xfrm>
          <a:off x="0" y="0"/>
          <a:ext cx="0" cy="0"/>
          <a:chOff x="0" y="0"/>
          <a:chExt cx="0" cy="0"/>
        </a:xfrm>
      </p:grpSpPr>
      <p:sp>
        <p:nvSpPr>
          <p:cNvPr id="590" name="Google Shape;59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1" name="Google Shape;59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3" name="Google Shape;593;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4" name="Google Shape;594;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5" name="Google Shape;595;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96" name="Google Shape;596;g2c157a2fb06_0_1110"/>
          <p:cNvGrpSpPr/>
          <p:nvPr/>
        </p:nvGrpSpPr>
        <p:grpSpPr>
          <a:xfrm>
            <a:off x="5806200" y="180746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1" name="Google Shape;60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2" name="Google Shape;602;g2c157a2fb06_0_1110"/>
          <p:cNvGrpSpPr/>
          <p:nvPr/>
        </p:nvGrpSpPr>
        <p:grpSpPr>
          <a:xfrm>
            <a:off x="5806200" y="2842438"/>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6" name="Google Shape;606;g2c157a2fb06_0_1110"/>
          <p:cNvGrpSpPr/>
          <p:nvPr/>
        </p:nvGrpSpPr>
        <p:grpSpPr>
          <a:xfrm>
            <a:off x="5806200" y="3877413"/>
            <a:ext cx="756300" cy="146700"/>
            <a:chOff x="5806200" y="1807463"/>
            <a:chExt cx="756300" cy="146700"/>
          </a:xfrm>
        </p:grpSpPr>
        <p:sp>
          <p:nvSpPr>
            <p:cNvPr id="607" name="Google Shape;607;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0" name="Google Shape;610;g2c157a2fb06_0_1110"/>
          <p:cNvGrpSpPr/>
          <p:nvPr/>
        </p:nvGrpSpPr>
        <p:grpSpPr>
          <a:xfrm>
            <a:off x="662575" y="6212475"/>
            <a:ext cx="586800" cy="571500"/>
            <a:chOff x="662575" y="6212475"/>
            <a:chExt cx="586800" cy="571500"/>
          </a:xfrm>
        </p:grpSpPr>
        <p:sp>
          <p:nvSpPr>
            <p:cNvPr id="611" name="Google Shape;61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2" name="Google Shape;612;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4" name="Google Shape;614;g2c157a2fb06_0_1110"/>
          <p:cNvGrpSpPr/>
          <p:nvPr/>
        </p:nvGrpSpPr>
        <p:grpSpPr>
          <a:xfrm>
            <a:off x="7894350" y="6212475"/>
            <a:ext cx="586800" cy="571500"/>
            <a:chOff x="7894350" y="6212475"/>
            <a:chExt cx="586800" cy="571500"/>
          </a:xfrm>
        </p:grpSpPr>
        <p:sp>
          <p:nvSpPr>
            <p:cNvPr id="615" name="Google Shape;61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0" name="Google Shape;62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4" name="Google Shape;624;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25" name="Google Shape;625;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626" name="Google Shape;626;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627" name="Google Shape;627;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8"/>
        <p:cNvGrpSpPr/>
        <p:nvPr/>
      </p:nvGrpSpPr>
      <p:grpSpPr>
        <a:xfrm>
          <a:off x="0" y="0"/>
          <a:ext cx="0" cy="0"/>
          <a:chOff x="0" y="0"/>
          <a:chExt cx="0" cy="0"/>
        </a:xfrm>
      </p:grpSpPr>
      <p:sp>
        <p:nvSpPr>
          <p:cNvPr id="629" name="Google Shape;62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3" name="Google Shape;63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5" name="Google Shape;63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1" name="Google Shape;64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2" name="Google Shape;642;p30"/>
          <p:cNvGrpSpPr/>
          <p:nvPr/>
        </p:nvGrpSpPr>
        <p:grpSpPr>
          <a:xfrm>
            <a:off x="6022940" y="5341706"/>
            <a:ext cx="594501" cy="305904"/>
            <a:chOff x="5672081" y="1914352"/>
            <a:chExt cx="792668" cy="305904"/>
          </a:xfrm>
        </p:grpSpPr>
        <p:sp>
          <p:nvSpPr>
            <p:cNvPr id="643" name="Google Shape;64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5" name="Google Shape;64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6" name="Google Shape;64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4" name="Google Shape;65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5" name="Google Shape;65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2" name="Google Shape;67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3" name="Google Shape;67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4"/>
        <p:cNvGrpSpPr/>
        <p:nvPr/>
      </p:nvGrpSpPr>
      <p:grpSpPr>
        <a:xfrm>
          <a:off x="0" y="0"/>
          <a:ext cx="0" cy="0"/>
          <a:chOff x="0" y="0"/>
          <a:chExt cx="0" cy="0"/>
        </a:xfrm>
      </p:grpSpPr>
      <p:sp>
        <p:nvSpPr>
          <p:cNvPr id="675" name="Google Shape;67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7" name="Google Shape;67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8"/>
        <p:cNvGrpSpPr/>
        <p:nvPr/>
      </p:nvGrpSpPr>
      <p:grpSpPr>
        <a:xfrm>
          <a:off x="0" y="0"/>
          <a:ext cx="0" cy="0"/>
          <a:chOff x="0" y="0"/>
          <a:chExt cx="0" cy="0"/>
        </a:xfrm>
      </p:grpSpPr>
      <p:sp>
        <p:nvSpPr>
          <p:cNvPr id="679" name="Google Shape;67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0" name="Google Shape;68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1" name="Google Shape;68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18" Type="http://schemas.openxmlformats.org/officeDocument/2006/relationships/image" Target="../media/image172.png"/><Relationship Id="rId26" Type="http://schemas.openxmlformats.org/officeDocument/2006/relationships/image" Target="../media/image180.png"/><Relationship Id="rId3" Type="http://schemas.openxmlformats.org/officeDocument/2006/relationships/image" Target="../media/image157.png"/><Relationship Id="rId21" Type="http://schemas.openxmlformats.org/officeDocument/2006/relationships/image" Target="../media/image175.png"/><Relationship Id="rId7" Type="http://schemas.openxmlformats.org/officeDocument/2006/relationships/image" Target="../media/image161.png"/><Relationship Id="rId12" Type="http://schemas.openxmlformats.org/officeDocument/2006/relationships/image" Target="../media/image166.png"/><Relationship Id="rId17" Type="http://schemas.openxmlformats.org/officeDocument/2006/relationships/image" Target="../media/image171.png"/><Relationship Id="rId25" Type="http://schemas.openxmlformats.org/officeDocument/2006/relationships/image" Target="../media/image179.png"/><Relationship Id="rId2" Type="http://schemas.openxmlformats.org/officeDocument/2006/relationships/notesSlide" Target="../notesSlides/notesSlide8.xml"/><Relationship Id="rId16" Type="http://schemas.openxmlformats.org/officeDocument/2006/relationships/image" Target="../media/image170.png"/><Relationship Id="rId20" Type="http://schemas.openxmlformats.org/officeDocument/2006/relationships/image" Target="../media/image174.png"/><Relationship Id="rId29" Type="http://schemas.openxmlformats.org/officeDocument/2006/relationships/image" Target="../media/image183.png"/><Relationship Id="rId1" Type="http://schemas.openxmlformats.org/officeDocument/2006/relationships/slideLayout" Target="../slideLayouts/slideLayout3.xml"/><Relationship Id="rId6" Type="http://schemas.openxmlformats.org/officeDocument/2006/relationships/image" Target="../media/image160.png"/><Relationship Id="rId11" Type="http://schemas.openxmlformats.org/officeDocument/2006/relationships/image" Target="../media/image165.png"/><Relationship Id="rId24" Type="http://schemas.openxmlformats.org/officeDocument/2006/relationships/image" Target="../media/image178.png"/><Relationship Id="rId5" Type="http://schemas.openxmlformats.org/officeDocument/2006/relationships/image" Target="../media/image159.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10" Type="http://schemas.openxmlformats.org/officeDocument/2006/relationships/image" Target="../media/image164.png"/><Relationship Id="rId19" Type="http://schemas.openxmlformats.org/officeDocument/2006/relationships/image" Target="../media/image173.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 Id="rId22" Type="http://schemas.openxmlformats.org/officeDocument/2006/relationships/image" Target="../media/image176.png"/><Relationship Id="rId27" Type="http://schemas.openxmlformats.org/officeDocument/2006/relationships/image" Target="../media/image181.png"/><Relationship Id="rId30" Type="http://schemas.openxmlformats.org/officeDocument/2006/relationships/image" Target="../media/image184.png"/></Relationships>
</file>

<file path=ppt/slides/_rels/slide9.xml.rels><?xml version="1.0" encoding="UTF-8" standalone="yes"?>
<Relationships xmlns="http://schemas.openxmlformats.org/package/2006/relationships"><Relationship Id="rId8" Type="http://schemas.openxmlformats.org/officeDocument/2006/relationships/image" Target="../media/image190.png"/><Relationship Id="rId13" Type="http://schemas.openxmlformats.org/officeDocument/2006/relationships/image" Target="../media/image195.png"/><Relationship Id="rId3" Type="http://schemas.openxmlformats.org/officeDocument/2006/relationships/image" Target="../media/image185.png"/><Relationship Id="rId7" Type="http://schemas.openxmlformats.org/officeDocument/2006/relationships/image" Target="../media/image189.png"/><Relationship Id="rId12" Type="http://schemas.openxmlformats.org/officeDocument/2006/relationships/image" Target="../media/image194.png"/><Relationship Id="rId17" Type="http://schemas.openxmlformats.org/officeDocument/2006/relationships/image" Target="../media/image199.png"/><Relationship Id="rId2" Type="http://schemas.openxmlformats.org/officeDocument/2006/relationships/notesSlide" Target="../notesSlides/notesSlide9.xml"/><Relationship Id="rId16" Type="http://schemas.openxmlformats.org/officeDocument/2006/relationships/image" Target="../media/image198.png"/><Relationship Id="rId1" Type="http://schemas.openxmlformats.org/officeDocument/2006/relationships/slideLayout" Target="../slideLayouts/slideLayout3.xml"/><Relationship Id="rId6" Type="http://schemas.openxmlformats.org/officeDocument/2006/relationships/image" Target="../media/image188.png"/><Relationship Id="rId11" Type="http://schemas.openxmlformats.org/officeDocument/2006/relationships/image" Target="../media/image193.png"/><Relationship Id="rId5" Type="http://schemas.openxmlformats.org/officeDocument/2006/relationships/image" Target="../media/image187.png"/><Relationship Id="rId15" Type="http://schemas.openxmlformats.org/officeDocument/2006/relationships/image" Target="../media/image197.png"/><Relationship Id="rId10" Type="http://schemas.openxmlformats.org/officeDocument/2006/relationships/image" Target="../media/image192.png"/><Relationship Id="rId4" Type="http://schemas.openxmlformats.org/officeDocument/2006/relationships/image" Target="../media/image186.png"/><Relationship Id="rId9" Type="http://schemas.openxmlformats.org/officeDocument/2006/relationships/image" Target="../media/image191.png"/><Relationship Id="rId14" Type="http://schemas.openxmlformats.org/officeDocument/2006/relationships/image" Target="../media/image196.png"/></Relationships>
</file>

<file path=ppt/slides/_rels/slide1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Review suffix -est</a:t>
            </a:r>
            <a:endParaRPr sz="3000"/>
          </a:p>
        </p:txBody>
      </p:sp>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8" name="Google Shape;688;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25</a:t>
            </a:r>
            <a:endParaRPr sz="2200" b="0" i="1" u="none" strike="noStrike" cap="none">
              <a:solidFill>
                <a:srgbClr val="262626"/>
              </a:solidFill>
              <a:latin typeface="Poppins"/>
              <a:ea typeface="Poppins"/>
              <a:cs typeface="Poppins"/>
              <a:sym typeface="Poppins"/>
            </a:endParaRPr>
          </a:p>
        </p:txBody>
      </p:sp>
      <p:graphicFrame>
        <p:nvGraphicFramePr>
          <p:cNvPr id="689" name="Google Shape;689;p1"/>
          <p:cNvGraphicFramePr/>
          <p:nvPr/>
        </p:nvGraphicFramePr>
        <p:xfrm>
          <a:off x="4844200" y="1891197"/>
          <a:ext cx="3785000" cy="1678950"/>
        </p:xfrm>
        <a:graphic>
          <a:graphicData uri="http://schemas.openxmlformats.org/drawingml/2006/table">
            <a:tbl>
              <a:tblPr firstRow="1" bandRow="1">
                <a:noFill/>
                <a:tableStyleId>{4F58E6B4-2932-4053-B7EA-2F162240918A}</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-s and -es</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-ing</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-ed</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000000"/>
                          </a:solidFill>
                          <a:latin typeface="Jost"/>
                          <a:ea typeface="Jost"/>
                          <a:cs typeface="Jost"/>
                          <a:sym typeface="Jost"/>
                        </a:rPr>
                        <a:t>-er</a:t>
                      </a:r>
                      <a:endParaRPr sz="2000" u="none" strike="noStrike" cap="none">
                        <a:solidFill>
                          <a:srgbClr val="0000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-est</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superlative adjectives.</a:t>
            </a:r>
            <a:endParaRPr/>
          </a:p>
        </p:txBody>
      </p:sp>
      <p:sp>
        <p:nvSpPr>
          <p:cNvPr id="696" name="Google Shape;696;g2bee4f4af4b_0_204"/>
          <p:cNvSpPr txBox="1">
            <a:spLocks noGrp="1"/>
          </p:cNvSpPr>
          <p:nvPr>
            <p:ph type="body" idx="2"/>
          </p:nvPr>
        </p:nvSpPr>
        <p:spPr>
          <a:xfrm>
            <a:off x="3649025" y="21646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8542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8542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9" name="Google Shape;769;g2c298da1f27_0_417"/>
          <p:cNvGrpSpPr/>
          <p:nvPr/>
        </p:nvGrpSpPr>
        <p:grpSpPr>
          <a:xfrm>
            <a:off x="854200" y="2053250"/>
            <a:ext cx="7283201" cy="2971674"/>
            <a:chOff x="930400" y="2053250"/>
            <a:chExt cx="7283201" cy="2971674"/>
          </a:xfrm>
        </p:grpSpPr>
        <p:pic>
          <p:nvPicPr>
            <p:cNvPr id="770" name="Google Shape;770;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71" name="Google Shape;771;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76" name="Google Shape;776;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80" name="Google Shape;780;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81" name="Google Shape;781;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4" name="Google Shape;784;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5" name="Google Shape;785;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6" name="Google Shape;786;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87" name="Google Shape;787;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8" name="Google Shape;788;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89" name="Google Shape;789;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90" name="Google Shape;790;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91" name="Google Shape;791;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92" name="Google Shape;792;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93" name="Google Shape;793;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96" name="Google Shape;796;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dbdd49f8e_0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17" name="Google Shape;817;g2cdbdd49f8e_0_0"/>
          <p:cNvGrpSpPr/>
          <p:nvPr/>
        </p:nvGrpSpPr>
        <p:grpSpPr>
          <a:xfrm>
            <a:off x="779705" y="2053250"/>
            <a:ext cx="7272577" cy="3316697"/>
            <a:chOff x="855905" y="2053250"/>
            <a:chExt cx="7272577" cy="3316697"/>
          </a:xfrm>
        </p:grpSpPr>
        <p:pic>
          <p:nvPicPr>
            <p:cNvPr id="818" name="Google Shape;818;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29" name="Google Shape;829;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30" name="Google Shape;830;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31" name="Google Shape;831;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32" name="Google Shape;832;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33" name="Google Shape;833;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34" name="Google Shape;834;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35" name="Google Shape;835;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36" name="Google Shape;836;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37" name="Google Shape;837;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38" name="Google Shape;838;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39" name="Google Shape;839;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40" name="Google Shape;840;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41" name="Google Shape;841;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42" name="Google Shape;842;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43" name="Google Shape;843;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44" name="Google Shape;844;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45" name="Google Shape;845;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46" name="Google Shape;846;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47" name="Google Shape;847;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48" name="Google Shape;848;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49" name="Google Shape;849;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50" name="Google Shape;850;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51" name="Google Shape;851;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52" name="Google Shape;852;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53" name="Google Shape;853;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54" name="Google Shape;854;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55" name="Google Shape;855;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56" name="Google Shape;856;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57" name="Google Shape;857;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58" name="Google Shape;858;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59" name="Google Shape;859;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60" name="Google Shape;860;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61" name="Google Shape;861;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62" name="Google Shape;862;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74b7ea0376_0_0"/>
          <p:cNvSpPr txBox="1"/>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br>
              <a:rPr lang="en-US" sz="2400" b="0" i="0" u="none" strike="noStrike" cap="none">
                <a:solidFill>
                  <a:srgbClr val="000000"/>
                </a:solidFill>
                <a:latin typeface="Poppins"/>
                <a:ea typeface="Poppins"/>
                <a:cs typeface="Poppins"/>
                <a:sym typeface="Poppins"/>
              </a:rPr>
            </a:br>
            <a:r>
              <a:rPr lang="en-US" sz="2400">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69" name="Google Shape;869;g274b7ea0376_0_0"/>
          <p:cNvGrpSpPr/>
          <p:nvPr/>
        </p:nvGrpSpPr>
        <p:grpSpPr>
          <a:xfrm>
            <a:off x="854396" y="2135925"/>
            <a:ext cx="7282807" cy="2686611"/>
            <a:chOff x="867357" y="2129450"/>
            <a:chExt cx="7282807" cy="2686611"/>
          </a:xfrm>
        </p:grpSpPr>
        <p:pic>
          <p:nvPicPr>
            <p:cNvPr id="870" name="Google Shape;870;g274b7ea0376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1" name="Google Shape;871;g274b7ea0376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74b7ea0376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74b7ea0376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4" name="Google Shape;874;g274b7ea0376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74b7ea0376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74b7ea0376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74b7ea0376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8" name="Google Shape;878;g274b7ea0376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74b7ea0376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74b7ea0376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74b7ea0376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74b7ea0376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3" name="Google Shape;883;g274b7ea0376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74b7ea0376_0_29"/>
          <p:cNvSpPr txBox="1"/>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push they me we be he she my by looked you are there here were all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0" name="Google Shape;890;g274b7ea0376_0_29"/>
          <p:cNvGrpSpPr/>
          <p:nvPr/>
        </p:nvGrpSpPr>
        <p:grpSpPr>
          <a:xfrm>
            <a:off x="854868" y="2139731"/>
            <a:ext cx="7281864" cy="2684601"/>
            <a:chOff x="868300" y="2129450"/>
            <a:chExt cx="7281864" cy="2684601"/>
          </a:xfrm>
        </p:grpSpPr>
        <p:pic>
          <p:nvPicPr>
            <p:cNvPr id="891" name="Google Shape;891;g274b7ea0376_0_29"/>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2" name="Google Shape;892;g274b7ea0376_0_29"/>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74b7ea0376_0_29"/>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4" name="Google Shape;894;g274b7ea0376_0_29"/>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5" name="Google Shape;895;g274b7ea0376_0_29"/>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6" name="Google Shape;896;g274b7ea0376_0_29"/>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7" name="Google Shape;897;g274b7ea0376_0_29"/>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8" name="Google Shape;898;g274b7ea0376_0_29"/>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74b7ea0376_0_29"/>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0" name="Google Shape;900;g274b7ea0376_0_29"/>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274b7ea0376_0_29"/>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2" name="Google Shape;902;g274b7ea0376_0_29"/>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274b7ea0376_0_29"/>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4" name="Google Shape;904;g274b7ea0376_0_29"/>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5" name="Google Shape;905;g274b7ea0376_0_29"/>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6" name="Google Shape;906;g274b7ea0376_0_29"/>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274b7ea0376_0_29"/>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8" name="Google Shape;908;g274b7ea0376_0_29"/>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9" name="Google Shape;909;g274b7ea0376_0_29"/>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0" name="Google Shape;910;g274b7ea0376_0_29"/>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1" name="Google Shape;911;g274b7ea0376_0_29"/>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2" name="Google Shape;912;g274b7ea0376_0_29"/>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3" name="Google Shape;913;g274b7ea0376_0_29"/>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4" name="Google Shape;914;g274b7ea0376_0_29"/>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5" name="Google Shape;915;g274b7ea0376_0_29"/>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6" name="Google Shape;916;g274b7ea0376_0_29"/>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7" name="Google Shape;917;g274b7ea0376_0_29"/>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8" name="Google Shape;918;g274b7ea0376_0_29"/>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298da1f27_1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25" name="Google Shape;925;g2c298da1f27_1_0"/>
          <p:cNvGrpSpPr/>
          <p:nvPr/>
        </p:nvGrpSpPr>
        <p:grpSpPr>
          <a:xfrm>
            <a:off x="854868" y="2144896"/>
            <a:ext cx="7281864" cy="2688001"/>
            <a:chOff x="868300" y="2129450"/>
            <a:chExt cx="7281864" cy="2688001"/>
          </a:xfrm>
        </p:grpSpPr>
        <p:pic>
          <p:nvPicPr>
            <p:cNvPr id="926" name="Google Shape;92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7" name="Google Shape;92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28" name="Google Shape;92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29" name="Google Shape;92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2" name="Google Shape;93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3" name="Google Shape;93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4" name="Google Shape;93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5" name="Google Shape;93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6" name="Google Shape;93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38" name="Google Shape;93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39" name="Google Shape;93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40" name="Google Shape;94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pic>
        <p:nvPicPr>
          <p:cNvPr id="946" name="Google Shape;946;g274b7ea0376_0_64"/>
          <p:cNvPicPr preferRelativeResize="0"/>
          <p:nvPr/>
        </p:nvPicPr>
        <p:blipFill rotWithShape="1">
          <a:blip r:embed="rId3">
            <a:alphaModFix/>
          </a:blip>
          <a:srcRect/>
          <a:stretch/>
        </p:blipFill>
        <p:spPr>
          <a:xfrm>
            <a:off x="771450" y="2841951"/>
            <a:ext cx="7601099" cy="200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pic>
        <p:nvPicPr>
          <p:cNvPr id="952" name="Google Shape;952;g274b7ea0376_0_260"/>
          <p:cNvPicPr preferRelativeResize="0"/>
          <p:nvPr/>
        </p:nvPicPr>
        <p:blipFill rotWithShape="1">
          <a:blip r:embed="rId3">
            <a:alphaModFix/>
          </a:blip>
          <a:srcRect/>
          <a:stretch/>
        </p:blipFill>
        <p:spPr>
          <a:xfrm>
            <a:off x="901075" y="1839199"/>
            <a:ext cx="4458202" cy="392182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Words>
  <Application>Microsoft Office PowerPoint</Application>
  <PresentationFormat>On-screen Show (4:3)</PresentationFormat>
  <Paragraphs>27</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Poppins Medium</vt:lpstr>
      <vt:lpstr>Arial</vt:lpstr>
      <vt:lpstr>Jost</vt:lpstr>
      <vt:lpstr>Poppins</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Review Phase 5 Common Exception Words today house mouse hour because Mr Mrs Ms where should could would move use want.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2026-06-03T01:14:19Z</dcterms:modified>
</cp:coreProperties>
</file>