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gLp++1+9nXhOu0QO79umh4ETf0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CC9A7B-E17A-482A-9DA2-C41900AB909C}">
  <a:tblStyle styleId="{70CC9A7B-E17A-482A-9DA2-C41900AB909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2" name="Google Shape;732;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73466809b0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73466809b0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73466809b0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73466809b0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73466809b0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73466809b0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79ba0d455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79ba0d455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79ba0d455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73466809b0_0_7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73466809b0_0_7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73466809b0_0_7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79ba0d455a_0_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79ba0d455a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79ba0d455a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74b7e8309d_0_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74b7e8309d_0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74b7e8309d_0_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2720b306ff4_0_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1" name="Google Shape;1141;g2720b306ff4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2" name="Google Shape;1142;g2720b306ff4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4809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170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7903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05000"/>
              </a:lnSpc>
              <a:spcBef>
                <a:spcPts val="0"/>
              </a:spcBef>
              <a:spcAft>
                <a:spcPts val="0"/>
              </a:spcAft>
              <a:buClr>
                <a:schemeClr val="dk1"/>
              </a:buClr>
              <a:buSzPts val="1600"/>
              <a:buFont typeface="Arial"/>
              <a:buNone/>
            </a:pPr>
            <a:r>
              <a:rPr lang="en-US" sz="1600" b="0" i="0" u="none" strike="noStrike" cap="none">
                <a:solidFill>
                  <a:schemeClr val="dk1"/>
                </a:solidFill>
                <a:latin typeface="Poppins SemiBold"/>
                <a:ea typeface="Poppins SemiBold"/>
                <a:cs typeface="Poppins SemiBold"/>
                <a:sym typeface="Poppins SemiBold"/>
              </a:rPr>
              <a:t>Verb</a:t>
            </a:r>
            <a:r>
              <a:rPr lang="en-US" sz="1600" b="0" i="0" u="none" strike="noStrike" cap="none">
                <a:solidFill>
                  <a:schemeClr val="dk1"/>
                </a:solidFill>
                <a:latin typeface="Poppins"/>
                <a:ea typeface="Poppins"/>
                <a:cs typeface="Poppins"/>
                <a:sym typeface="Poppins"/>
              </a:rPr>
              <a:t> - a verb is a doing word used to describe an action. </a:t>
            </a:r>
            <a:endParaRPr sz="1600" b="0" i="0" u="none" strike="noStrike" cap="none">
              <a:solidFill>
                <a:schemeClr val="dk1"/>
              </a:solidFill>
              <a:latin typeface="Poppins"/>
              <a:ea typeface="Poppins"/>
              <a:cs typeface="Poppins"/>
              <a:sym typeface="Poppins"/>
            </a:endParaRPr>
          </a:p>
          <a:p>
            <a:pPr marL="0" marR="0" lvl="0" indent="0" algn="l" rtl="0">
              <a:lnSpc>
                <a:spcPct val="105000"/>
              </a:lnSpc>
              <a:spcBef>
                <a:spcPts val="0"/>
              </a:spcBef>
              <a:spcAft>
                <a:spcPts val="0"/>
              </a:spcAft>
              <a:buClr>
                <a:schemeClr val="dk1"/>
              </a:buClr>
              <a:buSzPts val="1100"/>
              <a:buFont typeface="Arial"/>
              <a:buNone/>
            </a:pPr>
            <a:r>
              <a:rPr lang="en-US" sz="1600" b="0" i="0" u="none" strike="noStrike" cap="none">
                <a:solidFill>
                  <a:schemeClr val="dk1"/>
                </a:solidFill>
                <a:latin typeface="Poppins SemiBold"/>
                <a:ea typeface="Poppins SemiBold"/>
                <a:cs typeface="Poppins SemiBold"/>
                <a:sym typeface="Poppins SemiBold"/>
              </a:rPr>
              <a:t>Present Tense</a:t>
            </a:r>
            <a:r>
              <a:rPr lang="en-US" sz="1600" b="0" i="0" u="none" strike="noStrike" cap="none">
                <a:solidFill>
                  <a:schemeClr val="dk1"/>
                </a:solidFill>
                <a:latin typeface="Poppins"/>
                <a:ea typeface="Poppins"/>
                <a:cs typeface="Poppins"/>
                <a:sym typeface="Poppins"/>
              </a:rPr>
              <a:t> – shows that an action or event is currently happening or continually happening in the present.</a:t>
            </a:r>
            <a:endParaRPr sz="1600" b="0" i="0" u="none" strike="noStrike" cap="none">
              <a:solidFill>
                <a:schemeClr val="dk1"/>
              </a:solidFill>
              <a:latin typeface="Poppins"/>
              <a:ea typeface="Poppins"/>
              <a:cs typeface="Poppins"/>
              <a:sym typeface="Poppins"/>
            </a:endParaRPr>
          </a:p>
          <a:p>
            <a:pPr marL="0" marR="0" lvl="0" indent="0" algn="l" rtl="0">
              <a:lnSpc>
                <a:spcPct val="105000"/>
              </a:lnSpc>
              <a:spcBef>
                <a:spcPts val="0"/>
              </a:spcBef>
              <a:spcAft>
                <a:spcPts val="0"/>
              </a:spcAft>
              <a:buClr>
                <a:schemeClr val="dk1"/>
              </a:buClr>
              <a:buSzPts val="1100"/>
              <a:buFont typeface="Arial"/>
              <a:buNone/>
            </a:pPr>
            <a:r>
              <a:rPr lang="en-US" sz="1600" b="0" i="0" u="none" strike="noStrike" cap="none">
                <a:solidFill>
                  <a:schemeClr val="dk1"/>
                </a:solidFill>
                <a:latin typeface="Poppins SemiBold"/>
                <a:ea typeface="Poppins SemiBold"/>
                <a:cs typeface="Poppins SemiBold"/>
                <a:sym typeface="Poppins SemiBold"/>
              </a:rPr>
              <a:t>Present Continuous Tense</a:t>
            </a:r>
            <a:r>
              <a:rPr lang="en-US" sz="1600" b="0" i="0" u="none" strike="noStrike" cap="none">
                <a:solidFill>
                  <a:schemeClr val="dk1"/>
                </a:solidFill>
                <a:latin typeface="Poppins"/>
                <a:ea typeface="Poppins"/>
                <a:cs typeface="Poppins"/>
                <a:sym typeface="Poppins"/>
              </a:rPr>
              <a:t> – shows that an action is happening /continuing at the moment of speaking or planning to happen in the future.</a:t>
            </a:r>
            <a:endParaRPr sz="1600" b="0" i="0" u="none" strike="noStrike" cap="none">
              <a:solidFill>
                <a:schemeClr val="dk1"/>
              </a:solidFill>
              <a:latin typeface="Poppins"/>
              <a:ea typeface="Poppins"/>
              <a:cs typeface="Poppins"/>
              <a:sym typeface="Poppins"/>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2818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474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548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-ing suffix (continuous verb)</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6113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2 - Monday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6</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7240990" y="88100"/>
              <a:ext cx="1337400" cy="403500"/>
              <a:chOff x="3235750" y="88250"/>
              <a:chExt cx="1337400" cy="403500"/>
            </a:xfrm>
          </p:grpSpPr>
          <p:sp>
            <p:nvSpPr>
              <p:cNvPr id="175" name="Google Shape;175;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1" name="Google Shape;201;g2c235dd0dad_1_87"/>
          <p:cNvGrpSpPr/>
          <p:nvPr/>
        </p:nvGrpSpPr>
        <p:grpSpPr>
          <a:xfrm>
            <a:off x="662575" y="6212475"/>
            <a:ext cx="586800" cy="571500"/>
            <a:chOff x="662575" y="6212475"/>
            <a:chExt cx="586800" cy="571500"/>
          </a:xfrm>
        </p:grpSpPr>
        <p:sp>
          <p:nvSpPr>
            <p:cNvPr id="202" name="Google Shape;20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5" name="Google Shape;205;g2c235dd0dad_1_87"/>
          <p:cNvGrpSpPr/>
          <p:nvPr/>
        </p:nvGrpSpPr>
        <p:grpSpPr>
          <a:xfrm>
            <a:off x="7894350" y="6212475"/>
            <a:ext cx="586800" cy="571500"/>
            <a:chOff x="7894350" y="6212475"/>
            <a:chExt cx="586800" cy="571500"/>
          </a:xfrm>
        </p:grpSpPr>
        <p:sp>
          <p:nvSpPr>
            <p:cNvPr id="206" name="Google Shape;20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1" name="Google Shape;21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2" name="Google Shape;212;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6" name="Google Shape;21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8" name="Google Shape;21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0" name="Google Shape;24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5" name="Google Shape;24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7" name="Google Shape;24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8" name="Google Shape;258;g2c157a2fb06_0_53"/>
          <p:cNvGrpSpPr/>
          <p:nvPr/>
        </p:nvGrpSpPr>
        <p:grpSpPr>
          <a:xfrm>
            <a:off x="662575" y="6212475"/>
            <a:ext cx="586800" cy="571500"/>
            <a:chOff x="662575" y="6212475"/>
            <a:chExt cx="586800" cy="571500"/>
          </a:xfrm>
        </p:grpSpPr>
        <p:sp>
          <p:nvSpPr>
            <p:cNvPr id="259" name="Google Shape;25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157a2fb06_0_53"/>
          <p:cNvGrpSpPr/>
          <p:nvPr/>
        </p:nvGrpSpPr>
        <p:grpSpPr>
          <a:xfrm>
            <a:off x="7894350" y="6212475"/>
            <a:ext cx="586800" cy="571500"/>
            <a:chOff x="7894350" y="6212475"/>
            <a:chExt cx="586800" cy="571500"/>
          </a:xfrm>
        </p:grpSpPr>
        <p:sp>
          <p:nvSpPr>
            <p:cNvPr id="263" name="Google Shape;26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3" name="Google Shape;27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6" name="Google Shape;286;g2c157a2fb06_0_158"/>
          <p:cNvGrpSpPr/>
          <p:nvPr/>
        </p:nvGrpSpPr>
        <p:grpSpPr>
          <a:xfrm>
            <a:off x="662575" y="6212475"/>
            <a:ext cx="586800" cy="571500"/>
            <a:chOff x="662575" y="6212475"/>
            <a:chExt cx="586800" cy="571500"/>
          </a:xfrm>
        </p:grpSpPr>
        <p:sp>
          <p:nvSpPr>
            <p:cNvPr id="287" name="Google Shape;28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0" name="Google Shape;290;g2c157a2fb06_0_158"/>
          <p:cNvGrpSpPr/>
          <p:nvPr/>
        </p:nvGrpSpPr>
        <p:grpSpPr>
          <a:xfrm>
            <a:off x="7894350" y="6212475"/>
            <a:ext cx="586800" cy="571500"/>
            <a:chOff x="7894350" y="6212475"/>
            <a:chExt cx="586800" cy="571500"/>
          </a:xfrm>
        </p:grpSpPr>
        <p:sp>
          <p:nvSpPr>
            <p:cNvPr id="291" name="Google Shape;29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4" name="Google Shape;294;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6" name="Google Shape;29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7" name="Google Shape;317;g2c157a2fb06_0_263"/>
          <p:cNvGrpSpPr/>
          <p:nvPr/>
        </p:nvGrpSpPr>
        <p:grpSpPr>
          <a:xfrm>
            <a:off x="662575" y="6212475"/>
            <a:ext cx="586800" cy="571500"/>
            <a:chOff x="662575" y="6212475"/>
            <a:chExt cx="586800" cy="571500"/>
          </a:xfrm>
        </p:grpSpPr>
        <p:sp>
          <p:nvSpPr>
            <p:cNvPr id="318" name="Google Shape;31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263"/>
          <p:cNvGrpSpPr/>
          <p:nvPr/>
        </p:nvGrpSpPr>
        <p:grpSpPr>
          <a:xfrm>
            <a:off x="7894350" y="6212475"/>
            <a:ext cx="586800" cy="571500"/>
            <a:chOff x="7894350" y="6212475"/>
            <a:chExt cx="586800" cy="571500"/>
          </a:xfrm>
        </p:grpSpPr>
        <p:sp>
          <p:nvSpPr>
            <p:cNvPr id="322" name="Google Shape;32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2" name="Google Shape;33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4" name="Google Shape;33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3" name="Google Shape;343;g2c157a2fb06_0_467"/>
          <p:cNvGrpSpPr/>
          <p:nvPr/>
        </p:nvGrpSpPr>
        <p:grpSpPr>
          <a:xfrm>
            <a:off x="662575" y="6212475"/>
            <a:ext cx="586800" cy="571500"/>
            <a:chOff x="662575" y="6212475"/>
            <a:chExt cx="586800" cy="571500"/>
          </a:xfrm>
        </p:grpSpPr>
        <p:sp>
          <p:nvSpPr>
            <p:cNvPr id="344" name="Google Shape;34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467"/>
          <p:cNvGrpSpPr/>
          <p:nvPr/>
        </p:nvGrpSpPr>
        <p:grpSpPr>
          <a:xfrm>
            <a:off x="7894350" y="6212475"/>
            <a:ext cx="586800" cy="571500"/>
            <a:chOff x="7894350" y="6212475"/>
            <a:chExt cx="586800" cy="571500"/>
          </a:xfrm>
        </p:grpSpPr>
        <p:sp>
          <p:nvSpPr>
            <p:cNvPr id="348" name="Google Shape;34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629"/>
          <p:cNvGrpSpPr/>
          <p:nvPr/>
        </p:nvGrpSpPr>
        <p:grpSpPr>
          <a:xfrm>
            <a:off x="662575" y="6212475"/>
            <a:ext cx="586800" cy="571500"/>
            <a:chOff x="662575" y="6212475"/>
            <a:chExt cx="586800" cy="571500"/>
          </a:xfrm>
        </p:grpSpPr>
        <p:sp>
          <p:nvSpPr>
            <p:cNvPr id="370" name="Google Shape;37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629"/>
          <p:cNvGrpSpPr/>
          <p:nvPr/>
        </p:nvGrpSpPr>
        <p:grpSpPr>
          <a:xfrm>
            <a:off x="7894350" y="6212475"/>
            <a:ext cx="586800" cy="571500"/>
            <a:chOff x="7894350" y="6212475"/>
            <a:chExt cx="586800" cy="571500"/>
          </a:xfrm>
        </p:grpSpPr>
        <p:sp>
          <p:nvSpPr>
            <p:cNvPr id="374" name="Google Shape;37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6" name="Google Shape;38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798"/>
          <p:cNvGrpSpPr/>
          <p:nvPr/>
        </p:nvGrpSpPr>
        <p:grpSpPr>
          <a:xfrm>
            <a:off x="662575" y="6212475"/>
            <a:ext cx="586800" cy="571500"/>
            <a:chOff x="662575" y="6212475"/>
            <a:chExt cx="586800" cy="571500"/>
          </a:xfrm>
        </p:grpSpPr>
        <p:sp>
          <p:nvSpPr>
            <p:cNvPr id="397" name="Google Shape;39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798"/>
          <p:cNvGrpSpPr/>
          <p:nvPr/>
        </p:nvGrpSpPr>
        <p:grpSpPr>
          <a:xfrm>
            <a:off x="7894350" y="6212475"/>
            <a:ext cx="586800" cy="571500"/>
            <a:chOff x="7894350" y="6212475"/>
            <a:chExt cx="586800" cy="571500"/>
          </a:xfrm>
        </p:grpSpPr>
        <p:sp>
          <p:nvSpPr>
            <p:cNvPr id="401" name="Google Shape;40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3" name="Google Shape;41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3" name="Google Shape;423;g2c157a2fb06_0_825"/>
          <p:cNvGrpSpPr/>
          <p:nvPr/>
        </p:nvGrpSpPr>
        <p:grpSpPr>
          <a:xfrm>
            <a:off x="662575" y="6212475"/>
            <a:ext cx="586800" cy="571500"/>
            <a:chOff x="662575" y="6212475"/>
            <a:chExt cx="586800" cy="571500"/>
          </a:xfrm>
        </p:grpSpPr>
        <p:sp>
          <p:nvSpPr>
            <p:cNvPr id="424" name="Google Shape;42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825"/>
          <p:cNvGrpSpPr/>
          <p:nvPr/>
        </p:nvGrpSpPr>
        <p:grpSpPr>
          <a:xfrm>
            <a:off x="7894350" y="6212475"/>
            <a:ext cx="586800" cy="571500"/>
            <a:chOff x="7894350" y="6212475"/>
            <a:chExt cx="586800" cy="571500"/>
          </a:xfrm>
        </p:grpSpPr>
        <p:sp>
          <p:nvSpPr>
            <p:cNvPr id="428" name="Google Shape;42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0" name="Google Shape;44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00"/>
          <p:cNvGrpSpPr/>
          <p:nvPr/>
        </p:nvGrpSpPr>
        <p:grpSpPr>
          <a:xfrm>
            <a:off x="662575" y="6212475"/>
            <a:ext cx="586800" cy="571500"/>
            <a:chOff x="662575" y="6212475"/>
            <a:chExt cx="586800" cy="571500"/>
          </a:xfrm>
        </p:grpSpPr>
        <p:sp>
          <p:nvSpPr>
            <p:cNvPr id="463" name="Google Shape;46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00"/>
          <p:cNvGrpSpPr/>
          <p:nvPr/>
        </p:nvGrpSpPr>
        <p:grpSpPr>
          <a:xfrm>
            <a:off x="7894350" y="6212475"/>
            <a:ext cx="586800" cy="571500"/>
            <a:chOff x="7894350" y="6212475"/>
            <a:chExt cx="586800" cy="571500"/>
          </a:xfrm>
        </p:grpSpPr>
        <p:sp>
          <p:nvSpPr>
            <p:cNvPr id="467" name="Google Shape;46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70" name="Google Shape;470;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2" name="Google Shape;47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7" name="Google Shape;47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9" name="Google Shape;47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1" name="Google Shape;501;g2c157a2fb06_0_932"/>
          <p:cNvGrpSpPr/>
          <p:nvPr/>
        </p:nvGrpSpPr>
        <p:grpSpPr>
          <a:xfrm>
            <a:off x="662575" y="6212475"/>
            <a:ext cx="586800" cy="571500"/>
            <a:chOff x="662575" y="6212475"/>
            <a:chExt cx="586800" cy="571500"/>
          </a:xfrm>
        </p:grpSpPr>
        <p:sp>
          <p:nvSpPr>
            <p:cNvPr id="502" name="Google Shape;50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5" name="Google Shape;505;g2c157a2fb06_0_932"/>
          <p:cNvGrpSpPr/>
          <p:nvPr/>
        </p:nvGrpSpPr>
        <p:grpSpPr>
          <a:xfrm>
            <a:off x="7894350" y="6212475"/>
            <a:ext cx="586800" cy="571500"/>
            <a:chOff x="7894350" y="6212475"/>
            <a:chExt cx="586800" cy="571500"/>
          </a:xfrm>
        </p:grpSpPr>
        <p:sp>
          <p:nvSpPr>
            <p:cNvPr id="506" name="Google Shape;50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9" name="Google Shape;509;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8" name="Google Shape;51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7" name="Google Shape;537;g2c157a2fb06_0_1045"/>
          <p:cNvGrpSpPr/>
          <p:nvPr/>
        </p:nvGrpSpPr>
        <p:grpSpPr>
          <a:xfrm>
            <a:off x="662575" y="6212475"/>
            <a:ext cx="586800" cy="571500"/>
            <a:chOff x="662575" y="6212475"/>
            <a:chExt cx="586800" cy="571500"/>
          </a:xfrm>
        </p:grpSpPr>
        <p:sp>
          <p:nvSpPr>
            <p:cNvPr id="538" name="Google Shape;53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1045"/>
          <p:cNvGrpSpPr/>
          <p:nvPr/>
        </p:nvGrpSpPr>
        <p:grpSpPr>
          <a:xfrm>
            <a:off x="7894350" y="6212475"/>
            <a:ext cx="586800" cy="571500"/>
            <a:chOff x="7894350" y="6212475"/>
            <a:chExt cx="586800" cy="571500"/>
          </a:xfrm>
        </p:grpSpPr>
        <p:sp>
          <p:nvSpPr>
            <p:cNvPr id="542" name="Google Shape;54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5" name="Google Shape;545;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7" name="Google Shape;54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8" name="Google Shape;548;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4" name="Google Shape;55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6" name="Google Shape;576;g2c157a2fb06_0_1110"/>
          <p:cNvGrpSpPr/>
          <p:nvPr/>
        </p:nvGrpSpPr>
        <p:grpSpPr>
          <a:xfrm>
            <a:off x="662575" y="6212475"/>
            <a:ext cx="586800" cy="571500"/>
            <a:chOff x="662575" y="6212475"/>
            <a:chExt cx="586800" cy="571500"/>
          </a:xfrm>
        </p:grpSpPr>
        <p:sp>
          <p:nvSpPr>
            <p:cNvPr id="577" name="Google Shape;57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110"/>
          <p:cNvGrpSpPr/>
          <p:nvPr/>
        </p:nvGrpSpPr>
        <p:grpSpPr>
          <a:xfrm>
            <a:off x="7894350" y="6212475"/>
            <a:ext cx="586800" cy="571500"/>
            <a:chOff x="7894350" y="6212475"/>
            <a:chExt cx="586800" cy="571500"/>
          </a:xfrm>
        </p:grpSpPr>
        <p:sp>
          <p:nvSpPr>
            <p:cNvPr id="581" name="Google Shape;58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4" name="Google Shape;584;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1" name="Google Shape;59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3" name="Google Shape;59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-ing suffix</a:t>
            </a:r>
            <a:br>
              <a:rPr lang="en-US"/>
            </a:br>
            <a:r>
              <a:rPr lang="en-US"/>
              <a:t>(continuous verb)</a:t>
            </a:r>
            <a:endParaRPr sz="3000"/>
          </a:p>
        </p:txBody>
      </p:sp>
      <p:sp>
        <p:nvSpPr>
          <p:cNvPr id="653" name="Google Shape;65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4" name="Google Shape;654;p1"/>
          <p:cNvGraphicFramePr/>
          <p:nvPr/>
        </p:nvGraphicFramePr>
        <p:xfrm>
          <a:off x="4844200" y="1891197"/>
          <a:ext cx="3785000" cy="1678950"/>
        </p:xfrm>
        <a:graphic>
          <a:graphicData uri="http://schemas.openxmlformats.org/drawingml/2006/table">
            <a:tbl>
              <a:tblPr firstRow="1" bandRow="1">
                <a:noFill/>
                <a:tableStyleId>{70CC9A7B-E17A-482A-9DA2-C41900AB909C}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Jost"/>
                          <a:ea typeface="Jost"/>
                          <a:cs typeface="Jost"/>
                          <a:sym typeface="Jost"/>
                        </a:rPr>
                        <a:t>-s and -es</a:t>
                      </a:r>
                      <a:endParaRPr sz="20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-ing</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5" name="Google Shape;655;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6</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a:t>
            </a:r>
            <a:r>
              <a:rPr lang="en-US">
                <a:solidFill>
                  <a:srgbClr val="3A4C97"/>
                </a:solidFill>
              </a:rPr>
              <a:t> </a:t>
            </a:r>
            <a:r>
              <a:rPr lang="en-US">
                <a:solidFill>
                  <a:srgbClr val="2356AF"/>
                </a:solidFill>
              </a:rPr>
              <a:t>-ing</a:t>
            </a:r>
            <a:r>
              <a:rPr lang="en-US">
                <a:solidFill>
                  <a:srgbClr val="1A30E8"/>
                </a:solidFill>
              </a:rPr>
              <a:t>.</a:t>
            </a:r>
            <a:endParaRPr>
              <a:solidFill>
                <a:srgbClr val="1A30E8"/>
              </a:solidFill>
            </a:endParaRPr>
          </a:p>
        </p:txBody>
      </p:sp>
      <p:sp>
        <p:nvSpPr>
          <p:cNvPr id="662" name="Google Shape;662;g2bee4f4af4b_0_204"/>
          <p:cNvSpPr txBox="1">
            <a:spLocks noGrp="1"/>
          </p:cNvSpPr>
          <p:nvPr>
            <p:ph type="body" idx="2"/>
          </p:nvPr>
        </p:nvSpPr>
        <p:spPr>
          <a:xfrm>
            <a:off x="3649025" y="2317050"/>
            <a:ext cx="49218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r>
              <a:rPr lang="en-U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9" name="Google Shape;669;g26b641b03cd_0_165"/>
          <p:cNvGrpSpPr/>
          <p:nvPr/>
        </p:nvGrpSpPr>
        <p:grpSpPr>
          <a:xfrm>
            <a:off x="930400" y="2053244"/>
            <a:ext cx="7283200" cy="3724851"/>
            <a:chOff x="930400" y="2129444"/>
            <a:chExt cx="7283200" cy="3724851"/>
          </a:xfrm>
        </p:grpSpPr>
        <p:pic>
          <p:nvPicPr>
            <p:cNvPr id="670" name="Google Shape;67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9" name="Google Shape;699;g26b7edf6e71_0_26"/>
          <p:cNvGrpSpPr/>
          <p:nvPr/>
        </p:nvGrpSpPr>
        <p:grpSpPr>
          <a:xfrm>
            <a:off x="930400" y="2053250"/>
            <a:ext cx="7283201" cy="2971674"/>
            <a:chOff x="930400" y="2129450"/>
            <a:chExt cx="7283201" cy="2971674"/>
          </a:xfrm>
        </p:grpSpPr>
        <p:pic>
          <p:nvPicPr>
            <p:cNvPr id="700" name="Google Shape;70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1" name="Google Shape;70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0" name="Google Shape;71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5" name="Google Shape;735;g2c298da1f27_0_417"/>
          <p:cNvGrpSpPr/>
          <p:nvPr/>
        </p:nvGrpSpPr>
        <p:grpSpPr>
          <a:xfrm>
            <a:off x="930400" y="2053250"/>
            <a:ext cx="7283201" cy="2971674"/>
            <a:chOff x="930400" y="2053250"/>
            <a:chExt cx="7283201" cy="2971674"/>
          </a:xfrm>
        </p:grpSpPr>
        <p:pic>
          <p:nvPicPr>
            <p:cNvPr id="736" name="Google Shape;736;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7" name="Google Shape;737;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3" name="Google Shape;783;g2cdbdd49f8e_0_0"/>
          <p:cNvGrpSpPr/>
          <p:nvPr/>
        </p:nvGrpSpPr>
        <p:grpSpPr>
          <a:xfrm>
            <a:off x="855905" y="2053250"/>
            <a:ext cx="7272577" cy="3316697"/>
            <a:chOff x="855905" y="2053250"/>
            <a:chExt cx="7272577" cy="3316697"/>
          </a:xfrm>
        </p:grpSpPr>
        <p:pic>
          <p:nvPicPr>
            <p:cNvPr id="784" name="Google Shape;784;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5" name="Google Shape;835;g2c298da1f27_1_0"/>
          <p:cNvGrpSpPr/>
          <p:nvPr/>
        </p:nvGrpSpPr>
        <p:grpSpPr>
          <a:xfrm>
            <a:off x="931068" y="2129450"/>
            <a:ext cx="7281864" cy="2688001"/>
            <a:chOff x="868300" y="2129450"/>
            <a:chExt cx="7281864" cy="2688001"/>
          </a:xfrm>
        </p:grpSpPr>
        <p:pic>
          <p:nvPicPr>
            <p:cNvPr id="836" name="Google Shape;83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7" name="Google Shape;857;g2ce66866dac_0_1153"/>
          <p:cNvSpPr txBox="1"/>
          <p:nvPr/>
        </p:nvSpPr>
        <p:spPr>
          <a:xfrm>
            <a:off x="1566675" y="1398975"/>
            <a:ext cx="60108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2800"/>
              <a:buFont typeface="Arial"/>
              <a:buNone/>
            </a:pPr>
            <a:r>
              <a:rPr lang="en-US" sz="2800" b="0" i="0" u="none" strike="noStrike" cap="none">
                <a:solidFill>
                  <a:schemeClr val="dk1"/>
                </a:solidFill>
                <a:latin typeface="Poppins"/>
                <a:ea typeface="Poppins"/>
                <a:cs typeface="Poppins"/>
                <a:sym typeface="Poppins"/>
              </a:rPr>
              <a:t>When suffix </a:t>
            </a:r>
            <a:r>
              <a:rPr lang="en-US" sz="2800" b="0" i="0" u="none" strike="noStrike" cap="none">
                <a:solidFill>
                  <a:srgbClr val="2356AF"/>
                </a:solidFill>
                <a:latin typeface="Poppins"/>
                <a:ea typeface="Poppins"/>
                <a:cs typeface="Poppins"/>
                <a:sym typeface="Poppins"/>
              </a:rPr>
              <a:t>-ing</a:t>
            </a:r>
            <a:r>
              <a:rPr lang="en-US" sz="2800" b="0" i="0" u="none" strike="noStrike" cap="none">
                <a:solidFill>
                  <a:schemeClr val="dk1"/>
                </a:solidFill>
                <a:latin typeface="Poppins"/>
                <a:ea typeface="Poppins"/>
                <a:cs typeface="Poppins"/>
                <a:sym typeface="Poppins"/>
              </a:rPr>
              <a:t> is added to the end of a verb, the verb changes to present-continuous form.</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-ing</a:t>
            </a:r>
            <a:endParaRPr sz="2200" b="0" i="0" u="none" strike="noStrike" cap="none">
              <a:solidFill>
                <a:schemeClr val="dk1"/>
              </a:solidFill>
              <a:latin typeface="Poppins"/>
              <a:ea typeface="Poppins"/>
              <a:cs typeface="Poppins"/>
              <a:sym typeface="Poppins"/>
            </a:endParaRPr>
          </a:p>
        </p:txBody>
      </p:sp>
      <p:sp>
        <p:nvSpPr>
          <p:cNvPr id="865" name="Google Shape;865;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6" name="Google Shape;866;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ce66866dac_0_1159"/>
          <p:cNvSpPr txBox="1"/>
          <p:nvPr/>
        </p:nvSpPr>
        <p:spPr>
          <a:xfrm>
            <a:off x="1228525" y="980475"/>
            <a:ext cx="6687000" cy="16197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8000"/>
              <a:buFont typeface="Arial"/>
              <a:buNone/>
            </a:pPr>
            <a:r>
              <a:rPr lang="en-US" sz="6800" b="0" i="0" u="none" strike="noStrike" cap="none">
                <a:solidFill>
                  <a:srgbClr val="000000"/>
                </a:solidFill>
                <a:latin typeface="Jost"/>
                <a:ea typeface="Jost"/>
                <a:cs typeface="Jost"/>
                <a:sym typeface="Jost"/>
              </a:rPr>
              <a:t> I meet my friend. </a:t>
            </a:r>
            <a:endParaRPr sz="6800" b="0" i="0" u="none" strike="noStrike" cap="none">
              <a:solidFill>
                <a:srgbClr val="000000"/>
              </a:solidFill>
              <a:latin typeface="Jost"/>
              <a:ea typeface="Jost"/>
              <a:cs typeface="Jost"/>
              <a:sym typeface="Jost"/>
            </a:endParaRPr>
          </a:p>
        </p:txBody>
      </p:sp>
      <p:sp>
        <p:nvSpPr>
          <p:cNvPr id="868" name="Google Shape;868;g2ce66866dac_0_1159"/>
          <p:cNvSpPr txBox="1"/>
          <p:nvPr/>
        </p:nvSpPr>
        <p:spPr>
          <a:xfrm>
            <a:off x="1672825" y="3659375"/>
            <a:ext cx="5798400" cy="1909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8000"/>
              <a:buFont typeface="Arial"/>
              <a:buNone/>
            </a:pPr>
            <a:r>
              <a:rPr lang="en-US" sz="6800" b="0" i="0" u="none" strike="noStrike" cap="none">
                <a:solidFill>
                  <a:srgbClr val="000000"/>
                </a:solidFill>
                <a:latin typeface="Jost"/>
                <a:ea typeface="Jost"/>
                <a:cs typeface="Jost"/>
                <a:sym typeface="Jost"/>
              </a:rPr>
              <a:t>I </a:t>
            </a:r>
            <a:r>
              <a:rPr lang="en-US" sz="5800" b="0" i="0" u="none" strike="noStrike" cap="none">
                <a:solidFill>
                  <a:schemeClr val="dk1"/>
                </a:solidFill>
                <a:latin typeface="Poppins"/>
                <a:ea typeface="Poppins"/>
                <a:cs typeface="Poppins"/>
                <a:sym typeface="Poppins"/>
              </a:rPr>
              <a:t>a</a:t>
            </a:r>
            <a:r>
              <a:rPr lang="en-US" sz="6800" b="0" i="0" u="none" strike="noStrike" cap="none">
                <a:solidFill>
                  <a:srgbClr val="000000"/>
                </a:solidFill>
                <a:latin typeface="Jost"/>
                <a:ea typeface="Jost"/>
                <a:cs typeface="Jost"/>
                <a:sym typeface="Jost"/>
              </a:rPr>
              <a:t>m m</a:t>
            </a:r>
            <a:r>
              <a:rPr lang="en-US" sz="6800" b="0" i="0" u="none" strike="noStrike" cap="none">
                <a:solidFill>
                  <a:schemeClr val="dk1"/>
                </a:solidFill>
                <a:latin typeface="Jost"/>
                <a:ea typeface="Jost"/>
                <a:cs typeface="Jost"/>
                <a:sym typeface="Jost"/>
              </a:rPr>
              <a:t>eet</a:t>
            </a:r>
            <a:r>
              <a:rPr lang="en-US" sz="6800" b="0" i="0" u="none" strike="noStrike" cap="none">
                <a:solidFill>
                  <a:srgbClr val="2356AF"/>
                </a:solidFill>
                <a:latin typeface="Jost"/>
                <a:ea typeface="Jost"/>
                <a:cs typeface="Jost"/>
                <a:sym typeface="Jost"/>
              </a:rPr>
              <a:t>ing</a:t>
            </a:r>
            <a:r>
              <a:rPr lang="en-US" sz="6800" b="0" i="0" u="none" strike="noStrike" cap="none">
                <a:solidFill>
                  <a:schemeClr val="dk1"/>
                </a:solidFill>
                <a:latin typeface="Jost"/>
                <a:ea typeface="Jost"/>
                <a:cs typeface="Jost"/>
                <a:sym typeface="Jost"/>
              </a:rPr>
              <a:t> </a:t>
            </a:r>
            <a:r>
              <a:rPr lang="en-US" sz="6800" b="0" i="0" u="none" strike="noStrike" cap="none">
                <a:solidFill>
                  <a:srgbClr val="000000"/>
                </a:solidFill>
                <a:latin typeface="Jost"/>
                <a:ea typeface="Jost"/>
                <a:cs typeface="Jost"/>
                <a:sym typeface="Jost"/>
              </a:rPr>
              <a:t>my friend.</a:t>
            </a:r>
            <a:endParaRPr sz="6800" b="0" i="0" u="none" strike="noStrike" cap="none">
              <a:solidFill>
                <a:srgbClr val="000000"/>
              </a:solidFill>
              <a:latin typeface="Jost"/>
              <a:ea typeface="Jost"/>
              <a:cs typeface="Jost"/>
              <a:sym typeface="Jost"/>
            </a:endParaRPr>
          </a:p>
        </p:txBody>
      </p:sp>
      <p:cxnSp>
        <p:nvCxnSpPr>
          <p:cNvPr id="869" name="Google Shape;869;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73466809b0_0_11"/>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73466809b0_0_11"/>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-ing</a:t>
            </a:r>
            <a:endParaRPr sz="2200" b="0" i="0" u="none" strike="noStrike" cap="none">
              <a:solidFill>
                <a:schemeClr val="dk1"/>
              </a:solidFill>
              <a:latin typeface="Poppins"/>
              <a:ea typeface="Poppins"/>
              <a:cs typeface="Poppins"/>
              <a:sym typeface="Poppins"/>
            </a:endParaRPr>
          </a:p>
        </p:txBody>
      </p:sp>
      <p:sp>
        <p:nvSpPr>
          <p:cNvPr id="877" name="Google Shape;877;g273466809b0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8" name="Google Shape;878;g273466809b0_0_11"/>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73466809b0_0_11"/>
          <p:cNvSpPr txBox="1"/>
          <p:nvPr/>
        </p:nvSpPr>
        <p:spPr>
          <a:xfrm>
            <a:off x="1029075" y="980475"/>
            <a:ext cx="7086000" cy="16197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1100"/>
              <a:buFont typeface="Arial"/>
              <a:buNone/>
            </a:pPr>
            <a:r>
              <a:rPr lang="en-US" sz="6800" b="0" i="0" u="none" strike="noStrike" cap="none">
                <a:solidFill>
                  <a:srgbClr val="000000"/>
                </a:solidFill>
                <a:latin typeface="Jost"/>
                <a:ea typeface="Jost"/>
                <a:cs typeface="Jost"/>
                <a:sym typeface="Jost"/>
              </a:rPr>
              <a:t> I e</a:t>
            </a:r>
            <a:r>
              <a:rPr lang="en-US" sz="5800" b="0" i="0" u="none" strike="noStrike" cap="none">
                <a:solidFill>
                  <a:schemeClr val="dk1"/>
                </a:solidFill>
                <a:latin typeface="Poppins"/>
                <a:ea typeface="Poppins"/>
                <a:cs typeface="Poppins"/>
                <a:sym typeface="Poppins"/>
              </a:rPr>
              <a:t>a</a:t>
            </a:r>
            <a:r>
              <a:rPr lang="en-US" sz="6800" b="0" i="0" u="none" strike="noStrike" cap="none">
                <a:solidFill>
                  <a:srgbClr val="000000"/>
                </a:solidFill>
                <a:latin typeface="Jost"/>
                <a:ea typeface="Jost"/>
                <a:cs typeface="Jost"/>
                <a:sym typeface="Jost"/>
              </a:rPr>
              <a:t>t my dinner.</a:t>
            </a:r>
            <a:endParaRPr sz="6800" b="0" i="0" u="none" strike="noStrike" cap="none">
              <a:solidFill>
                <a:srgbClr val="000000"/>
              </a:solidFill>
              <a:latin typeface="Jost"/>
              <a:ea typeface="Jost"/>
              <a:cs typeface="Jost"/>
              <a:sym typeface="Jost"/>
            </a:endParaRPr>
          </a:p>
        </p:txBody>
      </p:sp>
      <p:sp>
        <p:nvSpPr>
          <p:cNvPr id="880" name="Google Shape;880;g273466809b0_0_11"/>
          <p:cNvSpPr txBox="1"/>
          <p:nvPr/>
        </p:nvSpPr>
        <p:spPr>
          <a:xfrm>
            <a:off x="1672825" y="3659375"/>
            <a:ext cx="5798400" cy="1909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8000"/>
              <a:buFont typeface="Arial"/>
              <a:buNone/>
            </a:pPr>
            <a:r>
              <a:rPr lang="en-US" sz="6800" b="0" i="0" u="none" strike="noStrike" cap="none">
                <a:solidFill>
                  <a:srgbClr val="000000"/>
                </a:solidFill>
                <a:latin typeface="Jost"/>
                <a:ea typeface="Jost"/>
                <a:cs typeface="Jost"/>
                <a:sym typeface="Jost"/>
              </a:rPr>
              <a:t>I</a:t>
            </a:r>
            <a:r>
              <a:rPr lang="en-US" sz="6800" b="0" i="0" u="none" strike="noStrike" cap="none">
                <a:solidFill>
                  <a:schemeClr val="dk1"/>
                </a:solidFill>
                <a:latin typeface="Jost"/>
                <a:ea typeface="Jost"/>
                <a:cs typeface="Jost"/>
                <a:sym typeface="Jost"/>
              </a:rPr>
              <a:t> </a:t>
            </a:r>
            <a:r>
              <a:rPr lang="en-US" sz="5800" b="0" i="0" u="none" strike="noStrike" cap="none">
                <a:solidFill>
                  <a:schemeClr val="dk1"/>
                </a:solidFill>
                <a:latin typeface="Poppins"/>
                <a:ea typeface="Poppins"/>
                <a:cs typeface="Poppins"/>
                <a:sym typeface="Poppins"/>
              </a:rPr>
              <a:t>a</a:t>
            </a:r>
            <a:r>
              <a:rPr lang="en-US" sz="6800" b="0" i="0" u="none" strike="noStrike" cap="none">
                <a:solidFill>
                  <a:schemeClr val="dk1"/>
                </a:solidFill>
                <a:latin typeface="Jost"/>
                <a:ea typeface="Jost"/>
                <a:cs typeface="Jost"/>
                <a:sym typeface="Jost"/>
              </a:rPr>
              <a:t>m e</a:t>
            </a:r>
            <a:r>
              <a:rPr lang="en-US" sz="5800" b="0" i="0" u="none" strike="noStrike" cap="none">
                <a:solidFill>
                  <a:schemeClr val="dk1"/>
                </a:solidFill>
                <a:latin typeface="Poppins"/>
                <a:ea typeface="Poppins"/>
                <a:cs typeface="Poppins"/>
                <a:sym typeface="Poppins"/>
              </a:rPr>
              <a:t>a</a:t>
            </a:r>
            <a:r>
              <a:rPr lang="en-US" sz="6800" b="0" i="0" u="none" strike="noStrike" cap="none">
                <a:solidFill>
                  <a:schemeClr val="dk1"/>
                </a:solidFill>
                <a:latin typeface="Jost"/>
                <a:ea typeface="Jost"/>
                <a:cs typeface="Jost"/>
                <a:sym typeface="Jost"/>
              </a:rPr>
              <a:t>t</a:t>
            </a:r>
            <a:r>
              <a:rPr lang="en-US" sz="6800" b="0" i="0" u="none" strike="noStrike" cap="none">
                <a:solidFill>
                  <a:srgbClr val="2356AF"/>
                </a:solidFill>
                <a:latin typeface="Jost"/>
                <a:ea typeface="Jost"/>
                <a:cs typeface="Jost"/>
                <a:sym typeface="Jost"/>
              </a:rPr>
              <a:t>ing</a:t>
            </a:r>
            <a:r>
              <a:rPr lang="en-US" sz="6800" b="0" i="0" u="none" strike="noStrike" cap="none">
                <a:solidFill>
                  <a:srgbClr val="000000"/>
                </a:solidFill>
                <a:latin typeface="Jost"/>
                <a:ea typeface="Jost"/>
                <a:cs typeface="Jost"/>
                <a:sym typeface="Jost"/>
              </a:rPr>
              <a:t> my dinner.</a:t>
            </a:r>
            <a:endParaRPr sz="6800" b="0" i="0" u="none" strike="noStrike" cap="none">
              <a:solidFill>
                <a:srgbClr val="000000"/>
              </a:solidFill>
              <a:latin typeface="Jost"/>
              <a:ea typeface="Jost"/>
              <a:cs typeface="Jost"/>
              <a:sym typeface="Jost"/>
            </a:endParaRPr>
          </a:p>
        </p:txBody>
      </p:sp>
      <p:cxnSp>
        <p:nvCxnSpPr>
          <p:cNvPr id="881" name="Google Shape;881;g273466809b0_0_11"/>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8" name="Google Shape;88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73466809b0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5" name="Google Shape;895;g273466809b0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6" name="Google Shape;896;g273466809b0_0_25"/>
          <p:cNvSpPr/>
          <p:nvPr/>
        </p:nvSpPr>
        <p:spPr>
          <a:xfrm>
            <a:off x="31606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7" name="Google Shape;897;g273466809b0_0_25"/>
          <p:cNvSpPr/>
          <p:nvPr/>
        </p:nvSpPr>
        <p:spPr>
          <a:xfrm>
            <a:off x="563351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8" name="Google Shape;898;g273466809b0_0_2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9" name="Google Shape;899;g273466809b0_0_25"/>
          <p:cNvSpPr txBox="1">
            <a:spLocks noGrp="1"/>
          </p:cNvSpPr>
          <p:nvPr>
            <p:ph type="subTitle" idx="4294967295"/>
          </p:nvPr>
        </p:nvSpPr>
        <p:spPr>
          <a:xfrm>
            <a:off x="278282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m</a:t>
            </a:r>
            <a:endParaRPr sz="12000" b="0" i="0" u="none" strike="noStrike" cap="none">
              <a:solidFill>
                <a:srgbClr val="2356AF"/>
              </a:solidFill>
              <a:latin typeface="Jost"/>
              <a:ea typeface="Jost"/>
              <a:cs typeface="Jost"/>
              <a:sym typeface="Jost"/>
            </a:endParaRPr>
          </a:p>
        </p:txBody>
      </p:sp>
      <p:sp>
        <p:nvSpPr>
          <p:cNvPr id="900" name="Google Shape;900;g273466809b0_0_25"/>
          <p:cNvSpPr txBox="1">
            <a:spLocks noGrp="1"/>
          </p:cNvSpPr>
          <p:nvPr>
            <p:ph type="subTitle" idx="4294967295"/>
          </p:nvPr>
        </p:nvSpPr>
        <p:spPr>
          <a:xfrm>
            <a:off x="3871718" y="1308025"/>
            <a:ext cx="1746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00904C"/>
                </a:solidFill>
                <a:latin typeface="Jost"/>
                <a:ea typeface="Jost"/>
                <a:cs typeface="Jost"/>
                <a:sym typeface="Jost"/>
              </a:rPr>
              <a:t>ee</a:t>
            </a:r>
            <a:endParaRPr sz="12000" b="0" i="0" u="none" strike="noStrike" cap="none">
              <a:solidFill>
                <a:srgbClr val="00904C"/>
              </a:solidFill>
              <a:latin typeface="Jost"/>
              <a:ea typeface="Jost"/>
              <a:cs typeface="Jost"/>
              <a:sym typeface="Jost"/>
            </a:endParaRPr>
          </a:p>
        </p:txBody>
      </p:sp>
      <p:sp>
        <p:nvSpPr>
          <p:cNvPr id="901" name="Google Shape;901;g273466809b0_0_25"/>
          <p:cNvSpPr txBox="1">
            <a:spLocks noGrp="1"/>
          </p:cNvSpPr>
          <p:nvPr>
            <p:ph type="subTitle" idx="4294967295"/>
          </p:nvPr>
        </p:nvSpPr>
        <p:spPr>
          <a:xfrm>
            <a:off x="534147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02" name="Google Shape;902;g273466809b0_0_2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73466809b0_0_2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73466809b0_0_2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73466809b0_0_2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73466809b0_0_2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73466809b0_0_2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8" name="Google Shape;908;g273466809b0_0_2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73466809b0_0_2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0" name="Google Shape;910;g273466809b0_0_25"/>
          <p:cNvGrpSpPr/>
          <p:nvPr/>
        </p:nvGrpSpPr>
        <p:grpSpPr>
          <a:xfrm>
            <a:off x="-550" y="6984600"/>
            <a:ext cx="8596479" cy="808600"/>
            <a:chOff x="-550" y="6984600"/>
            <a:chExt cx="8596479" cy="808600"/>
          </a:xfrm>
        </p:grpSpPr>
        <p:sp>
          <p:nvSpPr>
            <p:cNvPr id="911" name="Google Shape;911;g273466809b0_0_2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2" name="Google Shape;912;g273466809b0_0_2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3" name="Google Shape;913;g273466809b0_0_2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4" name="Google Shape;914;g273466809b0_0_2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5" name="Google Shape;915;g273466809b0_0_2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6" name="Google Shape;916;g273466809b0_0_2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7" name="Google Shape;917;g273466809b0_0_2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8" name="Google Shape;918;g273466809b0_0_2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9" name="Google Shape;919;g273466809b0_0_2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20" name="Google Shape;920;g273466809b0_0_25"/>
          <p:cNvSpPr/>
          <p:nvPr/>
        </p:nvSpPr>
        <p:spPr>
          <a:xfrm>
            <a:off x="4030114" y="4011900"/>
            <a:ext cx="14289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79ba0d455a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7" name="Google Shape;927;g279ba0d455a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8" name="Google Shape;928;g279ba0d455a_0_0"/>
          <p:cNvSpPr/>
          <p:nvPr/>
        </p:nvSpPr>
        <p:spPr>
          <a:xfrm>
            <a:off x="213502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79ba0d455a_0_0"/>
          <p:cNvSpPr/>
          <p:nvPr/>
        </p:nvSpPr>
        <p:spPr>
          <a:xfrm>
            <a:off x="46079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0" name="Google Shape;930;g279ba0d455a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1" name="Google Shape;931;g279ba0d455a_0_0"/>
          <p:cNvSpPr txBox="1">
            <a:spLocks noGrp="1"/>
          </p:cNvSpPr>
          <p:nvPr>
            <p:ph type="subTitle" idx="4294967295"/>
          </p:nvPr>
        </p:nvSpPr>
        <p:spPr>
          <a:xfrm>
            <a:off x="175722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m</a:t>
            </a:r>
            <a:endParaRPr sz="12000" b="0" i="0" u="none" strike="noStrike" cap="none">
              <a:solidFill>
                <a:srgbClr val="2356AF"/>
              </a:solidFill>
              <a:latin typeface="Jost"/>
              <a:ea typeface="Jost"/>
              <a:cs typeface="Jost"/>
              <a:sym typeface="Jost"/>
            </a:endParaRPr>
          </a:p>
        </p:txBody>
      </p:sp>
      <p:sp>
        <p:nvSpPr>
          <p:cNvPr id="932" name="Google Shape;932;g279ba0d455a_0_0"/>
          <p:cNvSpPr txBox="1">
            <a:spLocks noGrp="1"/>
          </p:cNvSpPr>
          <p:nvPr>
            <p:ph type="subTitle" idx="4294967295"/>
          </p:nvPr>
        </p:nvSpPr>
        <p:spPr>
          <a:xfrm>
            <a:off x="2846121" y="1308025"/>
            <a:ext cx="1746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00904C"/>
                </a:solidFill>
                <a:latin typeface="Jost"/>
                <a:ea typeface="Jost"/>
                <a:cs typeface="Jost"/>
                <a:sym typeface="Jost"/>
              </a:rPr>
              <a:t>ee</a:t>
            </a:r>
            <a:endParaRPr sz="12000" b="0" i="0" u="none" strike="noStrike" cap="none">
              <a:solidFill>
                <a:srgbClr val="00904C"/>
              </a:solidFill>
              <a:latin typeface="Jost"/>
              <a:ea typeface="Jost"/>
              <a:cs typeface="Jost"/>
              <a:sym typeface="Jost"/>
            </a:endParaRPr>
          </a:p>
        </p:txBody>
      </p:sp>
      <p:sp>
        <p:nvSpPr>
          <p:cNvPr id="933" name="Google Shape;933;g279ba0d455a_0_0"/>
          <p:cNvSpPr txBox="1">
            <a:spLocks noGrp="1"/>
          </p:cNvSpPr>
          <p:nvPr>
            <p:ph type="subTitle" idx="4294967295"/>
          </p:nvPr>
        </p:nvSpPr>
        <p:spPr>
          <a:xfrm>
            <a:off x="431587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34" name="Google Shape;934;g279ba0d455a_0_0"/>
          <p:cNvSpPr/>
          <p:nvPr/>
        </p:nvSpPr>
        <p:spPr>
          <a:xfrm>
            <a:off x="521301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79ba0d455a_0_0"/>
          <p:cNvSpPr txBox="1">
            <a:spLocks noGrp="1"/>
          </p:cNvSpPr>
          <p:nvPr>
            <p:ph type="subTitle" idx="4294967295"/>
          </p:nvPr>
        </p:nvSpPr>
        <p:spPr>
          <a:xfrm>
            <a:off x="485075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36" name="Google Shape;936;g279ba0d455a_0_0"/>
          <p:cNvSpPr txBox="1">
            <a:spLocks noGrp="1"/>
          </p:cNvSpPr>
          <p:nvPr>
            <p:ph type="subTitle" idx="4294967295"/>
          </p:nvPr>
        </p:nvSpPr>
        <p:spPr>
          <a:xfrm>
            <a:off x="5460471" y="1308025"/>
            <a:ext cx="1926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ng</a:t>
            </a:r>
            <a:endParaRPr sz="12000" b="0" i="0" u="none" strike="noStrike" cap="none">
              <a:solidFill>
                <a:srgbClr val="FFD400"/>
              </a:solidFill>
              <a:latin typeface="Jost"/>
              <a:ea typeface="Jost"/>
              <a:cs typeface="Jost"/>
              <a:sym typeface="Jost"/>
            </a:endParaRPr>
          </a:p>
        </p:txBody>
      </p:sp>
      <p:sp>
        <p:nvSpPr>
          <p:cNvPr id="937" name="Google Shape;937;g279ba0d455a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79ba0d455a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79ba0d455a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79ba0d455a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79ba0d455a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79ba0d455a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79ba0d455a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79ba0d455a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5" name="Google Shape;945;g279ba0d455a_0_0"/>
          <p:cNvGrpSpPr/>
          <p:nvPr/>
        </p:nvGrpSpPr>
        <p:grpSpPr>
          <a:xfrm>
            <a:off x="-550" y="6984600"/>
            <a:ext cx="8596479" cy="808600"/>
            <a:chOff x="-550" y="6984600"/>
            <a:chExt cx="8596479" cy="808600"/>
          </a:xfrm>
        </p:grpSpPr>
        <p:sp>
          <p:nvSpPr>
            <p:cNvPr id="946" name="Google Shape;946;g279ba0d455a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7" name="Google Shape;947;g279ba0d455a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8" name="Google Shape;948;g279ba0d455a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9" name="Google Shape;949;g279ba0d455a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0" name="Google Shape;950;g279ba0d455a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1" name="Google Shape;951;g279ba0d455a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2" name="Google Shape;952;g279ba0d455a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3" name="Google Shape;953;g279ba0d455a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4" name="Google Shape;954;g279ba0d455a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55" name="Google Shape;955;g279ba0d455a_0_0"/>
          <p:cNvSpPr/>
          <p:nvPr/>
        </p:nvSpPr>
        <p:spPr>
          <a:xfrm>
            <a:off x="5709247" y="4011900"/>
            <a:ext cx="1428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79ba0d455a_0_0"/>
          <p:cNvSpPr/>
          <p:nvPr/>
        </p:nvSpPr>
        <p:spPr>
          <a:xfrm>
            <a:off x="3004517" y="4011900"/>
            <a:ext cx="14289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79ba0d455a_0_0"/>
          <p:cNvSpPr/>
          <p:nvPr/>
        </p:nvSpPr>
        <p:spPr>
          <a:xfrm>
            <a:off x="5043066"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73466809b0_0_7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4" name="Google Shape;964;g273466809b0_0_7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65" name="Google Shape;965;g273466809b0_0_70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73466809b0_0_70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73466809b0_0_70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73466809b0_0_70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73466809b0_0_70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73466809b0_0_70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73466809b0_0_70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73466809b0_0_70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73466809b0_0_70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4" name="Google Shape;974;g273466809b0_0_704"/>
          <p:cNvGrpSpPr/>
          <p:nvPr/>
        </p:nvGrpSpPr>
        <p:grpSpPr>
          <a:xfrm>
            <a:off x="-550" y="6984600"/>
            <a:ext cx="8596479" cy="808600"/>
            <a:chOff x="-550" y="6984600"/>
            <a:chExt cx="8596479" cy="808600"/>
          </a:xfrm>
        </p:grpSpPr>
        <p:sp>
          <p:nvSpPr>
            <p:cNvPr id="975" name="Google Shape;975;g273466809b0_0_70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6" name="Google Shape;976;g273466809b0_0_70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7" name="Google Shape;977;g273466809b0_0_70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8" name="Google Shape;978;g273466809b0_0_70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9" name="Google Shape;979;g273466809b0_0_70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0" name="Google Shape;980;g273466809b0_0_70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1" name="Google Shape;981;g273466809b0_0_70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2" name="Google Shape;982;g273466809b0_0_70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3" name="Google Shape;983;g273466809b0_0_70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4" name="Google Shape;984;g273466809b0_0_704"/>
          <p:cNvSpPr/>
          <p:nvPr/>
        </p:nvSpPr>
        <p:spPr>
          <a:xfrm>
            <a:off x="506295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73466809b0_0_704"/>
          <p:cNvSpPr txBox="1">
            <a:spLocks noGrp="1"/>
          </p:cNvSpPr>
          <p:nvPr>
            <p:ph type="subTitle" idx="4294967295"/>
          </p:nvPr>
        </p:nvSpPr>
        <p:spPr>
          <a:xfrm>
            <a:off x="3345786" y="1308025"/>
            <a:ext cx="1746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8"/>
                </a:solidFill>
                <a:latin typeface="Jost"/>
                <a:ea typeface="Jost"/>
                <a:cs typeface="Jost"/>
                <a:sym typeface="Jost"/>
              </a:rPr>
              <a:t>e</a:t>
            </a:r>
            <a:r>
              <a:rPr lang="en-US" sz="10000" b="0" i="0" u="none" strike="noStrike" cap="none">
                <a:solidFill>
                  <a:srgbClr val="815138"/>
                </a:solidFill>
                <a:latin typeface="Poppins"/>
                <a:ea typeface="Poppins"/>
                <a:cs typeface="Poppins"/>
                <a:sym typeface="Poppins"/>
              </a:rPr>
              <a:t>a</a:t>
            </a:r>
            <a:endParaRPr sz="10000" b="0" i="0" u="none" strike="noStrike" cap="none">
              <a:solidFill>
                <a:srgbClr val="815138"/>
              </a:solidFill>
              <a:latin typeface="Poppins"/>
              <a:ea typeface="Poppins"/>
              <a:cs typeface="Poppins"/>
              <a:sym typeface="Poppins"/>
            </a:endParaRPr>
          </a:p>
        </p:txBody>
      </p:sp>
      <p:sp>
        <p:nvSpPr>
          <p:cNvPr id="986" name="Google Shape;986;g273466809b0_0_704"/>
          <p:cNvSpPr txBox="1">
            <a:spLocks noGrp="1"/>
          </p:cNvSpPr>
          <p:nvPr>
            <p:ph type="subTitle" idx="4294967295"/>
          </p:nvPr>
        </p:nvSpPr>
        <p:spPr>
          <a:xfrm>
            <a:off x="477851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87" name="Google Shape;987;g273466809b0_0_704"/>
          <p:cNvSpPr/>
          <p:nvPr/>
        </p:nvSpPr>
        <p:spPr>
          <a:xfrm>
            <a:off x="3504183" y="4011900"/>
            <a:ext cx="1428900" cy="180000"/>
          </a:xfrm>
          <a:prstGeom prst="rect">
            <a:avLst/>
          </a:prstGeom>
          <a:solidFill>
            <a:srgbClr val="8151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279ba0d455a_0_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4" name="Google Shape;994;g279ba0d455a_0_3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95" name="Google Shape;995;g279ba0d455a_0_3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6" name="Google Shape;996;g279ba0d455a_0_3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79ba0d455a_0_3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79ba0d455a_0_3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79ba0d455a_0_3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79ba0d455a_0_3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79ba0d455a_0_3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79ba0d455a_0_3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79ba0d455a_0_3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4" name="Google Shape;1004;g279ba0d455a_0_36"/>
          <p:cNvGrpSpPr/>
          <p:nvPr/>
        </p:nvGrpSpPr>
        <p:grpSpPr>
          <a:xfrm>
            <a:off x="-550" y="6984600"/>
            <a:ext cx="8596479" cy="808600"/>
            <a:chOff x="-550" y="6984600"/>
            <a:chExt cx="8596479" cy="808600"/>
          </a:xfrm>
        </p:grpSpPr>
        <p:sp>
          <p:nvSpPr>
            <p:cNvPr id="1005" name="Google Shape;1005;g279ba0d455a_0_3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6" name="Google Shape;1006;g279ba0d455a_0_3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7" name="Google Shape;1007;g279ba0d455a_0_3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8" name="Google Shape;1008;g279ba0d455a_0_3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9" name="Google Shape;1009;g279ba0d455a_0_3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0" name="Google Shape;1010;g279ba0d455a_0_3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1" name="Google Shape;1011;g279ba0d455a_0_3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2" name="Google Shape;1012;g279ba0d455a_0_3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3" name="Google Shape;1013;g279ba0d455a_0_3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4" name="Google Shape;1014;g279ba0d455a_0_36"/>
          <p:cNvSpPr/>
          <p:nvPr/>
        </p:nvSpPr>
        <p:spPr>
          <a:xfrm>
            <a:off x="405272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79ba0d455a_0_36"/>
          <p:cNvSpPr txBox="1">
            <a:spLocks noGrp="1"/>
          </p:cNvSpPr>
          <p:nvPr>
            <p:ph type="subTitle" idx="4294967295"/>
          </p:nvPr>
        </p:nvSpPr>
        <p:spPr>
          <a:xfrm>
            <a:off x="2335563" y="1308025"/>
            <a:ext cx="1746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8"/>
                </a:solidFill>
                <a:latin typeface="Jost"/>
                <a:ea typeface="Jost"/>
                <a:cs typeface="Jost"/>
                <a:sym typeface="Jost"/>
              </a:rPr>
              <a:t>e</a:t>
            </a:r>
            <a:r>
              <a:rPr lang="en-US" sz="10000" b="0" i="0" u="none" strike="noStrike" cap="none">
                <a:solidFill>
                  <a:srgbClr val="815138"/>
                </a:solidFill>
                <a:latin typeface="Poppins"/>
                <a:ea typeface="Poppins"/>
                <a:cs typeface="Poppins"/>
                <a:sym typeface="Poppins"/>
              </a:rPr>
              <a:t>a</a:t>
            </a:r>
            <a:endParaRPr sz="10000" b="0" i="0" u="none" strike="noStrike" cap="none">
              <a:solidFill>
                <a:srgbClr val="815138"/>
              </a:solidFill>
              <a:latin typeface="Poppins"/>
              <a:ea typeface="Poppins"/>
              <a:cs typeface="Poppins"/>
              <a:sym typeface="Poppins"/>
            </a:endParaRPr>
          </a:p>
        </p:txBody>
      </p:sp>
      <p:sp>
        <p:nvSpPr>
          <p:cNvPr id="1016" name="Google Shape;1016;g279ba0d455a_0_36"/>
          <p:cNvSpPr txBox="1">
            <a:spLocks noGrp="1"/>
          </p:cNvSpPr>
          <p:nvPr>
            <p:ph type="subTitle" idx="4294967295"/>
          </p:nvPr>
        </p:nvSpPr>
        <p:spPr>
          <a:xfrm>
            <a:off x="376829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17" name="Google Shape;1017;g279ba0d455a_0_36"/>
          <p:cNvSpPr/>
          <p:nvPr/>
        </p:nvSpPr>
        <p:spPr>
          <a:xfrm>
            <a:off x="463467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79ba0d455a_0_36"/>
          <p:cNvSpPr txBox="1">
            <a:spLocks noGrp="1"/>
          </p:cNvSpPr>
          <p:nvPr>
            <p:ph type="subTitle" idx="4294967295"/>
          </p:nvPr>
        </p:nvSpPr>
        <p:spPr>
          <a:xfrm>
            <a:off x="427242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1019" name="Google Shape;1019;g279ba0d455a_0_36"/>
          <p:cNvSpPr txBox="1">
            <a:spLocks noGrp="1"/>
          </p:cNvSpPr>
          <p:nvPr>
            <p:ph type="subTitle" idx="4294967295"/>
          </p:nvPr>
        </p:nvSpPr>
        <p:spPr>
          <a:xfrm>
            <a:off x="4882137" y="1308025"/>
            <a:ext cx="1926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ng</a:t>
            </a:r>
            <a:endParaRPr sz="12000" b="0" i="0" u="none" strike="noStrike" cap="none">
              <a:solidFill>
                <a:srgbClr val="FFD400"/>
              </a:solidFill>
              <a:latin typeface="Jost"/>
              <a:ea typeface="Jost"/>
              <a:cs typeface="Jost"/>
              <a:sym typeface="Jost"/>
            </a:endParaRPr>
          </a:p>
        </p:txBody>
      </p:sp>
      <p:sp>
        <p:nvSpPr>
          <p:cNvPr id="1020" name="Google Shape;1020;g279ba0d455a_0_36"/>
          <p:cNvSpPr/>
          <p:nvPr/>
        </p:nvSpPr>
        <p:spPr>
          <a:xfrm>
            <a:off x="5130913" y="4011900"/>
            <a:ext cx="1428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79ba0d455a_0_36"/>
          <p:cNvSpPr/>
          <p:nvPr/>
        </p:nvSpPr>
        <p:spPr>
          <a:xfrm>
            <a:off x="2493960" y="4011900"/>
            <a:ext cx="1428900" cy="180000"/>
          </a:xfrm>
          <a:prstGeom prst="rect">
            <a:avLst/>
          </a:prstGeom>
          <a:solidFill>
            <a:srgbClr val="8151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79ba0d455a_0_36"/>
          <p:cNvSpPr/>
          <p:nvPr/>
        </p:nvSpPr>
        <p:spPr>
          <a:xfrm>
            <a:off x="4476304"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9" name="Google Shape;102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grpSp>
        <p:nvGrpSpPr>
          <p:cNvPr id="1035" name="Google Shape;1035;g2dadbbe58d1_1_3"/>
          <p:cNvGrpSpPr/>
          <p:nvPr/>
        </p:nvGrpSpPr>
        <p:grpSpPr>
          <a:xfrm>
            <a:off x="1181100" y="3614075"/>
            <a:ext cx="6781950" cy="1851900"/>
            <a:chOff x="1181100" y="3614075"/>
            <a:chExt cx="6781950" cy="1851900"/>
          </a:xfrm>
        </p:grpSpPr>
        <p:sp>
          <p:nvSpPr>
            <p:cNvPr id="1036" name="Google Shape;1036;g2dadbbe58d1_1_3"/>
            <p:cNvSpPr/>
            <p:nvPr/>
          </p:nvSpPr>
          <p:spPr>
            <a:xfrm flipH="1">
              <a:off x="1181250" y="3629300"/>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37" name="Google Shape;1037;g2dadbbe58d1_1_3"/>
            <p:cNvGrpSpPr/>
            <p:nvPr/>
          </p:nvGrpSpPr>
          <p:grpSpPr>
            <a:xfrm flipH="1">
              <a:off x="1181100" y="4063875"/>
              <a:ext cx="6781800" cy="1170725"/>
              <a:chOff x="1181250" y="4063875"/>
              <a:chExt cx="6781800" cy="1170725"/>
            </a:xfrm>
          </p:grpSpPr>
          <p:cxnSp>
            <p:nvCxnSpPr>
              <p:cNvPr id="1038" name="Google Shape;1038;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9" name="Google Shape;1039;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0" name="Google Shape;1040;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1" name="Google Shape;1041;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42" name="Google Shape;1042;g2dadbbe58d1_1_3"/>
            <p:cNvCxnSpPr/>
            <p:nvPr/>
          </p:nvCxnSpPr>
          <p:spPr>
            <a:xfrm rot="10800000">
              <a:off x="6347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3" name="Google Shape;1043;g2dadbbe58d1_1_3"/>
            <p:cNvCxnSpPr/>
            <p:nvPr/>
          </p:nvCxnSpPr>
          <p:spPr>
            <a:xfrm rot="10800000">
              <a:off x="362208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4" name="Google Shape;1044;g2dadbbe58d1_1_3"/>
            <p:cNvCxnSpPr/>
            <p:nvPr/>
          </p:nvCxnSpPr>
          <p:spPr>
            <a:xfrm rot="10800000">
              <a:off x="2541050" y="3614075"/>
              <a:ext cx="0" cy="1851900"/>
            </a:xfrm>
            <a:prstGeom prst="straightConnector1">
              <a:avLst/>
            </a:prstGeom>
            <a:noFill/>
            <a:ln w="28575" cap="flat" cmpd="sng">
              <a:solidFill>
                <a:srgbClr val="C2EDFF"/>
              </a:solidFill>
              <a:prstDash val="dash"/>
              <a:miter lim="800000"/>
              <a:headEnd type="none" w="sm" len="sm"/>
              <a:tailEnd type="none" w="sm" len="sm"/>
            </a:ln>
          </p:spPr>
        </p:cxnSp>
        <p:sp>
          <p:nvSpPr>
            <p:cNvPr id="1045" name="Google Shape;1045;g2dadbbe58d1_1_3"/>
            <p:cNvSpPr txBox="1"/>
            <p:nvPr/>
          </p:nvSpPr>
          <p:spPr>
            <a:xfrm>
              <a:off x="2596139" y="4064350"/>
              <a:ext cx="13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993FA2"/>
                </a:solidFill>
                <a:latin typeface="Jost"/>
                <a:ea typeface="Jost"/>
                <a:cs typeface="Jost"/>
                <a:sym typeface="Jost"/>
              </a:endParaRPr>
            </a:p>
          </p:txBody>
        </p:sp>
        <p:sp>
          <p:nvSpPr>
            <p:cNvPr id="1046" name="Google Shape;1046;g2dadbbe58d1_1_3"/>
            <p:cNvSpPr txBox="1"/>
            <p:nvPr/>
          </p:nvSpPr>
          <p:spPr>
            <a:xfrm>
              <a:off x="1205450"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0"/>
                </a:solidFill>
                <a:latin typeface="Jost"/>
                <a:ea typeface="Jost"/>
                <a:cs typeface="Jost"/>
                <a:sym typeface="Jost"/>
              </a:endParaRPr>
            </a:p>
          </p:txBody>
        </p:sp>
        <p:grpSp>
          <p:nvGrpSpPr>
            <p:cNvPr id="1047" name="Google Shape;1047;g2dadbbe58d1_1_3"/>
            <p:cNvGrpSpPr/>
            <p:nvPr/>
          </p:nvGrpSpPr>
          <p:grpSpPr>
            <a:xfrm flipH="1">
              <a:off x="5160325" y="3631675"/>
              <a:ext cx="2799975" cy="1828800"/>
              <a:chOff x="879050" y="3631675"/>
              <a:chExt cx="2799975" cy="1828800"/>
            </a:xfrm>
          </p:grpSpPr>
          <p:sp>
            <p:nvSpPr>
              <p:cNvPr id="1048" name="Google Shape;1048;g2dadbbe58d1_1_3"/>
              <p:cNvSpPr/>
              <p:nvPr/>
            </p:nvSpPr>
            <p:spPr>
              <a:xfrm rot="-5400000">
                <a:off x="1291850" y="3218875"/>
                <a:ext cx="1828800" cy="26544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49" name="Google Shape;1049;g2dadbbe58d1_1_3"/>
              <p:cNvGrpSpPr/>
              <p:nvPr/>
            </p:nvGrpSpPr>
            <p:grpSpPr>
              <a:xfrm>
                <a:off x="3415325" y="4484375"/>
                <a:ext cx="263700" cy="263700"/>
                <a:chOff x="3415325" y="4484375"/>
                <a:chExt cx="263700" cy="263700"/>
              </a:xfrm>
            </p:grpSpPr>
            <p:sp>
              <p:nvSpPr>
                <p:cNvPr id="1050" name="Google Shape;1050;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51" name="Google Shape;1051;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sp>
        <p:nvSpPr>
          <p:cNvPr id="1052" name="Google Shape;1052;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3" name="Google Shape;1053;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1054" name="Google Shape;1054;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55" name="Google Shape;1055;g2dadbbe58d1_1_3"/>
          <p:cNvPicPr preferRelativeResize="0"/>
          <p:nvPr/>
        </p:nvPicPr>
        <p:blipFill rotWithShape="1">
          <a:blip r:embed="rId3">
            <a:alphaModFix/>
          </a:blip>
          <a:srcRect l="27064" r="33835"/>
          <a:stretch/>
        </p:blipFill>
        <p:spPr>
          <a:xfrm>
            <a:off x="2883971" y="578489"/>
            <a:ext cx="3376058" cy="2732926"/>
          </a:xfrm>
          <a:prstGeom prst="rect">
            <a:avLst/>
          </a:prstGeom>
          <a:noFill/>
          <a:ln>
            <a:noFill/>
          </a:ln>
        </p:spPr>
      </p:pic>
      <p:sp>
        <p:nvSpPr>
          <p:cNvPr id="1056" name="Google Shape;1056;g2dadbbe58d1_1_3"/>
          <p:cNvSpPr txBox="1"/>
          <p:nvPr/>
        </p:nvSpPr>
        <p:spPr>
          <a:xfrm>
            <a:off x="3848550" y="40643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sh</a:t>
            </a:r>
            <a:endParaRPr sz="8500" b="0" i="0" u="none" strike="noStrike" cap="none">
              <a:solidFill>
                <a:srgbClr val="FFD400"/>
              </a:solidFill>
              <a:latin typeface="Jost"/>
              <a:ea typeface="Jost"/>
              <a:cs typeface="Jost"/>
              <a:sym typeface="Jost"/>
            </a:endParaRPr>
          </a:p>
        </p:txBody>
      </p:sp>
      <p:sp>
        <p:nvSpPr>
          <p:cNvPr id="1057" name="Google Shape;1057;g2dadbbe58d1_1_3"/>
          <p:cNvSpPr txBox="1"/>
          <p:nvPr/>
        </p:nvSpPr>
        <p:spPr>
          <a:xfrm>
            <a:off x="1229550" y="40643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f</a:t>
            </a:r>
            <a:endParaRPr sz="8500" b="0" i="0" u="none" strike="noStrike" cap="none">
              <a:solidFill>
                <a:srgbClr val="2356AF"/>
              </a:solidFill>
              <a:latin typeface="Jost"/>
              <a:ea typeface="Jost"/>
              <a:cs typeface="Jost"/>
              <a:sym typeface="Jost"/>
            </a:endParaRPr>
          </a:p>
        </p:txBody>
      </p:sp>
      <p:sp>
        <p:nvSpPr>
          <p:cNvPr id="1058" name="Google Shape;1058;g2dadbbe58d1_1_3"/>
          <p:cNvSpPr txBox="1"/>
          <p:nvPr/>
        </p:nvSpPr>
        <p:spPr>
          <a:xfrm>
            <a:off x="2644075" y="4063875"/>
            <a:ext cx="875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grpSp>
        <p:nvGrpSpPr>
          <p:cNvPr id="1064" name="Google Shape;1064;g274b7e8309d_0_76"/>
          <p:cNvGrpSpPr/>
          <p:nvPr/>
        </p:nvGrpSpPr>
        <p:grpSpPr>
          <a:xfrm>
            <a:off x="1181100" y="3614075"/>
            <a:ext cx="6781950" cy="1851900"/>
            <a:chOff x="1181100" y="3614075"/>
            <a:chExt cx="6781950" cy="1851900"/>
          </a:xfrm>
        </p:grpSpPr>
        <p:sp>
          <p:nvSpPr>
            <p:cNvPr id="1065" name="Google Shape;1065;g274b7e8309d_0_76"/>
            <p:cNvSpPr/>
            <p:nvPr/>
          </p:nvSpPr>
          <p:spPr>
            <a:xfrm flipH="1">
              <a:off x="1181250" y="3629300"/>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6" name="Google Shape;1066;g274b7e8309d_0_76"/>
            <p:cNvGrpSpPr/>
            <p:nvPr/>
          </p:nvGrpSpPr>
          <p:grpSpPr>
            <a:xfrm flipH="1">
              <a:off x="1181100" y="4063875"/>
              <a:ext cx="6781800" cy="1170725"/>
              <a:chOff x="1181250" y="4063875"/>
              <a:chExt cx="6781800" cy="1170725"/>
            </a:xfrm>
          </p:grpSpPr>
          <p:cxnSp>
            <p:nvCxnSpPr>
              <p:cNvPr id="1067" name="Google Shape;1067;g274b7e8309d_0_76"/>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8" name="Google Shape;1068;g274b7e8309d_0_76"/>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274b7e8309d_0_76"/>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0" name="Google Shape;1070;g274b7e8309d_0_76"/>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71" name="Google Shape;1071;g274b7e8309d_0_76"/>
            <p:cNvCxnSpPr/>
            <p:nvPr/>
          </p:nvCxnSpPr>
          <p:spPr>
            <a:xfrm rot="10800000">
              <a:off x="6347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2" name="Google Shape;1072;g274b7e8309d_0_76"/>
            <p:cNvCxnSpPr/>
            <p:nvPr/>
          </p:nvCxnSpPr>
          <p:spPr>
            <a:xfrm rot="10800000">
              <a:off x="362208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3" name="Google Shape;1073;g274b7e8309d_0_76"/>
            <p:cNvCxnSpPr/>
            <p:nvPr/>
          </p:nvCxnSpPr>
          <p:spPr>
            <a:xfrm rot="10800000">
              <a:off x="2541050" y="3614075"/>
              <a:ext cx="0" cy="1851900"/>
            </a:xfrm>
            <a:prstGeom prst="straightConnector1">
              <a:avLst/>
            </a:prstGeom>
            <a:noFill/>
            <a:ln w="28575" cap="flat" cmpd="sng">
              <a:solidFill>
                <a:srgbClr val="C2EDFF"/>
              </a:solidFill>
              <a:prstDash val="dash"/>
              <a:miter lim="800000"/>
              <a:headEnd type="none" w="sm" len="sm"/>
              <a:tailEnd type="none" w="sm" len="sm"/>
            </a:ln>
          </p:spPr>
        </p:cxnSp>
        <p:sp>
          <p:nvSpPr>
            <p:cNvPr id="1074" name="Google Shape;1074;g274b7e8309d_0_76"/>
            <p:cNvSpPr txBox="1"/>
            <p:nvPr/>
          </p:nvSpPr>
          <p:spPr>
            <a:xfrm>
              <a:off x="2596139" y="4064350"/>
              <a:ext cx="13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993FA2"/>
                </a:solidFill>
                <a:latin typeface="Jost"/>
                <a:ea typeface="Jost"/>
                <a:cs typeface="Jost"/>
                <a:sym typeface="Jost"/>
              </a:endParaRPr>
            </a:p>
          </p:txBody>
        </p:sp>
        <p:sp>
          <p:nvSpPr>
            <p:cNvPr id="1075" name="Google Shape;1075;g274b7e8309d_0_76"/>
            <p:cNvSpPr txBox="1"/>
            <p:nvPr/>
          </p:nvSpPr>
          <p:spPr>
            <a:xfrm>
              <a:off x="1205450"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0"/>
                </a:solidFill>
                <a:latin typeface="Jost"/>
                <a:ea typeface="Jost"/>
                <a:cs typeface="Jost"/>
                <a:sym typeface="Jost"/>
              </a:endParaRPr>
            </a:p>
          </p:txBody>
        </p:sp>
        <p:grpSp>
          <p:nvGrpSpPr>
            <p:cNvPr id="1076" name="Google Shape;1076;g274b7e8309d_0_76"/>
            <p:cNvGrpSpPr/>
            <p:nvPr/>
          </p:nvGrpSpPr>
          <p:grpSpPr>
            <a:xfrm flipH="1">
              <a:off x="5160325" y="3631675"/>
              <a:ext cx="2799975" cy="1828800"/>
              <a:chOff x="879050" y="3631675"/>
              <a:chExt cx="2799975" cy="1828800"/>
            </a:xfrm>
          </p:grpSpPr>
          <p:sp>
            <p:nvSpPr>
              <p:cNvPr id="1077" name="Google Shape;1077;g274b7e8309d_0_76"/>
              <p:cNvSpPr/>
              <p:nvPr/>
            </p:nvSpPr>
            <p:spPr>
              <a:xfrm rot="-5400000">
                <a:off x="1291850" y="3218875"/>
                <a:ext cx="1828800" cy="26544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8" name="Google Shape;1078;g274b7e8309d_0_76"/>
              <p:cNvGrpSpPr/>
              <p:nvPr/>
            </p:nvGrpSpPr>
            <p:grpSpPr>
              <a:xfrm>
                <a:off x="3415325" y="4484375"/>
                <a:ext cx="263700" cy="263700"/>
                <a:chOff x="3415325" y="4484375"/>
                <a:chExt cx="263700" cy="263700"/>
              </a:xfrm>
            </p:grpSpPr>
            <p:sp>
              <p:nvSpPr>
                <p:cNvPr id="1079" name="Google Shape;1079;g274b7e8309d_0_76"/>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80" name="Google Shape;1080;g274b7e8309d_0_76"/>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sp>
        <p:nvSpPr>
          <p:cNvPr id="1081" name="Google Shape;1081;g274b7e8309d_0_7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82" name="Google Shape;1082;g274b7e8309d_0_7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1083" name="Google Shape;1083;g274b7e8309d_0_76"/>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84" name="Google Shape;1084;g274b7e8309d_0_76"/>
          <p:cNvPicPr preferRelativeResize="0"/>
          <p:nvPr/>
        </p:nvPicPr>
        <p:blipFill rotWithShape="1">
          <a:blip r:embed="rId3">
            <a:alphaModFix/>
          </a:blip>
          <a:srcRect l="27064" r="33835"/>
          <a:stretch/>
        </p:blipFill>
        <p:spPr>
          <a:xfrm>
            <a:off x="2883971" y="578489"/>
            <a:ext cx="3376058" cy="2732926"/>
          </a:xfrm>
          <a:prstGeom prst="rect">
            <a:avLst/>
          </a:prstGeom>
          <a:noFill/>
          <a:ln>
            <a:noFill/>
          </a:ln>
        </p:spPr>
      </p:pic>
      <p:sp>
        <p:nvSpPr>
          <p:cNvPr id="1085" name="Google Shape;1085;g274b7e8309d_0_76"/>
          <p:cNvSpPr txBox="1"/>
          <p:nvPr/>
        </p:nvSpPr>
        <p:spPr>
          <a:xfrm>
            <a:off x="3848550" y="40643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sh</a:t>
            </a:r>
            <a:endParaRPr sz="8500" b="0" i="0" u="none" strike="noStrike" cap="none">
              <a:solidFill>
                <a:srgbClr val="FFD400"/>
              </a:solidFill>
              <a:latin typeface="Jost"/>
              <a:ea typeface="Jost"/>
              <a:cs typeface="Jost"/>
              <a:sym typeface="Jost"/>
            </a:endParaRPr>
          </a:p>
        </p:txBody>
      </p:sp>
      <p:sp>
        <p:nvSpPr>
          <p:cNvPr id="1086" name="Google Shape;1086;g274b7e8309d_0_76"/>
          <p:cNvSpPr txBox="1"/>
          <p:nvPr/>
        </p:nvSpPr>
        <p:spPr>
          <a:xfrm>
            <a:off x="1229550" y="40643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f</a:t>
            </a:r>
            <a:endParaRPr sz="8500" b="0" i="0" u="none" strike="noStrike" cap="none">
              <a:solidFill>
                <a:srgbClr val="2356AF"/>
              </a:solidFill>
              <a:latin typeface="Jost"/>
              <a:ea typeface="Jost"/>
              <a:cs typeface="Jost"/>
              <a:sym typeface="Jost"/>
            </a:endParaRPr>
          </a:p>
        </p:txBody>
      </p:sp>
      <p:sp>
        <p:nvSpPr>
          <p:cNvPr id="1087" name="Google Shape;1087;g274b7e8309d_0_76"/>
          <p:cNvSpPr txBox="1"/>
          <p:nvPr/>
        </p:nvSpPr>
        <p:spPr>
          <a:xfrm>
            <a:off x="2644075" y="4063875"/>
            <a:ext cx="875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088" name="Google Shape;1088;g274b7e8309d_0_76"/>
          <p:cNvSpPr txBox="1"/>
          <p:nvPr/>
        </p:nvSpPr>
        <p:spPr>
          <a:xfrm>
            <a:off x="6347025" y="4064350"/>
            <a:ext cx="1613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ng</a:t>
            </a:r>
            <a:endParaRPr sz="8500" b="0" i="0" u="none" strike="noStrike" cap="none">
              <a:solidFill>
                <a:srgbClr val="FFD400"/>
              </a:solidFill>
              <a:latin typeface="Jost"/>
              <a:ea typeface="Jost"/>
              <a:cs typeface="Jost"/>
              <a:sym typeface="Jost"/>
            </a:endParaRPr>
          </a:p>
        </p:txBody>
      </p:sp>
      <p:sp>
        <p:nvSpPr>
          <p:cNvPr id="1089" name="Google Shape;1089;g274b7e8309d_0_76"/>
          <p:cNvSpPr txBox="1"/>
          <p:nvPr/>
        </p:nvSpPr>
        <p:spPr>
          <a:xfrm>
            <a:off x="5503850" y="4063875"/>
            <a:ext cx="716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6" name="Google Shape;109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7" name="Google Shape;1097;g1f3daf8a844_0_64"/>
          <p:cNvGrpSpPr/>
          <p:nvPr/>
        </p:nvGrpSpPr>
        <p:grpSpPr>
          <a:xfrm>
            <a:off x="3024000" y="209875"/>
            <a:ext cx="3096000" cy="454800"/>
            <a:chOff x="3024000" y="209875"/>
            <a:chExt cx="3096000" cy="454800"/>
          </a:xfrm>
        </p:grpSpPr>
        <p:sp>
          <p:nvSpPr>
            <p:cNvPr id="1098" name="Google Shape;109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9" name="Google Shape;109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0" name="Google Shape;110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01" name="Google Shape;1101;g1f3daf8a844_0_64"/>
          <p:cNvSpPr txBox="1"/>
          <p:nvPr/>
        </p:nvSpPr>
        <p:spPr>
          <a:xfrm>
            <a:off x="2333951"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2" name="Google Shape;1102;g1f3daf8a844_0_64"/>
          <p:cNvSpPr txBox="1"/>
          <p:nvPr/>
        </p:nvSpPr>
        <p:spPr>
          <a:xfrm>
            <a:off x="5792506"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3" name="Google Shape;1103;g1f3daf8a844_0_64"/>
          <p:cNvSpPr txBox="1"/>
          <p:nvPr/>
        </p:nvSpPr>
        <p:spPr>
          <a:xfrm>
            <a:off x="1181100"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800" b="0" i="0" u="none" strike="noStrike" cap="none">
                <a:solidFill>
                  <a:srgbClr val="815138"/>
                </a:solidFill>
                <a:latin typeface="Poppins"/>
                <a:ea typeface="Poppins"/>
                <a:cs typeface="Poppins"/>
                <a:sym typeface="Poppins"/>
              </a:rPr>
              <a:t>a</a:t>
            </a:r>
            <a:endParaRPr sz="5500" b="0" i="0" u="none" strike="noStrike" cap="none">
              <a:solidFill>
                <a:srgbClr val="815138"/>
              </a:solidFill>
              <a:latin typeface="Jost"/>
              <a:ea typeface="Jost"/>
              <a:cs typeface="Jost"/>
              <a:sym typeface="Jost"/>
            </a:endParaRPr>
          </a:p>
        </p:txBody>
      </p:sp>
      <p:sp>
        <p:nvSpPr>
          <p:cNvPr id="1104" name="Google Shape;1104;g1f3daf8a844_0_64"/>
          <p:cNvSpPr txBox="1"/>
          <p:nvPr/>
        </p:nvSpPr>
        <p:spPr>
          <a:xfrm>
            <a:off x="4639654"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05" name="Google Shape;1105;g1f3daf8a844_0_64"/>
          <p:cNvSpPr txBox="1"/>
          <p:nvPr/>
        </p:nvSpPr>
        <p:spPr>
          <a:xfrm>
            <a:off x="6945349" y="807650"/>
            <a:ext cx="1266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106" name="Google Shape;1106;g1f3daf8a844_0_64"/>
          <p:cNvSpPr txBox="1"/>
          <p:nvPr/>
        </p:nvSpPr>
        <p:spPr>
          <a:xfrm>
            <a:off x="2333951"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5792506"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8" name="Google Shape;1108;g1f3daf8a844_0_64"/>
          <p:cNvSpPr txBox="1"/>
          <p:nvPr/>
        </p:nvSpPr>
        <p:spPr>
          <a:xfrm>
            <a:off x="1181100"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09" name="Google Shape;1109;g1f3daf8a844_0_64"/>
          <p:cNvSpPr txBox="1"/>
          <p:nvPr/>
        </p:nvSpPr>
        <p:spPr>
          <a:xfrm>
            <a:off x="3486803"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10" name="Google Shape;1110;g1f3daf8a844_0_64"/>
          <p:cNvSpPr txBox="1"/>
          <p:nvPr/>
        </p:nvSpPr>
        <p:spPr>
          <a:xfrm>
            <a:off x="4639654"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11" name="Google Shape;1111;g1f3daf8a844_0_64"/>
          <p:cNvSpPr txBox="1"/>
          <p:nvPr/>
        </p:nvSpPr>
        <p:spPr>
          <a:xfrm>
            <a:off x="3486803"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402E"/>
                </a:solidFill>
                <a:latin typeface="Jost"/>
                <a:ea typeface="Jost"/>
                <a:cs typeface="Jost"/>
                <a:sym typeface="Jost"/>
              </a:rPr>
              <a:t>i</a:t>
            </a:r>
            <a:endParaRPr sz="5500" b="0" i="0" u="none" strike="noStrike" cap="none">
              <a:solidFill>
                <a:srgbClr val="EF402E"/>
              </a:solidFill>
              <a:latin typeface="Jost"/>
              <a:ea typeface="Jost"/>
              <a:cs typeface="Jost"/>
              <a:sym typeface="Jost"/>
            </a:endParaRPr>
          </a:p>
        </p:txBody>
      </p:sp>
      <p:sp>
        <p:nvSpPr>
          <p:cNvPr id="1112" name="Google Shape;1112;g1f3daf8a844_0_64"/>
          <p:cNvSpPr txBox="1"/>
          <p:nvPr/>
        </p:nvSpPr>
        <p:spPr>
          <a:xfrm>
            <a:off x="6945355"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402E"/>
                </a:solidFill>
                <a:latin typeface="Jost"/>
                <a:ea typeface="Jost"/>
                <a:cs typeface="Jost"/>
                <a:sym typeface="Jost"/>
              </a:rPr>
              <a:t>i</a:t>
            </a:r>
            <a:endParaRPr sz="5500" b="0" i="0" u="none" strike="noStrike" cap="none">
              <a:solidFill>
                <a:srgbClr val="EF402E"/>
              </a:solidFill>
              <a:latin typeface="Jost"/>
              <a:ea typeface="Jost"/>
              <a:cs typeface="Jost"/>
              <a:sym typeface="Jost"/>
            </a:endParaRPr>
          </a:p>
        </p:txBody>
      </p:sp>
      <p:sp>
        <p:nvSpPr>
          <p:cNvPr id="1113" name="Google Shape;1113;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4" name="Google Shape;1114;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5" name="Google Shape;1115;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6" name="Google Shape;1116;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7" name="Google Shape;1117;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8" name="Google Shape;1118;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9" name="Google Shape;1119;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0" name="Google Shape;1120;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1" name="Google Shape;1121;g1f3daf8a844_0_64"/>
          <p:cNvGrpSpPr/>
          <p:nvPr/>
        </p:nvGrpSpPr>
        <p:grpSpPr>
          <a:xfrm>
            <a:off x="-550" y="6984600"/>
            <a:ext cx="8596479" cy="808600"/>
            <a:chOff x="-550" y="6984600"/>
            <a:chExt cx="8596479" cy="808600"/>
          </a:xfrm>
        </p:grpSpPr>
        <p:sp>
          <p:nvSpPr>
            <p:cNvPr id="1122" name="Google Shape;1122;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23" name="Google Shape;1123;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24" name="Google Shape;1124;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25" name="Google Shape;1125;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26" name="Google Shape;1126;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27" name="Google Shape;1127;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28" name="Google Shape;1128;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29" name="Google Shape;1129;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30" name="Google Shape;1130;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31" name="Google Shape;1131;g1f3daf8a844_0_64"/>
          <p:cNvSpPr txBox="1"/>
          <p:nvPr/>
        </p:nvSpPr>
        <p:spPr>
          <a:xfrm>
            <a:off x="4690180" y="26785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32" name="Google Shape;1132;g1f3daf8a844_0_64"/>
          <p:cNvSpPr txBox="1"/>
          <p:nvPr/>
        </p:nvSpPr>
        <p:spPr>
          <a:xfrm>
            <a:off x="3528109" y="271258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Poppins"/>
              <a:ea typeface="Poppins"/>
              <a:cs typeface="Poppins"/>
              <a:sym typeface="Poppins"/>
            </a:endParaRPr>
          </a:p>
        </p:txBody>
      </p:sp>
      <p:cxnSp>
        <p:nvCxnSpPr>
          <p:cNvPr id="1133" name="Google Shape;1133;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134" name="Google Shape;1134;g1f3daf8a844_0_64"/>
          <p:cNvGrpSpPr/>
          <p:nvPr/>
        </p:nvGrpSpPr>
        <p:grpSpPr>
          <a:xfrm>
            <a:off x="1181100" y="4530158"/>
            <a:ext cx="6781800" cy="774975"/>
            <a:chOff x="1181100" y="4530158"/>
            <a:chExt cx="6781800" cy="774975"/>
          </a:xfrm>
        </p:grpSpPr>
        <p:cxnSp>
          <p:nvCxnSpPr>
            <p:cNvPr id="1135" name="Google Shape;1135;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6" name="Google Shape;1136;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7" name="Google Shape;1137;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8" name="Google Shape;1138;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g2720b306ff4_0_8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5" name="Google Shape;1145;g2720b306ff4_0_8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6" name="Google Shape;1146;g2720b306ff4_0_89"/>
          <p:cNvGrpSpPr/>
          <p:nvPr/>
        </p:nvGrpSpPr>
        <p:grpSpPr>
          <a:xfrm>
            <a:off x="3024000" y="209875"/>
            <a:ext cx="3096000" cy="454800"/>
            <a:chOff x="3024000" y="209875"/>
            <a:chExt cx="3096000" cy="454800"/>
          </a:xfrm>
        </p:grpSpPr>
        <p:sp>
          <p:nvSpPr>
            <p:cNvPr id="1147" name="Google Shape;1147;g2720b306ff4_0_8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8" name="Google Shape;1148;g2720b306ff4_0_8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9" name="Google Shape;1149;g2720b306ff4_0_8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50" name="Google Shape;1150;g2720b306ff4_0_8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1" name="Google Shape;1151;g2720b306ff4_0_8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2" name="Google Shape;1152;g2720b306ff4_0_8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3" name="Google Shape;1153;g2720b306ff4_0_8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4" name="Google Shape;1154;g2720b306ff4_0_8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5" name="Google Shape;1155;g2720b306ff4_0_8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6" name="Google Shape;1156;g2720b306ff4_0_8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7" name="Google Shape;1157;g2720b306ff4_0_8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58" name="Google Shape;1158;g2720b306ff4_0_89"/>
          <p:cNvGrpSpPr/>
          <p:nvPr/>
        </p:nvGrpSpPr>
        <p:grpSpPr>
          <a:xfrm>
            <a:off x="-550" y="6984600"/>
            <a:ext cx="8596479" cy="808600"/>
            <a:chOff x="-550" y="6984600"/>
            <a:chExt cx="8596479" cy="808600"/>
          </a:xfrm>
        </p:grpSpPr>
        <p:sp>
          <p:nvSpPr>
            <p:cNvPr id="1159" name="Google Shape;1159;g2720b306ff4_0_8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60" name="Google Shape;1160;g2720b306ff4_0_8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61" name="Google Shape;1161;g2720b306ff4_0_8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62" name="Google Shape;1162;g2720b306ff4_0_8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63" name="Google Shape;1163;g2720b306ff4_0_8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64" name="Google Shape;1164;g2720b306ff4_0_8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65" name="Google Shape;1165;g2720b306ff4_0_8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66" name="Google Shape;1166;g2720b306ff4_0_8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67" name="Google Shape;1167;g2720b306ff4_0_8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68" name="Google Shape;1168;g2720b306ff4_0_89"/>
          <p:cNvSpPr txBox="1"/>
          <p:nvPr/>
        </p:nvSpPr>
        <p:spPr>
          <a:xfrm>
            <a:off x="2333951"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9" name="Google Shape;1169;g2720b306ff4_0_89"/>
          <p:cNvSpPr txBox="1"/>
          <p:nvPr/>
        </p:nvSpPr>
        <p:spPr>
          <a:xfrm>
            <a:off x="5792506"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0" name="Google Shape;1170;g2720b306ff4_0_89"/>
          <p:cNvSpPr txBox="1"/>
          <p:nvPr/>
        </p:nvSpPr>
        <p:spPr>
          <a:xfrm>
            <a:off x="1181100"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800" b="0" i="0" u="none" strike="noStrike" cap="none">
                <a:solidFill>
                  <a:srgbClr val="815138"/>
                </a:solidFill>
                <a:latin typeface="Poppins"/>
                <a:ea typeface="Poppins"/>
                <a:cs typeface="Poppins"/>
                <a:sym typeface="Poppins"/>
              </a:rPr>
              <a:t>a</a:t>
            </a:r>
            <a:endParaRPr sz="5500" b="0" i="0" u="none" strike="noStrike" cap="none">
              <a:solidFill>
                <a:srgbClr val="815138"/>
              </a:solidFill>
              <a:latin typeface="Jost"/>
              <a:ea typeface="Jost"/>
              <a:cs typeface="Jost"/>
              <a:sym typeface="Jost"/>
            </a:endParaRPr>
          </a:p>
        </p:txBody>
      </p:sp>
      <p:sp>
        <p:nvSpPr>
          <p:cNvPr id="1171" name="Google Shape;1171;g2720b306ff4_0_89"/>
          <p:cNvSpPr txBox="1"/>
          <p:nvPr/>
        </p:nvSpPr>
        <p:spPr>
          <a:xfrm>
            <a:off x="4639654"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72" name="Google Shape;1172;g2720b306ff4_0_89"/>
          <p:cNvSpPr txBox="1"/>
          <p:nvPr/>
        </p:nvSpPr>
        <p:spPr>
          <a:xfrm>
            <a:off x="6945349" y="807650"/>
            <a:ext cx="1266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173" name="Google Shape;1173;g2720b306ff4_0_89"/>
          <p:cNvSpPr txBox="1"/>
          <p:nvPr/>
        </p:nvSpPr>
        <p:spPr>
          <a:xfrm>
            <a:off x="2333951"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4" name="Google Shape;1174;g2720b306ff4_0_89"/>
          <p:cNvSpPr txBox="1"/>
          <p:nvPr/>
        </p:nvSpPr>
        <p:spPr>
          <a:xfrm>
            <a:off x="5792506"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5" name="Google Shape;1175;g2720b306ff4_0_89"/>
          <p:cNvSpPr txBox="1"/>
          <p:nvPr/>
        </p:nvSpPr>
        <p:spPr>
          <a:xfrm>
            <a:off x="1181100"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76" name="Google Shape;1176;g2720b306ff4_0_89"/>
          <p:cNvSpPr txBox="1"/>
          <p:nvPr/>
        </p:nvSpPr>
        <p:spPr>
          <a:xfrm>
            <a:off x="3486803"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77" name="Google Shape;1177;g2720b306ff4_0_89"/>
          <p:cNvSpPr txBox="1"/>
          <p:nvPr/>
        </p:nvSpPr>
        <p:spPr>
          <a:xfrm>
            <a:off x="4639654"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78" name="Google Shape;1178;g2720b306ff4_0_89"/>
          <p:cNvSpPr txBox="1"/>
          <p:nvPr/>
        </p:nvSpPr>
        <p:spPr>
          <a:xfrm>
            <a:off x="3486803"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402E"/>
                </a:solidFill>
                <a:latin typeface="Jost"/>
                <a:ea typeface="Jost"/>
                <a:cs typeface="Jost"/>
                <a:sym typeface="Jost"/>
              </a:rPr>
              <a:t>i</a:t>
            </a:r>
            <a:endParaRPr sz="5500" b="0" i="0" u="none" strike="noStrike" cap="none">
              <a:solidFill>
                <a:srgbClr val="EF402E"/>
              </a:solidFill>
              <a:latin typeface="Jost"/>
              <a:ea typeface="Jost"/>
              <a:cs typeface="Jost"/>
              <a:sym typeface="Jost"/>
            </a:endParaRPr>
          </a:p>
        </p:txBody>
      </p:sp>
      <p:sp>
        <p:nvSpPr>
          <p:cNvPr id="1179" name="Google Shape;1179;g2720b306ff4_0_89"/>
          <p:cNvSpPr txBox="1"/>
          <p:nvPr/>
        </p:nvSpPr>
        <p:spPr>
          <a:xfrm>
            <a:off x="6945355" y="1779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F402E"/>
                </a:solidFill>
                <a:latin typeface="Jost"/>
                <a:ea typeface="Jost"/>
                <a:cs typeface="Jost"/>
                <a:sym typeface="Jost"/>
              </a:rPr>
              <a:t>i</a:t>
            </a:r>
            <a:endParaRPr sz="5500" b="0" i="0" u="none" strike="noStrike" cap="none">
              <a:solidFill>
                <a:srgbClr val="EF402E"/>
              </a:solidFill>
              <a:latin typeface="Jost"/>
              <a:ea typeface="Jost"/>
              <a:cs typeface="Jost"/>
              <a:sym typeface="Jost"/>
            </a:endParaRPr>
          </a:p>
        </p:txBody>
      </p:sp>
      <p:sp>
        <p:nvSpPr>
          <p:cNvPr id="1180" name="Google Shape;1180;g2720b306ff4_0_89"/>
          <p:cNvSpPr txBox="1"/>
          <p:nvPr/>
        </p:nvSpPr>
        <p:spPr>
          <a:xfrm>
            <a:off x="4690180" y="26785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81" name="Google Shape;1181;g2720b306ff4_0_89"/>
          <p:cNvSpPr txBox="1"/>
          <p:nvPr/>
        </p:nvSpPr>
        <p:spPr>
          <a:xfrm>
            <a:off x="3528109" y="271258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Poppins"/>
              <a:ea typeface="Poppins"/>
              <a:cs typeface="Poppins"/>
              <a:sym typeface="Poppins"/>
            </a:endParaRPr>
          </a:p>
        </p:txBody>
      </p:sp>
      <p:grpSp>
        <p:nvGrpSpPr>
          <p:cNvPr id="1182" name="Google Shape;1182;g2720b306ff4_0_89"/>
          <p:cNvGrpSpPr/>
          <p:nvPr/>
        </p:nvGrpSpPr>
        <p:grpSpPr>
          <a:xfrm>
            <a:off x="1181100" y="4530158"/>
            <a:ext cx="6781800" cy="774975"/>
            <a:chOff x="1181100" y="4530158"/>
            <a:chExt cx="6781800" cy="774975"/>
          </a:xfrm>
        </p:grpSpPr>
        <p:cxnSp>
          <p:nvCxnSpPr>
            <p:cNvPr id="1183" name="Google Shape;1183;g2720b306ff4_0_89"/>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4" name="Google Shape;1184;g2720b306ff4_0_89"/>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5" name="Google Shape;1185;g2720b306ff4_0_89"/>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6" name="Google Shape;1186;g2720b306ff4_0_89"/>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grpSp>
      <p:sp>
        <p:nvSpPr>
          <p:cNvPr id="1187" name="Google Shape;1187;g2720b306ff4_0_89"/>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ting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cking rowing fishing singing</a:t>
            </a:r>
            <a:endParaRPr sz="1800" b="0" i="0" u="none" strike="noStrike" cap="none">
              <a:solidFill>
                <a:srgbClr val="B7B7B7"/>
              </a:solidFill>
              <a:latin typeface="Jost"/>
              <a:ea typeface="Jost"/>
              <a:cs typeface="Jost"/>
              <a:sym typeface="Jost"/>
            </a:endParaRPr>
          </a:p>
        </p:txBody>
      </p:sp>
      <p:cxnSp>
        <p:nvCxnSpPr>
          <p:cNvPr id="1188" name="Google Shape;1188;g2720b306ff4_0_89"/>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89" name="Google Shape;1189;g2720b306ff4_0_89"/>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435</Words>
  <Application>Microsoft Office PowerPoint</Application>
  <PresentationFormat>On-screen Show (4:3)</PresentationFormat>
  <Paragraphs>170</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Jost</vt:lpstr>
      <vt:lpstr>Poppins</vt:lpstr>
      <vt:lpstr>Arial</vt:lpstr>
      <vt:lpstr>Nunito Black</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2026-06-03T01:25:15Z</dcterms:modified>
</cp:coreProperties>
</file>