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g2xy2nOwY1hsBsNnWUX01hDStKc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2987DC6-04FD-47E6-B8FC-DE54EE9A77E9}">
  <a:tblStyle styleId="{32987DC6-04FD-47E6-B8FC-DE54EE9A77E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8" name="Google Shape;64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6" name="Google Shape;67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7" name="Google Shape;67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6" name="Google Shape;70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3" name="Google Shape;743;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1" name="Google Shape;791;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8" name="Google Shape;79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9" name="Google Shape;819;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3" name="Google Shape;873;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4" name="Google Shape;874;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d1ee20aaf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d1ee20aaf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d1ee20aaf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d1ee20aafe_0_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d1ee20aafe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d1ee20aafe_0_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0" name="Google Shape;101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1" name="Google Shape;101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9" name="Google Shape;102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2d1ee20aafe_0_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5" name="Google Shape;1065;g2d1ee20aafe_0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6" name="Google Shape;1066;g2d1ee20aafe_0_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6" y="1600125"/>
            <a:ext cx="6194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/ai/</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1 - Thursday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4</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590592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8" name="Google Shape;18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89" name="Google Shape;18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0" name="Google Shape;190;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1" name="Google Shape;19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2" name="Google Shape;19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3" name="Google Shape;19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4" name="Google Shape;19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5" name="Google Shape;19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7" name="Google Shape;19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8" name="Google Shape;198;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9" name="Google Shape;199;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1" name="Google Shape;201;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2" name="Google Shape;202;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5" name="Google Shape;205;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6" name="Google Shape;206;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7" name="Google Shape;207;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9" name="Google Shape;21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0" name="Google Shape;22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1" name="Google Shape;22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2" name="Google Shape;22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3" name="Google Shape;22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6" name="Google Shape;22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7" name="Google Shape;227;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8" name="Google Shape;228;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0" name="Google Shape;230;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1" name="Google Shape;231;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4" name="Google Shape;234;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5" name="Google Shape;235;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8" name="Google Shape;248;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49" name="Google Shape;249;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0" name="Google Shape;250;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3" name="Google Shape;25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4" name="Google Shape;25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5" name="Google Shape;25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6" name="Google Shape;256;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2c157a2fb06_0_53"/>
          <p:cNvGrpSpPr/>
          <p:nvPr/>
        </p:nvGrpSpPr>
        <p:grpSpPr>
          <a:xfrm>
            <a:off x="662575" y="6212475"/>
            <a:ext cx="586800" cy="571500"/>
            <a:chOff x="662575" y="6212475"/>
            <a:chExt cx="586800" cy="571500"/>
          </a:xfrm>
        </p:grpSpPr>
        <p:sp>
          <p:nvSpPr>
            <p:cNvPr id="267" name="Google Shape;26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2c157a2fb06_0_53"/>
          <p:cNvGrpSpPr/>
          <p:nvPr/>
        </p:nvGrpSpPr>
        <p:grpSpPr>
          <a:xfrm>
            <a:off x="7894350" y="6212475"/>
            <a:ext cx="586800" cy="571500"/>
            <a:chOff x="7894350" y="6212475"/>
            <a:chExt cx="586800" cy="571500"/>
          </a:xfrm>
        </p:grpSpPr>
        <p:sp>
          <p:nvSpPr>
            <p:cNvPr id="271" name="Google Shape;27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4"/>
        <p:cNvGrpSpPr/>
        <p:nvPr/>
      </p:nvGrpSpPr>
      <p:grpSpPr>
        <a:xfrm>
          <a:off x="0" y="0"/>
          <a:ext cx="0" cy="0"/>
          <a:chOff x="0" y="0"/>
          <a:chExt cx="0" cy="0"/>
        </a:xfrm>
      </p:grpSpPr>
      <p:pic>
        <p:nvPicPr>
          <p:cNvPr id="275" name="Google Shape;27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6" name="Google Shape;27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7" name="Google Shape;27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8" name="Google Shape;278;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79" name="Google Shape;279;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3" name="Google Shape;28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4" name="Google Shape;284;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158"/>
          <p:cNvGrpSpPr/>
          <p:nvPr/>
        </p:nvGrpSpPr>
        <p:grpSpPr>
          <a:xfrm>
            <a:off x="662575" y="6212475"/>
            <a:ext cx="586800" cy="571500"/>
            <a:chOff x="662575" y="6212475"/>
            <a:chExt cx="586800" cy="571500"/>
          </a:xfrm>
        </p:grpSpPr>
        <p:sp>
          <p:nvSpPr>
            <p:cNvPr id="295" name="Google Shape;295;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158"/>
          <p:cNvGrpSpPr/>
          <p:nvPr/>
        </p:nvGrpSpPr>
        <p:grpSpPr>
          <a:xfrm>
            <a:off x="7894350" y="6212475"/>
            <a:ext cx="586800" cy="571500"/>
            <a:chOff x="7894350" y="6212475"/>
            <a:chExt cx="586800" cy="571500"/>
          </a:xfrm>
        </p:grpSpPr>
        <p:sp>
          <p:nvSpPr>
            <p:cNvPr id="299" name="Google Shape;299;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2"/>
        <p:cNvGrpSpPr/>
        <p:nvPr/>
      </p:nvGrpSpPr>
      <p:grpSpPr>
        <a:xfrm>
          <a:off x="0" y="0"/>
          <a:ext cx="0" cy="0"/>
          <a:chOff x="0" y="0"/>
          <a:chExt cx="0" cy="0"/>
        </a:xfrm>
      </p:grpSpPr>
      <p:sp>
        <p:nvSpPr>
          <p:cNvPr id="303" name="Google Shape;303;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4" name="Google Shape;304;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5" name="Google Shape;305;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a:spLocks noGrp="1"/>
          </p:cNvSpPr>
          <p:nvPr>
            <p:ph type="pic" idx="5"/>
          </p:nvPr>
        </p:nvSpPr>
        <p:spPr>
          <a:xfrm>
            <a:off x="5086375" y="4412425"/>
            <a:ext cx="2668800" cy="1291500"/>
          </a:xfrm>
          <a:prstGeom prst="rect">
            <a:avLst/>
          </a:prstGeom>
          <a:noFill/>
          <a:ln>
            <a:noFill/>
          </a:ln>
        </p:spPr>
      </p:sp>
      <p:sp>
        <p:nvSpPr>
          <p:cNvPr id="310" name="Google Shape;310;g2c157a2fb06_0_263"/>
          <p:cNvSpPr>
            <a:spLocks noGrp="1"/>
          </p:cNvSpPr>
          <p:nvPr>
            <p:ph type="pic" idx="6"/>
          </p:nvPr>
        </p:nvSpPr>
        <p:spPr>
          <a:xfrm>
            <a:off x="5086375" y="797675"/>
            <a:ext cx="2668800" cy="1291500"/>
          </a:xfrm>
          <a:prstGeom prst="rect">
            <a:avLst/>
          </a:prstGeom>
          <a:noFill/>
          <a:ln>
            <a:noFill/>
          </a:ln>
        </p:spPr>
      </p:sp>
      <p:sp>
        <p:nvSpPr>
          <p:cNvPr id="311" name="Google Shape;311;g2c157a2fb06_0_263"/>
          <p:cNvSpPr>
            <a:spLocks noGrp="1"/>
          </p:cNvSpPr>
          <p:nvPr>
            <p:ph type="pic" idx="7"/>
          </p:nvPr>
        </p:nvSpPr>
        <p:spPr>
          <a:xfrm>
            <a:off x="5086375" y="2002592"/>
            <a:ext cx="2668800" cy="1291500"/>
          </a:xfrm>
          <a:prstGeom prst="rect">
            <a:avLst/>
          </a:prstGeom>
          <a:noFill/>
          <a:ln>
            <a:noFill/>
          </a:ln>
        </p:spPr>
      </p:sp>
      <p:sp>
        <p:nvSpPr>
          <p:cNvPr id="312" name="Google Shape;312;g2c157a2fb06_0_263"/>
          <p:cNvSpPr>
            <a:spLocks noGrp="1"/>
          </p:cNvSpPr>
          <p:nvPr>
            <p:ph type="pic" idx="8"/>
          </p:nvPr>
        </p:nvSpPr>
        <p:spPr>
          <a:xfrm>
            <a:off x="5086375" y="3207508"/>
            <a:ext cx="2668800" cy="1291500"/>
          </a:xfrm>
          <a:prstGeom prst="rect">
            <a:avLst/>
          </a:prstGeom>
          <a:noFill/>
          <a:ln>
            <a:noFill/>
          </a:ln>
        </p:spPr>
      </p:sp>
      <p:sp>
        <p:nvSpPr>
          <p:cNvPr id="313" name="Google Shape;313;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5" name="Google Shape;315;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7" name="Google Shape;317;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1" name="Google Shape;321;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2" name="Google Shape;322;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3" name="Google Shape;323;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5" name="Google Shape;325;g2c157a2fb06_0_263"/>
          <p:cNvGrpSpPr/>
          <p:nvPr/>
        </p:nvGrpSpPr>
        <p:grpSpPr>
          <a:xfrm>
            <a:off x="662575" y="6212475"/>
            <a:ext cx="586800" cy="571500"/>
            <a:chOff x="662575" y="6212475"/>
            <a:chExt cx="586800" cy="571500"/>
          </a:xfrm>
        </p:grpSpPr>
        <p:sp>
          <p:nvSpPr>
            <p:cNvPr id="326" name="Google Shape;32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9" name="Google Shape;329;g2c157a2fb06_0_263"/>
          <p:cNvGrpSpPr/>
          <p:nvPr/>
        </p:nvGrpSpPr>
        <p:grpSpPr>
          <a:xfrm>
            <a:off x="7894350" y="6212475"/>
            <a:ext cx="586800" cy="571500"/>
            <a:chOff x="7894350" y="6212475"/>
            <a:chExt cx="586800" cy="571500"/>
          </a:xfrm>
        </p:grpSpPr>
        <p:sp>
          <p:nvSpPr>
            <p:cNvPr id="330" name="Google Shape;33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3"/>
        <p:cNvGrpSpPr/>
        <p:nvPr/>
      </p:nvGrpSpPr>
      <p:grpSpPr>
        <a:xfrm>
          <a:off x="0" y="0"/>
          <a:ext cx="0" cy="0"/>
          <a:chOff x="0" y="0"/>
          <a:chExt cx="0" cy="0"/>
        </a:xfrm>
      </p:grpSpPr>
      <p:cxnSp>
        <p:nvCxnSpPr>
          <p:cNvPr id="334" name="Google Shape;33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5" name="Google Shape;33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6" name="Google Shape;33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7" name="Google Shape;337;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8" name="Google Shape;338;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39" name="Google Shape;339;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1" name="Google Shape;341;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3" name="Google Shape;343;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4" name="Google Shape;344;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7" name="Google Shape;347;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8" name="Google Shape;348;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49" name="Google Shape;349;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1" name="Google Shape;351;g2c157a2fb06_0_467"/>
          <p:cNvGrpSpPr/>
          <p:nvPr/>
        </p:nvGrpSpPr>
        <p:grpSpPr>
          <a:xfrm>
            <a:off x="662575" y="6212475"/>
            <a:ext cx="586800" cy="571500"/>
            <a:chOff x="662575" y="6212475"/>
            <a:chExt cx="586800" cy="571500"/>
          </a:xfrm>
        </p:grpSpPr>
        <p:sp>
          <p:nvSpPr>
            <p:cNvPr id="352" name="Google Shape;352;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5" name="Google Shape;355;g2c157a2fb06_0_467"/>
          <p:cNvGrpSpPr/>
          <p:nvPr/>
        </p:nvGrpSpPr>
        <p:grpSpPr>
          <a:xfrm>
            <a:off x="7894350" y="6212475"/>
            <a:ext cx="586800" cy="571500"/>
            <a:chOff x="7894350" y="6212475"/>
            <a:chExt cx="586800" cy="571500"/>
          </a:xfrm>
        </p:grpSpPr>
        <p:sp>
          <p:nvSpPr>
            <p:cNvPr id="356" name="Google Shape;356;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59"/>
        <p:cNvGrpSpPr/>
        <p:nvPr/>
      </p:nvGrpSpPr>
      <p:grpSpPr>
        <a:xfrm>
          <a:off x="0" y="0"/>
          <a:ext cx="0" cy="0"/>
          <a:chOff x="0" y="0"/>
          <a:chExt cx="0" cy="0"/>
        </a:xfrm>
      </p:grpSpPr>
      <p:cxnSp>
        <p:nvCxnSpPr>
          <p:cNvPr id="360" name="Google Shape;36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1" name="Google Shape;36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2" name="Google Shape;362;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3" name="Google Shape;363;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4" name="Google Shape;364;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5" name="Google Shape;365;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7" name="Google Shape;367;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9" name="Google Shape;369;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0" name="Google Shape;370;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3" name="Google Shape;373;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4" name="Google Shape;374;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5" name="Google Shape;375;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7" name="Google Shape;377;g2c157a2fb06_0_629"/>
          <p:cNvGrpSpPr/>
          <p:nvPr/>
        </p:nvGrpSpPr>
        <p:grpSpPr>
          <a:xfrm>
            <a:off x="662575" y="6212475"/>
            <a:ext cx="586800" cy="571500"/>
            <a:chOff x="662575" y="6212475"/>
            <a:chExt cx="586800" cy="571500"/>
          </a:xfrm>
        </p:grpSpPr>
        <p:sp>
          <p:nvSpPr>
            <p:cNvPr id="378" name="Google Shape;378;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629"/>
          <p:cNvGrpSpPr/>
          <p:nvPr/>
        </p:nvGrpSpPr>
        <p:grpSpPr>
          <a:xfrm>
            <a:off x="7894350" y="6212475"/>
            <a:ext cx="586800" cy="571500"/>
            <a:chOff x="7894350" y="6212475"/>
            <a:chExt cx="586800" cy="571500"/>
          </a:xfrm>
        </p:grpSpPr>
        <p:sp>
          <p:nvSpPr>
            <p:cNvPr id="382" name="Google Shape;382;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5"/>
        <p:cNvGrpSpPr/>
        <p:nvPr/>
      </p:nvGrpSpPr>
      <p:grpSpPr>
        <a:xfrm>
          <a:off x="0" y="0"/>
          <a:ext cx="0" cy="0"/>
          <a:chOff x="0" y="0"/>
          <a:chExt cx="0" cy="0"/>
        </a:xfrm>
      </p:grpSpPr>
      <p:cxnSp>
        <p:nvCxnSpPr>
          <p:cNvPr id="386" name="Google Shape;386;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7" name="Google Shape;387;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8" name="Google Shape;388;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9" name="Google Shape;389;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4" name="Google Shape;394;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6" name="Google Shape;396;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7" name="Google Shape;397;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0" name="Google Shape;400;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1" name="Google Shape;401;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2" name="Google Shape;402;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4" name="Google Shape;404;g2c157a2fb06_0_798"/>
          <p:cNvGrpSpPr/>
          <p:nvPr/>
        </p:nvGrpSpPr>
        <p:grpSpPr>
          <a:xfrm>
            <a:off x="662575" y="6212475"/>
            <a:ext cx="586800" cy="571500"/>
            <a:chOff x="662575" y="6212475"/>
            <a:chExt cx="586800" cy="571500"/>
          </a:xfrm>
        </p:grpSpPr>
        <p:sp>
          <p:nvSpPr>
            <p:cNvPr id="405" name="Google Shape;40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798"/>
          <p:cNvGrpSpPr/>
          <p:nvPr/>
        </p:nvGrpSpPr>
        <p:grpSpPr>
          <a:xfrm>
            <a:off x="7894350" y="6212475"/>
            <a:ext cx="586800" cy="571500"/>
            <a:chOff x="7894350" y="6212475"/>
            <a:chExt cx="586800" cy="571500"/>
          </a:xfrm>
        </p:grpSpPr>
        <p:sp>
          <p:nvSpPr>
            <p:cNvPr id="409" name="Google Shape;40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2"/>
        <p:cNvGrpSpPr/>
        <p:nvPr/>
      </p:nvGrpSpPr>
      <p:grpSpPr>
        <a:xfrm>
          <a:off x="0" y="0"/>
          <a:ext cx="0" cy="0"/>
          <a:chOff x="0" y="0"/>
          <a:chExt cx="0" cy="0"/>
        </a:xfrm>
      </p:grpSpPr>
      <p:cxnSp>
        <p:nvCxnSpPr>
          <p:cNvPr id="413" name="Google Shape;41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4" name="Google Shape;41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5" name="Google Shape;41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6" name="Google Shape;41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7" name="Google Shape;417;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19" name="Google Shape;419;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1" name="Google Shape;421;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3" name="Google Shape;423;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4" name="Google Shape;424;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7" name="Google Shape;427;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8" name="Google Shape;428;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29" name="Google Shape;429;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1" name="Google Shape;431;g2c157a2fb06_0_825"/>
          <p:cNvGrpSpPr/>
          <p:nvPr/>
        </p:nvGrpSpPr>
        <p:grpSpPr>
          <a:xfrm>
            <a:off x="662575" y="6212475"/>
            <a:ext cx="586800" cy="571500"/>
            <a:chOff x="662575" y="6212475"/>
            <a:chExt cx="586800" cy="571500"/>
          </a:xfrm>
        </p:grpSpPr>
        <p:sp>
          <p:nvSpPr>
            <p:cNvPr id="432" name="Google Shape;43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825"/>
          <p:cNvGrpSpPr/>
          <p:nvPr/>
        </p:nvGrpSpPr>
        <p:grpSpPr>
          <a:xfrm>
            <a:off x="7894350" y="6212475"/>
            <a:ext cx="586800" cy="571500"/>
            <a:chOff x="7894350" y="6212475"/>
            <a:chExt cx="586800" cy="571500"/>
          </a:xfrm>
        </p:grpSpPr>
        <p:sp>
          <p:nvSpPr>
            <p:cNvPr id="436" name="Google Shape;43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39"/>
        <p:cNvGrpSpPr/>
        <p:nvPr/>
      </p:nvGrpSpPr>
      <p:grpSpPr>
        <a:xfrm>
          <a:off x="0" y="0"/>
          <a:ext cx="0" cy="0"/>
          <a:chOff x="0" y="0"/>
          <a:chExt cx="0" cy="0"/>
        </a:xfrm>
      </p:grpSpPr>
      <p:sp>
        <p:nvSpPr>
          <p:cNvPr id="440" name="Google Shape;44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4" name="Google Shape;44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6" name="Google Shape;446;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9" name="Google Shape;45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0" name="Google Shape;460;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2" name="Google Shape;462;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6" name="Google Shape;466;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7" name="Google Shape;467;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8" name="Google Shape;468;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0" name="Google Shape;470;g2c157a2fb06_0_700"/>
          <p:cNvGrpSpPr/>
          <p:nvPr/>
        </p:nvGrpSpPr>
        <p:grpSpPr>
          <a:xfrm>
            <a:off x="662575" y="6212475"/>
            <a:ext cx="586800" cy="571500"/>
            <a:chOff x="662575" y="6212475"/>
            <a:chExt cx="586800" cy="571500"/>
          </a:xfrm>
        </p:grpSpPr>
        <p:sp>
          <p:nvSpPr>
            <p:cNvPr id="471" name="Google Shape;47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4" name="Google Shape;474;g2c157a2fb06_0_700"/>
          <p:cNvGrpSpPr/>
          <p:nvPr/>
        </p:nvGrpSpPr>
        <p:grpSpPr>
          <a:xfrm>
            <a:off x="7894350" y="6212475"/>
            <a:ext cx="586800" cy="571500"/>
            <a:chOff x="7894350" y="6212475"/>
            <a:chExt cx="586800" cy="571500"/>
          </a:xfrm>
        </p:grpSpPr>
        <p:sp>
          <p:nvSpPr>
            <p:cNvPr id="475" name="Google Shape;47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8"/>
        <p:cNvGrpSpPr/>
        <p:nvPr/>
      </p:nvGrpSpPr>
      <p:grpSpPr>
        <a:xfrm>
          <a:off x="0" y="0"/>
          <a:ext cx="0" cy="0"/>
          <a:chOff x="0" y="0"/>
          <a:chExt cx="0" cy="0"/>
        </a:xfrm>
      </p:grpSpPr>
      <p:sp>
        <p:nvSpPr>
          <p:cNvPr id="479" name="Google Shape;47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0" name="Google Shape;48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1" name="Google Shape;48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8" name="Google Shape;48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9" name="Google Shape;48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0" name="Google Shape;490;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1" name="Google Shape;491;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1" name="Google Shape;501;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5" name="Google Shape;505;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6" name="Google Shape;506;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7" name="Google Shape;507;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09" name="Google Shape;509;g2c157a2fb06_0_932"/>
          <p:cNvGrpSpPr/>
          <p:nvPr/>
        </p:nvGrpSpPr>
        <p:grpSpPr>
          <a:xfrm>
            <a:off x="662575" y="6212475"/>
            <a:ext cx="586800" cy="571500"/>
            <a:chOff x="662575" y="6212475"/>
            <a:chExt cx="586800" cy="571500"/>
          </a:xfrm>
        </p:grpSpPr>
        <p:sp>
          <p:nvSpPr>
            <p:cNvPr id="510" name="Google Shape;51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3" name="Google Shape;513;g2c157a2fb06_0_932"/>
          <p:cNvGrpSpPr/>
          <p:nvPr/>
        </p:nvGrpSpPr>
        <p:grpSpPr>
          <a:xfrm>
            <a:off x="7894350" y="6212475"/>
            <a:ext cx="586800" cy="571500"/>
            <a:chOff x="7894350" y="6212475"/>
            <a:chExt cx="586800" cy="571500"/>
          </a:xfrm>
        </p:grpSpPr>
        <p:sp>
          <p:nvSpPr>
            <p:cNvPr id="514" name="Google Shape;51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7"/>
        <p:cNvGrpSpPr/>
        <p:nvPr/>
      </p:nvGrpSpPr>
      <p:grpSpPr>
        <a:xfrm>
          <a:off x="0" y="0"/>
          <a:ext cx="0" cy="0"/>
          <a:chOff x="0" y="0"/>
          <a:chExt cx="0" cy="0"/>
        </a:xfrm>
      </p:grpSpPr>
      <p:cxnSp>
        <p:nvCxnSpPr>
          <p:cNvPr id="518" name="Google Shape;518;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19" name="Google Shape;519;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0" name="Google Shape;520;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1" name="Google Shape;521;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0" name="Google Shape;53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1" name="Google Shape;531;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2" name="Google Shape;53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3" name="Google Shape;53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4" name="Google Shape;53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5" name="Google Shape;535;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2" name="Google Shape;542;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3" name="Google Shape;543;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5" name="Google Shape;545;g2c157a2fb06_0_1045"/>
          <p:cNvGrpSpPr/>
          <p:nvPr/>
        </p:nvGrpSpPr>
        <p:grpSpPr>
          <a:xfrm>
            <a:off x="662575" y="6212475"/>
            <a:ext cx="586800" cy="571500"/>
            <a:chOff x="662575" y="6212475"/>
            <a:chExt cx="586800" cy="571500"/>
          </a:xfrm>
        </p:grpSpPr>
        <p:sp>
          <p:nvSpPr>
            <p:cNvPr id="546" name="Google Shape;546;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9" name="Google Shape;549;g2c157a2fb06_0_1045"/>
          <p:cNvGrpSpPr/>
          <p:nvPr/>
        </p:nvGrpSpPr>
        <p:grpSpPr>
          <a:xfrm>
            <a:off x="7894350" y="6212475"/>
            <a:ext cx="586800" cy="571500"/>
            <a:chOff x="7894350" y="6212475"/>
            <a:chExt cx="586800" cy="571500"/>
          </a:xfrm>
        </p:grpSpPr>
        <p:sp>
          <p:nvSpPr>
            <p:cNvPr id="550" name="Google Shape;550;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1" name="Google Shape;551;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3"/>
        <p:cNvGrpSpPr/>
        <p:nvPr/>
      </p:nvGrpSpPr>
      <p:grpSpPr>
        <a:xfrm>
          <a:off x="0" y="0"/>
          <a:ext cx="0" cy="0"/>
          <a:chOff x="0" y="0"/>
          <a:chExt cx="0" cy="0"/>
        </a:xfrm>
      </p:grpSpPr>
      <p:sp>
        <p:nvSpPr>
          <p:cNvPr id="554" name="Google Shape;55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5" name="Google Shape;55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6" name="Google Shape;556;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7" name="Google Shape;557;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0" name="Google Shape;560;g2c157a2fb06_0_1110"/>
          <p:cNvGrpSpPr/>
          <p:nvPr/>
        </p:nvGrpSpPr>
        <p:grpSpPr>
          <a:xfrm>
            <a:off x="5806200" y="1807463"/>
            <a:ext cx="756300" cy="146700"/>
            <a:chOff x="5806200" y="1807463"/>
            <a:chExt cx="756300" cy="146700"/>
          </a:xfrm>
        </p:grpSpPr>
        <p:sp>
          <p:nvSpPr>
            <p:cNvPr id="561" name="Google Shape;561;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4" name="Google Shape;56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5" name="Google Shape;56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6" name="Google Shape;566;g2c157a2fb06_0_1110"/>
          <p:cNvGrpSpPr/>
          <p:nvPr/>
        </p:nvGrpSpPr>
        <p:grpSpPr>
          <a:xfrm>
            <a:off x="5806200" y="2842438"/>
            <a:ext cx="756300" cy="146700"/>
            <a:chOff x="5806200" y="1807463"/>
            <a:chExt cx="756300" cy="146700"/>
          </a:xfrm>
        </p:grpSpPr>
        <p:sp>
          <p:nvSpPr>
            <p:cNvPr id="567" name="Google Shape;567;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1110"/>
          <p:cNvGrpSpPr/>
          <p:nvPr/>
        </p:nvGrpSpPr>
        <p:grpSpPr>
          <a:xfrm>
            <a:off x="5806200" y="3877413"/>
            <a:ext cx="756300" cy="146700"/>
            <a:chOff x="5806200" y="1807463"/>
            <a:chExt cx="756300" cy="146700"/>
          </a:xfrm>
        </p:grpSpPr>
        <p:sp>
          <p:nvSpPr>
            <p:cNvPr id="571" name="Google Shape;571;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4" name="Google Shape;574;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6" name="Google Shape;576;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0" name="Google Shape;580;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1" name="Google Shape;581;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2" name="Google Shape;582;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4" name="Google Shape;584;g2c157a2fb06_0_1110"/>
          <p:cNvGrpSpPr/>
          <p:nvPr/>
        </p:nvGrpSpPr>
        <p:grpSpPr>
          <a:xfrm>
            <a:off x="662575" y="6212475"/>
            <a:ext cx="586800" cy="571500"/>
            <a:chOff x="662575" y="6212475"/>
            <a:chExt cx="586800" cy="571500"/>
          </a:xfrm>
        </p:grpSpPr>
        <p:sp>
          <p:nvSpPr>
            <p:cNvPr id="585" name="Google Shape;58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8" name="Google Shape;588;g2c157a2fb06_0_1110"/>
          <p:cNvGrpSpPr/>
          <p:nvPr/>
        </p:nvGrpSpPr>
        <p:grpSpPr>
          <a:xfrm>
            <a:off x="7894350" y="6212475"/>
            <a:ext cx="586800" cy="571500"/>
            <a:chOff x="7894350" y="6212475"/>
            <a:chExt cx="586800" cy="571500"/>
          </a:xfrm>
        </p:grpSpPr>
        <p:sp>
          <p:nvSpPr>
            <p:cNvPr id="589" name="Google Shape;58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2"/>
        <p:cNvGrpSpPr/>
        <p:nvPr/>
      </p:nvGrpSpPr>
      <p:grpSpPr>
        <a:xfrm>
          <a:off x="0" y="0"/>
          <a:ext cx="0" cy="0"/>
          <a:chOff x="0" y="0"/>
          <a:chExt cx="0" cy="0"/>
        </a:xfrm>
      </p:grpSpPr>
      <p:sp>
        <p:nvSpPr>
          <p:cNvPr id="593" name="Google Shape;59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4" name="Google Shape;59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7" name="Google Shape;59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0" name="Google Shape;60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6" name="Google Shape;606;p30"/>
          <p:cNvGrpSpPr/>
          <p:nvPr/>
        </p:nvGrpSpPr>
        <p:grpSpPr>
          <a:xfrm>
            <a:off x="6022940" y="5341706"/>
            <a:ext cx="594501" cy="305904"/>
            <a:chOff x="5672081" y="1914352"/>
            <a:chExt cx="792668" cy="305904"/>
          </a:xfrm>
        </p:grpSpPr>
        <p:sp>
          <p:nvSpPr>
            <p:cNvPr id="607" name="Google Shape;60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8" name="Google Shape;60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09" name="Google Shape;60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0" name="Google Shape;61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8" name="Google Shape;61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19" name="Google Shape;61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0" name="Google Shape;62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7" name="Google Shape;62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3" name="Google Shape;63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6" name="Google Shape;63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7" name="Google Shape;63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8"/>
        <p:cNvGrpSpPr/>
        <p:nvPr/>
      </p:nvGrpSpPr>
      <p:grpSpPr>
        <a:xfrm>
          <a:off x="0" y="0"/>
          <a:ext cx="0" cy="0"/>
          <a:chOff x="0" y="0"/>
          <a:chExt cx="0" cy="0"/>
        </a:xfrm>
      </p:grpSpPr>
      <p:sp>
        <p:nvSpPr>
          <p:cNvPr id="639" name="Google Shape;63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0" name="Google Shape;64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1" name="Google Shape;64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2"/>
        <p:cNvGrpSpPr/>
        <p:nvPr/>
      </p:nvGrpSpPr>
      <p:grpSpPr>
        <a:xfrm>
          <a:off x="0" y="0"/>
          <a:ext cx="0" cy="0"/>
          <a:chOff x="0" y="0"/>
          <a:chExt cx="0" cy="0"/>
        </a:xfrm>
      </p:grpSpPr>
      <p:sp>
        <p:nvSpPr>
          <p:cNvPr id="643" name="Google Shape;64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4" name="Google Shape;64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5" name="Google Shape;64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image" Target="../media/image6.png"/><Relationship Id="rId7"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6.png"/><Relationship Id="rId21" Type="http://schemas.openxmlformats.org/officeDocument/2006/relationships/image" Target="../media/image79.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6.png"/><Relationship Id="rId36" Type="http://schemas.openxmlformats.org/officeDocument/2006/relationships/image" Target="../media/image93.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3" Type="http://schemas.openxmlformats.org/officeDocument/2006/relationships/image" Target="../media/image102.png"/><Relationship Id="rId7" Type="http://schemas.openxmlformats.org/officeDocument/2006/relationships/image" Target="../media/image106.png"/><Relationship Id="rId12" Type="http://schemas.openxmlformats.org/officeDocument/2006/relationships/image" Target="../media/image111.png"/><Relationship Id="rId2" Type="http://schemas.openxmlformats.org/officeDocument/2006/relationships/notesSlide" Target="../notesSlides/notesSlide7.xml"/><Relationship Id="rId16" Type="http://schemas.openxmlformats.org/officeDocument/2006/relationships/image" Target="../media/image115.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5" Type="http://schemas.openxmlformats.org/officeDocument/2006/relationships/image" Target="../media/image11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s>
</file>

<file path=ppt/slides/_rels/slide8.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26.png"/><Relationship Id="rId18" Type="http://schemas.openxmlformats.org/officeDocument/2006/relationships/image" Target="../media/image131.png"/><Relationship Id="rId26" Type="http://schemas.openxmlformats.org/officeDocument/2006/relationships/image" Target="../media/image138.png"/><Relationship Id="rId3" Type="http://schemas.openxmlformats.org/officeDocument/2006/relationships/image" Target="../media/image116.png"/><Relationship Id="rId21" Type="http://schemas.openxmlformats.org/officeDocument/2006/relationships/image" Target="../media/image133.png"/><Relationship Id="rId7" Type="http://schemas.openxmlformats.org/officeDocument/2006/relationships/image" Target="../media/image120.png"/><Relationship Id="rId12" Type="http://schemas.openxmlformats.org/officeDocument/2006/relationships/image" Target="../media/image125.png"/><Relationship Id="rId17" Type="http://schemas.openxmlformats.org/officeDocument/2006/relationships/image" Target="../media/image130.png"/><Relationship Id="rId25" Type="http://schemas.openxmlformats.org/officeDocument/2006/relationships/image" Target="../media/image137.png"/><Relationship Id="rId2" Type="http://schemas.openxmlformats.org/officeDocument/2006/relationships/notesSlide" Target="../notesSlides/notesSlide8.xml"/><Relationship Id="rId16" Type="http://schemas.openxmlformats.org/officeDocument/2006/relationships/image" Target="../media/image129.png"/><Relationship Id="rId20" Type="http://schemas.openxmlformats.org/officeDocument/2006/relationships/image" Target="../media/image8.png"/><Relationship Id="rId29" Type="http://schemas.openxmlformats.org/officeDocument/2006/relationships/image" Target="../media/image141.png"/><Relationship Id="rId1" Type="http://schemas.openxmlformats.org/officeDocument/2006/relationships/slideLayout" Target="../slideLayouts/slideLayout3.xml"/><Relationship Id="rId6" Type="http://schemas.openxmlformats.org/officeDocument/2006/relationships/image" Target="../media/image119.png"/><Relationship Id="rId11" Type="http://schemas.openxmlformats.org/officeDocument/2006/relationships/image" Target="../media/image124.png"/><Relationship Id="rId24" Type="http://schemas.openxmlformats.org/officeDocument/2006/relationships/image" Target="../media/image136.png"/><Relationship Id="rId5" Type="http://schemas.openxmlformats.org/officeDocument/2006/relationships/image" Target="../media/image118.png"/><Relationship Id="rId15" Type="http://schemas.openxmlformats.org/officeDocument/2006/relationships/image" Target="../media/image128.png"/><Relationship Id="rId23" Type="http://schemas.openxmlformats.org/officeDocument/2006/relationships/image" Target="../media/image135.png"/><Relationship Id="rId28" Type="http://schemas.openxmlformats.org/officeDocument/2006/relationships/image" Target="../media/image140.png"/><Relationship Id="rId10" Type="http://schemas.openxmlformats.org/officeDocument/2006/relationships/image" Target="../media/image123.png"/><Relationship Id="rId19" Type="http://schemas.openxmlformats.org/officeDocument/2006/relationships/image" Target="../media/image132.png"/><Relationship Id="rId4" Type="http://schemas.openxmlformats.org/officeDocument/2006/relationships/image" Target="../media/image117.png"/><Relationship Id="rId9" Type="http://schemas.openxmlformats.org/officeDocument/2006/relationships/image" Target="../media/image122.png"/><Relationship Id="rId14" Type="http://schemas.openxmlformats.org/officeDocument/2006/relationships/image" Target="../media/image127.png"/><Relationship Id="rId22" Type="http://schemas.openxmlformats.org/officeDocument/2006/relationships/image" Target="../media/image134.png"/><Relationship Id="rId27" Type="http://schemas.openxmlformats.org/officeDocument/2006/relationships/image" Target="../media/image139.png"/><Relationship Id="rId30" Type="http://schemas.openxmlformats.org/officeDocument/2006/relationships/image" Target="../media/image142.png"/></Relationships>
</file>

<file path=ppt/slides/_rels/slide9.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10.xml.rels><?xml version="1.0" encoding="UTF-8" standalone="yes"?>
<Relationships xmlns="http://schemas.openxmlformats.org/package/2006/relationships"><Relationship Id="rId8" Type="http://schemas.openxmlformats.org/officeDocument/2006/relationships/image" Target="../media/image161.png"/><Relationship Id="rId13" Type="http://schemas.openxmlformats.org/officeDocument/2006/relationships/image" Target="../media/image166.png"/><Relationship Id="rId3" Type="http://schemas.openxmlformats.org/officeDocument/2006/relationships/image" Target="../media/image156.png"/><Relationship Id="rId7" Type="http://schemas.openxmlformats.org/officeDocument/2006/relationships/image" Target="../media/image160.png"/><Relationship Id="rId12" Type="http://schemas.openxmlformats.org/officeDocument/2006/relationships/image" Target="../media/image165.png"/><Relationship Id="rId2" Type="http://schemas.openxmlformats.org/officeDocument/2006/relationships/notesSlide" Target="../notesSlides/notesSlide10.xml"/><Relationship Id="rId16" Type="http://schemas.openxmlformats.org/officeDocument/2006/relationships/image" Target="../media/image169.png"/><Relationship Id="rId1" Type="http://schemas.openxmlformats.org/officeDocument/2006/relationships/slideLayout" Target="../slideLayouts/slideLayout3.xml"/><Relationship Id="rId6" Type="http://schemas.openxmlformats.org/officeDocument/2006/relationships/image" Target="../media/image159.png"/><Relationship Id="rId11" Type="http://schemas.openxmlformats.org/officeDocument/2006/relationships/image" Target="../media/image164.png"/><Relationship Id="rId5" Type="http://schemas.openxmlformats.org/officeDocument/2006/relationships/image" Target="../media/image158.png"/><Relationship Id="rId15" Type="http://schemas.openxmlformats.org/officeDocument/2006/relationships/image" Target="../media/image168.png"/><Relationship Id="rId10" Type="http://schemas.openxmlformats.org/officeDocument/2006/relationships/image" Target="../media/image163.png"/><Relationship Id="rId4" Type="http://schemas.openxmlformats.org/officeDocument/2006/relationships/image" Target="../media/image157.png"/><Relationship Id="rId9" Type="http://schemas.openxmlformats.org/officeDocument/2006/relationships/image" Target="../media/image162.png"/><Relationship Id="rId14" Type="http://schemas.openxmlformats.org/officeDocument/2006/relationships/image" Target="../media/image16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/ai/; </a:t>
            </a:r>
            <a:br>
              <a:rPr lang="en-US" sz="3000"/>
            </a:br>
            <a:r>
              <a:rPr lang="en-US" sz="3000"/>
              <a:t>ey</a:t>
            </a:r>
            <a:endParaRPr sz="3000"/>
          </a:p>
        </p:txBody>
      </p:sp>
      <p:sp>
        <p:nvSpPr>
          <p:cNvPr id="651" name="Google Shape;651;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4</a:t>
            </a:r>
            <a:endParaRPr/>
          </a:p>
        </p:txBody>
      </p:sp>
      <p:pic>
        <p:nvPicPr>
          <p:cNvPr id="652" name="Google Shape;652;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3" name="Google Shape;653;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4" name="Google Shape;654;p1"/>
          <p:cNvGraphicFramePr/>
          <p:nvPr/>
        </p:nvGraphicFramePr>
        <p:xfrm>
          <a:off x="4844200" y="1646527"/>
          <a:ext cx="3784875" cy="2032200"/>
        </p:xfrm>
        <a:graphic>
          <a:graphicData uri="http://schemas.openxmlformats.org/drawingml/2006/table">
            <a:tbl>
              <a:tblPr firstRow="1" bandRow="1">
                <a:noFill/>
                <a:tableStyleId>{32987DC6-04FD-47E6-B8FC-DE54EE9A77E9}</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a:t>
                      </a:r>
                      <a:r>
                        <a:rPr lang="en-US" sz="1350" u="none" strike="noStrike" cap="none">
                          <a:solidFill>
                            <a:srgbClr val="FFFFFF"/>
                          </a:solidFill>
                          <a:latin typeface="Poppins"/>
                          <a:ea typeface="Poppins"/>
                          <a:cs typeface="Poppins"/>
                          <a:sym typeface="Poppins"/>
                        </a:rPr>
                        <a:t>a</a:t>
                      </a:r>
                      <a:r>
                        <a:rPr lang="en-US" sz="1600" u="none" strike="noStrike" cap="none">
                          <a:solidFill>
                            <a:srgbClr val="FFFFFF"/>
                          </a:solidFill>
                          <a:latin typeface="Jost"/>
                          <a:ea typeface="Jost"/>
                          <a:cs typeface="Jost"/>
                          <a:sym typeface="Jost"/>
                        </a:rPr>
                        <a:t>i/</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/ee/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/igh/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/ai/</a:t>
            </a:r>
            <a:r>
              <a:rPr lang="en-US"/>
              <a:t> sound family spelling patterns.</a:t>
            </a:r>
            <a:endParaRPr/>
          </a:p>
        </p:txBody>
      </p:sp>
      <p:sp>
        <p:nvSpPr>
          <p:cNvPr id="661" name="Google Shape;661;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3 Common Exception Words </a:t>
            </a:r>
            <a:r>
              <a:rPr lang="en-US">
                <a:solidFill>
                  <a:srgbClr val="2356AF"/>
                </a:solidFill>
              </a:rPr>
              <a:t>push they me we be he she my by looked you are there here were all sure</a:t>
            </a:r>
            <a:r>
              <a:rPr lang="en-US"/>
              <a:t>.</a:t>
            </a:r>
            <a:endParaRPr/>
          </a:p>
        </p:txBody>
      </p:sp>
      <p:sp>
        <p:nvSpPr>
          <p:cNvPr id="662" name="Google Shape;662;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3" name="Google Shape;663;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4" name="Google Shape;664;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5" name="Google Shape;665;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6" name="Google Shape;666;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7" name="Google Shape;667;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8" name="Google Shape;668;g2bee4f4af4b_0_204"/>
          <p:cNvSpPr txBox="1"/>
          <p:nvPr/>
        </p:nvSpPr>
        <p:spPr>
          <a:xfrm>
            <a:off x="3450079"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69" name="Google Shape;669;g2bee4f4af4b_0_204"/>
          <p:cNvSpPr txBox="1"/>
          <p:nvPr/>
        </p:nvSpPr>
        <p:spPr>
          <a:xfrm>
            <a:off x="3141749" y="5256525"/>
            <a:ext cx="14304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0" name="Google Shape;670;g2bee4f4af4b_0_204"/>
          <p:cNvPicPr preferRelativeResize="0"/>
          <p:nvPr/>
        </p:nvPicPr>
        <p:blipFill rotWithShape="1">
          <a:blip r:embed="rId5">
            <a:alphaModFix/>
          </a:blip>
          <a:srcRect t="89" b="79"/>
          <a:stretch/>
        </p:blipFill>
        <p:spPr>
          <a:xfrm>
            <a:off x="3390892" y="4326104"/>
            <a:ext cx="931974" cy="665199"/>
          </a:xfrm>
          <a:prstGeom prst="rect">
            <a:avLst/>
          </a:prstGeom>
          <a:noFill/>
          <a:ln>
            <a:noFill/>
          </a:ln>
          <a:effectLst>
            <a:outerShdw blurRad="71438" dist="19050" dir="5220000" algn="bl" rotWithShape="0">
              <a:srgbClr val="D8D8D8"/>
            </a:outerShdw>
          </a:effectLst>
        </p:spPr>
      </p:pic>
      <p:sp>
        <p:nvSpPr>
          <p:cNvPr id="671" name="Google Shape;671;g2bee4f4af4b_0_204">
            <a:hlinkClick r:id="rId6" action="ppaction://hlinksldjump"/>
          </p:cNvPr>
          <p:cNvSpPr/>
          <p:nvPr/>
        </p:nvSpPr>
        <p:spPr>
          <a:xfrm>
            <a:off x="993257" y="363277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2" name="Google Shape;672;g2bee4f4af4b_0_204">
            <a:hlinkClick r:id="rId7" action="ppaction://hlinksldjump"/>
          </p:cNvPr>
          <p:cNvSpPr/>
          <p:nvPr/>
        </p:nvSpPr>
        <p:spPr>
          <a:xfrm>
            <a:off x="3283406" y="376901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8" action="ppaction://hlinksldjump"/>
          </p:cNvPr>
          <p:cNvSpPr/>
          <p:nvPr/>
        </p:nvSpPr>
        <p:spPr>
          <a:xfrm>
            <a:off x="2088628" y="381742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0" name="Google Shape;680;g26b641b03cd_0_165"/>
          <p:cNvGrpSpPr/>
          <p:nvPr/>
        </p:nvGrpSpPr>
        <p:grpSpPr>
          <a:xfrm>
            <a:off x="930400" y="2053244"/>
            <a:ext cx="7283200" cy="3724851"/>
            <a:chOff x="930400" y="2129444"/>
            <a:chExt cx="7283200" cy="3724851"/>
          </a:xfrm>
        </p:grpSpPr>
        <p:pic>
          <p:nvPicPr>
            <p:cNvPr id="681" name="Google Shape;68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0" name="Google Shape;710;g26b7edf6e71_0_26"/>
          <p:cNvGrpSpPr/>
          <p:nvPr/>
        </p:nvGrpSpPr>
        <p:grpSpPr>
          <a:xfrm>
            <a:off x="930400" y="2053250"/>
            <a:ext cx="7283201" cy="2971674"/>
            <a:chOff x="930400" y="2129450"/>
            <a:chExt cx="7283201" cy="2971674"/>
          </a:xfrm>
        </p:grpSpPr>
        <p:pic>
          <p:nvPicPr>
            <p:cNvPr id="711" name="Google Shape;711;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2" name="Google Shape;712;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1" name="Google Shape;721;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6" name="Google Shape;746;g2c298da1f27_0_417"/>
          <p:cNvGrpSpPr/>
          <p:nvPr/>
        </p:nvGrpSpPr>
        <p:grpSpPr>
          <a:xfrm>
            <a:off x="930400" y="2053250"/>
            <a:ext cx="7283201" cy="2971674"/>
            <a:chOff x="930400" y="2053250"/>
            <a:chExt cx="7283201" cy="2971674"/>
          </a:xfrm>
        </p:grpSpPr>
        <p:pic>
          <p:nvPicPr>
            <p:cNvPr id="747" name="Google Shape;747;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8" name="Google Shape;748;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49" name="Google Shape;749;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4" name="Google Shape;794;g2cdbdd49f8e_0_0"/>
          <p:cNvPicPr preferRelativeResize="0"/>
          <p:nvPr/>
        </p:nvPicPr>
        <p:blipFill rotWithShape="1">
          <a:blip r:embed="rId3">
            <a:alphaModFix/>
          </a:blip>
          <a:srcRect l="79" r="79"/>
          <a:stretch/>
        </p:blipFill>
        <p:spPr>
          <a:xfrm>
            <a:off x="3486375" y="2053250"/>
            <a:ext cx="2171299" cy="307338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01" name="Google Shape;801;g26b7edf6e71_0_109"/>
          <p:cNvGrpSpPr/>
          <p:nvPr/>
        </p:nvGrpSpPr>
        <p:grpSpPr>
          <a:xfrm>
            <a:off x="865957" y="2135925"/>
            <a:ext cx="7282807" cy="2686611"/>
            <a:chOff x="867357" y="2129450"/>
            <a:chExt cx="7282807" cy="2686611"/>
          </a:xfrm>
        </p:grpSpPr>
        <p:pic>
          <p:nvPicPr>
            <p:cNvPr id="802" name="Google Shape;80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06" name="Google Shape;80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9" name="Google Shape;80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0" name="Google Shape;81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1" name="Google Shape;81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22" name="Google Shape;822;g2c298d33e0c_0_6"/>
          <p:cNvGrpSpPr/>
          <p:nvPr/>
        </p:nvGrpSpPr>
        <p:grpSpPr>
          <a:xfrm>
            <a:off x="866900" y="2079100"/>
            <a:ext cx="7281864" cy="2684601"/>
            <a:chOff x="868300" y="2129450"/>
            <a:chExt cx="7281864" cy="2684601"/>
          </a:xfrm>
        </p:grpSpPr>
        <p:pic>
          <p:nvPicPr>
            <p:cNvPr id="823" name="Google Shape;823;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27" name="Google Shape;827;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57" name="Google Shape;857;g2c298da1f27_0_455"/>
          <p:cNvGrpSpPr/>
          <p:nvPr/>
        </p:nvGrpSpPr>
        <p:grpSpPr>
          <a:xfrm>
            <a:off x="868300" y="2129450"/>
            <a:ext cx="7281864" cy="2684601"/>
            <a:chOff x="868300" y="2053250"/>
            <a:chExt cx="7281864" cy="2684601"/>
          </a:xfrm>
        </p:grpSpPr>
        <p:pic>
          <p:nvPicPr>
            <p:cNvPr id="858" name="Google Shape;858;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59" name="Google Shape;859;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60" name="Google Shape;860;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61" name="Google Shape;861;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62" name="Google Shape;862;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63" name="Google Shape;863;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64" name="Google Shape;864;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65" name="Google Shape;865;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66" name="Google Shape;866;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67" name="Google Shape;867;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68" name="Google Shape;868;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69" name="Google Shape;869;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70" name="Google Shape;870;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77" name="Google Shape;877;g2c298da1f27_1_0"/>
          <p:cNvGrpSpPr/>
          <p:nvPr/>
        </p:nvGrpSpPr>
        <p:grpSpPr>
          <a:xfrm>
            <a:off x="868300" y="2129450"/>
            <a:ext cx="7281864" cy="2688001"/>
            <a:chOff x="868300" y="2129450"/>
            <a:chExt cx="7281864" cy="2688001"/>
          </a:xfrm>
        </p:grpSpPr>
        <p:pic>
          <p:nvPicPr>
            <p:cNvPr id="878" name="Google Shape;878;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79" name="Google Shape;879;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80" name="Google Shape;880;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81" name="Google Shape;881;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82" name="Google Shape;882;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83" name="Google Shape;883;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84" name="Google Shape;884;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85" name="Google Shape;885;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86" name="Google Shape;886;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87" name="Google Shape;887;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88" name="Google Shape;888;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89" name="Google Shape;889;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90" name="Google Shape;890;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91" name="Google Shape;891;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8" name="Google Shape;89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899" name="Google Shape;899;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00" name="Google Shape;90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01" name="Google Shape;901;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k</a:t>
            </a:r>
            <a:r>
              <a:rPr lang="en-US" sz="5800" b="0" i="0" u="none" strike="noStrike" cap="none">
                <a:solidFill>
                  <a:srgbClr val="00904D"/>
                </a:solidFill>
                <a:latin typeface="Jost"/>
                <a:ea typeface="Jost"/>
                <a:cs typeface="Jost"/>
                <a:sym typeface="Jost"/>
              </a:rPr>
              <a:t>ey</a:t>
            </a:r>
            <a:endParaRPr sz="5800" b="0" i="0" u="none" strike="noStrike" cap="none">
              <a:solidFill>
                <a:srgbClr val="00904D"/>
              </a:solidFill>
              <a:latin typeface="Jost"/>
              <a:ea typeface="Jost"/>
              <a:cs typeface="Jost"/>
              <a:sym typeface="Jost"/>
            </a:endParaRPr>
          </a:p>
        </p:txBody>
      </p:sp>
      <p:sp>
        <p:nvSpPr>
          <p:cNvPr id="902" name="Google Shape;902;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 donk</a:t>
            </a:r>
            <a:r>
              <a:rPr lang="en-US" sz="5800" b="0" i="0" u="none" strike="noStrike" cap="none">
                <a:solidFill>
                  <a:srgbClr val="00904D"/>
                </a:solidFill>
                <a:latin typeface="Jost"/>
                <a:ea typeface="Jost"/>
                <a:cs typeface="Jost"/>
                <a:sym typeface="Jost"/>
              </a:rPr>
              <a:t>ey</a:t>
            </a:r>
            <a:endParaRPr sz="5800" b="0" i="0" u="none" strike="noStrike" cap="none">
              <a:solidFill>
                <a:srgbClr val="00904D"/>
              </a:solidFill>
              <a:latin typeface="Jost"/>
              <a:ea typeface="Jost"/>
              <a:cs typeface="Jost"/>
              <a:sym typeface="Jost"/>
            </a:endParaRPr>
          </a:p>
        </p:txBody>
      </p:sp>
      <p:sp>
        <p:nvSpPr>
          <p:cNvPr id="903" name="Google Shape;903;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jers</a:t>
            </a:r>
            <a:r>
              <a:rPr lang="en-US" sz="5800" b="0" i="0" u="none" strike="noStrike" cap="none">
                <a:solidFill>
                  <a:srgbClr val="00904D"/>
                </a:solidFill>
                <a:latin typeface="Jost"/>
                <a:ea typeface="Jost"/>
                <a:cs typeface="Jost"/>
                <a:sym typeface="Jost"/>
              </a:rPr>
              <a:t>ey</a:t>
            </a:r>
            <a:endParaRPr sz="5800" b="0" i="0" u="none" strike="noStrike" cap="none">
              <a:solidFill>
                <a:srgbClr val="00904D"/>
              </a:solidFill>
              <a:latin typeface="Jost"/>
              <a:ea typeface="Jost"/>
              <a:cs typeface="Jost"/>
              <a:sym typeface="Jost"/>
            </a:endParaRPr>
          </a:p>
        </p:txBody>
      </p:sp>
      <p:sp>
        <p:nvSpPr>
          <p:cNvPr id="904" name="Google Shape;904;g2c186218c5a_0_25"/>
          <p:cNvSpPr txBox="1"/>
          <p:nvPr/>
        </p:nvSpPr>
        <p:spPr>
          <a:xfrm>
            <a:off x="1360463" y="5233038"/>
            <a:ext cx="6423000" cy="3693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1600"/>
              <a:buFont typeface="Arial"/>
              <a:buNone/>
            </a:pPr>
            <a:r>
              <a:rPr lang="en-US" sz="1600" b="0" i="0" u="none" strike="noStrike" cap="none">
                <a:solidFill>
                  <a:srgbClr val="AEABAB"/>
                </a:solidFill>
                <a:latin typeface="Poppins Medium"/>
                <a:ea typeface="Poppins Medium"/>
                <a:cs typeface="Poppins Medium"/>
                <a:sym typeface="Poppins Medium"/>
              </a:rPr>
              <a:t>Phase 5, Lesson 19</a:t>
            </a:r>
            <a:endParaRPr sz="1600" b="0" i="0" u="none" strike="noStrike" cap="none">
              <a:solidFill>
                <a:srgbClr val="AEABAB"/>
              </a:solidFill>
              <a:latin typeface="Poppins Medium"/>
              <a:ea typeface="Poppins Medium"/>
              <a:cs typeface="Poppins Medium"/>
              <a:sym typeface="Poppins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d1ee20aafe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1" name="Google Shape;911;g2d1ee20aafe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12" name="Google Shape;912;g2d1ee20aafe_0_0"/>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13" name="Google Shape;913;g2d1ee20aafe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14" name="Google Shape;914;g2d1ee20aafe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pr</a:t>
            </a:r>
            <a:r>
              <a:rPr lang="en-US" sz="5800" b="0" i="0" u="none" strike="noStrike" cap="none">
                <a:solidFill>
                  <a:srgbClr val="00904C"/>
                </a:solidFill>
                <a:latin typeface="Jost"/>
                <a:ea typeface="Jost"/>
                <a:cs typeface="Jost"/>
                <a:sym typeface="Jost"/>
              </a:rPr>
              <a:t>ey</a:t>
            </a:r>
            <a:endParaRPr sz="5800" b="0" i="0" u="none" strike="noStrike" cap="none">
              <a:solidFill>
                <a:srgbClr val="00904C"/>
              </a:solidFill>
              <a:latin typeface="Jost"/>
              <a:ea typeface="Jost"/>
              <a:cs typeface="Jost"/>
              <a:sym typeface="Jost"/>
            </a:endParaRPr>
          </a:p>
        </p:txBody>
      </p:sp>
      <p:sp>
        <p:nvSpPr>
          <p:cNvPr id="915" name="Google Shape;915;g2d1ee20aafe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surv</a:t>
            </a:r>
            <a:r>
              <a:rPr lang="en-US" sz="5800" b="0" i="0" u="none" strike="noStrike" cap="none">
                <a:solidFill>
                  <a:srgbClr val="00904C"/>
                </a:solidFill>
                <a:latin typeface="Jost"/>
                <a:ea typeface="Jost"/>
                <a:cs typeface="Jost"/>
                <a:sym typeface="Jost"/>
              </a:rPr>
              <a:t>ey</a:t>
            </a:r>
            <a:endParaRPr sz="5800" b="0" i="0" u="none" strike="noStrike" cap="none">
              <a:solidFill>
                <a:srgbClr val="00904C"/>
              </a:solidFill>
              <a:latin typeface="Jost"/>
              <a:ea typeface="Jost"/>
              <a:cs typeface="Jost"/>
              <a:sym typeface="Jost"/>
            </a:endParaRPr>
          </a:p>
        </p:txBody>
      </p:sp>
      <p:sp>
        <p:nvSpPr>
          <p:cNvPr id="916" name="Google Shape;916;g2d1ee20aafe_0_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ob</a:t>
            </a:r>
            <a:r>
              <a:rPr lang="en-US" sz="5800" b="0" i="0" u="none" strike="noStrike" cap="none">
                <a:solidFill>
                  <a:srgbClr val="00904C"/>
                </a:solidFill>
                <a:latin typeface="Jost"/>
                <a:ea typeface="Jost"/>
                <a:cs typeface="Jost"/>
                <a:sym typeface="Jost"/>
              </a:rPr>
              <a:t>ey</a:t>
            </a:r>
            <a:endParaRPr sz="5800" b="0" i="0" u="none" strike="noStrike" cap="none">
              <a:solidFill>
                <a:srgbClr val="00904C"/>
              </a:solidFill>
              <a:latin typeface="Jost"/>
              <a:ea typeface="Jost"/>
              <a:cs typeface="Jost"/>
              <a:sym typeface="Jost"/>
            </a:endParaRPr>
          </a:p>
        </p:txBody>
      </p:sp>
      <p:sp>
        <p:nvSpPr>
          <p:cNvPr id="917" name="Google Shape;917;g2d1ee20aafe_0_0"/>
          <p:cNvSpPr txBox="1"/>
          <p:nvPr/>
        </p:nvSpPr>
        <p:spPr>
          <a:xfrm>
            <a:off x="1360463" y="5233038"/>
            <a:ext cx="6423000" cy="3693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1600"/>
              <a:buFont typeface="Arial"/>
              <a:buNone/>
            </a:pPr>
            <a:r>
              <a:rPr lang="en-US" sz="1600" b="0" i="0" u="none" strike="noStrike" cap="none">
                <a:solidFill>
                  <a:srgbClr val="AEABAB"/>
                </a:solidFill>
                <a:latin typeface="Poppins Medium"/>
                <a:ea typeface="Poppins Medium"/>
                <a:cs typeface="Poppins Medium"/>
                <a:sym typeface="Poppins Medium"/>
              </a:rPr>
              <a:t>Phase 5.5, Lesson 4</a:t>
            </a:r>
            <a:endParaRPr sz="1600" b="0" i="0" u="none" strike="noStrike" cap="none">
              <a:solidFill>
                <a:srgbClr val="AEABAB"/>
              </a:solidFill>
              <a:latin typeface="Poppins Medium"/>
              <a:ea typeface="Poppins Medium"/>
              <a:cs typeface="Poppins Medium"/>
              <a:sym typeface="Poppins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4" name="Google Shape;92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1" name="Google Shape;931;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2" name="Google Shape;932;g2c4fb7f6616_1_0"/>
          <p:cNvSpPr/>
          <p:nvPr/>
        </p:nvSpPr>
        <p:spPr>
          <a:xfrm>
            <a:off x="401844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3" name="Google Shape;933;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4" name="Google Shape;934;g2c4fb7f6616_1_0"/>
          <p:cNvSpPr txBox="1">
            <a:spLocks noGrp="1"/>
          </p:cNvSpPr>
          <p:nvPr>
            <p:ph type="subTitle" idx="4294967295"/>
          </p:nvPr>
        </p:nvSpPr>
        <p:spPr>
          <a:xfrm>
            <a:off x="4389305" y="1308025"/>
            <a:ext cx="2234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ey</a:t>
            </a:r>
            <a:endParaRPr sz="15000" b="0" i="0" u="none" strike="noStrike" cap="none">
              <a:solidFill>
                <a:srgbClr val="00904C"/>
              </a:solidFill>
              <a:latin typeface="Jost"/>
              <a:ea typeface="Jost"/>
              <a:cs typeface="Jost"/>
              <a:sym typeface="Jost"/>
            </a:endParaRPr>
          </a:p>
        </p:txBody>
      </p:sp>
      <p:sp>
        <p:nvSpPr>
          <p:cNvPr id="935" name="Google Shape;935;g2c4fb7f6616_1_0"/>
          <p:cNvSpPr txBox="1">
            <a:spLocks noGrp="1"/>
          </p:cNvSpPr>
          <p:nvPr>
            <p:ph type="subTitle" idx="4294967295"/>
          </p:nvPr>
        </p:nvSpPr>
        <p:spPr>
          <a:xfrm>
            <a:off x="344874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36" name="Google Shape;936;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2" name="Google Shape;942;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4" name="Google Shape;944;g2c4fb7f6616_1_0"/>
          <p:cNvGrpSpPr/>
          <p:nvPr/>
        </p:nvGrpSpPr>
        <p:grpSpPr>
          <a:xfrm>
            <a:off x="-550" y="6984600"/>
            <a:ext cx="8596479" cy="808600"/>
            <a:chOff x="-550" y="6984600"/>
            <a:chExt cx="8596479" cy="808600"/>
          </a:xfrm>
        </p:grpSpPr>
        <p:sp>
          <p:nvSpPr>
            <p:cNvPr id="945" name="Google Shape;945;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6" name="Google Shape;946;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7" name="Google Shape;947;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8" name="Google Shape;948;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9" name="Google Shape;949;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0" name="Google Shape;950;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1" name="Google Shape;951;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2" name="Google Shape;952;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3" name="Google Shape;953;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54" name="Google Shape;954;g2c4fb7f6616_1_0"/>
          <p:cNvSpPr/>
          <p:nvPr/>
        </p:nvSpPr>
        <p:spPr>
          <a:xfrm>
            <a:off x="308999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c4fb7f6616_1_0"/>
          <p:cNvSpPr txBox="1">
            <a:spLocks noGrp="1"/>
          </p:cNvSpPr>
          <p:nvPr>
            <p:ph type="subTitle" idx="4294967295"/>
          </p:nvPr>
        </p:nvSpPr>
        <p:spPr>
          <a:xfrm>
            <a:off x="252029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56" name="Google Shape;956;g2c4fb7f6616_1_0"/>
          <p:cNvSpPr/>
          <p:nvPr/>
        </p:nvSpPr>
        <p:spPr>
          <a:xfrm>
            <a:off x="4685975" y="4011900"/>
            <a:ext cx="1703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d1ee20aafe_0_1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3" name="Google Shape;963;g2d1ee20aafe_0_1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4" name="Google Shape;964;g2d1ee20aafe_0_19"/>
          <p:cNvSpPr/>
          <p:nvPr/>
        </p:nvSpPr>
        <p:spPr>
          <a:xfrm>
            <a:off x="220719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d1ee20aafe_0_19"/>
          <p:cNvSpPr/>
          <p:nvPr/>
        </p:nvSpPr>
        <p:spPr>
          <a:xfrm>
            <a:off x="484359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6" name="Google Shape;966;g2d1ee20aafe_0_1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7" name="Google Shape;967;g2d1ee20aafe_0_19"/>
          <p:cNvSpPr txBox="1">
            <a:spLocks noGrp="1"/>
          </p:cNvSpPr>
          <p:nvPr>
            <p:ph type="subTitle" idx="4294967295"/>
          </p:nvPr>
        </p:nvSpPr>
        <p:spPr>
          <a:xfrm>
            <a:off x="427394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v</a:t>
            </a:r>
            <a:endParaRPr sz="15000" b="0" i="0" u="none" strike="noStrike" cap="none">
              <a:solidFill>
                <a:srgbClr val="2356AF"/>
              </a:solidFill>
              <a:latin typeface="Jost"/>
              <a:ea typeface="Jost"/>
              <a:cs typeface="Jost"/>
              <a:sym typeface="Jost"/>
            </a:endParaRPr>
          </a:p>
        </p:txBody>
      </p:sp>
      <p:sp>
        <p:nvSpPr>
          <p:cNvPr id="968" name="Google Shape;968;g2d1ee20aafe_0_19"/>
          <p:cNvSpPr txBox="1">
            <a:spLocks noGrp="1"/>
          </p:cNvSpPr>
          <p:nvPr>
            <p:ph type="subTitle" idx="4294967295"/>
          </p:nvPr>
        </p:nvSpPr>
        <p:spPr>
          <a:xfrm>
            <a:off x="163749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69" name="Google Shape;969;g2d1ee20aafe_0_19"/>
          <p:cNvSpPr txBox="1">
            <a:spLocks noGrp="1"/>
          </p:cNvSpPr>
          <p:nvPr>
            <p:ph type="subTitle" idx="4294967295"/>
          </p:nvPr>
        </p:nvSpPr>
        <p:spPr>
          <a:xfrm>
            <a:off x="2609947" y="1308025"/>
            <a:ext cx="2068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ur</a:t>
            </a:r>
            <a:endParaRPr sz="15000" b="0" i="0" u="none" strike="noStrike" cap="none">
              <a:solidFill>
                <a:srgbClr val="993FA2"/>
              </a:solidFill>
              <a:latin typeface="Jost"/>
              <a:ea typeface="Jost"/>
              <a:cs typeface="Jost"/>
              <a:sym typeface="Jost"/>
            </a:endParaRPr>
          </a:p>
        </p:txBody>
      </p:sp>
      <p:sp>
        <p:nvSpPr>
          <p:cNvPr id="970" name="Google Shape;970;g2d1ee20aafe_0_1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d1ee20aafe_0_1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d1ee20aafe_0_1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d1ee20aafe_0_1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d1ee20aafe_0_1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d1ee20aafe_0_1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6" name="Google Shape;976;g2d1ee20aafe_0_19"/>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7" name="Google Shape;977;g2d1ee20aafe_0_1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78" name="Google Shape;978;g2d1ee20aafe_0_19"/>
          <p:cNvGrpSpPr/>
          <p:nvPr/>
        </p:nvGrpSpPr>
        <p:grpSpPr>
          <a:xfrm>
            <a:off x="-550" y="6984600"/>
            <a:ext cx="8596479" cy="808600"/>
            <a:chOff x="-550" y="6984600"/>
            <a:chExt cx="8596479" cy="808600"/>
          </a:xfrm>
        </p:grpSpPr>
        <p:sp>
          <p:nvSpPr>
            <p:cNvPr id="979" name="Google Shape;979;g2d1ee20aafe_0_1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0" name="Google Shape;980;g2d1ee20aafe_0_1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1" name="Google Shape;981;g2d1ee20aafe_0_1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2" name="Google Shape;982;g2d1ee20aafe_0_1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3" name="Google Shape;983;g2d1ee20aafe_0_1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4" name="Google Shape;984;g2d1ee20aafe_0_19"/>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5" name="Google Shape;985;g2d1ee20aafe_0_1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6" name="Google Shape;986;g2d1ee20aafe_0_1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7" name="Google Shape;987;g2d1ee20aafe_0_1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88" name="Google Shape;988;g2d1ee20aafe_0_19"/>
          <p:cNvSpPr/>
          <p:nvPr/>
        </p:nvSpPr>
        <p:spPr>
          <a:xfrm>
            <a:off x="2938243" y="4011900"/>
            <a:ext cx="14118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d1ee20aafe_0_19"/>
          <p:cNvSpPr txBox="1">
            <a:spLocks noGrp="1"/>
          </p:cNvSpPr>
          <p:nvPr>
            <p:ph type="subTitle" idx="4294967295"/>
          </p:nvPr>
        </p:nvSpPr>
        <p:spPr>
          <a:xfrm>
            <a:off x="5272103" y="1308025"/>
            <a:ext cx="2234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ey</a:t>
            </a:r>
            <a:endParaRPr sz="15000" b="0" i="0" u="none" strike="noStrike" cap="none">
              <a:solidFill>
                <a:srgbClr val="00904C"/>
              </a:solidFill>
              <a:latin typeface="Jost"/>
              <a:ea typeface="Jost"/>
              <a:cs typeface="Jost"/>
              <a:sym typeface="Jost"/>
            </a:endParaRPr>
          </a:p>
        </p:txBody>
      </p:sp>
      <p:sp>
        <p:nvSpPr>
          <p:cNvPr id="990" name="Google Shape;990;g2d1ee20aafe_0_19"/>
          <p:cNvSpPr/>
          <p:nvPr/>
        </p:nvSpPr>
        <p:spPr>
          <a:xfrm>
            <a:off x="5568772" y="4011900"/>
            <a:ext cx="1703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d1ee20aafe_0_19"/>
          <p:cNvSpPr/>
          <p:nvPr/>
        </p:nvSpPr>
        <p:spPr>
          <a:xfrm>
            <a:off x="453442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8" name="Google Shape;99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5" name="Google Shape;100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6" name="Google Shape;1006;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07" name="Google Shape;100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4" name="Google Shape;101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5" name="Google Shape;1015;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16" name="Google Shape;101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6b641b03cd_0_301"/>
          <p:cNvSpPr txBox="1">
            <a:spLocks noGrp="1"/>
          </p:cNvSpPr>
          <p:nvPr>
            <p:ph type="title"/>
          </p:nvPr>
        </p:nvSpPr>
        <p:spPr>
          <a:xfrm>
            <a:off x="864850" y="5568500"/>
            <a:ext cx="7414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23" name="Google Shape;102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24" name="Google Shape;102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25" name="Google Shape;1025;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32" name="Google Shape;1032;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33" name="Google Shape;1033;g26b641b03cd_0_308"/>
          <p:cNvSpPr txBox="1">
            <a:spLocks noGrp="1"/>
          </p:cNvSpPr>
          <p:nvPr>
            <p:ph type="title"/>
          </p:nvPr>
        </p:nvSpPr>
        <p:spPr>
          <a:xfrm>
            <a:off x="826775" y="5568500"/>
            <a:ext cx="7490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34" name="Google Shape;1034;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41" name="Google Shape;104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42" name="Google Shape;1042;g1f3daf8a844_0_64"/>
          <p:cNvGrpSpPr/>
          <p:nvPr/>
        </p:nvGrpSpPr>
        <p:grpSpPr>
          <a:xfrm>
            <a:off x="3024000" y="209875"/>
            <a:ext cx="3096000" cy="454800"/>
            <a:chOff x="3024000" y="209875"/>
            <a:chExt cx="3096000" cy="454800"/>
          </a:xfrm>
        </p:grpSpPr>
        <p:sp>
          <p:nvSpPr>
            <p:cNvPr id="1043" name="Google Shape;104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4" name="Google Shape;104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45" name="Google Shape;104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46" name="Google Shape;104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7" name="Google Shape;104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8" name="Google Shape;104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9" name="Google Shape;104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50" name="Google Shape;1050;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ey</a:t>
            </a:r>
            <a:endParaRPr sz="5500" b="0" i="0" u="none" strike="noStrike" cap="none">
              <a:solidFill>
                <a:srgbClr val="00904C"/>
              </a:solidFill>
              <a:latin typeface="Jost"/>
              <a:ea typeface="Jost"/>
              <a:cs typeface="Jost"/>
              <a:sym typeface="Jost"/>
            </a:endParaRPr>
          </a:p>
        </p:txBody>
      </p:sp>
      <p:sp>
        <p:nvSpPr>
          <p:cNvPr id="1051" name="Google Shape;1051;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th</a:t>
            </a:r>
            <a:endParaRPr sz="5500" b="0" i="0" u="none" strike="noStrike" cap="none">
              <a:solidFill>
                <a:srgbClr val="FFD403"/>
              </a:solidFill>
              <a:latin typeface="Jost"/>
              <a:ea typeface="Jost"/>
              <a:cs typeface="Jost"/>
              <a:sym typeface="Jost"/>
            </a:endParaRPr>
          </a:p>
        </p:txBody>
      </p:sp>
      <p:sp>
        <p:nvSpPr>
          <p:cNvPr id="1052" name="Google Shape;1052;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53" name="Google Shape;1053;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54" name="Google Shape;105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55" name="Google Shape;1055;g1f3daf8a844_0_64"/>
          <p:cNvSpPr txBox="1"/>
          <p:nvPr/>
        </p:nvSpPr>
        <p:spPr>
          <a:xfrm>
            <a:off x="281989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56" name="Google Shape;1056;g1f3daf8a844_0_64"/>
          <p:cNvSpPr txBox="1"/>
          <p:nvPr/>
        </p:nvSpPr>
        <p:spPr>
          <a:xfrm>
            <a:off x="6097561" y="2160375"/>
            <a:ext cx="1379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wh</a:t>
            </a:r>
            <a:endParaRPr sz="5500" b="0" i="0" u="none" strike="noStrike" cap="none">
              <a:solidFill>
                <a:srgbClr val="FFD403"/>
              </a:solidFill>
              <a:latin typeface="Jost"/>
              <a:ea typeface="Jost"/>
              <a:cs typeface="Jost"/>
              <a:sym typeface="Jost"/>
            </a:endParaRPr>
          </a:p>
        </p:txBody>
      </p:sp>
      <p:sp>
        <p:nvSpPr>
          <p:cNvPr id="1057" name="Google Shape;1057;g1f3daf8a844_0_64"/>
          <p:cNvSpPr txBox="1"/>
          <p:nvPr/>
        </p:nvSpPr>
        <p:spPr>
          <a:xfrm>
            <a:off x="166703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58" name="Google Shape;1058;g1f3daf8a844_0_64"/>
          <p:cNvSpPr txBox="1"/>
          <p:nvPr/>
        </p:nvSpPr>
        <p:spPr>
          <a:xfrm>
            <a:off x="397274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a:t>
            </a:r>
            <a:endParaRPr sz="5500" b="0" i="0" u="none" strike="noStrike" cap="none">
              <a:solidFill>
                <a:srgbClr val="993FA2"/>
              </a:solidFill>
              <a:latin typeface="Jost"/>
              <a:ea typeface="Jost"/>
              <a:cs typeface="Jost"/>
              <a:sym typeface="Jost"/>
            </a:endParaRPr>
          </a:p>
        </p:txBody>
      </p:sp>
      <p:sp>
        <p:nvSpPr>
          <p:cNvPr id="1059" name="Google Shape;1059;g1f3daf8a844_0_64"/>
          <p:cNvSpPr txBox="1"/>
          <p:nvPr/>
        </p:nvSpPr>
        <p:spPr>
          <a:xfrm>
            <a:off x="512559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060" name="Google Shape;1060;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61" name="Google Shape;1061;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cxnSp>
        <p:nvCxnSpPr>
          <p:cNvPr id="1062" name="Google Shape;106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g2d1ee20aafe_0_5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69" name="Google Shape;1069;g2d1ee20aafe_0_5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0" name="Google Shape;1070;g2d1ee20aafe_0_57"/>
          <p:cNvGrpSpPr/>
          <p:nvPr/>
        </p:nvGrpSpPr>
        <p:grpSpPr>
          <a:xfrm>
            <a:off x="3024000" y="209875"/>
            <a:ext cx="3096000" cy="454800"/>
            <a:chOff x="3024000" y="209875"/>
            <a:chExt cx="3096000" cy="454800"/>
          </a:xfrm>
        </p:grpSpPr>
        <p:sp>
          <p:nvSpPr>
            <p:cNvPr id="1071" name="Google Shape;1071;g2d1ee20aafe_0_5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2" name="Google Shape;1072;g2d1ee20aafe_0_5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73" name="Google Shape;1073;g2d1ee20aafe_0_5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74" name="Google Shape;1074;g2d1ee20aafe_0_57"/>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75" name="Google Shape;1075;g2d1ee20aafe_0_57"/>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6" name="Google Shape;1076;g2d1ee20aafe_0_57"/>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7" name="Google Shape;1077;g2d1ee20aafe_0_5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8" name="Google Shape;1078;g2d1ee20aafe_0_57"/>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79" name="Google Shape;1079;g2d1ee20aafe_0_57"/>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hey obey they prey survey whey</a:t>
            </a:r>
            <a:endParaRPr sz="1800" b="0" i="0" u="none" strike="noStrike" cap="none">
              <a:solidFill>
                <a:srgbClr val="B7B7B7"/>
              </a:solidFill>
              <a:latin typeface="Jost"/>
              <a:ea typeface="Jost"/>
              <a:cs typeface="Jost"/>
              <a:sym typeface="Jost"/>
            </a:endParaRPr>
          </a:p>
        </p:txBody>
      </p:sp>
      <p:sp>
        <p:nvSpPr>
          <p:cNvPr id="1080" name="Google Shape;1080;g2d1ee20aafe_0_57"/>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ey</a:t>
            </a:r>
            <a:endParaRPr sz="5500" b="0" i="0" u="none" strike="noStrike" cap="none">
              <a:solidFill>
                <a:srgbClr val="00904C"/>
              </a:solidFill>
              <a:latin typeface="Jost"/>
              <a:ea typeface="Jost"/>
              <a:cs typeface="Jost"/>
              <a:sym typeface="Jost"/>
            </a:endParaRPr>
          </a:p>
        </p:txBody>
      </p:sp>
      <p:sp>
        <p:nvSpPr>
          <p:cNvPr id="1081" name="Google Shape;1081;g2d1ee20aafe_0_57"/>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th</a:t>
            </a:r>
            <a:endParaRPr sz="5500" b="0" i="0" u="none" strike="noStrike" cap="none">
              <a:solidFill>
                <a:srgbClr val="FFD403"/>
              </a:solidFill>
              <a:latin typeface="Jost"/>
              <a:ea typeface="Jost"/>
              <a:cs typeface="Jost"/>
              <a:sym typeface="Jost"/>
            </a:endParaRPr>
          </a:p>
        </p:txBody>
      </p:sp>
      <p:sp>
        <p:nvSpPr>
          <p:cNvPr id="1082" name="Google Shape;1082;g2d1ee20aafe_0_57"/>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83" name="Google Shape;1083;g2d1ee20aafe_0_57"/>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cxnSp>
        <p:nvCxnSpPr>
          <p:cNvPr id="1084" name="Google Shape;1084;g2d1ee20aafe_0_57"/>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85" name="Google Shape;1085;g2d1ee20aafe_0_57"/>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86" name="Google Shape;1086;g2d1ee20aafe_0_57"/>
          <p:cNvSpPr txBox="1"/>
          <p:nvPr/>
        </p:nvSpPr>
        <p:spPr>
          <a:xfrm>
            <a:off x="281989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87" name="Google Shape;1087;g2d1ee20aafe_0_57"/>
          <p:cNvSpPr txBox="1"/>
          <p:nvPr/>
        </p:nvSpPr>
        <p:spPr>
          <a:xfrm>
            <a:off x="6097561" y="2160375"/>
            <a:ext cx="1379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wh</a:t>
            </a:r>
            <a:endParaRPr sz="5500" b="0" i="0" u="none" strike="noStrike" cap="none">
              <a:solidFill>
                <a:srgbClr val="FFD403"/>
              </a:solidFill>
              <a:latin typeface="Jost"/>
              <a:ea typeface="Jost"/>
              <a:cs typeface="Jost"/>
              <a:sym typeface="Jost"/>
            </a:endParaRPr>
          </a:p>
        </p:txBody>
      </p:sp>
      <p:sp>
        <p:nvSpPr>
          <p:cNvPr id="1088" name="Google Shape;1088;g2d1ee20aafe_0_57"/>
          <p:cNvSpPr txBox="1"/>
          <p:nvPr/>
        </p:nvSpPr>
        <p:spPr>
          <a:xfrm>
            <a:off x="166703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89" name="Google Shape;1089;g2d1ee20aafe_0_57"/>
          <p:cNvSpPr txBox="1"/>
          <p:nvPr/>
        </p:nvSpPr>
        <p:spPr>
          <a:xfrm>
            <a:off x="397274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a:t>
            </a:r>
            <a:endParaRPr sz="5500" b="0" i="0" u="none" strike="noStrike" cap="none">
              <a:solidFill>
                <a:srgbClr val="993FA2"/>
              </a:solidFill>
              <a:latin typeface="Jost"/>
              <a:ea typeface="Jost"/>
              <a:cs typeface="Jost"/>
              <a:sym typeface="Jost"/>
            </a:endParaRPr>
          </a:p>
        </p:txBody>
      </p:sp>
      <p:sp>
        <p:nvSpPr>
          <p:cNvPr id="1090" name="Google Shape;1090;g2d1ee20aafe_0_57"/>
          <p:cNvSpPr txBox="1"/>
          <p:nvPr/>
        </p:nvSpPr>
        <p:spPr>
          <a:xfrm>
            <a:off x="512559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091" name="Google Shape;1091;g2d1ee20aafe_0_57"/>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92" name="Google Shape;1092;g2d1ee20aafe_0_5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460</Words>
  <Application>Microsoft Office PowerPoint</Application>
  <PresentationFormat>On-screen Show (4:3)</PresentationFormat>
  <Paragraphs>153</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Jost</vt:lpstr>
      <vt:lpstr>Calibri</vt:lpstr>
      <vt:lpstr>Poppins Medium</vt:lpstr>
      <vt:lpstr>Poppins</vt:lpstr>
      <vt:lpstr>Arial</vt:lpstr>
      <vt:lpstr>Poppins SemiBold</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2026-05-22T04:19:35Z</dcterms:modified>
</cp:coreProperties>
</file>