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hQqj+HIYqRVPTgh9kckMMO2LX8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6EDB1BA-60DA-4B99-92E0-9539F8C43FFD}">
  <a:tblStyle styleId="{36EDB1BA-60DA-4B99-92E0-9539F8C43FF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4660"/>
  </p:normalViewPr>
  <p:slideViewPr>
    <p:cSldViewPr snapToGrid="0">
      <p:cViewPr varScale="1">
        <p:scale>
          <a:sx n="59" d="100"/>
          <a:sy n="59" d="100"/>
        </p:scale>
        <p:origin x="1156"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 name="Google Shape;70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6" name="Google Shape;73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7" name="Google Shape;73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2" name="Google Shape;77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c29c08c2cf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g2c29c08c2c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2c29c08c2c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2" name="Google Shape;86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2c4e0cccbd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g2c4e0cccbd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2c4e0cccbd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4e0cccbd4_0_7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4e0cccbd4_0_7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4e0cccbd4_0_7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2c29c08c2cf_0_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5" name="Google Shape;995;g2c29c08c2cf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2c29c08c2cf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c29c08c2cf_0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2c29c08c2cf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2c29c08c2cf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31bce7b887c_0_8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g31bce7b887c_0_8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g31bce7b887c_0_8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31bce7b887c_0_15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g31bce7b887c_0_15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3" name="Google Shape;1023;g31bce7b887c_0_15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c619f61e79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c619f61e7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c619f61e79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45"/>
            <a:ext cx="46944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937850"/>
            <a:ext cx="4694400" cy="13692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768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 ('fr' 'br')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2 - Monday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6</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8.png"/><Relationship Id="rId7" Type="http://schemas.openxmlformats.org/officeDocument/2006/relationships/slide" Target="slide9.xml"/><Relationship Id="rId12" Type="http://schemas.openxmlformats.org/officeDocument/2006/relationships/slide" Target="slide2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slide" Target="slide19.xml"/><Relationship Id="rId4" Type="http://schemas.openxmlformats.org/officeDocument/2006/relationships/image" Target="../media/image5.png"/><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 Type="http://schemas.openxmlformats.org/officeDocument/2006/relationships/image" Target="../media/image76.png"/><Relationship Id="rId21" Type="http://schemas.openxmlformats.org/officeDocument/2006/relationships/image" Target="../media/image94.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89.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7.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3.png"/><Relationship Id="rId19" Type="http://schemas.openxmlformats.org/officeDocument/2006/relationships/image" Target="../media/image92.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s>
</file>

<file path=ppt/slides/_rels/slide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5.png"/></Relationships>
</file>

<file path=ppt/slides/_rels/slide8.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CCVC ('fr' 'br')</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6</a:t>
            </a:r>
            <a:endParaRPr/>
          </a:p>
        </p:txBody>
      </p:sp>
      <p:sp>
        <p:nvSpPr>
          <p:cNvPr id="669" name="Google Shape;66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70" name="Google Shape;670;p1"/>
          <p:cNvGrpSpPr/>
          <p:nvPr/>
        </p:nvGrpSpPr>
        <p:grpSpPr>
          <a:xfrm>
            <a:off x="4120711" y="4100642"/>
            <a:ext cx="4508443" cy="1632899"/>
            <a:chOff x="4120711" y="4100642"/>
            <a:chExt cx="4508443" cy="1632899"/>
          </a:xfrm>
        </p:grpSpPr>
        <p:sp>
          <p:nvSpPr>
            <p:cNvPr id="671" name="Google Shape;671;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73" name="Google Shape;673;p1"/>
            <p:cNvPicPr preferRelativeResize="0"/>
            <p:nvPr/>
          </p:nvPicPr>
          <p:blipFill rotWithShape="1">
            <a:blip r:embed="rId3">
              <a:alphaModFix/>
            </a:blip>
            <a:srcRect l="39" r="49"/>
            <a:stretch/>
          </p:blipFill>
          <p:spPr>
            <a:xfrm rot="146938">
              <a:off x="4140891" y="4418174"/>
              <a:ext cx="2493519" cy="997851"/>
            </a:xfrm>
            <a:prstGeom prst="rect">
              <a:avLst/>
            </a:prstGeom>
            <a:noFill/>
            <a:ln>
              <a:noFill/>
            </a:ln>
            <a:effectLst>
              <a:outerShdw blurRad="71438" dist="38100" dir="5220000" algn="bl" rotWithShape="0">
                <a:srgbClr val="000000">
                  <a:alpha val="20392"/>
                </a:srgbClr>
              </a:outerShdw>
            </a:effectLst>
          </p:spPr>
        </p:pic>
        <p:pic>
          <p:nvPicPr>
            <p:cNvPr id="674" name="Google Shape;674;p1"/>
            <p:cNvPicPr preferRelativeResize="0"/>
            <p:nvPr/>
          </p:nvPicPr>
          <p:blipFill rotWithShape="1">
            <a:blip r:embed="rId4">
              <a:alphaModFix/>
            </a:blip>
            <a:srcRect l="139" r="149"/>
            <a:stretch/>
          </p:blipFill>
          <p:spPr>
            <a:xfrm rot="-221311">
              <a:off x="5906462" y="4272840"/>
              <a:ext cx="1800025" cy="1288523"/>
            </a:xfrm>
            <a:prstGeom prst="rect">
              <a:avLst/>
            </a:prstGeom>
            <a:noFill/>
            <a:ln>
              <a:noFill/>
            </a:ln>
            <a:effectLst>
              <a:outerShdw blurRad="57150" dist="38100" dir="5400000" algn="bl" rotWithShape="0">
                <a:srgbClr val="000000">
                  <a:alpha val="20000"/>
                </a:srgbClr>
              </a:outerShdw>
            </a:effectLst>
          </p:spPr>
        </p:pic>
        <p:pic>
          <p:nvPicPr>
            <p:cNvPr id="675" name="Google Shape;675;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pSp>
      <p:graphicFrame>
        <p:nvGraphicFramePr>
          <p:cNvPr id="676" name="Google Shape;676;p1"/>
          <p:cNvGraphicFramePr/>
          <p:nvPr/>
        </p:nvGraphicFramePr>
        <p:xfrm>
          <a:off x="4844200" y="1891197"/>
          <a:ext cx="3785000" cy="1678950"/>
        </p:xfrm>
        <a:graphic>
          <a:graphicData uri="http://schemas.openxmlformats.org/drawingml/2006/table">
            <a:tbl>
              <a:tblPr firstRow="1" bandRow="1">
                <a:noFill/>
                <a:tableStyleId>{36EDB1BA-60DA-4B99-92E0-9539F8C43FFD}</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200"/>
                        <a:buFont typeface="Arial"/>
                        <a:buNone/>
                      </a:pPr>
                      <a:r>
                        <a:rPr lang="en-US" sz="1400" u="none" strike="noStrike" cap="none">
                          <a:latin typeface="Jost"/>
                          <a:ea typeface="Jost"/>
                          <a:cs typeface="Jost"/>
                          <a:sym typeface="Jost"/>
                        </a:rPr>
                        <a:t>CVCC (nd mp nt, </a:t>
                      </a:r>
                      <a:br>
                        <a:rPr lang="en-US" sz="1400" u="none" strike="noStrike" cap="none">
                          <a:latin typeface="Jost"/>
                          <a:ea typeface="Jost"/>
                          <a:cs typeface="Jost"/>
                          <a:sym typeface="Jost"/>
                        </a:rPr>
                      </a:br>
                      <a:r>
                        <a:rPr lang="en-US" sz="1400" u="none" strike="noStrike" cap="none">
                          <a:latin typeface="Jost"/>
                          <a:ea typeface="Jost"/>
                          <a:cs typeface="Jost"/>
                          <a:sym typeface="Jost"/>
                        </a:rPr>
                        <a:t>nk ft st, lt lk sk)</a:t>
                      </a:r>
                      <a:endParaRPr sz="14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200"/>
                        <a:buFont typeface="Arial"/>
                        <a:buNone/>
                      </a:pPr>
                      <a:r>
                        <a:rPr lang="en-US" sz="1400" u="none" strike="noStrike" cap="none">
                          <a:solidFill>
                            <a:srgbClr val="FFFFFF"/>
                          </a:solidFill>
                          <a:latin typeface="Jost"/>
                          <a:ea typeface="Jost"/>
                          <a:cs typeface="Jost"/>
                          <a:sym typeface="Jost"/>
                        </a:rPr>
                        <a:t>CCVC (fr br, cr tr, </a:t>
                      </a:r>
                      <a:br>
                        <a:rPr lang="en-US" sz="1400" u="none" strike="noStrike" cap="none">
                          <a:solidFill>
                            <a:srgbClr val="FFFFFF"/>
                          </a:solidFill>
                          <a:latin typeface="Jost"/>
                          <a:ea typeface="Jost"/>
                          <a:cs typeface="Jost"/>
                          <a:sym typeface="Jost"/>
                        </a:rPr>
                      </a:br>
                      <a:r>
                        <a:rPr lang="en-US" sz="1400" u="none" strike="noStrike" cap="none">
                          <a:solidFill>
                            <a:srgbClr val="FFFFFF"/>
                          </a:solidFill>
                          <a:latin typeface="Jost"/>
                          <a:ea typeface="Jost"/>
                          <a:cs typeface="Jost"/>
                          <a:sym typeface="Jost"/>
                        </a:rPr>
                        <a:t>gr dr pr)</a:t>
                      </a:r>
                      <a:endParaRPr sz="14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200"/>
                        <a:buFont typeface="Arial"/>
                        <a:buNone/>
                      </a:pPr>
                      <a:r>
                        <a:rPr lang="en-US" sz="1400" u="none" strike="noStrike" cap="none">
                          <a:solidFill>
                            <a:srgbClr val="D9D9D9"/>
                          </a:solidFill>
                          <a:latin typeface="Jost"/>
                          <a:ea typeface="Jost"/>
                          <a:cs typeface="Jost"/>
                          <a:sym typeface="Jost"/>
                        </a:rPr>
                        <a:t>CCVC (pl bl gl, sl fl cl,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st sp sn, sm sw)</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2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2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2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g2bee4f4af4b_0_204"/>
          <p:cNvSpPr txBox="1">
            <a:spLocks noGrp="1"/>
          </p:cNvSpPr>
          <p:nvPr>
            <p:ph type="body" idx="1"/>
          </p:nvPr>
        </p:nvSpPr>
        <p:spPr>
          <a:xfrm>
            <a:off x="3298550" y="1032245"/>
            <a:ext cx="46944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CCVC words containing </a:t>
            </a:r>
            <a:r>
              <a:rPr lang="en-US">
                <a:solidFill>
                  <a:srgbClr val="8DC63F"/>
                </a:solidFill>
              </a:rPr>
              <a:t>fr br</a:t>
            </a:r>
            <a:r>
              <a:rPr lang="en-US"/>
              <a:t>.</a:t>
            </a:r>
            <a:endParaRPr/>
          </a:p>
        </p:txBody>
      </p:sp>
      <p:sp>
        <p:nvSpPr>
          <p:cNvPr id="683" name="Google Shape;683;g2bee4f4af4b_0_204"/>
          <p:cNvSpPr txBox="1">
            <a:spLocks noGrp="1"/>
          </p:cNvSpPr>
          <p:nvPr>
            <p:ph type="body" idx="2"/>
          </p:nvPr>
        </p:nvSpPr>
        <p:spPr>
          <a:xfrm>
            <a:off x="3298550" y="1937850"/>
            <a:ext cx="4694400" cy="13692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684" name="Google Shape;684;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5" name="Google Shape;685;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6" name="Google Shape;686;g2bee4f4af4b_0_204"/>
          <p:cNvPicPr preferRelativeResize="0"/>
          <p:nvPr/>
        </p:nvPicPr>
        <p:blipFill rotWithShape="1">
          <a:blip r:embed="rId3">
            <a:alphaModFix/>
          </a:blip>
          <a:srcRect l="89" r="79"/>
          <a:stretch/>
        </p:blipFill>
        <p:spPr>
          <a:xfrm>
            <a:off x="2719706" y="4169988"/>
            <a:ext cx="813600" cy="977432"/>
          </a:xfrm>
          <a:prstGeom prst="rect">
            <a:avLst/>
          </a:prstGeom>
          <a:noFill/>
          <a:ln>
            <a:noFill/>
          </a:ln>
          <a:effectLst>
            <a:outerShdw blurRad="71438" dist="19050" dir="5220000" algn="bl" rotWithShape="0">
              <a:srgbClr val="D8D8D8"/>
            </a:outerShdw>
          </a:effectLst>
        </p:spPr>
      </p:pic>
      <p:sp>
        <p:nvSpPr>
          <p:cNvPr id="687" name="Google Shape;68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8" name="Google Shape;68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9" name="Google Shape;689;g2bee4f4af4b_0_204"/>
          <p:cNvPicPr preferRelativeResize="0"/>
          <p:nvPr/>
        </p:nvPicPr>
        <p:blipFill rotWithShape="1">
          <a:blip r:embed="rId4">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690" name="Google Shape;690;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1" name="Google Shape;691;g2bee4f4af4b_0_204"/>
          <p:cNvSpPr txBox="1"/>
          <p:nvPr/>
        </p:nvSpPr>
        <p:spPr>
          <a:xfrm>
            <a:off x="4785124" y="5256525"/>
            <a:ext cx="1433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92" name="Google Shape;692;g2bee4f4af4b_0_204"/>
          <p:cNvPicPr preferRelativeResize="0"/>
          <p:nvPr/>
        </p:nvPicPr>
        <p:blipFill rotWithShape="1">
          <a:blip r:embed="rId5">
            <a:alphaModFix/>
          </a:blip>
          <a:srcRect/>
          <a:stretch/>
        </p:blipFill>
        <p:spPr>
          <a:xfrm>
            <a:off x="5035629" y="4326104"/>
            <a:ext cx="931974" cy="665200"/>
          </a:xfrm>
          <a:prstGeom prst="rect">
            <a:avLst/>
          </a:prstGeom>
          <a:noFill/>
          <a:ln>
            <a:noFill/>
          </a:ln>
          <a:effectLst>
            <a:outerShdw blurRad="71438" dist="19050" dir="5220000" algn="bl" rotWithShape="0">
              <a:srgbClr val="D8D8D8"/>
            </a:outerShdw>
          </a:effectLst>
        </p:spPr>
      </p:pic>
      <p:sp>
        <p:nvSpPr>
          <p:cNvPr id="693" name="Google Shape;693;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4" name="Google Shape;694;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5" name="Google Shape;695;g2bee4f4af4b_0_204"/>
          <p:cNvPicPr preferRelativeResize="0"/>
          <p:nvPr/>
        </p:nvPicPr>
        <p:blipFill rotWithShape="1">
          <a:blip r:embed="rId6">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696" name="Google Shape;696;g2bee4f4af4b_0_204">
            <a:hlinkClick r:id="rId7" action="ppaction://hlinksldjump"/>
          </p:cNvPr>
          <p:cNvSpPr/>
          <p:nvPr/>
        </p:nvSpPr>
        <p:spPr>
          <a:xfrm>
            <a:off x="940450" y="361750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g2bee4f4af4b_0_204">
            <a:hlinkClick r:id="rId8" action="ppaction://hlinksldjump"/>
          </p:cNvPr>
          <p:cNvSpPr/>
          <p:nvPr/>
        </p:nvSpPr>
        <p:spPr>
          <a:xfrm>
            <a:off x="2512404" y="368451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g2bee4f4af4b_0_204">
            <a:hlinkClick r:id="rId9" action="ppaction://hlinksldjump"/>
          </p:cNvPr>
          <p:cNvSpPr/>
          <p:nvPr/>
        </p:nvSpPr>
        <p:spPr>
          <a:xfrm>
            <a:off x="3770636" y="375450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10" action="ppaction://hlinksldjump"/>
          </p:cNvPr>
          <p:cNvSpPr/>
          <p:nvPr/>
        </p:nvSpPr>
        <p:spPr>
          <a:xfrm>
            <a:off x="4887516" y="370460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g2bee4f4af4b_0_204"/>
          <p:cNvSpPr txBox="1"/>
          <p:nvPr/>
        </p:nvSpPr>
        <p:spPr>
          <a:xfrm>
            <a:off x="63750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61677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11">
            <a:alphaModFix/>
          </a:blip>
          <a:srcRect l="69" r="69"/>
          <a:stretch/>
        </p:blipFill>
        <p:spPr>
          <a:xfrm>
            <a:off x="6388446" y="4363493"/>
            <a:ext cx="786850" cy="590422"/>
          </a:xfrm>
          <a:prstGeom prst="rect">
            <a:avLst/>
          </a:prstGeom>
          <a:noFill/>
          <a:ln>
            <a:noFill/>
          </a:ln>
          <a:effectLst>
            <a:outerShdw blurRad="71438" dist="19050" dir="5220000" algn="bl" rotWithShape="0">
              <a:srgbClr val="D8D8D8"/>
            </a:outerShdw>
          </a:effectLst>
        </p:spPr>
      </p:pic>
      <p:sp>
        <p:nvSpPr>
          <p:cNvPr id="703" name="Google Shape;703;g2bee4f4af4b_0_204">
            <a:hlinkClick r:id="rId12" action="ppaction://hlinksldjump"/>
          </p:cNvPr>
          <p:cNvSpPr/>
          <p:nvPr/>
        </p:nvSpPr>
        <p:spPr>
          <a:xfrm>
            <a:off x="6237915"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0" name="Google Shape;710;g26b641b03cd_0_165"/>
          <p:cNvGrpSpPr/>
          <p:nvPr/>
        </p:nvGrpSpPr>
        <p:grpSpPr>
          <a:xfrm>
            <a:off x="930400" y="2129444"/>
            <a:ext cx="7283200" cy="3724851"/>
            <a:chOff x="930400" y="2129444"/>
            <a:chExt cx="7283200" cy="3724851"/>
          </a:xfrm>
        </p:grpSpPr>
        <p:pic>
          <p:nvPicPr>
            <p:cNvPr id="711" name="Google Shape;71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0" name="Google Shape;74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0" name="Google Shape;75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6" name="Google Shape;75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75" name="Google Shape;775;g26b7edf6e71_0_109"/>
          <p:cNvGrpSpPr/>
          <p:nvPr/>
        </p:nvGrpSpPr>
        <p:grpSpPr>
          <a:xfrm>
            <a:off x="867357" y="2129450"/>
            <a:ext cx="7282807" cy="2686611"/>
            <a:chOff x="867357" y="2129450"/>
            <a:chExt cx="7282807" cy="2686611"/>
          </a:xfrm>
        </p:grpSpPr>
        <p:pic>
          <p:nvPicPr>
            <p:cNvPr id="776" name="Google Shape;77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77" name="Google Shape;77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78" name="Google Shape;77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79" name="Google Shape;77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0" name="Google Shape;78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1" name="Google Shape;78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2" name="Google Shape;78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796" name="Google Shape;796;g2c298d33e0c_0_6"/>
          <p:cNvGrpSpPr/>
          <p:nvPr/>
        </p:nvGrpSpPr>
        <p:grpSpPr>
          <a:xfrm>
            <a:off x="868300" y="2129450"/>
            <a:ext cx="7281864" cy="2684601"/>
            <a:chOff x="868300" y="2129450"/>
            <a:chExt cx="7281864" cy="2684601"/>
          </a:xfrm>
        </p:grpSpPr>
        <p:pic>
          <p:nvPicPr>
            <p:cNvPr id="797" name="Google Shape;79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798" name="Google Shape;79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799" name="Google Shape;79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00" name="Google Shape;80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1" name="Google Shape;80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2" name="Google Shape;80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3" name="Google Shape;80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4" name="Google Shape;80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5" name="Google Shape;80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06" name="Google Shape;80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07" name="Google Shape;80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8" name="Google Shape;80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9" name="Google Shape;80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1" name="Google Shape;81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6b94af607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said like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831" name="Google Shape;831;g26b94af6077_0_0"/>
          <p:cNvPicPr preferRelativeResize="0"/>
          <p:nvPr/>
        </p:nvPicPr>
        <p:blipFill rotWithShape="1">
          <a:blip r:embed="rId3">
            <a:alphaModFix/>
          </a:blip>
          <a:srcRect l="59" r="59"/>
          <a:stretch/>
        </p:blipFill>
        <p:spPr>
          <a:xfrm>
            <a:off x="1578362" y="2137000"/>
            <a:ext cx="2837678" cy="2027867"/>
          </a:xfrm>
          <a:prstGeom prst="rect">
            <a:avLst/>
          </a:prstGeom>
          <a:noFill/>
          <a:ln>
            <a:noFill/>
          </a:ln>
          <a:effectLst>
            <a:outerShdw blurRad="71438" dist="19050" dir="5400000" algn="bl" rotWithShape="0">
              <a:srgbClr val="000000">
                <a:alpha val="18039"/>
              </a:srgbClr>
            </a:outerShdw>
          </a:effectLst>
        </p:spPr>
      </p:pic>
      <p:pic>
        <p:nvPicPr>
          <p:cNvPr id="832" name="Google Shape;832;g26b94af6077_0_0"/>
          <p:cNvPicPr preferRelativeResize="0"/>
          <p:nvPr/>
        </p:nvPicPr>
        <p:blipFill rotWithShape="1">
          <a:blip r:embed="rId4">
            <a:alphaModFix/>
          </a:blip>
          <a:srcRect l="159" r="159"/>
          <a:stretch/>
        </p:blipFill>
        <p:spPr>
          <a:xfrm>
            <a:off x="4726705" y="2137000"/>
            <a:ext cx="2838933" cy="203629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pic>
        <p:nvPicPr>
          <p:cNvPr id="838" name="Google Shape;838;g2c29c08c2cf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39" name="Google Shape;839;g2c29c08c2cf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40" name="Google Shape;840;g2c29c08c2cf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47" name="Google Shape;84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48" name="Google Shape;848;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49" name="Google Shape;84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56" name="Google Shape;85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57" name="Google Shape;85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58" name="Google Shape;85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65" name="Google Shape;86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66" name="Google Shape;86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g2c4e0cccbd4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3" name="Google Shape;873;g2c4e0cccbd4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4" name="Google Shape;874;g2c4e0cccbd4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5" name="Google Shape;875;g2c4e0cccbd4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6" name="Google Shape;876;g2c4e0cccbd4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7" name="Google Shape;877;g2c4e0cccbd4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8" name="Google Shape;878;g2c4e0cccbd4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9" name="Google Shape;879;g2c4e0cccbd4_0_0"/>
          <p:cNvGrpSpPr/>
          <p:nvPr/>
        </p:nvGrpSpPr>
        <p:grpSpPr>
          <a:xfrm>
            <a:off x="304250" y="6984600"/>
            <a:ext cx="8330829" cy="808600"/>
            <a:chOff x="-152950" y="7365600"/>
            <a:chExt cx="8330829" cy="808600"/>
          </a:xfrm>
        </p:grpSpPr>
        <p:sp>
          <p:nvSpPr>
            <p:cNvPr id="880" name="Google Shape;880;g2c4e0cccbd4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1" name="Google Shape;881;g2c4e0cccbd4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2" name="Google Shape;882;g2c4e0cccbd4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3" name="Google Shape;883;g2c4e0cccbd4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4" name="Google Shape;884;g2c4e0cccbd4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5" name="Google Shape;885;g2c4e0cccbd4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6" name="Google Shape;886;g2c4e0cccbd4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7" name="Google Shape;887;g2c4e0cccbd4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8" name="Google Shape;888;g2c4e0cccbd4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9" name="Google Shape;889;g2c4e0cccbd4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0" name="Google Shape;890;g2c4e0cccbd4_0_0"/>
          <p:cNvSpPr/>
          <p:nvPr/>
        </p:nvSpPr>
        <p:spPr>
          <a:xfrm>
            <a:off x="339951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1" name="Google Shape;891;g2c4e0cccbd4_0_0"/>
          <p:cNvSpPr/>
          <p:nvPr/>
        </p:nvSpPr>
        <p:spPr>
          <a:xfrm>
            <a:off x="4260516"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2" name="Google Shape;892;g2c4e0cccbd4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3" name="Google Shape;893;g2c4e0cccbd4_0_0"/>
          <p:cNvSpPr txBox="1">
            <a:spLocks noGrp="1"/>
          </p:cNvSpPr>
          <p:nvPr>
            <p:ph type="subTitle" idx="4294967295"/>
          </p:nvPr>
        </p:nvSpPr>
        <p:spPr>
          <a:xfrm>
            <a:off x="282981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894" name="Google Shape;894;g2c4e0cccbd4_0_0"/>
          <p:cNvSpPr txBox="1">
            <a:spLocks noGrp="1"/>
          </p:cNvSpPr>
          <p:nvPr>
            <p:ph type="subTitle" idx="4294967295"/>
          </p:nvPr>
        </p:nvSpPr>
        <p:spPr>
          <a:xfrm>
            <a:off x="369084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895" name="Google Shape;895;g2c4e0cccbd4_0_0"/>
          <p:cNvSpPr/>
          <p:nvPr/>
        </p:nvSpPr>
        <p:spPr>
          <a:xfrm>
            <a:off x="261469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6" name="Google Shape;896;g2c4e0cccbd4_0_0"/>
          <p:cNvSpPr txBox="1">
            <a:spLocks noGrp="1"/>
          </p:cNvSpPr>
          <p:nvPr>
            <p:ph type="subTitle" idx="4294967295"/>
          </p:nvPr>
        </p:nvSpPr>
        <p:spPr>
          <a:xfrm>
            <a:off x="204499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897" name="Google Shape;897;g2c4e0cccbd4_0_0"/>
          <p:cNvSpPr txBox="1">
            <a:spLocks noGrp="1"/>
          </p:cNvSpPr>
          <p:nvPr>
            <p:ph type="subTitle" idx="4294967295"/>
          </p:nvPr>
        </p:nvSpPr>
        <p:spPr>
          <a:xfrm>
            <a:off x="4546609" y="1308025"/>
            <a:ext cx="2552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898" name="Google Shape;898;g2c4e0cccbd4_0_0"/>
          <p:cNvSpPr/>
          <p:nvPr/>
        </p:nvSpPr>
        <p:spPr>
          <a:xfrm>
            <a:off x="5156731" y="4056375"/>
            <a:ext cx="1332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4e0cccbd4_0_75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5" name="Google Shape;905;g2c4e0cccbd4_0_75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6" name="Google Shape;906;g2c4e0cccbd4_0_75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c4e0cccbd4_0_75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8" name="Google Shape;908;g2c4e0cccbd4_0_75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c4e0cccbd4_0_75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4e0cccbd4_0_75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1" name="Google Shape;911;g2c4e0cccbd4_0_750"/>
          <p:cNvGrpSpPr/>
          <p:nvPr/>
        </p:nvGrpSpPr>
        <p:grpSpPr>
          <a:xfrm>
            <a:off x="304250" y="6984600"/>
            <a:ext cx="8330829" cy="808600"/>
            <a:chOff x="-152950" y="7365600"/>
            <a:chExt cx="8330829" cy="808600"/>
          </a:xfrm>
        </p:grpSpPr>
        <p:sp>
          <p:nvSpPr>
            <p:cNvPr id="912" name="Google Shape;912;g2c4e0cccbd4_0_75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3" name="Google Shape;913;g2c4e0cccbd4_0_75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4" name="Google Shape;914;g2c4e0cccbd4_0_75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5" name="Google Shape;915;g2c4e0cccbd4_0_75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6" name="Google Shape;916;g2c4e0cccbd4_0_75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7" name="Google Shape;917;g2c4e0cccbd4_0_75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8" name="Google Shape;918;g2c4e0cccbd4_0_75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9" name="Google Shape;919;g2c4e0cccbd4_0_75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20" name="Google Shape;920;g2c4e0cccbd4_0_75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c4e0cccbd4_0_75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2c4e0cccbd4_0_750"/>
          <p:cNvSpPr/>
          <p:nvPr/>
        </p:nvSpPr>
        <p:spPr>
          <a:xfrm>
            <a:off x="338594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c4e0cccbd4_0_750"/>
          <p:cNvSpPr/>
          <p:nvPr/>
        </p:nvSpPr>
        <p:spPr>
          <a:xfrm>
            <a:off x="4275676"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4" name="Google Shape;924;g2c4e0cccbd4_0_75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5" name="Google Shape;925;g2c4e0cccbd4_0_750"/>
          <p:cNvSpPr txBox="1">
            <a:spLocks noGrp="1"/>
          </p:cNvSpPr>
          <p:nvPr>
            <p:ph type="subTitle" idx="4294967295"/>
          </p:nvPr>
        </p:nvSpPr>
        <p:spPr>
          <a:xfrm>
            <a:off x="4636381" y="1308025"/>
            <a:ext cx="2552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926" name="Google Shape;926;g2c4e0cccbd4_0_750"/>
          <p:cNvSpPr txBox="1">
            <a:spLocks noGrp="1"/>
          </p:cNvSpPr>
          <p:nvPr>
            <p:ph type="subTitle" idx="4294967295"/>
          </p:nvPr>
        </p:nvSpPr>
        <p:spPr>
          <a:xfrm>
            <a:off x="281624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27" name="Google Shape;927;g2c4e0cccbd4_0_750"/>
          <p:cNvSpPr txBox="1">
            <a:spLocks noGrp="1"/>
          </p:cNvSpPr>
          <p:nvPr>
            <p:ph type="subTitle" idx="4294967295"/>
          </p:nvPr>
        </p:nvSpPr>
        <p:spPr>
          <a:xfrm>
            <a:off x="367726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28" name="Google Shape;928;g2c4e0cccbd4_0_750"/>
          <p:cNvSpPr/>
          <p:nvPr/>
        </p:nvSpPr>
        <p:spPr>
          <a:xfrm>
            <a:off x="252491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c4e0cccbd4_0_750"/>
          <p:cNvSpPr txBox="1">
            <a:spLocks noGrp="1"/>
          </p:cNvSpPr>
          <p:nvPr>
            <p:ph type="subTitle" idx="4294967295"/>
          </p:nvPr>
        </p:nvSpPr>
        <p:spPr>
          <a:xfrm>
            <a:off x="195521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30" name="Google Shape;930;g2c4e0cccbd4_0_750"/>
          <p:cNvSpPr/>
          <p:nvPr/>
        </p:nvSpPr>
        <p:spPr>
          <a:xfrm>
            <a:off x="5006585" y="4056375"/>
            <a:ext cx="1812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37" name="Google Shape;93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38" name="Google Shape;93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45" name="Google Shape;94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46" name="Google Shape;94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47" name="Google Shape;94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4" name="Google Shape;95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5" name="Google Shape;955;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56" name="Google Shape;95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63" name="Google Shape;96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4" name="Google Shape;96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65" name="Google Shape;96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2" name="Google Shape;97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3" name="Google Shape;97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4" name="Google Shape;97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6b641b03cd_0_301"/>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81" name="Google Shape;98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982" name="Google Shape;982;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83" name="Google Shape;98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6b641b03cd_0_308"/>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90" name="Google Shape;99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991" name="Google Shape;991;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92" name="Google Shape;99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2c29c08c2cf_0_20"/>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99" name="Google Shape;999;g2c29c08c2cf_0_2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00" name="Google Shape;1000;g2c29c08c2cf_0_20"/>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01" name="Google Shape;1001;g2c29c08c2cf_0_2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c29c08c2cf_0_28"/>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08" name="Google Shape;1008;g2c29c08c2cf_0_2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09" name="Google Shape;1009;g2c29c08c2cf_0_2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10" name="Google Shape;1010;g2c29c08c2cf_0_2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31bce7b887c_0_8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17" name="Google Shape;1017;g31bce7b887c_0_8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18" name="Google Shape;1018;g31bce7b887c_0_818"/>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19" name="Google Shape;1019;g31bce7b887c_0_81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g31bce7b887c_0_153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26" name="Google Shape;1026;g31bce7b887c_0_153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27" name="Google Shape;1027;g31bce7b887c_0_153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28" name="Google Shape;1028;g31bce7b887c_0_153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5" name="Google Shape;103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6" name="Google Shape;1036;g1f3daf8a844_0_64"/>
          <p:cNvGrpSpPr/>
          <p:nvPr/>
        </p:nvGrpSpPr>
        <p:grpSpPr>
          <a:xfrm>
            <a:off x="3024000" y="209875"/>
            <a:ext cx="3096000" cy="454800"/>
            <a:chOff x="3024000" y="209875"/>
            <a:chExt cx="3096000" cy="454800"/>
          </a:xfrm>
        </p:grpSpPr>
        <p:sp>
          <p:nvSpPr>
            <p:cNvPr id="1037" name="Google Shape;103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9" name="Google Shape;103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0" name="Google Shape;1040;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1" name="Google Shape;1041;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2" name="Google Shape;1042;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3" name="Google Shape;1043;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4" name="Google Shape;1044;g1f3daf8a844_0_64"/>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45" name="Google Shape;1045;g1f3daf8a844_0_64"/>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46" name="Google Shape;1046;g1f3daf8a844_0_6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47" name="Google Shape;1047;g1f3daf8a844_0_64"/>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48" name="Google Shape;1048;g1f3daf8a844_0_64"/>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49" name="Google Shape;1049;g1f3daf8a844_0_64"/>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50" name="Google Shape;1050;g1f3daf8a844_0_64"/>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51" name="Google Shape;1051;g1f3daf8a844_0_64"/>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FFD403"/>
                </a:solidFill>
                <a:latin typeface="Jost"/>
                <a:ea typeface="Jost"/>
                <a:cs typeface="Jost"/>
                <a:sym typeface="Jost"/>
              </a:rPr>
              <a:t>ss</a:t>
            </a:r>
            <a:endParaRPr sz="5500" b="0" i="0" u="none" strike="noStrike" cap="none">
              <a:solidFill>
                <a:srgbClr val="FFD403"/>
              </a:solidFill>
              <a:latin typeface="Jost"/>
              <a:ea typeface="Jost"/>
              <a:cs typeface="Jost"/>
              <a:sym typeface="Jost"/>
            </a:endParaRPr>
          </a:p>
        </p:txBody>
      </p:sp>
      <p:sp>
        <p:nvSpPr>
          <p:cNvPr id="1052" name="Google Shape;1052;g1f3daf8a844_0_64"/>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53" name="Google Shape;1053;g1f3daf8a844_0_64"/>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2356AF"/>
              </a:solidFill>
              <a:latin typeface="Jost"/>
              <a:ea typeface="Jost"/>
              <a:cs typeface="Jost"/>
              <a:sym typeface="Jost"/>
            </a:endParaRPr>
          </a:p>
        </p:txBody>
      </p:sp>
      <p:sp>
        <p:nvSpPr>
          <p:cNvPr id="1054" name="Google Shape;1054;g1f3daf8a844_0_64"/>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FFD403"/>
                </a:solidFill>
                <a:latin typeface="Jost"/>
                <a:ea typeface="Jost"/>
                <a:cs typeface="Jost"/>
                <a:sym typeface="Jost"/>
              </a:rPr>
              <a:t>ng</a:t>
            </a:r>
            <a:endParaRPr sz="5500" b="0" i="0" u="none" strike="noStrike" cap="none">
              <a:solidFill>
                <a:srgbClr val="2356AF"/>
              </a:solidFill>
              <a:latin typeface="Jost"/>
              <a:ea typeface="Jost"/>
              <a:cs typeface="Jost"/>
              <a:sym typeface="Jost"/>
            </a:endParaRPr>
          </a:p>
        </p:txBody>
      </p:sp>
      <p:sp>
        <p:nvSpPr>
          <p:cNvPr id="1055" name="Google Shape;1055;g1f3daf8a844_0_64"/>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00904D"/>
              </a:solidFill>
              <a:latin typeface="Jost"/>
              <a:ea typeface="Jost"/>
              <a:cs typeface="Jost"/>
              <a:sym typeface="Jost"/>
            </a:endParaRPr>
          </a:p>
        </p:txBody>
      </p:sp>
      <p:sp>
        <p:nvSpPr>
          <p:cNvPr id="1056" name="Google Shape;1056;g1f3daf8a844_0_64"/>
          <p:cNvSpPr txBox="1"/>
          <p:nvPr/>
        </p:nvSpPr>
        <p:spPr>
          <a:xfrm>
            <a:off x="4639626" y="277028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900" b="0" i="0" u="none" strike="noStrike" cap="none">
                <a:solidFill>
                  <a:srgbClr val="ED1C24"/>
                </a:solidFill>
                <a:latin typeface="Poppins"/>
                <a:ea typeface="Poppins"/>
                <a:cs typeface="Poppins"/>
                <a:sym typeface="Poppins"/>
              </a:rPr>
              <a:t>a</a:t>
            </a:r>
            <a:endParaRPr sz="4900" b="0" i="0" u="none" strike="noStrike" cap="none">
              <a:solidFill>
                <a:srgbClr val="ED1C24"/>
              </a:solidFill>
              <a:latin typeface="Poppins"/>
              <a:ea typeface="Poppins"/>
              <a:cs typeface="Poppins"/>
              <a:sym typeface="Poppins"/>
            </a:endParaRPr>
          </a:p>
        </p:txBody>
      </p:sp>
      <p:sp>
        <p:nvSpPr>
          <p:cNvPr id="1057" name="Google Shape;1057;g1f3daf8a844_0_64"/>
          <p:cNvSpPr txBox="1"/>
          <p:nvPr/>
        </p:nvSpPr>
        <p:spPr>
          <a:xfrm>
            <a:off x="348677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cxnSp>
        <p:nvCxnSpPr>
          <p:cNvPr id="1058" name="Google Shape;1058;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c619f61e79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5" name="Google Shape;1065;g2c619f61e79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6" name="Google Shape;1066;g2c619f61e79_0_0"/>
          <p:cNvGrpSpPr/>
          <p:nvPr/>
        </p:nvGrpSpPr>
        <p:grpSpPr>
          <a:xfrm>
            <a:off x="3024000" y="209875"/>
            <a:ext cx="3096000" cy="454800"/>
            <a:chOff x="3024000" y="209875"/>
            <a:chExt cx="3096000" cy="454800"/>
          </a:xfrm>
        </p:grpSpPr>
        <p:sp>
          <p:nvSpPr>
            <p:cNvPr id="1067" name="Google Shape;1067;g2c619f61e79_0_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8" name="Google Shape;1068;g2c619f61e79_0_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9" name="Google Shape;1069;g2c619f61e79_0_0"/>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70" name="Google Shape;1070;g2c619f61e79_0_0"/>
          <p:cNvSpPr txBox="1">
            <a:spLocks noGrp="1"/>
          </p:cNvSpPr>
          <p:nvPr>
            <p:ph type="subTitle" idx="4294967295"/>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frog fresh from bring brush br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ss</a:t>
            </a:r>
            <a:endParaRPr sz="1800" b="0" i="0" u="none" strike="noStrike" cap="none">
              <a:solidFill>
                <a:srgbClr val="B7B7B7"/>
              </a:solidFill>
              <a:latin typeface="Jost"/>
              <a:ea typeface="Jost"/>
              <a:cs typeface="Jost"/>
              <a:sym typeface="Jost"/>
            </a:endParaRPr>
          </a:p>
        </p:txBody>
      </p:sp>
      <p:cxnSp>
        <p:nvCxnSpPr>
          <p:cNvPr id="1071" name="Google Shape;1071;g2c619f61e79_0_0"/>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72" name="Google Shape;1072;g2c619f61e79_0_0"/>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3" name="Google Shape;1073;g2c619f61e79_0_0"/>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4" name="Google Shape;1074;g2c619f61e79_0_0"/>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5" name="Google Shape;1075;g2c619f61e79_0_0"/>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6" name="Google Shape;1076;g2c619f61e79_0_0"/>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77" name="Google Shape;1077;g2c619f61e79_0_0"/>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78" name="Google Shape;1078;g2c619f61e79_0_0"/>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79" name="Google Shape;1079;g2c619f61e79_0_0"/>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80" name="Google Shape;1080;g2c619f61e79_0_0"/>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1081" name="Google Shape;1081;g2c619f61e79_0_0"/>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2" name="Google Shape;1082;g2c619f61e79_0_0"/>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83" name="Google Shape;1083;g2c619f61e79_0_0"/>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84" name="Google Shape;1084;g2c619f61e79_0_0"/>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FFD403"/>
                </a:solidFill>
                <a:latin typeface="Jost"/>
                <a:ea typeface="Jost"/>
                <a:cs typeface="Jost"/>
                <a:sym typeface="Jost"/>
              </a:rPr>
              <a:t>ss</a:t>
            </a:r>
            <a:endParaRPr sz="5500" b="0" i="0" u="none" strike="noStrike" cap="none">
              <a:solidFill>
                <a:srgbClr val="FFD403"/>
              </a:solidFill>
              <a:latin typeface="Jost"/>
              <a:ea typeface="Jost"/>
              <a:cs typeface="Jost"/>
              <a:sym typeface="Jost"/>
            </a:endParaRPr>
          </a:p>
        </p:txBody>
      </p:sp>
      <p:sp>
        <p:nvSpPr>
          <p:cNvPr id="1085" name="Google Shape;1085;g2c619f61e79_0_0"/>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86" name="Google Shape;1086;g2c619f61e79_0_0"/>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2356AF"/>
              </a:solidFill>
              <a:latin typeface="Jost"/>
              <a:ea typeface="Jost"/>
              <a:cs typeface="Jost"/>
              <a:sym typeface="Jost"/>
            </a:endParaRPr>
          </a:p>
        </p:txBody>
      </p:sp>
      <p:sp>
        <p:nvSpPr>
          <p:cNvPr id="1087" name="Google Shape;1087;g2c619f61e79_0_0"/>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FFD403"/>
                </a:solidFill>
                <a:latin typeface="Jost"/>
                <a:ea typeface="Jost"/>
                <a:cs typeface="Jost"/>
                <a:sym typeface="Jost"/>
              </a:rPr>
              <a:t>ng</a:t>
            </a:r>
            <a:endParaRPr sz="5500" b="0" i="0" u="none" strike="noStrike" cap="none">
              <a:solidFill>
                <a:srgbClr val="2356AF"/>
              </a:solidFill>
              <a:latin typeface="Jost"/>
              <a:ea typeface="Jost"/>
              <a:cs typeface="Jost"/>
              <a:sym typeface="Jost"/>
            </a:endParaRPr>
          </a:p>
        </p:txBody>
      </p:sp>
      <p:sp>
        <p:nvSpPr>
          <p:cNvPr id="1088" name="Google Shape;1088;g2c619f61e79_0_0"/>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00904D"/>
              </a:solidFill>
              <a:latin typeface="Jost"/>
              <a:ea typeface="Jost"/>
              <a:cs typeface="Jost"/>
              <a:sym typeface="Jost"/>
            </a:endParaRPr>
          </a:p>
        </p:txBody>
      </p:sp>
      <p:sp>
        <p:nvSpPr>
          <p:cNvPr id="1089" name="Google Shape;1089;g2c619f61e79_0_0"/>
          <p:cNvSpPr txBox="1"/>
          <p:nvPr/>
        </p:nvSpPr>
        <p:spPr>
          <a:xfrm>
            <a:off x="4639626" y="277028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900" b="0" i="0" u="none" strike="noStrike" cap="none">
                <a:solidFill>
                  <a:srgbClr val="ED1C24"/>
                </a:solidFill>
                <a:latin typeface="Poppins"/>
                <a:ea typeface="Poppins"/>
                <a:cs typeface="Poppins"/>
                <a:sym typeface="Poppins"/>
              </a:rPr>
              <a:t>a</a:t>
            </a:r>
            <a:endParaRPr sz="4900" b="0" i="0" u="none" strike="noStrike" cap="none">
              <a:solidFill>
                <a:srgbClr val="ED1C24"/>
              </a:solidFill>
              <a:latin typeface="Poppins"/>
              <a:ea typeface="Poppins"/>
              <a:cs typeface="Poppins"/>
              <a:sym typeface="Poppins"/>
            </a:endParaRPr>
          </a:p>
        </p:txBody>
      </p:sp>
      <p:sp>
        <p:nvSpPr>
          <p:cNvPr id="1090" name="Google Shape;1090;g2c619f61e79_0_0"/>
          <p:cNvSpPr txBox="1"/>
          <p:nvPr/>
        </p:nvSpPr>
        <p:spPr>
          <a:xfrm>
            <a:off x="348677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487</Words>
  <Application>Microsoft Office PowerPoint</Application>
  <PresentationFormat>On-screen Show (4:3)</PresentationFormat>
  <Paragraphs>160</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Poppins</vt:lpstr>
      <vt:lpstr>Nunito Black</vt:lpstr>
      <vt:lpstr>Poppins SemiBold</vt:lpstr>
      <vt:lpstr>Poppins Medium</vt:lpstr>
      <vt:lpstr>Calibri</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PowerPoint Presentation</vt:lpstr>
      <vt:lpstr>Review Alphabet Song</vt:lpstr>
      <vt:lpstr>Hear Phonemes</vt:lpstr>
      <vt:lpstr>Hear Phonemes</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2026-05-14T01:59:38Z</dcterms:modified>
</cp:coreProperties>
</file>