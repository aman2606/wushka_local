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Jost" panose="020B0604020202020204" charset="0"/>
      <p:regular r:id="rId28"/>
      <p:bold r:id="rId29"/>
      <p:italic r:id="rId30"/>
      <p:boldItalic r:id="rId31"/>
    </p:embeddedFont>
    <p:embeddedFont>
      <p:font typeface="Mulish" panose="020B0604020202020204" charset="0"/>
      <p:regular r:id="rId32"/>
      <p:bold r:id="rId33"/>
      <p:italic r:id="rId34"/>
      <p:boldItalic r:id="rId35"/>
    </p:embeddedFont>
    <p:embeddedFont>
      <p:font typeface="Nunito Black" pitchFamily="2" charset="0"/>
      <p:bold r:id="rId36"/>
      <p:boldItalic r:id="rId37"/>
    </p:embeddedFont>
    <p:embeddedFont>
      <p:font typeface="Poppins" panose="00000500000000000000" pitchFamily="2" charset="0"/>
      <p:regular r:id="rId38"/>
      <p:bold r:id="rId39"/>
      <p:italic r:id="rId40"/>
      <p:boldItalic r:id="rId41"/>
    </p:embeddedFont>
    <p:embeddedFont>
      <p:font typeface="Poppins Medium" panose="00000600000000000000" pitchFamily="2" charset="0"/>
      <p:regular r:id="rId42"/>
      <p:bold r:id="rId43"/>
      <p:italic r:id="rId44"/>
      <p:boldItalic r:id="rId45"/>
    </p:embeddedFont>
    <p:embeddedFont>
      <p:font typeface="Poppins SemiBold" panose="00000700000000000000" pitchFamily="2"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1" roundtripDataSignature="AMtx7mhRFA7CGYU21VnVCf6h7+UOFC9i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A86A30-92C4-40E4-889E-49543739E286}">
  <a:tblStyle styleId="{18A86A30-92C4-40E4-889E-49543739E286}"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font" Target="fonts/font20.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 Type="http://schemas.openxmlformats.org/officeDocument/2006/relationships/slide" Target="slides/slide4.xml"/><Relationship Id="rId61"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font" Target="fonts/font21.fntdata"/><Relationship Id="rId64"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20" Type="http://schemas.openxmlformats.org/officeDocument/2006/relationships/slide" Target="slides/slide19.xml"/><Relationship Id="rId41" Type="http://schemas.openxmlformats.org/officeDocument/2006/relationships/font" Target="fonts/font14.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font" Target="fonts/font2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8"/>
        <p:cNvGrpSpPr/>
        <p:nvPr/>
      </p:nvGrpSpPr>
      <p:grpSpPr>
        <a:xfrm>
          <a:off x="0" y="0"/>
          <a:ext cx="0" cy="0"/>
          <a:chOff x="0" y="0"/>
          <a:chExt cx="0" cy="0"/>
        </a:xfrm>
      </p:grpSpPr>
      <p:sp>
        <p:nvSpPr>
          <p:cNvPr id="1519" name="Google Shape;151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0" name="Google Shape;152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1"/>
        <p:cNvGrpSpPr/>
        <p:nvPr/>
      </p:nvGrpSpPr>
      <p:grpSpPr>
        <a:xfrm>
          <a:off x="0" y="0"/>
          <a:ext cx="0" cy="0"/>
          <a:chOff x="0" y="0"/>
          <a:chExt cx="0" cy="0"/>
        </a:xfrm>
      </p:grpSpPr>
      <p:sp>
        <p:nvSpPr>
          <p:cNvPr id="1532" name="Google Shape;1532;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3" name="Google Shape;1533;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4" name="Google Shape;1534;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3"/>
        <p:cNvGrpSpPr/>
        <p:nvPr/>
      </p:nvGrpSpPr>
      <p:grpSpPr>
        <a:xfrm>
          <a:off x="0" y="0"/>
          <a:ext cx="0" cy="0"/>
          <a:chOff x="0" y="0"/>
          <a:chExt cx="0" cy="0"/>
        </a:xfrm>
      </p:grpSpPr>
      <p:sp>
        <p:nvSpPr>
          <p:cNvPr id="1564" name="Google Shape;156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5" name="Google Shape;156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6" name="Google Shape;156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4"/>
        <p:cNvGrpSpPr/>
        <p:nvPr/>
      </p:nvGrpSpPr>
      <p:grpSpPr>
        <a:xfrm>
          <a:off x="0" y="0"/>
          <a:ext cx="0" cy="0"/>
          <a:chOff x="0" y="0"/>
          <a:chExt cx="0" cy="0"/>
        </a:xfrm>
      </p:grpSpPr>
      <p:sp>
        <p:nvSpPr>
          <p:cNvPr id="1575" name="Google Shape;1575;g2d9d3caec18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6" name="Google Shape;1576;g2d9d3caec1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7" name="Google Shape;1577;g2d9d3caec1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3"/>
        <p:cNvGrpSpPr/>
        <p:nvPr/>
      </p:nvGrpSpPr>
      <p:grpSpPr>
        <a:xfrm>
          <a:off x="0" y="0"/>
          <a:ext cx="0" cy="0"/>
          <a:chOff x="0" y="0"/>
          <a:chExt cx="0" cy="0"/>
        </a:xfrm>
      </p:grpSpPr>
      <p:sp>
        <p:nvSpPr>
          <p:cNvPr id="1584" name="Google Shape;1584;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5" name="Google Shape;1585;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6" name="Google Shape;1586;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5"/>
        <p:cNvGrpSpPr/>
        <p:nvPr/>
      </p:nvGrpSpPr>
      <p:grpSpPr>
        <a:xfrm>
          <a:off x="0" y="0"/>
          <a:ext cx="0" cy="0"/>
          <a:chOff x="0" y="0"/>
          <a:chExt cx="0" cy="0"/>
        </a:xfrm>
      </p:grpSpPr>
      <p:sp>
        <p:nvSpPr>
          <p:cNvPr id="1596" name="Google Shape;1596;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7" name="Google Shape;1597;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8" name="Google Shape;1598;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7"/>
        <p:cNvGrpSpPr/>
        <p:nvPr/>
      </p:nvGrpSpPr>
      <p:grpSpPr>
        <a:xfrm>
          <a:off x="0" y="0"/>
          <a:ext cx="0" cy="0"/>
          <a:chOff x="0" y="0"/>
          <a:chExt cx="0" cy="0"/>
        </a:xfrm>
      </p:grpSpPr>
      <p:sp>
        <p:nvSpPr>
          <p:cNvPr id="1608" name="Google Shape;1608;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9" name="Google Shape;1609;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0" name="Google Shape;1610;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9"/>
        <p:cNvGrpSpPr/>
        <p:nvPr/>
      </p:nvGrpSpPr>
      <p:grpSpPr>
        <a:xfrm>
          <a:off x="0" y="0"/>
          <a:ext cx="0" cy="0"/>
          <a:chOff x="0" y="0"/>
          <a:chExt cx="0" cy="0"/>
        </a:xfrm>
      </p:grpSpPr>
      <p:sp>
        <p:nvSpPr>
          <p:cNvPr id="1620" name="Google Shape;1620;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1" name="Google Shape;1621;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2" name="Google Shape;1622;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p:cNvGrpSpPr/>
        <p:nvPr/>
      </p:nvGrpSpPr>
      <p:grpSpPr>
        <a:xfrm>
          <a:off x="0" y="0"/>
          <a:ext cx="0" cy="0"/>
          <a:chOff x="0" y="0"/>
          <a:chExt cx="0" cy="0"/>
        </a:xfrm>
      </p:grpSpPr>
      <p:sp>
        <p:nvSpPr>
          <p:cNvPr id="1632" name="Google Shape;1632;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3" name="Google Shape;1633;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4" name="Google Shape;1634;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9"/>
        <p:cNvGrpSpPr/>
        <p:nvPr/>
      </p:nvGrpSpPr>
      <p:grpSpPr>
        <a:xfrm>
          <a:off x="0" y="0"/>
          <a:ext cx="0" cy="0"/>
          <a:chOff x="0" y="0"/>
          <a:chExt cx="0" cy="0"/>
        </a:xfrm>
      </p:grpSpPr>
      <p:sp>
        <p:nvSpPr>
          <p:cNvPr id="1640" name="Google Shape;1640;g2c30267b5f9_4_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1" name="Google Shape;1641;g2c30267b5f9_4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2" name="Google Shape;1642;g2c30267b5f9_4_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9"/>
        <p:cNvGrpSpPr/>
        <p:nvPr/>
      </p:nvGrpSpPr>
      <p:grpSpPr>
        <a:xfrm>
          <a:off x="0" y="0"/>
          <a:ext cx="0" cy="0"/>
          <a:chOff x="0" y="0"/>
          <a:chExt cx="0" cy="0"/>
        </a:xfrm>
      </p:grpSpPr>
      <p:sp>
        <p:nvSpPr>
          <p:cNvPr id="1670" name="Google Shape;1670;g2c30267b5f9_4_7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1" name="Google Shape;1671;g2c30267b5f9_4_7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2" name="Google Shape;1672;g2c30267b5f9_4_7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9"/>
        <p:cNvGrpSpPr/>
        <p:nvPr/>
      </p:nvGrpSpPr>
      <p:grpSpPr>
        <a:xfrm>
          <a:off x="0" y="0"/>
          <a:ext cx="0" cy="0"/>
          <a:chOff x="0" y="0"/>
          <a:chExt cx="0" cy="0"/>
        </a:xfrm>
      </p:grpSpPr>
      <p:sp>
        <p:nvSpPr>
          <p:cNvPr id="1700" name="Google Shape;1700;g2c30267b5f9_4_7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1" name="Google Shape;1701;g2c30267b5f9_4_7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2" name="Google Shape;1702;g2c30267b5f9_4_7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p:cNvGrpSpPr/>
        <p:nvPr/>
      </p:nvGrpSpPr>
      <p:grpSpPr>
        <a:xfrm>
          <a:off x="0" y="0"/>
          <a:ext cx="0" cy="0"/>
          <a:chOff x="0" y="0"/>
          <a:chExt cx="0" cy="0"/>
        </a:xfrm>
      </p:grpSpPr>
      <p:sp>
        <p:nvSpPr>
          <p:cNvPr id="1730" name="Google Shape;1730;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1" name="Google Shape;1731;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2" name="Google Shape;1732;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7"/>
        <p:cNvGrpSpPr/>
        <p:nvPr/>
      </p:nvGrpSpPr>
      <p:grpSpPr>
        <a:xfrm>
          <a:off x="0" y="0"/>
          <a:ext cx="0" cy="0"/>
          <a:chOff x="0" y="0"/>
          <a:chExt cx="0" cy="0"/>
        </a:xfrm>
      </p:grpSpPr>
      <p:sp>
        <p:nvSpPr>
          <p:cNvPr id="1738" name="Google Shape;1738;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9" name="Google Shape;1739;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0" name="Google Shape;1740;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7"/>
        <p:cNvGrpSpPr/>
        <p:nvPr/>
      </p:nvGrpSpPr>
      <p:grpSpPr>
        <a:xfrm>
          <a:off x="0" y="0"/>
          <a:ext cx="0" cy="0"/>
          <a:chOff x="0" y="0"/>
          <a:chExt cx="0" cy="0"/>
        </a:xfrm>
      </p:grpSpPr>
      <p:sp>
        <p:nvSpPr>
          <p:cNvPr id="1748" name="Google Shape;1748;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9" name="Google Shape;1749;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0" name="Google Shape;1750;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7"/>
        <p:cNvGrpSpPr/>
        <p:nvPr/>
      </p:nvGrpSpPr>
      <p:grpSpPr>
        <a:xfrm>
          <a:off x="0" y="0"/>
          <a:ext cx="0" cy="0"/>
          <a:chOff x="0" y="0"/>
          <a:chExt cx="0" cy="0"/>
        </a:xfrm>
      </p:grpSpPr>
      <p:sp>
        <p:nvSpPr>
          <p:cNvPr id="1758" name="Google Shape;175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9" name="Google Shape;175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0" name="Google Shape;176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7"/>
        <p:cNvGrpSpPr/>
        <p:nvPr/>
      </p:nvGrpSpPr>
      <p:grpSpPr>
        <a:xfrm>
          <a:off x="0" y="0"/>
          <a:ext cx="0" cy="0"/>
          <a:chOff x="0" y="0"/>
          <a:chExt cx="0" cy="0"/>
        </a:xfrm>
      </p:grpSpPr>
      <p:sp>
        <p:nvSpPr>
          <p:cNvPr id="1768" name="Google Shape;176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9" name="Google Shape;176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70" name="Google Shape;177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7"/>
        <p:cNvGrpSpPr/>
        <p:nvPr/>
      </p:nvGrpSpPr>
      <p:grpSpPr>
        <a:xfrm>
          <a:off x="0" y="0"/>
          <a:ext cx="0" cy="0"/>
          <a:chOff x="0" y="0"/>
          <a:chExt cx="0" cy="0"/>
        </a:xfrm>
      </p:grpSpPr>
      <p:sp>
        <p:nvSpPr>
          <p:cNvPr id="1778" name="Google Shape;1778;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9" name="Google Shape;1779;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0" name="Google Shape;1780;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6"/>
        <p:cNvGrpSpPr/>
        <p:nvPr/>
      </p:nvGrpSpPr>
      <p:grpSpPr>
        <a:xfrm>
          <a:off x="0" y="0"/>
          <a:ext cx="0" cy="0"/>
          <a:chOff x="0" y="0"/>
          <a:chExt cx="0" cy="0"/>
        </a:xfrm>
      </p:grpSpPr>
      <p:sp>
        <p:nvSpPr>
          <p:cNvPr id="1787" name="Google Shape;1787;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8" name="Google Shape;1788;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9" name="Google Shape;1789;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7" name="Google Shape;1797;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8" name="Google Shape;1798;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5"/>
        <p:cNvGrpSpPr/>
        <p:nvPr/>
      </p:nvGrpSpPr>
      <p:grpSpPr>
        <a:xfrm>
          <a:off x="0" y="0"/>
          <a:ext cx="0" cy="0"/>
          <a:chOff x="0" y="0"/>
          <a:chExt cx="0" cy="0"/>
        </a:xfrm>
      </p:grpSpPr>
      <p:sp>
        <p:nvSpPr>
          <p:cNvPr id="1806" name="Google Shape;1806;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7" name="Google Shape;1807;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8" name="Google Shape;1808;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7" name="Google Shape;1817;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8" name="Google Shape;1818;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9"/>
        <p:cNvGrpSpPr/>
        <p:nvPr/>
      </p:nvGrpSpPr>
      <p:grpSpPr>
        <a:xfrm>
          <a:off x="0" y="0"/>
          <a:ext cx="0" cy="0"/>
          <a:chOff x="0" y="0"/>
          <a:chExt cx="0" cy="0"/>
        </a:xfrm>
      </p:grpSpPr>
      <p:sp>
        <p:nvSpPr>
          <p:cNvPr id="1840" name="Google Shape;1840;g26c2c0d958c_0_7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1" name="Google Shape;1841;g26c2c0d958c_0_7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2" name="Google Shape;1842;g26c2c0d958c_0_7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5"/>
        <p:cNvGrpSpPr/>
        <p:nvPr/>
      </p:nvGrpSpPr>
      <p:grpSpPr>
        <a:xfrm>
          <a:off x="0" y="0"/>
          <a:ext cx="0" cy="0"/>
          <a:chOff x="0" y="0"/>
          <a:chExt cx="0" cy="0"/>
        </a:xfrm>
      </p:grpSpPr>
      <p:sp>
        <p:nvSpPr>
          <p:cNvPr id="1866" name="Google Shape;1866;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7" name="Google Shape;1867;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8" name="Google Shape;1868;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g2c30267b5f9_0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0" name="Google Shape;1880;g2c30267b5f9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1" name="Google Shape;1881;g2c30267b5f9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www.beanstalkbooks.com" TargetMode="External"/><Relationship Id="rId7" Type="http://schemas.openxmlformats.org/officeDocument/2006/relationships/image" Target="../media/image4.png"/><Relationship Id="rId2" Type="http://schemas.openxmlformats.org/officeDocument/2006/relationships/hyperlink" Target="http://www.rainbowphonics.com" TargetMode="External"/><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www.juniorlearning.com" TargetMode="External"/><Relationship Id="rId9"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9" name="Google Shape;8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0" name="Google Shape;90;g26b641b03cd_1_92"/>
          <p:cNvGrpSpPr/>
          <p:nvPr/>
        </p:nvGrpSpPr>
        <p:grpSpPr>
          <a:xfrm>
            <a:off x="-36800" y="-52000"/>
            <a:ext cx="9236100" cy="543750"/>
            <a:chOff x="-36800" y="-52000"/>
            <a:chExt cx="9236100" cy="543750"/>
          </a:xfrm>
        </p:grpSpPr>
        <p:sp>
          <p:nvSpPr>
            <p:cNvPr id="91" name="Google Shape;91;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 name="Google Shape;92;g26b641b03cd_1_92"/>
            <p:cNvGrpSpPr/>
            <p:nvPr/>
          </p:nvGrpSpPr>
          <p:grpSpPr>
            <a:xfrm>
              <a:off x="565600" y="88250"/>
              <a:ext cx="1337400" cy="403500"/>
              <a:chOff x="565600" y="88250"/>
              <a:chExt cx="1337400" cy="403500"/>
            </a:xfrm>
          </p:grpSpPr>
          <p:grpSp>
            <p:nvGrpSpPr>
              <p:cNvPr id="93" name="Google Shape;93;g26b641b03cd_1_92"/>
              <p:cNvGrpSpPr/>
              <p:nvPr/>
            </p:nvGrpSpPr>
            <p:grpSpPr>
              <a:xfrm>
                <a:off x="565600" y="88250"/>
                <a:ext cx="1337400" cy="403500"/>
                <a:chOff x="565600" y="88250"/>
                <a:chExt cx="1337400" cy="403500"/>
              </a:xfrm>
            </p:grpSpPr>
            <p:sp>
              <p:nvSpPr>
                <p:cNvPr id="94" name="Google Shape;94;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6" name="Google Shape;96;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7" name="Google Shape;97;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6" name="Google Shape;10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7"/>
        <p:cNvGrpSpPr/>
        <p:nvPr/>
      </p:nvGrpSpPr>
      <p:grpSpPr>
        <a:xfrm>
          <a:off x="0" y="0"/>
          <a:ext cx="0" cy="0"/>
          <a:chOff x="0" y="0"/>
          <a:chExt cx="0" cy="0"/>
        </a:xfrm>
      </p:grpSpPr>
      <p:sp>
        <p:nvSpPr>
          <p:cNvPr id="108" name="Google Shape;108;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 name="Google Shape;114;g26b641b03cd_0_33"/>
          <p:cNvGrpSpPr/>
          <p:nvPr/>
        </p:nvGrpSpPr>
        <p:grpSpPr>
          <a:xfrm>
            <a:off x="662575" y="6212475"/>
            <a:ext cx="586800" cy="571500"/>
            <a:chOff x="662575" y="6212475"/>
            <a:chExt cx="586800" cy="571500"/>
          </a:xfrm>
        </p:grpSpPr>
        <p:sp>
          <p:nvSpPr>
            <p:cNvPr id="115" name="Google Shape;115;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 name="Google Shape;118;g26b641b03cd_0_33"/>
          <p:cNvGrpSpPr/>
          <p:nvPr/>
        </p:nvGrpSpPr>
        <p:grpSpPr>
          <a:xfrm>
            <a:off x="7894350" y="6212475"/>
            <a:ext cx="586800" cy="571500"/>
            <a:chOff x="7894350" y="6212475"/>
            <a:chExt cx="586800" cy="571500"/>
          </a:xfrm>
        </p:grpSpPr>
        <p:sp>
          <p:nvSpPr>
            <p:cNvPr id="119" name="Google Shape;119;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2" name="Google Shape;12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s a t p</a:t>
            </a:r>
            <a:endParaRPr sz="1800" b="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1 - Friday</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5</a:t>
            </a:r>
            <a:endParaRPr sz="1800" b="0" i="0" u="none" strike="noStrike" cap="none">
              <a:solidFill>
                <a:srgbClr val="F7941D"/>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6" name="Google Shape;12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7" name="Google Shape;12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8" name="Google Shape;12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9" name="Google Shape;12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30"/>
        <p:cNvGrpSpPr/>
        <p:nvPr/>
      </p:nvGrpSpPr>
      <p:grpSpPr>
        <a:xfrm>
          <a:off x="0" y="0"/>
          <a:ext cx="0" cy="0"/>
          <a:chOff x="0" y="0"/>
          <a:chExt cx="0" cy="0"/>
        </a:xfrm>
      </p:grpSpPr>
      <p:sp>
        <p:nvSpPr>
          <p:cNvPr id="131" name="Google Shape;13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2" name="Google Shape;13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3" name="Google Shape;13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5" name="Google Shape;135;g26b641b03cd_0_260"/>
          <p:cNvGrpSpPr/>
          <p:nvPr/>
        </p:nvGrpSpPr>
        <p:grpSpPr>
          <a:xfrm>
            <a:off x="8199150" y="5983875"/>
            <a:ext cx="586800" cy="571500"/>
            <a:chOff x="7894350" y="6212475"/>
            <a:chExt cx="586800" cy="571500"/>
          </a:xfrm>
        </p:grpSpPr>
        <p:sp>
          <p:nvSpPr>
            <p:cNvPr id="136" name="Google Shape;136;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9" name="Google Shape;139;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1" name="Google Shape;141;g26b641b03cd_0_260"/>
          <p:cNvGrpSpPr/>
          <p:nvPr/>
        </p:nvGrpSpPr>
        <p:grpSpPr>
          <a:xfrm>
            <a:off x="-36800" y="-52000"/>
            <a:ext cx="9236100" cy="543750"/>
            <a:chOff x="-36800" y="-52000"/>
            <a:chExt cx="9236100" cy="543750"/>
          </a:xfrm>
        </p:grpSpPr>
        <p:sp>
          <p:nvSpPr>
            <p:cNvPr id="142" name="Google Shape;14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3" name="Google Shape;143;g26b641b03cd_0_260"/>
            <p:cNvGrpSpPr/>
            <p:nvPr/>
          </p:nvGrpSpPr>
          <p:grpSpPr>
            <a:xfrm>
              <a:off x="565600" y="88250"/>
              <a:ext cx="1337400" cy="403500"/>
              <a:chOff x="565600" y="88250"/>
              <a:chExt cx="1337400" cy="403500"/>
            </a:xfrm>
          </p:grpSpPr>
          <p:grpSp>
            <p:nvGrpSpPr>
              <p:cNvPr id="144" name="Google Shape;144;g26b641b03cd_0_260"/>
              <p:cNvGrpSpPr/>
              <p:nvPr/>
            </p:nvGrpSpPr>
            <p:grpSpPr>
              <a:xfrm>
                <a:off x="565600" y="88250"/>
                <a:ext cx="1337400" cy="403500"/>
                <a:chOff x="565600" y="88250"/>
                <a:chExt cx="1337400" cy="403500"/>
              </a:xfrm>
            </p:grpSpPr>
            <p:sp>
              <p:nvSpPr>
                <p:cNvPr id="145" name="Google Shape;14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7" name="Google Shape;14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8" name="Google Shape;14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 name="Google Shape;15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58"/>
        <p:cNvGrpSpPr/>
        <p:nvPr/>
      </p:nvGrpSpPr>
      <p:grpSpPr>
        <a:xfrm>
          <a:off x="0" y="0"/>
          <a:ext cx="0" cy="0"/>
          <a:chOff x="0" y="0"/>
          <a:chExt cx="0" cy="0"/>
        </a:xfrm>
      </p:grpSpPr>
      <p:sp>
        <p:nvSpPr>
          <p:cNvPr id="159" name="Google Shape;159;g2c30267b5f9_0_59"/>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Independent Reading</a:t>
            </a:r>
            <a:endParaRPr sz="3200" b="0" i="0" u="none" strike="noStrike" cap="none">
              <a:solidFill>
                <a:srgbClr val="F7941D"/>
              </a:solidFill>
              <a:latin typeface="Poppins Medium"/>
              <a:ea typeface="Poppins Medium"/>
              <a:cs typeface="Poppins Medium"/>
              <a:sym typeface="Poppins Medium"/>
            </a:endParaRPr>
          </a:p>
        </p:txBody>
      </p:sp>
      <p:cxnSp>
        <p:nvCxnSpPr>
          <p:cNvPr id="160" name="Google Shape;160;g2c30267b5f9_0_59"/>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61" name="Google Shape;161;g2c30267b5f9_0_59"/>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2" name="Google Shape;162;g2c30267b5f9_0_59"/>
          <p:cNvGrpSpPr/>
          <p:nvPr/>
        </p:nvGrpSpPr>
        <p:grpSpPr>
          <a:xfrm>
            <a:off x="8199150" y="5983875"/>
            <a:ext cx="586800" cy="571500"/>
            <a:chOff x="7894350" y="6212475"/>
            <a:chExt cx="586800" cy="571500"/>
          </a:xfrm>
        </p:grpSpPr>
        <p:sp>
          <p:nvSpPr>
            <p:cNvPr id="163" name="Google Shape;163;g2c30267b5f9_0_5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4" name="Google Shape;164;g2c30267b5f9_0_5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5" name="Google Shape;165;g2c30267b5f9_0_5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66" name="Google Shape;166;g2c30267b5f9_0_59"/>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167" name="Google Shape;167;g2c30267b5f9_0_59"/>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F7941D"/>
                </a:solidFill>
                <a:latin typeface="Poppins Medium"/>
                <a:ea typeface="Poppins Medium"/>
                <a:cs typeface="Poppins Medium"/>
                <a:sym typeface="Poppins Medium"/>
              </a:rPr>
              <a:t>Decodable Readers &amp; Teacher Book Activities</a:t>
            </a:r>
            <a:endParaRPr sz="1100" b="0" i="0" u="none" strike="noStrike" cap="none">
              <a:solidFill>
                <a:srgbClr val="F7941D"/>
              </a:solidFill>
              <a:latin typeface="Poppins Medium"/>
              <a:ea typeface="Poppins Medium"/>
              <a:cs typeface="Poppins Medium"/>
              <a:sym typeface="Poppins Medium"/>
            </a:endParaRPr>
          </a:p>
        </p:txBody>
      </p:sp>
      <p:sp>
        <p:nvSpPr>
          <p:cNvPr id="168" name="Google Shape;168;g2c30267b5f9_0_59"/>
          <p:cNvSpPr txBox="1"/>
          <p:nvPr/>
        </p:nvSpPr>
        <p:spPr>
          <a:xfrm>
            <a:off x="4318141" y="2438500"/>
            <a:ext cx="22023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F7941D"/>
                </a:solidFill>
                <a:latin typeface="Poppins Medium"/>
                <a:ea typeface="Poppins Medium"/>
                <a:cs typeface="Poppins Medium"/>
                <a:sym typeface="Poppins Medium"/>
              </a:rPr>
              <a:t>Workbooks</a:t>
            </a:r>
            <a:endParaRPr sz="1100" b="0" i="0" u="none" strike="noStrike" cap="none">
              <a:solidFill>
                <a:srgbClr val="F7941D"/>
              </a:solidFill>
              <a:latin typeface="Poppins Medium"/>
              <a:ea typeface="Poppins Medium"/>
              <a:cs typeface="Poppins Medium"/>
              <a:sym typeface="Poppins Medium"/>
            </a:endParaRPr>
          </a:p>
        </p:txBody>
      </p:sp>
      <p:grpSp>
        <p:nvGrpSpPr>
          <p:cNvPr id="170" name="Google Shape;170;g2c30267b5f9_0_59"/>
          <p:cNvGrpSpPr/>
          <p:nvPr/>
        </p:nvGrpSpPr>
        <p:grpSpPr>
          <a:xfrm>
            <a:off x="-36800" y="-52000"/>
            <a:ext cx="9236100" cy="543750"/>
            <a:chOff x="-36800" y="-52000"/>
            <a:chExt cx="9236100" cy="543750"/>
          </a:xfrm>
        </p:grpSpPr>
        <p:sp>
          <p:nvSpPr>
            <p:cNvPr id="171" name="Google Shape;171;g2c30267b5f9_0_59"/>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c30267b5f9_0_59"/>
            <p:cNvGrpSpPr/>
            <p:nvPr/>
          </p:nvGrpSpPr>
          <p:grpSpPr>
            <a:xfrm>
              <a:off x="565600" y="88250"/>
              <a:ext cx="1337400" cy="403500"/>
              <a:chOff x="565600" y="88250"/>
              <a:chExt cx="1337400" cy="403500"/>
            </a:xfrm>
          </p:grpSpPr>
          <p:grpSp>
            <p:nvGrpSpPr>
              <p:cNvPr id="173" name="Google Shape;173;g2c30267b5f9_0_59"/>
              <p:cNvGrpSpPr/>
              <p:nvPr/>
            </p:nvGrpSpPr>
            <p:grpSpPr>
              <a:xfrm>
                <a:off x="565600" y="88250"/>
                <a:ext cx="1337400" cy="403500"/>
                <a:chOff x="565600" y="88250"/>
                <a:chExt cx="1337400" cy="403500"/>
              </a:xfrm>
            </p:grpSpPr>
            <p:sp>
              <p:nvSpPr>
                <p:cNvPr id="174" name="Google Shape;174;g2c30267b5f9_0_59"/>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5" name="Google Shape;175;g2c30267b5f9_0_59"/>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76" name="Google Shape;176;g2c30267b5f9_0_59"/>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77" name="Google Shape;177;g2c30267b5f9_0_59"/>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c30267b5f9_0_59"/>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c30267b5f9_0_59"/>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c30267b5f9_0_59"/>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c30267b5f9_0_59"/>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c30267b5f9_0_59"/>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c30267b5f9_0_59"/>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c30267b5f9_0_59"/>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c30267b5f9_0_59"/>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c30267b5f9_0_59"/>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egal Notice">
  <p:cSld name="Alien Word of the Day_2_1_1_1">
    <p:spTree>
      <p:nvGrpSpPr>
        <p:cNvPr id="1" name="Shape 200"/>
        <p:cNvGrpSpPr/>
        <p:nvPr/>
      </p:nvGrpSpPr>
      <p:grpSpPr>
        <a:xfrm>
          <a:off x="0" y="0"/>
          <a:ext cx="0" cy="0"/>
          <a:chOff x="0" y="0"/>
          <a:chExt cx="0" cy="0"/>
        </a:xfrm>
      </p:grpSpPr>
      <p:sp>
        <p:nvSpPr>
          <p:cNvPr id="201" name="Google Shape;201;g26c2c0d958c_0_721"/>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g26c2c0d958c_0_721"/>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 name="Google Shape;203;g26c2c0d958c_0_721"/>
          <p:cNvSpPr txBox="1"/>
          <p:nvPr/>
        </p:nvSpPr>
        <p:spPr>
          <a:xfrm>
            <a:off x="995275" y="767400"/>
            <a:ext cx="7153500" cy="24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Legal notice and Sharing Permissions </a:t>
            </a:r>
            <a:endParaRPr sz="1400" b="0" i="0" u="none" strike="noStrike" cap="none">
              <a:solidFill>
                <a:srgbClr val="000000"/>
              </a:solidFill>
              <a:latin typeface="Arial"/>
              <a:ea typeface="Arial"/>
              <a:cs typeface="Arial"/>
              <a:sym typeface="Arial"/>
            </a:endParaRPr>
          </a:p>
        </p:txBody>
      </p:sp>
      <p:sp>
        <p:nvSpPr>
          <p:cNvPr id="204" name="Google Shape;204;g26c2c0d958c_0_721"/>
          <p:cNvSpPr txBox="1"/>
          <p:nvPr/>
        </p:nvSpPr>
        <p:spPr>
          <a:xfrm>
            <a:off x="995275" y="1370825"/>
            <a:ext cx="4624500" cy="2243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rgbClr val="000000"/>
                </a:solidFill>
                <a:latin typeface="Arial"/>
                <a:ea typeface="Arial"/>
                <a:cs typeface="Arial"/>
                <a:sym typeface="Arial"/>
              </a:rPr>
              <a:t>All rights reserved. © Copyright 2024 by Rainbow Phonics.</a:t>
            </a: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rgbClr val="000000"/>
                </a:solidFill>
                <a:latin typeface="Arial"/>
                <a:ea typeface="Arial"/>
                <a:cs typeface="Arial"/>
                <a:sym typeface="Arial"/>
              </a:rPr>
              <a:t>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lang="en-US" sz="939" b="0" i="0" u="sng" strike="noStrike" cap="none">
                <a:solidFill>
                  <a:schemeClr val="hlink"/>
                </a:solidFill>
                <a:latin typeface="Arial"/>
                <a:ea typeface="Arial"/>
                <a:cs typeface="Arial"/>
                <a:sym typeface="Arial"/>
                <a:hlinkClick r:id="rId2"/>
              </a:rPr>
              <a:t>www.rainbowphonics</a:t>
            </a:r>
            <a:r>
              <a:rPr lang="en-US" sz="939" u="sng">
                <a:solidFill>
                  <a:schemeClr val="hlink"/>
                </a:solidFill>
                <a:hlinkClick r:id="rId2"/>
              </a:rPr>
              <a:t>.co.nz</a:t>
            </a:r>
            <a:r>
              <a:rPr lang="en-US" sz="939" b="0" i="0" u="none" strike="noStrike" cap="none">
                <a:solidFill>
                  <a:srgbClr val="000000"/>
                </a:solidFill>
                <a:latin typeface="Arial"/>
                <a:ea typeface="Arial"/>
                <a:cs typeface="Arial"/>
                <a:sym typeface="Arial"/>
              </a:rPr>
              <a:t>. Decodable readers displayed are published by Beanstalk Books and are available at </a:t>
            </a:r>
            <a:r>
              <a:rPr lang="en-US" sz="939" b="0" i="0" u="sng" strike="noStrike" cap="none">
                <a:solidFill>
                  <a:schemeClr val="hlink"/>
                </a:solidFill>
                <a:latin typeface="Arial"/>
                <a:ea typeface="Arial"/>
                <a:cs typeface="Arial"/>
                <a:sym typeface="Arial"/>
                <a:hlinkClick r:id="rId3"/>
              </a:rPr>
              <a:t>www.beanstalkbooks</a:t>
            </a:r>
            <a:r>
              <a:rPr lang="en-US" sz="939" u="sng">
                <a:solidFill>
                  <a:schemeClr val="hlink"/>
                </a:solidFill>
                <a:hlinkClick r:id="rId3"/>
              </a:rPr>
              <a:t>.co.nz</a:t>
            </a:r>
            <a:r>
              <a:rPr lang="en-US" sz="939" b="0" i="0" u="none" strike="noStrike" cap="none">
                <a:solidFill>
                  <a:srgbClr val="000000"/>
                </a:solidFill>
                <a:latin typeface="Arial"/>
                <a:ea typeface="Arial"/>
                <a:cs typeface="Arial"/>
                <a:sym typeface="Arial"/>
              </a:rPr>
              <a:t>, teaching resources and games referenced are available at </a:t>
            </a:r>
            <a:r>
              <a:rPr lang="en-US" sz="939" b="0" i="0" u="sng" strike="noStrike" cap="none">
                <a:solidFill>
                  <a:schemeClr val="hlink"/>
                </a:solidFill>
                <a:latin typeface="Arial"/>
                <a:ea typeface="Arial"/>
                <a:cs typeface="Arial"/>
                <a:sym typeface="Arial"/>
                <a:hlinkClick r:id="rId4"/>
              </a:rPr>
              <a:t>www.juniorlearning</a:t>
            </a:r>
            <a:r>
              <a:rPr lang="en-US" sz="939" u="sng">
                <a:solidFill>
                  <a:schemeClr val="hlink"/>
                </a:solidFill>
                <a:hlinkClick r:id="rId4"/>
              </a:rPr>
              <a:t>.co.nz</a:t>
            </a:r>
            <a:r>
              <a:rPr lang="en-US" sz="939" b="0" i="0" u="none" strike="noStrike" cap="none">
                <a:solidFill>
                  <a:srgbClr val="000000"/>
                </a:solidFill>
                <a:latin typeface="Arial"/>
                <a:ea typeface="Arial"/>
                <a:cs typeface="Arial"/>
                <a:sym typeface="Arial"/>
              </a:rPr>
              <a:t>. </a:t>
            </a: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chemeClr val="dk1"/>
                </a:solidFill>
                <a:latin typeface="Arial"/>
                <a:ea typeface="Arial"/>
                <a:cs typeface="Arial"/>
                <a:sym typeface="Arial"/>
              </a:rPr>
              <a:t>These presentations work alongside the Rainbow Phonics range of Teacher Planners and Supplementary Resources. The Teacher Planners provide daily lessons and weekly plans based on the progression of the Rainbow Phonics Program, with additional teacher-led activities, visual examples, phonics assessments and much more, all of which aid in successful phonics instruction. </a:t>
            </a:r>
            <a:endParaRPr sz="939" b="0" i="0" u="none" strike="noStrike" cap="none">
              <a:solidFill>
                <a:srgbClr val="000000"/>
              </a:solidFill>
              <a:latin typeface="Arial"/>
              <a:ea typeface="Arial"/>
              <a:cs typeface="Arial"/>
              <a:sym typeface="Arial"/>
            </a:endParaRPr>
          </a:p>
        </p:txBody>
      </p:sp>
      <p:sp>
        <p:nvSpPr>
          <p:cNvPr id="205" name="Google Shape;205;g26c2c0d958c_0_721"/>
          <p:cNvSpPr txBox="1"/>
          <p:nvPr/>
        </p:nvSpPr>
        <p:spPr>
          <a:xfrm>
            <a:off x="1422825" y="3597900"/>
            <a:ext cx="3149700" cy="18243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990"/>
              <a:buFont typeface="Arial"/>
              <a:buNone/>
            </a:pPr>
            <a:r>
              <a:rPr lang="en-US" sz="1240" b="0" i="0" u="none" strike="noStrike" cap="none">
                <a:solidFill>
                  <a:srgbClr val="000000"/>
                </a:solidFill>
                <a:latin typeface="Arial"/>
                <a:ea typeface="Arial"/>
                <a:cs typeface="Arial"/>
                <a:sym typeface="Arial"/>
              </a:rPr>
              <a:t>What you can do with this </a:t>
            </a:r>
            <a:r>
              <a:rPr lang="en-US" sz="1240" b="0" i="0" u="none" strike="noStrike" cap="none">
                <a:solidFill>
                  <a:schemeClr val="dk1"/>
                </a:solidFill>
                <a:latin typeface="Arial"/>
                <a:ea typeface="Arial"/>
                <a:cs typeface="Arial"/>
                <a:sym typeface="Arial"/>
              </a:rPr>
              <a:t>resource</a:t>
            </a:r>
            <a:r>
              <a:rPr lang="en-US" sz="1240" b="0" i="0" u="none" strike="noStrike" cap="none">
                <a:solidFill>
                  <a:srgbClr val="000000"/>
                </a:solidFill>
                <a:latin typeface="Arial"/>
                <a:ea typeface="Arial"/>
                <a:cs typeface="Arial"/>
                <a:sym typeface="Arial"/>
              </a:rPr>
              <a:t>:</a:t>
            </a:r>
            <a:endParaRPr sz="12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Use this resource for personal / classroom use, </a:t>
            </a:r>
            <a:r>
              <a:rPr lang="en-US" sz="1040" b="0" i="0" u="none" strike="noStrike" cap="none">
                <a:solidFill>
                  <a:srgbClr val="000000"/>
                </a:solidFill>
                <a:latin typeface="Poppins SemiBold"/>
                <a:ea typeface="Poppins SemiBold"/>
                <a:cs typeface="Poppins SemiBold"/>
                <a:sym typeface="Poppins SemiBold"/>
              </a:rPr>
              <a:t>with</a:t>
            </a:r>
            <a:r>
              <a:rPr lang="en-US" sz="1040" b="0" i="0" u="none" strike="noStrike" cap="none">
                <a:solidFill>
                  <a:srgbClr val="000000"/>
                </a:solidFill>
                <a:latin typeface="Arial"/>
                <a:ea typeface="Arial"/>
                <a:cs typeface="Arial"/>
                <a:sym typeface="Arial"/>
              </a:rPr>
              <a:t> proper acknowledgement given to Rainbow Phonics.</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sz="1040" b="0" i="0" u="none" strike="noStrike" cap="none">
              <a:solidFill>
                <a:srgbClr val="000000"/>
              </a:solidFill>
              <a:latin typeface="Arial"/>
              <a:ea typeface="Arial"/>
              <a:cs typeface="Arial"/>
              <a:sym typeface="Arial"/>
            </a:endParaRPr>
          </a:p>
        </p:txBody>
      </p:sp>
      <p:sp>
        <p:nvSpPr>
          <p:cNvPr id="206" name="Google Shape;206;g26c2c0d958c_0_721"/>
          <p:cNvSpPr txBox="1"/>
          <p:nvPr/>
        </p:nvSpPr>
        <p:spPr>
          <a:xfrm>
            <a:off x="4756150" y="3597900"/>
            <a:ext cx="3535800" cy="24117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990"/>
              <a:buFont typeface="Arial"/>
              <a:buNone/>
            </a:pPr>
            <a:r>
              <a:rPr lang="en-US" sz="1240" b="0" i="0" u="none" strike="noStrike" cap="none">
                <a:solidFill>
                  <a:srgbClr val="000000"/>
                </a:solidFill>
                <a:latin typeface="Arial"/>
                <a:ea typeface="Arial"/>
                <a:cs typeface="Arial"/>
                <a:sym typeface="Arial"/>
              </a:rPr>
              <a:t>What you can’t do with this resource:</a:t>
            </a:r>
            <a:endParaRPr sz="12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chemeClr val="dk1"/>
              </a:buClr>
              <a:buSzPts val="1040"/>
              <a:buFont typeface="Arial"/>
              <a:buChar char="●"/>
            </a:pPr>
            <a:r>
              <a:rPr lang="en-US" sz="1040" b="0" i="0" u="none" strike="noStrike" cap="none">
                <a:solidFill>
                  <a:schemeClr val="dk1"/>
                </a:solidFill>
                <a:latin typeface="Arial"/>
                <a:ea typeface="Arial"/>
                <a:cs typeface="Arial"/>
                <a:sym typeface="Arial"/>
              </a:rPr>
              <a:t>Make a copy of this resource and edit it for commercial distribution or other purposes.</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Distribute images or assets in this presentation outside of this resource, as this is copywritten material.</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chemeClr val="dk1"/>
              </a:buClr>
              <a:buSzPts val="1040"/>
              <a:buFont typeface="Arial"/>
              <a:buChar char="●"/>
            </a:pPr>
            <a:r>
              <a:rPr lang="en-US" sz="1040" b="0" i="0" u="none" strike="noStrike" cap="none">
                <a:solidFill>
                  <a:schemeClr val="dk1"/>
                </a:solidFill>
                <a:latin typeface="Arial"/>
                <a:ea typeface="Arial"/>
                <a:cs typeface="Arial"/>
                <a:sym typeface="Arial"/>
              </a:rPr>
              <a:t>Sell any of the displayed resources commercially.</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Host or share these resources with other parties, without written consent from </a:t>
            </a:r>
            <a:r>
              <a:rPr lang="en-US" sz="1040" b="0" i="0" u="none" strike="noStrike" cap="none">
                <a:solidFill>
                  <a:schemeClr val="dk1"/>
                </a:solidFill>
                <a:latin typeface="Arial"/>
                <a:ea typeface="Arial"/>
                <a:cs typeface="Arial"/>
                <a:sym typeface="Arial"/>
              </a:rPr>
              <a:t>Rainbow Phonics</a:t>
            </a:r>
            <a:r>
              <a:rPr lang="en-US" sz="1040" b="0" i="0" u="none" strike="noStrike" cap="none">
                <a:solidFill>
                  <a:srgbClr val="000000"/>
                </a:solidFill>
                <a:latin typeface="Arial"/>
                <a:ea typeface="Arial"/>
                <a:cs typeface="Arial"/>
                <a:sym typeface="Arial"/>
              </a:rPr>
              <a:t>.</a:t>
            </a:r>
            <a:endParaRPr sz="1040" b="0" i="0" u="none" strike="noStrike" cap="none">
              <a:solidFill>
                <a:srgbClr val="000000"/>
              </a:solidFill>
              <a:latin typeface="Arial"/>
              <a:ea typeface="Arial"/>
              <a:cs typeface="Arial"/>
              <a:sym typeface="Arial"/>
            </a:endParaRPr>
          </a:p>
        </p:txBody>
      </p:sp>
      <p:cxnSp>
        <p:nvCxnSpPr>
          <p:cNvPr id="207" name="Google Shape;207;g26c2c0d958c_0_721"/>
          <p:cNvCxnSpPr/>
          <p:nvPr/>
        </p:nvCxnSpPr>
        <p:spPr>
          <a:xfrm>
            <a:off x="865586" y="1350235"/>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208" name="Google Shape;208;g26c2c0d958c_0_721"/>
          <p:cNvSpPr/>
          <p:nvPr/>
        </p:nvSpPr>
        <p:spPr>
          <a:xfrm>
            <a:off x="4442194" y="3596257"/>
            <a:ext cx="363000" cy="363000"/>
          </a:xfrm>
          <a:prstGeom prst="mathMultiply">
            <a:avLst>
              <a:gd name="adj1" fmla="val 23520"/>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209" name="Google Shape;209;g26c2c0d958c_0_721"/>
          <p:cNvGrpSpPr/>
          <p:nvPr/>
        </p:nvGrpSpPr>
        <p:grpSpPr>
          <a:xfrm>
            <a:off x="1050674" y="3528974"/>
            <a:ext cx="508471" cy="472349"/>
            <a:chOff x="718913" y="3178865"/>
            <a:chExt cx="825441" cy="766800"/>
          </a:xfrm>
        </p:grpSpPr>
        <p:sp>
          <p:nvSpPr>
            <p:cNvPr id="210" name="Google Shape;210;g26c2c0d958c_0_721"/>
            <p:cNvSpPr/>
            <p:nvPr/>
          </p:nvSpPr>
          <p:spPr>
            <a:xfrm rot="8100000">
              <a:off x="865666" y="3315344"/>
              <a:ext cx="590576" cy="493843"/>
            </a:xfrm>
            <a:prstGeom prst="mathMinus">
              <a:avLst>
                <a:gd name="adj1" fmla="val 2352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6c2c0d958c_0_721"/>
            <p:cNvSpPr/>
            <p:nvPr/>
          </p:nvSpPr>
          <p:spPr>
            <a:xfrm rot="2700000">
              <a:off x="847908" y="3390222"/>
              <a:ext cx="311410" cy="493843"/>
            </a:xfrm>
            <a:prstGeom prst="mathMinus">
              <a:avLst>
                <a:gd name="adj1" fmla="val 2352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13" name="Google Shape;213;g26c2c0d958c_0_721"/>
          <p:cNvSpPr txBox="1"/>
          <p:nvPr/>
        </p:nvSpPr>
        <p:spPr>
          <a:xfrm>
            <a:off x="995275" y="1008390"/>
            <a:ext cx="7153500" cy="24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by accessing this resource you accept the following terms and conditions</a:t>
            </a:r>
            <a:endParaRPr sz="1000" b="0" i="0" u="none" strike="noStrike" cap="none">
              <a:solidFill>
                <a:srgbClr val="000000"/>
              </a:solidFill>
              <a:latin typeface="Arial"/>
              <a:ea typeface="Arial"/>
              <a:cs typeface="Arial"/>
              <a:sym typeface="Arial"/>
            </a:endParaRPr>
          </a:p>
        </p:txBody>
      </p:sp>
      <p:sp>
        <p:nvSpPr>
          <p:cNvPr id="214" name="Google Shape;214;g26c2c0d958c_0_721"/>
          <p:cNvSpPr txBox="1"/>
          <p:nvPr/>
        </p:nvSpPr>
        <p:spPr>
          <a:xfrm>
            <a:off x="3694625" y="6352800"/>
            <a:ext cx="5162700" cy="30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FFFFFF"/>
                </a:solidFill>
                <a:latin typeface="Poppins Medium"/>
                <a:ea typeface="Poppins Medium"/>
                <a:cs typeface="Poppins Medium"/>
                <a:sym typeface="Poppins Medium"/>
              </a:rPr>
              <a:t>Discover more at www.rainbowphonics</a:t>
            </a:r>
            <a:r>
              <a:rPr lang="en-US" sz="1600">
                <a:solidFill>
                  <a:srgbClr val="FFFFFF"/>
                </a:solidFill>
                <a:latin typeface="Poppins Medium"/>
                <a:ea typeface="Poppins Medium"/>
                <a:cs typeface="Poppins Medium"/>
                <a:sym typeface="Poppins Medium"/>
              </a:rPr>
              <a:t>.co.nz</a:t>
            </a:r>
            <a:endParaRPr sz="1600" b="0" i="0" u="none" strike="noStrike" cap="none">
              <a:solidFill>
                <a:srgbClr val="FFFFFF"/>
              </a:solidFill>
              <a:latin typeface="Poppins Medium"/>
              <a:ea typeface="Poppins Medium"/>
              <a:cs typeface="Poppins Medium"/>
              <a:sym typeface="Poppins Medium"/>
            </a:endParaRPr>
          </a:p>
        </p:txBody>
      </p:sp>
      <p:grpSp>
        <p:nvGrpSpPr>
          <p:cNvPr id="215" name="Google Shape;215;g26c2c0d958c_0_721"/>
          <p:cNvGrpSpPr/>
          <p:nvPr/>
        </p:nvGrpSpPr>
        <p:grpSpPr>
          <a:xfrm>
            <a:off x="5434991" y="1479991"/>
            <a:ext cx="3149632" cy="2411780"/>
            <a:chOff x="5434991" y="1479991"/>
            <a:chExt cx="3149632" cy="2411780"/>
          </a:xfrm>
        </p:grpSpPr>
        <p:pic>
          <p:nvPicPr>
            <p:cNvPr id="216" name="Google Shape;216;g26c2c0d958c_0_721"/>
            <p:cNvPicPr preferRelativeResize="0"/>
            <p:nvPr/>
          </p:nvPicPr>
          <p:blipFill rotWithShape="1">
            <a:blip r:embed="rId5">
              <a:alphaModFix/>
            </a:blip>
            <a:srcRect/>
            <a:stretch/>
          </p:blipFill>
          <p:spPr>
            <a:xfrm rot="512460">
              <a:off x="7037628" y="1625095"/>
              <a:ext cx="1315271" cy="1315264"/>
            </a:xfrm>
            <a:prstGeom prst="rect">
              <a:avLst/>
            </a:prstGeom>
            <a:noFill/>
            <a:ln>
              <a:noFill/>
            </a:ln>
            <a:effectLst>
              <a:outerShdw blurRad="57150" dist="19050" dir="5400000" algn="bl" rotWithShape="0">
                <a:srgbClr val="000000">
                  <a:alpha val="20784"/>
                </a:srgbClr>
              </a:outerShdw>
            </a:effectLst>
          </p:spPr>
        </p:pic>
        <p:pic>
          <p:nvPicPr>
            <p:cNvPr id="217" name="Google Shape;217;g26c2c0d958c_0_721"/>
            <p:cNvPicPr preferRelativeResize="0"/>
            <p:nvPr/>
          </p:nvPicPr>
          <p:blipFill rotWithShape="1">
            <a:blip r:embed="rId6">
              <a:alphaModFix/>
            </a:blip>
            <a:srcRect/>
            <a:stretch/>
          </p:blipFill>
          <p:spPr>
            <a:xfrm rot="251087">
              <a:off x="6595023" y="1526228"/>
              <a:ext cx="1315273" cy="1315263"/>
            </a:xfrm>
            <a:prstGeom prst="rect">
              <a:avLst/>
            </a:prstGeom>
            <a:noFill/>
            <a:ln>
              <a:noFill/>
            </a:ln>
            <a:effectLst>
              <a:outerShdw blurRad="57150" dist="19050" dir="5400000" algn="bl" rotWithShape="0">
                <a:srgbClr val="000000">
                  <a:alpha val="20784"/>
                </a:srgbClr>
              </a:outerShdw>
            </a:effectLst>
          </p:spPr>
        </p:pic>
        <p:pic>
          <p:nvPicPr>
            <p:cNvPr id="218" name="Google Shape;218;g26c2c0d958c_0_721"/>
            <p:cNvPicPr preferRelativeResize="0"/>
            <p:nvPr/>
          </p:nvPicPr>
          <p:blipFill rotWithShape="1">
            <a:blip r:embed="rId7">
              <a:alphaModFix/>
            </a:blip>
            <a:srcRect/>
            <a:stretch/>
          </p:blipFill>
          <p:spPr>
            <a:xfrm rot="-198789">
              <a:off x="6033849" y="1525113"/>
              <a:ext cx="1317502" cy="1317491"/>
            </a:xfrm>
            <a:prstGeom prst="rect">
              <a:avLst/>
            </a:prstGeom>
            <a:noFill/>
            <a:ln>
              <a:noFill/>
            </a:ln>
            <a:effectLst>
              <a:outerShdw blurRad="57150" dist="19050" dir="5400000" algn="bl" rotWithShape="0">
                <a:srgbClr val="000000">
                  <a:alpha val="20784"/>
                </a:srgbClr>
              </a:outerShdw>
            </a:effectLst>
          </p:spPr>
        </p:pic>
        <p:pic>
          <p:nvPicPr>
            <p:cNvPr id="219" name="Google Shape;219;g26c2c0d958c_0_721"/>
            <p:cNvPicPr preferRelativeResize="0"/>
            <p:nvPr/>
          </p:nvPicPr>
          <p:blipFill rotWithShape="1">
            <a:blip r:embed="rId8">
              <a:alphaModFix/>
            </a:blip>
            <a:srcRect/>
            <a:stretch/>
          </p:blipFill>
          <p:spPr>
            <a:xfrm rot="-505317">
              <a:off x="5528790" y="1629680"/>
              <a:ext cx="1382684" cy="1382665"/>
            </a:xfrm>
            <a:prstGeom prst="rect">
              <a:avLst/>
            </a:prstGeom>
            <a:noFill/>
            <a:ln>
              <a:noFill/>
            </a:ln>
            <a:effectLst>
              <a:outerShdw blurRad="57150" dist="19050" dir="5400000" algn="bl" rotWithShape="0">
                <a:srgbClr val="000000">
                  <a:alpha val="20784"/>
                </a:srgbClr>
              </a:outerShdw>
            </a:effectLst>
          </p:spPr>
        </p:pic>
        <p:pic>
          <p:nvPicPr>
            <p:cNvPr id="220" name="Google Shape;220;g26c2c0d958c_0_721"/>
            <p:cNvPicPr preferRelativeResize="0"/>
            <p:nvPr/>
          </p:nvPicPr>
          <p:blipFill rotWithShape="1">
            <a:blip r:embed="rId9">
              <a:alphaModFix/>
            </a:blip>
            <a:srcRect/>
            <a:stretch/>
          </p:blipFill>
          <p:spPr>
            <a:xfrm rot="381644">
              <a:off x="6819230" y="2126378"/>
              <a:ext cx="1677627" cy="1677627"/>
            </a:xfrm>
            <a:prstGeom prst="rect">
              <a:avLst/>
            </a:prstGeom>
            <a:noFill/>
            <a:ln>
              <a:noFill/>
            </a:ln>
            <a:effectLst>
              <a:outerShdw blurRad="57150" dist="19050" dir="5400000" algn="bl" rotWithShape="0">
                <a:srgbClr val="000000">
                  <a:alpha val="20784"/>
                </a:srgbClr>
              </a:outerShdw>
            </a:effectLst>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21"/>
        <p:cNvGrpSpPr/>
        <p:nvPr/>
      </p:nvGrpSpPr>
      <p:grpSpPr>
        <a:xfrm>
          <a:off x="0" y="0"/>
          <a:ext cx="0" cy="0"/>
          <a:chOff x="0" y="0"/>
          <a:chExt cx="0" cy="0"/>
        </a:xfrm>
      </p:grpSpPr>
      <p:sp>
        <p:nvSpPr>
          <p:cNvPr id="222" name="Google Shape;222;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3" name="Google Shape;223;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6" name="Google Shape;226;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29" name="Google Shape;229;g2c235dd0dad_1_87"/>
          <p:cNvGrpSpPr/>
          <p:nvPr/>
        </p:nvGrpSpPr>
        <p:grpSpPr>
          <a:xfrm>
            <a:off x="662575" y="6212475"/>
            <a:ext cx="586800" cy="571500"/>
            <a:chOff x="662575" y="6212475"/>
            <a:chExt cx="586800" cy="571500"/>
          </a:xfrm>
        </p:grpSpPr>
        <p:sp>
          <p:nvSpPr>
            <p:cNvPr id="230" name="Google Shape;23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2c235dd0dad_1_87"/>
          <p:cNvGrpSpPr/>
          <p:nvPr/>
        </p:nvGrpSpPr>
        <p:grpSpPr>
          <a:xfrm>
            <a:off x="7894350" y="6212475"/>
            <a:ext cx="586800" cy="571500"/>
            <a:chOff x="7894350" y="6212475"/>
            <a:chExt cx="586800" cy="571500"/>
          </a:xfrm>
        </p:grpSpPr>
        <p:sp>
          <p:nvSpPr>
            <p:cNvPr id="234" name="Google Shape;23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38" name="Google Shape;238;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9" name="Google Shape;239;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40" name="Google Shape;240;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1" name="Google Shape;241;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2" name="Google Shape;242;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3" name="Google Shape;243;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44" name="Google Shape;244;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45" name="Google Shape;245;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6" name="Google Shape;246;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7" name="Google Shape;247;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8" name="Google Shape;248;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9" name="Google Shape;249;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0" name="Google Shape;250;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1" name="Google Shape;251;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2" name="Google Shape;252;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53"/>
        <p:cNvGrpSpPr/>
        <p:nvPr/>
      </p:nvGrpSpPr>
      <p:grpSpPr>
        <a:xfrm>
          <a:off x="0" y="0"/>
          <a:ext cx="0" cy="0"/>
          <a:chOff x="0" y="0"/>
          <a:chExt cx="0" cy="0"/>
        </a:xfrm>
      </p:grpSpPr>
      <p:sp>
        <p:nvSpPr>
          <p:cNvPr id="254" name="Google Shape;254;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5" name="Google Shape;255;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60" name="Google Shape;260;g1f3daf8a844_0_32"/>
          <p:cNvGrpSpPr/>
          <p:nvPr/>
        </p:nvGrpSpPr>
        <p:grpSpPr>
          <a:xfrm>
            <a:off x="662575" y="6212475"/>
            <a:ext cx="586800" cy="571500"/>
            <a:chOff x="662575" y="6212475"/>
            <a:chExt cx="586800" cy="571500"/>
          </a:xfrm>
        </p:grpSpPr>
        <p:sp>
          <p:nvSpPr>
            <p:cNvPr id="261" name="Google Shape;26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4" name="Google Shape;264;g1f3daf8a844_0_32"/>
          <p:cNvGrpSpPr/>
          <p:nvPr/>
        </p:nvGrpSpPr>
        <p:grpSpPr>
          <a:xfrm>
            <a:off x="7894350" y="6212475"/>
            <a:ext cx="586800" cy="571500"/>
            <a:chOff x="7894350" y="6212475"/>
            <a:chExt cx="586800" cy="571500"/>
          </a:xfrm>
        </p:grpSpPr>
        <p:sp>
          <p:nvSpPr>
            <p:cNvPr id="265" name="Google Shape;26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8" name="Google Shape;268;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69" name="Google Shape;26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0" name="Google Shape;27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71" name="Google Shape;27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2" name="Google Shape;27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3" name="Google Shape;27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74" name="Google Shape;27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75" name="Google Shape;27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76" name="Google Shape;27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77" name="Google Shape;27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78" name="Google Shape;27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79" name="Google Shape;27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80" name="Google Shape;28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81" name="Google Shape;28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82" name="Google Shape;28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83"/>
        <p:cNvGrpSpPr/>
        <p:nvPr/>
      </p:nvGrpSpPr>
      <p:grpSpPr>
        <a:xfrm>
          <a:off x="0" y="0"/>
          <a:ext cx="0" cy="0"/>
          <a:chOff x="0" y="0"/>
          <a:chExt cx="0" cy="0"/>
        </a:xfrm>
      </p:grpSpPr>
      <p:sp>
        <p:nvSpPr>
          <p:cNvPr id="284" name="Google Shape;284;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90" name="Google Shape;290;g2c157a2fb06_0_53"/>
          <p:cNvGrpSpPr/>
          <p:nvPr/>
        </p:nvGrpSpPr>
        <p:grpSpPr>
          <a:xfrm>
            <a:off x="662575" y="6212475"/>
            <a:ext cx="586800" cy="571500"/>
            <a:chOff x="662575" y="6212475"/>
            <a:chExt cx="586800" cy="571500"/>
          </a:xfrm>
        </p:grpSpPr>
        <p:sp>
          <p:nvSpPr>
            <p:cNvPr id="291" name="Google Shape;291;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4" name="Google Shape;294;g2c157a2fb06_0_53"/>
          <p:cNvGrpSpPr/>
          <p:nvPr/>
        </p:nvGrpSpPr>
        <p:grpSpPr>
          <a:xfrm>
            <a:off x="7894350" y="6212475"/>
            <a:ext cx="586800" cy="571500"/>
            <a:chOff x="7894350" y="6212475"/>
            <a:chExt cx="586800" cy="571500"/>
          </a:xfrm>
        </p:grpSpPr>
        <p:sp>
          <p:nvSpPr>
            <p:cNvPr id="295" name="Google Shape;295;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8" name="Google Shape;298;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99" name="Google Shape;299;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305" name="Google Shape;30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6" name="Google Shape;30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7" name="Google Shape;30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8" name="Google Shape;30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9" name="Google Shape;30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0" name="Google Shape;31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1" name="Google Shape;31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2" name="Google Shape;31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3" name="Google Shape;31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14" name="Google Shape;314;g2c157a2fb06_0_53"/>
          <p:cNvGrpSpPr/>
          <p:nvPr/>
        </p:nvGrpSpPr>
        <p:grpSpPr>
          <a:xfrm>
            <a:off x="1403031" y="6958923"/>
            <a:ext cx="6774848" cy="1291477"/>
            <a:chOff x="717231" y="7263723"/>
            <a:chExt cx="6774848" cy="1291477"/>
          </a:xfrm>
        </p:grpSpPr>
        <p:sp>
          <p:nvSpPr>
            <p:cNvPr id="315" name="Google Shape;31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16" name="Google Shape;31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17" name="Google Shape;31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18" name="Google Shape;31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19" name="Google Shape;31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20" name="Google Shape;32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21" name="Google Shape;32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22" name="Google Shape;32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23" name="Google Shape;32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6" name="Google Shape;32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27" name="Google Shape;32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8"/>
        <p:cNvGrpSpPr/>
        <p:nvPr/>
      </p:nvGrpSpPr>
      <p:grpSpPr>
        <a:xfrm>
          <a:off x="0" y="0"/>
          <a:ext cx="0" cy="0"/>
          <a:chOff x="0" y="0"/>
          <a:chExt cx="0" cy="0"/>
        </a:xfrm>
      </p:grpSpPr>
      <p:pic>
        <p:nvPicPr>
          <p:cNvPr id="329" name="Google Shape;32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0" name="Google Shape;330;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5" name="Google Shape;335;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6" name="Google Shape;336;g2c157a2fb06_0_158"/>
          <p:cNvGrpSpPr/>
          <p:nvPr/>
        </p:nvGrpSpPr>
        <p:grpSpPr>
          <a:xfrm>
            <a:off x="662575" y="6212475"/>
            <a:ext cx="586800" cy="571500"/>
            <a:chOff x="662575" y="6212475"/>
            <a:chExt cx="586800" cy="571500"/>
          </a:xfrm>
        </p:grpSpPr>
        <p:sp>
          <p:nvSpPr>
            <p:cNvPr id="337" name="Google Shape;33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0" name="Google Shape;340;g2c157a2fb06_0_158"/>
          <p:cNvGrpSpPr/>
          <p:nvPr/>
        </p:nvGrpSpPr>
        <p:grpSpPr>
          <a:xfrm>
            <a:off x="7894350" y="6212475"/>
            <a:ext cx="586800" cy="571500"/>
            <a:chOff x="7894350" y="6212475"/>
            <a:chExt cx="586800" cy="571500"/>
          </a:xfrm>
        </p:grpSpPr>
        <p:sp>
          <p:nvSpPr>
            <p:cNvPr id="341" name="Google Shape;34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4" name="Google Shape;344;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45" name="Google Shape;345;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6" name="Google Shape;346;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47" name="Google Shape;34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8" name="Google Shape;34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9" name="Google Shape;34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50" name="Google Shape;35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51" name="Google Shape;35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3" name="Google Shape;35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4" name="Google Shape;35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5" name="Google Shape;35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6" name="Google Shape;35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7"/>
        <p:cNvGrpSpPr/>
        <p:nvPr/>
      </p:nvGrpSpPr>
      <p:grpSpPr>
        <a:xfrm>
          <a:off x="0" y="0"/>
          <a:ext cx="0" cy="0"/>
          <a:chOff x="0" y="0"/>
          <a:chExt cx="0" cy="0"/>
        </a:xfrm>
      </p:grpSpPr>
      <p:sp>
        <p:nvSpPr>
          <p:cNvPr id="358" name="Google Shape;358;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2" name="Google Shape;362;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4" name="Google Shape;364;g2c157a2fb06_0_263"/>
          <p:cNvGrpSpPr/>
          <p:nvPr/>
        </p:nvGrpSpPr>
        <p:grpSpPr>
          <a:xfrm>
            <a:off x="662575" y="6212475"/>
            <a:ext cx="586800" cy="571500"/>
            <a:chOff x="662575" y="6212475"/>
            <a:chExt cx="586800" cy="571500"/>
          </a:xfrm>
        </p:grpSpPr>
        <p:sp>
          <p:nvSpPr>
            <p:cNvPr id="365" name="Google Shape;365;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7" name="Google Shape;367;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68" name="Google Shape;368;g2c157a2fb06_0_263"/>
          <p:cNvGrpSpPr/>
          <p:nvPr/>
        </p:nvGrpSpPr>
        <p:grpSpPr>
          <a:xfrm>
            <a:off x="7894350" y="6212475"/>
            <a:ext cx="586800" cy="571500"/>
            <a:chOff x="7894350" y="6212475"/>
            <a:chExt cx="586800" cy="571500"/>
          </a:xfrm>
        </p:grpSpPr>
        <p:sp>
          <p:nvSpPr>
            <p:cNvPr id="369" name="Google Shape;369;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2" name="Google Shape;372;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3" name="Google Shape;373;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4" name="Google Shape;374;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6" name="Google Shape;37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7" name="Google Shape;37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78" name="Google Shape;37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79" name="Google Shape;37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0" name="Google Shape;38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1" name="Google Shape;38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2" name="Google Shape;38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3" name="Google Shape;383;g2c157a2fb06_0_263"/>
          <p:cNvSpPr>
            <a:spLocks noGrp="1"/>
          </p:cNvSpPr>
          <p:nvPr>
            <p:ph type="pic" idx="8"/>
          </p:nvPr>
        </p:nvSpPr>
        <p:spPr>
          <a:xfrm>
            <a:off x="5086375" y="4412425"/>
            <a:ext cx="2668800" cy="1291500"/>
          </a:xfrm>
          <a:prstGeom prst="rect">
            <a:avLst/>
          </a:prstGeom>
          <a:noFill/>
          <a:ln>
            <a:noFill/>
          </a:ln>
        </p:spPr>
      </p:sp>
      <p:sp>
        <p:nvSpPr>
          <p:cNvPr id="384" name="Google Shape;384;g2c157a2fb06_0_263"/>
          <p:cNvSpPr>
            <a:spLocks noGrp="1"/>
          </p:cNvSpPr>
          <p:nvPr>
            <p:ph type="pic" idx="9"/>
          </p:nvPr>
        </p:nvSpPr>
        <p:spPr>
          <a:xfrm>
            <a:off x="5086375" y="797675"/>
            <a:ext cx="2668800" cy="1291500"/>
          </a:xfrm>
          <a:prstGeom prst="rect">
            <a:avLst/>
          </a:prstGeom>
          <a:noFill/>
          <a:ln>
            <a:noFill/>
          </a:ln>
        </p:spPr>
      </p:sp>
      <p:sp>
        <p:nvSpPr>
          <p:cNvPr id="385" name="Google Shape;385;g2c157a2fb06_0_263"/>
          <p:cNvSpPr>
            <a:spLocks noGrp="1"/>
          </p:cNvSpPr>
          <p:nvPr>
            <p:ph type="pic" idx="13"/>
          </p:nvPr>
        </p:nvSpPr>
        <p:spPr>
          <a:xfrm>
            <a:off x="5086375" y="2002592"/>
            <a:ext cx="2668800" cy="1291500"/>
          </a:xfrm>
          <a:prstGeom prst="rect">
            <a:avLst/>
          </a:prstGeom>
          <a:noFill/>
          <a:ln>
            <a:noFill/>
          </a:ln>
        </p:spPr>
      </p:sp>
      <p:sp>
        <p:nvSpPr>
          <p:cNvPr id="386" name="Google Shape;386;g2c157a2fb06_0_263"/>
          <p:cNvSpPr>
            <a:spLocks noGrp="1"/>
          </p:cNvSpPr>
          <p:nvPr>
            <p:ph type="pic" idx="14"/>
          </p:nvPr>
        </p:nvSpPr>
        <p:spPr>
          <a:xfrm>
            <a:off x="5086375" y="3207508"/>
            <a:ext cx="2668800" cy="1291500"/>
          </a:xfrm>
          <a:prstGeom prst="rect">
            <a:avLst/>
          </a:prstGeom>
          <a:noFill/>
          <a:ln>
            <a:noFill/>
          </a:ln>
        </p:spPr>
      </p:sp>
      <p:sp>
        <p:nvSpPr>
          <p:cNvPr id="387" name="Google Shape;38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8" name="Google Shape;38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9"/>
        <p:cNvGrpSpPr/>
        <p:nvPr/>
      </p:nvGrpSpPr>
      <p:grpSpPr>
        <a:xfrm>
          <a:off x="0" y="0"/>
          <a:ext cx="0" cy="0"/>
          <a:chOff x="0" y="0"/>
          <a:chExt cx="0" cy="0"/>
        </a:xfrm>
      </p:grpSpPr>
      <p:cxnSp>
        <p:nvCxnSpPr>
          <p:cNvPr id="390" name="Google Shape;390;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1" name="Google Shape;391;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3" name="Google Shape;393;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6" name="Google Shape;396;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9" name="Google Shape;399;g2c157a2fb06_0_467"/>
          <p:cNvGrpSpPr/>
          <p:nvPr/>
        </p:nvGrpSpPr>
        <p:grpSpPr>
          <a:xfrm>
            <a:off x="662575" y="6212475"/>
            <a:ext cx="586800" cy="571500"/>
            <a:chOff x="662575" y="6212475"/>
            <a:chExt cx="586800" cy="571500"/>
          </a:xfrm>
        </p:grpSpPr>
        <p:sp>
          <p:nvSpPr>
            <p:cNvPr id="400" name="Google Shape;40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3" name="Google Shape;403;g2c157a2fb06_0_467"/>
          <p:cNvGrpSpPr/>
          <p:nvPr/>
        </p:nvGrpSpPr>
        <p:grpSpPr>
          <a:xfrm>
            <a:off x="7894350" y="6212475"/>
            <a:ext cx="586800" cy="571500"/>
            <a:chOff x="7894350" y="6212475"/>
            <a:chExt cx="586800" cy="571500"/>
          </a:xfrm>
        </p:grpSpPr>
        <p:sp>
          <p:nvSpPr>
            <p:cNvPr id="404" name="Google Shape;40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7" name="Google Shape;407;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8" name="Google Shape;408;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9" name="Google Shape;409;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1" name="Google Shape;41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2" name="Google Shape;41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3" name="Google Shape;41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414" name="Google Shape;41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5" name="Google Shape;41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6"/>
        <p:cNvGrpSpPr/>
        <p:nvPr/>
      </p:nvGrpSpPr>
      <p:grpSpPr>
        <a:xfrm>
          <a:off x="0" y="0"/>
          <a:ext cx="0" cy="0"/>
          <a:chOff x="0" y="0"/>
          <a:chExt cx="0" cy="0"/>
        </a:xfrm>
      </p:grpSpPr>
      <p:cxnSp>
        <p:nvCxnSpPr>
          <p:cNvPr id="417" name="Google Shape;417;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8" name="Google Shape;418;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2" name="Google Shape;422;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5" name="Google Shape;425;g2c157a2fb06_0_629"/>
          <p:cNvGrpSpPr/>
          <p:nvPr/>
        </p:nvGrpSpPr>
        <p:grpSpPr>
          <a:xfrm>
            <a:off x="662575" y="6212475"/>
            <a:ext cx="586800" cy="571500"/>
            <a:chOff x="662575" y="6212475"/>
            <a:chExt cx="586800" cy="571500"/>
          </a:xfrm>
        </p:grpSpPr>
        <p:sp>
          <p:nvSpPr>
            <p:cNvPr id="426" name="Google Shape;42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9" name="Google Shape;429;g2c157a2fb06_0_629"/>
          <p:cNvGrpSpPr/>
          <p:nvPr/>
        </p:nvGrpSpPr>
        <p:grpSpPr>
          <a:xfrm>
            <a:off x="7894350" y="6212475"/>
            <a:ext cx="586800" cy="571500"/>
            <a:chOff x="7894350" y="6212475"/>
            <a:chExt cx="586800" cy="571500"/>
          </a:xfrm>
        </p:grpSpPr>
        <p:sp>
          <p:nvSpPr>
            <p:cNvPr id="430" name="Google Shape;43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3" name="Google Shape;433;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5" name="Google Shape;435;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7" name="Google Shape;43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8" name="Google Shape;43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39" name="Google Shape;43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40" name="Google Shape;44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1" name="Google Shape;44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2" name="Google Shape;44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43"/>
        <p:cNvGrpSpPr/>
        <p:nvPr/>
      </p:nvGrpSpPr>
      <p:grpSpPr>
        <a:xfrm>
          <a:off x="0" y="0"/>
          <a:ext cx="0" cy="0"/>
          <a:chOff x="0" y="0"/>
          <a:chExt cx="0" cy="0"/>
        </a:xfrm>
      </p:grpSpPr>
      <p:cxnSp>
        <p:nvCxnSpPr>
          <p:cNvPr id="444" name="Google Shape;444;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5" name="Google Shape;445;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6" name="Google Shape;446;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7" name="Google Shape;447;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48" name="Google Shape;448;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1" name="Google Shape;451;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4" name="Google Shape;454;g2c157a2fb06_0_798"/>
          <p:cNvGrpSpPr/>
          <p:nvPr/>
        </p:nvGrpSpPr>
        <p:grpSpPr>
          <a:xfrm>
            <a:off x="662575" y="6212475"/>
            <a:ext cx="586800" cy="571500"/>
            <a:chOff x="662575" y="6212475"/>
            <a:chExt cx="586800" cy="571500"/>
          </a:xfrm>
        </p:grpSpPr>
        <p:sp>
          <p:nvSpPr>
            <p:cNvPr id="455" name="Google Shape;455;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8" name="Google Shape;458;g2c157a2fb06_0_798"/>
          <p:cNvGrpSpPr/>
          <p:nvPr/>
        </p:nvGrpSpPr>
        <p:grpSpPr>
          <a:xfrm>
            <a:off x="7894350" y="6212475"/>
            <a:ext cx="586800" cy="571500"/>
            <a:chOff x="7894350" y="6212475"/>
            <a:chExt cx="586800" cy="571500"/>
          </a:xfrm>
        </p:grpSpPr>
        <p:sp>
          <p:nvSpPr>
            <p:cNvPr id="459" name="Google Shape;459;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2" name="Google Shape;462;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4" name="Google Shape;464;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5" name="Google Shape;46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6" name="Google Shape;46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7" name="Google Shape;46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68" name="Google Shape;46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69" name="Google Shape;46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0" name="Google Shape;47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71"/>
        <p:cNvGrpSpPr/>
        <p:nvPr/>
      </p:nvGrpSpPr>
      <p:grpSpPr>
        <a:xfrm>
          <a:off x="0" y="0"/>
          <a:ext cx="0" cy="0"/>
          <a:chOff x="0" y="0"/>
          <a:chExt cx="0" cy="0"/>
        </a:xfrm>
      </p:grpSpPr>
      <p:cxnSp>
        <p:nvCxnSpPr>
          <p:cNvPr id="472" name="Google Shape;472;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3" name="Google Shape;473;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4" name="Google Shape;474;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5" name="Google Shape;475;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76" name="Google Shape;476;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9" name="Google Shape;479;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2" name="Google Shape;482;g2c157a2fb06_0_825"/>
          <p:cNvGrpSpPr/>
          <p:nvPr/>
        </p:nvGrpSpPr>
        <p:grpSpPr>
          <a:xfrm>
            <a:off x="662575" y="6212475"/>
            <a:ext cx="586800" cy="571500"/>
            <a:chOff x="662575" y="6212475"/>
            <a:chExt cx="586800" cy="571500"/>
          </a:xfrm>
        </p:grpSpPr>
        <p:sp>
          <p:nvSpPr>
            <p:cNvPr id="483" name="Google Shape;48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6" name="Google Shape;486;g2c157a2fb06_0_825"/>
          <p:cNvGrpSpPr/>
          <p:nvPr/>
        </p:nvGrpSpPr>
        <p:grpSpPr>
          <a:xfrm>
            <a:off x="7894350" y="6212475"/>
            <a:ext cx="586800" cy="571500"/>
            <a:chOff x="7894350" y="6212475"/>
            <a:chExt cx="586800" cy="571500"/>
          </a:xfrm>
        </p:grpSpPr>
        <p:sp>
          <p:nvSpPr>
            <p:cNvPr id="487" name="Google Shape;48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90" name="Google Shape;490;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91" name="Google Shape;49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2" name="Google Shape;492;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93" name="Google Shape;49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4" name="Google Shape;49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5" name="Google Shape;49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6" name="Google Shape;49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97" name="Google Shape;49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9"/>
        <p:cNvGrpSpPr/>
        <p:nvPr/>
      </p:nvGrpSpPr>
      <p:grpSpPr>
        <a:xfrm>
          <a:off x="0" y="0"/>
          <a:ext cx="0" cy="0"/>
          <a:chOff x="0" y="0"/>
          <a:chExt cx="0" cy="0"/>
        </a:xfrm>
      </p:grpSpPr>
      <p:sp>
        <p:nvSpPr>
          <p:cNvPr id="500" name="Google Shape;500;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09" name="Google Shape;509;g2c157a2fb06_0_700"/>
          <p:cNvGrpSpPr/>
          <p:nvPr/>
        </p:nvGrpSpPr>
        <p:grpSpPr>
          <a:xfrm>
            <a:off x="662575" y="6212475"/>
            <a:ext cx="586800" cy="571500"/>
            <a:chOff x="662575" y="6212475"/>
            <a:chExt cx="586800" cy="571500"/>
          </a:xfrm>
        </p:grpSpPr>
        <p:sp>
          <p:nvSpPr>
            <p:cNvPr id="510" name="Google Shape;51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3" name="Google Shape;513;g2c157a2fb06_0_700"/>
          <p:cNvGrpSpPr/>
          <p:nvPr/>
        </p:nvGrpSpPr>
        <p:grpSpPr>
          <a:xfrm>
            <a:off x="7894350" y="6212475"/>
            <a:ext cx="586800" cy="571500"/>
            <a:chOff x="7894350" y="6212475"/>
            <a:chExt cx="586800" cy="571500"/>
          </a:xfrm>
        </p:grpSpPr>
        <p:sp>
          <p:nvSpPr>
            <p:cNvPr id="514" name="Google Shape;51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17" name="Google Shape;517;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18" name="Google Shape;518;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9" name="Google Shape;519;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0" name="Google Shape;52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1" name="Google Shape;52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2" name="Google Shape;52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523" name="Google Shape;52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24" name="Google Shape;52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6" name="Google Shape;52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7" name="Google Shape;52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9" name="Google Shape;52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1" name="Google Shape;53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3" name="Google Shape;53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5" name="Google Shape;53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7" name="Google Shape;53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8" name="Google Shape;53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9"/>
        <p:cNvGrpSpPr/>
        <p:nvPr/>
      </p:nvGrpSpPr>
      <p:grpSpPr>
        <a:xfrm>
          <a:off x="0" y="0"/>
          <a:ext cx="0" cy="0"/>
          <a:chOff x="0" y="0"/>
          <a:chExt cx="0" cy="0"/>
        </a:xfrm>
      </p:grpSpPr>
      <p:sp>
        <p:nvSpPr>
          <p:cNvPr id="540" name="Google Shape;540;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46" name="Google Shape;546;g2c157a2fb06_0_932"/>
          <p:cNvGrpSpPr/>
          <p:nvPr/>
        </p:nvGrpSpPr>
        <p:grpSpPr>
          <a:xfrm>
            <a:off x="662575" y="6212475"/>
            <a:ext cx="586800" cy="571500"/>
            <a:chOff x="662575" y="6212475"/>
            <a:chExt cx="586800" cy="571500"/>
          </a:xfrm>
        </p:grpSpPr>
        <p:sp>
          <p:nvSpPr>
            <p:cNvPr id="547" name="Google Shape;54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932"/>
          <p:cNvGrpSpPr/>
          <p:nvPr/>
        </p:nvGrpSpPr>
        <p:grpSpPr>
          <a:xfrm>
            <a:off x="7894350" y="6212475"/>
            <a:ext cx="586800" cy="571500"/>
            <a:chOff x="7894350" y="6212475"/>
            <a:chExt cx="586800" cy="571500"/>
          </a:xfrm>
        </p:grpSpPr>
        <p:sp>
          <p:nvSpPr>
            <p:cNvPr id="551" name="Google Shape;55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54" name="Google Shape;554;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55" name="Google Shape;555;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57" name="Google Shape;55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8" name="Google Shape;55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9" name="Google Shape;55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60" name="Google Shape;56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1" name="Google Shape;56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2" name="Google Shape;56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3" name="Google Shape;56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4" name="Google Shape;56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65" name="Google Shape;56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66" name="Google Shape;56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67" name="Google Shape;56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68" name="Google Shape;56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9" name="Google Shape;56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70" name="Google Shape;57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1" name="Google Shape;57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2" name="Google Shape;57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3" name="Google Shape;57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4" name="Google Shape;57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5" name="Google Shape;57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6" name="Google Shape;57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7" name="Google Shape;57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8" name="Google Shape;57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9"/>
        <p:cNvGrpSpPr/>
        <p:nvPr/>
      </p:nvGrpSpPr>
      <p:grpSpPr>
        <a:xfrm>
          <a:off x="0" y="0"/>
          <a:ext cx="0" cy="0"/>
          <a:chOff x="0" y="0"/>
          <a:chExt cx="0" cy="0"/>
        </a:xfrm>
      </p:grpSpPr>
      <p:cxnSp>
        <p:nvCxnSpPr>
          <p:cNvPr id="580" name="Google Shape;58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1" name="Google Shape;58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2" name="Google Shape;58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3" name="Google Shape;58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4" name="Google Shape;58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5" name="Google Shape;58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6" name="Google Shape;58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4" name="Google Shape;594;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7" name="Google Shape;597;g2c157a2fb06_0_1045"/>
          <p:cNvGrpSpPr/>
          <p:nvPr/>
        </p:nvGrpSpPr>
        <p:grpSpPr>
          <a:xfrm>
            <a:off x="662575" y="6212475"/>
            <a:ext cx="586800" cy="571500"/>
            <a:chOff x="662575" y="6212475"/>
            <a:chExt cx="586800" cy="571500"/>
          </a:xfrm>
        </p:grpSpPr>
        <p:sp>
          <p:nvSpPr>
            <p:cNvPr id="598" name="Google Shape;59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045"/>
          <p:cNvGrpSpPr/>
          <p:nvPr/>
        </p:nvGrpSpPr>
        <p:grpSpPr>
          <a:xfrm>
            <a:off x="7894350" y="6212475"/>
            <a:ext cx="586800" cy="571500"/>
            <a:chOff x="7894350" y="6212475"/>
            <a:chExt cx="586800" cy="571500"/>
          </a:xfrm>
        </p:grpSpPr>
        <p:sp>
          <p:nvSpPr>
            <p:cNvPr id="602" name="Google Shape;60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5" name="Google Shape;605;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6" name="Google Shape;606;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7" name="Google Shape;607;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8" name="Google Shape;60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9" name="Google Shape;60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0" name="Google Shape;61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11" name="Google Shape;61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612" name="Google Shape;61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3" name="Google Shape;61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14" name="Google Shape;61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5" name="Google Shape;61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6"/>
        <p:cNvGrpSpPr/>
        <p:nvPr/>
      </p:nvGrpSpPr>
      <p:grpSpPr>
        <a:xfrm>
          <a:off x="0" y="0"/>
          <a:ext cx="0" cy="0"/>
          <a:chOff x="0" y="0"/>
          <a:chExt cx="0" cy="0"/>
        </a:xfrm>
      </p:grpSpPr>
      <p:sp>
        <p:nvSpPr>
          <p:cNvPr id="617" name="Google Shape;617;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23" name="Google Shape;623;g2c157a2fb06_0_1110"/>
          <p:cNvGrpSpPr/>
          <p:nvPr/>
        </p:nvGrpSpPr>
        <p:grpSpPr>
          <a:xfrm>
            <a:off x="662575" y="6212475"/>
            <a:ext cx="586800" cy="571500"/>
            <a:chOff x="662575" y="6212475"/>
            <a:chExt cx="586800" cy="571500"/>
          </a:xfrm>
        </p:grpSpPr>
        <p:sp>
          <p:nvSpPr>
            <p:cNvPr id="624" name="Google Shape;624;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7" name="Google Shape;627;g2c157a2fb06_0_1110"/>
          <p:cNvGrpSpPr/>
          <p:nvPr/>
        </p:nvGrpSpPr>
        <p:grpSpPr>
          <a:xfrm>
            <a:off x="7894350" y="6212475"/>
            <a:ext cx="586800" cy="571500"/>
            <a:chOff x="7894350" y="6212475"/>
            <a:chExt cx="586800" cy="571500"/>
          </a:xfrm>
        </p:grpSpPr>
        <p:sp>
          <p:nvSpPr>
            <p:cNvPr id="628" name="Google Shape;628;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0" name="Google Shape;630;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1" name="Google Shape;631;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32" name="Google Shape;632;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33" name="Google Shape;633;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34" name="Google Shape;63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5" name="Google Shape;63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6" name="Google Shape;63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37" name="Google Shape;63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38" name="Google Shape;63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39" name="Google Shape;63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40" name="Google Shape;64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41" name="Google Shape;64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42" name="Google Shape;642;g2c157a2fb06_0_1110"/>
          <p:cNvGrpSpPr/>
          <p:nvPr/>
        </p:nvGrpSpPr>
        <p:grpSpPr>
          <a:xfrm>
            <a:off x="5806200" y="1807463"/>
            <a:ext cx="756300" cy="146700"/>
            <a:chOff x="5806200" y="1807463"/>
            <a:chExt cx="756300" cy="146700"/>
          </a:xfrm>
        </p:grpSpPr>
        <p:sp>
          <p:nvSpPr>
            <p:cNvPr id="643" name="Google Shape;643;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4" name="Google Shape;644;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5" name="Google Shape;645;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46" name="Google Shape;64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47" name="Google Shape;64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48" name="Google Shape;648;g2c157a2fb06_0_1110"/>
          <p:cNvGrpSpPr/>
          <p:nvPr/>
        </p:nvGrpSpPr>
        <p:grpSpPr>
          <a:xfrm>
            <a:off x="5806200" y="2842438"/>
            <a:ext cx="756300" cy="146700"/>
            <a:chOff x="5806200" y="1807463"/>
            <a:chExt cx="756300" cy="146700"/>
          </a:xfrm>
        </p:grpSpPr>
        <p:sp>
          <p:nvSpPr>
            <p:cNvPr id="649" name="Google Shape;649;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2" name="Google Shape;652;g2c157a2fb06_0_1110"/>
          <p:cNvGrpSpPr/>
          <p:nvPr/>
        </p:nvGrpSpPr>
        <p:grpSpPr>
          <a:xfrm>
            <a:off x="5806200" y="3877413"/>
            <a:ext cx="756300" cy="146700"/>
            <a:chOff x="5806200" y="1807463"/>
            <a:chExt cx="756300" cy="146700"/>
          </a:xfrm>
        </p:grpSpPr>
        <p:sp>
          <p:nvSpPr>
            <p:cNvPr id="653" name="Google Shape;653;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4" name="Google Shape;654;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5" name="Google Shape;655;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6"/>
        <p:cNvGrpSpPr/>
        <p:nvPr/>
      </p:nvGrpSpPr>
      <p:grpSpPr>
        <a:xfrm>
          <a:off x="0" y="0"/>
          <a:ext cx="0" cy="0"/>
          <a:chOff x="0" y="0"/>
          <a:chExt cx="0" cy="0"/>
        </a:xfrm>
      </p:grpSpPr>
      <p:sp>
        <p:nvSpPr>
          <p:cNvPr id="657" name="Google Shape;657;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1" name="Google Shape;661;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2" name="Google Shape;662;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0" name="Google Shape;670;p30"/>
          <p:cNvGrpSpPr/>
          <p:nvPr/>
        </p:nvGrpSpPr>
        <p:grpSpPr>
          <a:xfrm>
            <a:off x="6022940" y="5341706"/>
            <a:ext cx="594501" cy="305904"/>
            <a:chOff x="5672081" y="1914352"/>
            <a:chExt cx="792668" cy="305904"/>
          </a:xfrm>
        </p:grpSpPr>
        <p:sp>
          <p:nvSpPr>
            <p:cNvPr id="671" name="Google Shape;671;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3" name="Google Shape;673;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4" name="Google Shape;674;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2" name="Google Shape;682;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3" name="Google Shape;683;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7" name="Google Shape;697;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0" name="Google Shape;700;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1" name="Google Shape;701;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2"/>
        <p:cNvGrpSpPr/>
        <p:nvPr/>
      </p:nvGrpSpPr>
      <p:grpSpPr>
        <a:xfrm>
          <a:off x="0" y="0"/>
          <a:ext cx="0" cy="0"/>
          <a:chOff x="0" y="0"/>
          <a:chExt cx="0" cy="0"/>
        </a:xfrm>
      </p:grpSpPr>
      <p:sp>
        <p:nvSpPr>
          <p:cNvPr id="703" name="Google Shape;703;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5" name="Google Shape;705;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6"/>
        <p:cNvGrpSpPr/>
        <p:nvPr/>
      </p:nvGrpSpPr>
      <p:grpSpPr>
        <a:xfrm>
          <a:off x="0" y="0"/>
          <a:ext cx="0" cy="0"/>
          <a:chOff x="0" y="0"/>
          <a:chExt cx="0" cy="0"/>
        </a:xfrm>
      </p:grpSpPr>
      <p:sp>
        <p:nvSpPr>
          <p:cNvPr id="707" name="Google Shape;707;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8" name="Google Shape;708;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9" name="Google Shape;709;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slide" Target="slide18.xml"/><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slide" Target="slide15.xml"/><Relationship Id="rId5" Type="http://schemas.openxmlformats.org/officeDocument/2006/relationships/image" Target="../media/image15.png"/><Relationship Id="rId10" Type="http://schemas.openxmlformats.org/officeDocument/2006/relationships/slide" Target="slide7.xml"/><Relationship Id="rId4" Type="http://schemas.openxmlformats.org/officeDocument/2006/relationships/image" Target="../media/image14.png"/><Relationship Id="rId9" Type="http://schemas.openxmlformats.org/officeDocument/2006/relationships/slide" Target="slide5.xml"/><Relationship Id="rId14" Type="http://schemas.openxmlformats.org/officeDocument/2006/relationships/slide" Target="slide20.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2.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2.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image" Target="../media/image44.png"/><Relationship Id="rId5" Type="http://schemas.openxmlformats.org/officeDocument/2006/relationships/image" Target="../media/image12.png"/><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6.xml"/><Relationship Id="rId5" Type="http://schemas.openxmlformats.org/officeDocument/2006/relationships/image" Target="../media/image47.png"/><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21"/>
        <p:cNvGrpSpPr/>
        <p:nvPr/>
      </p:nvGrpSpPr>
      <p:grpSpPr>
        <a:xfrm>
          <a:off x="0" y="0"/>
          <a:ext cx="0" cy="0"/>
          <a:chOff x="0" y="0"/>
          <a:chExt cx="0" cy="0"/>
        </a:xfrm>
      </p:grpSpPr>
      <p:sp>
        <p:nvSpPr>
          <p:cNvPr id="1522" name="Google Shape;152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Review s a t p</a:t>
            </a:r>
            <a:endParaRPr/>
          </a:p>
        </p:txBody>
      </p:sp>
      <p:sp>
        <p:nvSpPr>
          <p:cNvPr id="1523" name="Google Shape;152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24" name="Google Shape;152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525" name="Google Shape;1525;p1"/>
          <p:cNvPicPr preferRelativeResize="0"/>
          <p:nvPr/>
        </p:nvPicPr>
        <p:blipFill rotWithShape="1">
          <a:blip r:embed="rId3">
            <a:alphaModFix/>
          </a:blip>
          <a:srcRect l="19" r="19"/>
          <a:stretch/>
        </p:blipFill>
        <p:spPr>
          <a:xfrm rot="713627">
            <a:off x="7410698" y="4034342"/>
            <a:ext cx="1208038" cy="1709827"/>
          </a:xfrm>
          <a:prstGeom prst="rect">
            <a:avLst/>
          </a:prstGeom>
          <a:noFill/>
          <a:ln>
            <a:noFill/>
          </a:ln>
          <a:effectLst>
            <a:outerShdw blurRad="71438" dist="38100" dir="5220000" algn="bl" rotWithShape="0">
              <a:srgbClr val="000000">
                <a:alpha val="20000"/>
              </a:srgbClr>
            </a:outerShdw>
          </a:effectLst>
        </p:spPr>
      </p:pic>
      <p:sp>
        <p:nvSpPr>
          <p:cNvPr id="1526" name="Google Shape;1526;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5</a:t>
            </a:r>
            <a:endParaRPr/>
          </a:p>
        </p:txBody>
      </p:sp>
      <p:pic>
        <p:nvPicPr>
          <p:cNvPr id="1527" name="Google Shape;1527;p1"/>
          <p:cNvPicPr preferRelativeResize="0"/>
          <p:nvPr/>
        </p:nvPicPr>
        <p:blipFill rotWithShape="1">
          <a:blip r:embed="rId4">
            <a:alphaModFix/>
          </a:blip>
          <a:srcRect l="19" r="19"/>
          <a:stretch/>
        </p:blipFill>
        <p:spPr>
          <a:xfrm rot="193084">
            <a:off x="6380058" y="3884422"/>
            <a:ext cx="1208041" cy="1709826"/>
          </a:xfrm>
          <a:prstGeom prst="rect">
            <a:avLst/>
          </a:prstGeom>
          <a:noFill/>
          <a:ln>
            <a:noFill/>
          </a:ln>
          <a:effectLst>
            <a:outerShdw blurRad="71438" dist="38100" dir="5220000" algn="bl" rotWithShape="0">
              <a:srgbClr val="000000">
                <a:alpha val="20000"/>
              </a:srgbClr>
            </a:outerShdw>
          </a:effectLst>
        </p:spPr>
      </p:pic>
      <p:graphicFrame>
        <p:nvGraphicFramePr>
          <p:cNvPr id="1528" name="Google Shape;1528;p1"/>
          <p:cNvGraphicFramePr/>
          <p:nvPr/>
        </p:nvGraphicFramePr>
        <p:xfrm>
          <a:off x="4844200" y="1891197"/>
          <a:ext cx="3785000" cy="1678950"/>
        </p:xfrm>
        <a:graphic>
          <a:graphicData uri="http://schemas.openxmlformats.org/drawingml/2006/table">
            <a:tbl>
              <a:tblPr firstRow="1" bandRow="1">
                <a:noFill/>
                <a:tableStyleId>{18A86A30-92C4-40E4-889E-49543739E286}</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s</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rgbClr val="FFFFFF"/>
                          </a:solidFill>
                          <a:latin typeface="Poppins"/>
                          <a:ea typeface="Poppins"/>
                          <a:cs typeface="Poppins"/>
                          <a:sym typeface="Poppins"/>
                        </a:rPr>
                        <a:t>a</a:t>
                      </a:r>
                      <a:endParaRPr sz="1800" u="none" strike="noStrike" cap="none">
                        <a:solidFill>
                          <a:srgbClr val="FFFFFF"/>
                        </a:solidFill>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t</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p</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000000"/>
                          </a:solidFill>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000000"/>
                          </a:solidFill>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000000"/>
                          </a:solidFill>
                          <a:latin typeface="Jost"/>
                          <a:ea typeface="Jost"/>
                          <a:cs typeface="Jost"/>
                          <a:sym typeface="Jost"/>
                        </a:rPr>
                        <a:t>d</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000000"/>
                          </a:solidFill>
                          <a:latin typeface="Jost"/>
                          <a:ea typeface="Jost"/>
                          <a:cs typeface="Jost"/>
                          <a:sym typeface="Jost"/>
                        </a:rPr>
                        <a:t>g</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000000"/>
                          </a:solidFill>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000000"/>
                          </a:solidFill>
                          <a:latin typeface="Jost"/>
                          <a:ea typeface="Jost"/>
                          <a:cs typeface="Jost"/>
                          <a:sym typeface="Jost"/>
                        </a:rPr>
                        <a:t>c</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000000"/>
                          </a:solidFill>
                          <a:latin typeface="Jost"/>
                          <a:ea typeface="Jost"/>
                          <a:cs typeface="Jost"/>
                          <a:sym typeface="Jost"/>
                        </a:rPr>
                        <a:t>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000000"/>
                          </a:solidFill>
                          <a:latin typeface="Jost"/>
                          <a:ea typeface="Jost"/>
                          <a:cs typeface="Jost"/>
                          <a:sym typeface="Jost"/>
                        </a:rPr>
                        <a:t>ck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000000"/>
                          </a:solidFill>
                          <a:latin typeface="Jost"/>
                          <a:ea typeface="Jost"/>
                          <a:cs typeface="Jost"/>
                          <a:sym typeface="Jost"/>
                        </a:rPr>
                        <a:t>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000000"/>
                          </a:solidFill>
                          <a:latin typeface="Jost"/>
                          <a:ea typeface="Jost"/>
                          <a:cs typeface="Jost"/>
                          <a:sym typeface="Jost"/>
                        </a:rPr>
                        <a:t>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000000"/>
                          </a:solidFill>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000000"/>
                          </a:solidFill>
                          <a:latin typeface="Jost"/>
                          <a:ea typeface="Jost"/>
                          <a:cs typeface="Jost"/>
                          <a:sym typeface="Jost"/>
                        </a:rPr>
                        <a: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000000"/>
                          </a:solidFill>
                          <a:latin typeface="Jost"/>
                          <a:ea typeface="Jost"/>
                          <a:cs typeface="Jost"/>
                          <a:sym typeface="Jost"/>
                        </a:rPr>
                        <a:t>b</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000000"/>
                          </a:solidFill>
                          <a:latin typeface="Jost"/>
                          <a:ea typeface="Jost"/>
                          <a:cs typeface="Jost"/>
                          <a:sym typeface="Jost"/>
                        </a:rPr>
                        <a:t>f</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000000"/>
                          </a:solidFill>
                          <a:latin typeface="Jost"/>
                          <a:ea typeface="Jost"/>
                          <a:cs typeface="Jost"/>
                          <a:sym typeface="Jost"/>
                        </a:rPr>
                        <a:t>ff</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000000"/>
                          </a:solidFill>
                          <a:latin typeface="Jost"/>
                          <a:ea typeface="Jost"/>
                          <a:cs typeface="Jost"/>
                          <a:sym typeface="Jost"/>
                        </a:rPr>
                        <a:t>l</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000000"/>
                          </a:solidFill>
                          <a:latin typeface="Jost"/>
                          <a:ea typeface="Jost"/>
                          <a:cs typeface="Jost"/>
                          <a:sym typeface="Jost"/>
                        </a:rPr>
                        <a:t>ll</a:t>
                      </a:r>
                      <a:endParaRPr sz="1800" u="none" strike="noStrike" cap="none">
                        <a:solidFill>
                          <a:srgbClr val="0000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000000"/>
                          </a:solidFill>
                          <a:latin typeface="Jost"/>
                          <a:ea typeface="Jost"/>
                          <a:cs typeface="Jost"/>
                          <a:sym typeface="Jost"/>
                        </a:rPr>
                        <a:t>ss</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0000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1529" name="Google Shape;1529;p1"/>
          <p:cNvPicPr preferRelativeResize="0"/>
          <p:nvPr/>
        </p:nvPicPr>
        <p:blipFill rotWithShape="1">
          <a:blip r:embed="rId5">
            <a:alphaModFix/>
          </a:blip>
          <a:srcRect l="19" r="19"/>
          <a:stretch/>
        </p:blipFill>
        <p:spPr>
          <a:xfrm rot="-313763">
            <a:off x="5408682" y="3900402"/>
            <a:ext cx="1208040" cy="1709824"/>
          </a:xfrm>
          <a:prstGeom prst="rect">
            <a:avLst/>
          </a:prstGeom>
          <a:noFill/>
          <a:ln>
            <a:noFill/>
          </a:ln>
          <a:effectLst>
            <a:outerShdw blurRad="71438" dist="38100" dir="5220000" algn="bl" rotWithShape="0">
              <a:srgbClr val="000000">
                <a:alpha val="20000"/>
              </a:srgbClr>
            </a:outerShdw>
          </a:effectLst>
        </p:spPr>
      </p:pic>
      <p:pic>
        <p:nvPicPr>
          <p:cNvPr id="1530" name="Google Shape;1530;p1"/>
          <p:cNvPicPr preferRelativeResize="0"/>
          <p:nvPr/>
        </p:nvPicPr>
        <p:blipFill rotWithShape="1">
          <a:blip r:embed="rId6">
            <a:alphaModFix/>
          </a:blip>
          <a:srcRect l="79" r="69"/>
          <a:stretch/>
        </p:blipFill>
        <p:spPr>
          <a:xfrm rot="-781541">
            <a:off x="4374583" y="4110557"/>
            <a:ext cx="1208040"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35"/>
        <p:cNvGrpSpPr/>
        <p:nvPr/>
      </p:nvGrpSpPr>
      <p:grpSpPr>
        <a:xfrm>
          <a:off x="0" y="0"/>
          <a:ext cx="0" cy="0"/>
          <a:chOff x="0" y="0"/>
          <a:chExt cx="0" cy="0"/>
        </a:xfrm>
      </p:grpSpPr>
      <p:sp>
        <p:nvSpPr>
          <p:cNvPr id="1536" name="Google Shape;1536;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sounds </a:t>
            </a:r>
            <a:r>
              <a:rPr lang="en-US">
                <a:solidFill>
                  <a:srgbClr val="8DC63F"/>
                </a:solidFill>
              </a:rPr>
              <a:t>s a t p</a:t>
            </a:r>
            <a:r>
              <a:rPr lang="en-US"/>
              <a:t>.</a:t>
            </a:r>
            <a:endParaRPr/>
          </a:p>
        </p:txBody>
      </p:sp>
      <p:sp>
        <p:nvSpPr>
          <p:cNvPr id="1537" name="Google Shape;1537;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Recall </a:t>
            </a:r>
            <a:r>
              <a:rPr lang="en-US">
                <a:solidFill>
                  <a:srgbClr val="8DC63F"/>
                </a:solidFill>
              </a:rPr>
              <a:t>s a t p</a:t>
            </a:r>
            <a:r>
              <a:rPr lang="en-US"/>
              <a:t> using flashcards.</a:t>
            </a:r>
            <a:endParaRPr/>
          </a:p>
        </p:txBody>
      </p:sp>
      <p:sp>
        <p:nvSpPr>
          <p:cNvPr id="1538" name="Google Shape;1538;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dirty="0"/>
          </a:p>
        </p:txBody>
      </p:sp>
      <p:sp>
        <p:nvSpPr>
          <p:cNvPr id="1539" name="Google Shape;1539;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1540" name="Google Shape;1540;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1541" name="Google Shape;1541;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1542" name="Google Shape;1542;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1543" name="Google Shape;1543;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1544" name="Google Shape;1544;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1545" name="Google Shape;1545;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1546" name="Google Shape;1546;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1547" name="Google Shape;1547;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1548" name="Google Shape;1548;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1549" name="Google Shape;1549;g2bee4f4af4b_0_204"/>
          <p:cNvSpPr txBox="1"/>
          <p:nvPr/>
        </p:nvSpPr>
        <p:spPr>
          <a:xfrm>
            <a:off x="5830112" y="52565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1550" name="Google Shape;1550;g2bee4f4af4b_0_204"/>
          <p:cNvPicPr preferRelativeResize="0"/>
          <p:nvPr/>
        </p:nvPicPr>
        <p:blipFill rotWithShape="1">
          <a:blip r:embed="rId6">
            <a:alphaModFix/>
          </a:blip>
          <a:srcRect t="59" b="59"/>
          <a:stretch/>
        </p:blipFill>
        <p:spPr>
          <a:xfrm>
            <a:off x="6102429" y="4326104"/>
            <a:ext cx="931973" cy="665200"/>
          </a:xfrm>
          <a:prstGeom prst="rect">
            <a:avLst/>
          </a:prstGeom>
          <a:noFill/>
          <a:ln>
            <a:noFill/>
          </a:ln>
          <a:effectLst>
            <a:outerShdw blurRad="71438" dist="19050" dir="5220000" algn="bl" rotWithShape="0">
              <a:srgbClr val="D8D8D8"/>
            </a:outerShdw>
          </a:effectLst>
        </p:spPr>
      </p:pic>
      <p:sp>
        <p:nvSpPr>
          <p:cNvPr id="1551" name="Google Shape;1551;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1552" name="Google Shape;1552;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1553" name="Google Shape;1553;g2bee4f4af4b_0_204"/>
          <p:cNvPicPr preferRelativeResize="0"/>
          <p:nvPr/>
        </p:nvPicPr>
        <p:blipFill rotWithShape="1">
          <a:blip r:embed="rId7">
            <a:alphaModFix/>
          </a:blip>
          <a:srcRect/>
          <a:stretch/>
        </p:blipFill>
        <p:spPr>
          <a:xfrm>
            <a:off x="7455246" y="4363493"/>
            <a:ext cx="786850" cy="590422"/>
          </a:xfrm>
          <a:prstGeom prst="rect">
            <a:avLst/>
          </a:prstGeom>
          <a:noFill/>
          <a:ln>
            <a:noFill/>
          </a:ln>
          <a:effectLst>
            <a:outerShdw blurRad="71438" dist="19050" dir="5220000" algn="bl" rotWithShape="0">
              <a:srgbClr val="D8D8D8"/>
            </a:outerShdw>
          </a:effectLst>
        </p:spPr>
      </p:pic>
      <p:sp>
        <p:nvSpPr>
          <p:cNvPr id="1554" name="Google Shape;1554;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1555" name="Google Shape;1555;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1556" name="Google Shape;1556;g2bee4f4af4b_0_204"/>
          <p:cNvPicPr preferRelativeResize="0"/>
          <p:nvPr/>
        </p:nvPicPr>
        <p:blipFill rotWithShape="1">
          <a:blip r:embed="rId8">
            <a:alphaModFix/>
          </a:blip>
          <a:srcRect t="129" b="12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1557" name="Google Shape;1557;g2bee4f4af4b_0_204">
            <a:hlinkClick r:id="rId9" action="ppaction://hlinksldjump"/>
          </p:cNvPr>
          <p:cNvSpPr/>
          <p:nvPr/>
        </p:nvSpPr>
        <p:spPr>
          <a:xfrm>
            <a:off x="802764" y="309647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
        <p:nvSpPr>
          <p:cNvPr id="1558" name="Google Shape;1558;g2bee4f4af4b_0_204">
            <a:hlinkClick r:id="rId10" action="ppaction://hlinksldjump"/>
          </p:cNvPr>
          <p:cNvSpPr/>
          <p:nvPr/>
        </p:nvSpPr>
        <p:spPr>
          <a:xfrm>
            <a:off x="2434802" y="363277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59" name="Google Shape;1559;g2bee4f4af4b_0_204">
            <a:hlinkClick r:id="rId11" action="ppaction://hlinksldjump"/>
          </p:cNvPr>
          <p:cNvSpPr/>
          <p:nvPr/>
        </p:nvSpPr>
        <p:spPr>
          <a:xfrm>
            <a:off x="3548513" y="363922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0" name="Google Shape;1560;g2bee4f4af4b_0_204">
            <a:hlinkClick r:id="rId12" action="ppaction://hlinksldjump"/>
          </p:cNvPr>
          <p:cNvSpPr/>
          <p:nvPr/>
        </p:nvSpPr>
        <p:spPr>
          <a:xfrm>
            <a:off x="4859445" y="3602866"/>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1" name="Google Shape;1561;g2bee4f4af4b_0_204">
            <a:hlinkClick r:id="rId13" action="ppaction://hlinksldjump"/>
          </p:cNvPr>
          <p:cNvSpPr/>
          <p:nvPr/>
        </p:nvSpPr>
        <p:spPr>
          <a:xfrm>
            <a:off x="5908188" y="377417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2" name="Google Shape;1562;g2bee4f4af4b_0_204">
            <a:hlinkClick r:id="rId14" action="ppaction://hlinksldjump"/>
          </p:cNvPr>
          <p:cNvSpPr/>
          <p:nvPr/>
        </p:nvSpPr>
        <p:spPr>
          <a:xfrm>
            <a:off x="7350521" y="357112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7"/>
        <p:cNvGrpSpPr/>
        <p:nvPr/>
      </p:nvGrpSpPr>
      <p:grpSpPr>
        <a:xfrm>
          <a:off x="0" y="0"/>
          <a:ext cx="0" cy="0"/>
          <a:chOff x="0" y="0"/>
          <a:chExt cx="0" cy="0"/>
        </a:xfrm>
      </p:grpSpPr>
      <p:sp>
        <p:nvSpPr>
          <p:cNvPr id="1568" name="Google Shape;156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1569" name="Google Shape;1569;g26b641b03cd_0_165"/>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60000"/>
              </a:lnSpc>
              <a:spcBef>
                <a:spcPts val="1000"/>
              </a:spcBef>
              <a:spcAft>
                <a:spcPts val="0"/>
              </a:spcAft>
              <a:buSzPts val="2400"/>
              <a:buNone/>
            </a:pPr>
            <a:r>
              <a:rPr lang="en-US">
                <a:solidFill>
                  <a:srgbClr val="262626"/>
                </a:solidFill>
              </a:rPr>
              <a:t>Recall </a:t>
            </a:r>
            <a:r>
              <a:rPr lang="en-US">
                <a:solidFill>
                  <a:srgbClr val="8DC63F"/>
                </a:solidFill>
              </a:rPr>
              <a:t>s a t p</a:t>
            </a:r>
            <a:r>
              <a:rPr lang="en-US">
                <a:solidFill>
                  <a:srgbClr val="262626"/>
                </a:solidFill>
              </a:rPr>
              <a:t> using flashcards.</a:t>
            </a:r>
            <a:endParaRPr/>
          </a:p>
        </p:txBody>
      </p:sp>
      <p:pic>
        <p:nvPicPr>
          <p:cNvPr id="1570" name="Google Shape;1570;g26b641b03cd_0_165"/>
          <p:cNvPicPr preferRelativeResize="0"/>
          <p:nvPr/>
        </p:nvPicPr>
        <p:blipFill rotWithShape="1">
          <a:blip r:embed="rId3">
            <a:alphaModFix/>
          </a:blip>
          <a:srcRect l="79" r="79"/>
          <a:stretch/>
        </p:blipFill>
        <p:spPr>
          <a:xfrm>
            <a:off x="865575" y="2305875"/>
            <a:ext cx="1747050" cy="2472849"/>
          </a:xfrm>
          <a:prstGeom prst="rect">
            <a:avLst/>
          </a:prstGeom>
          <a:noFill/>
          <a:ln>
            <a:noFill/>
          </a:ln>
          <a:effectLst>
            <a:outerShdw blurRad="71438" dist="28575" dir="5400000" algn="bl" rotWithShape="0">
              <a:srgbClr val="000000">
                <a:alpha val="16078"/>
              </a:srgbClr>
            </a:outerShdw>
          </a:effectLst>
        </p:spPr>
      </p:pic>
      <p:pic>
        <p:nvPicPr>
          <p:cNvPr id="1571" name="Google Shape;1571;g26b641b03cd_0_165"/>
          <p:cNvPicPr preferRelativeResize="0"/>
          <p:nvPr/>
        </p:nvPicPr>
        <p:blipFill rotWithShape="1">
          <a:blip r:embed="rId4">
            <a:alphaModFix/>
          </a:blip>
          <a:srcRect l="19" r="29"/>
          <a:stretch/>
        </p:blipFill>
        <p:spPr>
          <a:xfrm>
            <a:off x="6401636" y="2305875"/>
            <a:ext cx="1747050" cy="2472848"/>
          </a:xfrm>
          <a:prstGeom prst="rect">
            <a:avLst/>
          </a:prstGeom>
          <a:noFill/>
          <a:ln>
            <a:noFill/>
          </a:ln>
          <a:effectLst>
            <a:outerShdw blurRad="71438" dist="28575" dir="5400000" algn="bl" rotWithShape="0">
              <a:srgbClr val="000000">
                <a:alpha val="16078"/>
              </a:srgbClr>
            </a:outerShdw>
          </a:effectLst>
        </p:spPr>
      </p:pic>
      <p:pic>
        <p:nvPicPr>
          <p:cNvPr id="1572" name="Google Shape;1572;g26b641b03cd_0_165"/>
          <p:cNvPicPr preferRelativeResize="0"/>
          <p:nvPr/>
        </p:nvPicPr>
        <p:blipFill rotWithShape="1">
          <a:blip r:embed="rId5">
            <a:alphaModFix/>
          </a:blip>
          <a:srcRect l="19" r="29"/>
          <a:stretch/>
        </p:blipFill>
        <p:spPr>
          <a:xfrm>
            <a:off x="2710929" y="2305875"/>
            <a:ext cx="1747050" cy="2472848"/>
          </a:xfrm>
          <a:prstGeom prst="rect">
            <a:avLst/>
          </a:prstGeom>
          <a:noFill/>
          <a:ln>
            <a:noFill/>
          </a:ln>
          <a:effectLst>
            <a:outerShdw blurRad="71438" dist="28575" dir="5400000" algn="bl" rotWithShape="0">
              <a:srgbClr val="000000">
                <a:alpha val="16078"/>
              </a:srgbClr>
            </a:outerShdw>
          </a:effectLst>
        </p:spPr>
      </p:pic>
      <p:pic>
        <p:nvPicPr>
          <p:cNvPr id="1573" name="Google Shape;1573;g26b641b03cd_0_165"/>
          <p:cNvPicPr preferRelativeResize="0"/>
          <p:nvPr/>
        </p:nvPicPr>
        <p:blipFill rotWithShape="1">
          <a:blip r:embed="rId6">
            <a:alphaModFix/>
          </a:blip>
          <a:srcRect l="19" r="29"/>
          <a:stretch/>
        </p:blipFill>
        <p:spPr>
          <a:xfrm>
            <a:off x="4556283" y="2305875"/>
            <a:ext cx="1747050" cy="2472848"/>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78"/>
        <p:cNvGrpSpPr/>
        <p:nvPr/>
      </p:nvGrpSpPr>
      <p:grpSpPr>
        <a:xfrm>
          <a:off x="0" y="0"/>
          <a:ext cx="0" cy="0"/>
          <a:chOff x="0" y="0"/>
          <a:chExt cx="0" cy="0"/>
        </a:xfrm>
      </p:grpSpPr>
      <p:sp>
        <p:nvSpPr>
          <p:cNvPr id="1579" name="Google Shape;1579;g2d9d3caec18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1580" name="Google Shape;1580;g2d9d3caec18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1581" name="Google Shape;1581;g2d9d3caec18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1582" name="Google Shape;1582;g2d9d3caec18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87"/>
        <p:cNvGrpSpPr/>
        <p:nvPr/>
      </p:nvGrpSpPr>
      <p:grpSpPr>
        <a:xfrm>
          <a:off x="0" y="0"/>
          <a:ext cx="0" cy="0"/>
          <a:chOff x="0" y="0"/>
          <a:chExt cx="0" cy="0"/>
        </a:xfrm>
      </p:grpSpPr>
      <p:sp>
        <p:nvSpPr>
          <p:cNvPr id="1588" name="Google Shape;1588;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1589" name="Google Shape;1589;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1590" name="Google Shape;1590;g2c186218c5a_0_17"/>
          <p:cNvPicPr preferRelativeResize="0"/>
          <p:nvPr/>
        </p:nvPicPr>
        <p:blipFill rotWithShape="1">
          <a:blip r:embed="rId3">
            <a:alphaModFix/>
          </a:blip>
          <a:srcRect/>
          <a:stretch/>
        </p:blipFill>
        <p:spPr>
          <a:xfrm>
            <a:off x="889350" y="1723975"/>
            <a:ext cx="3588140" cy="1434669"/>
          </a:xfrm>
          <a:prstGeom prst="rect">
            <a:avLst/>
          </a:prstGeom>
          <a:noFill/>
          <a:ln>
            <a:noFill/>
          </a:ln>
          <a:effectLst>
            <a:outerShdw blurRad="71438" dist="19050" dir="5400000" algn="bl" rotWithShape="0">
              <a:srgbClr val="000000">
                <a:alpha val="20000"/>
              </a:srgbClr>
            </a:outerShdw>
          </a:effectLst>
        </p:spPr>
      </p:pic>
      <p:sp>
        <p:nvSpPr>
          <p:cNvPr id="1591" name="Google Shape;1591;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592" name="Google Shape;1592;g2c186218c5a_0_17"/>
          <p:cNvPicPr preferRelativeResize="0"/>
          <p:nvPr/>
        </p:nvPicPr>
        <p:blipFill rotWithShape="1">
          <a:blip r:embed="rId4">
            <a:alphaModFix/>
          </a:blip>
          <a:srcRect t="109" b="99"/>
          <a:stretch/>
        </p:blipFill>
        <p:spPr>
          <a:xfrm>
            <a:off x="889350" y="3516780"/>
            <a:ext cx="3588140" cy="1434669"/>
          </a:xfrm>
          <a:prstGeom prst="rect">
            <a:avLst/>
          </a:prstGeom>
          <a:noFill/>
          <a:ln>
            <a:noFill/>
          </a:ln>
          <a:effectLst>
            <a:outerShdw blurRad="71438" dist="19050" dir="5400000" algn="bl" rotWithShape="0">
              <a:srgbClr val="000000">
                <a:alpha val="20000"/>
              </a:srgbClr>
            </a:outerShdw>
          </a:effectLst>
        </p:spPr>
      </p:pic>
      <p:pic>
        <p:nvPicPr>
          <p:cNvPr id="1593" name="Google Shape;1593;g2c186218c5a_0_17"/>
          <p:cNvPicPr preferRelativeResize="0"/>
          <p:nvPr/>
        </p:nvPicPr>
        <p:blipFill rotWithShape="1">
          <a:blip r:embed="rId5">
            <a:alphaModFix/>
          </a:blip>
          <a:srcRect/>
          <a:stretch/>
        </p:blipFill>
        <p:spPr>
          <a:xfrm>
            <a:off x="4666512" y="1723975"/>
            <a:ext cx="3588140" cy="1434669"/>
          </a:xfrm>
          <a:prstGeom prst="rect">
            <a:avLst/>
          </a:prstGeom>
          <a:noFill/>
          <a:ln>
            <a:noFill/>
          </a:ln>
          <a:effectLst>
            <a:outerShdw blurRad="71438" dist="19050" dir="5400000" algn="bl" rotWithShape="0">
              <a:srgbClr val="000000">
                <a:alpha val="20000"/>
              </a:srgbClr>
            </a:outerShdw>
          </a:effectLst>
        </p:spPr>
      </p:pic>
      <p:pic>
        <p:nvPicPr>
          <p:cNvPr id="1594" name="Google Shape;1594;g2c186218c5a_0_17"/>
          <p:cNvPicPr preferRelativeResize="0"/>
          <p:nvPr/>
        </p:nvPicPr>
        <p:blipFill rotWithShape="1">
          <a:blip r:embed="rId6">
            <a:alphaModFix/>
          </a:blip>
          <a:srcRect/>
          <a:stretch/>
        </p:blipFill>
        <p:spPr>
          <a:xfrm>
            <a:off x="4666512" y="3516780"/>
            <a:ext cx="3588140"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9"/>
        <p:cNvGrpSpPr/>
        <p:nvPr/>
      </p:nvGrpSpPr>
      <p:grpSpPr>
        <a:xfrm>
          <a:off x="0" y="0"/>
          <a:ext cx="0" cy="0"/>
          <a:chOff x="0" y="0"/>
          <a:chExt cx="0" cy="0"/>
        </a:xfrm>
      </p:grpSpPr>
      <p:sp>
        <p:nvSpPr>
          <p:cNvPr id="1600" name="Google Shape;1600;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1601" name="Google Shape;1601;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1602" name="Google Shape;1602;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603" name="Google Shape;1603;g26b641b03cd_0_185"/>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1604" name="Google Shape;1604;g26b641b03cd_0_185"/>
          <p:cNvPicPr preferRelativeResize="0"/>
          <p:nvPr/>
        </p:nvPicPr>
        <p:blipFill rotWithShape="1">
          <a:blip r:embed="rId4">
            <a:alphaModFix/>
          </a:blip>
          <a:srcRect t="149" b="139"/>
          <a:stretch/>
        </p:blipFill>
        <p:spPr>
          <a:xfrm>
            <a:off x="889350" y="3516780"/>
            <a:ext cx="3588138" cy="1434669"/>
          </a:xfrm>
          <a:prstGeom prst="rect">
            <a:avLst/>
          </a:prstGeom>
          <a:noFill/>
          <a:ln>
            <a:noFill/>
          </a:ln>
          <a:effectLst>
            <a:outerShdw blurRad="71438" dist="19050" dir="5400000" algn="bl" rotWithShape="0">
              <a:srgbClr val="000000">
                <a:alpha val="20000"/>
              </a:srgbClr>
            </a:outerShdw>
          </a:effectLst>
        </p:spPr>
      </p:pic>
      <p:pic>
        <p:nvPicPr>
          <p:cNvPr id="1605" name="Google Shape;1605;g26b641b03cd_0_185"/>
          <p:cNvPicPr preferRelativeResize="0"/>
          <p:nvPr/>
        </p:nvPicPr>
        <p:blipFill rotWithShape="1">
          <a:blip r:embed="rId5">
            <a:alphaModFix/>
          </a:blip>
          <a:srcRect t="39" b="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1606" name="Google Shape;1606;g26b641b03cd_0_185"/>
          <p:cNvPicPr preferRelativeResize="0"/>
          <p:nvPr/>
        </p:nvPicPr>
        <p:blipFill rotWithShape="1">
          <a:blip r:embed="rId6">
            <a:alphaModFix/>
          </a:blip>
          <a:srcRect t="39" b="39"/>
          <a:stretch/>
        </p:blipFill>
        <p:spPr>
          <a:xfrm>
            <a:off x="4666512"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11"/>
        <p:cNvGrpSpPr/>
        <p:nvPr/>
      </p:nvGrpSpPr>
      <p:grpSpPr>
        <a:xfrm>
          <a:off x="0" y="0"/>
          <a:ext cx="0" cy="0"/>
          <a:chOff x="0" y="0"/>
          <a:chExt cx="0" cy="0"/>
        </a:xfrm>
      </p:grpSpPr>
      <p:sp>
        <p:nvSpPr>
          <p:cNvPr id="1612" name="Google Shape;1612;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1613" name="Google Shape;1613;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1614" name="Google Shape;161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615" name="Google Shape;1615;g2c186218c5a_0_25"/>
          <p:cNvPicPr preferRelativeResize="0"/>
          <p:nvPr/>
        </p:nvPicPr>
        <p:blipFill rotWithShape="1">
          <a:blip r:embed="rId3">
            <a:alphaModFix/>
          </a:blip>
          <a:srcRect l="79" r="79"/>
          <a:stretch/>
        </p:blipFill>
        <p:spPr>
          <a:xfrm>
            <a:off x="930445" y="2001075"/>
            <a:ext cx="1747050" cy="2472849"/>
          </a:xfrm>
          <a:prstGeom prst="rect">
            <a:avLst/>
          </a:prstGeom>
          <a:noFill/>
          <a:ln>
            <a:noFill/>
          </a:ln>
          <a:effectLst>
            <a:outerShdw blurRad="71438" dist="28575" dir="5400000" algn="bl" rotWithShape="0">
              <a:srgbClr val="000000">
                <a:alpha val="16470"/>
              </a:srgbClr>
            </a:outerShdw>
          </a:effectLst>
        </p:spPr>
      </p:pic>
      <p:pic>
        <p:nvPicPr>
          <p:cNvPr id="1616" name="Google Shape;1616;g2c186218c5a_0_25"/>
          <p:cNvPicPr preferRelativeResize="0"/>
          <p:nvPr/>
        </p:nvPicPr>
        <p:blipFill rotWithShape="1">
          <a:blip r:embed="rId4">
            <a:alphaModFix/>
          </a:blip>
          <a:srcRect l="19" r="29"/>
          <a:stretch/>
        </p:blipFill>
        <p:spPr>
          <a:xfrm>
            <a:off x="6466506" y="2001075"/>
            <a:ext cx="1747050" cy="2472848"/>
          </a:xfrm>
          <a:prstGeom prst="rect">
            <a:avLst/>
          </a:prstGeom>
          <a:noFill/>
          <a:ln>
            <a:noFill/>
          </a:ln>
          <a:effectLst>
            <a:outerShdw blurRad="71438" dist="28575" dir="5400000" algn="bl" rotWithShape="0">
              <a:srgbClr val="000000">
                <a:alpha val="16470"/>
              </a:srgbClr>
            </a:outerShdw>
          </a:effectLst>
        </p:spPr>
      </p:pic>
      <p:pic>
        <p:nvPicPr>
          <p:cNvPr id="1617" name="Google Shape;1617;g2c186218c5a_0_25"/>
          <p:cNvPicPr preferRelativeResize="0"/>
          <p:nvPr/>
        </p:nvPicPr>
        <p:blipFill rotWithShape="1">
          <a:blip r:embed="rId5">
            <a:alphaModFix/>
          </a:blip>
          <a:srcRect l="19" r="29"/>
          <a:stretch/>
        </p:blipFill>
        <p:spPr>
          <a:xfrm>
            <a:off x="2775799" y="2001075"/>
            <a:ext cx="1747050" cy="2472848"/>
          </a:xfrm>
          <a:prstGeom prst="rect">
            <a:avLst/>
          </a:prstGeom>
          <a:noFill/>
          <a:ln>
            <a:noFill/>
          </a:ln>
          <a:effectLst>
            <a:outerShdw blurRad="71438" dist="28575" dir="5400000" algn="bl" rotWithShape="0">
              <a:srgbClr val="000000">
                <a:alpha val="16470"/>
              </a:srgbClr>
            </a:outerShdw>
          </a:effectLst>
        </p:spPr>
      </p:pic>
      <p:pic>
        <p:nvPicPr>
          <p:cNvPr id="1618" name="Google Shape;1618;g2c186218c5a_0_25"/>
          <p:cNvPicPr preferRelativeResize="0"/>
          <p:nvPr/>
        </p:nvPicPr>
        <p:blipFill rotWithShape="1">
          <a:blip r:embed="rId6">
            <a:alphaModFix/>
          </a:blip>
          <a:srcRect l="19" r="29"/>
          <a:stretch/>
        </p:blipFill>
        <p:spPr>
          <a:xfrm>
            <a:off x="4621153" y="2001075"/>
            <a:ext cx="1747050" cy="2472848"/>
          </a:xfrm>
          <a:prstGeom prst="rect">
            <a:avLst/>
          </a:prstGeom>
          <a:noFill/>
          <a:ln>
            <a:noFill/>
          </a:ln>
          <a:effectLst>
            <a:outerShdw blurRad="71438" dist="28575" dir="5400000" algn="bl" rotWithShape="0">
              <a:srgbClr val="000000">
                <a:alpha val="1647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3"/>
        <p:cNvGrpSpPr/>
        <p:nvPr/>
      </p:nvGrpSpPr>
      <p:grpSpPr>
        <a:xfrm>
          <a:off x="0" y="0"/>
          <a:ext cx="0" cy="0"/>
          <a:chOff x="0" y="0"/>
          <a:chExt cx="0" cy="0"/>
        </a:xfrm>
      </p:grpSpPr>
      <p:sp>
        <p:nvSpPr>
          <p:cNvPr id="1624" name="Google Shape;1624;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1625" name="Google Shape;1625;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1626" name="Google Shape;1626;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627" name="Google Shape;1627;g26b641b03cd_0_192"/>
          <p:cNvPicPr preferRelativeResize="0"/>
          <p:nvPr/>
        </p:nvPicPr>
        <p:blipFill rotWithShape="1">
          <a:blip r:embed="rId3">
            <a:alphaModFix/>
          </a:blip>
          <a:srcRect/>
          <a:stretch/>
        </p:blipFill>
        <p:spPr>
          <a:xfrm>
            <a:off x="930445" y="2001075"/>
            <a:ext cx="1747050" cy="2472849"/>
          </a:xfrm>
          <a:prstGeom prst="rect">
            <a:avLst/>
          </a:prstGeom>
          <a:noFill/>
          <a:ln>
            <a:noFill/>
          </a:ln>
          <a:effectLst>
            <a:outerShdw blurRad="71438" dist="28575" dir="5400000" algn="bl" rotWithShape="0">
              <a:srgbClr val="000000">
                <a:alpha val="16470"/>
              </a:srgbClr>
            </a:outerShdw>
          </a:effectLst>
        </p:spPr>
      </p:pic>
      <p:pic>
        <p:nvPicPr>
          <p:cNvPr id="1628" name="Google Shape;1628;g26b641b03cd_0_192"/>
          <p:cNvPicPr preferRelativeResize="0"/>
          <p:nvPr/>
        </p:nvPicPr>
        <p:blipFill rotWithShape="1">
          <a:blip r:embed="rId4">
            <a:alphaModFix/>
          </a:blip>
          <a:srcRect t="59" b="49"/>
          <a:stretch/>
        </p:blipFill>
        <p:spPr>
          <a:xfrm>
            <a:off x="6466506" y="2001075"/>
            <a:ext cx="1747050" cy="2472848"/>
          </a:xfrm>
          <a:prstGeom prst="rect">
            <a:avLst/>
          </a:prstGeom>
          <a:noFill/>
          <a:ln>
            <a:noFill/>
          </a:ln>
          <a:effectLst>
            <a:outerShdw blurRad="71438" dist="28575" dir="5400000" algn="bl" rotWithShape="0">
              <a:srgbClr val="000000">
                <a:alpha val="16470"/>
              </a:srgbClr>
            </a:outerShdw>
          </a:effectLst>
        </p:spPr>
      </p:pic>
      <p:pic>
        <p:nvPicPr>
          <p:cNvPr id="1629" name="Google Shape;1629;g26b641b03cd_0_192"/>
          <p:cNvPicPr preferRelativeResize="0"/>
          <p:nvPr/>
        </p:nvPicPr>
        <p:blipFill rotWithShape="1">
          <a:blip r:embed="rId5">
            <a:alphaModFix/>
          </a:blip>
          <a:srcRect t="59" b="49"/>
          <a:stretch/>
        </p:blipFill>
        <p:spPr>
          <a:xfrm>
            <a:off x="2775799" y="2001075"/>
            <a:ext cx="1747050" cy="2472848"/>
          </a:xfrm>
          <a:prstGeom prst="rect">
            <a:avLst/>
          </a:prstGeom>
          <a:noFill/>
          <a:ln>
            <a:noFill/>
          </a:ln>
          <a:effectLst>
            <a:outerShdw blurRad="71438" dist="28575" dir="5400000" algn="bl" rotWithShape="0">
              <a:srgbClr val="000000">
                <a:alpha val="16470"/>
              </a:srgbClr>
            </a:outerShdw>
          </a:effectLst>
        </p:spPr>
      </p:pic>
      <p:pic>
        <p:nvPicPr>
          <p:cNvPr id="1630" name="Google Shape;1630;g26b641b03cd_0_192"/>
          <p:cNvPicPr preferRelativeResize="0"/>
          <p:nvPr/>
        </p:nvPicPr>
        <p:blipFill rotWithShape="1">
          <a:blip r:embed="rId6">
            <a:alphaModFix/>
          </a:blip>
          <a:srcRect t="59" b="49"/>
          <a:stretch/>
        </p:blipFill>
        <p:spPr>
          <a:xfrm>
            <a:off x="4621153" y="2001075"/>
            <a:ext cx="1747050" cy="2472848"/>
          </a:xfrm>
          <a:prstGeom prst="rect">
            <a:avLst/>
          </a:prstGeom>
          <a:noFill/>
          <a:ln>
            <a:noFill/>
          </a:ln>
          <a:effectLst>
            <a:outerShdw blurRad="71438" dist="28575" dir="5400000" algn="bl" rotWithShape="0">
              <a:srgbClr val="000000">
                <a:alpha val="1647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5"/>
        <p:cNvGrpSpPr/>
        <p:nvPr/>
      </p:nvGrpSpPr>
      <p:grpSpPr>
        <a:xfrm>
          <a:off x="0" y="0"/>
          <a:ext cx="0" cy="0"/>
          <a:chOff x="0" y="0"/>
          <a:chExt cx="0" cy="0"/>
        </a:xfrm>
      </p:grpSpPr>
      <p:sp>
        <p:nvSpPr>
          <p:cNvPr id="1636" name="Google Shape;1636;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1637" name="Google Shape;1637;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1638" name="Google Shape;1638;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43"/>
        <p:cNvGrpSpPr/>
        <p:nvPr/>
      </p:nvGrpSpPr>
      <p:grpSpPr>
        <a:xfrm>
          <a:off x="0" y="0"/>
          <a:ext cx="0" cy="0"/>
          <a:chOff x="0" y="0"/>
          <a:chExt cx="0" cy="0"/>
        </a:xfrm>
      </p:grpSpPr>
      <p:sp>
        <p:nvSpPr>
          <p:cNvPr id="1644" name="Google Shape;1644;g2c30267b5f9_4_1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645" name="Google Shape;1645;g2c30267b5f9_4_1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646" name="Google Shape;1646;g2c30267b5f9_4_14"/>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647" name="Google Shape;1647;g2c30267b5f9_4_14"/>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648" name="Google Shape;1648;g2c30267b5f9_4_14"/>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649" name="Google Shape;1649;g2c30267b5f9_4_1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650" name="Google Shape;1650;g2c30267b5f9_4_1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651" name="Google Shape;1651;g2c30267b5f9_4_14"/>
          <p:cNvGrpSpPr/>
          <p:nvPr/>
        </p:nvGrpSpPr>
        <p:grpSpPr>
          <a:xfrm>
            <a:off x="304250" y="6984600"/>
            <a:ext cx="8330829" cy="808600"/>
            <a:chOff x="-152950" y="7365600"/>
            <a:chExt cx="8330829" cy="808600"/>
          </a:xfrm>
        </p:grpSpPr>
        <p:sp>
          <p:nvSpPr>
            <p:cNvPr id="1652" name="Google Shape;1652;g2c30267b5f9_4_14"/>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653" name="Google Shape;1653;g2c30267b5f9_4_14"/>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654" name="Google Shape;1654;g2c30267b5f9_4_14"/>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655" name="Google Shape;1655;g2c30267b5f9_4_14"/>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656" name="Google Shape;1656;g2c30267b5f9_4_14"/>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657" name="Google Shape;1657;g2c30267b5f9_4_14"/>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658" name="Google Shape;1658;g2c30267b5f9_4_14"/>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659" name="Google Shape;1659;g2c30267b5f9_4_14"/>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660" name="Google Shape;1660;g2c30267b5f9_4_14"/>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61" name="Google Shape;1661;g2c30267b5f9_4_14"/>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62" name="Google Shape;1662;g2c30267b5f9_4_14"/>
          <p:cNvSpPr txBox="1"/>
          <p:nvPr/>
        </p:nvSpPr>
        <p:spPr>
          <a:xfrm>
            <a:off x="25185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1663" name="Google Shape;1663;g2c30267b5f9_4_14"/>
          <p:cNvSpPr/>
          <p:nvPr/>
        </p:nvSpPr>
        <p:spPr>
          <a:xfrm>
            <a:off x="32112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64" name="Google Shape;1664;g2c30267b5f9_4_14"/>
          <p:cNvSpPr/>
          <p:nvPr/>
        </p:nvSpPr>
        <p:spPr>
          <a:xfrm>
            <a:off x="43008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65" name="Google Shape;1665;g2c30267b5f9_4_14"/>
          <p:cNvSpPr/>
          <p:nvPr/>
        </p:nvSpPr>
        <p:spPr>
          <a:xfrm>
            <a:off x="55428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666" name="Google Shape;1666;g2c30267b5f9_4_1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667" name="Google Shape;1667;g2c30267b5f9_4_14"/>
          <p:cNvSpPr txBox="1"/>
          <p:nvPr/>
        </p:nvSpPr>
        <p:spPr>
          <a:xfrm>
            <a:off x="48501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1668" name="Google Shape;1668;g2c30267b5f9_4_14"/>
          <p:cNvSpPr txBox="1"/>
          <p:nvPr/>
        </p:nvSpPr>
        <p:spPr>
          <a:xfrm>
            <a:off x="36081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3"/>
        <p:cNvGrpSpPr/>
        <p:nvPr/>
      </p:nvGrpSpPr>
      <p:grpSpPr>
        <a:xfrm>
          <a:off x="0" y="0"/>
          <a:ext cx="0" cy="0"/>
          <a:chOff x="0" y="0"/>
          <a:chExt cx="0" cy="0"/>
        </a:xfrm>
      </p:grpSpPr>
      <p:sp>
        <p:nvSpPr>
          <p:cNvPr id="1674" name="Google Shape;1674;g2c30267b5f9_4_74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675" name="Google Shape;1675;g2c30267b5f9_4_74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676" name="Google Shape;1676;g2c30267b5f9_4_747"/>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677" name="Google Shape;1677;g2c30267b5f9_4_747"/>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678" name="Google Shape;1678;g2c30267b5f9_4_747"/>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679" name="Google Shape;1679;g2c30267b5f9_4_747"/>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680" name="Google Shape;1680;g2c30267b5f9_4_747"/>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681" name="Google Shape;1681;g2c30267b5f9_4_747"/>
          <p:cNvGrpSpPr/>
          <p:nvPr/>
        </p:nvGrpSpPr>
        <p:grpSpPr>
          <a:xfrm>
            <a:off x="304250" y="6984600"/>
            <a:ext cx="8330829" cy="808600"/>
            <a:chOff x="-152950" y="7365600"/>
            <a:chExt cx="8330829" cy="808600"/>
          </a:xfrm>
        </p:grpSpPr>
        <p:sp>
          <p:nvSpPr>
            <p:cNvPr id="1682" name="Google Shape;1682;g2c30267b5f9_4_747"/>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683" name="Google Shape;1683;g2c30267b5f9_4_747"/>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684" name="Google Shape;1684;g2c30267b5f9_4_747"/>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685" name="Google Shape;1685;g2c30267b5f9_4_747"/>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686" name="Google Shape;1686;g2c30267b5f9_4_747"/>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687" name="Google Shape;1687;g2c30267b5f9_4_747"/>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688" name="Google Shape;1688;g2c30267b5f9_4_747"/>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689" name="Google Shape;1689;g2c30267b5f9_4_747"/>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690" name="Google Shape;1690;g2c30267b5f9_4_747"/>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1" name="Google Shape;1691;g2c30267b5f9_4_747"/>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2" name="Google Shape;1692;g2c30267b5f9_4_747"/>
          <p:cNvSpPr txBox="1"/>
          <p:nvPr/>
        </p:nvSpPr>
        <p:spPr>
          <a:xfrm>
            <a:off x="25185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1693" name="Google Shape;1693;g2c30267b5f9_4_747"/>
          <p:cNvSpPr/>
          <p:nvPr/>
        </p:nvSpPr>
        <p:spPr>
          <a:xfrm>
            <a:off x="32112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4" name="Google Shape;1694;g2c30267b5f9_4_747"/>
          <p:cNvSpPr/>
          <p:nvPr/>
        </p:nvSpPr>
        <p:spPr>
          <a:xfrm>
            <a:off x="44532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5" name="Google Shape;1695;g2c30267b5f9_4_747"/>
          <p:cNvSpPr/>
          <p:nvPr/>
        </p:nvSpPr>
        <p:spPr>
          <a:xfrm>
            <a:off x="55428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696" name="Google Shape;1696;g2c30267b5f9_4_74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697" name="Google Shape;1697;g2c30267b5f9_4_747"/>
          <p:cNvSpPr txBox="1"/>
          <p:nvPr/>
        </p:nvSpPr>
        <p:spPr>
          <a:xfrm>
            <a:off x="48501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1698" name="Google Shape;1698;g2c30267b5f9_4_747"/>
          <p:cNvSpPr txBox="1"/>
          <p:nvPr/>
        </p:nvSpPr>
        <p:spPr>
          <a:xfrm>
            <a:off x="37605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3"/>
        <p:cNvGrpSpPr/>
        <p:nvPr/>
      </p:nvGrpSpPr>
      <p:grpSpPr>
        <a:xfrm>
          <a:off x="0" y="0"/>
          <a:ext cx="0" cy="0"/>
          <a:chOff x="0" y="0"/>
          <a:chExt cx="0" cy="0"/>
        </a:xfrm>
      </p:grpSpPr>
      <p:sp>
        <p:nvSpPr>
          <p:cNvPr id="1704" name="Google Shape;1704;g2c30267b5f9_4_77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705" name="Google Shape;1705;g2c30267b5f9_4_77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706" name="Google Shape;1706;g2c30267b5f9_4_776"/>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07" name="Google Shape;1707;g2c30267b5f9_4_776"/>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08" name="Google Shape;1708;g2c30267b5f9_4_776"/>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09" name="Google Shape;1709;g2c30267b5f9_4_77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10" name="Google Shape;1710;g2c30267b5f9_4_77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711" name="Google Shape;1711;g2c30267b5f9_4_776"/>
          <p:cNvGrpSpPr/>
          <p:nvPr/>
        </p:nvGrpSpPr>
        <p:grpSpPr>
          <a:xfrm>
            <a:off x="304250" y="6984600"/>
            <a:ext cx="8330829" cy="808600"/>
            <a:chOff x="-152950" y="7365600"/>
            <a:chExt cx="8330829" cy="808600"/>
          </a:xfrm>
        </p:grpSpPr>
        <p:sp>
          <p:nvSpPr>
            <p:cNvPr id="1712" name="Google Shape;1712;g2c30267b5f9_4_776"/>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713" name="Google Shape;1713;g2c30267b5f9_4_776"/>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714" name="Google Shape;1714;g2c30267b5f9_4_776"/>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715" name="Google Shape;1715;g2c30267b5f9_4_776"/>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716" name="Google Shape;1716;g2c30267b5f9_4_776"/>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717" name="Google Shape;1717;g2c30267b5f9_4_776"/>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718" name="Google Shape;1718;g2c30267b5f9_4_776"/>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719" name="Google Shape;1719;g2c30267b5f9_4_776"/>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720" name="Google Shape;1720;g2c30267b5f9_4_776"/>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21" name="Google Shape;1721;g2c30267b5f9_4_776"/>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22" name="Google Shape;1722;g2c30267b5f9_4_776"/>
          <p:cNvSpPr txBox="1"/>
          <p:nvPr/>
        </p:nvSpPr>
        <p:spPr>
          <a:xfrm>
            <a:off x="25566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1723" name="Google Shape;1723;g2c30267b5f9_4_776"/>
          <p:cNvSpPr/>
          <p:nvPr/>
        </p:nvSpPr>
        <p:spPr>
          <a:xfrm>
            <a:off x="32493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24" name="Google Shape;1724;g2c30267b5f9_4_776"/>
          <p:cNvSpPr/>
          <p:nvPr/>
        </p:nvSpPr>
        <p:spPr>
          <a:xfrm>
            <a:off x="44151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25" name="Google Shape;1725;g2c30267b5f9_4_776"/>
          <p:cNvSpPr/>
          <p:nvPr/>
        </p:nvSpPr>
        <p:spPr>
          <a:xfrm>
            <a:off x="55047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726" name="Google Shape;1726;g2c30267b5f9_4_77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727" name="Google Shape;1727;g2c30267b5f9_4_776"/>
          <p:cNvSpPr txBox="1"/>
          <p:nvPr/>
        </p:nvSpPr>
        <p:spPr>
          <a:xfrm>
            <a:off x="48120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1728" name="Google Shape;1728;g2c30267b5f9_4_776"/>
          <p:cNvSpPr txBox="1"/>
          <p:nvPr/>
        </p:nvSpPr>
        <p:spPr>
          <a:xfrm>
            <a:off x="37224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3"/>
        <p:cNvGrpSpPr/>
        <p:nvPr/>
      </p:nvGrpSpPr>
      <p:grpSpPr>
        <a:xfrm>
          <a:off x="0" y="0"/>
          <a:ext cx="0" cy="0"/>
          <a:chOff x="0" y="0"/>
          <a:chExt cx="0" cy="0"/>
        </a:xfrm>
      </p:grpSpPr>
      <p:sp>
        <p:nvSpPr>
          <p:cNvPr id="1734" name="Google Shape;1734;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1735" name="Google Shape;1735;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736" name="Google Shape;1736;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1"/>
        <p:cNvGrpSpPr/>
        <p:nvPr/>
      </p:nvGrpSpPr>
      <p:grpSpPr>
        <a:xfrm>
          <a:off x="0" y="0"/>
          <a:ext cx="0" cy="0"/>
          <a:chOff x="0" y="0"/>
          <a:chExt cx="0" cy="0"/>
        </a:xfrm>
      </p:grpSpPr>
      <p:sp>
        <p:nvSpPr>
          <p:cNvPr id="1742" name="Google Shape;1742;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743" name="Google Shape;1743;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744" name="Google Shape;1744;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745" name="Google Shape;1745;g26b641b03cd_0_204"/>
          <p:cNvPicPr preferRelativeResize="0"/>
          <p:nvPr/>
        </p:nvPicPr>
        <p:blipFill rotWithShape="1">
          <a:blip r:embed="rId3">
            <a:alphaModFix/>
          </a:blip>
          <a:srcRect/>
          <a:stretch/>
        </p:blipFill>
        <p:spPr>
          <a:xfrm>
            <a:off x="4799687" y="1331350"/>
            <a:ext cx="3173363" cy="3812301"/>
          </a:xfrm>
          <a:prstGeom prst="rect">
            <a:avLst/>
          </a:prstGeom>
          <a:noFill/>
          <a:ln>
            <a:noFill/>
          </a:ln>
          <a:effectLst>
            <a:outerShdw blurRad="114300" dist="19050" dir="5400000" algn="bl" rotWithShape="0">
              <a:srgbClr val="000000">
                <a:alpha val="20000"/>
              </a:srgbClr>
            </a:outerShdw>
          </a:effectLst>
        </p:spPr>
      </p:pic>
      <p:pic>
        <p:nvPicPr>
          <p:cNvPr id="1746" name="Google Shape;1746;g26b641b03cd_0_204"/>
          <p:cNvPicPr preferRelativeResize="0"/>
          <p:nvPr/>
        </p:nvPicPr>
        <p:blipFill rotWithShape="1">
          <a:blip r:embed="rId4">
            <a:alphaModFix/>
          </a:blip>
          <a:srcRect/>
          <a:stretch/>
        </p:blipFill>
        <p:spPr>
          <a:xfrm>
            <a:off x="1170950" y="1331350"/>
            <a:ext cx="3173363" cy="38123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51"/>
        <p:cNvGrpSpPr/>
        <p:nvPr/>
      </p:nvGrpSpPr>
      <p:grpSpPr>
        <a:xfrm>
          <a:off x="0" y="0"/>
          <a:ext cx="0" cy="0"/>
          <a:chOff x="0" y="0"/>
          <a:chExt cx="0" cy="0"/>
        </a:xfrm>
      </p:grpSpPr>
      <p:sp>
        <p:nvSpPr>
          <p:cNvPr id="1752" name="Google Shape;1752;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753" name="Google Shape;1753;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754" name="Google Shape;1754;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755" name="Google Shape;1755;g2c186218c5a_0_48"/>
          <p:cNvPicPr preferRelativeResize="0"/>
          <p:nvPr/>
        </p:nvPicPr>
        <p:blipFill rotWithShape="1">
          <a:blip r:embed="rId3">
            <a:alphaModFix/>
          </a:blip>
          <a:srcRect/>
          <a:stretch/>
        </p:blipFill>
        <p:spPr>
          <a:xfrm>
            <a:off x="4799687" y="1331350"/>
            <a:ext cx="3173363" cy="3812301"/>
          </a:xfrm>
          <a:prstGeom prst="rect">
            <a:avLst/>
          </a:prstGeom>
          <a:noFill/>
          <a:ln>
            <a:noFill/>
          </a:ln>
          <a:effectLst>
            <a:outerShdw blurRad="114300" dist="19050" dir="5400000" algn="bl" rotWithShape="0">
              <a:srgbClr val="000000">
                <a:alpha val="20000"/>
              </a:srgbClr>
            </a:outerShdw>
          </a:effectLst>
        </p:spPr>
      </p:pic>
      <p:pic>
        <p:nvPicPr>
          <p:cNvPr id="1756" name="Google Shape;1756;g2c186218c5a_0_48"/>
          <p:cNvPicPr preferRelativeResize="0"/>
          <p:nvPr/>
        </p:nvPicPr>
        <p:blipFill rotWithShape="1">
          <a:blip r:embed="rId4">
            <a:alphaModFix/>
          </a:blip>
          <a:srcRect/>
          <a:stretch/>
        </p:blipFill>
        <p:spPr>
          <a:xfrm>
            <a:off x="1170950" y="1331350"/>
            <a:ext cx="3173363" cy="38123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61"/>
        <p:cNvGrpSpPr/>
        <p:nvPr/>
      </p:nvGrpSpPr>
      <p:grpSpPr>
        <a:xfrm>
          <a:off x="0" y="0"/>
          <a:ext cx="0" cy="0"/>
          <a:chOff x="0" y="0"/>
          <a:chExt cx="0" cy="0"/>
        </a:xfrm>
      </p:grpSpPr>
      <p:sp>
        <p:nvSpPr>
          <p:cNvPr id="1762" name="Google Shape;176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763" name="Google Shape;176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764" name="Google Shape;1764;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765" name="Google Shape;1765;g26b641b03cd_0_213"/>
          <p:cNvPicPr preferRelativeResize="0"/>
          <p:nvPr/>
        </p:nvPicPr>
        <p:blipFill rotWithShape="1">
          <a:blip r:embed="rId3">
            <a:alphaModFix/>
          </a:blip>
          <a:srcRect l="228" r="228"/>
          <a:stretch/>
        </p:blipFill>
        <p:spPr>
          <a:xfrm>
            <a:off x="1560775" y="1208700"/>
            <a:ext cx="2822353" cy="3934899"/>
          </a:xfrm>
          <a:prstGeom prst="rect">
            <a:avLst/>
          </a:prstGeom>
          <a:noFill/>
          <a:ln>
            <a:noFill/>
          </a:ln>
          <a:effectLst>
            <a:outerShdw blurRad="85725" dist="19050" dir="5400000" algn="bl" rotWithShape="0">
              <a:srgbClr val="000000">
                <a:alpha val="20000"/>
              </a:srgbClr>
            </a:outerShdw>
          </a:effectLst>
        </p:spPr>
      </p:pic>
      <p:pic>
        <p:nvPicPr>
          <p:cNvPr id="1766" name="Google Shape;1766;g26b641b03cd_0_213"/>
          <p:cNvPicPr preferRelativeResize="0"/>
          <p:nvPr/>
        </p:nvPicPr>
        <p:blipFill rotWithShape="1">
          <a:blip r:embed="rId4">
            <a:alphaModFix/>
          </a:blip>
          <a:srcRect l="228" r="228"/>
          <a:stretch/>
        </p:blipFill>
        <p:spPr>
          <a:xfrm>
            <a:off x="4760871" y="1208700"/>
            <a:ext cx="2822353" cy="3934899"/>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71"/>
        <p:cNvGrpSpPr/>
        <p:nvPr/>
      </p:nvGrpSpPr>
      <p:grpSpPr>
        <a:xfrm>
          <a:off x="0" y="0"/>
          <a:ext cx="0" cy="0"/>
          <a:chOff x="0" y="0"/>
          <a:chExt cx="0" cy="0"/>
        </a:xfrm>
      </p:grpSpPr>
      <p:sp>
        <p:nvSpPr>
          <p:cNvPr id="1772" name="Google Shape;177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773" name="Google Shape;177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774" name="Google Shape;1774;g2c186218c5a_0_149"/>
          <p:cNvPicPr preferRelativeResize="0"/>
          <p:nvPr/>
        </p:nvPicPr>
        <p:blipFill rotWithShape="1">
          <a:blip r:embed="rId3">
            <a:alphaModFix/>
          </a:blip>
          <a:srcRect l="99" r="89"/>
          <a:stretch/>
        </p:blipFill>
        <p:spPr>
          <a:xfrm>
            <a:off x="1560775" y="1208700"/>
            <a:ext cx="2822353" cy="3934899"/>
          </a:xfrm>
          <a:prstGeom prst="rect">
            <a:avLst/>
          </a:prstGeom>
          <a:noFill/>
          <a:ln>
            <a:noFill/>
          </a:ln>
          <a:effectLst>
            <a:outerShdw blurRad="85725" dist="19050" dir="5400000" algn="bl" rotWithShape="0">
              <a:srgbClr val="000000">
                <a:alpha val="20000"/>
              </a:srgbClr>
            </a:outerShdw>
          </a:effectLst>
        </p:spPr>
      </p:pic>
      <p:sp>
        <p:nvSpPr>
          <p:cNvPr id="1775" name="Google Shape;177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776" name="Google Shape;1776;g2c186218c5a_0_149"/>
          <p:cNvPicPr preferRelativeResize="0"/>
          <p:nvPr/>
        </p:nvPicPr>
        <p:blipFill rotWithShape="1">
          <a:blip r:embed="rId4">
            <a:alphaModFix/>
          </a:blip>
          <a:srcRect l="99" r="89"/>
          <a:stretch/>
        </p:blipFill>
        <p:spPr>
          <a:xfrm>
            <a:off x="4760871" y="1208700"/>
            <a:ext cx="2822353" cy="3934899"/>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81"/>
        <p:cNvGrpSpPr/>
        <p:nvPr/>
      </p:nvGrpSpPr>
      <p:grpSpPr>
        <a:xfrm>
          <a:off x="0" y="0"/>
          <a:ext cx="0" cy="0"/>
          <a:chOff x="0" y="0"/>
          <a:chExt cx="0" cy="0"/>
        </a:xfrm>
      </p:grpSpPr>
      <p:sp>
        <p:nvSpPr>
          <p:cNvPr id="1782" name="Google Shape;1782;g26b641b03cd_0_301"/>
          <p:cNvSpPr txBox="1">
            <a:spLocks noGrp="1"/>
          </p:cNvSpPr>
          <p:nvPr>
            <p:ph type="title"/>
          </p:nvPr>
        </p:nvSpPr>
        <p:spPr>
          <a:xfrm>
            <a:off x="1014525" y="5568500"/>
            <a:ext cx="71148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783" name="Google Shape;1783;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1784" name="Google Shape;1784;g26b641b03cd_0_301"/>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785" name="Google Shape;1785;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90"/>
        <p:cNvGrpSpPr/>
        <p:nvPr/>
      </p:nvGrpSpPr>
      <p:grpSpPr>
        <a:xfrm>
          <a:off x="0" y="0"/>
          <a:ext cx="0" cy="0"/>
          <a:chOff x="0" y="0"/>
          <a:chExt cx="0" cy="0"/>
        </a:xfrm>
      </p:grpSpPr>
      <p:sp>
        <p:nvSpPr>
          <p:cNvPr id="1791" name="Google Shape;1791;g26b641b03cd_0_308"/>
          <p:cNvSpPr txBox="1">
            <a:spLocks noGrp="1"/>
          </p:cNvSpPr>
          <p:nvPr>
            <p:ph type="title"/>
          </p:nvPr>
        </p:nvSpPr>
        <p:spPr>
          <a:xfrm>
            <a:off x="857950" y="5568500"/>
            <a:ext cx="7428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792" name="Google Shape;1792;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1793" name="Google Shape;1793;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794" name="Google Shape;1794;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99"/>
        <p:cNvGrpSpPr/>
        <p:nvPr/>
      </p:nvGrpSpPr>
      <p:grpSpPr>
        <a:xfrm>
          <a:off x="0" y="0"/>
          <a:ext cx="0" cy="0"/>
          <a:chOff x="0" y="0"/>
          <a:chExt cx="0" cy="0"/>
        </a:xfrm>
      </p:grpSpPr>
      <p:sp>
        <p:nvSpPr>
          <p:cNvPr id="1800" name="Google Shape;1800;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801" name="Google Shape;1801;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1802" name="Google Shape;1802;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803" name="Google Shape;1803;g26b641b03cd_0_315"/>
          <p:cNvPicPr preferRelativeResize="0"/>
          <p:nvPr/>
        </p:nvPicPr>
        <p:blipFill rotWithShape="1">
          <a:blip r:embed="rId3">
            <a:alphaModFix/>
          </a:blip>
          <a:srcRect/>
          <a:stretch/>
        </p:blipFill>
        <p:spPr>
          <a:xfrm>
            <a:off x="932744" y="1835875"/>
            <a:ext cx="3548822" cy="2662899"/>
          </a:xfrm>
          <a:prstGeom prst="rect">
            <a:avLst/>
          </a:prstGeom>
          <a:noFill/>
          <a:ln>
            <a:noFill/>
          </a:ln>
          <a:effectLst>
            <a:outerShdw blurRad="57150" dist="19050" dir="5400000" algn="bl" rotWithShape="0">
              <a:srgbClr val="000000">
                <a:alpha val="20000"/>
              </a:srgbClr>
            </a:outerShdw>
          </a:effectLst>
        </p:spPr>
      </p:pic>
      <p:pic>
        <p:nvPicPr>
          <p:cNvPr id="1804" name="Google Shape;1804;g26b641b03cd_0_315"/>
          <p:cNvPicPr preferRelativeResize="0"/>
          <p:nvPr/>
        </p:nvPicPr>
        <p:blipFill rotWithShape="1">
          <a:blip r:embed="rId4">
            <a:alphaModFix/>
          </a:blip>
          <a:srcRect t="89" b="99"/>
          <a:stretch/>
        </p:blipFill>
        <p:spPr>
          <a:xfrm>
            <a:off x="4662435" y="1835875"/>
            <a:ext cx="3548822" cy="266290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sp>
        <p:nvSpPr>
          <p:cNvPr id="1810" name="Google Shape;1810;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811" name="Google Shape;1811;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1812" name="Google Shape;1812;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813" name="Google Shape;1813;g26b641b03cd_1_0"/>
          <p:cNvPicPr preferRelativeResize="0"/>
          <p:nvPr/>
        </p:nvPicPr>
        <p:blipFill rotWithShape="1">
          <a:blip r:embed="rId3">
            <a:alphaModFix/>
          </a:blip>
          <a:srcRect/>
          <a:stretch/>
        </p:blipFill>
        <p:spPr>
          <a:xfrm>
            <a:off x="932744" y="1835875"/>
            <a:ext cx="3548822" cy="2662899"/>
          </a:xfrm>
          <a:prstGeom prst="rect">
            <a:avLst/>
          </a:prstGeom>
          <a:noFill/>
          <a:ln>
            <a:noFill/>
          </a:ln>
          <a:effectLst>
            <a:outerShdw blurRad="57150" dist="19050" dir="5400000" algn="bl" rotWithShape="0">
              <a:srgbClr val="000000">
                <a:alpha val="20000"/>
              </a:srgbClr>
            </a:outerShdw>
          </a:effectLst>
        </p:spPr>
      </p:pic>
      <p:pic>
        <p:nvPicPr>
          <p:cNvPr id="1814" name="Google Shape;1814;g26b641b03cd_1_0"/>
          <p:cNvPicPr preferRelativeResize="0"/>
          <p:nvPr/>
        </p:nvPicPr>
        <p:blipFill rotWithShape="1">
          <a:blip r:embed="rId4">
            <a:alphaModFix/>
          </a:blip>
          <a:srcRect t="89" b="99"/>
          <a:stretch/>
        </p:blipFill>
        <p:spPr>
          <a:xfrm>
            <a:off x="4662435" y="1835875"/>
            <a:ext cx="3548822" cy="266290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19"/>
        <p:cNvGrpSpPr/>
        <p:nvPr/>
      </p:nvGrpSpPr>
      <p:grpSpPr>
        <a:xfrm>
          <a:off x="0" y="0"/>
          <a:ext cx="0" cy="0"/>
          <a:chOff x="0" y="0"/>
          <a:chExt cx="0" cy="0"/>
        </a:xfrm>
      </p:grpSpPr>
      <p:grpSp>
        <p:nvGrpSpPr>
          <p:cNvPr id="1820" name="Google Shape;1820;g1f3daf8a844_0_64"/>
          <p:cNvGrpSpPr/>
          <p:nvPr/>
        </p:nvGrpSpPr>
        <p:grpSpPr>
          <a:xfrm>
            <a:off x="1562585" y="3625625"/>
            <a:ext cx="6019129" cy="1828800"/>
            <a:chOff x="1828800" y="3625614"/>
            <a:chExt cx="5486400" cy="1828800"/>
          </a:xfrm>
        </p:grpSpPr>
        <p:cxnSp>
          <p:nvCxnSpPr>
            <p:cNvPr id="1821" name="Google Shape;1821;g1f3daf8a844_0_64"/>
            <p:cNvCxnSpPr/>
            <p:nvPr/>
          </p:nvCxnSpPr>
          <p:spPr>
            <a:xfrm>
              <a:off x="1828800" y="4364039"/>
              <a:ext cx="5486400" cy="0"/>
            </a:xfrm>
            <a:prstGeom prst="straightConnector1">
              <a:avLst/>
            </a:prstGeom>
            <a:noFill/>
            <a:ln w="28575" cap="flat" cmpd="sng">
              <a:solidFill>
                <a:srgbClr val="C2EDFF"/>
              </a:solidFill>
              <a:prstDash val="lgDash"/>
              <a:miter lim="800000"/>
              <a:headEnd type="none" w="sm" len="sm"/>
              <a:tailEnd type="none" w="sm" len="sm"/>
            </a:ln>
          </p:spPr>
        </p:cxnSp>
        <p:cxnSp>
          <p:nvCxnSpPr>
            <p:cNvPr id="1822" name="Google Shape;1822;g1f3daf8a844_0_64"/>
            <p:cNvCxnSpPr/>
            <p:nvPr/>
          </p:nvCxnSpPr>
          <p:spPr>
            <a:xfrm>
              <a:off x="1828800" y="4060189"/>
              <a:ext cx="5486400" cy="0"/>
            </a:xfrm>
            <a:prstGeom prst="straightConnector1">
              <a:avLst/>
            </a:prstGeom>
            <a:noFill/>
            <a:ln w="28575" cap="flat" cmpd="sng">
              <a:solidFill>
                <a:srgbClr val="C2EDFF"/>
              </a:solidFill>
              <a:prstDash val="lgDash"/>
              <a:miter lim="800000"/>
              <a:headEnd type="none" w="sm" len="sm"/>
              <a:tailEnd type="none" w="sm" len="sm"/>
            </a:ln>
          </p:spPr>
        </p:cxnSp>
        <p:cxnSp>
          <p:nvCxnSpPr>
            <p:cNvPr id="1823" name="Google Shape;1823;g1f3daf8a844_0_64"/>
            <p:cNvCxnSpPr/>
            <p:nvPr/>
          </p:nvCxnSpPr>
          <p:spPr>
            <a:xfrm>
              <a:off x="1828800" y="4967575"/>
              <a:ext cx="5486400" cy="0"/>
            </a:xfrm>
            <a:prstGeom prst="straightConnector1">
              <a:avLst/>
            </a:prstGeom>
            <a:noFill/>
            <a:ln w="28575" cap="flat" cmpd="sng">
              <a:solidFill>
                <a:srgbClr val="C2EDFF"/>
              </a:solidFill>
              <a:prstDash val="solid"/>
              <a:miter lim="800000"/>
              <a:headEnd type="none" w="sm" len="sm"/>
              <a:tailEnd type="none" w="sm" len="sm"/>
            </a:ln>
          </p:spPr>
        </p:cxnSp>
        <p:cxnSp>
          <p:nvCxnSpPr>
            <p:cNvPr id="1824" name="Google Shape;1824;g1f3daf8a844_0_64"/>
            <p:cNvCxnSpPr/>
            <p:nvPr/>
          </p:nvCxnSpPr>
          <p:spPr>
            <a:xfrm>
              <a:off x="1828800" y="5230914"/>
              <a:ext cx="5486400" cy="0"/>
            </a:xfrm>
            <a:prstGeom prst="straightConnector1">
              <a:avLst/>
            </a:prstGeom>
            <a:noFill/>
            <a:ln w="28575" cap="flat" cmpd="sng">
              <a:solidFill>
                <a:srgbClr val="C2EDFF"/>
              </a:solidFill>
              <a:prstDash val="lgDash"/>
              <a:miter lim="800000"/>
              <a:headEnd type="none" w="sm" len="sm"/>
              <a:tailEnd type="none" w="sm" len="sm"/>
            </a:ln>
          </p:spPr>
        </p:cxnSp>
        <p:sp>
          <p:nvSpPr>
            <p:cNvPr id="1825" name="Google Shape;1825;g1f3daf8a844_0_64"/>
            <p:cNvSpPr/>
            <p:nvPr/>
          </p:nvSpPr>
          <p:spPr>
            <a:xfrm>
              <a:off x="3657600" y="3625614"/>
              <a:ext cx="1828800" cy="1828800"/>
            </a:xfrm>
            <a:prstGeom prst="rect">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6" name="Google Shape;1826;g1f3daf8a844_0_64"/>
            <p:cNvSpPr/>
            <p:nvPr/>
          </p:nvSpPr>
          <p:spPr>
            <a:xfrm rot="5400000">
              <a:off x="5486400" y="3625614"/>
              <a:ext cx="1828800" cy="1828800"/>
            </a:xfrm>
            <a:prstGeom prst="round2SameRect">
              <a:avLst>
                <a:gd name="adj1" fmla="val 5231"/>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7" name="Google Shape;1827;g1f3daf8a844_0_64"/>
            <p:cNvSpPr/>
            <p:nvPr/>
          </p:nvSpPr>
          <p:spPr>
            <a:xfrm rot="-5400000">
              <a:off x="1828800" y="3625614"/>
              <a:ext cx="1828800" cy="1828800"/>
            </a:xfrm>
            <a:prstGeom prst="round2SameRect">
              <a:avLst>
                <a:gd name="adj1" fmla="val 5231"/>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828" name="Google Shape;1828;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829" name="Google Shape;1829;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830" name="Google Shape;1830;g1f3daf8a844_0_64"/>
          <p:cNvGrpSpPr/>
          <p:nvPr/>
        </p:nvGrpSpPr>
        <p:grpSpPr>
          <a:xfrm>
            <a:off x="3024000" y="209875"/>
            <a:ext cx="3096000" cy="454800"/>
            <a:chOff x="3024000" y="209875"/>
            <a:chExt cx="3096000" cy="454800"/>
          </a:xfrm>
        </p:grpSpPr>
        <p:sp>
          <p:nvSpPr>
            <p:cNvPr id="1831" name="Google Shape;1831;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2" name="Google Shape;1832;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833" name="Google Shape;1833;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834" name="Google Shape;1834;g1f3daf8a844_0_64"/>
          <p:cNvSpPr txBox="1"/>
          <p:nvPr/>
        </p:nvSpPr>
        <p:spPr>
          <a:xfrm>
            <a:off x="3264600" y="1382541"/>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ED1C24"/>
                </a:solidFill>
                <a:latin typeface="Poppins"/>
                <a:ea typeface="Poppins"/>
                <a:cs typeface="Poppins"/>
                <a:sym typeface="Poppins"/>
              </a:rPr>
              <a:t>a</a:t>
            </a:r>
            <a:endParaRPr sz="8000" b="0" i="0" u="none" strike="noStrike" cap="none">
              <a:solidFill>
                <a:srgbClr val="2356AF"/>
              </a:solidFill>
              <a:latin typeface="Jost"/>
              <a:ea typeface="Jost"/>
              <a:cs typeface="Jost"/>
              <a:sym typeface="Jost"/>
            </a:endParaRPr>
          </a:p>
        </p:txBody>
      </p:sp>
      <p:sp>
        <p:nvSpPr>
          <p:cNvPr id="1835" name="Google Shape;1835;g1f3daf8a844_0_64"/>
          <p:cNvSpPr txBox="1"/>
          <p:nvPr/>
        </p:nvSpPr>
        <p:spPr>
          <a:xfrm>
            <a:off x="18756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s</a:t>
            </a:r>
            <a:endParaRPr sz="8000" b="0" i="0" u="none" strike="noStrike" cap="none">
              <a:solidFill>
                <a:srgbClr val="2356AF"/>
              </a:solidFill>
              <a:latin typeface="Jost"/>
              <a:ea typeface="Jost"/>
              <a:cs typeface="Jost"/>
              <a:sym typeface="Jost"/>
            </a:endParaRPr>
          </a:p>
        </p:txBody>
      </p:sp>
      <p:sp>
        <p:nvSpPr>
          <p:cNvPr id="1836" name="Google Shape;1836;g1f3daf8a844_0_64"/>
          <p:cNvSpPr txBox="1"/>
          <p:nvPr/>
        </p:nvSpPr>
        <p:spPr>
          <a:xfrm>
            <a:off x="46536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1837" name="Google Shape;1837;g1f3daf8a844_0_64"/>
          <p:cNvSpPr txBox="1"/>
          <p:nvPr/>
        </p:nvSpPr>
        <p:spPr>
          <a:xfrm>
            <a:off x="60426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cxnSp>
        <p:nvCxnSpPr>
          <p:cNvPr id="1838" name="Google Shape;1838;g1f3daf8a844_0_64"/>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43"/>
        <p:cNvGrpSpPr/>
        <p:nvPr/>
      </p:nvGrpSpPr>
      <p:grpSpPr>
        <a:xfrm>
          <a:off x="0" y="0"/>
          <a:ext cx="0" cy="0"/>
          <a:chOff x="0" y="0"/>
          <a:chExt cx="0" cy="0"/>
        </a:xfrm>
      </p:grpSpPr>
      <p:grpSp>
        <p:nvGrpSpPr>
          <p:cNvPr id="1844" name="Google Shape;1844;g26c2c0d958c_0_742"/>
          <p:cNvGrpSpPr/>
          <p:nvPr/>
        </p:nvGrpSpPr>
        <p:grpSpPr>
          <a:xfrm>
            <a:off x="1562585" y="3625625"/>
            <a:ext cx="6019129" cy="1828800"/>
            <a:chOff x="1828800" y="3625614"/>
            <a:chExt cx="5486400" cy="1828800"/>
          </a:xfrm>
        </p:grpSpPr>
        <p:cxnSp>
          <p:nvCxnSpPr>
            <p:cNvPr id="1845" name="Google Shape;1845;g26c2c0d958c_0_742"/>
            <p:cNvCxnSpPr/>
            <p:nvPr/>
          </p:nvCxnSpPr>
          <p:spPr>
            <a:xfrm>
              <a:off x="1828800" y="4364039"/>
              <a:ext cx="5486400" cy="0"/>
            </a:xfrm>
            <a:prstGeom prst="straightConnector1">
              <a:avLst/>
            </a:prstGeom>
            <a:noFill/>
            <a:ln w="28575" cap="flat" cmpd="sng">
              <a:solidFill>
                <a:srgbClr val="C2EDFF"/>
              </a:solidFill>
              <a:prstDash val="lgDash"/>
              <a:miter lim="800000"/>
              <a:headEnd type="none" w="sm" len="sm"/>
              <a:tailEnd type="none" w="sm" len="sm"/>
            </a:ln>
          </p:spPr>
        </p:cxnSp>
        <p:cxnSp>
          <p:nvCxnSpPr>
            <p:cNvPr id="1846" name="Google Shape;1846;g26c2c0d958c_0_742"/>
            <p:cNvCxnSpPr/>
            <p:nvPr/>
          </p:nvCxnSpPr>
          <p:spPr>
            <a:xfrm>
              <a:off x="1828800" y="4060189"/>
              <a:ext cx="5486400" cy="0"/>
            </a:xfrm>
            <a:prstGeom prst="straightConnector1">
              <a:avLst/>
            </a:prstGeom>
            <a:noFill/>
            <a:ln w="28575" cap="flat" cmpd="sng">
              <a:solidFill>
                <a:srgbClr val="C2EDFF"/>
              </a:solidFill>
              <a:prstDash val="lgDash"/>
              <a:miter lim="800000"/>
              <a:headEnd type="none" w="sm" len="sm"/>
              <a:tailEnd type="none" w="sm" len="sm"/>
            </a:ln>
          </p:spPr>
        </p:cxnSp>
        <p:cxnSp>
          <p:nvCxnSpPr>
            <p:cNvPr id="1847" name="Google Shape;1847;g26c2c0d958c_0_742"/>
            <p:cNvCxnSpPr/>
            <p:nvPr/>
          </p:nvCxnSpPr>
          <p:spPr>
            <a:xfrm>
              <a:off x="1828800" y="4967575"/>
              <a:ext cx="5486400" cy="0"/>
            </a:xfrm>
            <a:prstGeom prst="straightConnector1">
              <a:avLst/>
            </a:prstGeom>
            <a:noFill/>
            <a:ln w="28575" cap="flat" cmpd="sng">
              <a:solidFill>
                <a:srgbClr val="C2EDFF"/>
              </a:solidFill>
              <a:prstDash val="solid"/>
              <a:miter lim="800000"/>
              <a:headEnd type="none" w="sm" len="sm"/>
              <a:tailEnd type="none" w="sm" len="sm"/>
            </a:ln>
          </p:spPr>
        </p:cxnSp>
        <p:cxnSp>
          <p:nvCxnSpPr>
            <p:cNvPr id="1848" name="Google Shape;1848;g26c2c0d958c_0_742"/>
            <p:cNvCxnSpPr/>
            <p:nvPr/>
          </p:nvCxnSpPr>
          <p:spPr>
            <a:xfrm>
              <a:off x="1828800" y="5230914"/>
              <a:ext cx="5486400" cy="0"/>
            </a:xfrm>
            <a:prstGeom prst="straightConnector1">
              <a:avLst/>
            </a:prstGeom>
            <a:noFill/>
            <a:ln w="28575" cap="flat" cmpd="sng">
              <a:solidFill>
                <a:srgbClr val="C2EDFF"/>
              </a:solidFill>
              <a:prstDash val="lgDash"/>
              <a:miter lim="800000"/>
              <a:headEnd type="none" w="sm" len="sm"/>
              <a:tailEnd type="none" w="sm" len="sm"/>
            </a:ln>
          </p:spPr>
        </p:cxnSp>
        <p:sp>
          <p:nvSpPr>
            <p:cNvPr id="1849" name="Google Shape;1849;g26c2c0d958c_0_742"/>
            <p:cNvSpPr/>
            <p:nvPr/>
          </p:nvSpPr>
          <p:spPr>
            <a:xfrm>
              <a:off x="3657600" y="3625614"/>
              <a:ext cx="1828800" cy="1828800"/>
            </a:xfrm>
            <a:prstGeom prst="rect">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0" name="Google Shape;1850;g26c2c0d958c_0_742"/>
            <p:cNvSpPr/>
            <p:nvPr/>
          </p:nvSpPr>
          <p:spPr>
            <a:xfrm rot="5400000">
              <a:off x="5486400" y="3625614"/>
              <a:ext cx="1828800" cy="1828800"/>
            </a:xfrm>
            <a:prstGeom prst="round2SameRect">
              <a:avLst>
                <a:gd name="adj1" fmla="val 5231"/>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1" name="Google Shape;1851;g26c2c0d958c_0_742"/>
            <p:cNvSpPr/>
            <p:nvPr/>
          </p:nvSpPr>
          <p:spPr>
            <a:xfrm rot="-5400000">
              <a:off x="1828800" y="3625614"/>
              <a:ext cx="1828800" cy="1828800"/>
            </a:xfrm>
            <a:prstGeom prst="round2SameRect">
              <a:avLst>
                <a:gd name="adj1" fmla="val 5231"/>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852" name="Google Shape;1852;g26c2c0d958c_0_7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853" name="Google Shape;1853;g26c2c0d958c_0_7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cxnSp>
        <p:nvCxnSpPr>
          <p:cNvPr id="1854" name="Google Shape;1854;g26c2c0d958c_0_742"/>
          <p:cNvCxnSpPr/>
          <p:nvPr/>
        </p:nvCxnSpPr>
        <p:spPr>
          <a:xfrm>
            <a:off x="1181100" y="3461850"/>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855" name="Google Shape;1855;g26c2c0d958c_0_742"/>
          <p:cNvGrpSpPr/>
          <p:nvPr/>
        </p:nvGrpSpPr>
        <p:grpSpPr>
          <a:xfrm>
            <a:off x="3024000" y="209875"/>
            <a:ext cx="3096000" cy="454800"/>
            <a:chOff x="3024000" y="209875"/>
            <a:chExt cx="3096000" cy="454800"/>
          </a:xfrm>
        </p:grpSpPr>
        <p:sp>
          <p:nvSpPr>
            <p:cNvPr id="1856" name="Google Shape;1856;g26c2c0d958c_0_7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7" name="Google Shape;1857;g26c2c0d958c_0_7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858" name="Google Shape;1858;g26c2c0d958c_0_7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859" name="Google Shape;1859;g26c2c0d958c_0_742"/>
          <p:cNvSpPr txBox="1">
            <a:spLocks noGrp="1"/>
          </p:cNvSpPr>
          <p:nvPr>
            <p:ph type="subTitle" idx="4294967295"/>
          </p:nvPr>
        </p:nvSpPr>
        <p:spPr>
          <a:xfrm>
            <a:off x="1193375" y="3044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s</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 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a:t>
            </a:r>
            <a:endParaRPr sz="1800" b="0" i="0" u="none" strike="noStrike" cap="none">
              <a:solidFill>
                <a:srgbClr val="B7B7B7"/>
              </a:solidFill>
              <a:latin typeface="Jost"/>
              <a:ea typeface="Jost"/>
              <a:cs typeface="Jost"/>
              <a:sym typeface="Jost"/>
            </a:endParaRPr>
          </a:p>
        </p:txBody>
      </p:sp>
      <p:cxnSp>
        <p:nvCxnSpPr>
          <p:cNvPr id="1860" name="Google Shape;1860;g26c2c0d958c_0_742"/>
          <p:cNvCxnSpPr/>
          <p:nvPr/>
        </p:nvCxnSpPr>
        <p:spPr>
          <a:xfrm>
            <a:off x="1181100" y="2920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861" name="Google Shape;1861;g26c2c0d958c_0_742"/>
          <p:cNvSpPr txBox="1"/>
          <p:nvPr/>
        </p:nvSpPr>
        <p:spPr>
          <a:xfrm>
            <a:off x="3264600" y="1382541"/>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ED1C24"/>
                </a:solidFill>
                <a:latin typeface="Poppins"/>
                <a:ea typeface="Poppins"/>
                <a:cs typeface="Poppins"/>
                <a:sym typeface="Poppins"/>
              </a:rPr>
              <a:t>a</a:t>
            </a:r>
            <a:endParaRPr sz="8000" b="0" i="0" u="none" strike="noStrike" cap="none">
              <a:solidFill>
                <a:srgbClr val="2356AF"/>
              </a:solidFill>
              <a:latin typeface="Jost"/>
              <a:ea typeface="Jost"/>
              <a:cs typeface="Jost"/>
              <a:sym typeface="Jost"/>
            </a:endParaRPr>
          </a:p>
        </p:txBody>
      </p:sp>
      <p:sp>
        <p:nvSpPr>
          <p:cNvPr id="1862" name="Google Shape;1862;g26c2c0d958c_0_742"/>
          <p:cNvSpPr txBox="1"/>
          <p:nvPr/>
        </p:nvSpPr>
        <p:spPr>
          <a:xfrm>
            <a:off x="18756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s</a:t>
            </a:r>
            <a:endParaRPr sz="8000" b="0" i="0" u="none" strike="noStrike" cap="none">
              <a:solidFill>
                <a:srgbClr val="2356AF"/>
              </a:solidFill>
              <a:latin typeface="Jost"/>
              <a:ea typeface="Jost"/>
              <a:cs typeface="Jost"/>
              <a:sym typeface="Jost"/>
            </a:endParaRPr>
          </a:p>
        </p:txBody>
      </p:sp>
      <p:sp>
        <p:nvSpPr>
          <p:cNvPr id="1863" name="Google Shape;1863;g26c2c0d958c_0_742"/>
          <p:cNvSpPr txBox="1"/>
          <p:nvPr/>
        </p:nvSpPr>
        <p:spPr>
          <a:xfrm>
            <a:off x="46536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1864" name="Google Shape;1864;g26c2c0d958c_0_742"/>
          <p:cNvSpPr txBox="1"/>
          <p:nvPr/>
        </p:nvSpPr>
        <p:spPr>
          <a:xfrm>
            <a:off x="60426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69"/>
        <p:cNvGrpSpPr/>
        <p:nvPr/>
      </p:nvGrpSpPr>
      <p:grpSpPr>
        <a:xfrm>
          <a:off x="0" y="0"/>
          <a:ext cx="0" cy="0"/>
          <a:chOff x="0" y="0"/>
          <a:chExt cx="0" cy="0"/>
        </a:xfrm>
      </p:grpSpPr>
      <p:pic>
        <p:nvPicPr>
          <p:cNvPr id="1870" name="Google Shape;1870;g2c186218c5a_0_118"/>
          <p:cNvPicPr preferRelativeResize="0"/>
          <p:nvPr/>
        </p:nvPicPr>
        <p:blipFill rotWithShape="1">
          <a:blip r:embed="rId3">
            <a:alphaModFix/>
          </a:blip>
          <a:srcRect l="79" r="79"/>
          <a:stretch/>
        </p:blipFill>
        <p:spPr>
          <a:xfrm rot="-467350">
            <a:off x="1137132" y="2837842"/>
            <a:ext cx="776672" cy="1099325"/>
          </a:xfrm>
          <a:prstGeom prst="rect">
            <a:avLst/>
          </a:prstGeom>
          <a:noFill/>
          <a:ln>
            <a:noFill/>
          </a:ln>
        </p:spPr>
      </p:pic>
      <p:sp>
        <p:nvSpPr>
          <p:cNvPr id="1871" name="Google Shape;1871;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Sorting with Feely bags - </a:t>
            </a:r>
            <a:r>
              <a:rPr lang="en-US">
                <a:solidFill>
                  <a:srgbClr val="8DC63F"/>
                </a:solidFill>
              </a:rPr>
              <a:t>s a t p</a:t>
            </a:r>
            <a:r>
              <a:rPr lang="en-US"/>
              <a:t>; Have children sort objects beginning with the letter sounds into the correct bags.</a:t>
            </a:r>
            <a:endParaRPr/>
          </a:p>
        </p:txBody>
      </p:sp>
      <p:pic>
        <p:nvPicPr>
          <p:cNvPr id="1872" name="Google Shape;1872;g2c186218c5a_0_118"/>
          <p:cNvPicPr preferRelativeResize="0"/>
          <p:nvPr/>
        </p:nvPicPr>
        <p:blipFill rotWithShape="1">
          <a:blip r:embed="rId4">
            <a:alphaModFix/>
          </a:blip>
          <a:srcRect/>
          <a:stretch/>
        </p:blipFill>
        <p:spPr>
          <a:xfrm rot="730907">
            <a:off x="872947" y="3221955"/>
            <a:ext cx="1382695" cy="1391528"/>
          </a:xfrm>
          <a:prstGeom prst="rect">
            <a:avLst/>
          </a:prstGeom>
          <a:noFill/>
          <a:ln>
            <a:noFill/>
          </a:ln>
        </p:spPr>
      </p:pic>
      <p:pic>
        <p:nvPicPr>
          <p:cNvPr id="1873" name="Google Shape;1873;g2c186218c5a_0_118"/>
          <p:cNvPicPr preferRelativeResize="0"/>
          <p:nvPr/>
        </p:nvPicPr>
        <p:blipFill rotWithShape="1">
          <a:blip r:embed="rId4">
            <a:alphaModFix/>
          </a:blip>
          <a:srcRect/>
          <a:stretch/>
        </p:blipFill>
        <p:spPr>
          <a:xfrm rot="-713353" flipH="1">
            <a:off x="2494540" y="2969654"/>
            <a:ext cx="1382703" cy="1391540"/>
          </a:xfrm>
          <a:prstGeom prst="rect">
            <a:avLst/>
          </a:prstGeom>
          <a:noFill/>
          <a:ln>
            <a:noFill/>
          </a:ln>
        </p:spPr>
      </p:pic>
      <p:pic>
        <p:nvPicPr>
          <p:cNvPr id="1874" name="Google Shape;1874;g2c186218c5a_0_118"/>
          <p:cNvPicPr preferRelativeResize="0"/>
          <p:nvPr/>
        </p:nvPicPr>
        <p:blipFill rotWithShape="1">
          <a:blip r:embed="rId5">
            <a:alphaModFix/>
          </a:blip>
          <a:srcRect l="19" r="29"/>
          <a:stretch/>
        </p:blipFill>
        <p:spPr>
          <a:xfrm rot="917642">
            <a:off x="2206831" y="2026415"/>
            <a:ext cx="776667" cy="1099329"/>
          </a:xfrm>
          <a:prstGeom prst="rect">
            <a:avLst/>
          </a:prstGeom>
          <a:noFill/>
          <a:ln>
            <a:noFill/>
          </a:ln>
        </p:spPr>
      </p:pic>
      <p:pic>
        <p:nvPicPr>
          <p:cNvPr id="1875" name="Google Shape;1875;g2c186218c5a_0_118"/>
          <p:cNvPicPr preferRelativeResize="0"/>
          <p:nvPr/>
        </p:nvPicPr>
        <p:blipFill rotWithShape="1">
          <a:blip r:embed="rId6">
            <a:alphaModFix/>
          </a:blip>
          <a:srcRect/>
          <a:stretch/>
        </p:blipFill>
        <p:spPr>
          <a:xfrm rot="1652503" flipH="1">
            <a:off x="2943136" y="2615887"/>
            <a:ext cx="555209" cy="492352"/>
          </a:xfrm>
          <a:prstGeom prst="rect">
            <a:avLst/>
          </a:prstGeom>
          <a:noFill/>
          <a:ln>
            <a:noFill/>
          </a:ln>
        </p:spPr>
      </p:pic>
      <p:sp>
        <p:nvSpPr>
          <p:cNvPr id="1876" name="Google Shape;1876;g2c186218c5a_0_118"/>
          <p:cNvSpPr txBox="1">
            <a:spLocks noGrp="1"/>
          </p:cNvSpPr>
          <p:nvPr>
            <p:ph type="title" idx="4294967295"/>
          </p:nvPr>
        </p:nvSpPr>
        <p:spPr>
          <a:xfrm rot="668900">
            <a:off x="1236340" y="3868338"/>
            <a:ext cx="375485" cy="426202"/>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sz="5000">
                <a:solidFill>
                  <a:srgbClr val="FFFFFF"/>
                </a:solidFill>
                <a:latin typeface="Jost"/>
                <a:ea typeface="Jost"/>
                <a:cs typeface="Jost"/>
                <a:sym typeface="Jost"/>
              </a:rPr>
              <a:t>s</a:t>
            </a:r>
            <a:endParaRPr sz="5000">
              <a:solidFill>
                <a:srgbClr val="FFFFFF"/>
              </a:solidFill>
              <a:latin typeface="Jost"/>
              <a:ea typeface="Jost"/>
              <a:cs typeface="Jost"/>
              <a:sym typeface="Jost"/>
            </a:endParaRPr>
          </a:p>
        </p:txBody>
      </p:sp>
      <p:sp>
        <p:nvSpPr>
          <p:cNvPr id="1877" name="Google Shape;1877;g2c186218c5a_0_118"/>
          <p:cNvSpPr txBox="1">
            <a:spLocks noGrp="1"/>
          </p:cNvSpPr>
          <p:nvPr>
            <p:ph type="title" idx="4294967295"/>
          </p:nvPr>
        </p:nvSpPr>
        <p:spPr>
          <a:xfrm rot="-750239">
            <a:off x="3081659" y="3644969"/>
            <a:ext cx="375507" cy="42630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sz="4000">
                <a:solidFill>
                  <a:srgbClr val="FFFFFF"/>
                </a:solidFill>
              </a:rPr>
              <a:t>a</a:t>
            </a:r>
            <a:endParaRPr sz="4000">
              <a:solidFill>
                <a:srgbClr val="FFFF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82"/>
        <p:cNvGrpSpPr/>
        <p:nvPr/>
      </p:nvGrpSpPr>
      <p:grpSpPr>
        <a:xfrm>
          <a:off x="0" y="0"/>
          <a:ext cx="0" cy="0"/>
          <a:chOff x="0" y="0"/>
          <a:chExt cx="0" cy="0"/>
        </a:xfrm>
      </p:grpSpPr>
      <p:pic>
        <p:nvPicPr>
          <p:cNvPr id="1883" name="Google Shape;1883;g2c30267b5f9_0_3"/>
          <p:cNvPicPr preferRelativeResize="0"/>
          <p:nvPr/>
        </p:nvPicPr>
        <p:blipFill rotWithShape="1">
          <a:blip r:embed="rId3">
            <a:alphaModFix/>
          </a:blip>
          <a:srcRect/>
          <a:stretch/>
        </p:blipFill>
        <p:spPr>
          <a:xfrm>
            <a:off x="4392597" y="2697413"/>
            <a:ext cx="3906212" cy="2453951"/>
          </a:xfrm>
          <a:prstGeom prst="rect">
            <a:avLst/>
          </a:prstGeom>
          <a:noFill/>
          <a:ln>
            <a:noFill/>
          </a:ln>
        </p:spPr>
      </p:pic>
      <p:pic>
        <p:nvPicPr>
          <p:cNvPr id="1884" name="Google Shape;1884;g2c30267b5f9_0_3"/>
          <p:cNvPicPr preferRelativeResize="0"/>
          <p:nvPr/>
        </p:nvPicPr>
        <p:blipFill rotWithShape="1">
          <a:blip r:embed="rId4">
            <a:alphaModFix/>
          </a:blip>
          <a:srcRect/>
          <a:stretch/>
        </p:blipFill>
        <p:spPr>
          <a:xfrm>
            <a:off x="847991" y="3883743"/>
            <a:ext cx="3528770" cy="1184431"/>
          </a:xfrm>
          <a:prstGeom prst="rect">
            <a:avLst/>
          </a:prstGeom>
          <a:noFill/>
          <a:ln>
            <a:noFill/>
          </a:ln>
        </p:spPr>
      </p:pic>
      <p:pic>
        <p:nvPicPr>
          <p:cNvPr id="1885" name="Google Shape;1885;g2c30267b5f9_0_3"/>
          <p:cNvPicPr preferRelativeResize="0"/>
          <p:nvPr/>
        </p:nvPicPr>
        <p:blipFill rotWithShape="1">
          <a:blip r:embed="rId5">
            <a:alphaModFix/>
          </a:blip>
          <a:srcRect/>
          <a:stretch/>
        </p:blipFill>
        <p:spPr>
          <a:xfrm>
            <a:off x="879153" y="2714147"/>
            <a:ext cx="3362575" cy="1091031"/>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404</Words>
  <Application>Microsoft Office PowerPoint</Application>
  <PresentationFormat>On-screen Show (4:3)</PresentationFormat>
  <Paragraphs>165</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Jost</vt:lpstr>
      <vt:lpstr>Nunito Black</vt:lpstr>
      <vt:lpstr>Mulish</vt:lpstr>
      <vt:lpstr>Calibri</vt:lpstr>
      <vt:lpstr>Poppins</vt:lpstr>
      <vt:lpstr>Poppins Medium</vt:lpstr>
      <vt:lpstr>Arial</vt:lpstr>
      <vt:lpstr>Poppins SemiBold</vt:lpstr>
      <vt:lpstr>Office Theme</vt:lpstr>
      <vt:lpstr>PowerPoint Presentation</vt:lpstr>
      <vt:lpstr>PowerPoint Presentation</vt:lpstr>
      <vt:lpstr>PowerPoint Presentation</vt:lpstr>
      <vt:lpstr>PowerPoint Presentation</vt:lpstr>
      <vt:lpstr>Hear Phonemes</vt:lpstr>
      <vt:lpstr>Hear Phonemes</vt:lpstr>
      <vt:lpstr>Review Grapheme Caption</vt:lpstr>
      <vt:lpstr>Review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lpstr>Practise Building Words</vt:lpstr>
      <vt:lpstr>Practise Building Words</vt:lpstr>
      <vt:lpstr>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2</cp:revision>
  <dcterms:created xsi:type="dcterms:W3CDTF">2021-01-13T00:47:47Z</dcterms:created>
  <dcterms:modified xsi:type="dcterms:W3CDTF">2026-04-22T03:53:32Z</dcterms:modified>
</cp:coreProperties>
</file>