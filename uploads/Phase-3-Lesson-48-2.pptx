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Mulish"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jtD+OYaGEAulG4zy9f7wXRVjOgu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4317CC3-D3C6-4E7A-A2C5-9A55744AEE23}">
  <a:tblStyle styleId="{04317CC3-D3C6-4E7A-A2C5-9A55744AEE2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font" Target="fonts/font19.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font" Target="fonts/font22.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4" Type="http://schemas.openxmlformats.org/officeDocument/2006/relationships/font" Target="fonts/font2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0" name="Google Shape;72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1" name="Google Shape;72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c71408be6c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c71408be6c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c71408be6c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5" name="Google Shape;815;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6" name="Google Shape;816;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6" name="Google Shape;826;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7" name="Google Shape;827;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3" name="Google Shape;873;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4" name="Google Shape;874;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d0522dd146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d0522dd146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d0522dd146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2d0522dd146_0_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g2d0522dd146_0_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2" name="Google Shape;932;g2d0522dd146_0_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d0522dd146_0_8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d0522dd146_0_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d0522dd146_0_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 name="Google Shape;989;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0" name="Google Shape;990;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7" name="Google Shape;99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8" name="Google Shape;99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8" name="Google Shape;100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9" name="Google Shape;100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0" name="Google Shape;1030;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1" name="Google Shape;1031;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1" name="Google Shape;1041;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2" name="Google Shape;1042;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2d0522dd146_0_1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2" name="Google Shape;1052;g2d0522dd146_0_1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3" name="Google Shape;1053;g2d0522dd146_0_1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i="0" u="none" strike="noStrike" cap="none">
                <a:solidFill>
                  <a:schemeClr val="lt1"/>
                </a:solidFill>
                <a:latin typeface="Poppins SemiBold"/>
                <a:ea typeface="Poppins SemiBold"/>
                <a:cs typeface="Poppins SemiBold"/>
                <a:sym typeface="Poppins SemiBold"/>
              </a:rPr>
              <a:t>Compare 'ai' and 'air'</a:t>
            </a:r>
            <a:endParaRPr sz="180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10 - Wednesday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48</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i="0" u="none" strike="noStrike" cap="none">
                <a:solidFill>
                  <a:schemeClr val="lt1"/>
                </a:solidFill>
                <a:latin typeface="Poppins SemiBold"/>
                <a:ea typeface="Poppins SemiBold"/>
                <a:cs typeface="Poppins SemiBold"/>
                <a:sym typeface="Poppins SemiBold"/>
              </a:rPr>
              <a:t>Phase 3 - Phonics</a:t>
            </a:r>
            <a:endParaRPr sz="180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3" name="Google Shape;193;g26b641b03cd_0_260"/>
          <p:cNvGrpSpPr/>
          <p:nvPr/>
        </p:nvGrpSpPr>
        <p:grpSpPr>
          <a:xfrm>
            <a:off x="8199150" y="5983875"/>
            <a:ext cx="586800" cy="571500"/>
            <a:chOff x="7894350" y="6212475"/>
            <a:chExt cx="586800" cy="571500"/>
          </a:xfrm>
        </p:grpSpPr>
        <p:sp>
          <p:nvSpPr>
            <p:cNvPr id="194" name="Google Shape;194;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97" name="Google Shape;197;g26b641b03cd_0_260"/>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7450"/>
              </a:srgbClr>
            </a:outerShdw>
          </a:effectLst>
        </p:spPr>
      </p:pic>
      <p:grpSp>
        <p:nvGrpSpPr>
          <p:cNvPr id="198" name="Google Shape;198;g26b641b03cd_0_260"/>
          <p:cNvGrpSpPr/>
          <p:nvPr/>
        </p:nvGrpSpPr>
        <p:grpSpPr>
          <a:xfrm>
            <a:off x="-36800" y="-52000"/>
            <a:ext cx="9236100" cy="543750"/>
            <a:chOff x="-36800" y="-52000"/>
            <a:chExt cx="9236100" cy="54375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00" name="Google Shape;200;g26b641b03cd_0_260"/>
            <p:cNvGrpSpPr/>
            <p:nvPr/>
          </p:nvGrpSpPr>
          <p:grpSpPr>
            <a:xfrm>
              <a:off x="1900680" y="8825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202" name="Google Shape;202;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203" name="Google Shape;20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205" name="Google Shape;20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206" name="Google Shape;20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208" name="Google Shape;20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210" name="Google Shape;21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211" name="Google Shape;211;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212" name="Google Shape;21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213" name="Google Shape;213;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8" name="Google Shape;218;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9" name="Google Shape;219;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20" name="Google Shape;220;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25" name="Google Shape;225;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6" name="Google Shape;226;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8" name="Google Shape;228;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29" name="Google Shape;229;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0" name="Google Shape;230;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2c235dd0dad_1_87"/>
          <p:cNvGrpSpPr/>
          <p:nvPr/>
        </p:nvGrpSpPr>
        <p:grpSpPr>
          <a:xfrm>
            <a:off x="662575" y="6212475"/>
            <a:ext cx="586800" cy="571500"/>
            <a:chOff x="662575" y="6212475"/>
            <a:chExt cx="586800" cy="571500"/>
          </a:xfrm>
        </p:grpSpPr>
        <p:sp>
          <p:nvSpPr>
            <p:cNvPr id="239" name="Google Shape;23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2c235dd0dad_1_87"/>
          <p:cNvGrpSpPr/>
          <p:nvPr/>
        </p:nvGrpSpPr>
        <p:grpSpPr>
          <a:xfrm>
            <a:off x="7894350" y="6212475"/>
            <a:ext cx="586800" cy="571500"/>
            <a:chOff x="7894350" y="6212475"/>
            <a:chExt cx="586800" cy="571500"/>
          </a:xfrm>
        </p:grpSpPr>
        <p:sp>
          <p:nvSpPr>
            <p:cNvPr id="243" name="Google Shape;24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6"/>
        <p:cNvGrpSpPr/>
        <p:nvPr/>
      </p:nvGrpSpPr>
      <p:grpSpPr>
        <a:xfrm>
          <a:off x="0" y="0"/>
          <a:ext cx="0" cy="0"/>
          <a:chOff x="0" y="0"/>
          <a:chExt cx="0" cy="0"/>
        </a:xfrm>
      </p:grpSpPr>
      <p:sp>
        <p:nvSpPr>
          <p:cNvPr id="247" name="Google Shape;247;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51" name="Google Shape;251;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55" name="Google Shape;25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6" name="Google Shape;25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7" name="Google Shape;25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58" name="Google Shape;258;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9" name="Google Shape;259;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1" name="Google Shape;26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2" name="Google Shape;26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3" name="Google Shape;26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4" name="Google Shape;26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5" name="Google Shape;26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6" name="Google Shape;26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8" name="Google Shape;26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9" name="Google Shape;269;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0" name="Google Shape;270;g1f3daf8a844_0_32"/>
          <p:cNvGrpSpPr/>
          <p:nvPr/>
        </p:nvGrpSpPr>
        <p:grpSpPr>
          <a:xfrm>
            <a:off x="662575" y="6212475"/>
            <a:ext cx="586800" cy="571500"/>
            <a:chOff x="662575" y="6212475"/>
            <a:chExt cx="586800" cy="571500"/>
          </a:xfrm>
        </p:grpSpPr>
        <p:sp>
          <p:nvSpPr>
            <p:cNvPr id="271" name="Google Shape;27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4" name="Google Shape;274;g1f3daf8a844_0_32"/>
          <p:cNvGrpSpPr/>
          <p:nvPr/>
        </p:nvGrpSpPr>
        <p:grpSpPr>
          <a:xfrm>
            <a:off x="7894350" y="6212475"/>
            <a:ext cx="586800" cy="571500"/>
            <a:chOff x="7894350" y="6212475"/>
            <a:chExt cx="586800" cy="571500"/>
          </a:xfrm>
        </p:grpSpPr>
        <p:sp>
          <p:nvSpPr>
            <p:cNvPr id="275" name="Google Shape;27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6" name="Google Shape;276;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8"/>
        <p:cNvGrpSpPr/>
        <p:nvPr/>
      </p:nvGrpSpPr>
      <p:grpSpPr>
        <a:xfrm>
          <a:off x="0" y="0"/>
          <a:ext cx="0" cy="0"/>
          <a:chOff x="0" y="0"/>
          <a:chExt cx="0" cy="0"/>
        </a:xfrm>
      </p:grpSpPr>
      <p:sp>
        <p:nvSpPr>
          <p:cNvPr id="279" name="Google Shape;279;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2" name="Google Shape;282;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83" name="Google Shape;283;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8" name="Google Shape;288;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1" name="Google Shape;291;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2" name="Google Shape;292;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3" name="Google Shape;293;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6" name="Google Shape;296;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7" name="Google Shape;297;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1" name="Google Shape;301;g2c157a2fb06_0_53"/>
          <p:cNvGrpSpPr/>
          <p:nvPr/>
        </p:nvGrpSpPr>
        <p:grpSpPr>
          <a:xfrm>
            <a:off x="1403031" y="6958923"/>
            <a:ext cx="6774848" cy="1291477"/>
            <a:chOff x="717231" y="7263723"/>
            <a:chExt cx="6774848" cy="1291477"/>
          </a:xfrm>
        </p:grpSpPr>
        <p:sp>
          <p:nvSpPr>
            <p:cNvPr id="302" name="Google Shape;302;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3" name="Google Shape;303;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0" name="Google Shape;310;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3" name="Google Shape;313;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4" name="Google Shape;314;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5" name="Google Shape;315;g2c157a2fb06_0_53"/>
          <p:cNvGrpSpPr/>
          <p:nvPr/>
        </p:nvGrpSpPr>
        <p:grpSpPr>
          <a:xfrm>
            <a:off x="662575" y="6212475"/>
            <a:ext cx="586800" cy="571500"/>
            <a:chOff x="662575" y="6212475"/>
            <a:chExt cx="586800" cy="571500"/>
          </a:xfrm>
        </p:grpSpPr>
        <p:sp>
          <p:nvSpPr>
            <p:cNvPr id="316" name="Google Shape;316;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9" name="Google Shape;319;g2c157a2fb06_0_53"/>
          <p:cNvGrpSpPr/>
          <p:nvPr/>
        </p:nvGrpSpPr>
        <p:grpSpPr>
          <a:xfrm>
            <a:off x="7894350" y="6212475"/>
            <a:ext cx="586800" cy="571500"/>
            <a:chOff x="7894350" y="6212475"/>
            <a:chExt cx="586800" cy="571500"/>
          </a:xfrm>
        </p:grpSpPr>
        <p:sp>
          <p:nvSpPr>
            <p:cNvPr id="320" name="Google Shape;320;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3"/>
        <p:cNvGrpSpPr/>
        <p:nvPr/>
      </p:nvGrpSpPr>
      <p:grpSpPr>
        <a:xfrm>
          <a:off x="0" y="0"/>
          <a:ext cx="0" cy="0"/>
          <a:chOff x="0" y="0"/>
          <a:chExt cx="0" cy="0"/>
        </a:xfrm>
      </p:grpSpPr>
      <p:sp>
        <p:nvSpPr>
          <p:cNvPr id="324" name="Google Shape;324;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28" name="Google Shape;328;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2" name="Google Shape;332;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3" name="Google Shape;333;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4" name="Google Shape;334;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7" name="Google Shape;337;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8" name="Google Shape;338;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9" name="Google Shape;339;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3" name="Google Shape;343;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4" name="Google Shape;344;g2c157a2fb06_0_158"/>
          <p:cNvGrpSpPr/>
          <p:nvPr/>
        </p:nvGrpSpPr>
        <p:grpSpPr>
          <a:xfrm>
            <a:off x="662575" y="6212475"/>
            <a:ext cx="586800" cy="571500"/>
            <a:chOff x="662575" y="6212475"/>
            <a:chExt cx="586800" cy="571500"/>
          </a:xfrm>
        </p:grpSpPr>
        <p:sp>
          <p:nvSpPr>
            <p:cNvPr id="345" name="Google Shape;345;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8" name="Google Shape;348;g2c157a2fb06_0_158"/>
          <p:cNvGrpSpPr/>
          <p:nvPr/>
        </p:nvGrpSpPr>
        <p:grpSpPr>
          <a:xfrm>
            <a:off x="7894350" y="6212475"/>
            <a:ext cx="586800" cy="571500"/>
            <a:chOff x="7894350" y="6212475"/>
            <a:chExt cx="586800" cy="571500"/>
          </a:xfrm>
        </p:grpSpPr>
        <p:sp>
          <p:nvSpPr>
            <p:cNvPr id="349" name="Google Shape;349;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2"/>
        <p:cNvGrpSpPr/>
        <p:nvPr/>
      </p:nvGrpSpPr>
      <p:grpSpPr>
        <a:xfrm>
          <a:off x="0" y="0"/>
          <a:ext cx="0" cy="0"/>
          <a:chOff x="0" y="0"/>
          <a:chExt cx="0" cy="0"/>
        </a:xfrm>
      </p:grpSpPr>
      <p:sp>
        <p:nvSpPr>
          <p:cNvPr id="353" name="Google Shape;353;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5" name="Google Shape;36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6" name="Google Shape;366;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7" name="Google Shape;367;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a:spLocks noGrp="1"/>
          </p:cNvSpPr>
          <p:nvPr>
            <p:ph type="pic" idx="8"/>
          </p:nvPr>
        </p:nvSpPr>
        <p:spPr>
          <a:xfrm>
            <a:off x="5086375" y="4412425"/>
            <a:ext cx="2668800" cy="1291500"/>
          </a:xfrm>
          <a:prstGeom prst="rect">
            <a:avLst/>
          </a:prstGeom>
          <a:noFill/>
          <a:ln>
            <a:noFill/>
          </a:ln>
        </p:spPr>
      </p:sp>
      <p:sp>
        <p:nvSpPr>
          <p:cNvPr id="371" name="Google Shape;371;g2c157a2fb06_0_263"/>
          <p:cNvSpPr>
            <a:spLocks noGrp="1"/>
          </p:cNvSpPr>
          <p:nvPr>
            <p:ph type="pic" idx="9"/>
          </p:nvPr>
        </p:nvSpPr>
        <p:spPr>
          <a:xfrm>
            <a:off x="5086375" y="797675"/>
            <a:ext cx="2668800" cy="1291500"/>
          </a:xfrm>
          <a:prstGeom prst="rect">
            <a:avLst/>
          </a:prstGeom>
          <a:noFill/>
          <a:ln>
            <a:noFill/>
          </a:ln>
        </p:spPr>
      </p:sp>
      <p:sp>
        <p:nvSpPr>
          <p:cNvPr id="372" name="Google Shape;372;g2c157a2fb06_0_263"/>
          <p:cNvSpPr>
            <a:spLocks noGrp="1"/>
          </p:cNvSpPr>
          <p:nvPr>
            <p:ph type="pic" idx="13"/>
          </p:nvPr>
        </p:nvSpPr>
        <p:spPr>
          <a:xfrm>
            <a:off x="5086375" y="2002592"/>
            <a:ext cx="2668800" cy="1291500"/>
          </a:xfrm>
          <a:prstGeom prst="rect">
            <a:avLst/>
          </a:prstGeom>
          <a:noFill/>
          <a:ln>
            <a:noFill/>
          </a:ln>
        </p:spPr>
      </p:sp>
      <p:sp>
        <p:nvSpPr>
          <p:cNvPr id="373" name="Google Shape;373;g2c157a2fb06_0_263"/>
          <p:cNvSpPr>
            <a:spLocks noGrp="1"/>
          </p:cNvSpPr>
          <p:nvPr>
            <p:ph type="pic" idx="14"/>
          </p:nvPr>
        </p:nvSpPr>
        <p:spPr>
          <a:xfrm>
            <a:off x="5086375" y="3207508"/>
            <a:ext cx="2668800" cy="1291500"/>
          </a:xfrm>
          <a:prstGeom prst="rect">
            <a:avLst/>
          </a:prstGeom>
          <a:noFill/>
          <a:ln>
            <a:noFill/>
          </a:ln>
        </p:spPr>
      </p:sp>
      <p:sp>
        <p:nvSpPr>
          <p:cNvPr id="374" name="Google Shape;37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263"/>
          <p:cNvGrpSpPr/>
          <p:nvPr/>
        </p:nvGrpSpPr>
        <p:grpSpPr>
          <a:xfrm>
            <a:off x="662575" y="6212475"/>
            <a:ext cx="586800" cy="571500"/>
            <a:chOff x="662575" y="6212475"/>
            <a:chExt cx="586800" cy="571500"/>
          </a:xfrm>
        </p:grpSpPr>
        <p:sp>
          <p:nvSpPr>
            <p:cNvPr id="377" name="Google Shape;37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263"/>
          <p:cNvGrpSpPr/>
          <p:nvPr/>
        </p:nvGrpSpPr>
        <p:grpSpPr>
          <a:xfrm>
            <a:off x="7894350" y="6212475"/>
            <a:ext cx="586800" cy="571500"/>
            <a:chOff x="7894350" y="6212475"/>
            <a:chExt cx="586800" cy="571500"/>
          </a:xfrm>
        </p:grpSpPr>
        <p:sp>
          <p:nvSpPr>
            <p:cNvPr id="381" name="Google Shape;38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4"/>
        <p:cNvGrpSpPr/>
        <p:nvPr/>
      </p:nvGrpSpPr>
      <p:grpSpPr>
        <a:xfrm>
          <a:off x="0" y="0"/>
          <a:ext cx="0" cy="0"/>
          <a:chOff x="0" y="0"/>
          <a:chExt cx="0" cy="0"/>
        </a:xfrm>
      </p:grpSpPr>
      <p:sp>
        <p:nvSpPr>
          <p:cNvPr id="385" name="Google Shape;385;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5" name="Google Shape;395;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6" name="Google Shape;396;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7" name="Google Shape;397;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0" name="Google Shape;40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1" name="Google Shape;40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467"/>
          <p:cNvGrpSpPr/>
          <p:nvPr/>
        </p:nvGrpSpPr>
        <p:grpSpPr>
          <a:xfrm>
            <a:off x="662575" y="6212475"/>
            <a:ext cx="586800" cy="571500"/>
            <a:chOff x="662575" y="6212475"/>
            <a:chExt cx="586800" cy="571500"/>
          </a:xfrm>
        </p:grpSpPr>
        <p:sp>
          <p:nvSpPr>
            <p:cNvPr id="404" name="Google Shape;40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467"/>
          <p:cNvGrpSpPr/>
          <p:nvPr/>
        </p:nvGrpSpPr>
        <p:grpSpPr>
          <a:xfrm>
            <a:off x="7894350" y="6212475"/>
            <a:ext cx="586800" cy="571500"/>
            <a:chOff x="7894350" y="6212475"/>
            <a:chExt cx="586800" cy="571500"/>
          </a:xfrm>
        </p:grpSpPr>
        <p:sp>
          <p:nvSpPr>
            <p:cNvPr id="408" name="Google Shape;40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1"/>
        <p:cNvGrpSpPr/>
        <p:nvPr/>
      </p:nvGrpSpPr>
      <p:grpSpPr>
        <a:xfrm>
          <a:off x="0" y="0"/>
          <a:ext cx="0" cy="0"/>
          <a:chOff x="0" y="0"/>
          <a:chExt cx="0" cy="0"/>
        </a:xfrm>
      </p:grpSpPr>
      <p:sp>
        <p:nvSpPr>
          <p:cNvPr id="412" name="Google Shape;412;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1" name="Google Shape;421;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2" name="Google Shape;422;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3" name="Google Shape;423;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6" name="Google Shape;426;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7" name="Google Shape;427;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8" name="Google Shape;428;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9" name="Google Shape;429;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0" name="Google Shape;430;g2c157a2fb06_0_629"/>
          <p:cNvGrpSpPr/>
          <p:nvPr/>
        </p:nvGrpSpPr>
        <p:grpSpPr>
          <a:xfrm>
            <a:off x="662575" y="6212475"/>
            <a:ext cx="586800" cy="571500"/>
            <a:chOff x="662575" y="6212475"/>
            <a:chExt cx="586800" cy="571500"/>
          </a:xfrm>
        </p:grpSpPr>
        <p:sp>
          <p:nvSpPr>
            <p:cNvPr id="431" name="Google Shape;431;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4" name="Google Shape;434;g2c157a2fb06_0_629"/>
          <p:cNvGrpSpPr/>
          <p:nvPr/>
        </p:nvGrpSpPr>
        <p:grpSpPr>
          <a:xfrm>
            <a:off x="7894350" y="6212475"/>
            <a:ext cx="586800" cy="571500"/>
            <a:chOff x="7894350" y="6212475"/>
            <a:chExt cx="586800" cy="571500"/>
          </a:xfrm>
        </p:grpSpPr>
        <p:sp>
          <p:nvSpPr>
            <p:cNvPr id="435" name="Google Shape;435;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8"/>
        <p:cNvGrpSpPr/>
        <p:nvPr/>
      </p:nvGrpSpPr>
      <p:grpSpPr>
        <a:xfrm>
          <a:off x="0" y="0"/>
          <a:ext cx="0" cy="0"/>
          <a:chOff x="0" y="0"/>
          <a:chExt cx="0" cy="0"/>
        </a:xfrm>
      </p:grpSpPr>
      <p:sp>
        <p:nvSpPr>
          <p:cNvPr id="439" name="Google Shape;439;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2" name="Google Shape;442;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43" name="Google Shape;443;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7" name="Google Shape;44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8" name="Google Shape;44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9" name="Google Shape;44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0" name="Google Shape;45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1" name="Google Shape;451;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2" name="Google Shape;452;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5" name="Google Shape;455;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6" name="Google Shape;456;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7" name="Google Shape;457;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8" name="Google Shape;458;g2c157a2fb06_0_798"/>
          <p:cNvGrpSpPr/>
          <p:nvPr/>
        </p:nvGrpSpPr>
        <p:grpSpPr>
          <a:xfrm>
            <a:off x="662575" y="6212475"/>
            <a:ext cx="586800" cy="571500"/>
            <a:chOff x="662575" y="6212475"/>
            <a:chExt cx="586800" cy="571500"/>
          </a:xfrm>
        </p:grpSpPr>
        <p:sp>
          <p:nvSpPr>
            <p:cNvPr id="459" name="Google Shape;459;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2" name="Google Shape;462;g2c157a2fb06_0_798"/>
          <p:cNvGrpSpPr/>
          <p:nvPr/>
        </p:nvGrpSpPr>
        <p:grpSpPr>
          <a:xfrm>
            <a:off x="7894350" y="6212475"/>
            <a:ext cx="586800" cy="571500"/>
            <a:chOff x="7894350" y="6212475"/>
            <a:chExt cx="586800" cy="571500"/>
          </a:xfrm>
        </p:grpSpPr>
        <p:sp>
          <p:nvSpPr>
            <p:cNvPr id="463" name="Google Shape;463;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6"/>
        <p:cNvGrpSpPr/>
        <p:nvPr/>
      </p:nvGrpSpPr>
      <p:grpSpPr>
        <a:xfrm>
          <a:off x="0" y="0"/>
          <a:ext cx="0" cy="0"/>
          <a:chOff x="0" y="0"/>
          <a:chExt cx="0" cy="0"/>
        </a:xfrm>
      </p:grpSpPr>
      <p:sp>
        <p:nvSpPr>
          <p:cNvPr id="467" name="Google Shape;467;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0" name="Google Shape;470;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71" name="Google Shape;471;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5" name="Google Shape;47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6" name="Google Shape;47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7" name="Google Shape;47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8" name="Google Shape;47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79" name="Google Shape;479;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1" name="Google Shape;481;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3" name="Google Shape;483;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4" name="Google Shape;484;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5" name="Google Shape;485;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6" name="Google Shape;486;g2c157a2fb06_0_825"/>
          <p:cNvGrpSpPr/>
          <p:nvPr/>
        </p:nvGrpSpPr>
        <p:grpSpPr>
          <a:xfrm>
            <a:off x="662575" y="6212475"/>
            <a:ext cx="586800" cy="571500"/>
            <a:chOff x="662575" y="6212475"/>
            <a:chExt cx="586800" cy="571500"/>
          </a:xfrm>
        </p:grpSpPr>
        <p:sp>
          <p:nvSpPr>
            <p:cNvPr id="487" name="Google Shape;487;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0" name="Google Shape;490;g2c157a2fb06_0_825"/>
          <p:cNvGrpSpPr/>
          <p:nvPr/>
        </p:nvGrpSpPr>
        <p:grpSpPr>
          <a:xfrm>
            <a:off x="7894350" y="6212475"/>
            <a:ext cx="586800" cy="571500"/>
            <a:chOff x="7894350" y="6212475"/>
            <a:chExt cx="586800" cy="571500"/>
          </a:xfrm>
        </p:grpSpPr>
        <p:sp>
          <p:nvSpPr>
            <p:cNvPr id="491" name="Google Shape;491;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4"/>
        <p:cNvGrpSpPr/>
        <p:nvPr/>
      </p:nvGrpSpPr>
      <p:grpSpPr>
        <a:xfrm>
          <a:off x="0" y="0"/>
          <a:ext cx="0" cy="0"/>
          <a:chOff x="0" y="0"/>
          <a:chExt cx="0" cy="0"/>
        </a:xfrm>
      </p:grpSpPr>
      <p:sp>
        <p:nvSpPr>
          <p:cNvPr id="495" name="Google Shape;495;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8" name="Google Shape;498;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99" name="Google Shape;499;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7" name="Google Shape;507;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0" name="Google Shape;51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1" name="Google Shape;511;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2" name="Google Shape;512;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6" name="Google Shape;51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8" name="Google Shape;51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0" name="Google Shape;52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2" name="Google Shape;52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4" name="Google Shape;52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5" name="Google Shape;52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6" name="Google Shape;526;g2c157a2fb06_0_700"/>
          <p:cNvGrpSpPr/>
          <p:nvPr/>
        </p:nvGrpSpPr>
        <p:grpSpPr>
          <a:xfrm>
            <a:off x="662575" y="6212475"/>
            <a:ext cx="586800" cy="571500"/>
            <a:chOff x="662575" y="6212475"/>
            <a:chExt cx="586800" cy="571500"/>
          </a:xfrm>
        </p:grpSpPr>
        <p:sp>
          <p:nvSpPr>
            <p:cNvPr id="527" name="Google Shape;52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700"/>
          <p:cNvGrpSpPr/>
          <p:nvPr/>
        </p:nvGrpSpPr>
        <p:grpSpPr>
          <a:xfrm>
            <a:off x="7894350" y="6212475"/>
            <a:ext cx="586800" cy="571500"/>
            <a:chOff x="7894350" y="6212475"/>
            <a:chExt cx="586800" cy="571500"/>
          </a:xfrm>
        </p:grpSpPr>
        <p:sp>
          <p:nvSpPr>
            <p:cNvPr id="531" name="Google Shape;53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4"/>
        <p:cNvGrpSpPr/>
        <p:nvPr/>
      </p:nvGrpSpPr>
      <p:grpSpPr>
        <a:xfrm>
          <a:off x="0" y="0"/>
          <a:ext cx="0" cy="0"/>
          <a:chOff x="0" y="0"/>
          <a:chExt cx="0" cy="0"/>
        </a:xfrm>
      </p:grpSpPr>
      <p:sp>
        <p:nvSpPr>
          <p:cNvPr id="535" name="Google Shape;535;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39" name="Google Shape;539;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4" name="Google Shape;54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7" name="Google Shape;54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8" name="Google Shape;54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5" name="Google Shape;55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6" name="Google Shape;55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7" name="Google Shape;55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8" name="Google Shape;55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6" name="Google Shape;566;g2c157a2fb06_0_932"/>
          <p:cNvGrpSpPr/>
          <p:nvPr/>
        </p:nvGrpSpPr>
        <p:grpSpPr>
          <a:xfrm>
            <a:off x="662575" y="6212475"/>
            <a:ext cx="586800" cy="571500"/>
            <a:chOff x="662575" y="6212475"/>
            <a:chExt cx="586800" cy="571500"/>
          </a:xfrm>
        </p:grpSpPr>
        <p:sp>
          <p:nvSpPr>
            <p:cNvPr id="567" name="Google Shape;56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0" name="Google Shape;570;g2c157a2fb06_0_932"/>
          <p:cNvGrpSpPr/>
          <p:nvPr/>
        </p:nvGrpSpPr>
        <p:grpSpPr>
          <a:xfrm>
            <a:off x="7894350" y="6212475"/>
            <a:ext cx="586800" cy="571500"/>
            <a:chOff x="7894350" y="6212475"/>
            <a:chExt cx="586800" cy="571500"/>
          </a:xfrm>
        </p:grpSpPr>
        <p:sp>
          <p:nvSpPr>
            <p:cNvPr id="571" name="Google Shape;57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4"/>
        <p:cNvGrpSpPr/>
        <p:nvPr/>
      </p:nvGrpSpPr>
      <p:grpSpPr>
        <a:xfrm>
          <a:off x="0" y="0"/>
          <a:ext cx="0" cy="0"/>
          <a:chOff x="0" y="0"/>
          <a:chExt cx="0" cy="0"/>
        </a:xfrm>
      </p:grpSpPr>
      <p:sp>
        <p:nvSpPr>
          <p:cNvPr id="575" name="Google Shape;575;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79" name="Google Shape;579;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3" name="Google Shape;583;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4" name="Google Shape;584;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5" name="Google Shape;585;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8" name="Google Shape;59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99" name="Google Shape;599;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0" name="Google Shape;60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1" name="Google Shape;60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2" name="Google Shape;60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3" name="Google Shape;603;g2c157a2fb06_0_1045"/>
          <p:cNvGrpSpPr/>
          <p:nvPr/>
        </p:nvGrpSpPr>
        <p:grpSpPr>
          <a:xfrm>
            <a:off x="662575" y="6212475"/>
            <a:ext cx="586800" cy="571500"/>
            <a:chOff x="662575" y="6212475"/>
            <a:chExt cx="586800" cy="571500"/>
          </a:xfrm>
        </p:grpSpPr>
        <p:sp>
          <p:nvSpPr>
            <p:cNvPr id="604" name="Google Shape;60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7" name="Google Shape;607;g2c157a2fb06_0_1045"/>
          <p:cNvGrpSpPr/>
          <p:nvPr/>
        </p:nvGrpSpPr>
        <p:grpSpPr>
          <a:xfrm>
            <a:off x="7894350" y="6212475"/>
            <a:ext cx="586800" cy="571500"/>
            <a:chOff x="7894350" y="6212475"/>
            <a:chExt cx="586800" cy="571500"/>
          </a:xfrm>
        </p:grpSpPr>
        <p:sp>
          <p:nvSpPr>
            <p:cNvPr id="608" name="Google Shape;60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1"/>
        <p:cNvGrpSpPr/>
        <p:nvPr/>
      </p:nvGrpSpPr>
      <p:grpSpPr>
        <a:xfrm>
          <a:off x="0" y="0"/>
          <a:ext cx="0" cy="0"/>
          <a:chOff x="0" y="0"/>
          <a:chExt cx="0" cy="0"/>
        </a:xfrm>
      </p:grpSpPr>
      <p:sp>
        <p:nvSpPr>
          <p:cNvPr id="612" name="Google Shape;612;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5" name="Google Shape;615;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616" name="Google Shape;616;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1" name="Google Shape;621;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4" name="Google Shape;624;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5" name="Google Shape;625;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6" name="Google Shape;626;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29" name="Google Shape;629;g2c157a2fb06_0_1110"/>
          <p:cNvGrpSpPr/>
          <p:nvPr/>
        </p:nvGrpSpPr>
        <p:grpSpPr>
          <a:xfrm>
            <a:off x="5806200" y="1807463"/>
            <a:ext cx="756300" cy="146700"/>
            <a:chOff x="5806200" y="1807463"/>
            <a:chExt cx="756300" cy="146700"/>
          </a:xfrm>
        </p:grpSpPr>
        <p:sp>
          <p:nvSpPr>
            <p:cNvPr id="630" name="Google Shape;630;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3" name="Google Shape;633;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4" name="Google Shape;634;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5" name="Google Shape;635;g2c157a2fb06_0_1110"/>
          <p:cNvGrpSpPr/>
          <p:nvPr/>
        </p:nvGrpSpPr>
        <p:grpSpPr>
          <a:xfrm>
            <a:off x="5806200" y="2842438"/>
            <a:ext cx="756300" cy="146700"/>
            <a:chOff x="5806200" y="1807463"/>
            <a:chExt cx="756300" cy="146700"/>
          </a:xfrm>
        </p:grpSpPr>
        <p:sp>
          <p:nvSpPr>
            <p:cNvPr id="636" name="Google Shape;636;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9" name="Google Shape;639;g2c157a2fb06_0_1110"/>
          <p:cNvGrpSpPr/>
          <p:nvPr/>
        </p:nvGrpSpPr>
        <p:grpSpPr>
          <a:xfrm>
            <a:off x="5806200" y="3877413"/>
            <a:ext cx="756300" cy="146700"/>
            <a:chOff x="5806200" y="1807463"/>
            <a:chExt cx="756300" cy="146700"/>
          </a:xfrm>
        </p:grpSpPr>
        <p:sp>
          <p:nvSpPr>
            <p:cNvPr id="640" name="Google Shape;640;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1" name="Google Shape;641;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3" name="Google Shape;643;g2c157a2fb06_0_1110"/>
          <p:cNvGrpSpPr/>
          <p:nvPr/>
        </p:nvGrpSpPr>
        <p:grpSpPr>
          <a:xfrm>
            <a:off x="662575" y="6212475"/>
            <a:ext cx="586800" cy="571500"/>
            <a:chOff x="662575" y="6212475"/>
            <a:chExt cx="586800" cy="571500"/>
          </a:xfrm>
        </p:grpSpPr>
        <p:sp>
          <p:nvSpPr>
            <p:cNvPr id="644" name="Google Shape;644;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7" name="Google Shape;647;g2c157a2fb06_0_1110"/>
          <p:cNvGrpSpPr/>
          <p:nvPr/>
        </p:nvGrpSpPr>
        <p:grpSpPr>
          <a:xfrm>
            <a:off x="7894350" y="6212475"/>
            <a:ext cx="586800" cy="571500"/>
            <a:chOff x="7894350" y="6212475"/>
            <a:chExt cx="586800" cy="571500"/>
          </a:xfrm>
        </p:grpSpPr>
        <p:sp>
          <p:nvSpPr>
            <p:cNvPr id="648" name="Google Shape;648;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9" name="Google Shape;649;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1"/>
        <p:cNvGrpSpPr/>
        <p:nvPr/>
      </p:nvGrpSpPr>
      <p:grpSpPr>
        <a:xfrm>
          <a:off x="0" y="0"/>
          <a:ext cx="0" cy="0"/>
          <a:chOff x="0" y="0"/>
          <a:chExt cx="0" cy="0"/>
        </a:xfrm>
      </p:grpSpPr>
      <p:sp>
        <p:nvSpPr>
          <p:cNvPr id="652" name="Google Shape;652;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6" name="Google Shape;656;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59" name="Google Shape;659;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5" name="Google Shape;665;p30"/>
          <p:cNvGrpSpPr/>
          <p:nvPr/>
        </p:nvGrpSpPr>
        <p:grpSpPr>
          <a:xfrm>
            <a:off x="6022940" y="5341706"/>
            <a:ext cx="594501" cy="305904"/>
            <a:chOff x="5672081" y="1914352"/>
            <a:chExt cx="792668" cy="305904"/>
          </a:xfrm>
        </p:grpSpPr>
        <p:sp>
          <p:nvSpPr>
            <p:cNvPr id="666" name="Google Shape;666;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7" name="Google Shape;667;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8" name="Google Shape;668;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69" name="Google Shape;669;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7" name="Google Shape;677;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8" name="Google Shape;678;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6" name="Google Shape;686;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2" name="Google Shape;692;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5" name="Google Shape;695;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6" name="Google Shape;696;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7"/>
        <p:cNvGrpSpPr/>
        <p:nvPr/>
      </p:nvGrpSpPr>
      <p:grpSpPr>
        <a:xfrm>
          <a:off x="0" y="0"/>
          <a:ext cx="0" cy="0"/>
          <a:chOff x="0" y="0"/>
          <a:chExt cx="0" cy="0"/>
        </a:xfrm>
      </p:grpSpPr>
      <p:sp>
        <p:nvSpPr>
          <p:cNvPr id="698" name="Google Shape;698;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99" name="Google Shape;699;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0" name="Google Shape;700;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1"/>
        <p:cNvGrpSpPr/>
        <p:nvPr/>
      </p:nvGrpSpPr>
      <p:grpSpPr>
        <a:xfrm>
          <a:off x="0" y="0"/>
          <a:ext cx="0" cy="0"/>
          <a:chOff x="0" y="0"/>
          <a:chExt cx="0" cy="0"/>
        </a:xfrm>
      </p:grpSpPr>
      <p:sp>
        <p:nvSpPr>
          <p:cNvPr id="702" name="Google Shape;702;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3" name="Google Shape;703;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4" name="Google Shape;704;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slide" Target="slide19.xml"/><Relationship Id="rId5" Type="http://schemas.openxmlformats.org/officeDocument/2006/relationships/image" Target="../media/image9.png"/><Relationship Id="rId10" Type="http://schemas.openxmlformats.org/officeDocument/2006/relationships/slide" Target="slide17.xml"/><Relationship Id="rId4" Type="http://schemas.openxmlformats.org/officeDocument/2006/relationships/image" Target="../media/image8.png"/><Relationship Id="rId9" Type="http://schemas.openxmlformats.org/officeDocument/2006/relationships/slide" Target="slide8.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6.png"/><Relationship Id="rId21" Type="http://schemas.openxmlformats.org/officeDocument/2006/relationships/image" Target="../media/image51.png"/><Relationship Id="rId7" Type="http://schemas.openxmlformats.org/officeDocument/2006/relationships/image" Target="../media/image38.png"/><Relationship Id="rId12" Type="http://schemas.openxmlformats.org/officeDocument/2006/relationships/image" Target="../media/image7.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4.png"/><Relationship Id="rId5" Type="http://schemas.openxmlformats.org/officeDocument/2006/relationships/image" Target="../media/image36.png"/><Relationship Id="rId15" Type="http://schemas.openxmlformats.org/officeDocument/2006/relationships/image" Target="../media/image45.png"/><Relationship Id="rId23" Type="http://schemas.openxmlformats.org/officeDocument/2006/relationships/image" Target="../media/image53.png"/><Relationship Id="rId10" Type="http://schemas.openxmlformats.org/officeDocument/2006/relationships/image" Target="../media/image41.png"/><Relationship Id="rId19" Type="http://schemas.openxmlformats.org/officeDocument/2006/relationships/image" Target="../media/image49.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4.png"/><Relationship Id="rId22" Type="http://schemas.openxmlformats.org/officeDocument/2006/relationships/image" Target="../media/image52.png"/></Relationships>
</file>

<file path=ppt/slides/_rels/slide5.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58.png"/></Relationships>
</file>

<file path=ppt/slides/_rels/slide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61.png"/><Relationship Id="rId4" Type="http://schemas.openxmlformats.org/officeDocument/2006/relationships/image" Target="../media/image60.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3.png"/></Relationships>
</file>

<file path=ppt/slides/_rels/slide1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67.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70.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7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72.png"/></Relationships>
</file>

<file path=ppt/slides/_rels/slide2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1"/>
          <p:cNvSpPr txBox="1">
            <a:spLocks noGrp="1"/>
          </p:cNvSpPr>
          <p:nvPr>
            <p:ph type="subTitle" idx="1"/>
          </p:nvPr>
        </p:nvSpPr>
        <p:spPr>
          <a:xfrm>
            <a:off x="884100" y="2716650"/>
            <a:ext cx="33324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Compare 'ai' </a:t>
            </a:r>
            <a:br>
              <a:rPr lang="en-US"/>
            </a:br>
            <a:r>
              <a:rPr lang="en-US"/>
              <a:t>and 'air'</a:t>
            </a:r>
            <a:endParaRPr/>
          </a:p>
        </p:txBody>
      </p:sp>
      <p:sp>
        <p:nvSpPr>
          <p:cNvPr id="710" name="Google Shape;710;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48</a:t>
            </a:r>
            <a:endParaRPr/>
          </a:p>
        </p:txBody>
      </p:sp>
      <p:pic>
        <p:nvPicPr>
          <p:cNvPr id="711" name="Google Shape;711;p1"/>
          <p:cNvPicPr preferRelativeResize="0"/>
          <p:nvPr/>
        </p:nvPicPr>
        <p:blipFill rotWithShape="1">
          <a:blip r:embed="rId3">
            <a:alphaModFix/>
          </a:blip>
          <a:srcRect l="79" r="69"/>
          <a:stretch/>
        </p:blipFill>
        <p:spPr>
          <a:xfrm rot="540305">
            <a:off x="7336183" y="3915827"/>
            <a:ext cx="1208040" cy="1709827"/>
          </a:xfrm>
          <a:prstGeom prst="rect">
            <a:avLst/>
          </a:prstGeom>
          <a:noFill/>
          <a:ln>
            <a:noFill/>
          </a:ln>
          <a:effectLst>
            <a:outerShdw blurRad="71438" dist="38100" dir="5220000" algn="bl" rotWithShape="0">
              <a:srgbClr val="000000">
                <a:alpha val="20000"/>
              </a:srgbClr>
            </a:outerShdw>
          </a:effectLst>
        </p:spPr>
      </p:pic>
      <p:pic>
        <p:nvPicPr>
          <p:cNvPr id="712" name="Google Shape;712;p1"/>
          <p:cNvPicPr preferRelativeResize="0"/>
          <p:nvPr/>
        </p:nvPicPr>
        <p:blipFill rotWithShape="1">
          <a:blip r:embed="rId4">
            <a:alphaModFix/>
          </a:blip>
          <a:srcRect l="19" r="19"/>
          <a:stretch/>
        </p:blipFill>
        <p:spPr>
          <a:xfrm rot="-437250">
            <a:off x="5338057" y="3901527"/>
            <a:ext cx="1208038" cy="1709829"/>
          </a:xfrm>
          <a:prstGeom prst="rect">
            <a:avLst/>
          </a:prstGeom>
          <a:noFill/>
          <a:ln>
            <a:noFill/>
          </a:ln>
          <a:effectLst>
            <a:outerShdw blurRad="71438" dist="38100" dir="5220000" algn="bl" rotWithShape="0">
              <a:srgbClr val="000000">
                <a:alpha val="20000"/>
              </a:srgbClr>
            </a:outerShdw>
          </a:effectLst>
        </p:spPr>
      </p:pic>
      <p:sp>
        <p:nvSpPr>
          <p:cNvPr id="713" name="Google Shape;713;p1"/>
          <p:cNvSpPr txBox="1"/>
          <p:nvPr/>
        </p:nvSpPr>
        <p:spPr>
          <a:xfrm>
            <a:off x="6593800" y="4323275"/>
            <a:ext cx="655200" cy="44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2000" b="0" i="0" u="none" strike="noStrike" cap="none">
                <a:solidFill>
                  <a:srgbClr val="000000"/>
                </a:solidFill>
                <a:latin typeface="Jost"/>
                <a:ea typeface="Jost"/>
                <a:cs typeface="Jost"/>
                <a:sym typeface="Jost"/>
              </a:rPr>
              <a:t>vs.</a:t>
            </a:r>
            <a:endParaRPr sz="2000" b="0" i="0" u="none" strike="noStrike" cap="none">
              <a:solidFill>
                <a:srgbClr val="000000"/>
              </a:solidFill>
              <a:latin typeface="Jost"/>
              <a:ea typeface="Jost"/>
              <a:cs typeface="Jost"/>
              <a:sym typeface="Jost"/>
            </a:endParaRPr>
          </a:p>
        </p:txBody>
      </p:sp>
      <p:sp>
        <p:nvSpPr>
          <p:cNvPr id="714" name="Google Shape;714;p1"/>
          <p:cNvSpPr txBox="1"/>
          <p:nvPr/>
        </p:nvSpPr>
        <p:spPr>
          <a:xfrm>
            <a:off x="5362475" y="5751746"/>
            <a:ext cx="1311600" cy="26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B7B7B7"/>
              </a:solidFill>
              <a:latin typeface="Jost"/>
              <a:ea typeface="Jost"/>
              <a:cs typeface="Jost"/>
              <a:sym typeface="Jost"/>
            </a:endParaRPr>
          </a:p>
        </p:txBody>
      </p:sp>
      <p:sp>
        <p:nvSpPr>
          <p:cNvPr id="715" name="Google Shape;715;p1"/>
          <p:cNvSpPr txBox="1"/>
          <p:nvPr/>
        </p:nvSpPr>
        <p:spPr>
          <a:xfrm>
            <a:off x="7133625" y="5751746"/>
            <a:ext cx="1311600" cy="26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B7B7B7"/>
              </a:solidFill>
              <a:latin typeface="Jost"/>
              <a:ea typeface="Jost"/>
              <a:cs typeface="Jost"/>
              <a:sym typeface="Jost"/>
            </a:endParaRPr>
          </a:p>
        </p:txBody>
      </p:sp>
      <p:graphicFrame>
        <p:nvGraphicFramePr>
          <p:cNvPr id="716" name="Google Shape;716;p1"/>
          <p:cNvGraphicFramePr/>
          <p:nvPr/>
        </p:nvGraphicFramePr>
        <p:xfrm>
          <a:off x="4844200" y="1891197"/>
          <a:ext cx="3784950" cy="1678950"/>
        </p:xfrm>
        <a:graphic>
          <a:graphicData uri="http://schemas.openxmlformats.org/drawingml/2006/table">
            <a:tbl>
              <a:tblPr firstRow="1" bandRow="1">
                <a:noFill/>
                <a:tableStyleId>{04317CC3-D3C6-4E7A-A2C5-9A55744AEE23}</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FFFFFF"/>
                          </a:solidFill>
                          <a:latin typeface="Poppins"/>
                          <a:ea typeface="Poppins"/>
                          <a:cs typeface="Poppins"/>
                          <a:sym typeface="Poppins"/>
                        </a:rPr>
                        <a:t>a</a:t>
                      </a:r>
                      <a:r>
                        <a:rPr lang="en-US" sz="1800" u="none" strike="noStrike" cap="none">
                          <a:solidFill>
                            <a:srgbClr val="FFFFFF"/>
                          </a:solidFill>
                          <a:latin typeface="Jost"/>
                          <a:ea typeface="Jost"/>
                          <a:cs typeface="Jost"/>
                          <a:sym typeface="Jost"/>
                        </a:rPr>
                        <a:t>i</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FFFFFF"/>
                          </a:solidFill>
                          <a:latin typeface="Poppins"/>
                          <a:ea typeface="Poppins"/>
                          <a:cs typeface="Poppins"/>
                          <a:sym typeface="Poppins"/>
                        </a:rPr>
                        <a:t>a</a:t>
                      </a:r>
                      <a:r>
                        <a:rPr lang="en-US" sz="1800" u="none" strike="noStrike" cap="none">
                          <a:solidFill>
                            <a:srgbClr val="FFFFFF"/>
                          </a:solidFill>
                          <a:latin typeface="Jost"/>
                          <a:ea typeface="Jost"/>
                          <a:cs typeface="Jost"/>
                          <a:sym typeface="Jost"/>
                        </a:rPr>
                        <a:t>ir</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717" name="Google Shape;717;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Compare vowel digraph </a:t>
            </a:r>
            <a:r>
              <a:rPr lang="en-US">
                <a:solidFill>
                  <a:srgbClr val="8DC63F"/>
                </a:solidFill>
              </a:rPr>
              <a:t>ai</a:t>
            </a:r>
            <a:r>
              <a:rPr lang="en-US"/>
              <a:t> and r-controlled trigraph </a:t>
            </a:r>
            <a:r>
              <a:rPr lang="en-US">
                <a:solidFill>
                  <a:srgbClr val="8DC63F"/>
                </a:solidFill>
              </a:rPr>
              <a:t>air</a:t>
            </a:r>
            <a:r>
              <a:rPr lang="en-US"/>
              <a:t>.</a:t>
            </a:r>
            <a:endParaRPr/>
          </a:p>
        </p:txBody>
      </p:sp>
      <p:sp>
        <p:nvSpPr>
          <p:cNvPr id="724" name="Google Shape;724;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25" name="Google Shape;725;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26" name="Google Shape;726;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27" name="Google Shape;727;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28" name="Google Shape;728;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29" name="Google Shape;729;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0" name="Google Shape;730;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31" name="Google Shape;731;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32" name="Google Shape;732;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3" name="Google Shape;733;g2bee4f4af4b_0_204"/>
          <p:cNvPicPr preferRelativeResize="0"/>
          <p:nvPr/>
        </p:nvPicPr>
        <p:blipFill rotWithShape="1">
          <a:blip r:embed="rId5">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34" name="Google Shape;734;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35" name="Google Shape;735;g2bee4f4af4b_0_204"/>
          <p:cNvSpPr txBox="1"/>
          <p:nvPr/>
        </p:nvSpPr>
        <p:spPr>
          <a:xfrm>
            <a:off x="58301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6" name="Google Shape;736;g2bee4f4af4b_0_204"/>
          <p:cNvPicPr preferRelativeResize="0"/>
          <p:nvPr/>
        </p:nvPicPr>
        <p:blipFill rotWithShape="1">
          <a:blip r:embed="rId6">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37" name="Google Shape;737;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38" name="Google Shape;738;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9" name="Google Shape;739;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40" name="Google Shape;740;g2bee4f4af4b_0_204">
            <a:hlinkClick r:id="rId8" action="ppaction://hlinksldjump"/>
          </p:cNvPr>
          <p:cNvSpPr/>
          <p:nvPr/>
        </p:nvSpPr>
        <p:spPr>
          <a:xfrm>
            <a:off x="926987" y="38235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1" name="Google Shape;741;g2bee4f4af4b_0_204">
            <a:hlinkClick r:id="rId9" action="ppaction://hlinksldjump"/>
          </p:cNvPr>
          <p:cNvSpPr/>
          <p:nvPr/>
        </p:nvSpPr>
        <p:spPr>
          <a:xfrm>
            <a:off x="2533087" y="360286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2bee4f4af4b_0_204">
            <a:hlinkClick r:id="rId10" action="ppaction://hlinksldjump"/>
          </p:cNvPr>
          <p:cNvSpPr/>
          <p:nvPr/>
        </p:nvSpPr>
        <p:spPr>
          <a:xfrm>
            <a:off x="3557197"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3" name="Google Shape;743;g2bee4f4af4b_0_204">
            <a:hlinkClick r:id="rId11" action="ppaction://hlinksldjump"/>
          </p:cNvPr>
          <p:cNvSpPr/>
          <p:nvPr/>
        </p:nvSpPr>
        <p:spPr>
          <a:xfrm>
            <a:off x="4859461" y="375760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4" name="Google Shape;744;g2bee4f4af4b_0_204">
            <a:hlinkClick r:id="rId12" action="ppaction://hlinksldjump"/>
          </p:cNvPr>
          <p:cNvSpPr/>
          <p:nvPr/>
        </p:nvSpPr>
        <p:spPr>
          <a:xfrm>
            <a:off x="6001799" y="381742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1" name="Google Shape;751;g26b641b03cd_0_165"/>
          <p:cNvGrpSpPr/>
          <p:nvPr/>
        </p:nvGrpSpPr>
        <p:grpSpPr>
          <a:xfrm>
            <a:off x="930400" y="2129444"/>
            <a:ext cx="7283200" cy="3724851"/>
            <a:chOff x="930400" y="2129444"/>
            <a:chExt cx="7283200" cy="3724851"/>
          </a:xfrm>
        </p:grpSpPr>
        <p:pic>
          <p:nvPicPr>
            <p:cNvPr id="752" name="Google Shape;75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1" name="Google Shape;781;g26b7edf6e71_0_26"/>
          <p:cNvPicPr preferRelativeResize="0"/>
          <p:nvPr/>
        </p:nvPicPr>
        <p:blipFill rotWithShape="1">
          <a:blip r:embed="rId3">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82" name="Google Shape;782;g26b7edf6e71_0_26"/>
          <p:cNvPicPr preferRelativeResize="0"/>
          <p:nvPr/>
        </p:nvPicPr>
        <p:blipFill rotWithShape="1">
          <a:blip r:embed="rId4">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5">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6">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7">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6" name="Google Shape;786;g26b7edf6e71_0_26"/>
          <p:cNvPicPr preferRelativeResize="0"/>
          <p:nvPr/>
        </p:nvPicPr>
        <p:blipFill rotWithShape="1">
          <a:blip r:embed="rId8">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9">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0">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11">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2">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3">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4">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3" name="Google Shape;793;g26b7edf6e71_0_26"/>
          <p:cNvPicPr preferRelativeResize="0"/>
          <p:nvPr/>
        </p:nvPicPr>
        <p:blipFill rotWithShape="1">
          <a:blip r:embed="rId15">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16">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17">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18">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19">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0">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1">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2">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3">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4">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5">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6">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c71408be6c_0_2"/>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11" name="Google Shape;811;g2c71408be6c_0_2"/>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12" name="Google Shape;812;g2c71408be6c_0_2"/>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19" name="Google Shape;819;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20" name="Google Shape;820;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21" name="Google Shape;821;g2c186218c5a_0_17"/>
          <p:cNvPicPr preferRelativeResize="0"/>
          <p:nvPr/>
        </p:nvPicPr>
        <p:blipFill rotWithShape="1">
          <a:blip r:embed="rId3">
            <a:alphaModFix/>
          </a:blip>
          <a:srcRect t="149" b="149"/>
          <a:stretch/>
        </p:blipFill>
        <p:spPr>
          <a:xfrm>
            <a:off x="1943800" y="827425"/>
            <a:ext cx="5256401" cy="2101675"/>
          </a:xfrm>
          <a:prstGeom prst="rect">
            <a:avLst/>
          </a:prstGeom>
          <a:noFill/>
          <a:ln>
            <a:noFill/>
          </a:ln>
          <a:effectLst>
            <a:outerShdw blurRad="71438" dist="19050" dir="5400000" algn="bl" rotWithShape="0">
              <a:srgbClr val="000000">
                <a:alpha val="20000"/>
              </a:srgbClr>
            </a:outerShdw>
          </a:effectLst>
        </p:spPr>
      </p:pic>
      <p:cxnSp>
        <p:nvCxnSpPr>
          <p:cNvPr id="822" name="Google Shape;822;g2c186218c5a_0_17"/>
          <p:cNvCxnSpPr/>
          <p:nvPr/>
        </p:nvCxnSpPr>
        <p:spPr>
          <a:xfrm>
            <a:off x="865586" y="3153385"/>
            <a:ext cx="7283100" cy="0"/>
          </a:xfrm>
          <a:prstGeom prst="straightConnector1">
            <a:avLst/>
          </a:prstGeom>
          <a:noFill/>
          <a:ln w="9525" cap="flat" cmpd="sng">
            <a:solidFill>
              <a:srgbClr val="BFBFBF"/>
            </a:solidFill>
            <a:prstDash val="solid"/>
            <a:miter lim="800000"/>
            <a:headEnd type="none" w="sm" len="sm"/>
            <a:tailEnd type="none" w="sm" len="sm"/>
          </a:ln>
        </p:spPr>
      </p:cxnSp>
      <p:pic>
        <p:nvPicPr>
          <p:cNvPr id="823" name="Google Shape;823;g2c186218c5a_0_17"/>
          <p:cNvPicPr preferRelativeResize="0"/>
          <p:nvPr/>
        </p:nvPicPr>
        <p:blipFill rotWithShape="1">
          <a:blip r:embed="rId4">
            <a:alphaModFix/>
          </a:blip>
          <a:srcRect t="39" b="39"/>
          <a:stretch/>
        </p:blipFill>
        <p:spPr>
          <a:xfrm>
            <a:off x="1943800" y="3310100"/>
            <a:ext cx="5256401" cy="2101675"/>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pic>
        <p:nvPicPr>
          <p:cNvPr id="829" name="Google Shape;829;g26b641b03cd_0_185"/>
          <p:cNvPicPr preferRelativeResize="0"/>
          <p:nvPr/>
        </p:nvPicPr>
        <p:blipFill rotWithShape="1">
          <a:blip r:embed="rId3">
            <a:alphaModFix/>
          </a:blip>
          <a:srcRect t="149" b="149"/>
          <a:stretch/>
        </p:blipFill>
        <p:spPr>
          <a:xfrm>
            <a:off x="1943800" y="827425"/>
            <a:ext cx="5256401" cy="2101675"/>
          </a:xfrm>
          <a:prstGeom prst="rect">
            <a:avLst/>
          </a:prstGeom>
          <a:noFill/>
          <a:ln>
            <a:noFill/>
          </a:ln>
          <a:effectLst>
            <a:outerShdw blurRad="71438" dist="19050" dir="5400000" algn="bl" rotWithShape="0">
              <a:srgbClr val="000000">
                <a:alpha val="20000"/>
              </a:srgbClr>
            </a:outerShdw>
          </a:effectLst>
        </p:spPr>
      </p:pic>
      <p:pic>
        <p:nvPicPr>
          <p:cNvPr id="830" name="Google Shape;830;g26b641b03cd_0_185"/>
          <p:cNvPicPr preferRelativeResize="0"/>
          <p:nvPr/>
        </p:nvPicPr>
        <p:blipFill rotWithShape="1">
          <a:blip r:embed="rId4">
            <a:alphaModFix/>
          </a:blip>
          <a:srcRect t="39" b="39"/>
          <a:stretch/>
        </p:blipFill>
        <p:spPr>
          <a:xfrm>
            <a:off x="1943800" y="3310100"/>
            <a:ext cx="5256401" cy="2101675"/>
          </a:xfrm>
          <a:prstGeom prst="rect">
            <a:avLst/>
          </a:prstGeom>
          <a:noFill/>
          <a:ln>
            <a:noFill/>
          </a:ln>
          <a:effectLst>
            <a:outerShdw blurRad="71438" dist="19050" dir="5400000" algn="bl" rotWithShape="0">
              <a:srgbClr val="000000">
                <a:alpha val="20000"/>
              </a:srgbClr>
            </a:outerShdw>
          </a:effectLst>
        </p:spPr>
      </p:pic>
      <p:sp>
        <p:nvSpPr>
          <p:cNvPr id="831" name="Google Shape;831;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32" name="Google Shape;832;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33" name="Google Shape;833;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834" name="Google Shape;834;g26b641b03cd_0_185"/>
          <p:cNvCxnSpPr/>
          <p:nvPr/>
        </p:nvCxnSpPr>
        <p:spPr>
          <a:xfrm>
            <a:off x="865586" y="3153385"/>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35" name="Google Shape;835;g26b641b03cd_0_185"/>
          <p:cNvGrpSpPr/>
          <p:nvPr/>
        </p:nvGrpSpPr>
        <p:grpSpPr>
          <a:xfrm>
            <a:off x="6799775" y="1463138"/>
            <a:ext cx="1558225" cy="830250"/>
            <a:chOff x="3203200" y="2683688"/>
            <a:chExt cx="1558225" cy="830250"/>
          </a:xfrm>
        </p:grpSpPr>
        <p:pic>
          <p:nvPicPr>
            <p:cNvPr id="836" name="Google Shape;836;g26b641b03cd_0_185"/>
            <p:cNvPicPr preferRelativeResize="0"/>
            <p:nvPr/>
          </p:nvPicPr>
          <p:blipFill rotWithShape="1">
            <a:blip r:embed="rId5">
              <a:alphaModFix/>
            </a:blip>
            <a:srcRect/>
            <a:stretch/>
          </p:blipFill>
          <p:spPr>
            <a:xfrm flipH="1">
              <a:off x="3203200" y="2683688"/>
              <a:ext cx="1558225" cy="830250"/>
            </a:xfrm>
            <a:prstGeom prst="rect">
              <a:avLst/>
            </a:prstGeom>
            <a:noFill/>
            <a:ln>
              <a:noFill/>
            </a:ln>
          </p:spPr>
        </p:pic>
        <p:sp>
          <p:nvSpPr>
            <p:cNvPr id="837" name="Google Shape;837;g26b641b03cd_0_185"/>
            <p:cNvSpPr txBox="1"/>
            <p:nvPr/>
          </p:nvSpPr>
          <p:spPr>
            <a:xfrm>
              <a:off x="3470899" y="2689358"/>
              <a:ext cx="1208100" cy="55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a:solidFill>
                    <a:srgbClr val="00904C"/>
                  </a:solidFill>
                  <a:latin typeface="Jost"/>
                  <a:ea typeface="Jost"/>
                  <a:cs typeface="Jost"/>
                  <a:sym typeface="Jost"/>
                </a:rPr>
                <a:t>/</a:t>
              </a:r>
              <a:r>
                <a:rPr lang="en-US" sz="3000" b="0" i="0" u="none" strike="noStrike" cap="none">
                  <a:solidFill>
                    <a:srgbClr val="00904C"/>
                  </a:solidFill>
                  <a:latin typeface="Poppins"/>
                  <a:ea typeface="Poppins"/>
                  <a:cs typeface="Poppins"/>
                  <a:sym typeface="Poppins"/>
                </a:rPr>
                <a:t>a</a:t>
              </a:r>
              <a:r>
                <a:rPr lang="en-US" sz="3500" b="0" i="0" u="none" strike="noStrike" cap="none">
                  <a:solidFill>
                    <a:srgbClr val="00904C"/>
                  </a:solidFill>
                  <a:latin typeface="Jost"/>
                  <a:ea typeface="Jost"/>
                  <a:cs typeface="Jost"/>
                  <a:sym typeface="Jost"/>
                </a:rPr>
                <a:t>i/</a:t>
              </a:r>
              <a:endParaRPr sz="3500" b="0" i="0" u="none" strike="noStrike" cap="none">
                <a:solidFill>
                  <a:srgbClr val="00904C"/>
                </a:solidFill>
                <a:latin typeface="Jost"/>
                <a:ea typeface="Jost"/>
                <a:cs typeface="Jost"/>
                <a:sym typeface="Jost"/>
              </a:endParaRPr>
            </a:p>
          </p:txBody>
        </p:sp>
      </p:grpSp>
      <p:grpSp>
        <p:nvGrpSpPr>
          <p:cNvPr id="838" name="Google Shape;838;g26b641b03cd_0_185"/>
          <p:cNvGrpSpPr/>
          <p:nvPr/>
        </p:nvGrpSpPr>
        <p:grpSpPr>
          <a:xfrm>
            <a:off x="6799775" y="3981075"/>
            <a:ext cx="1558225" cy="830250"/>
            <a:chOff x="3203200" y="2683688"/>
            <a:chExt cx="1558225" cy="830250"/>
          </a:xfrm>
        </p:grpSpPr>
        <p:pic>
          <p:nvPicPr>
            <p:cNvPr id="839" name="Google Shape;839;g26b641b03cd_0_185"/>
            <p:cNvPicPr preferRelativeResize="0"/>
            <p:nvPr/>
          </p:nvPicPr>
          <p:blipFill rotWithShape="1">
            <a:blip r:embed="rId5">
              <a:alphaModFix/>
            </a:blip>
            <a:srcRect/>
            <a:stretch/>
          </p:blipFill>
          <p:spPr>
            <a:xfrm flipH="1">
              <a:off x="3203200" y="2683688"/>
              <a:ext cx="1558225" cy="830250"/>
            </a:xfrm>
            <a:prstGeom prst="rect">
              <a:avLst/>
            </a:prstGeom>
            <a:noFill/>
            <a:ln>
              <a:noFill/>
            </a:ln>
          </p:spPr>
        </p:pic>
        <p:sp>
          <p:nvSpPr>
            <p:cNvPr id="840" name="Google Shape;840;g26b641b03cd_0_185"/>
            <p:cNvSpPr txBox="1"/>
            <p:nvPr/>
          </p:nvSpPr>
          <p:spPr>
            <a:xfrm>
              <a:off x="3470899" y="2689358"/>
              <a:ext cx="1208100" cy="55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a:solidFill>
                    <a:srgbClr val="993FA2"/>
                  </a:solidFill>
                  <a:latin typeface="Jost"/>
                  <a:ea typeface="Jost"/>
                  <a:cs typeface="Jost"/>
                  <a:sym typeface="Jost"/>
                </a:rPr>
                <a:t>/</a:t>
              </a:r>
              <a:r>
                <a:rPr lang="en-US" sz="3000" b="0" i="0" u="none" strike="noStrike" cap="none">
                  <a:solidFill>
                    <a:srgbClr val="993FA2"/>
                  </a:solidFill>
                  <a:latin typeface="Poppins"/>
                  <a:ea typeface="Poppins"/>
                  <a:cs typeface="Poppins"/>
                  <a:sym typeface="Poppins"/>
                </a:rPr>
                <a:t>a</a:t>
              </a:r>
              <a:r>
                <a:rPr lang="en-US" sz="3500" b="0" i="0" u="none" strike="noStrike" cap="none">
                  <a:solidFill>
                    <a:srgbClr val="993FA2"/>
                  </a:solidFill>
                  <a:latin typeface="Jost"/>
                  <a:ea typeface="Jost"/>
                  <a:cs typeface="Jost"/>
                  <a:sym typeface="Jost"/>
                </a:rPr>
                <a:t>ir/</a:t>
              </a:r>
              <a:endParaRPr sz="3500" b="0" i="0" u="none" strike="noStrike" cap="none">
                <a:solidFill>
                  <a:srgbClr val="993FA2"/>
                </a:solidFill>
                <a:latin typeface="Jost"/>
                <a:ea typeface="Jost"/>
                <a:cs typeface="Jost"/>
                <a:sym typeface="Jost"/>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7" name="Google Shape;847;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48" name="Google Shape;848;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49" name="Google Shape;849;g2c186218c5a_0_25"/>
          <p:cNvPicPr preferRelativeResize="0"/>
          <p:nvPr/>
        </p:nvPicPr>
        <p:blipFill rotWithShape="1">
          <a:blip r:embed="rId3">
            <a:alphaModFix/>
          </a:blip>
          <a:srcRect l="19" r="29"/>
          <a:stretch/>
        </p:blipFill>
        <p:spPr>
          <a:xfrm>
            <a:off x="1441162" y="1197025"/>
            <a:ext cx="2826422" cy="4000649"/>
          </a:xfrm>
          <a:prstGeom prst="rect">
            <a:avLst/>
          </a:prstGeom>
          <a:noFill/>
          <a:ln>
            <a:noFill/>
          </a:ln>
          <a:effectLst>
            <a:outerShdw blurRad="71438" dist="19050" dir="5400000" algn="bl" rotWithShape="0">
              <a:srgbClr val="000000">
                <a:alpha val="18039"/>
              </a:srgbClr>
            </a:outerShdw>
          </a:effectLst>
        </p:spPr>
      </p:pic>
      <p:cxnSp>
        <p:nvCxnSpPr>
          <p:cNvPr id="850" name="Google Shape;850;g2c186218c5a_0_25"/>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851" name="Google Shape;851;g2c186218c5a_0_25"/>
          <p:cNvPicPr preferRelativeResize="0"/>
          <p:nvPr/>
        </p:nvPicPr>
        <p:blipFill rotWithShape="1">
          <a:blip r:embed="rId4">
            <a:alphaModFix/>
          </a:blip>
          <a:srcRect l="79" r="79"/>
          <a:stretch/>
        </p:blipFill>
        <p:spPr>
          <a:xfrm>
            <a:off x="4876415" y="1197025"/>
            <a:ext cx="2826422" cy="400065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8" name="Google Shape;858;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59" name="Google Shape;859;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860" name="Google Shape;860;g26b641b03cd_0_192"/>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861" name="Google Shape;861;g26b641b03cd_0_192"/>
          <p:cNvPicPr preferRelativeResize="0"/>
          <p:nvPr/>
        </p:nvPicPr>
        <p:blipFill rotWithShape="1">
          <a:blip r:embed="rId3">
            <a:alphaModFix/>
          </a:blip>
          <a:srcRect l="19" r="29"/>
          <a:stretch/>
        </p:blipFill>
        <p:spPr>
          <a:xfrm>
            <a:off x="1441162" y="1197025"/>
            <a:ext cx="2826422" cy="4000649"/>
          </a:xfrm>
          <a:prstGeom prst="rect">
            <a:avLst/>
          </a:prstGeom>
          <a:noFill/>
          <a:ln>
            <a:noFill/>
          </a:ln>
          <a:effectLst>
            <a:outerShdw blurRad="71438" dist="19050" dir="5400000" algn="bl" rotWithShape="0">
              <a:srgbClr val="000000">
                <a:alpha val="18039"/>
              </a:srgbClr>
            </a:outerShdw>
          </a:effectLst>
        </p:spPr>
      </p:pic>
      <p:pic>
        <p:nvPicPr>
          <p:cNvPr id="862" name="Google Shape;862;g26b641b03cd_0_192"/>
          <p:cNvPicPr preferRelativeResize="0"/>
          <p:nvPr/>
        </p:nvPicPr>
        <p:blipFill rotWithShape="1">
          <a:blip r:embed="rId4">
            <a:alphaModFix/>
          </a:blip>
          <a:srcRect l="79" r="79"/>
          <a:stretch/>
        </p:blipFill>
        <p:spPr>
          <a:xfrm>
            <a:off x="4876415" y="1197025"/>
            <a:ext cx="2826422" cy="400065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69" name="Google Shape;86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70" name="Google Shape;87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6" name="Google Shape;876;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77" name="Google Shape;877;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78" name="Google Shape;878;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9" name="Google Shape;879;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0" name="Google Shape;880;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1" name="Google Shape;881;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2" name="Google Shape;882;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83" name="Google Shape;883;g2c4fd7a3c22_2_0"/>
          <p:cNvGrpSpPr/>
          <p:nvPr/>
        </p:nvGrpSpPr>
        <p:grpSpPr>
          <a:xfrm>
            <a:off x="304250" y="6984600"/>
            <a:ext cx="8330829" cy="808600"/>
            <a:chOff x="-152950" y="7365600"/>
            <a:chExt cx="8330829" cy="808600"/>
          </a:xfrm>
        </p:grpSpPr>
        <p:sp>
          <p:nvSpPr>
            <p:cNvPr id="884" name="Google Shape;884;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85" name="Google Shape;885;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86" name="Google Shape;886;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87" name="Google Shape;887;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88" name="Google Shape;888;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89" name="Google Shape;889;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90" name="Google Shape;890;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91" name="Google Shape;891;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92" name="Google Shape;892;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3" name="Google Shape;893;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94" name="Google Shape;894;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95" name="Google Shape;895;g2c4fd7a3c22_2_0"/>
          <p:cNvSpPr/>
          <p:nvPr/>
        </p:nvSpPr>
        <p:spPr>
          <a:xfrm>
            <a:off x="3058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6" name="Google Shape;896;g2c4fd7a3c22_2_0"/>
          <p:cNvSpPr/>
          <p:nvPr/>
        </p:nvSpPr>
        <p:spPr>
          <a:xfrm>
            <a:off x="5695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7" name="Google Shape;897;g2c4fd7a3c22_2_0"/>
          <p:cNvSpPr txBox="1"/>
          <p:nvPr/>
        </p:nvSpPr>
        <p:spPr>
          <a:xfrm>
            <a:off x="51255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98" name="Google Shape;898;g2c4fd7a3c22_2_0"/>
          <p:cNvSpPr txBox="1"/>
          <p:nvPr/>
        </p:nvSpPr>
        <p:spPr>
          <a:xfrm>
            <a:off x="24890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899" name="Google Shape;899;g2c4fd7a3c22_2_0"/>
          <p:cNvSpPr txBox="1"/>
          <p:nvPr/>
        </p:nvSpPr>
        <p:spPr>
          <a:xfrm>
            <a:off x="36842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00904C"/>
                </a:solidFill>
                <a:latin typeface="Poppins"/>
                <a:ea typeface="Poppins"/>
                <a:cs typeface="Poppins"/>
                <a:sym typeface="Poppins"/>
              </a:rPr>
              <a:t>ai</a:t>
            </a:r>
            <a:endParaRPr sz="14000" b="0" i="0" u="none" strike="noStrike" cap="none">
              <a:solidFill>
                <a:srgbClr val="00904C"/>
              </a:solidFill>
              <a:latin typeface="Jost"/>
              <a:ea typeface="Jost"/>
              <a:cs typeface="Jost"/>
              <a:sym typeface="Jost"/>
            </a:endParaRPr>
          </a:p>
        </p:txBody>
      </p:sp>
      <p:sp>
        <p:nvSpPr>
          <p:cNvPr id="900" name="Google Shape;900;g2c4fd7a3c22_2_0"/>
          <p:cNvSpPr/>
          <p:nvPr/>
        </p:nvSpPr>
        <p:spPr>
          <a:xfrm>
            <a:off x="3822409" y="4011888"/>
            <a:ext cx="14991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d0522dd146_0_2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7" name="Google Shape;907;g2d0522dd146_0_2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8" name="Google Shape;908;g2d0522dd146_0_26"/>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9" name="Google Shape;909;g2d0522dd146_0_26"/>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0" name="Google Shape;910;g2d0522dd146_0_26"/>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1" name="Google Shape;911;g2d0522dd146_0_2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2" name="Google Shape;912;g2d0522dd146_0_2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13" name="Google Shape;913;g2d0522dd146_0_26"/>
          <p:cNvGrpSpPr/>
          <p:nvPr/>
        </p:nvGrpSpPr>
        <p:grpSpPr>
          <a:xfrm>
            <a:off x="304250" y="6984600"/>
            <a:ext cx="8330829" cy="808600"/>
            <a:chOff x="-152950" y="7365600"/>
            <a:chExt cx="8330829" cy="808600"/>
          </a:xfrm>
        </p:grpSpPr>
        <p:sp>
          <p:nvSpPr>
            <p:cNvPr id="914" name="Google Shape;914;g2d0522dd146_0_26"/>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5" name="Google Shape;915;g2d0522dd146_0_26"/>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6" name="Google Shape;916;g2d0522dd146_0_26"/>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7" name="Google Shape;917;g2d0522dd146_0_26"/>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8" name="Google Shape;918;g2d0522dd146_0_26"/>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9" name="Google Shape;919;g2d0522dd146_0_26"/>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0" name="Google Shape;920;g2d0522dd146_0_26"/>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1" name="Google Shape;921;g2d0522dd146_0_26"/>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22" name="Google Shape;922;g2d0522dd146_0_26"/>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3" name="Google Shape;923;g2d0522dd146_0_26"/>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4" name="Google Shape;924;g2d0522dd146_0_2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5" name="Google Shape;925;g2d0522dd146_0_26"/>
          <p:cNvSpPr/>
          <p:nvPr/>
        </p:nvSpPr>
        <p:spPr>
          <a:xfrm>
            <a:off x="3058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6" name="Google Shape;926;g2d0522dd146_0_26"/>
          <p:cNvSpPr txBox="1"/>
          <p:nvPr/>
        </p:nvSpPr>
        <p:spPr>
          <a:xfrm>
            <a:off x="24890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h</a:t>
            </a:r>
            <a:endParaRPr sz="15000" b="0" i="0" u="none" strike="noStrike" cap="none">
              <a:solidFill>
                <a:srgbClr val="2356AF"/>
              </a:solidFill>
              <a:latin typeface="Jost"/>
              <a:ea typeface="Jost"/>
              <a:cs typeface="Jost"/>
              <a:sym typeface="Jost"/>
            </a:endParaRPr>
          </a:p>
        </p:txBody>
      </p:sp>
      <p:sp>
        <p:nvSpPr>
          <p:cNvPr id="927" name="Google Shape;927;g2d0522dd146_0_26"/>
          <p:cNvSpPr txBox="1"/>
          <p:nvPr/>
        </p:nvSpPr>
        <p:spPr>
          <a:xfrm>
            <a:off x="3684275" y="1391225"/>
            <a:ext cx="2400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993FA2"/>
                </a:solidFill>
                <a:latin typeface="Poppins"/>
                <a:ea typeface="Poppins"/>
                <a:cs typeface="Poppins"/>
                <a:sym typeface="Poppins"/>
              </a:rPr>
              <a:t>air</a:t>
            </a:r>
            <a:endParaRPr sz="14000" b="0" i="0" u="none" strike="noStrike" cap="none">
              <a:solidFill>
                <a:srgbClr val="993FA2"/>
              </a:solidFill>
              <a:latin typeface="Jost"/>
              <a:ea typeface="Jost"/>
              <a:cs typeface="Jost"/>
              <a:sym typeface="Jost"/>
            </a:endParaRPr>
          </a:p>
        </p:txBody>
      </p:sp>
      <p:sp>
        <p:nvSpPr>
          <p:cNvPr id="928" name="Google Shape;928;g2d0522dd146_0_26"/>
          <p:cNvSpPr/>
          <p:nvPr/>
        </p:nvSpPr>
        <p:spPr>
          <a:xfrm>
            <a:off x="3929975" y="4011888"/>
            <a:ext cx="19095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993FA2"/>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g2d0522dd146_0_5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5" name="Google Shape;935;g2d0522dd146_0_5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6" name="Google Shape;936;g2d0522dd146_0_55"/>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d0522dd146_0_55"/>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d0522dd146_0_55"/>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d0522dd146_0_5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d0522dd146_0_5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41" name="Google Shape;941;g2d0522dd146_0_55"/>
          <p:cNvGrpSpPr/>
          <p:nvPr/>
        </p:nvGrpSpPr>
        <p:grpSpPr>
          <a:xfrm>
            <a:off x="304250" y="6984600"/>
            <a:ext cx="8330829" cy="808600"/>
            <a:chOff x="-152950" y="7365600"/>
            <a:chExt cx="8330829" cy="808600"/>
          </a:xfrm>
        </p:grpSpPr>
        <p:sp>
          <p:nvSpPr>
            <p:cNvPr id="942" name="Google Shape;942;g2d0522dd146_0_55"/>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3" name="Google Shape;943;g2d0522dd146_0_55"/>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4" name="Google Shape;944;g2d0522dd146_0_55"/>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5" name="Google Shape;945;g2d0522dd146_0_55"/>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6" name="Google Shape;946;g2d0522dd146_0_55"/>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7" name="Google Shape;947;g2d0522dd146_0_55"/>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8" name="Google Shape;948;g2d0522dd146_0_55"/>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9" name="Google Shape;949;g2d0522dd146_0_55"/>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50" name="Google Shape;950;g2d0522dd146_0_55"/>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2d0522dd146_0_55"/>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2" name="Google Shape;952;g2d0522dd146_0_5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3" name="Google Shape;953;g2d0522dd146_0_55"/>
          <p:cNvSpPr/>
          <p:nvPr/>
        </p:nvSpPr>
        <p:spPr>
          <a:xfrm>
            <a:off x="3096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4" name="Google Shape;954;g2d0522dd146_0_55"/>
          <p:cNvSpPr/>
          <p:nvPr/>
        </p:nvSpPr>
        <p:spPr>
          <a:xfrm>
            <a:off x="5657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5" name="Google Shape;955;g2d0522dd146_0_55"/>
          <p:cNvSpPr txBox="1"/>
          <p:nvPr/>
        </p:nvSpPr>
        <p:spPr>
          <a:xfrm>
            <a:off x="50874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56" name="Google Shape;956;g2d0522dd146_0_55"/>
          <p:cNvSpPr txBox="1"/>
          <p:nvPr/>
        </p:nvSpPr>
        <p:spPr>
          <a:xfrm>
            <a:off x="25271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57" name="Google Shape;957;g2d0522dd146_0_55"/>
          <p:cNvSpPr txBox="1"/>
          <p:nvPr/>
        </p:nvSpPr>
        <p:spPr>
          <a:xfrm>
            <a:off x="37223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00904C"/>
                </a:solidFill>
                <a:latin typeface="Poppins"/>
                <a:ea typeface="Poppins"/>
                <a:cs typeface="Poppins"/>
                <a:sym typeface="Poppins"/>
              </a:rPr>
              <a:t>ai</a:t>
            </a:r>
            <a:endParaRPr sz="14000" b="0" i="0" u="none" strike="noStrike" cap="none">
              <a:solidFill>
                <a:srgbClr val="00904C"/>
              </a:solidFill>
              <a:latin typeface="Jost"/>
              <a:ea typeface="Jost"/>
              <a:cs typeface="Jost"/>
              <a:sym typeface="Jost"/>
            </a:endParaRPr>
          </a:p>
        </p:txBody>
      </p:sp>
      <p:sp>
        <p:nvSpPr>
          <p:cNvPr id="958" name="Google Shape;958;g2d0522dd146_0_55"/>
          <p:cNvSpPr/>
          <p:nvPr/>
        </p:nvSpPr>
        <p:spPr>
          <a:xfrm>
            <a:off x="3860509" y="4011888"/>
            <a:ext cx="14991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d0522dd146_0_8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5" name="Google Shape;965;g2d0522dd146_0_8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6" name="Google Shape;966;g2d0522dd146_0_84"/>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7" name="Google Shape;967;g2d0522dd146_0_84"/>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d0522dd146_0_84"/>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9" name="Google Shape;969;g2d0522dd146_0_8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d0522dd146_0_8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71" name="Google Shape;971;g2d0522dd146_0_84"/>
          <p:cNvGrpSpPr/>
          <p:nvPr/>
        </p:nvGrpSpPr>
        <p:grpSpPr>
          <a:xfrm>
            <a:off x="304250" y="6984600"/>
            <a:ext cx="8330829" cy="808600"/>
            <a:chOff x="-152950" y="7365600"/>
            <a:chExt cx="8330829" cy="808600"/>
          </a:xfrm>
        </p:grpSpPr>
        <p:sp>
          <p:nvSpPr>
            <p:cNvPr id="972" name="Google Shape;972;g2d0522dd146_0_84"/>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3" name="Google Shape;973;g2d0522dd146_0_84"/>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4" name="Google Shape;974;g2d0522dd146_0_84"/>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5" name="Google Shape;975;g2d0522dd146_0_84"/>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6" name="Google Shape;976;g2d0522dd146_0_84"/>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7" name="Google Shape;977;g2d0522dd146_0_84"/>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8" name="Google Shape;978;g2d0522dd146_0_84"/>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9" name="Google Shape;979;g2d0522dd146_0_84"/>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80" name="Google Shape;980;g2d0522dd146_0_84"/>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1" name="Google Shape;981;g2d0522dd146_0_84"/>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2" name="Google Shape;982;g2d0522dd146_0_8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3" name="Google Shape;983;g2d0522dd146_0_84"/>
          <p:cNvSpPr/>
          <p:nvPr/>
        </p:nvSpPr>
        <p:spPr>
          <a:xfrm>
            <a:off x="33817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2d0522dd146_0_84"/>
          <p:cNvSpPr txBox="1"/>
          <p:nvPr/>
        </p:nvSpPr>
        <p:spPr>
          <a:xfrm>
            <a:off x="28120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85" name="Google Shape;985;g2d0522dd146_0_84"/>
          <p:cNvSpPr txBox="1"/>
          <p:nvPr/>
        </p:nvSpPr>
        <p:spPr>
          <a:xfrm>
            <a:off x="3931050" y="1391225"/>
            <a:ext cx="2400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993FA2"/>
                </a:solidFill>
                <a:latin typeface="Poppins"/>
                <a:ea typeface="Poppins"/>
                <a:cs typeface="Poppins"/>
                <a:sym typeface="Poppins"/>
              </a:rPr>
              <a:t>air</a:t>
            </a:r>
            <a:endParaRPr sz="14000" b="0" i="0" u="none" strike="noStrike" cap="none">
              <a:solidFill>
                <a:srgbClr val="993FA2"/>
              </a:solidFill>
              <a:latin typeface="Jost"/>
              <a:ea typeface="Jost"/>
              <a:cs typeface="Jost"/>
              <a:sym typeface="Jost"/>
            </a:endParaRPr>
          </a:p>
        </p:txBody>
      </p:sp>
      <p:sp>
        <p:nvSpPr>
          <p:cNvPr id="986" name="Google Shape;986;g2d0522dd146_0_84"/>
          <p:cNvSpPr/>
          <p:nvPr/>
        </p:nvSpPr>
        <p:spPr>
          <a:xfrm>
            <a:off x="4176750" y="4011888"/>
            <a:ext cx="19095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993FA2"/>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93" name="Google Shape;993;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94" name="Google Shape;994;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01" name="Google Shape;100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02" name="Google Shape;1002;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03" name="Google Shape;1003;g26b641b03cd_0_204"/>
          <p:cNvPicPr preferRelativeResize="0"/>
          <p:nvPr/>
        </p:nvPicPr>
        <p:blipFill rotWithShape="1">
          <a:blip r:embed="rId3">
            <a:alphaModFix/>
          </a:blip>
          <a:srcRect/>
          <a:stretch/>
        </p:blipFill>
        <p:spPr>
          <a:xfrm>
            <a:off x="1599678" y="1550800"/>
            <a:ext cx="2691198" cy="3233051"/>
          </a:xfrm>
          <a:prstGeom prst="rect">
            <a:avLst/>
          </a:prstGeom>
          <a:noFill/>
          <a:ln>
            <a:noFill/>
          </a:ln>
          <a:effectLst>
            <a:outerShdw blurRad="114300" dist="19050" dir="5400000" algn="bl" rotWithShape="0">
              <a:srgbClr val="000000">
                <a:alpha val="20000"/>
              </a:srgbClr>
            </a:outerShdw>
          </a:effectLst>
        </p:spPr>
      </p:pic>
      <p:cxnSp>
        <p:nvCxnSpPr>
          <p:cNvPr id="1004" name="Google Shape;1004;g26b641b03cd_0_204"/>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05" name="Google Shape;1005;g26b641b03cd_0_204"/>
          <p:cNvPicPr preferRelativeResize="0"/>
          <p:nvPr/>
        </p:nvPicPr>
        <p:blipFill rotWithShape="1">
          <a:blip r:embed="rId4">
            <a:alphaModFix/>
          </a:blip>
          <a:srcRect l="149" r="159"/>
          <a:stretch/>
        </p:blipFill>
        <p:spPr>
          <a:xfrm>
            <a:off x="4853130" y="1550800"/>
            <a:ext cx="2691198" cy="32330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12" name="Google Shape;101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13" name="Google Shape;101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cxnSp>
        <p:nvCxnSpPr>
          <p:cNvPr id="1014" name="Google Shape;1014;g2c186218c5a_0_48"/>
          <p:cNvCxnSpPr/>
          <p:nvPr/>
        </p:nvCxnSpPr>
        <p:spPr>
          <a:xfrm>
            <a:off x="4571997"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15" name="Google Shape;1015;g2c186218c5a_0_48"/>
          <p:cNvPicPr preferRelativeResize="0"/>
          <p:nvPr/>
        </p:nvPicPr>
        <p:blipFill rotWithShape="1">
          <a:blip r:embed="rId3">
            <a:alphaModFix/>
          </a:blip>
          <a:srcRect/>
          <a:stretch/>
        </p:blipFill>
        <p:spPr>
          <a:xfrm>
            <a:off x="1599678" y="1550800"/>
            <a:ext cx="2691198" cy="3233051"/>
          </a:xfrm>
          <a:prstGeom prst="rect">
            <a:avLst/>
          </a:prstGeom>
          <a:noFill/>
          <a:ln>
            <a:noFill/>
          </a:ln>
          <a:effectLst>
            <a:outerShdw blurRad="114300" dist="19050" dir="5400000" algn="bl" rotWithShape="0">
              <a:srgbClr val="000000">
                <a:alpha val="20000"/>
              </a:srgbClr>
            </a:outerShdw>
          </a:effectLst>
        </p:spPr>
      </p:pic>
      <p:pic>
        <p:nvPicPr>
          <p:cNvPr id="1016" name="Google Shape;1016;g2c186218c5a_0_48"/>
          <p:cNvPicPr preferRelativeResize="0"/>
          <p:nvPr/>
        </p:nvPicPr>
        <p:blipFill rotWithShape="1">
          <a:blip r:embed="rId4">
            <a:alphaModFix/>
          </a:blip>
          <a:srcRect l="149" r="159"/>
          <a:stretch/>
        </p:blipFill>
        <p:spPr>
          <a:xfrm>
            <a:off x="4853130" y="1550800"/>
            <a:ext cx="2691198" cy="32330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23" name="Google Shape;102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4" name="Google Shape;1024;g26b641b03cd_0_213"/>
          <p:cNvPicPr preferRelativeResize="0"/>
          <p:nvPr/>
        </p:nvPicPr>
        <p:blipFill rotWithShape="1">
          <a:blip r:embed="rId3">
            <a:alphaModFix/>
          </a:blip>
          <a:srcRect l="228" r="228"/>
          <a:stretch/>
        </p:blipFill>
        <p:spPr>
          <a:xfrm>
            <a:off x="1645875" y="1365375"/>
            <a:ext cx="2597600" cy="3621551"/>
          </a:xfrm>
          <a:prstGeom prst="rect">
            <a:avLst/>
          </a:prstGeom>
          <a:noFill/>
          <a:ln>
            <a:noFill/>
          </a:ln>
          <a:effectLst>
            <a:outerShdw blurRad="85725" dist="19050" dir="5400000" algn="bl" rotWithShape="0">
              <a:srgbClr val="000000">
                <a:alpha val="20000"/>
              </a:srgbClr>
            </a:outerShdw>
          </a:effectLst>
        </p:spPr>
      </p:pic>
      <p:sp>
        <p:nvSpPr>
          <p:cNvPr id="1025" name="Google Shape;102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1026" name="Google Shape;1026;g26b641b03cd_0_213"/>
          <p:cNvCxnSpPr/>
          <p:nvPr/>
        </p:nvCxnSpPr>
        <p:spPr>
          <a:xfrm>
            <a:off x="457201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27" name="Google Shape;1027;g26b641b03cd_0_213"/>
          <p:cNvPicPr preferRelativeResize="0"/>
          <p:nvPr/>
        </p:nvPicPr>
        <p:blipFill rotWithShape="1">
          <a:blip r:embed="rId4">
            <a:alphaModFix/>
          </a:blip>
          <a:srcRect l="228" r="228"/>
          <a:stretch/>
        </p:blipFill>
        <p:spPr>
          <a:xfrm>
            <a:off x="4900525"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34" name="Google Shape;1034;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35" name="Google Shape;103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cxnSp>
        <p:nvCxnSpPr>
          <p:cNvPr id="1036" name="Google Shape;1036;g2c186218c5a_0_149"/>
          <p:cNvCxnSpPr/>
          <p:nvPr/>
        </p:nvCxnSpPr>
        <p:spPr>
          <a:xfrm>
            <a:off x="457201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37" name="Google Shape;1037;g2c186218c5a_0_149"/>
          <p:cNvPicPr preferRelativeResize="0"/>
          <p:nvPr/>
        </p:nvPicPr>
        <p:blipFill rotWithShape="1">
          <a:blip r:embed="rId3">
            <a:alphaModFix/>
          </a:blip>
          <a:srcRect l="228" r="228"/>
          <a:stretch/>
        </p:blipFill>
        <p:spPr>
          <a:xfrm>
            <a:off x="1645875" y="1365375"/>
            <a:ext cx="2597600" cy="3621551"/>
          </a:xfrm>
          <a:prstGeom prst="rect">
            <a:avLst/>
          </a:prstGeom>
          <a:noFill/>
          <a:ln>
            <a:noFill/>
          </a:ln>
          <a:effectLst>
            <a:outerShdw blurRad="85725" dist="19050" dir="5400000" algn="bl" rotWithShape="0">
              <a:srgbClr val="000000">
                <a:alpha val="20000"/>
              </a:srgbClr>
            </a:outerShdw>
          </a:effectLst>
        </p:spPr>
      </p:pic>
      <p:pic>
        <p:nvPicPr>
          <p:cNvPr id="1038" name="Google Shape;1038;g2c186218c5a_0_149"/>
          <p:cNvPicPr preferRelativeResize="0"/>
          <p:nvPr/>
        </p:nvPicPr>
        <p:blipFill rotWithShape="1">
          <a:blip r:embed="rId4">
            <a:alphaModFix/>
          </a:blip>
          <a:srcRect l="228" r="228"/>
          <a:stretch/>
        </p:blipFill>
        <p:spPr>
          <a:xfrm>
            <a:off x="4900525"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cxnSp>
        <p:nvCxnSpPr>
          <p:cNvPr id="1044" name="Google Shape;1044;g26b641b03cd_0_301"/>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sp>
        <p:nvSpPr>
          <p:cNvPr id="1045" name="Google Shape;1045;g26b641b03cd_0_301"/>
          <p:cNvSpPr txBox="1">
            <a:spLocks noGrp="1"/>
          </p:cNvSpPr>
          <p:nvPr>
            <p:ph type="title"/>
          </p:nvPr>
        </p:nvSpPr>
        <p:spPr>
          <a:xfrm>
            <a:off x="970700" y="5568500"/>
            <a:ext cx="7202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6" name="Google Shape;1046;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47" name="Google Shape;1047;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48" name="Google Shape;1048;g26b641b03cd_0_301"/>
          <p:cNvPicPr preferRelativeResize="0"/>
          <p:nvPr/>
        </p:nvPicPr>
        <p:blipFill rotWithShape="1">
          <a:blip r:embed="rId3">
            <a:alphaModFix/>
          </a:blip>
          <a:srcRect t="19" b="29"/>
          <a:stretch/>
        </p:blipFill>
        <p:spPr>
          <a:xfrm>
            <a:off x="1013325" y="1980476"/>
            <a:ext cx="3321601" cy="2373725"/>
          </a:xfrm>
          <a:prstGeom prst="rect">
            <a:avLst/>
          </a:prstGeom>
          <a:noFill/>
          <a:ln>
            <a:noFill/>
          </a:ln>
          <a:effectLst>
            <a:outerShdw blurRad="57150" dist="19050" dir="5400000" algn="bl" rotWithShape="0">
              <a:srgbClr val="000000">
                <a:alpha val="20000"/>
              </a:srgbClr>
            </a:outerShdw>
          </a:effectLst>
        </p:spPr>
      </p:pic>
      <p:pic>
        <p:nvPicPr>
          <p:cNvPr id="1049" name="Google Shape;1049;g26b641b03cd_0_301"/>
          <p:cNvPicPr preferRelativeResize="0"/>
          <p:nvPr/>
        </p:nvPicPr>
        <p:blipFill rotWithShape="1">
          <a:blip r:embed="rId4">
            <a:alphaModFix/>
          </a:blip>
          <a:srcRect t="19" b="29"/>
          <a:stretch/>
        </p:blipFill>
        <p:spPr>
          <a:xfrm>
            <a:off x="4809075" y="1980476"/>
            <a:ext cx="3321601" cy="237372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cxnSp>
        <p:nvCxnSpPr>
          <p:cNvPr id="1055" name="Google Shape;1055;g2d0522dd146_0_120"/>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sp>
        <p:nvSpPr>
          <p:cNvPr id="1056" name="Google Shape;1056;g2d0522dd146_0_120"/>
          <p:cNvSpPr txBox="1">
            <a:spLocks noGrp="1"/>
          </p:cNvSpPr>
          <p:nvPr>
            <p:ph type="title"/>
          </p:nvPr>
        </p:nvSpPr>
        <p:spPr>
          <a:xfrm>
            <a:off x="1013276" y="5568500"/>
            <a:ext cx="7117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7" name="Google Shape;1057;g2d0522dd146_0_12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58" name="Google Shape;1058;g2d0522dd146_0_12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59" name="Google Shape;1059;g2d0522dd146_0_120"/>
          <p:cNvPicPr preferRelativeResize="0"/>
          <p:nvPr/>
        </p:nvPicPr>
        <p:blipFill rotWithShape="1">
          <a:blip r:embed="rId3">
            <a:alphaModFix/>
          </a:blip>
          <a:srcRect t="19" b="29"/>
          <a:stretch/>
        </p:blipFill>
        <p:spPr>
          <a:xfrm>
            <a:off x="1013325" y="1980476"/>
            <a:ext cx="3321601" cy="2373725"/>
          </a:xfrm>
          <a:prstGeom prst="rect">
            <a:avLst/>
          </a:prstGeom>
          <a:noFill/>
          <a:ln>
            <a:noFill/>
          </a:ln>
          <a:effectLst>
            <a:outerShdw blurRad="57150" dist="19050" dir="5400000" algn="bl" rotWithShape="0">
              <a:srgbClr val="000000">
                <a:alpha val="20000"/>
              </a:srgbClr>
            </a:outerShdw>
          </a:effectLst>
        </p:spPr>
      </p:pic>
      <p:pic>
        <p:nvPicPr>
          <p:cNvPr id="1060" name="Google Shape;1060;g2d0522dd146_0_120"/>
          <p:cNvPicPr preferRelativeResize="0"/>
          <p:nvPr/>
        </p:nvPicPr>
        <p:blipFill rotWithShape="1">
          <a:blip r:embed="rId4">
            <a:alphaModFix/>
          </a:blip>
          <a:srcRect t="19" b="29"/>
          <a:stretch/>
        </p:blipFill>
        <p:spPr>
          <a:xfrm>
            <a:off x="4809075" y="1980476"/>
            <a:ext cx="3321601" cy="237372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377</Words>
  <Application>Microsoft Office PowerPoint</Application>
  <PresentationFormat>On-screen Show (4:3)</PresentationFormat>
  <Paragraphs>156</Paragraphs>
  <Slides>21</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Jost</vt:lpstr>
      <vt:lpstr>Nunito Black</vt:lpstr>
      <vt:lpstr>Arial</vt:lpstr>
      <vt:lpstr>Mulish</vt:lpstr>
      <vt:lpstr>Poppins SemiBold</vt:lpstr>
      <vt:lpstr>Poppins Medium</vt:lpstr>
      <vt:lpstr>Poppins</vt:lpstr>
      <vt:lpstr>Calibri</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Hear Phonemes</vt:lpstr>
      <vt:lpstr>Hear Phonemes</vt:lpstr>
      <vt:lpstr>Review Grapheme Caption</vt:lpstr>
      <vt:lpstr>Review Lowercase Formation</vt:lpstr>
      <vt:lpstr>Explain Decoding</vt:lpstr>
      <vt:lpstr>Model Blending Phonemes</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2026-04-29T05:38:55Z</dcterms:modified>
</cp:coreProperties>
</file>