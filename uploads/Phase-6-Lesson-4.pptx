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Jost" panose="020B0604020202020204" charset="0"/>
      <p:regular r:id="rId20"/>
      <p:bold r:id="rId21"/>
      <p:italic r:id="rId22"/>
      <p:boldItalic r:id="rId23"/>
    </p:embeddedFont>
    <p:embeddedFont>
      <p:font typeface="Nunito Black" pitchFamily="2" charset="0"/>
      <p:bold r:id="rId24"/>
      <p:boldItalic r:id="rId25"/>
    </p:embeddedFont>
    <p:embeddedFont>
      <p:font typeface="Poppins" panose="00000500000000000000" pitchFamily="2" charset="0"/>
      <p:regular r:id="rId26"/>
      <p:bold r:id="rId27"/>
      <p:italic r:id="rId28"/>
      <p:boldItalic r:id="rId29"/>
    </p:embeddedFont>
    <p:embeddedFont>
      <p:font typeface="Poppins Medium" panose="00000600000000000000" pitchFamily="2" charset="0"/>
      <p:regular r:id="rId30"/>
      <p:bold r:id="rId31"/>
      <p:italic r:id="rId32"/>
      <p:boldItalic r:id="rId33"/>
    </p:embeddedFont>
    <p:embeddedFont>
      <p:font typeface="Poppins SemiBold" panose="000007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iBxWWsnyQ3KAzaJ6MmF5FRnEL3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ED5FDC-FEE8-4A8A-AADF-EE719B317752}">
  <a:tblStyle styleId="{C2ED5FDC-FEE8-4A8A-AADF-EE719B31775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4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6" name="Google Shape;66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7" name="Google Shape;66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3" name="Google Shape;733;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dec30f242c_1_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dec30f242c_1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dec30f242c_1_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3" name="Google Shape;95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74b4399b43_0_1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74b4399b43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74b4399b43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dec30f242c_1_1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dec30f242c_1_1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dec30f242c_1_1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291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Singular</a:t>
            </a:r>
            <a:r>
              <a:rPr lang="en-US" sz="1600" b="0" i="0" u="none" strike="noStrike" cap="none">
                <a:solidFill>
                  <a:srgbClr val="000000"/>
                </a:solidFill>
                <a:latin typeface="Poppins"/>
                <a:ea typeface="Poppins"/>
                <a:cs typeface="Poppins"/>
                <a:sym typeface="Poppins"/>
              </a:rPr>
              <a:t> - a singular noun refers to only one person, place,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a plural means more than one person, place or thing. e.g. a singular noun example is ‘car’, and the plural form is ‘cars’.</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2056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2456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-es suffixes (plural)</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1 - Thursday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4</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-es suffixes (plural)</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{C2ED5FDC-FEE8-4A8A-AADF-EE719B317752}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-s and -es</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-ing</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4</a:t>
            </a:r>
            <a:endParaRPr sz="2200" b="0" i="1" u="none" strike="noStrike" cap="none">
              <a:solidFill>
                <a:srgbClr val="262626"/>
              </a:solidFill>
              <a:latin typeface="Poppins"/>
              <a:ea typeface="Poppins"/>
              <a:cs typeface="Poppins"/>
              <a:sym typeface="Poppins"/>
            </a:endParaRPr>
          </a:p>
        </p:txBody>
      </p:sp>
      <p:graphicFrame>
        <p:nvGraphicFramePr>
          <p:cNvPr id="656" name="Google Shape;656;p1"/>
          <p:cNvGraphicFramePr/>
          <p:nvPr/>
        </p:nvGraphicFramePr>
        <p:xfrm>
          <a:off x="4844200" y="1891197"/>
          <a:ext cx="3785000" cy="1678950"/>
        </p:xfrm>
        <a:graphic>
          <a:graphicData uri="http://schemas.openxmlformats.org/drawingml/2006/table">
            <a:tbl>
              <a:tblPr firstRow="1" bandRow="1">
                <a:noFill/>
                <a:tableStyleId>{C2ED5FDC-FEE8-4A8A-AADF-EE719B317752}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-s and -es</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-ing</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-es</a:t>
            </a:r>
            <a:r>
              <a:rPr lang="en-US"/>
              <a:t>.</a:t>
            </a:r>
            <a:endParaRPr/>
          </a:p>
        </p:txBody>
      </p:sp>
      <p:sp>
        <p:nvSpPr>
          <p:cNvPr id="663" name="Google Shape;663;g2bee4f4af4b_0_204"/>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0" name="Google Shape;670;g26b641b03cd_0_165"/>
          <p:cNvGrpSpPr/>
          <p:nvPr/>
        </p:nvGrpSpPr>
        <p:grpSpPr>
          <a:xfrm>
            <a:off x="930400" y="2053244"/>
            <a:ext cx="7283200" cy="3724851"/>
            <a:chOff x="930400" y="2129444"/>
            <a:chExt cx="7283200" cy="3724851"/>
          </a:xfrm>
        </p:grpSpPr>
        <p:pic>
          <p:nvPicPr>
            <p:cNvPr id="671" name="Google Shape;67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0" name="Google Shape;700;g26b7edf6e71_0_26"/>
          <p:cNvGrpSpPr/>
          <p:nvPr/>
        </p:nvGrpSpPr>
        <p:grpSpPr>
          <a:xfrm>
            <a:off x="930400" y="2053250"/>
            <a:ext cx="7283201" cy="2971674"/>
            <a:chOff x="930400" y="2129450"/>
            <a:chExt cx="7283201" cy="2971674"/>
          </a:xfrm>
        </p:grpSpPr>
        <p:pic>
          <p:nvPicPr>
            <p:cNvPr id="701" name="Google Shape;70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2" name="Google Shape;70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1" name="Google Shape;71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6" name="Google Shape;736;g2c298da1f27_0_417"/>
          <p:cNvGrpSpPr/>
          <p:nvPr/>
        </p:nvGrpSpPr>
        <p:grpSpPr>
          <a:xfrm>
            <a:off x="930400" y="2053250"/>
            <a:ext cx="7283201" cy="2971674"/>
            <a:chOff x="930400" y="2053250"/>
            <a:chExt cx="7283201" cy="2971674"/>
          </a:xfrm>
        </p:grpSpPr>
        <p:pic>
          <p:nvPicPr>
            <p:cNvPr id="737" name="Google Shape;737;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8" name="Google Shape;738;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4" name="Google Shape;784;g2cdbdd49f8e_0_0"/>
          <p:cNvGrpSpPr/>
          <p:nvPr/>
        </p:nvGrpSpPr>
        <p:grpSpPr>
          <a:xfrm>
            <a:off x="855905" y="2053250"/>
            <a:ext cx="7272577" cy="3316697"/>
            <a:chOff x="855905" y="2053250"/>
            <a:chExt cx="7272577" cy="3316697"/>
          </a:xfrm>
        </p:grpSpPr>
        <p:pic>
          <p:nvPicPr>
            <p:cNvPr id="785" name="Google Shape;785;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9" name="Google Shape;829;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6" name="Google Shape;836;g2c298da1f27_1_0"/>
          <p:cNvGrpSpPr/>
          <p:nvPr/>
        </p:nvGrpSpPr>
        <p:grpSpPr>
          <a:xfrm>
            <a:off x="931068" y="2129450"/>
            <a:ext cx="7281864" cy="2688001"/>
            <a:chOff x="868300" y="2129450"/>
            <a:chExt cx="7281864" cy="2688001"/>
          </a:xfrm>
        </p:grpSpPr>
        <p:pic>
          <p:nvPicPr>
            <p:cNvPr id="837" name="Google Shape;83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50" name="Google Shape;85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8" name="Google Shape;858;g2ce66866dac_0_1153"/>
          <p:cNvSpPr txBox="1"/>
          <p:nvPr/>
        </p:nvSpPr>
        <p:spPr>
          <a:xfrm>
            <a:off x="1527925" y="1398975"/>
            <a:ext cx="60885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2800"/>
              <a:buFont typeface="Arial"/>
              <a:buNone/>
            </a:pPr>
            <a:r>
              <a:rPr lang="en-US" sz="2800" b="0" i="0" u="none" strike="noStrike" cap="none">
                <a:solidFill>
                  <a:schemeClr val="dk1"/>
                </a:solidFill>
                <a:latin typeface="Poppins"/>
                <a:ea typeface="Poppins"/>
                <a:cs typeface="Poppins"/>
                <a:sym typeface="Poppins"/>
              </a:rPr>
              <a:t>When a noun ends in the letters </a:t>
            </a:r>
            <a:r>
              <a:rPr lang="en-US" sz="2800" b="0" i="0" u="none" strike="noStrike" cap="none">
                <a:solidFill>
                  <a:srgbClr val="8DC63F"/>
                </a:solidFill>
                <a:latin typeface="Poppins"/>
                <a:ea typeface="Poppins"/>
                <a:cs typeface="Poppins"/>
                <a:sym typeface="Poppins"/>
              </a:rPr>
              <a:t>s ss sh ch x z</a:t>
            </a:r>
            <a:r>
              <a:rPr lang="en-US" sz="2800" b="0" i="0" u="none" strike="noStrike" cap="none">
                <a:solidFill>
                  <a:srgbClr val="000000"/>
                </a:solidFill>
                <a:latin typeface="Poppins"/>
                <a:ea typeface="Poppins"/>
                <a:cs typeface="Poppins"/>
                <a:sym typeface="Poppins"/>
              </a:rPr>
              <a:t>,</a:t>
            </a:r>
            <a:r>
              <a:rPr lang="en-US" sz="2800" b="0" i="0" u="none" strike="noStrike" cap="none">
                <a:solidFill>
                  <a:schemeClr val="dk1"/>
                </a:solidFill>
                <a:latin typeface="Poppins"/>
                <a:ea typeface="Poppins"/>
                <a:cs typeface="Poppins"/>
                <a:sym typeface="Poppins"/>
              </a:rPr>
              <a:t> use suffix </a:t>
            </a:r>
            <a:r>
              <a:rPr lang="en-US" sz="2800" b="0" i="0" u="none" strike="noStrike" cap="none">
                <a:solidFill>
                  <a:srgbClr val="2356AF"/>
                </a:solidFill>
                <a:latin typeface="Poppins"/>
                <a:ea typeface="Poppins"/>
                <a:cs typeface="Poppins"/>
                <a:sym typeface="Poppins"/>
              </a:rPr>
              <a:t>-es</a:t>
            </a:r>
            <a:r>
              <a:rPr lang="en-US" sz="2800" b="0" i="0" u="none" strike="noStrike" cap="none">
                <a:solidFill>
                  <a:schemeClr val="dk1"/>
                </a:solidFill>
                <a:latin typeface="Poppins"/>
                <a:ea typeface="Poppins"/>
                <a:cs typeface="Poppins"/>
                <a:sym typeface="Poppins"/>
              </a:rPr>
              <a:t> to change from singular to plural form.</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5" name="Google Shape;865;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-es</a:t>
            </a:r>
            <a:r>
              <a:rPr lang="en-US" sz="2200" b="0" i="0" u="none" strike="noStrike" cap="none">
                <a:solidFill>
                  <a:schemeClr val="dk1"/>
                </a:solidFill>
                <a:latin typeface="Poppins"/>
                <a:ea typeface="Poppins"/>
                <a:cs typeface="Poppins"/>
                <a:sym typeface="Poppins"/>
              </a:rPr>
              <a:t> to change to plural form</a:t>
            </a:r>
            <a:endParaRPr sz="2200" b="0" i="0" u="none" strike="noStrike" cap="none">
              <a:solidFill>
                <a:schemeClr val="dk1"/>
              </a:solidFill>
              <a:latin typeface="Poppins"/>
              <a:ea typeface="Poppins"/>
              <a:cs typeface="Poppins"/>
              <a:sym typeface="Poppins"/>
            </a:endParaRPr>
          </a:p>
        </p:txBody>
      </p:sp>
      <p:sp>
        <p:nvSpPr>
          <p:cNvPr id="866" name="Google Shape;866;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7" name="Google Shape;867;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8" name="Google Shape;868;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church</a:t>
            </a:r>
            <a:endParaRPr sz="8000" b="0" i="0" u="none" strike="noStrike" cap="none">
              <a:solidFill>
                <a:srgbClr val="000000"/>
              </a:solidFill>
              <a:latin typeface="Jost"/>
              <a:ea typeface="Jost"/>
              <a:cs typeface="Jost"/>
              <a:sym typeface="Jost"/>
            </a:endParaRPr>
          </a:p>
        </p:txBody>
      </p:sp>
      <p:sp>
        <p:nvSpPr>
          <p:cNvPr id="869" name="Google Shape;869;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fontScale="92500"/>
          </a:bodyPr>
          <a:lstStyle/>
          <a:p>
            <a:pPr marL="0" marR="0" lvl="0" indent="0" algn="ctr" rtl="0">
              <a:lnSpc>
                <a:spcPct val="90000"/>
              </a:lnSpc>
              <a:spcBef>
                <a:spcPts val="1000"/>
              </a:spcBef>
              <a:spcAft>
                <a:spcPts val="0"/>
              </a:spcAft>
              <a:buClr>
                <a:srgbClr val="000000"/>
              </a:buClr>
              <a:buSzPct val="100000"/>
              <a:buFont typeface="Arial"/>
              <a:buNone/>
            </a:pPr>
            <a:r>
              <a:rPr lang="en-US" sz="8000" b="0" i="0" u="none" strike="noStrike" cap="none">
                <a:solidFill>
                  <a:srgbClr val="000000"/>
                </a:solidFill>
                <a:latin typeface="Jost"/>
                <a:ea typeface="Jost"/>
                <a:cs typeface="Jost"/>
                <a:sym typeface="Jost"/>
              </a:rPr>
              <a:t>two church</a:t>
            </a:r>
            <a:r>
              <a:rPr lang="en-US" sz="8000" b="0" i="0" u="none" strike="noStrike" cap="none">
                <a:solidFill>
                  <a:srgbClr val="2356AF"/>
                </a:solidFill>
                <a:latin typeface="Jost"/>
                <a:ea typeface="Jost"/>
                <a:cs typeface="Jost"/>
                <a:sym typeface="Jost"/>
              </a:rPr>
              <a:t>es</a:t>
            </a:r>
            <a:endParaRPr sz="8000" b="0" i="0" u="none" strike="noStrike" cap="none">
              <a:solidFill>
                <a:srgbClr val="2356AF"/>
              </a:solidFill>
              <a:latin typeface="Jost"/>
              <a:ea typeface="Jost"/>
              <a:cs typeface="Jost"/>
              <a:sym typeface="Jost"/>
            </a:endParaRPr>
          </a:p>
        </p:txBody>
      </p:sp>
      <p:cxnSp>
        <p:nvCxnSpPr>
          <p:cNvPr id="870" name="Google Shape;870;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7" name="Google Shape;87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4" name="Google Shape;88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85" name="Google Shape;88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6" name="Google Shape;886;g2c4fb7f6616_1_0"/>
          <p:cNvSpPr txBox="1">
            <a:spLocks noGrp="1"/>
          </p:cNvSpPr>
          <p:nvPr>
            <p:ph type="subTitle" idx="4294967295"/>
          </p:nvPr>
        </p:nvSpPr>
        <p:spPr>
          <a:xfrm>
            <a:off x="4439953" y="1308025"/>
            <a:ext cx="1422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ur</a:t>
            </a:r>
            <a:endParaRPr sz="12000" b="0" i="0" u="none" strike="noStrike" cap="none">
              <a:solidFill>
                <a:srgbClr val="993FA2"/>
              </a:solidFill>
              <a:latin typeface="Jost"/>
              <a:ea typeface="Jost"/>
              <a:cs typeface="Jost"/>
              <a:sym typeface="Jost"/>
            </a:endParaRPr>
          </a:p>
        </p:txBody>
      </p:sp>
      <p:sp>
        <p:nvSpPr>
          <p:cNvPr id="887" name="Google Shape;887;g2c4fb7f6616_1_0"/>
          <p:cNvSpPr txBox="1">
            <a:spLocks noGrp="1"/>
          </p:cNvSpPr>
          <p:nvPr>
            <p:ph type="subTitle" idx="4294967295"/>
          </p:nvPr>
        </p:nvSpPr>
        <p:spPr>
          <a:xfrm>
            <a:off x="5755813" y="1308025"/>
            <a:ext cx="1624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ch</a:t>
            </a:r>
            <a:endParaRPr sz="12000" b="0" i="0" u="none" strike="noStrike" cap="none">
              <a:solidFill>
                <a:srgbClr val="FFD400"/>
              </a:solidFill>
              <a:latin typeface="Jost"/>
              <a:ea typeface="Jost"/>
              <a:cs typeface="Jost"/>
              <a:sym typeface="Jost"/>
            </a:endParaRPr>
          </a:p>
        </p:txBody>
      </p:sp>
      <p:sp>
        <p:nvSpPr>
          <p:cNvPr id="888" name="Google Shape;88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6" name="Google Shape;896;g2c4fb7f6616_1_0"/>
          <p:cNvGrpSpPr/>
          <p:nvPr/>
        </p:nvGrpSpPr>
        <p:grpSpPr>
          <a:xfrm>
            <a:off x="-550" y="6984600"/>
            <a:ext cx="8596479" cy="808600"/>
            <a:chOff x="-550" y="6984600"/>
            <a:chExt cx="8596479" cy="808600"/>
          </a:xfrm>
        </p:grpSpPr>
        <p:sp>
          <p:nvSpPr>
            <p:cNvPr id="897" name="Google Shape;89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8" name="Google Shape;89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9" name="Google Shape;89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0" name="Google Shape;90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1" name="Google Shape;90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2" name="Google Shape;902;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3" name="Google Shape;90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4" name="Google Shape;90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5" name="Google Shape;90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6" name="Google Shape;906;g2c4fb7f6616_1_0"/>
          <p:cNvSpPr/>
          <p:nvPr/>
        </p:nvSpPr>
        <p:spPr>
          <a:xfrm>
            <a:off x="3171027" y="4011900"/>
            <a:ext cx="1345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b7f6616_1_0"/>
          <p:cNvSpPr/>
          <p:nvPr/>
        </p:nvSpPr>
        <p:spPr>
          <a:xfrm>
            <a:off x="5887701" y="4011900"/>
            <a:ext cx="1422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4fb7f6616_1_0"/>
          <p:cNvSpPr/>
          <p:nvPr/>
        </p:nvSpPr>
        <p:spPr>
          <a:xfrm>
            <a:off x="4583300" y="4011900"/>
            <a:ext cx="1203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2278F"/>
              </a:solidFill>
              <a:latin typeface="Calibri"/>
              <a:ea typeface="Calibri"/>
              <a:cs typeface="Calibri"/>
              <a:sym typeface="Calibri"/>
            </a:endParaRPr>
          </a:p>
        </p:txBody>
      </p:sp>
      <p:sp>
        <p:nvSpPr>
          <p:cNvPr id="909" name="Google Shape;909;g2c4fb7f6616_1_0"/>
          <p:cNvSpPr/>
          <p:nvPr/>
        </p:nvSpPr>
        <p:spPr>
          <a:xfrm>
            <a:off x="214755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0" name="Google Shape;910;g2c4fb7f6616_1_0"/>
          <p:cNvSpPr txBox="1"/>
          <p:nvPr/>
        </p:nvSpPr>
        <p:spPr>
          <a:xfrm>
            <a:off x="176398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1</a:t>
            </a:r>
            <a:endParaRPr sz="12000" b="0" i="0" u="none" strike="noStrike" cap="none">
              <a:solidFill>
                <a:srgbClr val="2356AF"/>
              </a:solidFill>
              <a:latin typeface="Jost"/>
              <a:ea typeface="Jost"/>
              <a:cs typeface="Jost"/>
              <a:sym typeface="Jost"/>
            </a:endParaRPr>
          </a:p>
        </p:txBody>
      </p:sp>
      <p:sp>
        <p:nvSpPr>
          <p:cNvPr id="911" name="Google Shape;911;g2c4fb7f6616_1_0"/>
          <p:cNvSpPr txBox="1">
            <a:spLocks noGrp="1"/>
          </p:cNvSpPr>
          <p:nvPr>
            <p:ph type="subTitle" idx="4294967295"/>
          </p:nvPr>
        </p:nvSpPr>
        <p:spPr>
          <a:xfrm>
            <a:off x="2953188" y="1308025"/>
            <a:ext cx="1624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ch</a:t>
            </a:r>
            <a:endParaRPr sz="12000" b="0" i="0" u="none" strike="noStrike" cap="none">
              <a:solidFill>
                <a:srgbClr val="FFD400"/>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dec30f242c_1_6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8" name="Google Shape;918;g2dec30f242c_1_6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19" name="Google Shape;919;g2dec30f242c_1_6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0" name="Google Shape;920;g2dec30f242c_1_6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dec30f242c_1_6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dec30f242c_1_6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dec30f242c_1_6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dec30f242c_1_6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dec30f242c_1_6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dec30f242c_1_6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dec30f242c_1_6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8" name="Google Shape;928;g2dec30f242c_1_61"/>
          <p:cNvGrpSpPr/>
          <p:nvPr/>
        </p:nvGrpSpPr>
        <p:grpSpPr>
          <a:xfrm>
            <a:off x="-550" y="6984600"/>
            <a:ext cx="8596479" cy="808600"/>
            <a:chOff x="-550" y="6984600"/>
            <a:chExt cx="8596479" cy="808600"/>
          </a:xfrm>
        </p:grpSpPr>
        <p:sp>
          <p:nvSpPr>
            <p:cNvPr id="929" name="Google Shape;929;g2dec30f242c_1_6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0" name="Google Shape;930;g2dec30f242c_1_6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1" name="Google Shape;931;g2dec30f242c_1_6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2" name="Google Shape;932;g2dec30f242c_1_6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3" name="Google Shape;933;g2dec30f242c_1_6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4" name="Google Shape;934;g2dec30f242c_1_6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5" name="Google Shape;935;g2dec30f242c_1_6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6" name="Google Shape;936;g2dec30f242c_1_6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7" name="Google Shape;937;g2dec30f242c_1_6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8" name="Google Shape;938;g2dec30f242c_1_61"/>
          <p:cNvSpPr txBox="1">
            <a:spLocks noGrp="1"/>
          </p:cNvSpPr>
          <p:nvPr>
            <p:ph type="subTitle" idx="4294967295"/>
          </p:nvPr>
        </p:nvSpPr>
        <p:spPr>
          <a:xfrm>
            <a:off x="3639223" y="1308025"/>
            <a:ext cx="1422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ur</a:t>
            </a:r>
            <a:endParaRPr sz="12000" b="0" i="0" u="none" strike="noStrike" cap="none">
              <a:solidFill>
                <a:srgbClr val="993FA2"/>
              </a:solidFill>
              <a:latin typeface="Jost"/>
              <a:ea typeface="Jost"/>
              <a:cs typeface="Jost"/>
              <a:sym typeface="Jost"/>
            </a:endParaRPr>
          </a:p>
        </p:txBody>
      </p:sp>
      <p:sp>
        <p:nvSpPr>
          <p:cNvPr id="939" name="Google Shape;939;g2dec30f242c_1_61"/>
          <p:cNvSpPr txBox="1">
            <a:spLocks noGrp="1"/>
          </p:cNvSpPr>
          <p:nvPr>
            <p:ph type="subTitle" idx="4294967295"/>
          </p:nvPr>
        </p:nvSpPr>
        <p:spPr>
          <a:xfrm>
            <a:off x="4955083" y="1308025"/>
            <a:ext cx="1624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ch</a:t>
            </a:r>
            <a:endParaRPr sz="12000" b="0" i="0" u="none" strike="noStrike" cap="none">
              <a:solidFill>
                <a:srgbClr val="FFD400"/>
              </a:solidFill>
              <a:latin typeface="Jost"/>
              <a:ea typeface="Jost"/>
              <a:cs typeface="Jost"/>
              <a:sym typeface="Jost"/>
            </a:endParaRPr>
          </a:p>
        </p:txBody>
      </p:sp>
      <p:sp>
        <p:nvSpPr>
          <p:cNvPr id="940" name="Google Shape;940;g2dec30f242c_1_61"/>
          <p:cNvSpPr/>
          <p:nvPr/>
        </p:nvSpPr>
        <p:spPr>
          <a:xfrm>
            <a:off x="2370297" y="4011900"/>
            <a:ext cx="1345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ec30f242c_1_61"/>
          <p:cNvSpPr/>
          <p:nvPr/>
        </p:nvSpPr>
        <p:spPr>
          <a:xfrm>
            <a:off x="5066225" y="4011900"/>
            <a:ext cx="1422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ec30f242c_1_61"/>
          <p:cNvSpPr/>
          <p:nvPr/>
        </p:nvSpPr>
        <p:spPr>
          <a:xfrm>
            <a:off x="3782570" y="4011900"/>
            <a:ext cx="1203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92278F"/>
              </a:solidFill>
              <a:latin typeface="Calibri"/>
              <a:ea typeface="Calibri"/>
              <a:cs typeface="Calibri"/>
              <a:sym typeface="Calibri"/>
            </a:endParaRPr>
          </a:p>
        </p:txBody>
      </p:sp>
      <p:sp>
        <p:nvSpPr>
          <p:cNvPr id="943" name="Google Shape;943;g2dec30f242c_1_61"/>
          <p:cNvSpPr/>
          <p:nvPr/>
        </p:nvSpPr>
        <p:spPr>
          <a:xfrm>
            <a:off x="131550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dec30f242c_1_61"/>
          <p:cNvSpPr txBox="1"/>
          <p:nvPr/>
        </p:nvSpPr>
        <p:spPr>
          <a:xfrm>
            <a:off x="96325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2</a:t>
            </a:r>
            <a:endParaRPr sz="12000" b="0" i="0" u="none" strike="noStrike" cap="none">
              <a:solidFill>
                <a:srgbClr val="2356AF"/>
              </a:solidFill>
              <a:latin typeface="Jost"/>
              <a:ea typeface="Jost"/>
              <a:cs typeface="Jost"/>
              <a:sym typeface="Jost"/>
            </a:endParaRPr>
          </a:p>
        </p:txBody>
      </p:sp>
      <p:sp>
        <p:nvSpPr>
          <p:cNvPr id="945" name="Google Shape;945;g2dec30f242c_1_61"/>
          <p:cNvSpPr txBox="1">
            <a:spLocks noGrp="1"/>
          </p:cNvSpPr>
          <p:nvPr>
            <p:ph type="subTitle" idx="4294967295"/>
          </p:nvPr>
        </p:nvSpPr>
        <p:spPr>
          <a:xfrm>
            <a:off x="2152458" y="1308025"/>
            <a:ext cx="1624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ch</a:t>
            </a:r>
            <a:endParaRPr sz="12000" b="0" i="0" u="none" strike="noStrike" cap="none">
              <a:solidFill>
                <a:srgbClr val="FFD400"/>
              </a:solidFill>
              <a:latin typeface="Jost"/>
              <a:ea typeface="Jost"/>
              <a:cs typeface="Jost"/>
              <a:sym typeface="Jost"/>
            </a:endParaRPr>
          </a:p>
        </p:txBody>
      </p:sp>
      <p:sp>
        <p:nvSpPr>
          <p:cNvPr id="946" name="Google Shape;946;g2dec30f242c_1_61"/>
          <p:cNvSpPr txBox="1">
            <a:spLocks noGrp="1"/>
          </p:cNvSpPr>
          <p:nvPr>
            <p:ph type="subTitle" idx="4294967295"/>
          </p:nvPr>
        </p:nvSpPr>
        <p:spPr>
          <a:xfrm>
            <a:off x="6182681" y="1308025"/>
            <a:ext cx="1422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47" name="Google Shape;947;g2dec30f242c_1_61"/>
          <p:cNvSpPr/>
          <p:nvPr/>
        </p:nvSpPr>
        <p:spPr>
          <a:xfrm>
            <a:off x="669914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dec30f242c_1_61"/>
          <p:cNvSpPr txBox="1">
            <a:spLocks noGrp="1"/>
          </p:cNvSpPr>
          <p:nvPr>
            <p:ph type="subTitle" idx="4294967295"/>
          </p:nvPr>
        </p:nvSpPr>
        <p:spPr>
          <a:xfrm>
            <a:off x="6910243" y="1308025"/>
            <a:ext cx="1422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49" name="Google Shape;949;g2dec30f242c_1_61"/>
          <p:cNvSpPr/>
          <p:nvPr/>
        </p:nvSpPr>
        <p:spPr>
          <a:xfrm>
            <a:off x="742670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dec30f242c_1_61"/>
          <p:cNvSpPr/>
          <p:nvPr/>
        </p:nvSpPr>
        <p:spPr>
          <a:xfrm>
            <a:off x="654211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57" name="Google Shape;95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64" name="Google Shape;964;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965" name="Google Shape;965;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66" name="Google Shape;966;g2dadbbe58d1_1_3"/>
          <p:cNvGrpSpPr/>
          <p:nvPr/>
        </p:nvGrpSpPr>
        <p:grpSpPr>
          <a:xfrm>
            <a:off x="1181100" y="3614075"/>
            <a:ext cx="6781950" cy="1851900"/>
            <a:chOff x="1181100" y="3614075"/>
            <a:chExt cx="6781950" cy="1851900"/>
          </a:xfrm>
        </p:grpSpPr>
        <p:sp>
          <p:nvSpPr>
            <p:cNvPr id="967" name="Google Shape;967;g2dadbbe58d1_1_3"/>
            <p:cNvSpPr/>
            <p:nvPr/>
          </p:nvSpPr>
          <p:spPr>
            <a:xfrm flipH="1">
              <a:off x="1181250" y="3629300"/>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68" name="Google Shape;968;g2dadbbe58d1_1_3"/>
            <p:cNvGrpSpPr/>
            <p:nvPr/>
          </p:nvGrpSpPr>
          <p:grpSpPr>
            <a:xfrm flipH="1">
              <a:off x="1181100" y="4063875"/>
              <a:ext cx="6781800" cy="1170725"/>
              <a:chOff x="1181250" y="4063875"/>
              <a:chExt cx="6781800" cy="1170725"/>
            </a:xfrm>
          </p:grpSpPr>
          <p:cxnSp>
            <p:nvCxnSpPr>
              <p:cNvPr id="969" name="Google Shape;969;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0" name="Google Shape;970;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1" name="Google Shape;971;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2" name="Google Shape;972;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973" name="Google Shape;973;g2dadbbe58d1_1_3"/>
            <p:cNvCxnSpPr/>
            <p:nvPr/>
          </p:nvCxnSpPr>
          <p:spPr>
            <a:xfrm rot="10800000">
              <a:off x="5596975" y="3614075"/>
              <a:ext cx="0" cy="1851900"/>
            </a:xfrm>
            <a:prstGeom prst="straightConnector1">
              <a:avLst/>
            </a:prstGeom>
            <a:noFill/>
            <a:ln w="28575" cap="flat" cmpd="sng">
              <a:solidFill>
                <a:srgbClr val="C2EDFF"/>
              </a:solidFill>
              <a:prstDash val="solid"/>
              <a:miter lim="800000"/>
              <a:headEnd type="none" w="sm" len="sm"/>
              <a:tailEnd type="none" w="sm" len="sm"/>
            </a:ln>
          </p:spPr>
        </p:cxnSp>
        <p:cxnSp>
          <p:nvCxnSpPr>
            <p:cNvPr id="974" name="Google Shape;974;g2dadbbe58d1_1_3"/>
            <p:cNvCxnSpPr/>
            <p:nvPr/>
          </p:nvCxnSpPr>
          <p:spPr>
            <a:xfrm rot="10800000">
              <a:off x="6728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75" name="Google Shape;975;g2dadbbe58d1_1_3"/>
            <p:cNvCxnSpPr/>
            <p:nvPr/>
          </p:nvCxnSpPr>
          <p:spPr>
            <a:xfrm rot="10800000">
              <a:off x="392688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76" name="Google Shape;976;g2dadbbe58d1_1_3"/>
            <p:cNvCxnSpPr/>
            <p:nvPr/>
          </p:nvCxnSpPr>
          <p:spPr>
            <a:xfrm rot="10800000">
              <a:off x="2617250"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977" name="Google Shape;977;g2dadbbe58d1_1_3"/>
            <p:cNvGrpSpPr/>
            <p:nvPr/>
          </p:nvGrpSpPr>
          <p:grpSpPr>
            <a:xfrm flipH="1">
              <a:off x="5465125" y="3631675"/>
              <a:ext cx="2497925" cy="1828800"/>
              <a:chOff x="1181100" y="3631675"/>
              <a:chExt cx="2497925" cy="1828800"/>
            </a:xfrm>
          </p:grpSpPr>
          <p:sp>
            <p:nvSpPr>
              <p:cNvPr id="978" name="Google Shape;978;g2dadbbe58d1_1_3"/>
              <p:cNvSpPr/>
              <p:nvPr/>
            </p:nvSpPr>
            <p:spPr>
              <a:xfrm rot="-5400000">
                <a:off x="1442850" y="3369925"/>
                <a:ext cx="1828800" cy="23523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79" name="Google Shape;979;g2dadbbe58d1_1_3"/>
              <p:cNvGrpSpPr/>
              <p:nvPr/>
            </p:nvGrpSpPr>
            <p:grpSpPr>
              <a:xfrm>
                <a:off x="3415325" y="4484375"/>
                <a:ext cx="263700" cy="263700"/>
                <a:chOff x="3415325" y="4484375"/>
                <a:chExt cx="263700" cy="263700"/>
              </a:xfrm>
            </p:grpSpPr>
            <p:sp>
              <p:nvSpPr>
                <p:cNvPr id="980" name="Google Shape;980;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981" name="Google Shape;981;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982" name="Google Shape;982;g2dadbbe58d1_1_3"/>
          <p:cNvSpPr txBox="1"/>
          <p:nvPr/>
        </p:nvSpPr>
        <p:spPr>
          <a:xfrm>
            <a:off x="2596139"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993FA2"/>
              </a:solidFill>
              <a:latin typeface="Jost"/>
              <a:ea typeface="Jost"/>
              <a:cs typeface="Jost"/>
              <a:sym typeface="Jost"/>
            </a:endParaRPr>
          </a:p>
        </p:txBody>
      </p:sp>
      <p:sp>
        <p:nvSpPr>
          <p:cNvPr id="983" name="Google Shape;983;g2dadbbe58d1_1_3"/>
          <p:cNvSpPr txBox="1"/>
          <p:nvPr/>
        </p:nvSpPr>
        <p:spPr>
          <a:xfrm>
            <a:off x="120545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0"/>
              </a:solidFill>
              <a:latin typeface="Jost"/>
              <a:ea typeface="Jost"/>
              <a:cs typeface="Jost"/>
              <a:sym typeface="Jost"/>
            </a:endParaRPr>
          </a:p>
        </p:txBody>
      </p:sp>
      <p:sp>
        <p:nvSpPr>
          <p:cNvPr id="984" name="Google Shape;984;g2dadbbe58d1_1_3"/>
          <p:cNvSpPr txBox="1"/>
          <p:nvPr/>
        </p:nvSpPr>
        <p:spPr>
          <a:xfrm>
            <a:off x="4020186"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0"/>
              </a:solidFill>
              <a:latin typeface="Jost"/>
              <a:ea typeface="Jost"/>
              <a:cs typeface="Jost"/>
              <a:sym typeface="Jost"/>
            </a:endParaRPr>
          </a:p>
        </p:txBody>
      </p:sp>
      <p:pic>
        <p:nvPicPr>
          <p:cNvPr id="985" name="Google Shape;985;g2dadbbe58d1_1_3"/>
          <p:cNvPicPr preferRelativeResize="0"/>
          <p:nvPr/>
        </p:nvPicPr>
        <p:blipFill rotWithShape="1">
          <a:blip r:embed="rId3">
            <a:alphaModFix/>
          </a:blip>
          <a:srcRect l="8819" r="8827"/>
          <a:stretch/>
        </p:blipFill>
        <p:spPr>
          <a:xfrm>
            <a:off x="1360525" y="746329"/>
            <a:ext cx="6422950" cy="2462442"/>
          </a:xfrm>
          <a:prstGeom prst="rect">
            <a:avLst/>
          </a:prstGeom>
          <a:noFill/>
          <a:ln>
            <a:noFill/>
          </a:ln>
        </p:spPr>
      </p:pic>
      <p:sp>
        <p:nvSpPr>
          <p:cNvPr id="986" name="Google Shape;986;g2dadbbe58d1_1_3"/>
          <p:cNvSpPr txBox="1"/>
          <p:nvPr/>
        </p:nvSpPr>
        <p:spPr>
          <a:xfrm>
            <a:off x="2596139"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ur</a:t>
            </a:r>
            <a:endParaRPr sz="8500" b="0" i="0" u="none" strike="noStrike" cap="none">
              <a:solidFill>
                <a:srgbClr val="993FA2"/>
              </a:solidFill>
              <a:latin typeface="Jost"/>
              <a:ea typeface="Jost"/>
              <a:cs typeface="Jost"/>
              <a:sym typeface="Jost"/>
            </a:endParaRPr>
          </a:p>
        </p:txBody>
      </p:sp>
      <p:sp>
        <p:nvSpPr>
          <p:cNvPr id="987" name="Google Shape;987;g2dadbbe58d1_1_3"/>
          <p:cNvSpPr txBox="1"/>
          <p:nvPr/>
        </p:nvSpPr>
        <p:spPr>
          <a:xfrm>
            <a:off x="120545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
        <p:nvSpPr>
          <p:cNvPr id="988" name="Google Shape;988;g2dadbbe58d1_1_3"/>
          <p:cNvSpPr txBox="1"/>
          <p:nvPr/>
        </p:nvSpPr>
        <p:spPr>
          <a:xfrm>
            <a:off x="4020186"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74b4399b43_0_1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95" name="Google Shape;995;g274b4399b43_0_1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996" name="Google Shape;996;g274b4399b43_0_120"/>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97" name="Google Shape;997;g274b4399b43_0_120"/>
          <p:cNvGrpSpPr/>
          <p:nvPr/>
        </p:nvGrpSpPr>
        <p:grpSpPr>
          <a:xfrm>
            <a:off x="1181100" y="3614075"/>
            <a:ext cx="6781950" cy="1851900"/>
            <a:chOff x="1181100" y="3614075"/>
            <a:chExt cx="6781950" cy="1851900"/>
          </a:xfrm>
        </p:grpSpPr>
        <p:sp>
          <p:nvSpPr>
            <p:cNvPr id="998" name="Google Shape;998;g274b4399b43_0_120"/>
            <p:cNvSpPr/>
            <p:nvPr/>
          </p:nvSpPr>
          <p:spPr>
            <a:xfrm flipH="1">
              <a:off x="1181250" y="3629300"/>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99" name="Google Shape;999;g274b4399b43_0_120"/>
            <p:cNvGrpSpPr/>
            <p:nvPr/>
          </p:nvGrpSpPr>
          <p:grpSpPr>
            <a:xfrm flipH="1">
              <a:off x="1181100" y="4063875"/>
              <a:ext cx="6781800" cy="1170725"/>
              <a:chOff x="1181250" y="4063875"/>
              <a:chExt cx="6781800" cy="1170725"/>
            </a:xfrm>
          </p:grpSpPr>
          <p:cxnSp>
            <p:nvCxnSpPr>
              <p:cNvPr id="1000" name="Google Shape;1000;g274b4399b43_0_120"/>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1" name="Google Shape;1001;g274b4399b43_0_120"/>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2" name="Google Shape;1002;g274b4399b43_0_120"/>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3" name="Google Shape;1003;g274b4399b43_0_120"/>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04" name="Google Shape;1004;g274b4399b43_0_120"/>
            <p:cNvCxnSpPr/>
            <p:nvPr/>
          </p:nvCxnSpPr>
          <p:spPr>
            <a:xfrm rot="10800000">
              <a:off x="5596975" y="3614075"/>
              <a:ext cx="0" cy="1851900"/>
            </a:xfrm>
            <a:prstGeom prst="straightConnector1">
              <a:avLst/>
            </a:prstGeom>
            <a:noFill/>
            <a:ln w="28575" cap="flat" cmpd="sng">
              <a:solidFill>
                <a:srgbClr val="C2EDFF"/>
              </a:solidFill>
              <a:prstDash val="solid"/>
              <a:miter lim="800000"/>
              <a:headEnd type="none" w="sm" len="sm"/>
              <a:tailEnd type="none" w="sm" len="sm"/>
            </a:ln>
          </p:spPr>
        </p:cxnSp>
        <p:cxnSp>
          <p:nvCxnSpPr>
            <p:cNvPr id="1005" name="Google Shape;1005;g274b4399b43_0_120"/>
            <p:cNvCxnSpPr/>
            <p:nvPr/>
          </p:nvCxnSpPr>
          <p:spPr>
            <a:xfrm rot="10800000">
              <a:off x="6728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06" name="Google Shape;1006;g274b4399b43_0_120"/>
            <p:cNvCxnSpPr/>
            <p:nvPr/>
          </p:nvCxnSpPr>
          <p:spPr>
            <a:xfrm rot="10800000">
              <a:off x="392688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07" name="Google Shape;1007;g274b4399b43_0_120"/>
            <p:cNvCxnSpPr/>
            <p:nvPr/>
          </p:nvCxnSpPr>
          <p:spPr>
            <a:xfrm rot="10800000">
              <a:off x="2617250"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08" name="Google Shape;1008;g274b4399b43_0_120"/>
            <p:cNvGrpSpPr/>
            <p:nvPr/>
          </p:nvGrpSpPr>
          <p:grpSpPr>
            <a:xfrm flipH="1">
              <a:off x="5465125" y="3631675"/>
              <a:ext cx="2497925" cy="1828800"/>
              <a:chOff x="1181100" y="3631675"/>
              <a:chExt cx="2497925" cy="1828800"/>
            </a:xfrm>
          </p:grpSpPr>
          <p:sp>
            <p:nvSpPr>
              <p:cNvPr id="1009" name="Google Shape;1009;g274b4399b43_0_120"/>
              <p:cNvSpPr/>
              <p:nvPr/>
            </p:nvSpPr>
            <p:spPr>
              <a:xfrm rot="-5400000">
                <a:off x="1442850" y="3369925"/>
                <a:ext cx="1828800" cy="23523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10" name="Google Shape;1010;g274b4399b43_0_120"/>
              <p:cNvGrpSpPr/>
              <p:nvPr/>
            </p:nvGrpSpPr>
            <p:grpSpPr>
              <a:xfrm>
                <a:off x="3415325" y="4484375"/>
                <a:ext cx="263700" cy="263700"/>
                <a:chOff x="3415325" y="4484375"/>
                <a:chExt cx="263700" cy="263700"/>
              </a:xfrm>
            </p:grpSpPr>
            <p:sp>
              <p:nvSpPr>
                <p:cNvPr id="1011" name="Google Shape;1011;g274b4399b43_0_120"/>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12" name="Google Shape;1012;g274b4399b43_0_120"/>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1013" name="Google Shape;1013;g274b4399b43_0_120"/>
          <p:cNvSpPr txBox="1"/>
          <p:nvPr/>
        </p:nvSpPr>
        <p:spPr>
          <a:xfrm>
            <a:off x="2596139"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ur</a:t>
            </a:r>
            <a:endParaRPr sz="8500" b="0" i="0" u="none" strike="noStrike" cap="none">
              <a:solidFill>
                <a:srgbClr val="993FA2"/>
              </a:solidFill>
              <a:latin typeface="Jost"/>
              <a:ea typeface="Jost"/>
              <a:cs typeface="Jost"/>
              <a:sym typeface="Jost"/>
            </a:endParaRPr>
          </a:p>
        </p:txBody>
      </p:sp>
      <p:sp>
        <p:nvSpPr>
          <p:cNvPr id="1014" name="Google Shape;1014;g274b4399b43_0_120"/>
          <p:cNvSpPr txBox="1"/>
          <p:nvPr/>
        </p:nvSpPr>
        <p:spPr>
          <a:xfrm>
            <a:off x="120545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
        <p:nvSpPr>
          <p:cNvPr id="1015" name="Google Shape;1015;g274b4399b43_0_120"/>
          <p:cNvSpPr txBox="1"/>
          <p:nvPr/>
        </p:nvSpPr>
        <p:spPr>
          <a:xfrm>
            <a:off x="4020186"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
        <p:nvSpPr>
          <p:cNvPr id="1016" name="Google Shape;1016;g274b4399b43_0_120"/>
          <p:cNvSpPr txBox="1"/>
          <p:nvPr/>
        </p:nvSpPr>
        <p:spPr>
          <a:xfrm>
            <a:off x="6727950" y="4064350"/>
            <a:ext cx="123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17" name="Google Shape;1017;g274b4399b43_0_120"/>
          <p:cNvSpPr txBox="1"/>
          <p:nvPr/>
        </p:nvSpPr>
        <p:spPr>
          <a:xfrm>
            <a:off x="5598450"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pic>
        <p:nvPicPr>
          <p:cNvPr id="1018" name="Google Shape;1018;g274b4399b43_0_120"/>
          <p:cNvPicPr preferRelativeResize="0"/>
          <p:nvPr/>
        </p:nvPicPr>
        <p:blipFill rotWithShape="1">
          <a:blip r:embed="rId3">
            <a:alphaModFix/>
          </a:blip>
          <a:srcRect l="8819" r="8827"/>
          <a:stretch/>
        </p:blipFill>
        <p:spPr>
          <a:xfrm>
            <a:off x="1360525" y="746329"/>
            <a:ext cx="6422950" cy="246244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5" name="Google Shape;102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6" name="Google Shape;1026;g1f3daf8a844_0_64"/>
          <p:cNvGrpSpPr/>
          <p:nvPr/>
        </p:nvGrpSpPr>
        <p:grpSpPr>
          <a:xfrm>
            <a:off x="3024000" y="209875"/>
            <a:ext cx="3096000" cy="454800"/>
            <a:chOff x="3024000" y="209875"/>
            <a:chExt cx="3096000" cy="454800"/>
          </a:xfrm>
        </p:grpSpPr>
        <p:sp>
          <p:nvSpPr>
            <p:cNvPr id="1027" name="Google Shape;102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9" name="Google Shape;102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0" name="Google Shape;1030;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1" name="Google Shape;103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2" name="Google Shape;103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3" name="Google Shape;103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4" name="Google Shape;103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5" name="Google Shape;1035;g1f3daf8a844_0_64"/>
          <p:cNvSpPr txBox="1"/>
          <p:nvPr/>
        </p:nvSpPr>
        <p:spPr>
          <a:xfrm>
            <a:off x="2333951"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i</a:t>
            </a:r>
            <a:endParaRPr sz="5500" b="0" i="0" u="none" strike="noStrike" cap="none">
              <a:solidFill>
                <a:srgbClr val="E92623"/>
              </a:solidFill>
              <a:latin typeface="Jost"/>
              <a:ea typeface="Jost"/>
              <a:cs typeface="Jost"/>
              <a:sym typeface="Jost"/>
            </a:endParaRPr>
          </a:p>
        </p:txBody>
      </p:sp>
      <p:sp>
        <p:nvSpPr>
          <p:cNvPr id="1036" name="Google Shape;1036;g1f3daf8a844_0_64"/>
          <p:cNvSpPr txBox="1"/>
          <p:nvPr/>
        </p:nvSpPr>
        <p:spPr>
          <a:xfrm>
            <a:off x="5792506"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7" name="Google Shape;1037;g1f3daf8a844_0_64"/>
          <p:cNvSpPr txBox="1"/>
          <p:nvPr/>
        </p:nvSpPr>
        <p:spPr>
          <a:xfrm>
            <a:off x="1181100"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38" name="Google Shape;1038;g1f3daf8a844_0_64"/>
          <p:cNvSpPr txBox="1"/>
          <p:nvPr/>
        </p:nvSpPr>
        <p:spPr>
          <a:xfrm>
            <a:off x="4639654"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e</a:t>
            </a:r>
            <a:endParaRPr sz="5500" b="0" i="0" u="none" strike="noStrike" cap="none">
              <a:solidFill>
                <a:srgbClr val="E92623"/>
              </a:solidFill>
              <a:latin typeface="Jost"/>
              <a:ea typeface="Jost"/>
              <a:cs typeface="Jost"/>
              <a:sym typeface="Jost"/>
            </a:endParaRPr>
          </a:p>
        </p:txBody>
      </p:sp>
      <p:sp>
        <p:nvSpPr>
          <p:cNvPr id="1039" name="Google Shape;1039;g1f3daf8a844_0_64"/>
          <p:cNvSpPr txBox="1"/>
          <p:nvPr/>
        </p:nvSpPr>
        <p:spPr>
          <a:xfrm>
            <a:off x="6945355"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ch</a:t>
            </a:r>
            <a:endParaRPr sz="5500" b="0" i="0" u="none" strike="noStrike" cap="none">
              <a:solidFill>
                <a:srgbClr val="FFD404"/>
              </a:solidFill>
              <a:latin typeface="Jost"/>
              <a:ea typeface="Jost"/>
              <a:cs typeface="Jost"/>
              <a:sym typeface="Jost"/>
            </a:endParaRPr>
          </a:p>
        </p:txBody>
      </p:sp>
      <p:sp>
        <p:nvSpPr>
          <p:cNvPr id="1040" name="Google Shape;1040;g1f3daf8a844_0_64"/>
          <p:cNvSpPr txBox="1"/>
          <p:nvPr/>
        </p:nvSpPr>
        <p:spPr>
          <a:xfrm>
            <a:off x="2333951"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A3FA2"/>
                </a:solidFill>
                <a:latin typeface="Jost"/>
                <a:ea typeface="Jost"/>
                <a:cs typeface="Jost"/>
                <a:sym typeface="Jost"/>
              </a:rPr>
              <a:t>ur</a:t>
            </a:r>
            <a:endParaRPr sz="5500" b="0" i="0" u="none" strike="noStrike" cap="none">
              <a:solidFill>
                <a:srgbClr val="9A3FA2"/>
              </a:solidFill>
              <a:latin typeface="Jost"/>
              <a:ea typeface="Jost"/>
              <a:cs typeface="Jost"/>
              <a:sym typeface="Jost"/>
            </a:endParaRPr>
          </a:p>
        </p:txBody>
      </p:sp>
      <p:sp>
        <p:nvSpPr>
          <p:cNvPr id="1041" name="Google Shape;1041;g1f3daf8a844_0_64"/>
          <p:cNvSpPr txBox="1"/>
          <p:nvPr/>
        </p:nvSpPr>
        <p:spPr>
          <a:xfrm>
            <a:off x="5792506"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e</a:t>
            </a:r>
            <a:endParaRPr sz="5500" b="0" i="0" u="none" strike="noStrike" cap="none">
              <a:solidFill>
                <a:srgbClr val="E92623"/>
              </a:solidFill>
              <a:latin typeface="Jost"/>
              <a:ea typeface="Jost"/>
              <a:cs typeface="Jost"/>
              <a:sym typeface="Jost"/>
            </a:endParaRPr>
          </a:p>
        </p:txBody>
      </p:sp>
      <p:sp>
        <p:nvSpPr>
          <p:cNvPr id="1042" name="Google Shape;1042;g1f3daf8a844_0_64"/>
          <p:cNvSpPr txBox="1"/>
          <p:nvPr/>
        </p:nvSpPr>
        <p:spPr>
          <a:xfrm>
            <a:off x="1181100"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ss</a:t>
            </a:r>
            <a:endParaRPr sz="5500" b="0" i="0" u="none" strike="noStrike" cap="none">
              <a:solidFill>
                <a:srgbClr val="FFD404"/>
              </a:solidFill>
              <a:latin typeface="Jost"/>
              <a:ea typeface="Jost"/>
              <a:cs typeface="Jost"/>
              <a:sym typeface="Jost"/>
            </a:endParaRPr>
          </a:p>
        </p:txBody>
      </p:sp>
      <p:sp>
        <p:nvSpPr>
          <p:cNvPr id="1043" name="Google Shape;1043;g1f3daf8a844_0_64"/>
          <p:cNvSpPr txBox="1"/>
          <p:nvPr/>
        </p:nvSpPr>
        <p:spPr>
          <a:xfrm>
            <a:off x="3486803"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4" name="Google Shape;1044;g1f3daf8a844_0_64"/>
          <p:cNvSpPr txBox="1"/>
          <p:nvPr/>
        </p:nvSpPr>
        <p:spPr>
          <a:xfrm>
            <a:off x="4639654"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u</a:t>
            </a:r>
            <a:endParaRPr sz="5500" b="0" i="0" u="none" strike="noStrike" cap="none">
              <a:solidFill>
                <a:srgbClr val="E92623"/>
              </a:solidFill>
              <a:latin typeface="Jost"/>
              <a:ea typeface="Jost"/>
              <a:cs typeface="Jost"/>
              <a:sym typeface="Jost"/>
            </a:endParaRPr>
          </a:p>
        </p:txBody>
      </p:sp>
      <p:sp>
        <p:nvSpPr>
          <p:cNvPr id="1045" name="Google Shape;1045;g1f3daf8a844_0_64"/>
          <p:cNvSpPr txBox="1"/>
          <p:nvPr/>
        </p:nvSpPr>
        <p:spPr>
          <a:xfrm>
            <a:off x="3486803"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sh</a:t>
            </a:r>
            <a:endParaRPr sz="5500" b="0" i="0" u="none" strike="noStrike" cap="none">
              <a:solidFill>
                <a:srgbClr val="FFD404"/>
              </a:solidFill>
              <a:latin typeface="Jost"/>
              <a:ea typeface="Jost"/>
              <a:cs typeface="Jost"/>
              <a:sym typeface="Jost"/>
            </a:endParaRPr>
          </a:p>
        </p:txBody>
      </p:sp>
      <p:sp>
        <p:nvSpPr>
          <p:cNvPr id="1046" name="Google Shape;1046;g1f3daf8a844_0_64"/>
          <p:cNvSpPr txBox="1"/>
          <p:nvPr/>
        </p:nvSpPr>
        <p:spPr>
          <a:xfrm>
            <a:off x="6945355"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47" name="Google Shape;1047;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3" name="Google Shape;1053;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4" name="Google Shape;1054;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5" name="Google Shape;1055;g1f3daf8a844_0_64"/>
          <p:cNvGrpSpPr/>
          <p:nvPr/>
        </p:nvGrpSpPr>
        <p:grpSpPr>
          <a:xfrm>
            <a:off x="-550" y="6984600"/>
            <a:ext cx="8596479" cy="808600"/>
            <a:chOff x="-550" y="6984600"/>
            <a:chExt cx="8596479" cy="808600"/>
          </a:xfrm>
        </p:grpSpPr>
        <p:sp>
          <p:nvSpPr>
            <p:cNvPr id="1056" name="Google Shape;1056;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7" name="Google Shape;1057;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8" name="Google Shape;1058;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9" name="Google Shape;1059;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60" name="Google Shape;1060;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61" name="Google Shape;1061;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62" name="Google Shape;1062;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3" name="Google Shape;1063;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4" name="Google Shape;1064;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5" name="Google Shape;1065;g1f3daf8a844_0_64"/>
          <p:cNvSpPr txBox="1"/>
          <p:nvPr/>
        </p:nvSpPr>
        <p:spPr>
          <a:xfrm>
            <a:off x="3540176"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6" name="Google Shape;1066;g1f3daf8a844_0_64"/>
          <p:cNvSpPr txBox="1"/>
          <p:nvPr/>
        </p:nvSpPr>
        <p:spPr>
          <a:xfrm>
            <a:off x="2387325"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7" name="Google Shape;1067;g1f3daf8a844_0_64"/>
          <p:cNvSpPr txBox="1"/>
          <p:nvPr/>
        </p:nvSpPr>
        <p:spPr>
          <a:xfrm>
            <a:off x="4693028"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5845879"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dec30f242c_1_1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5" name="Google Shape;1075;g2dec30f242c_1_1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6" name="Google Shape;1076;g2dec30f242c_1_136"/>
          <p:cNvGrpSpPr/>
          <p:nvPr/>
        </p:nvGrpSpPr>
        <p:grpSpPr>
          <a:xfrm>
            <a:off x="3024000" y="209875"/>
            <a:ext cx="3096000" cy="454800"/>
            <a:chOff x="3024000" y="209875"/>
            <a:chExt cx="3096000" cy="454800"/>
          </a:xfrm>
        </p:grpSpPr>
        <p:sp>
          <p:nvSpPr>
            <p:cNvPr id="1077" name="Google Shape;1077;g2dec30f242c_1_13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8" name="Google Shape;1078;g2dec30f242c_1_13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9" name="Google Shape;1079;g2dec30f242c_1_136"/>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80" name="Google Shape;1080;g2dec30f242c_1_136"/>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wishes churches lunches buses dresses</a:t>
            </a:r>
            <a:endParaRPr sz="1800" b="0" i="0" u="none" strike="noStrike" cap="none">
              <a:solidFill>
                <a:srgbClr val="B7B7B7"/>
              </a:solidFill>
              <a:latin typeface="Jost"/>
              <a:ea typeface="Jost"/>
              <a:cs typeface="Jost"/>
              <a:sym typeface="Jost"/>
            </a:endParaRPr>
          </a:p>
        </p:txBody>
      </p:sp>
      <p:cxnSp>
        <p:nvCxnSpPr>
          <p:cNvPr id="1081" name="Google Shape;1081;g2dec30f242c_1_13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2" name="Google Shape;1082;g2dec30f242c_1_13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2dec30f242c_1_13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2dec30f242c_1_13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5" name="Google Shape;1085;g2dec30f242c_1_13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6" name="Google Shape;1086;g2dec30f242c_1_136"/>
          <p:cNvSpPr txBox="1"/>
          <p:nvPr/>
        </p:nvSpPr>
        <p:spPr>
          <a:xfrm>
            <a:off x="2333951"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i</a:t>
            </a:r>
            <a:endParaRPr sz="5500" b="0" i="0" u="none" strike="noStrike" cap="none">
              <a:solidFill>
                <a:srgbClr val="E92623"/>
              </a:solidFill>
              <a:latin typeface="Jost"/>
              <a:ea typeface="Jost"/>
              <a:cs typeface="Jost"/>
              <a:sym typeface="Jost"/>
            </a:endParaRPr>
          </a:p>
        </p:txBody>
      </p:sp>
      <p:sp>
        <p:nvSpPr>
          <p:cNvPr id="1087" name="Google Shape;1087;g2dec30f242c_1_136"/>
          <p:cNvSpPr txBox="1"/>
          <p:nvPr/>
        </p:nvSpPr>
        <p:spPr>
          <a:xfrm>
            <a:off x="5792506"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8" name="Google Shape;1088;g2dec30f242c_1_136"/>
          <p:cNvSpPr txBox="1"/>
          <p:nvPr/>
        </p:nvSpPr>
        <p:spPr>
          <a:xfrm>
            <a:off x="1181100"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89" name="Google Shape;1089;g2dec30f242c_1_136"/>
          <p:cNvSpPr txBox="1"/>
          <p:nvPr/>
        </p:nvSpPr>
        <p:spPr>
          <a:xfrm>
            <a:off x="4639654"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e</a:t>
            </a:r>
            <a:endParaRPr sz="5500" b="0" i="0" u="none" strike="noStrike" cap="none">
              <a:solidFill>
                <a:srgbClr val="E92623"/>
              </a:solidFill>
              <a:latin typeface="Jost"/>
              <a:ea typeface="Jost"/>
              <a:cs typeface="Jost"/>
              <a:sym typeface="Jost"/>
            </a:endParaRPr>
          </a:p>
        </p:txBody>
      </p:sp>
      <p:cxnSp>
        <p:nvCxnSpPr>
          <p:cNvPr id="1090" name="Google Shape;1090;g2dec30f242c_1_13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1" name="Google Shape;1091;g2dec30f242c_1_136"/>
          <p:cNvSpPr txBox="1"/>
          <p:nvPr/>
        </p:nvSpPr>
        <p:spPr>
          <a:xfrm>
            <a:off x="6945355"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ch</a:t>
            </a:r>
            <a:endParaRPr sz="5500" b="0" i="0" u="none" strike="noStrike" cap="none">
              <a:solidFill>
                <a:srgbClr val="FFD404"/>
              </a:solidFill>
              <a:latin typeface="Jost"/>
              <a:ea typeface="Jost"/>
              <a:cs typeface="Jost"/>
              <a:sym typeface="Jost"/>
            </a:endParaRPr>
          </a:p>
        </p:txBody>
      </p:sp>
      <p:sp>
        <p:nvSpPr>
          <p:cNvPr id="1092" name="Google Shape;1092;g2dec30f242c_1_136"/>
          <p:cNvSpPr txBox="1"/>
          <p:nvPr/>
        </p:nvSpPr>
        <p:spPr>
          <a:xfrm>
            <a:off x="2333951"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A3FA2"/>
                </a:solidFill>
                <a:latin typeface="Jost"/>
                <a:ea typeface="Jost"/>
                <a:cs typeface="Jost"/>
                <a:sym typeface="Jost"/>
              </a:rPr>
              <a:t>ur</a:t>
            </a:r>
            <a:endParaRPr sz="5500" b="0" i="0" u="none" strike="noStrike" cap="none">
              <a:solidFill>
                <a:srgbClr val="9A3FA2"/>
              </a:solidFill>
              <a:latin typeface="Jost"/>
              <a:ea typeface="Jost"/>
              <a:cs typeface="Jost"/>
              <a:sym typeface="Jost"/>
            </a:endParaRPr>
          </a:p>
        </p:txBody>
      </p:sp>
      <p:sp>
        <p:nvSpPr>
          <p:cNvPr id="1093" name="Google Shape;1093;g2dec30f242c_1_136"/>
          <p:cNvSpPr txBox="1"/>
          <p:nvPr/>
        </p:nvSpPr>
        <p:spPr>
          <a:xfrm>
            <a:off x="5792506"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e</a:t>
            </a:r>
            <a:endParaRPr sz="5500" b="0" i="0" u="none" strike="noStrike" cap="none">
              <a:solidFill>
                <a:srgbClr val="E92623"/>
              </a:solidFill>
              <a:latin typeface="Jost"/>
              <a:ea typeface="Jost"/>
              <a:cs typeface="Jost"/>
              <a:sym typeface="Jost"/>
            </a:endParaRPr>
          </a:p>
        </p:txBody>
      </p:sp>
      <p:sp>
        <p:nvSpPr>
          <p:cNvPr id="1094" name="Google Shape;1094;g2dec30f242c_1_136"/>
          <p:cNvSpPr txBox="1"/>
          <p:nvPr/>
        </p:nvSpPr>
        <p:spPr>
          <a:xfrm>
            <a:off x="1181100"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ss</a:t>
            </a:r>
            <a:endParaRPr sz="5500" b="0" i="0" u="none" strike="noStrike" cap="none">
              <a:solidFill>
                <a:srgbClr val="FFD404"/>
              </a:solidFill>
              <a:latin typeface="Jost"/>
              <a:ea typeface="Jost"/>
              <a:cs typeface="Jost"/>
              <a:sym typeface="Jost"/>
            </a:endParaRPr>
          </a:p>
        </p:txBody>
      </p:sp>
      <p:sp>
        <p:nvSpPr>
          <p:cNvPr id="1095" name="Google Shape;1095;g2dec30f242c_1_136"/>
          <p:cNvSpPr txBox="1"/>
          <p:nvPr/>
        </p:nvSpPr>
        <p:spPr>
          <a:xfrm>
            <a:off x="3486803"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6" name="Google Shape;1096;g2dec30f242c_1_136"/>
          <p:cNvSpPr txBox="1"/>
          <p:nvPr/>
        </p:nvSpPr>
        <p:spPr>
          <a:xfrm>
            <a:off x="4639654"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92623"/>
                </a:solidFill>
                <a:latin typeface="Jost"/>
                <a:ea typeface="Jost"/>
                <a:cs typeface="Jost"/>
                <a:sym typeface="Jost"/>
              </a:rPr>
              <a:t>u</a:t>
            </a:r>
            <a:endParaRPr sz="5500" b="0" i="0" u="none" strike="noStrike" cap="none">
              <a:solidFill>
                <a:srgbClr val="E92623"/>
              </a:solidFill>
              <a:latin typeface="Jost"/>
              <a:ea typeface="Jost"/>
              <a:cs typeface="Jost"/>
              <a:sym typeface="Jost"/>
            </a:endParaRPr>
          </a:p>
        </p:txBody>
      </p:sp>
      <p:sp>
        <p:nvSpPr>
          <p:cNvPr id="1097" name="Google Shape;1097;g2dec30f242c_1_136"/>
          <p:cNvSpPr txBox="1"/>
          <p:nvPr/>
        </p:nvSpPr>
        <p:spPr>
          <a:xfrm>
            <a:off x="3486803"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sh</a:t>
            </a:r>
            <a:endParaRPr sz="5500" b="0" i="0" u="none" strike="noStrike" cap="none">
              <a:solidFill>
                <a:srgbClr val="FFD404"/>
              </a:solidFill>
              <a:latin typeface="Jost"/>
              <a:ea typeface="Jost"/>
              <a:cs typeface="Jost"/>
              <a:sym typeface="Jost"/>
            </a:endParaRPr>
          </a:p>
        </p:txBody>
      </p:sp>
      <p:sp>
        <p:nvSpPr>
          <p:cNvPr id="1098" name="Google Shape;1098;g2dec30f242c_1_136"/>
          <p:cNvSpPr txBox="1"/>
          <p:nvPr/>
        </p:nvSpPr>
        <p:spPr>
          <a:xfrm>
            <a:off x="6945355"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9" name="Google Shape;1099;g2dec30f242c_1_13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0" name="Google Shape;1100;g2dec30f242c_1_13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1" name="Google Shape;1101;g2dec30f242c_1_13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2" name="Google Shape;1102;g2dec30f242c_1_13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3" name="Google Shape;1103;g2dec30f242c_1_13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4" name="Google Shape;1104;g2dec30f242c_1_13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5" name="Google Shape;1105;g2dec30f242c_1_13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6" name="Google Shape;1106;g2dec30f242c_1_13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07" name="Google Shape;1107;g2dec30f242c_1_136"/>
          <p:cNvGrpSpPr/>
          <p:nvPr/>
        </p:nvGrpSpPr>
        <p:grpSpPr>
          <a:xfrm>
            <a:off x="-550" y="6984600"/>
            <a:ext cx="8596479" cy="808600"/>
            <a:chOff x="-550" y="6984600"/>
            <a:chExt cx="8596479" cy="808600"/>
          </a:xfrm>
        </p:grpSpPr>
        <p:sp>
          <p:nvSpPr>
            <p:cNvPr id="1108" name="Google Shape;1108;g2dec30f242c_1_13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09" name="Google Shape;1109;g2dec30f242c_1_13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10" name="Google Shape;1110;g2dec30f242c_1_13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11" name="Google Shape;1111;g2dec30f242c_1_13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12" name="Google Shape;1112;g2dec30f242c_1_13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13" name="Google Shape;1113;g2dec30f242c_1_13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14" name="Google Shape;1114;g2dec30f242c_1_13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15" name="Google Shape;1115;g2dec30f242c_1_13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16" name="Google Shape;1116;g2dec30f242c_1_13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17" name="Google Shape;1117;g2dec30f242c_1_136"/>
          <p:cNvSpPr txBox="1"/>
          <p:nvPr/>
        </p:nvSpPr>
        <p:spPr>
          <a:xfrm>
            <a:off x="3540176"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8" name="Google Shape;1118;g2dec30f242c_1_136"/>
          <p:cNvSpPr txBox="1"/>
          <p:nvPr/>
        </p:nvSpPr>
        <p:spPr>
          <a:xfrm>
            <a:off x="2387325"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9" name="Google Shape;1119;g2dec30f242c_1_136"/>
          <p:cNvSpPr txBox="1"/>
          <p:nvPr/>
        </p:nvSpPr>
        <p:spPr>
          <a:xfrm>
            <a:off x="4693028"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0" name="Google Shape;1120;g2dec30f242c_1_136"/>
          <p:cNvSpPr txBox="1"/>
          <p:nvPr/>
        </p:nvSpPr>
        <p:spPr>
          <a:xfrm>
            <a:off x="5845879" y="2411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356</Words>
  <Application>Microsoft Office PowerPoint</Application>
  <PresentationFormat>On-screen Show (4:3)</PresentationFormat>
  <Paragraphs>146</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Nunito Black</vt:lpstr>
      <vt:lpstr>Poppins SemiBold</vt:lpstr>
      <vt:lpstr>Arial</vt:lpstr>
      <vt:lpstr>Calibri</vt:lpstr>
      <vt:lpstr>Poppins Medium</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2026-06-03T01:22:35Z</dcterms:modified>
</cp:coreProperties>
</file>