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Poppins"/>
      <p:regular r:id="rId32"/>
      <p:bold r:id="rId33"/>
      <p:italic r:id="rId34"/>
      <p:boldItalic r:id="rId35"/>
    </p:embeddedFont>
    <p:embeddedFont>
      <p:font typeface="Jost"/>
      <p:regular r:id="rId36"/>
      <p:bold r:id="rId37"/>
      <p:italic r:id="rId38"/>
      <p:boldItalic r:id="rId39"/>
    </p:embeddedFont>
    <p:embeddedFont>
      <p:font typeface="Poppins Medium"/>
      <p:regular r:id="rId40"/>
      <p:bold r:id="rId41"/>
      <p:italic r:id="rId42"/>
      <p:boldItalic r:id="rId43"/>
    </p:embeddedFont>
    <p:embeddedFont>
      <p:font typeface="Poppins SemiBold"/>
      <p:regular r:id="rId44"/>
      <p:bold r:id="rId45"/>
      <p:italic r:id="rId46"/>
      <p:boldItalic r:id="rId47"/>
    </p:embeddedFont>
    <p:embeddedFont>
      <p:font typeface="Nunito Black"/>
      <p:bold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0" roundtripDataSignature="AMtx7miVXf0DfFgIOFVv0YfgtUDlvHMu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19110B-DC36-4C27-8318-DB95279BF5A1}">
  <a:tblStyle styleId="{8419110B-DC36-4C27-8318-DB95279BF5A1}"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PoppinsMedium-regular.fntdata"/><Relationship Id="rId42" Type="http://schemas.openxmlformats.org/officeDocument/2006/relationships/font" Target="fonts/PoppinsMedium-italic.fntdata"/><Relationship Id="rId41" Type="http://schemas.openxmlformats.org/officeDocument/2006/relationships/font" Target="fonts/PoppinsMedium-bold.fntdata"/><Relationship Id="rId44" Type="http://schemas.openxmlformats.org/officeDocument/2006/relationships/font" Target="fonts/PoppinsSemiBold-regular.fntdata"/><Relationship Id="rId43" Type="http://schemas.openxmlformats.org/officeDocument/2006/relationships/font" Target="fonts/PoppinsMedium-boldItalic.fntdata"/><Relationship Id="rId46" Type="http://schemas.openxmlformats.org/officeDocument/2006/relationships/font" Target="fonts/PoppinsSemiBold-italic.fntdata"/><Relationship Id="rId45" Type="http://schemas.openxmlformats.org/officeDocument/2006/relationships/font" Target="fonts/Poppins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Black-bold.fntdata"/><Relationship Id="rId47" Type="http://schemas.openxmlformats.org/officeDocument/2006/relationships/font" Target="fonts/PoppinsSemiBold-boldItalic.fntdata"/><Relationship Id="rId49" Type="http://schemas.openxmlformats.org/officeDocument/2006/relationships/font" Target="fonts/NunitoBlack-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oppins-bold.fntdata"/><Relationship Id="rId32" Type="http://schemas.openxmlformats.org/officeDocument/2006/relationships/font" Target="fonts/Poppins-regular.fntdata"/><Relationship Id="rId35" Type="http://schemas.openxmlformats.org/officeDocument/2006/relationships/font" Target="fonts/Poppins-boldItalic.fntdata"/><Relationship Id="rId34" Type="http://schemas.openxmlformats.org/officeDocument/2006/relationships/font" Target="fonts/Poppins-italic.fntdata"/><Relationship Id="rId37" Type="http://schemas.openxmlformats.org/officeDocument/2006/relationships/font" Target="fonts/Jost-bold.fntdata"/><Relationship Id="rId36" Type="http://schemas.openxmlformats.org/officeDocument/2006/relationships/font" Target="fonts/Jost-regular.fntdata"/><Relationship Id="rId39" Type="http://schemas.openxmlformats.org/officeDocument/2006/relationships/font" Target="fonts/Jost-boldItalic.fntdata"/><Relationship Id="rId38" Type="http://schemas.openxmlformats.org/officeDocument/2006/relationships/font" Target="fonts/Jost-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41b46f058c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41b46f058c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41b46f058c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41b46f058c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41b46f058c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41b46f058c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41b46f058c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41b46f058c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41b46f058c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41b46f058c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41b46f058c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41b46f058c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41b46f058c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g341b46f058c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41b46f058c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41b46f058c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g341b46f058c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41b46f058c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41b46f058c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g341b46f058c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41b46f058c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41b46f058c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g341b46f058c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41b46f058c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41b46f058c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g341b46f058c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6" name="Google Shape;936;g341b46f058c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41b46f058c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g341b46f058c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41b46f058c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41b46f058c_0_3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g341b46f058c_0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41b46f058c_0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6" name="Google Shape;1016;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7" name="Google Shape;1017;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9" name="Google Shape;1029;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e6b37b5403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g2e6b37b5403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7" name="Google Shape;1037;g2e6b37b5403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7" name="Google Shape;1067;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4" name="Google Shape;1114;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2e6b37b5403_0_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3" name="Google Shape;1153;g2e6b37b5403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2e6b37b5403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5" name="Google Shape;1185;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1" name="Google Shape;1191;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2" name="Google Shape;1192;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6.xml.rels><?xml version="1.0" encoding="UTF-8"?><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5.png"/><Relationship Id="rId13" Type="http://schemas.openxmlformats.org/officeDocument/2006/relationships/image" Target="../media/image7.png"/><Relationship Id="rId12"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10.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7511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091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/ear/ - eer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18 - Tuesday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87</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png"/><Relationship Id="rId4" Type="http://schemas.openxmlformats.org/officeDocument/2006/relationships/image" Target="../media/image25.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53.png"/><Relationship Id="rId5" Type="http://schemas.openxmlformats.org/officeDocument/2006/relationships/slide" Target="/ppt/slides/slide14.xml"/><Relationship Id="rId6" Type="http://schemas.openxmlformats.org/officeDocument/2006/relationships/slide" Target="/ppt/slides/slide21.xml"/></Relationships>
</file>

<file path=ppt/slides/_rels/slide3.xml.rels><?xml version="1.0" encoding="UTF-8"?><Relationships xmlns="http://schemas.openxmlformats.org/package/2006/relationships"><Relationship Id="rId20" Type="http://schemas.openxmlformats.org/officeDocument/2006/relationships/image" Target="../media/image36.png"/><Relationship Id="rId22" Type="http://schemas.openxmlformats.org/officeDocument/2006/relationships/image" Target="../media/image38.png"/><Relationship Id="rId21" Type="http://schemas.openxmlformats.org/officeDocument/2006/relationships/image" Target="../media/image56.png"/><Relationship Id="rId24" Type="http://schemas.openxmlformats.org/officeDocument/2006/relationships/image" Target="../media/image48.png"/><Relationship Id="rId23" Type="http://schemas.openxmlformats.org/officeDocument/2006/relationships/image" Target="../media/image37.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29.png"/><Relationship Id="rId9" Type="http://schemas.openxmlformats.org/officeDocument/2006/relationships/image" Target="../media/image19.png"/><Relationship Id="rId25" Type="http://schemas.openxmlformats.org/officeDocument/2006/relationships/image" Target="../media/image39.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27.png"/><Relationship Id="rId8" Type="http://schemas.openxmlformats.org/officeDocument/2006/relationships/image" Target="../media/image35.png"/><Relationship Id="rId11" Type="http://schemas.openxmlformats.org/officeDocument/2006/relationships/image" Target="../media/image17.png"/><Relationship Id="rId10" Type="http://schemas.openxmlformats.org/officeDocument/2006/relationships/image" Target="../media/image33.png"/><Relationship Id="rId13" Type="http://schemas.openxmlformats.org/officeDocument/2006/relationships/image" Target="../media/image22.png"/><Relationship Id="rId12" Type="http://schemas.openxmlformats.org/officeDocument/2006/relationships/image" Target="../media/image26.png"/><Relationship Id="rId15" Type="http://schemas.openxmlformats.org/officeDocument/2006/relationships/image" Target="../media/image31.png"/><Relationship Id="rId14" Type="http://schemas.openxmlformats.org/officeDocument/2006/relationships/image" Target="../media/image23.png"/><Relationship Id="rId17" Type="http://schemas.openxmlformats.org/officeDocument/2006/relationships/image" Target="../media/image20.png"/><Relationship Id="rId16" Type="http://schemas.openxmlformats.org/officeDocument/2006/relationships/image" Target="../media/image28.png"/><Relationship Id="rId19" Type="http://schemas.openxmlformats.org/officeDocument/2006/relationships/image" Target="../media/image34.png"/><Relationship Id="rId18" Type="http://schemas.openxmlformats.org/officeDocument/2006/relationships/image" Target="../media/image32.png"/></Relationships>
</file>

<file path=ppt/slides/_rels/slide4.xml.rels><?xml version="1.0" encoding="UTF-8"?><Relationships xmlns="http://schemas.openxmlformats.org/package/2006/relationships"><Relationship Id="rId20" Type="http://schemas.openxmlformats.org/officeDocument/2006/relationships/image" Target="../media/image60.png"/><Relationship Id="rId22" Type="http://schemas.openxmlformats.org/officeDocument/2006/relationships/image" Target="../media/image57.png"/><Relationship Id="rId21" Type="http://schemas.openxmlformats.org/officeDocument/2006/relationships/image" Target="../media/image82.png"/><Relationship Id="rId24" Type="http://schemas.openxmlformats.org/officeDocument/2006/relationships/image" Target="../media/image64.png"/><Relationship Id="rId23" Type="http://schemas.openxmlformats.org/officeDocument/2006/relationships/image" Target="../media/image62.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1.png"/><Relationship Id="rId4" Type="http://schemas.openxmlformats.org/officeDocument/2006/relationships/image" Target="../media/image46.png"/><Relationship Id="rId9" Type="http://schemas.openxmlformats.org/officeDocument/2006/relationships/image" Target="../media/image50.png"/><Relationship Id="rId26" Type="http://schemas.openxmlformats.org/officeDocument/2006/relationships/image" Target="../media/image67.png"/><Relationship Id="rId25" Type="http://schemas.openxmlformats.org/officeDocument/2006/relationships/image" Target="../media/image63.png"/><Relationship Id="rId28" Type="http://schemas.openxmlformats.org/officeDocument/2006/relationships/image" Target="../media/image65.png"/><Relationship Id="rId27" Type="http://schemas.openxmlformats.org/officeDocument/2006/relationships/image" Target="../media/image66.png"/><Relationship Id="rId5" Type="http://schemas.openxmlformats.org/officeDocument/2006/relationships/image" Target="../media/image42.png"/><Relationship Id="rId6" Type="http://schemas.openxmlformats.org/officeDocument/2006/relationships/image" Target="../media/image40.png"/><Relationship Id="rId29" Type="http://schemas.openxmlformats.org/officeDocument/2006/relationships/image" Target="../media/image69.png"/><Relationship Id="rId7" Type="http://schemas.openxmlformats.org/officeDocument/2006/relationships/image" Target="../media/image25.png"/><Relationship Id="rId8" Type="http://schemas.openxmlformats.org/officeDocument/2006/relationships/image" Target="../media/image49.png"/><Relationship Id="rId31" Type="http://schemas.openxmlformats.org/officeDocument/2006/relationships/image" Target="../media/image70.png"/><Relationship Id="rId30" Type="http://schemas.openxmlformats.org/officeDocument/2006/relationships/image" Target="../media/image68.png"/><Relationship Id="rId11" Type="http://schemas.openxmlformats.org/officeDocument/2006/relationships/image" Target="../media/image44.png"/><Relationship Id="rId10" Type="http://schemas.openxmlformats.org/officeDocument/2006/relationships/image" Target="../media/image43.png"/><Relationship Id="rId13" Type="http://schemas.openxmlformats.org/officeDocument/2006/relationships/image" Target="../media/image51.png"/><Relationship Id="rId12" Type="http://schemas.openxmlformats.org/officeDocument/2006/relationships/image" Target="../media/image47.png"/><Relationship Id="rId15" Type="http://schemas.openxmlformats.org/officeDocument/2006/relationships/image" Target="../media/image54.png"/><Relationship Id="rId14" Type="http://schemas.openxmlformats.org/officeDocument/2006/relationships/image" Target="../media/image52.png"/><Relationship Id="rId17" Type="http://schemas.openxmlformats.org/officeDocument/2006/relationships/image" Target="../media/image61.png"/><Relationship Id="rId16" Type="http://schemas.openxmlformats.org/officeDocument/2006/relationships/image" Target="../media/image58.png"/><Relationship Id="rId19" Type="http://schemas.openxmlformats.org/officeDocument/2006/relationships/image" Target="../media/image55.png"/><Relationship Id="rId18" Type="http://schemas.openxmlformats.org/officeDocument/2006/relationships/image" Target="../media/image59.png"/></Relationships>
</file>

<file path=ppt/slides/_rels/slide5.xml.rels><?xml version="1.0" encoding="UTF-8"?><Relationships xmlns="http://schemas.openxmlformats.org/package/2006/relationships"><Relationship Id="rId40" Type="http://schemas.openxmlformats.org/officeDocument/2006/relationships/image" Target="../media/image108.png"/><Relationship Id="rId20" Type="http://schemas.openxmlformats.org/officeDocument/2006/relationships/image" Target="../media/image86.png"/><Relationship Id="rId42" Type="http://schemas.openxmlformats.org/officeDocument/2006/relationships/image" Target="../media/image107.png"/><Relationship Id="rId41" Type="http://schemas.openxmlformats.org/officeDocument/2006/relationships/image" Target="../media/image106.png"/><Relationship Id="rId22" Type="http://schemas.openxmlformats.org/officeDocument/2006/relationships/image" Target="../media/image100.png"/><Relationship Id="rId21" Type="http://schemas.openxmlformats.org/officeDocument/2006/relationships/image" Target="../media/image98.png"/><Relationship Id="rId43" Type="http://schemas.openxmlformats.org/officeDocument/2006/relationships/image" Target="../media/image118.png"/><Relationship Id="rId24" Type="http://schemas.openxmlformats.org/officeDocument/2006/relationships/image" Target="../media/image90.png"/><Relationship Id="rId23"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6.png"/><Relationship Id="rId4" Type="http://schemas.openxmlformats.org/officeDocument/2006/relationships/image" Target="../media/image73.png"/><Relationship Id="rId9" Type="http://schemas.openxmlformats.org/officeDocument/2006/relationships/image" Target="../media/image75.png"/><Relationship Id="rId26" Type="http://schemas.openxmlformats.org/officeDocument/2006/relationships/image" Target="../media/image93.png"/><Relationship Id="rId25" Type="http://schemas.openxmlformats.org/officeDocument/2006/relationships/image" Target="../media/image92.png"/><Relationship Id="rId28" Type="http://schemas.openxmlformats.org/officeDocument/2006/relationships/image" Target="../media/image95.png"/><Relationship Id="rId27" Type="http://schemas.openxmlformats.org/officeDocument/2006/relationships/image" Target="../media/image94.png"/><Relationship Id="rId5" Type="http://schemas.openxmlformats.org/officeDocument/2006/relationships/image" Target="../media/image71.png"/><Relationship Id="rId6" Type="http://schemas.openxmlformats.org/officeDocument/2006/relationships/image" Target="../media/image72.png"/><Relationship Id="rId29" Type="http://schemas.openxmlformats.org/officeDocument/2006/relationships/image" Target="../media/image96.png"/><Relationship Id="rId7" Type="http://schemas.openxmlformats.org/officeDocument/2006/relationships/image" Target="../media/image74.png"/><Relationship Id="rId8" Type="http://schemas.openxmlformats.org/officeDocument/2006/relationships/image" Target="../media/image84.png"/><Relationship Id="rId31" Type="http://schemas.openxmlformats.org/officeDocument/2006/relationships/image" Target="../media/image99.png"/><Relationship Id="rId30" Type="http://schemas.openxmlformats.org/officeDocument/2006/relationships/image" Target="../media/image97.png"/><Relationship Id="rId11" Type="http://schemas.openxmlformats.org/officeDocument/2006/relationships/image" Target="../media/image77.png"/><Relationship Id="rId33" Type="http://schemas.openxmlformats.org/officeDocument/2006/relationships/image" Target="../media/image104.png"/><Relationship Id="rId10" Type="http://schemas.openxmlformats.org/officeDocument/2006/relationships/image" Target="../media/image81.png"/><Relationship Id="rId32" Type="http://schemas.openxmlformats.org/officeDocument/2006/relationships/image" Target="../media/image113.png"/><Relationship Id="rId13" Type="http://schemas.openxmlformats.org/officeDocument/2006/relationships/image" Target="../media/image78.png"/><Relationship Id="rId35" Type="http://schemas.openxmlformats.org/officeDocument/2006/relationships/image" Target="../media/image111.png"/><Relationship Id="rId12" Type="http://schemas.openxmlformats.org/officeDocument/2006/relationships/image" Target="../media/image88.png"/><Relationship Id="rId34" Type="http://schemas.openxmlformats.org/officeDocument/2006/relationships/image" Target="../media/image102.png"/><Relationship Id="rId15" Type="http://schemas.openxmlformats.org/officeDocument/2006/relationships/image" Target="../media/image80.png"/><Relationship Id="rId37" Type="http://schemas.openxmlformats.org/officeDocument/2006/relationships/image" Target="../media/image105.png"/><Relationship Id="rId14" Type="http://schemas.openxmlformats.org/officeDocument/2006/relationships/image" Target="../media/image79.png"/><Relationship Id="rId36" Type="http://schemas.openxmlformats.org/officeDocument/2006/relationships/image" Target="../media/image103.png"/><Relationship Id="rId17" Type="http://schemas.openxmlformats.org/officeDocument/2006/relationships/image" Target="../media/image89.png"/><Relationship Id="rId39" Type="http://schemas.openxmlformats.org/officeDocument/2006/relationships/image" Target="../media/image121.png"/><Relationship Id="rId16" Type="http://schemas.openxmlformats.org/officeDocument/2006/relationships/image" Target="../media/image85.png"/><Relationship Id="rId38" Type="http://schemas.openxmlformats.org/officeDocument/2006/relationships/image" Target="../media/image101.png"/><Relationship Id="rId19" Type="http://schemas.openxmlformats.org/officeDocument/2006/relationships/image" Target="../media/image87.png"/><Relationship Id="rId18" Type="http://schemas.openxmlformats.org/officeDocument/2006/relationships/image" Target="../media/image83.png"/></Relationships>
</file>

<file path=ppt/slides/_rels/slide6.xml.rels><?xml version="1.0" encoding="UTF-8"?><Relationships xmlns="http://schemas.openxmlformats.org/package/2006/relationships"><Relationship Id="rId40" Type="http://schemas.openxmlformats.org/officeDocument/2006/relationships/image" Target="../media/image157.png"/><Relationship Id="rId20" Type="http://schemas.openxmlformats.org/officeDocument/2006/relationships/image" Target="../media/image129.png"/><Relationship Id="rId42" Type="http://schemas.openxmlformats.org/officeDocument/2006/relationships/image" Target="../media/image158.png"/><Relationship Id="rId41" Type="http://schemas.openxmlformats.org/officeDocument/2006/relationships/image" Target="../media/image145.png"/><Relationship Id="rId22" Type="http://schemas.openxmlformats.org/officeDocument/2006/relationships/image" Target="../media/image133.png"/><Relationship Id="rId44" Type="http://schemas.openxmlformats.org/officeDocument/2006/relationships/image" Target="../media/image147.png"/><Relationship Id="rId21" Type="http://schemas.openxmlformats.org/officeDocument/2006/relationships/image" Target="../media/image130.png"/><Relationship Id="rId43" Type="http://schemas.openxmlformats.org/officeDocument/2006/relationships/image" Target="../media/image155.png"/><Relationship Id="rId24" Type="http://schemas.openxmlformats.org/officeDocument/2006/relationships/image" Target="../media/image131.png"/><Relationship Id="rId23" Type="http://schemas.openxmlformats.org/officeDocument/2006/relationships/image" Target="../media/image132.png"/><Relationship Id="rId45" Type="http://schemas.openxmlformats.org/officeDocument/2006/relationships/image" Target="../media/image150.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9.png"/><Relationship Id="rId4" Type="http://schemas.openxmlformats.org/officeDocument/2006/relationships/image" Target="../media/image110.png"/><Relationship Id="rId9" Type="http://schemas.openxmlformats.org/officeDocument/2006/relationships/image" Target="../media/image117.png"/><Relationship Id="rId26" Type="http://schemas.openxmlformats.org/officeDocument/2006/relationships/image" Target="../media/image134.png"/><Relationship Id="rId25" Type="http://schemas.openxmlformats.org/officeDocument/2006/relationships/image" Target="../media/image143.png"/><Relationship Id="rId28" Type="http://schemas.openxmlformats.org/officeDocument/2006/relationships/image" Target="../media/image140.png"/><Relationship Id="rId27" Type="http://schemas.openxmlformats.org/officeDocument/2006/relationships/image" Target="../media/image156.png"/><Relationship Id="rId5" Type="http://schemas.openxmlformats.org/officeDocument/2006/relationships/image" Target="../media/image112.png"/><Relationship Id="rId6" Type="http://schemas.openxmlformats.org/officeDocument/2006/relationships/image" Target="../media/image114.png"/><Relationship Id="rId29" Type="http://schemas.openxmlformats.org/officeDocument/2006/relationships/image" Target="../media/image136.png"/><Relationship Id="rId7" Type="http://schemas.openxmlformats.org/officeDocument/2006/relationships/image" Target="../media/image115.png"/><Relationship Id="rId8" Type="http://schemas.openxmlformats.org/officeDocument/2006/relationships/image" Target="../media/image116.png"/><Relationship Id="rId31" Type="http://schemas.openxmlformats.org/officeDocument/2006/relationships/image" Target="../media/image135.png"/><Relationship Id="rId30" Type="http://schemas.openxmlformats.org/officeDocument/2006/relationships/image" Target="../media/image142.png"/><Relationship Id="rId11" Type="http://schemas.openxmlformats.org/officeDocument/2006/relationships/image" Target="../media/image119.png"/><Relationship Id="rId33" Type="http://schemas.openxmlformats.org/officeDocument/2006/relationships/image" Target="../media/image139.png"/><Relationship Id="rId10" Type="http://schemas.openxmlformats.org/officeDocument/2006/relationships/image" Target="../media/image120.png"/><Relationship Id="rId32" Type="http://schemas.openxmlformats.org/officeDocument/2006/relationships/image" Target="../media/image138.png"/><Relationship Id="rId13" Type="http://schemas.openxmlformats.org/officeDocument/2006/relationships/image" Target="../media/image122.png"/><Relationship Id="rId35" Type="http://schemas.openxmlformats.org/officeDocument/2006/relationships/image" Target="../media/image146.png"/><Relationship Id="rId12" Type="http://schemas.openxmlformats.org/officeDocument/2006/relationships/image" Target="../media/image137.png"/><Relationship Id="rId34" Type="http://schemas.openxmlformats.org/officeDocument/2006/relationships/image" Target="../media/image141.png"/><Relationship Id="rId15" Type="http://schemas.openxmlformats.org/officeDocument/2006/relationships/image" Target="../media/image128.png"/><Relationship Id="rId37" Type="http://schemas.openxmlformats.org/officeDocument/2006/relationships/image" Target="../media/image153.png"/><Relationship Id="rId14" Type="http://schemas.openxmlformats.org/officeDocument/2006/relationships/image" Target="../media/image123.png"/><Relationship Id="rId36" Type="http://schemas.openxmlformats.org/officeDocument/2006/relationships/image" Target="../media/image166.png"/><Relationship Id="rId17" Type="http://schemas.openxmlformats.org/officeDocument/2006/relationships/image" Target="../media/image125.png"/><Relationship Id="rId39" Type="http://schemas.openxmlformats.org/officeDocument/2006/relationships/image" Target="../media/image152.png"/><Relationship Id="rId16" Type="http://schemas.openxmlformats.org/officeDocument/2006/relationships/image" Target="../media/image124.png"/><Relationship Id="rId38" Type="http://schemas.openxmlformats.org/officeDocument/2006/relationships/image" Target="../media/image144.png"/><Relationship Id="rId19" Type="http://schemas.openxmlformats.org/officeDocument/2006/relationships/image" Target="../media/image127.png"/><Relationship Id="rId18" Type="http://schemas.openxmlformats.org/officeDocument/2006/relationships/image" Target="../media/image126.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8.png"/><Relationship Id="rId4" Type="http://schemas.openxmlformats.org/officeDocument/2006/relationships/image" Target="../media/image151.png"/><Relationship Id="rId9" Type="http://schemas.openxmlformats.org/officeDocument/2006/relationships/image" Target="../media/image162.png"/><Relationship Id="rId5" Type="http://schemas.openxmlformats.org/officeDocument/2006/relationships/image" Target="../media/image149.png"/><Relationship Id="rId6" Type="http://schemas.openxmlformats.org/officeDocument/2006/relationships/image" Target="../media/image160.png"/><Relationship Id="rId7" Type="http://schemas.openxmlformats.org/officeDocument/2006/relationships/image" Target="../media/image154.png"/><Relationship Id="rId8" Type="http://schemas.openxmlformats.org/officeDocument/2006/relationships/image" Target="../media/image161.png"/><Relationship Id="rId11" Type="http://schemas.openxmlformats.org/officeDocument/2006/relationships/image" Target="../media/image163.png"/><Relationship Id="rId10" Type="http://schemas.openxmlformats.org/officeDocument/2006/relationships/image" Target="../media/image159.png"/><Relationship Id="rId13" Type="http://schemas.openxmlformats.org/officeDocument/2006/relationships/image" Target="../media/image165.png"/><Relationship Id="rId12" Type="http://schemas.openxmlformats.org/officeDocument/2006/relationships/image" Target="../media/image164.png"/><Relationship Id="rId15" Type="http://schemas.openxmlformats.org/officeDocument/2006/relationships/image" Target="../media/image167.png"/><Relationship Id="rId14" Type="http://schemas.openxmlformats.org/officeDocument/2006/relationships/image" Target="../media/image169.png"/><Relationship Id="rId16" Type="http://schemas.openxmlformats.org/officeDocument/2006/relationships/image" Target="../media/image170.png"/></Relationships>
</file>

<file path=ppt/slides/_rels/slide8.xml.rels><?xml version="1.0" encoding="UTF-8"?><Relationships xmlns="http://schemas.openxmlformats.org/package/2006/relationships"><Relationship Id="rId20" Type="http://schemas.openxmlformats.org/officeDocument/2006/relationships/image" Target="../media/image204.png"/><Relationship Id="rId22" Type="http://schemas.openxmlformats.org/officeDocument/2006/relationships/image" Target="../media/image185.png"/><Relationship Id="rId21" Type="http://schemas.openxmlformats.org/officeDocument/2006/relationships/image" Target="../media/image186.png"/><Relationship Id="rId24" Type="http://schemas.openxmlformats.org/officeDocument/2006/relationships/image" Target="../media/image208.png"/><Relationship Id="rId23" Type="http://schemas.openxmlformats.org/officeDocument/2006/relationships/image" Target="../media/image187.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2.png"/><Relationship Id="rId4" Type="http://schemas.openxmlformats.org/officeDocument/2006/relationships/image" Target="../media/image168.png"/><Relationship Id="rId9" Type="http://schemas.openxmlformats.org/officeDocument/2006/relationships/image" Target="../media/image174.png"/><Relationship Id="rId26" Type="http://schemas.openxmlformats.org/officeDocument/2006/relationships/image" Target="../media/image189.png"/><Relationship Id="rId25" Type="http://schemas.openxmlformats.org/officeDocument/2006/relationships/image" Target="../media/image192.png"/><Relationship Id="rId28" Type="http://schemas.openxmlformats.org/officeDocument/2006/relationships/image" Target="../media/image193.png"/><Relationship Id="rId27" Type="http://schemas.openxmlformats.org/officeDocument/2006/relationships/image" Target="../media/image191.png"/><Relationship Id="rId5" Type="http://schemas.openxmlformats.org/officeDocument/2006/relationships/image" Target="../media/image175.png"/><Relationship Id="rId6" Type="http://schemas.openxmlformats.org/officeDocument/2006/relationships/image" Target="../media/image171.png"/><Relationship Id="rId29" Type="http://schemas.openxmlformats.org/officeDocument/2006/relationships/image" Target="../media/image200.png"/><Relationship Id="rId7" Type="http://schemas.openxmlformats.org/officeDocument/2006/relationships/image" Target="../media/image177.png"/><Relationship Id="rId8" Type="http://schemas.openxmlformats.org/officeDocument/2006/relationships/image" Target="../media/image173.png"/><Relationship Id="rId30" Type="http://schemas.openxmlformats.org/officeDocument/2006/relationships/image" Target="../media/image197.png"/><Relationship Id="rId11" Type="http://schemas.openxmlformats.org/officeDocument/2006/relationships/image" Target="../media/image188.png"/><Relationship Id="rId10" Type="http://schemas.openxmlformats.org/officeDocument/2006/relationships/image" Target="../media/image176.png"/><Relationship Id="rId13" Type="http://schemas.openxmlformats.org/officeDocument/2006/relationships/image" Target="../media/image181.png"/><Relationship Id="rId12" Type="http://schemas.openxmlformats.org/officeDocument/2006/relationships/image" Target="../media/image178.png"/><Relationship Id="rId15" Type="http://schemas.openxmlformats.org/officeDocument/2006/relationships/image" Target="../media/image179.png"/><Relationship Id="rId14" Type="http://schemas.openxmlformats.org/officeDocument/2006/relationships/image" Target="../media/image180.png"/><Relationship Id="rId17" Type="http://schemas.openxmlformats.org/officeDocument/2006/relationships/image" Target="../media/image190.png"/><Relationship Id="rId16" Type="http://schemas.openxmlformats.org/officeDocument/2006/relationships/image" Target="../media/image182.png"/><Relationship Id="rId19" Type="http://schemas.openxmlformats.org/officeDocument/2006/relationships/image" Target="../media/image183.png"/><Relationship Id="rId18" Type="http://schemas.openxmlformats.org/officeDocument/2006/relationships/image" Target="../media/image184.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5.png"/><Relationship Id="rId4" Type="http://schemas.openxmlformats.org/officeDocument/2006/relationships/image" Target="../media/image194.png"/><Relationship Id="rId9" Type="http://schemas.openxmlformats.org/officeDocument/2006/relationships/image" Target="../media/image202.png"/><Relationship Id="rId5" Type="http://schemas.openxmlformats.org/officeDocument/2006/relationships/image" Target="../media/image196.png"/><Relationship Id="rId6" Type="http://schemas.openxmlformats.org/officeDocument/2006/relationships/image" Target="../media/image198.png"/><Relationship Id="rId7" Type="http://schemas.openxmlformats.org/officeDocument/2006/relationships/image" Target="../media/image201.png"/><Relationship Id="rId8" Type="http://schemas.openxmlformats.org/officeDocument/2006/relationships/image" Target="../media/image199.png"/><Relationship Id="rId11" Type="http://schemas.openxmlformats.org/officeDocument/2006/relationships/image" Target="../media/image207.png"/><Relationship Id="rId10" Type="http://schemas.openxmlformats.org/officeDocument/2006/relationships/image" Target="../media/image203.png"/><Relationship Id="rId13" Type="http://schemas.openxmlformats.org/officeDocument/2006/relationships/image" Target="../media/image206.png"/><Relationship Id="rId12" Type="http://schemas.openxmlformats.org/officeDocument/2006/relationships/image" Target="../media/image205.png"/><Relationship Id="rId15" Type="http://schemas.openxmlformats.org/officeDocument/2006/relationships/image" Target="../media/image211.png"/><Relationship Id="rId14" Type="http://schemas.openxmlformats.org/officeDocument/2006/relationships/image" Target="../media/image209.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3.png"/><Relationship Id="rId4" Type="http://schemas.openxmlformats.org/officeDocument/2006/relationships/image" Target="../media/image210.png"/><Relationship Id="rId9" Type="http://schemas.openxmlformats.org/officeDocument/2006/relationships/image" Target="../media/image216.png"/><Relationship Id="rId5" Type="http://schemas.openxmlformats.org/officeDocument/2006/relationships/image" Target="../media/image212.png"/><Relationship Id="rId6" Type="http://schemas.openxmlformats.org/officeDocument/2006/relationships/image" Target="../media/image226.png"/><Relationship Id="rId7" Type="http://schemas.openxmlformats.org/officeDocument/2006/relationships/image" Target="../media/image215.png"/><Relationship Id="rId8" Type="http://schemas.openxmlformats.org/officeDocument/2006/relationships/image" Target="../media/image214.png"/><Relationship Id="rId11" Type="http://schemas.openxmlformats.org/officeDocument/2006/relationships/image" Target="../media/image219.png"/><Relationship Id="rId10" Type="http://schemas.openxmlformats.org/officeDocument/2006/relationships/image" Target="../media/image213.png"/><Relationship Id="rId13" Type="http://schemas.openxmlformats.org/officeDocument/2006/relationships/image" Target="../media/image218.png"/><Relationship Id="rId12" Type="http://schemas.openxmlformats.org/officeDocument/2006/relationships/image" Target="../media/image217.png"/><Relationship Id="rId15" Type="http://schemas.openxmlformats.org/officeDocument/2006/relationships/image" Target="../media/image221.png"/><Relationship Id="rId14" Type="http://schemas.openxmlformats.org/officeDocument/2006/relationships/image" Target="../media/image222.png"/><Relationship Id="rId16" Type="http://schemas.openxmlformats.org/officeDocument/2006/relationships/image" Target="../media/image220.png"/></Relationships>
</file>

<file path=ppt/slides/_rels/slide11.xml.rels><?xml version="1.0" encoding="UTF-8"?><Relationships xmlns="http://schemas.openxmlformats.org/package/2006/relationships"><Relationship Id="rId20" Type="http://schemas.openxmlformats.org/officeDocument/2006/relationships/image" Target="../media/image239.png"/><Relationship Id="rId22" Type="http://schemas.openxmlformats.org/officeDocument/2006/relationships/image" Target="../media/image243.png"/><Relationship Id="rId21" Type="http://schemas.openxmlformats.org/officeDocument/2006/relationships/image" Target="../media/image242.png"/><Relationship Id="rId24" Type="http://schemas.openxmlformats.org/officeDocument/2006/relationships/image" Target="../media/image251.png"/><Relationship Id="rId23" Type="http://schemas.openxmlformats.org/officeDocument/2006/relationships/image" Target="../media/image244.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1.png"/><Relationship Id="rId4" Type="http://schemas.openxmlformats.org/officeDocument/2006/relationships/image" Target="../media/image224.png"/><Relationship Id="rId9" Type="http://schemas.openxmlformats.org/officeDocument/2006/relationships/image" Target="../media/image229.png"/><Relationship Id="rId26" Type="http://schemas.openxmlformats.org/officeDocument/2006/relationships/image" Target="../media/image245.png"/><Relationship Id="rId25" Type="http://schemas.openxmlformats.org/officeDocument/2006/relationships/image" Target="../media/image246.png"/><Relationship Id="rId5" Type="http://schemas.openxmlformats.org/officeDocument/2006/relationships/image" Target="../media/image225.png"/><Relationship Id="rId6" Type="http://schemas.openxmlformats.org/officeDocument/2006/relationships/image" Target="../media/image227.png"/><Relationship Id="rId7" Type="http://schemas.openxmlformats.org/officeDocument/2006/relationships/image" Target="../media/image230.png"/><Relationship Id="rId8" Type="http://schemas.openxmlformats.org/officeDocument/2006/relationships/image" Target="../media/image228.png"/><Relationship Id="rId11" Type="http://schemas.openxmlformats.org/officeDocument/2006/relationships/image" Target="../media/image232.png"/><Relationship Id="rId10" Type="http://schemas.openxmlformats.org/officeDocument/2006/relationships/image" Target="../media/image231.png"/><Relationship Id="rId13" Type="http://schemas.openxmlformats.org/officeDocument/2006/relationships/image" Target="../media/image234.png"/><Relationship Id="rId12" Type="http://schemas.openxmlformats.org/officeDocument/2006/relationships/image" Target="../media/image236.png"/><Relationship Id="rId15" Type="http://schemas.openxmlformats.org/officeDocument/2006/relationships/image" Target="../media/image248.png"/><Relationship Id="rId14" Type="http://schemas.openxmlformats.org/officeDocument/2006/relationships/image" Target="../media/image233.png"/><Relationship Id="rId17" Type="http://schemas.openxmlformats.org/officeDocument/2006/relationships/image" Target="../media/image237.png"/><Relationship Id="rId16" Type="http://schemas.openxmlformats.org/officeDocument/2006/relationships/image" Target="../media/image235.png"/><Relationship Id="rId19" Type="http://schemas.openxmlformats.org/officeDocument/2006/relationships/image" Target="../media/image240.png"/><Relationship Id="rId18" Type="http://schemas.openxmlformats.org/officeDocument/2006/relationships/image" Target="../media/image238.png"/></Relationships>
</file>

<file path=ppt/slides/_rels/slide12.xml.rels><?xml version="1.0" encoding="UTF-8"?><Relationships xmlns="http://schemas.openxmlformats.org/package/2006/relationships"><Relationship Id="rId20" Type="http://schemas.openxmlformats.org/officeDocument/2006/relationships/image" Target="../media/image263.png"/><Relationship Id="rId22" Type="http://schemas.openxmlformats.org/officeDocument/2006/relationships/image" Target="../media/image272.png"/><Relationship Id="rId21" Type="http://schemas.openxmlformats.org/officeDocument/2006/relationships/image" Target="../media/image264.png"/><Relationship Id="rId24" Type="http://schemas.openxmlformats.org/officeDocument/2006/relationships/image" Target="../media/image267.png"/><Relationship Id="rId23" Type="http://schemas.openxmlformats.org/officeDocument/2006/relationships/image" Target="../media/image265.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4.png"/><Relationship Id="rId4" Type="http://schemas.openxmlformats.org/officeDocument/2006/relationships/image" Target="../media/image247.png"/><Relationship Id="rId9" Type="http://schemas.openxmlformats.org/officeDocument/2006/relationships/image" Target="../media/image253.png"/><Relationship Id="rId26" Type="http://schemas.openxmlformats.org/officeDocument/2006/relationships/image" Target="../media/image268.png"/><Relationship Id="rId25" Type="http://schemas.openxmlformats.org/officeDocument/2006/relationships/image" Target="../media/image271.png"/><Relationship Id="rId5" Type="http://schemas.openxmlformats.org/officeDocument/2006/relationships/image" Target="../media/image250.png"/><Relationship Id="rId6" Type="http://schemas.openxmlformats.org/officeDocument/2006/relationships/image" Target="../media/image249.png"/><Relationship Id="rId7" Type="http://schemas.openxmlformats.org/officeDocument/2006/relationships/image" Target="../media/image255.png"/><Relationship Id="rId8" Type="http://schemas.openxmlformats.org/officeDocument/2006/relationships/image" Target="../media/image252.png"/><Relationship Id="rId11" Type="http://schemas.openxmlformats.org/officeDocument/2006/relationships/image" Target="../media/image257.png"/><Relationship Id="rId10" Type="http://schemas.openxmlformats.org/officeDocument/2006/relationships/image" Target="../media/image254.png"/><Relationship Id="rId13" Type="http://schemas.openxmlformats.org/officeDocument/2006/relationships/image" Target="../media/image262.png"/><Relationship Id="rId12" Type="http://schemas.openxmlformats.org/officeDocument/2006/relationships/image" Target="../media/image266.png"/><Relationship Id="rId15" Type="http://schemas.openxmlformats.org/officeDocument/2006/relationships/image" Target="../media/image256.png"/><Relationship Id="rId14" Type="http://schemas.openxmlformats.org/officeDocument/2006/relationships/image" Target="../media/image259.png"/><Relationship Id="rId17" Type="http://schemas.openxmlformats.org/officeDocument/2006/relationships/image" Target="../media/image260.png"/><Relationship Id="rId16" Type="http://schemas.openxmlformats.org/officeDocument/2006/relationships/image" Target="../media/image258.png"/><Relationship Id="rId19" Type="http://schemas.openxmlformats.org/officeDocument/2006/relationships/image" Target="../media/image278.png"/><Relationship Id="rId18" Type="http://schemas.openxmlformats.org/officeDocument/2006/relationships/image" Target="../media/image261.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0.png"/><Relationship Id="rId4" Type="http://schemas.openxmlformats.org/officeDocument/2006/relationships/image" Target="../media/image269.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79.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6.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80.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 xml:space="preserve">Sound Family /ear/; </a:t>
            </a:r>
            <a:br>
              <a:rPr lang="en-US" sz="3000"/>
            </a:br>
            <a:r>
              <a:rPr lang="en-US" sz="3000"/>
              <a:t>eer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87</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NL686-145F.png"/>
            <p:cNvPicPr preferRelativeResize="0"/>
            <p:nvPr/>
          </p:nvPicPr>
          <p:blipFill rotWithShape="1">
            <a:blip r:embed="rId3">
              <a:alphaModFix/>
            </a:blip>
            <a:srcRect b="0" l="79" r="69" t="0"/>
            <a:stretch/>
          </p:blipFill>
          <p:spPr>
            <a:xfrm rot="540305">
              <a:off x="6695728" y="3950203"/>
              <a:ext cx="1208040" cy="1709827"/>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4F.png"/>
            <p:cNvPicPr preferRelativeResize="0"/>
            <p:nvPr/>
          </p:nvPicPr>
          <p:blipFill rotWithShape="1">
            <a:blip r:embed="rId4">
              <a:alphaModFix/>
            </a:blip>
            <a:srcRect b="0" l="19" r="19" t="0"/>
            <a:stretch/>
          </p:blipFill>
          <p:spPr>
            <a:xfrm rot="-278018">
              <a:off x="5552278" y="3960008"/>
              <a:ext cx="1208038" cy="1709827"/>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{8419110B-DC36-4C27-8318-DB95279BF5A1}</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ir/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/e</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r/</a:t>
                      </a:r>
                      <a:endParaRPr sz="1600" u="none" cap="none" strike="noStrike">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Learn and </a:t>
            </a:r>
            <a:r>
              <a:rPr lang="en-US"/>
              <a:t>practise</a:t>
            </a:r>
            <a:r>
              <a:rPr lang="en-US"/>
              <a:t xml:space="preserve"> </a:t>
            </a:r>
            <a:r>
              <a:rPr lang="en-US">
                <a:solidFill>
                  <a:srgbClr val="8DC63F"/>
                </a:solidFill>
              </a:rPr>
              <a:t>/ear/</a:t>
            </a:r>
            <a:r>
              <a:rPr lang="en-US"/>
              <a:t xml:space="preserve"> sound family spelling patterns.</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4F.png"/>
          <p:cNvPicPr preferRelativeResize="0"/>
          <p:nvPr/>
        </p:nvPicPr>
        <p:blipFill rotWithShape="1">
          <a:blip r:embed="rId3">
            <a:alphaModFix/>
          </a:blip>
          <a:srcRect b="0" l="19" r="19" t="0"/>
          <a:stretch/>
        </p:blipFill>
        <p:spPr>
          <a:xfrm>
            <a:off x="995626" y="4101860"/>
            <a:ext cx="786850" cy="1113688"/>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60F.png"/>
          <p:cNvPicPr preferRelativeResize="0"/>
          <p:nvPr/>
        </p:nvPicPr>
        <p:blipFill rotWithShape="1">
          <a:blip r:embed="rId4">
            <a:alphaModFix/>
          </a:blip>
          <a:srcRect b="0" l="69" r="69" t="0"/>
          <a:stretch/>
        </p:blipFill>
        <p:spPr>
          <a:xfrm>
            <a:off x="2262506" y="4169988"/>
            <a:ext cx="813600" cy="977433"/>
          </a:xfrm>
          <a:prstGeom prst="rect">
            <a:avLst/>
          </a:prstGeom>
          <a:noFill/>
          <a:ln>
            <a:noFill/>
          </a:ln>
          <a:effectLst>
            <a:outerShdw blurRad="71438" rotWithShape="0" algn="bl" dir="5220000" dist="19050">
              <a:srgbClr val="D8D8D8"/>
            </a:outerShdw>
          </a:effectLst>
        </p:spPr>
      </p:pic>
      <p:sp>
        <p:nvSpPr>
          <p:cNvPr id="670" name="Google Shape;670;g2bee4f4af4b_0_204">
            <a:hlinkClick action="ppaction://hlinksldjump" r:id="rId5"/>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1" name="Google Shape;671;g2bee4f4af4b_0_204">
            <a:hlinkClick action="ppaction://hlinksldjump" r:id="rId6"/>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41b46f058c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78" name="Google Shape;678;g341b46f058c_0_1"/>
          <p:cNvGrpSpPr/>
          <p:nvPr/>
        </p:nvGrpSpPr>
        <p:grpSpPr>
          <a:xfrm>
            <a:off x="930400" y="2053244"/>
            <a:ext cx="7283200" cy="3724851"/>
            <a:chOff x="930400" y="2129444"/>
            <a:chExt cx="7283200" cy="3724851"/>
          </a:xfrm>
        </p:grpSpPr>
        <p:pic>
          <p:nvPicPr>
            <p:cNvPr id="679" name="Google Shape;679;g341b46f058c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0" name="Google Shape;680;g341b46f058c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1" name="Google Shape;681;g341b46f058c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2" name="Google Shape;682;g341b46f058c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3" name="Google Shape;683;g341b46f058c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1b46f058c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1b46f058c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46f058c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46f058c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46f058c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46f058c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46f058c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46f058c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46f058c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46f058c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46f058c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46f058c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46f058c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46f058c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46f058c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46f058c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46f058c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46f058c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41b46f058c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8" name="Google Shape;708;g341b46f058c_0_30"/>
          <p:cNvGrpSpPr/>
          <p:nvPr/>
        </p:nvGrpSpPr>
        <p:grpSpPr>
          <a:xfrm>
            <a:off x="930400" y="2053250"/>
            <a:ext cx="7283201" cy="2971674"/>
            <a:chOff x="930400" y="2129450"/>
            <a:chExt cx="7283201" cy="2971674"/>
          </a:xfrm>
        </p:grpSpPr>
        <p:pic>
          <p:nvPicPr>
            <p:cNvPr id="709" name="Google Shape;709;g341b46f058c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0" name="Google Shape;710;g341b46f058c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1" name="Google Shape;711;g341b46f058c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2" name="Google Shape;712;g341b46f058c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3" name="Google Shape;713;g341b46f058c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4" name="Google Shape;714;g341b46f058c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5" name="Google Shape;715;g341b46f058c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1b46f058c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7" name="Google Shape;717;g341b46f058c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8" name="Google Shape;718;g341b46f058c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19" name="Google Shape;719;g341b46f058c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1b46f058c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41b46f058c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2" name="Google Shape;722;g341b46f058c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3" name="Google Shape;723;g341b46f058c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4" name="Google Shape;724;g341b46f058c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1b46f058c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6" name="Google Shape;726;g341b46f058c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7" name="Google Shape;727;g341b46f058c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28" name="Google Shape;728;g341b46f058c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29" name="Google Shape;729;g341b46f058c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0" name="Google Shape;730;g341b46f058c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1b46f058c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46f058c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3" name="Google Shape;733;g341b46f058c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4" name="Google Shape;734;g341b46f058c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1b46f058c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36" name="Google Shape;736;g341b46f058c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37" name="Google Shape;737;g341b46f058c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41b46f058c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4" name="Google Shape;744;g341b46f058c_0_65"/>
          <p:cNvGrpSpPr/>
          <p:nvPr/>
        </p:nvGrpSpPr>
        <p:grpSpPr>
          <a:xfrm>
            <a:off x="930400" y="2053250"/>
            <a:ext cx="7283201" cy="2971674"/>
            <a:chOff x="930400" y="2053250"/>
            <a:chExt cx="7283201" cy="2971674"/>
          </a:xfrm>
        </p:grpSpPr>
        <p:pic>
          <p:nvPicPr>
            <p:cNvPr id="745" name="Google Shape;745;g341b46f058c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46" name="Google Shape;746;g341b46f058c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47" name="Google Shape;747;g341b46f058c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48" name="Google Shape;748;g341b46f058c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49" name="Google Shape;749;g341b46f058c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0" name="Google Shape;750;g341b46f058c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1" name="Google Shape;751;g341b46f058c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2" name="Google Shape;752;g341b46f058c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3" name="Google Shape;753;g341b46f058c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1b46f058c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5" name="Google Shape;755;g341b46f058c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56" name="Google Shape;756;g341b46f058c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46f058c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1b46f058c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59" name="Google Shape;759;g341b46f058c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0" name="Google Shape;760;g341b46f058c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1b46f058c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46f058c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46f058c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4" name="Google Shape;764;g341b46f058c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46f058c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1b46f058c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46f058c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68" name="Google Shape;768;g341b46f058c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69" name="Google Shape;769;g341b46f058c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0" name="Google Shape;770;g341b46f058c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1" name="Google Shape;771;g341b46f058c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2" name="Google Shape;772;g341b46f058c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b46f058c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b46f058c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5" name="Google Shape;775;g341b46f058c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6" name="Google Shape;776;g341b46f058c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41b46f058c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41b46f058c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b46f058c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0" name="Google Shape;780;g341b46f058c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b46f058c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2" name="Google Shape;782;g341b46f058c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41b46f058c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46f058c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1b46f058c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41b46f058c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1b46f058c_0_112"/>
          <p:cNvGrpSpPr/>
          <p:nvPr/>
        </p:nvGrpSpPr>
        <p:grpSpPr>
          <a:xfrm>
            <a:off x="855905" y="2053250"/>
            <a:ext cx="7272577" cy="3316697"/>
            <a:chOff x="855905" y="2053250"/>
            <a:chExt cx="7272577" cy="3316697"/>
          </a:xfrm>
        </p:grpSpPr>
        <p:pic>
          <p:nvPicPr>
            <p:cNvPr id="793" name="Google Shape;793;g341b46f058c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4" name="Google Shape;794;g341b46f058c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5" name="Google Shape;795;g341b46f058c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796" name="Google Shape;796;g341b46f058c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797" name="Google Shape;797;g341b46f058c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798" name="Google Shape;798;g341b46f058c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41b46f058c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0" name="Google Shape;800;g341b46f058c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1b46f058c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2" name="Google Shape;802;g341b46f058c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1b46f058c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41b46f058c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41b46f058c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46f058c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1b46f058c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46f058c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41b46f058c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0" name="Google Shape;810;g341b46f058c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1b46f058c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2" name="Google Shape;812;g341b46f058c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3" name="Google Shape;813;g341b46f058c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4" name="Google Shape;814;g341b46f058c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5" name="Google Shape;815;g341b46f058c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1b46f058c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17" name="Google Shape;817;g341b46f058c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41b46f058c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19" name="Google Shape;819;g341b46f058c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41b46f058c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341b46f058c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2" name="Google Shape;822;g341b46f058c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46f058c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1b46f058c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341b46f058c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26" name="Google Shape;826;g341b46f058c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41b46f058c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28" name="Google Shape;828;g341b46f058c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29" name="Google Shape;829;g341b46f058c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0" name="Google Shape;830;g341b46f058c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1" name="Google Shape;831;g341b46f058c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1b46f058c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3" name="Google Shape;833;g341b46f058c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4" name="Google Shape;834;g341b46f058c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35" name="Google Shape;835;g341b46f058c_0_112"/>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41b46f058c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2" name="Google Shape;842;g341b46f058c_0_163"/>
          <p:cNvGrpSpPr/>
          <p:nvPr/>
        </p:nvGrpSpPr>
        <p:grpSpPr>
          <a:xfrm>
            <a:off x="865957" y="2135925"/>
            <a:ext cx="7282807" cy="2686611"/>
            <a:chOff x="867357" y="2129450"/>
            <a:chExt cx="7282807" cy="2686611"/>
          </a:xfrm>
        </p:grpSpPr>
        <p:pic>
          <p:nvPicPr>
            <p:cNvPr id="843" name="Google Shape;843;g341b46f058c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4" name="Google Shape;844;g341b46f058c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5" name="Google Shape;845;g341b46f058c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6" name="Google Shape;846;g341b46f058c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47" name="Google Shape;847;g341b46f058c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48" name="Google Shape;848;g341b46f058c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49" name="Google Shape;849;g341b46f058c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0" name="Google Shape;850;g341b46f058c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1" name="Google Shape;851;g341b46f058c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2" name="Google Shape;852;g341b46f058c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3" name="Google Shape;853;g341b46f058c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4" name="Google Shape;854;g341b46f058c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5" name="Google Shape;855;g341b46f058c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6" name="Google Shape;856;g341b46f058c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41b46f058c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3" name="Google Shape;863;g341b46f058c_0_183"/>
          <p:cNvGrpSpPr/>
          <p:nvPr/>
        </p:nvGrpSpPr>
        <p:grpSpPr>
          <a:xfrm>
            <a:off x="866900" y="2143734"/>
            <a:ext cx="7281864" cy="2684601"/>
            <a:chOff x="868300" y="2129450"/>
            <a:chExt cx="7281864" cy="2684601"/>
          </a:xfrm>
        </p:grpSpPr>
        <p:pic>
          <p:nvPicPr>
            <p:cNvPr id="864" name="Google Shape;864;g341b46f058c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5" name="Google Shape;865;g341b46f058c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6" name="Google Shape;866;g341b46f058c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67" name="Google Shape;867;g341b46f058c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68" name="Google Shape;868;g341b46f058c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69" name="Google Shape;869;g341b46f058c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0" name="Google Shape;870;g341b46f058c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1" name="Google Shape;871;g341b46f058c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2" name="Google Shape;872;g341b46f058c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3" name="Google Shape;873;g341b46f058c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4" name="Google Shape;874;g341b46f058c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5" name="Google Shape;875;g341b46f058c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6" name="Google Shape;876;g341b46f058c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77" name="Google Shape;877;g341b46f058c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78" name="Google Shape;878;g341b46f058c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79" name="Google Shape;879;g341b46f058c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0" name="Google Shape;880;g341b46f058c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1" name="Google Shape;881;g341b46f058c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2" name="Google Shape;882;g341b46f058c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3" name="Google Shape;883;g341b46f058c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4" name="Google Shape;884;g341b46f058c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5" name="Google Shape;885;g341b46f058c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6" name="Google Shape;886;g341b46f058c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7" name="Google Shape;887;g341b46f058c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8" name="Google Shape;888;g341b46f058c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9" name="Google Shape;889;g341b46f058c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46f058c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1" name="Google Shape;891;g341b46f058c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41b46f058c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898" name="Google Shape;898;g341b46f058c_0_217"/>
          <p:cNvGrpSpPr/>
          <p:nvPr/>
        </p:nvGrpSpPr>
        <p:grpSpPr>
          <a:xfrm>
            <a:off x="868300" y="2129450"/>
            <a:ext cx="7281864" cy="2684601"/>
            <a:chOff x="868300" y="2053250"/>
            <a:chExt cx="7281864" cy="2684601"/>
          </a:xfrm>
        </p:grpSpPr>
        <p:pic>
          <p:nvPicPr>
            <p:cNvPr id="899" name="Google Shape;899;g341b46f058c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0" name="Google Shape;900;g341b46f058c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1" name="Google Shape;901;g341b46f058c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2" name="Google Shape;902;g341b46f058c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41b46f058c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4" name="Google Shape;904;g341b46f058c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5" name="Google Shape;905;g341b46f058c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6" name="Google Shape;906;g341b46f058c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7" name="Google Shape;907;g341b46f058c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08" name="Google Shape;908;g341b46f058c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09" name="Google Shape;909;g341b46f058c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0" name="Google Shape;910;g341b46f058c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1" name="Google Shape;911;g341b46f058c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41b46f058c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18" name="Google Shape;918;g341b46f058c_0_236"/>
          <p:cNvGrpSpPr/>
          <p:nvPr/>
        </p:nvGrpSpPr>
        <p:grpSpPr>
          <a:xfrm>
            <a:off x="868300" y="2129450"/>
            <a:ext cx="7281864" cy="2688001"/>
            <a:chOff x="868300" y="2129450"/>
            <a:chExt cx="7281864" cy="2688001"/>
          </a:xfrm>
        </p:grpSpPr>
        <p:pic>
          <p:nvPicPr>
            <p:cNvPr id="919" name="Google Shape;919;g341b46f058c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0" name="Google Shape;920;g341b46f058c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1" name="Google Shape;921;g341b46f058c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2" name="Google Shape;922;g341b46f058c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3" name="Google Shape;923;g341b46f058c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4" name="Google Shape;924;g341b46f058c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5" name="Google Shape;925;g341b46f058c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6" name="Google Shape;926;g341b46f058c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7" name="Google Shape;927;g341b46f058c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28" name="Google Shape;928;g341b46f058c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29" name="Google Shape;929;g341b46f058c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0" name="Google Shape;930;g341b46f058c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1" name="Google Shape;931;g341b46f058c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2" name="Google Shape;932;g341b46f058c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g341b46f058c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9" name="Google Shape;939;g341b46f058c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0" name="Google Shape;940;g341b46f058c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1" name="Google Shape;941;g341b46f058c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2" name="Google Shape;942;g341b46f058c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3" name="Google Shape;943;g341b46f058c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4" name="Google Shape;944;g341b46f058c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41b46f058c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6" name="Google Shape;946;g341b46f058c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7" name="Google Shape;947;g341b46f058c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8" name="Google Shape;948;g341b46f058c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49" name="Google Shape;949;g341b46f058c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0" name="Google Shape;950;g341b46f058c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1" name="Google Shape;951;g341b46f058c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2" name="Google Shape;952;g341b46f058c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41b46f058c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4" name="Google Shape;954;g341b46f058c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5" name="Google Shape;955;g341b46f058c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1b46f058c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41b46f058c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41b46f058c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41b46f058c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41b46f058c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1b46f058c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2" name="Google Shape;962;g341b46f058c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41b46f058c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69" name="Google Shape;969;g341b46f058c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0" name="Google Shape;970;g341b46f058c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1" name="Google Shape;971;g341b46f058c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2" name="Google Shape;972;g341b46f058c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41b46f058c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4" name="Google Shape;974;g341b46f058c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5" name="Google Shape;975;g341b46f058c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6" name="Google Shape;976;g341b46f058c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7" name="Google Shape;977;g341b46f058c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78" name="Google Shape;978;g341b46f058c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79" name="Google Shape;979;g341b46f058c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0" name="Google Shape;980;g341b46f058c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41b46f058c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2" name="Google Shape;982;g341b46f058c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46f058c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1b46f058c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41b46f058c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6" name="Google Shape;986;g341b46f058c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87" name="Google Shape;987;g341b46f058c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41b46f058c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1b46f058c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b46f058c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41b46f058c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2" name="Google Shape;992;g341b46f058c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41b46f058c_0_31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their parents</a:t>
            </a:r>
            <a:r>
              <a:rPr lang="en-US" sz="2000"/>
              <a:t>.</a:t>
            </a:r>
            <a:endParaRPr sz="2000"/>
          </a:p>
        </p:txBody>
      </p:sp>
      <p:pic>
        <p:nvPicPr>
          <p:cNvPr id="999" name="Google Shape;999;g341b46f058c_0_314" title="JNL687-108F.png"/>
          <p:cNvPicPr preferRelativeResize="0"/>
          <p:nvPr/>
        </p:nvPicPr>
        <p:blipFill rotWithShape="1">
          <a:blip r:embed="rId3">
            <a:alphaModFix/>
          </a:blip>
          <a:srcRect b="0" l="59" r="59" t="0"/>
          <a:stretch/>
        </p:blipFill>
        <p:spPr>
          <a:xfrm>
            <a:off x="867797" y="2125686"/>
            <a:ext cx="1147422" cy="819976"/>
          </a:xfrm>
          <a:prstGeom prst="rect">
            <a:avLst/>
          </a:prstGeom>
          <a:noFill/>
          <a:ln>
            <a:noFill/>
          </a:ln>
          <a:effectLst>
            <a:outerShdw blurRad="71438" rotWithShape="0" algn="bl" dir="5400000" dist="19050">
              <a:srgbClr val="000000">
                <a:alpha val="17650"/>
              </a:srgbClr>
            </a:outerShdw>
          </a:effectLst>
        </p:spPr>
      </p:pic>
      <p:pic>
        <p:nvPicPr>
          <p:cNvPr id="1000" name="Google Shape;1000;g341b46f058c_0_314" title="JNL687-109F.png"/>
          <p:cNvPicPr preferRelativeResize="0"/>
          <p:nvPr/>
        </p:nvPicPr>
        <p:blipFill rotWithShape="1">
          <a:blip r:embed="rId4">
            <a:alphaModFix/>
          </a:blip>
          <a:srcRect b="0" l="59" r="59"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07" name="Google Shape;1007;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08" name="Google Shape;1008;g2c186218c5a_0_25" title="JNL686-74F.png"/>
          <p:cNvPicPr preferRelativeResize="0"/>
          <p:nvPr/>
        </p:nvPicPr>
        <p:blipFill rotWithShape="1">
          <a:blip r:embed="rId3">
            <a:alphaModFix/>
          </a:blip>
          <a:srcRect b="0" l="19" r="29" t="0"/>
          <a:stretch/>
        </p:blipFill>
        <p:spPr>
          <a:xfrm>
            <a:off x="1360488" y="996300"/>
            <a:ext cx="2818850" cy="3989962"/>
          </a:xfrm>
          <a:prstGeom prst="rect">
            <a:avLst/>
          </a:prstGeom>
          <a:noFill/>
          <a:ln>
            <a:noFill/>
          </a:ln>
          <a:effectLst>
            <a:outerShdw blurRad="142875" rotWithShape="0" algn="bl" dir="5400000" dist="19050">
              <a:srgbClr val="000000">
                <a:alpha val="26666"/>
              </a:srgbClr>
            </a:outerShdw>
          </a:effectLst>
        </p:spPr>
      </p:pic>
      <p:sp>
        <p:nvSpPr>
          <p:cNvPr id="1009" name="Google Shape;1009;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0" name="Google Shape;1010;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1" name="Google Shape;1011;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r>
              <a:rPr b="0" i="0" lang="en-US" sz="5800" u="none" cap="none" strike="noStrike">
                <a:solidFill>
                  <a:srgbClr val="2356AF"/>
                </a:solidFill>
                <a:latin typeface="Jost"/>
                <a:ea typeface="Jost"/>
                <a:cs typeface="Jost"/>
                <a:sym typeface="Jost"/>
              </a:rPr>
              <a:t>d</a:t>
            </a:r>
            <a:endParaRPr b="0" i="0" sz="5800" u="none" cap="none" strike="noStrike">
              <a:solidFill>
                <a:srgbClr val="2356AF"/>
              </a:solidFill>
              <a:latin typeface="Jost"/>
              <a:ea typeface="Jost"/>
              <a:cs typeface="Jost"/>
              <a:sym typeface="Jost"/>
            </a:endParaRPr>
          </a:p>
        </p:txBody>
      </p:sp>
      <p:sp>
        <p:nvSpPr>
          <p:cNvPr id="1012" name="Google Shape;1012;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y</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3" name="Google Shape;1013;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20" name="Google Shape;1020;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21" name="Google Shape;1021;g2e5653a5c66_0_0" title="JNL686-145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22" name="Google Shape;1022;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23" name="Google Shape;1023;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c</a:t>
            </a:r>
            <a:r>
              <a:rPr b="0" i="0" lang="en-US" sz="4900" u="none" cap="none" strike="noStrike">
                <a:solidFill>
                  <a:srgbClr val="2356AF"/>
                </a:solidFill>
                <a:latin typeface="Poppins"/>
                <a:ea typeface="Poppins"/>
                <a:cs typeface="Poppins"/>
                <a:sym typeface="Poppins"/>
              </a:rPr>
              <a:t>a</a:t>
            </a:r>
            <a:r>
              <a:rPr b="0" i="0" lang="en-US" sz="5800" u="none" cap="none" strike="noStrike">
                <a:solidFill>
                  <a:srgbClr val="2356AF"/>
                </a:solidFill>
                <a:latin typeface="Jost"/>
                <a:ea typeface="Jost"/>
                <a:cs typeface="Jost"/>
                <a:sym typeface="Jost"/>
              </a:rPr>
              <a:t>r</a:t>
            </a:r>
            <a:r>
              <a:rPr b="0" i="0" lang="en-US" sz="5800" u="none" cap="none" strike="noStrike">
                <a:solidFill>
                  <a:srgbClr val="993FA2"/>
                </a:solidFill>
                <a:latin typeface="Jost"/>
                <a:ea typeface="Jost"/>
                <a:cs typeface="Jost"/>
                <a:sym typeface="Jost"/>
              </a:rPr>
              <a:t>eer</a:t>
            </a:r>
            <a:endParaRPr b="0" i="0" sz="5800" u="none" cap="none" strike="noStrike">
              <a:solidFill>
                <a:srgbClr val="993FA2"/>
              </a:solidFill>
              <a:latin typeface="Jost"/>
              <a:ea typeface="Jost"/>
              <a:cs typeface="Jost"/>
              <a:sym typeface="Jost"/>
            </a:endParaRPr>
          </a:p>
        </p:txBody>
      </p:sp>
      <p:sp>
        <p:nvSpPr>
          <p:cNvPr id="1024" name="Google Shape;1024;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d</a:t>
            </a:r>
            <a:r>
              <a:rPr b="0" i="0" lang="en-US" sz="5800" u="none" cap="none" strike="noStrike">
                <a:solidFill>
                  <a:srgbClr val="993FA2"/>
                </a:solidFill>
                <a:latin typeface="Jost"/>
                <a:ea typeface="Jost"/>
                <a:cs typeface="Jost"/>
                <a:sym typeface="Jost"/>
              </a:rPr>
              <a:t>eer</a:t>
            </a:r>
            <a:endParaRPr b="0" i="0" sz="5800" u="none" cap="none" strike="noStrike">
              <a:solidFill>
                <a:srgbClr val="993FA2"/>
              </a:solidFill>
              <a:latin typeface="Jost"/>
              <a:ea typeface="Jost"/>
              <a:cs typeface="Jost"/>
              <a:sym typeface="Jost"/>
            </a:endParaRPr>
          </a:p>
        </p:txBody>
      </p:sp>
      <p:sp>
        <p:nvSpPr>
          <p:cNvPr id="1025" name="Google Shape;1025;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engin</a:t>
            </a:r>
            <a:r>
              <a:rPr b="0" i="0" lang="en-US" sz="5800" u="none" cap="none" strike="noStrike">
                <a:solidFill>
                  <a:srgbClr val="993FA2"/>
                </a:solidFill>
                <a:latin typeface="Jost"/>
                <a:ea typeface="Jost"/>
                <a:cs typeface="Jost"/>
                <a:sym typeface="Jost"/>
              </a:rPr>
              <a:t>eer</a:t>
            </a:r>
            <a:endParaRPr b="0" i="0" sz="5800" u="none" cap="none" strike="noStrike">
              <a:solidFill>
                <a:srgbClr val="993FA2"/>
              </a:solidFill>
              <a:latin typeface="Jost"/>
              <a:ea typeface="Jost"/>
              <a:cs typeface="Jost"/>
              <a:sym typeface="Jost"/>
            </a:endParaRPr>
          </a:p>
        </p:txBody>
      </p:sp>
      <p:sp>
        <p:nvSpPr>
          <p:cNvPr id="1026" name="Google Shape;1026;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5.5, Lesson 82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33" name="Google Shape;1033;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g2e6b37b5403_0_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40" name="Google Shape;1040;g2e6b37b5403_0_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41" name="Google Shape;1041;g2e6b37b5403_0_9"/>
          <p:cNvSpPr/>
          <p:nvPr/>
        </p:nvSpPr>
        <p:spPr>
          <a:xfrm>
            <a:off x="3058788"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42" name="Google Shape;1042;g2e6b37b5403_0_9"/>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43" name="Google Shape;1043;g2e6b37b5403_0_9"/>
          <p:cNvSpPr txBox="1"/>
          <p:nvPr>
            <p:ph idx="4294967295" type="subTitle"/>
          </p:nvPr>
        </p:nvSpPr>
        <p:spPr>
          <a:xfrm>
            <a:off x="2489088"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p</a:t>
            </a:r>
            <a:endParaRPr b="0" i="0" sz="15000" u="none" cap="none" strike="noStrike">
              <a:solidFill>
                <a:srgbClr val="2356AF"/>
              </a:solidFill>
              <a:latin typeface="Jost"/>
              <a:ea typeface="Jost"/>
              <a:cs typeface="Jost"/>
              <a:sym typeface="Jost"/>
            </a:endParaRPr>
          </a:p>
        </p:txBody>
      </p:sp>
      <p:sp>
        <p:nvSpPr>
          <p:cNvPr id="1044" name="Google Shape;1044;g2e6b37b5403_0_9"/>
          <p:cNvSpPr txBox="1"/>
          <p:nvPr>
            <p:ph idx="4294967295" type="subTitle"/>
          </p:nvPr>
        </p:nvSpPr>
        <p:spPr>
          <a:xfrm>
            <a:off x="3502513" y="1308025"/>
            <a:ext cx="3152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eer</a:t>
            </a:r>
            <a:endParaRPr b="0" i="0" sz="15000" u="none" cap="none" strike="noStrike">
              <a:solidFill>
                <a:srgbClr val="993FA2"/>
              </a:solidFill>
              <a:latin typeface="Jost"/>
              <a:ea typeface="Jost"/>
              <a:cs typeface="Jost"/>
              <a:sym typeface="Jost"/>
            </a:endParaRPr>
          </a:p>
        </p:txBody>
      </p:sp>
      <p:sp>
        <p:nvSpPr>
          <p:cNvPr id="1045" name="Google Shape;1045;g2e6b37b5403_0_9"/>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6" name="Google Shape;1046;g2e6b37b5403_0_9"/>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7" name="Google Shape;1047;g2e6b37b5403_0_9"/>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8" name="Google Shape;1048;g2e6b37b5403_0_9"/>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9" name="Google Shape;1049;g2e6b37b5403_0_9"/>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0" name="Google Shape;1050;g2e6b37b5403_0_9"/>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1" name="Google Shape;1051;g2e6b37b5403_0_9"/>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2" name="Google Shape;1052;g2e6b37b5403_0_9"/>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53" name="Google Shape;1053;g2e6b37b5403_0_9"/>
          <p:cNvGrpSpPr/>
          <p:nvPr/>
        </p:nvGrpSpPr>
        <p:grpSpPr>
          <a:xfrm>
            <a:off x="-550" y="6984600"/>
            <a:ext cx="8596479" cy="808600"/>
            <a:chOff x="-550" y="6984600"/>
            <a:chExt cx="8596479" cy="808600"/>
          </a:xfrm>
        </p:grpSpPr>
        <p:sp>
          <p:nvSpPr>
            <p:cNvPr id="1054" name="Google Shape;1054;g2e6b37b5403_0_9"/>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55" name="Google Shape;1055;g2e6b37b5403_0_9"/>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56" name="Google Shape;1056;g2e6b37b5403_0_9"/>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57" name="Google Shape;1057;g2e6b37b5403_0_9"/>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8" name="Google Shape;1058;g2e6b37b5403_0_9"/>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9" name="Google Shape;1059;g2e6b37b5403_0_9"/>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60" name="Google Shape;1060;g2e6b37b5403_0_9"/>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61" name="Google Shape;1061;g2e6b37b5403_0_9"/>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62" name="Google Shape;1062;g2e6b37b5403_0_9"/>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63" name="Google Shape;1063;g2e6b37b5403_0_9"/>
          <p:cNvSpPr/>
          <p:nvPr/>
        </p:nvSpPr>
        <p:spPr>
          <a:xfrm>
            <a:off x="3933913" y="4011900"/>
            <a:ext cx="22896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70" name="Google Shape;1070;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71" name="Google Shape;1071;g2c4fb7f6616_1_0"/>
          <p:cNvSpPr/>
          <p:nvPr/>
        </p:nvSpPr>
        <p:spPr>
          <a:xfrm>
            <a:off x="3531263"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2" name="Google Shape;1072;g2c4fb7f6616_1_0"/>
          <p:cNvSpPr/>
          <p:nvPr/>
        </p:nvSpPr>
        <p:spPr>
          <a:xfrm>
            <a:off x="2814863"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73" name="Google Shape;1073;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74" name="Google Shape;1074;g2c4fb7f6616_1_0"/>
          <p:cNvSpPr txBox="1"/>
          <p:nvPr>
            <p:ph idx="4294967295" type="subTitle"/>
          </p:nvPr>
        </p:nvSpPr>
        <p:spPr>
          <a:xfrm>
            <a:off x="224521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s</a:t>
            </a:r>
            <a:endParaRPr b="0" i="0" sz="15000" u="none" cap="none" strike="noStrike">
              <a:solidFill>
                <a:srgbClr val="2356AF"/>
              </a:solidFill>
              <a:latin typeface="Jost"/>
              <a:ea typeface="Jost"/>
              <a:cs typeface="Jost"/>
              <a:sym typeface="Jost"/>
            </a:endParaRPr>
          </a:p>
        </p:txBody>
      </p:sp>
      <p:sp>
        <p:nvSpPr>
          <p:cNvPr id="1075" name="Google Shape;1075;g2c4fb7f6616_1_0"/>
          <p:cNvSpPr txBox="1"/>
          <p:nvPr>
            <p:ph idx="4294967295" type="subTitle"/>
          </p:nvPr>
        </p:nvSpPr>
        <p:spPr>
          <a:xfrm>
            <a:off x="296156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t</a:t>
            </a:r>
            <a:endParaRPr b="0" i="0" sz="15000" u="none" cap="none" strike="noStrike">
              <a:solidFill>
                <a:srgbClr val="2356AF"/>
              </a:solidFill>
              <a:latin typeface="Jost"/>
              <a:ea typeface="Jost"/>
              <a:cs typeface="Jost"/>
              <a:sym typeface="Jost"/>
            </a:endParaRPr>
          </a:p>
        </p:txBody>
      </p:sp>
      <p:sp>
        <p:nvSpPr>
          <p:cNvPr id="1076" name="Google Shape;1076;g2c4fb7f6616_1_0"/>
          <p:cNvSpPr txBox="1"/>
          <p:nvPr>
            <p:ph idx="4294967295" type="subTitle"/>
          </p:nvPr>
        </p:nvSpPr>
        <p:spPr>
          <a:xfrm>
            <a:off x="3822588" y="1308025"/>
            <a:ext cx="30762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eer</a:t>
            </a:r>
            <a:endParaRPr b="0" i="0" sz="15000" u="none" cap="none" strike="noStrike">
              <a:solidFill>
                <a:srgbClr val="993FA2"/>
              </a:solidFill>
              <a:latin typeface="Jost"/>
              <a:ea typeface="Jost"/>
              <a:cs typeface="Jost"/>
              <a:sym typeface="Jost"/>
            </a:endParaRPr>
          </a:p>
        </p:txBody>
      </p:sp>
      <p:sp>
        <p:nvSpPr>
          <p:cNvPr id="1077" name="Google Shape;1077;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8" name="Google Shape;1078;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9" name="Google Shape;1079;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0" name="Google Shape;1080;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1" name="Google Shape;1081;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2" name="Google Shape;1082;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3" name="Google Shape;1083;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4" name="Google Shape;1084;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85" name="Google Shape;1085;g2c4fb7f6616_1_0"/>
          <p:cNvGrpSpPr/>
          <p:nvPr/>
        </p:nvGrpSpPr>
        <p:grpSpPr>
          <a:xfrm>
            <a:off x="-550" y="6984600"/>
            <a:ext cx="8596479" cy="808600"/>
            <a:chOff x="-550" y="6984600"/>
            <a:chExt cx="8596479" cy="808600"/>
          </a:xfrm>
        </p:grpSpPr>
        <p:sp>
          <p:nvSpPr>
            <p:cNvPr id="1086" name="Google Shape;1086;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87" name="Google Shape;1087;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88" name="Google Shape;1088;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9" name="Google Shape;1089;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90" name="Google Shape;1090;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91" name="Google Shape;1091;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92" name="Google Shape;1092;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93" name="Google Shape;1093;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94" name="Google Shape;1094;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95" name="Google Shape;1095;g2c4fb7f6616_1_0"/>
          <p:cNvSpPr/>
          <p:nvPr/>
        </p:nvSpPr>
        <p:spPr>
          <a:xfrm>
            <a:off x="4255338" y="4011900"/>
            <a:ext cx="2210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02" name="Google Shape;1102;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9" name="Google Shape;1109;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0" name="Google Shape;1110;g26b641b03cd_0_204" title="JNL689-160B.png"/>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1" name="Google Shape;1111;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8" name="Google Shape;1118;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9" name="Google Shape;1119;g2c186218c5a_0_48" title="JNL689-160F.png"/>
          <p:cNvPicPr preferRelativeResize="0"/>
          <p:nvPr/>
        </p:nvPicPr>
        <p:blipFill rotWithShape="1">
          <a:blip r:embed="rId3">
            <a:alphaModFix/>
          </a:blip>
          <a:srcRect b="0" l="69" r="69"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20" name="Google Shape;1120;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7" name="Google Shape;1127;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28" name="Google Shape;1128;g1f3daf8a844_0_64"/>
          <p:cNvGrpSpPr/>
          <p:nvPr/>
        </p:nvGrpSpPr>
        <p:grpSpPr>
          <a:xfrm>
            <a:off x="3024000" y="209875"/>
            <a:ext cx="3096000" cy="454800"/>
            <a:chOff x="3024000" y="209875"/>
            <a:chExt cx="3096000" cy="454800"/>
          </a:xfrm>
        </p:grpSpPr>
        <p:sp>
          <p:nvSpPr>
            <p:cNvPr id="1129" name="Google Shape;1129;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30" name="Google Shape;1130;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31" name="Google Shape;1131;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32" name="Google Shape;1132;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33" name="Google Shape;1133;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34" name="Google Shape;1134;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35" name="Google Shape;1135;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36" name="Google Shape;1136;g1f3daf8a844_0_64"/>
          <p:cNvSpPr txBox="1"/>
          <p:nvPr/>
        </p:nvSpPr>
        <p:spPr>
          <a:xfrm>
            <a:off x="2119232" y="960050"/>
            <a:ext cx="11529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eer</a:t>
            </a:r>
            <a:endParaRPr b="0" i="0" sz="5500" u="none" cap="none" strike="noStrike">
              <a:solidFill>
                <a:srgbClr val="993FA2"/>
              </a:solidFill>
              <a:latin typeface="Jost"/>
              <a:ea typeface="Jost"/>
              <a:cs typeface="Jost"/>
              <a:sym typeface="Jost"/>
            </a:endParaRPr>
          </a:p>
        </p:txBody>
      </p:sp>
      <p:sp>
        <p:nvSpPr>
          <p:cNvPr id="1137" name="Google Shape;1137;g1f3daf8a844_0_64"/>
          <p:cNvSpPr txBox="1"/>
          <p:nvPr/>
        </p:nvSpPr>
        <p:spPr>
          <a:xfrm>
            <a:off x="5069009"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38" name="Google Shape;1138;g1f3daf8a844_0_64"/>
          <p:cNvSpPr txBox="1"/>
          <p:nvPr/>
        </p:nvSpPr>
        <p:spPr>
          <a:xfrm>
            <a:off x="1181072"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39" name="Google Shape;1139;g1f3daf8a844_0_64"/>
          <p:cNvSpPr txBox="1"/>
          <p:nvPr/>
        </p:nvSpPr>
        <p:spPr>
          <a:xfrm>
            <a:off x="413085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40" name="Google Shape;1140;g1f3daf8a844_0_64"/>
          <p:cNvSpPr txBox="1"/>
          <p:nvPr/>
        </p:nvSpPr>
        <p:spPr>
          <a:xfrm>
            <a:off x="6945355" y="1001047"/>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700" u="none" cap="none" strike="noStrike">
                <a:solidFill>
                  <a:srgbClr val="ED1C24"/>
                </a:solidFill>
                <a:latin typeface="Poppins"/>
                <a:ea typeface="Poppins"/>
                <a:cs typeface="Poppins"/>
                <a:sym typeface="Poppins"/>
              </a:rPr>
              <a:t>a</a:t>
            </a:r>
            <a:endParaRPr b="0" i="0" sz="4700" u="none" cap="none" strike="noStrike">
              <a:solidFill>
                <a:srgbClr val="ED1C24"/>
              </a:solidFill>
              <a:latin typeface="Poppins"/>
              <a:ea typeface="Poppins"/>
              <a:cs typeface="Poppins"/>
              <a:sym typeface="Poppins"/>
            </a:endParaRPr>
          </a:p>
        </p:txBody>
      </p:sp>
      <p:sp>
        <p:nvSpPr>
          <p:cNvPr id="1141" name="Google Shape;1141;g1f3daf8a844_0_64"/>
          <p:cNvSpPr txBox="1"/>
          <p:nvPr/>
        </p:nvSpPr>
        <p:spPr>
          <a:xfrm>
            <a:off x="233395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sh</a:t>
            </a:r>
            <a:endParaRPr b="0" i="0" sz="5500" u="none" cap="none" strike="noStrike">
              <a:solidFill>
                <a:srgbClr val="FFD400"/>
              </a:solidFill>
              <a:latin typeface="Jost"/>
              <a:ea typeface="Jost"/>
              <a:cs typeface="Jost"/>
              <a:sym typeface="Jost"/>
            </a:endParaRPr>
          </a:p>
        </p:txBody>
      </p:sp>
      <p:sp>
        <p:nvSpPr>
          <p:cNvPr id="1142" name="Google Shape;1142;g1f3daf8a844_0_64"/>
          <p:cNvSpPr txBox="1"/>
          <p:nvPr/>
        </p:nvSpPr>
        <p:spPr>
          <a:xfrm>
            <a:off x="579250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o</a:t>
            </a:r>
            <a:endParaRPr b="0" i="0" sz="5500" u="none" cap="none" strike="noStrike">
              <a:solidFill>
                <a:srgbClr val="ED1C24"/>
              </a:solidFill>
              <a:latin typeface="Jost"/>
              <a:ea typeface="Jost"/>
              <a:cs typeface="Jost"/>
              <a:sym typeface="Jost"/>
            </a:endParaRPr>
          </a:p>
        </p:txBody>
      </p:sp>
      <p:sp>
        <p:nvSpPr>
          <p:cNvPr id="1143" name="Google Shape;1143;g1f3daf8a844_0_64"/>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44" name="Google Shape;1144;g1f3daf8a844_0_64"/>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45" name="Google Shape;1145;g1f3daf8a844_0_64"/>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i</a:t>
            </a:r>
            <a:endParaRPr b="0" i="0" sz="5500" u="none" cap="none" strike="noStrike">
              <a:solidFill>
                <a:srgbClr val="ED1C24"/>
              </a:solidFill>
              <a:latin typeface="Jost"/>
              <a:ea typeface="Jost"/>
              <a:cs typeface="Jost"/>
              <a:sym typeface="Jost"/>
            </a:endParaRPr>
          </a:p>
        </p:txBody>
      </p:sp>
      <p:sp>
        <p:nvSpPr>
          <p:cNvPr id="1146" name="Google Shape;1146;g1f3daf8a844_0_64"/>
          <p:cNvSpPr txBox="1"/>
          <p:nvPr/>
        </p:nvSpPr>
        <p:spPr>
          <a:xfrm>
            <a:off x="319269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47" name="Google Shape;1147;g1f3daf8a844_0_64"/>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48" name="Google Shape;1148;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49" name="Google Shape;1149;g1f3daf8a844_0_64"/>
          <p:cNvSpPr txBox="1"/>
          <p:nvPr/>
        </p:nvSpPr>
        <p:spPr>
          <a:xfrm>
            <a:off x="600716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cxnSp>
        <p:nvCxnSpPr>
          <p:cNvPr id="1150" name="Google Shape;1150;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2e6b37b5403_0_4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7" name="Google Shape;1157;g2e6b37b5403_0_4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58" name="Google Shape;1158;g2e6b37b5403_0_45"/>
          <p:cNvGrpSpPr/>
          <p:nvPr/>
        </p:nvGrpSpPr>
        <p:grpSpPr>
          <a:xfrm>
            <a:off x="3024000" y="209875"/>
            <a:ext cx="3096000" cy="454800"/>
            <a:chOff x="3024000" y="209875"/>
            <a:chExt cx="3096000" cy="454800"/>
          </a:xfrm>
        </p:grpSpPr>
        <p:sp>
          <p:nvSpPr>
            <p:cNvPr id="1159" name="Google Shape;1159;g2e6b37b5403_0_45"/>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0" name="Google Shape;1160;g2e6b37b5403_0_45"/>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61" name="Google Shape;1161;g2e6b37b5403_0_45"/>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62" name="Google Shape;1162;g2e6b37b5403_0_45"/>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63" name="Google Shape;1163;g2e6b37b5403_0_45"/>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4" name="Google Shape;1164;g2e6b37b5403_0_45"/>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5" name="Google Shape;1165;g2e6b37b5403_0_45"/>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66" name="Google Shape;1166;g2e6b37b5403_0_45"/>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67" name="Google Shape;1167;g2e6b37b5403_0_45"/>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cheer peer steer c</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reer sheer deer pioneer</a:t>
            </a:r>
            <a:endParaRPr b="0" i="0" sz="1800" u="none" cap="none" strike="noStrike">
              <a:solidFill>
                <a:srgbClr val="B7B7B7"/>
              </a:solidFill>
              <a:latin typeface="Jost"/>
              <a:ea typeface="Jost"/>
              <a:cs typeface="Jost"/>
              <a:sym typeface="Jost"/>
            </a:endParaRPr>
          </a:p>
        </p:txBody>
      </p:sp>
      <p:sp>
        <p:nvSpPr>
          <p:cNvPr id="1168" name="Google Shape;1168;g2e6b37b5403_0_45"/>
          <p:cNvSpPr txBox="1"/>
          <p:nvPr/>
        </p:nvSpPr>
        <p:spPr>
          <a:xfrm>
            <a:off x="2119232" y="960050"/>
            <a:ext cx="11529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eer</a:t>
            </a:r>
            <a:endParaRPr b="0" i="0" sz="5500" u="none" cap="none" strike="noStrike">
              <a:solidFill>
                <a:srgbClr val="993FA2"/>
              </a:solidFill>
              <a:latin typeface="Jost"/>
              <a:ea typeface="Jost"/>
              <a:cs typeface="Jost"/>
              <a:sym typeface="Jost"/>
            </a:endParaRPr>
          </a:p>
        </p:txBody>
      </p:sp>
      <p:sp>
        <p:nvSpPr>
          <p:cNvPr id="1169" name="Google Shape;1169;g2e6b37b5403_0_45"/>
          <p:cNvSpPr txBox="1"/>
          <p:nvPr/>
        </p:nvSpPr>
        <p:spPr>
          <a:xfrm>
            <a:off x="5069009"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70" name="Google Shape;1170;g2e6b37b5403_0_45"/>
          <p:cNvSpPr txBox="1"/>
          <p:nvPr/>
        </p:nvSpPr>
        <p:spPr>
          <a:xfrm>
            <a:off x="1181072"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71" name="Google Shape;1171;g2e6b37b5403_0_45"/>
          <p:cNvSpPr txBox="1"/>
          <p:nvPr/>
        </p:nvSpPr>
        <p:spPr>
          <a:xfrm>
            <a:off x="413085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cxnSp>
        <p:nvCxnSpPr>
          <p:cNvPr id="1172" name="Google Shape;1172;g2e6b37b5403_0_45"/>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73" name="Google Shape;1173;g2e6b37b5403_0_45"/>
          <p:cNvSpPr txBox="1"/>
          <p:nvPr/>
        </p:nvSpPr>
        <p:spPr>
          <a:xfrm>
            <a:off x="233395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sh</a:t>
            </a:r>
            <a:endParaRPr b="0" i="0" sz="5500" u="none" cap="none" strike="noStrike">
              <a:solidFill>
                <a:srgbClr val="FFD400"/>
              </a:solidFill>
              <a:latin typeface="Jost"/>
              <a:ea typeface="Jost"/>
              <a:cs typeface="Jost"/>
              <a:sym typeface="Jost"/>
            </a:endParaRPr>
          </a:p>
        </p:txBody>
      </p:sp>
      <p:sp>
        <p:nvSpPr>
          <p:cNvPr id="1174" name="Google Shape;1174;g2e6b37b5403_0_45"/>
          <p:cNvSpPr txBox="1"/>
          <p:nvPr/>
        </p:nvSpPr>
        <p:spPr>
          <a:xfrm>
            <a:off x="579250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o</a:t>
            </a:r>
            <a:endParaRPr b="0" i="0" sz="5500" u="none" cap="none" strike="noStrike">
              <a:solidFill>
                <a:srgbClr val="ED1C24"/>
              </a:solidFill>
              <a:latin typeface="Jost"/>
              <a:ea typeface="Jost"/>
              <a:cs typeface="Jost"/>
              <a:sym typeface="Jost"/>
            </a:endParaRPr>
          </a:p>
        </p:txBody>
      </p:sp>
      <p:sp>
        <p:nvSpPr>
          <p:cNvPr id="1175" name="Google Shape;1175;g2e6b37b5403_0_45"/>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76" name="Google Shape;1176;g2e6b37b5403_0_45"/>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77" name="Google Shape;1177;g2e6b37b5403_0_45"/>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i</a:t>
            </a:r>
            <a:endParaRPr b="0" i="0" sz="5500" u="none" cap="none" strike="noStrike">
              <a:solidFill>
                <a:srgbClr val="ED1C24"/>
              </a:solidFill>
              <a:latin typeface="Jost"/>
              <a:ea typeface="Jost"/>
              <a:cs typeface="Jost"/>
              <a:sym typeface="Jost"/>
            </a:endParaRPr>
          </a:p>
        </p:txBody>
      </p:sp>
      <p:sp>
        <p:nvSpPr>
          <p:cNvPr id="1178" name="Google Shape;1178;g2e6b37b5403_0_45"/>
          <p:cNvSpPr txBox="1"/>
          <p:nvPr/>
        </p:nvSpPr>
        <p:spPr>
          <a:xfrm>
            <a:off x="319269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79" name="Google Shape;1179;g2e6b37b5403_0_45"/>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80" name="Google Shape;1180;g2e6b37b5403_0_4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81" name="Google Shape;1181;g2e6b37b5403_0_45"/>
          <p:cNvSpPr txBox="1"/>
          <p:nvPr/>
        </p:nvSpPr>
        <p:spPr>
          <a:xfrm>
            <a:off x="600716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82" name="Google Shape;1182;g2e6b37b5403_0_45"/>
          <p:cNvSpPr txBox="1"/>
          <p:nvPr/>
        </p:nvSpPr>
        <p:spPr>
          <a:xfrm>
            <a:off x="6945355" y="1001047"/>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700" u="none" cap="none" strike="noStrike">
                <a:solidFill>
                  <a:srgbClr val="ED1C24"/>
                </a:solidFill>
                <a:latin typeface="Poppins"/>
                <a:ea typeface="Poppins"/>
                <a:cs typeface="Poppins"/>
                <a:sym typeface="Poppins"/>
              </a:rPr>
              <a:t>a</a:t>
            </a:r>
            <a:endParaRPr b="0" i="0" sz="4700" u="none" cap="none" strike="noStrike">
              <a:solidFill>
                <a:srgbClr val="ED1C24"/>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/ear/; ere - Lesson 88</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3" name="Shape 119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