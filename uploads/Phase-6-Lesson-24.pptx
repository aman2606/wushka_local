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T/cAlt9FW+8eaQU8fsnIVxPOV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B8C929-1404-4085-BDE2-92EF811B1FDD}">
  <a:tblStyle styleId="{A0B8C929-1404-4085-BDE2-92EF811B1FD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7" name="Google Shape;65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3" name="Google Shape;66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4" name="Google Shape;66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73c70d0e6d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73c70d0e6d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273c70d0e6d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73c70d0e6d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73c70d0e6d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73c70d0e6d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ee8d1a790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ee8d1a790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ee8d1a790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74c6ffaa28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74c6ffaa28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74c6ffaa28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ee8d1a7906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ee8d1a7906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ee8d1a7906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74c6ffaa28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74c6ffaa28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74c6ffaa28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74c6ffaa28_0_9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g274c6ffaa28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274c6ffaa28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273c70d0e6d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7" name="Google Shape;1167;g273c70d0e6d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8" name="Google Shape;1168;g273c70d0e6d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187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90375"/>
            <a:ext cx="4612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Comparative Adjective </a:t>
            </a:r>
            <a:r>
              <a:rPr lang="en-US" sz="1600" b="0" i="0" u="none" strike="noStrike" cap="none">
                <a:solidFill>
                  <a:srgbClr val="000000"/>
                </a:solidFill>
                <a:latin typeface="Poppins"/>
                <a:ea typeface="Poppins"/>
                <a:cs typeface="Poppins"/>
                <a:sym typeface="Poppins"/>
              </a:rPr>
              <a:t>- an adjective used to say that something is more of a certain quality / adjective than something else.</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Superlative Adjective </a:t>
            </a:r>
            <a:r>
              <a:rPr lang="en-US" sz="1600" b="0" i="0" u="none" strike="noStrike" cap="none">
                <a:solidFill>
                  <a:srgbClr val="000000"/>
                </a:solidFill>
                <a:latin typeface="Poppins"/>
                <a:ea typeface="Poppins"/>
                <a:cs typeface="Poppins"/>
                <a:sym typeface="Poppins"/>
              </a:rPr>
              <a:t>- an adjective used to say that something is the most of a certain quality / adjective than something else.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 -est suffix</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5 - Thursday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24</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-est suffix</a:t>
            </a:r>
            <a:endParaRPr sz="3000"/>
          </a:p>
        </p:txBody>
      </p:sp>
      <p:graphicFrame>
        <p:nvGraphicFramePr>
          <p:cNvPr id="652" name="Google Shape;652;p1"/>
          <p:cNvGraphicFramePr/>
          <p:nvPr/>
        </p:nvGraphicFramePr>
        <p:xfrm>
          <a:off x="4844200" y="1891197"/>
          <a:ext cx="3785000" cy="1678950"/>
        </p:xfrm>
        <a:graphic>
          <a:graphicData uri="http://schemas.openxmlformats.org/drawingml/2006/table">
            <a:tbl>
              <a:tblPr firstRow="1" bandRow="1">
                <a:noFill/>
                <a:tableStyleId>{A0B8C929-1404-4085-BDE2-92EF811B1FDD}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-est</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3" name="Google Shape;653;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24</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and practise suffix </a:t>
            </a:r>
            <a:r>
              <a:rPr lang="en-US">
                <a:solidFill>
                  <a:srgbClr val="2356AF"/>
                </a:solidFill>
              </a:rPr>
              <a:t>-est.</a:t>
            </a:r>
            <a:endParaRPr>
              <a:solidFill>
                <a:srgbClr val="2356AF"/>
              </a:solidFill>
            </a:endParaRPr>
          </a:p>
        </p:txBody>
      </p:sp>
      <p:sp>
        <p:nvSpPr>
          <p:cNvPr id="660" name="Google Shape;660;g2bee4f4af4b_0_204"/>
          <p:cNvSpPr txBox="1">
            <a:spLocks noGrp="1"/>
          </p:cNvSpPr>
          <p:nvPr>
            <p:ph type="body" idx="2"/>
          </p:nvPr>
        </p:nvSpPr>
        <p:spPr>
          <a:xfrm>
            <a:off x="3649025" y="2393250"/>
            <a:ext cx="47073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a:t>
            </a:r>
            <a:r>
              <a:rPr lang="en-US">
                <a:solidFill>
                  <a:srgbClr val="2356AF"/>
                </a:solidFill>
              </a:rPr>
              <a:t> 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g26b641b03cd_0_165"/>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7" name="Google Shape;667;g26b641b03cd_0_165"/>
          <p:cNvGrpSpPr/>
          <p:nvPr/>
        </p:nvGrpSpPr>
        <p:grpSpPr>
          <a:xfrm>
            <a:off x="854200" y="2053244"/>
            <a:ext cx="7283200" cy="3724851"/>
            <a:chOff x="930400" y="2129444"/>
            <a:chExt cx="7283200" cy="3724851"/>
          </a:xfrm>
        </p:grpSpPr>
        <p:pic>
          <p:nvPicPr>
            <p:cNvPr id="668" name="Google Shape;66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69" name="Google Shape;66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g26b7edf6e71_0_26"/>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7" name="Google Shape;697;g26b7edf6e71_0_26"/>
          <p:cNvGrpSpPr/>
          <p:nvPr/>
        </p:nvGrpSpPr>
        <p:grpSpPr>
          <a:xfrm>
            <a:off x="854200" y="2053250"/>
            <a:ext cx="7283201" cy="2971674"/>
            <a:chOff x="930400" y="2129450"/>
            <a:chExt cx="7283201" cy="2971674"/>
          </a:xfrm>
        </p:grpSpPr>
        <p:pic>
          <p:nvPicPr>
            <p:cNvPr id="698" name="Google Shape;69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699" name="Google Shape;69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0" name="Google Shape;70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8" name="Google Shape;70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5" name="Google Shape;71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c298da1f27_0_417"/>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c298da1f27_0_417"/>
          <p:cNvGrpSpPr/>
          <p:nvPr/>
        </p:nvGrpSpPr>
        <p:grpSpPr>
          <a:xfrm>
            <a:off x="854200" y="2053250"/>
            <a:ext cx="7283201" cy="2971674"/>
            <a:chOff x="930400" y="2053250"/>
            <a:chExt cx="7283201" cy="2971674"/>
          </a:xfrm>
        </p:grpSpPr>
        <p:pic>
          <p:nvPicPr>
            <p:cNvPr id="734" name="Google Shape;734;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5" name="Google Shape;735;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39" name="Google Shape;739;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cdbdd49f8e_0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1" name="Google Shape;781;g2cdbdd49f8e_0_0"/>
          <p:cNvGrpSpPr/>
          <p:nvPr/>
        </p:nvGrpSpPr>
        <p:grpSpPr>
          <a:xfrm>
            <a:off x="779705" y="2053250"/>
            <a:ext cx="7272577" cy="3316697"/>
            <a:chOff x="855905" y="2053250"/>
            <a:chExt cx="7272577" cy="3316697"/>
          </a:xfrm>
        </p:grpSpPr>
        <p:pic>
          <p:nvPicPr>
            <p:cNvPr id="782" name="Google Shape;782;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3" name="Google Shape;783;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7" name="Google Shape;817;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a1f27_1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3" name="Google Shape;833;g2c298da1f27_1_0"/>
          <p:cNvGrpSpPr/>
          <p:nvPr/>
        </p:nvGrpSpPr>
        <p:grpSpPr>
          <a:xfrm>
            <a:off x="854868" y="2129450"/>
            <a:ext cx="7281864" cy="2688001"/>
            <a:chOff x="868300" y="2129450"/>
            <a:chExt cx="7281864" cy="2688001"/>
          </a:xfrm>
        </p:grpSpPr>
        <p:pic>
          <p:nvPicPr>
            <p:cNvPr id="834" name="Google Shape;834;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5" name="Google Shape;835;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2" name="Google Shape;842;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5" name="Google Shape;855;g2ce66866dac_0_1153"/>
          <p:cNvSpPr txBox="1"/>
          <p:nvPr/>
        </p:nvSpPr>
        <p:spPr>
          <a:xfrm>
            <a:off x="1262000" y="1475175"/>
            <a:ext cx="68595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600" b="0" i="0" u="none" strike="noStrike" cap="none">
                <a:solidFill>
                  <a:schemeClr val="dk1"/>
                </a:solidFill>
                <a:latin typeface="Poppins"/>
                <a:ea typeface="Poppins"/>
                <a:cs typeface="Poppins"/>
                <a:sym typeface="Poppins"/>
              </a:rPr>
              <a:t>When suffix </a:t>
            </a:r>
            <a:r>
              <a:rPr lang="en-US" sz="2600" b="0" i="0" u="none" strike="noStrike" cap="none">
                <a:solidFill>
                  <a:srgbClr val="2356AF"/>
                </a:solidFill>
                <a:latin typeface="Poppins"/>
                <a:ea typeface="Poppins"/>
                <a:cs typeface="Poppins"/>
                <a:sym typeface="Poppins"/>
              </a:rPr>
              <a:t>-est</a:t>
            </a:r>
            <a:r>
              <a:rPr lang="en-US" sz="2600" b="0" i="0" u="none" strike="noStrike" cap="none">
                <a:solidFill>
                  <a:schemeClr val="dk1"/>
                </a:solidFill>
                <a:latin typeface="Poppins"/>
                <a:ea typeface="Poppins"/>
                <a:cs typeface="Poppins"/>
                <a:sym typeface="Poppins"/>
              </a:rPr>
              <a:t> is added to the end of an adjective, the adjective changes to a superlative adjective. </a:t>
            </a:r>
            <a:endParaRPr sz="26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6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600" b="0" i="0" u="none" strike="noStrike" cap="none">
                <a:solidFill>
                  <a:schemeClr val="dk1"/>
                </a:solidFill>
                <a:latin typeface="Poppins"/>
                <a:ea typeface="Poppins"/>
                <a:cs typeface="Poppins"/>
                <a:sym typeface="Poppins"/>
              </a:rPr>
              <a:t>A superlative adjective is an adjective used to say that something is the most of a certain quality / adjective than something else.</a:t>
            </a:r>
            <a:endParaRPr sz="26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2" name="Google Shape;862;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625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either just add suffix, double consonant, 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or drop </a:t>
            </a:r>
            <a:r>
              <a:rPr lang="en-US" sz="2200" b="0" i="0" u="none" strike="noStrike" cap="none">
                <a:solidFill>
                  <a:srgbClr val="8DC63F"/>
                </a:solidFill>
                <a:latin typeface="Poppins"/>
                <a:ea typeface="Poppins"/>
                <a:cs typeface="Poppins"/>
                <a:sym typeface="Poppins"/>
              </a:rPr>
              <a:t>e</a:t>
            </a:r>
            <a:endParaRPr sz="2200" b="0" i="0" u="none" strike="noStrike" cap="none">
              <a:solidFill>
                <a:srgbClr val="8DC63F"/>
              </a:solidFill>
              <a:latin typeface="Poppins"/>
              <a:ea typeface="Poppins"/>
              <a:cs typeface="Poppins"/>
              <a:sym typeface="Poppins"/>
            </a:endParaRPr>
          </a:p>
        </p:txBody>
      </p:sp>
      <p:sp>
        <p:nvSpPr>
          <p:cNvPr id="863" name="Google Shape;863;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4" name="Google Shape;864;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5" name="Google Shape;865;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long</a:t>
            </a:r>
            <a:endParaRPr sz="8000" b="0" i="0" u="none" strike="noStrike" cap="none">
              <a:solidFill>
                <a:srgbClr val="000000"/>
              </a:solidFill>
              <a:latin typeface="Jost"/>
              <a:ea typeface="Jost"/>
              <a:cs typeface="Jost"/>
              <a:sym typeface="Jost"/>
            </a:endParaRPr>
          </a:p>
        </p:txBody>
      </p:sp>
      <p:sp>
        <p:nvSpPr>
          <p:cNvPr id="866" name="Google Shape;866;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long</a:t>
            </a:r>
            <a:r>
              <a:rPr lang="en-US" sz="8000" b="0" i="0" u="none" strike="noStrike" cap="none">
                <a:solidFill>
                  <a:srgbClr val="2356AF"/>
                </a:solidFill>
                <a:latin typeface="Jost"/>
                <a:ea typeface="Jost"/>
                <a:cs typeface="Jost"/>
                <a:sym typeface="Jost"/>
              </a:rPr>
              <a:t>est</a:t>
            </a:r>
            <a:endParaRPr sz="8000" b="0" i="0" u="none" strike="noStrike" cap="none">
              <a:solidFill>
                <a:srgbClr val="2356AF"/>
              </a:solidFill>
              <a:latin typeface="Jost"/>
              <a:ea typeface="Jost"/>
              <a:cs typeface="Jost"/>
              <a:sym typeface="Jost"/>
            </a:endParaRPr>
          </a:p>
        </p:txBody>
      </p:sp>
      <p:cxnSp>
        <p:nvCxnSpPr>
          <p:cNvPr id="867" name="Google Shape;867;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73c70d0e6d_0_5"/>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73c70d0e6d_0_5"/>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625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either just add suffix, double consonant, 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or drop </a:t>
            </a:r>
            <a:r>
              <a:rPr lang="en-US" sz="2200" b="0" i="0" u="none" strike="noStrike" cap="none">
                <a:solidFill>
                  <a:srgbClr val="8DC63F"/>
                </a:solidFill>
                <a:latin typeface="Poppins"/>
                <a:ea typeface="Poppins"/>
                <a:cs typeface="Poppins"/>
                <a:sym typeface="Poppins"/>
              </a:rPr>
              <a:t>e</a:t>
            </a:r>
            <a:endParaRPr sz="2200" b="0" i="0" u="none" strike="noStrike" cap="none">
              <a:solidFill>
                <a:srgbClr val="8DC63F"/>
              </a:solidFill>
              <a:latin typeface="Poppins"/>
              <a:ea typeface="Poppins"/>
              <a:cs typeface="Poppins"/>
              <a:sym typeface="Poppins"/>
            </a:endParaRPr>
          </a:p>
        </p:txBody>
      </p:sp>
      <p:sp>
        <p:nvSpPr>
          <p:cNvPr id="875" name="Google Shape;875;g273c70d0e6d_0_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6" name="Google Shape;876;g273c70d0e6d_0_5"/>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7" name="Google Shape;877;g273c70d0e6d_0_5"/>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we</a:t>
            </a:r>
            <a:r>
              <a:rPr lang="en-US" sz="6800" b="0" i="0" u="none" strike="noStrike" cap="none">
                <a:solidFill>
                  <a:srgbClr val="000000"/>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a:t>
            </a:r>
            <a:endParaRPr sz="8000" b="0" i="0" u="none" strike="noStrike" cap="none">
              <a:solidFill>
                <a:srgbClr val="000000"/>
              </a:solidFill>
              <a:latin typeface="Jost"/>
              <a:ea typeface="Jost"/>
              <a:cs typeface="Jost"/>
              <a:sym typeface="Jost"/>
            </a:endParaRPr>
          </a:p>
        </p:txBody>
      </p:sp>
      <p:sp>
        <p:nvSpPr>
          <p:cNvPr id="878" name="Google Shape;878;g273c70d0e6d_0_5"/>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we</a:t>
            </a:r>
            <a:r>
              <a:rPr lang="en-US" sz="68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a:t>
            </a:r>
            <a:r>
              <a:rPr lang="en-US" sz="8000" b="0" i="0" u="none" strike="noStrike" cap="none">
                <a:solidFill>
                  <a:srgbClr val="2356AF"/>
                </a:solidFill>
                <a:latin typeface="Jost"/>
                <a:ea typeface="Jost"/>
                <a:cs typeface="Jost"/>
                <a:sym typeface="Jost"/>
              </a:rPr>
              <a:t>est</a:t>
            </a:r>
            <a:endParaRPr sz="8000" b="0" i="0" u="none" strike="noStrike" cap="none">
              <a:solidFill>
                <a:srgbClr val="2356AF"/>
              </a:solidFill>
              <a:latin typeface="Jost"/>
              <a:ea typeface="Jost"/>
              <a:cs typeface="Jost"/>
              <a:sym typeface="Jost"/>
            </a:endParaRPr>
          </a:p>
        </p:txBody>
      </p:sp>
      <p:cxnSp>
        <p:nvCxnSpPr>
          <p:cNvPr id="879" name="Google Shape;879;g273c70d0e6d_0_5"/>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73c70d0e6d_0_17"/>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73c70d0e6d_0_17"/>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625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either just add suffix, double consonant, 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or drop </a:t>
            </a:r>
            <a:r>
              <a:rPr lang="en-US" sz="2200" b="0" i="0" u="none" strike="noStrike" cap="none">
                <a:solidFill>
                  <a:srgbClr val="8DC63F"/>
                </a:solidFill>
                <a:latin typeface="Poppins"/>
                <a:ea typeface="Poppins"/>
                <a:cs typeface="Poppins"/>
                <a:sym typeface="Poppins"/>
              </a:rPr>
              <a:t>e</a:t>
            </a:r>
            <a:endParaRPr sz="2200" b="0" i="0" u="none" strike="noStrike" cap="none">
              <a:solidFill>
                <a:srgbClr val="8DC63F"/>
              </a:solidFill>
              <a:latin typeface="Poppins"/>
              <a:ea typeface="Poppins"/>
              <a:cs typeface="Poppins"/>
              <a:sym typeface="Poppins"/>
            </a:endParaRPr>
          </a:p>
        </p:txBody>
      </p:sp>
      <p:sp>
        <p:nvSpPr>
          <p:cNvPr id="887" name="Google Shape;887;g273c70d0e6d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8" name="Google Shape;888;g273c70d0e6d_0_17"/>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89" name="Google Shape;889;g273c70d0e6d_0_17"/>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me</a:t>
            </a:r>
            <a:r>
              <a:rPr lang="en-US" sz="68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n</a:t>
            </a:r>
            <a:endParaRPr sz="8000" b="0" i="0" u="none" strike="noStrike" cap="none">
              <a:solidFill>
                <a:srgbClr val="000000"/>
              </a:solidFill>
              <a:latin typeface="Jost"/>
              <a:ea typeface="Jost"/>
              <a:cs typeface="Jost"/>
              <a:sym typeface="Jost"/>
            </a:endParaRPr>
          </a:p>
        </p:txBody>
      </p:sp>
      <p:sp>
        <p:nvSpPr>
          <p:cNvPr id="890" name="Google Shape;890;g273c70d0e6d_0_17"/>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me</a:t>
            </a:r>
            <a:r>
              <a:rPr lang="en-US" sz="68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n</a:t>
            </a:r>
            <a:r>
              <a:rPr lang="en-US" sz="8000" b="0" i="0" u="none" strike="noStrike" cap="none">
                <a:solidFill>
                  <a:srgbClr val="2356AF"/>
                </a:solidFill>
                <a:latin typeface="Jost"/>
                <a:ea typeface="Jost"/>
                <a:cs typeface="Jost"/>
                <a:sym typeface="Jost"/>
              </a:rPr>
              <a:t>est</a:t>
            </a:r>
            <a:endParaRPr sz="8000" b="0" i="0" u="none" strike="noStrike" cap="none">
              <a:solidFill>
                <a:srgbClr val="2356AF"/>
              </a:solidFill>
              <a:latin typeface="Jost"/>
              <a:ea typeface="Jost"/>
              <a:cs typeface="Jost"/>
              <a:sym typeface="Jost"/>
            </a:endParaRPr>
          </a:p>
        </p:txBody>
      </p:sp>
      <p:cxnSp>
        <p:nvCxnSpPr>
          <p:cNvPr id="891" name="Google Shape;891;g273c70d0e6d_0_17"/>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8" name="Google Shape;89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5" name="Google Shape;905;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6" name="Google Shape;906;g2c4fb7f6616_1_0"/>
          <p:cNvSpPr/>
          <p:nvPr/>
        </p:nvSpPr>
        <p:spPr>
          <a:xfrm>
            <a:off x="2614612"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2c4fb7f6616_1_0"/>
          <p:cNvSpPr/>
          <p:nvPr/>
        </p:nvSpPr>
        <p:spPr>
          <a:xfrm>
            <a:off x="3205127"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08" name="Google Shape;908;g2c4fb7f6616_1_0"/>
          <p:cNvSpPr/>
          <p:nvPr/>
        </p:nvSpPr>
        <p:spPr>
          <a:xfrm>
            <a:off x="3672814"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9" name="Google Shape;90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0" name="Google Shape;910;g2c4fb7f6616_1_0"/>
          <p:cNvSpPr txBox="1">
            <a:spLocks noGrp="1"/>
          </p:cNvSpPr>
          <p:nvPr>
            <p:ph type="subTitle" idx="4294967295"/>
          </p:nvPr>
        </p:nvSpPr>
        <p:spPr>
          <a:xfrm>
            <a:off x="2325599"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11" name="Google Shape;911;g2c4fb7f6616_1_0"/>
          <p:cNvSpPr txBox="1">
            <a:spLocks noGrp="1"/>
          </p:cNvSpPr>
          <p:nvPr>
            <p:ph type="subTitle" idx="4294967295"/>
          </p:nvPr>
        </p:nvSpPr>
        <p:spPr>
          <a:xfrm>
            <a:off x="2903849"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12" name="Google Shape;912;g2c4fb7f6616_1_0"/>
          <p:cNvSpPr txBox="1">
            <a:spLocks noGrp="1"/>
          </p:cNvSpPr>
          <p:nvPr>
            <p:ph type="subTitle" idx="4294967295"/>
          </p:nvPr>
        </p:nvSpPr>
        <p:spPr>
          <a:xfrm>
            <a:off x="3447736"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13" name="Google Shape;913;g2c4fb7f6616_1_0"/>
          <p:cNvSpPr/>
          <p:nvPr/>
        </p:nvSpPr>
        <p:spPr>
          <a:xfrm>
            <a:off x="4448586" y="3794338"/>
            <a:ext cx="373200" cy="3732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c4fb7f6616_1_0"/>
          <p:cNvSpPr txBox="1">
            <a:spLocks noGrp="1"/>
          </p:cNvSpPr>
          <p:nvPr>
            <p:ph type="subTitle" idx="4294967295"/>
          </p:nvPr>
        </p:nvSpPr>
        <p:spPr>
          <a:xfrm>
            <a:off x="4147308"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915" name="Google Shape;915;g2c4fb7f6616_1_0"/>
          <p:cNvSpPr txBox="1">
            <a:spLocks noGrp="1"/>
          </p:cNvSpPr>
          <p:nvPr>
            <p:ph type="subTitle" idx="4294967295"/>
          </p:nvPr>
        </p:nvSpPr>
        <p:spPr>
          <a:xfrm>
            <a:off x="4893901" y="1307525"/>
            <a:ext cx="19245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ng</a:t>
            </a:r>
            <a:endParaRPr sz="12000" b="0" i="0" u="none" strike="noStrike" cap="none">
              <a:solidFill>
                <a:srgbClr val="FFD400"/>
              </a:solidFill>
              <a:latin typeface="Jost"/>
              <a:ea typeface="Jost"/>
              <a:cs typeface="Jost"/>
              <a:sym typeface="Jost"/>
            </a:endParaRPr>
          </a:p>
        </p:txBody>
      </p:sp>
      <p:sp>
        <p:nvSpPr>
          <p:cNvPr id="916" name="Google Shape;916;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4" name="Google Shape;924;g2c4fb7f6616_1_0"/>
          <p:cNvGrpSpPr/>
          <p:nvPr/>
        </p:nvGrpSpPr>
        <p:grpSpPr>
          <a:xfrm>
            <a:off x="-550" y="6984600"/>
            <a:ext cx="8596479" cy="808600"/>
            <a:chOff x="-550" y="6984600"/>
            <a:chExt cx="8596479" cy="808600"/>
          </a:xfrm>
        </p:grpSpPr>
        <p:sp>
          <p:nvSpPr>
            <p:cNvPr id="925" name="Google Shape;925;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4" name="Google Shape;934;g2c4fb7f6616_1_0"/>
          <p:cNvSpPr/>
          <p:nvPr/>
        </p:nvSpPr>
        <p:spPr>
          <a:xfrm>
            <a:off x="5122972" y="3890950"/>
            <a:ext cx="1466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ee8d1a790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1" name="Google Shape;941;g2ee8d1a790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2" name="Google Shape;942;g2ee8d1a7906_0_0"/>
          <p:cNvSpPr/>
          <p:nvPr/>
        </p:nvSpPr>
        <p:spPr>
          <a:xfrm>
            <a:off x="1541534"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ee8d1a7906_0_0"/>
          <p:cNvSpPr/>
          <p:nvPr/>
        </p:nvSpPr>
        <p:spPr>
          <a:xfrm>
            <a:off x="2132050"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44" name="Google Shape;944;g2ee8d1a7906_0_0"/>
          <p:cNvSpPr/>
          <p:nvPr/>
        </p:nvSpPr>
        <p:spPr>
          <a:xfrm>
            <a:off x="2599737"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5" name="Google Shape;945;g2ee8d1a7906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6" name="Google Shape;946;g2ee8d1a7906_0_0"/>
          <p:cNvSpPr txBox="1">
            <a:spLocks noGrp="1"/>
          </p:cNvSpPr>
          <p:nvPr>
            <p:ph type="subTitle" idx="4294967295"/>
          </p:nvPr>
        </p:nvSpPr>
        <p:spPr>
          <a:xfrm>
            <a:off x="1252522"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47" name="Google Shape;947;g2ee8d1a7906_0_0"/>
          <p:cNvSpPr txBox="1">
            <a:spLocks noGrp="1"/>
          </p:cNvSpPr>
          <p:nvPr>
            <p:ph type="subTitle" idx="4294967295"/>
          </p:nvPr>
        </p:nvSpPr>
        <p:spPr>
          <a:xfrm>
            <a:off x="1830772"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48" name="Google Shape;948;g2ee8d1a7906_0_0"/>
          <p:cNvSpPr txBox="1">
            <a:spLocks noGrp="1"/>
          </p:cNvSpPr>
          <p:nvPr>
            <p:ph type="subTitle" idx="4294967295"/>
          </p:nvPr>
        </p:nvSpPr>
        <p:spPr>
          <a:xfrm>
            <a:off x="2374659"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49" name="Google Shape;949;g2ee8d1a7906_0_0"/>
          <p:cNvSpPr/>
          <p:nvPr/>
        </p:nvSpPr>
        <p:spPr>
          <a:xfrm>
            <a:off x="3375509" y="3794338"/>
            <a:ext cx="373200" cy="3732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ee8d1a7906_0_0"/>
          <p:cNvSpPr txBox="1">
            <a:spLocks noGrp="1"/>
          </p:cNvSpPr>
          <p:nvPr>
            <p:ph type="subTitle" idx="4294967295"/>
          </p:nvPr>
        </p:nvSpPr>
        <p:spPr>
          <a:xfrm>
            <a:off x="3074231"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951" name="Google Shape;951;g2ee8d1a7906_0_0"/>
          <p:cNvSpPr txBox="1">
            <a:spLocks noGrp="1"/>
          </p:cNvSpPr>
          <p:nvPr>
            <p:ph type="subTitle" idx="4294967295"/>
          </p:nvPr>
        </p:nvSpPr>
        <p:spPr>
          <a:xfrm>
            <a:off x="3820824" y="1307525"/>
            <a:ext cx="19245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ng</a:t>
            </a:r>
            <a:endParaRPr sz="12000" b="0" i="0" u="none" strike="noStrike" cap="none">
              <a:solidFill>
                <a:srgbClr val="FFD400"/>
              </a:solidFill>
              <a:latin typeface="Jost"/>
              <a:ea typeface="Jost"/>
              <a:cs typeface="Jost"/>
              <a:sym typeface="Jost"/>
            </a:endParaRPr>
          </a:p>
        </p:txBody>
      </p:sp>
      <p:sp>
        <p:nvSpPr>
          <p:cNvPr id="952" name="Google Shape;952;g2ee8d1a7906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ee8d1a7906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ee8d1a7906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ee8d1a7906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ee8d1a7906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ee8d1a7906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ee8d1a7906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ee8d1a7906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0" name="Google Shape;960;g2ee8d1a7906_0_0"/>
          <p:cNvGrpSpPr/>
          <p:nvPr/>
        </p:nvGrpSpPr>
        <p:grpSpPr>
          <a:xfrm>
            <a:off x="-550" y="6984600"/>
            <a:ext cx="8596479" cy="808600"/>
            <a:chOff x="-550" y="6984600"/>
            <a:chExt cx="8596479" cy="808600"/>
          </a:xfrm>
        </p:grpSpPr>
        <p:sp>
          <p:nvSpPr>
            <p:cNvPr id="961" name="Google Shape;961;g2ee8d1a7906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2" name="Google Shape;962;g2ee8d1a7906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3" name="Google Shape;963;g2ee8d1a7906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4" name="Google Shape;964;g2ee8d1a7906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5" name="Google Shape;965;g2ee8d1a7906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6" name="Google Shape;966;g2ee8d1a7906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7" name="Google Shape;967;g2ee8d1a7906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8" name="Google Shape;968;g2ee8d1a7906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9" name="Google Shape;969;g2ee8d1a7906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0" name="Google Shape;970;g2ee8d1a7906_0_0"/>
          <p:cNvSpPr/>
          <p:nvPr/>
        </p:nvSpPr>
        <p:spPr>
          <a:xfrm>
            <a:off x="5819549" y="3794338"/>
            <a:ext cx="373200" cy="3732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ee8d1a7906_0_0"/>
          <p:cNvSpPr txBox="1">
            <a:spLocks noGrp="1"/>
          </p:cNvSpPr>
          <p:nvPr>
            <p:ph type="subTitle" idx="4294967295"/>
          </p:nvPr>
        </p:nvSpPr>
        <p:spPr>
          <a:xfrm>
            <a:off x="5518271"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972" name="Google Shape;972;g2ee8d1a7906_0_0"/>
          <p:cNvSpPr/>
          <p:nvPr/>
        </p:nvSpPr>
        <p:spPr>
          <a:xfrm>
            <a:off x="6571156" y="3782922"/>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ee8d1a7906_0_0"/>
          <p:cNvSpPr txBox="1">
            <a:spLocks noGrp="1"/>
          </p:cNvSpPr>
          <p:nvPr>
            <p:ph type="subTitle" idx="4294967295"/>
          </p:nvPr>
        </p:nvSpPr>
        <p:spPr>
          <a:xfrm>
            <a:off x="6269878" y="1296100"/>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74" name="Google Shape;974;g2ee8d1a7906_0_0"/>
          <p:cNvSpPr/>
          <p:nvPr/>
        </p:nvSpPr>
        <p:spPr>
          <a:xfrm>
            <a:off x="7217156" y="3794347"/>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ee8d1a7906_0_0"/>
          <p:cNvSpPr txBox="1">
            <a:spLocks noGrp="1"/>
          </p:cNvSpPr>
          <p:nvPr>
            <p:ph type="subTitle" idx="4294967295"/>
          </p:nvPr>
        </p:nvSpPr>
        <p:spPr>
          <a:xfrm>
            <a:off x="6915878" y="1307525"/>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76" name="Google Shape;976;g2ee8d1a7906_0_0"/>
          <p:cNvSpPr/>
          <p:nvPr/>
        </p:nvSpPr>
        <p:spPr>
          <a:xfrm>
            <a:off x="4049895" y="3890950"/>
            <a:ext cx="1466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ee8d1a7906_0_0"/>
          <p:cNvSpPr/>
          <p:nvPr/>
        </p:nvSpPr>
        <p:spPr>
          <a:xfrm>
            <a:off x="5605522" y="374936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74c6ffaa28_0_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4" name="Google Shape;984;g274c6ffaa28_0_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5" name="Google Shape;985;g274c6ffaa28_0_4"/>
          <p:cNvSpPr/>
          <p:nvPr/>
        </p:nvSpPr>
        <p:spPr>
          <a:xfrm>
            <a:off x="3175970"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6" name="Google Shape;986;g274c6ffaa28_0_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7" name="Google Shape;987;g274c6ffaa28_0_4"/>
          <p:cNvSpPr txBox="1">
            <a:spLocks noGrp="1"/>
          </p:cNvSpPr>
          <p:nvPr>
            <p:ph type="subTitle" idx="4294967295"/>
          </p:nvPr>
        </p:nvSpPr>
        <p:spPr>
          <a:xfrm>
            <a:off x="2774611" y="1307525"/>
            <a:ext cx="12003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w</a:t>
            </a:r>
            <a:endParaRPr sz="12000" b="0" i="0" u="none" strike="noStrike" cap="none">
              <a:solidFill>
                <a:srgbClr val="2356AF"/>
              </a:solidFill>
              <a:latin typeface="Jost"/>
              <a:ea typeface="Jost"/>
              <a:cs typeface="Jost"/>
              <a:sym typeface="Jost"/>
            </a:endParaRPr>
          </a:p>
        </p:txBody>
      </p:sp>
      <p:sp>
        <p:nvSpPr>
          <p:cNvPr id="988" name="Google Shape;988;g274c6ffaa28_0_4"/>
          <p:cNvSpPr txBox="1">
            <a:spLocks noGrp="1"/>
          </p:cNvSpPr>
          <p:nvPr>
            <p:ph type="subTitle" idx="4294967295"/>
          </p:nvPr>
        </p:nvSpPr>
        <p:spPr>
          <a:xfrm>
            <a:off x="3778859" y="1307525"/>
            <a:ext cx="19245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e</a:t>
            </a:r>
            <a:r>
              <a:rPr lang="en-US" sz="10200" b="0" i="0" u="none" strike="noStrike" cap="none">
                <a:solidFill>
                  <a:srgbClr val="815137"/>
                </a:solidFill>
                <a:latin typeface="Poppins"/>
                <a:ea typeface="Poppins"/>
                <a:cs typeface="Poppins"/>
                <a:sym typeface="Poppins"/>
              </a:rPr>
              <a:t>a</a:t>
            </a:r>
            <a:endParaRPr sz="10200" b="0" i="0" u="none" strike="noStrike" cap="none">
              <a:solidFill>
                <a:srgbClr val="815137"/>
              </a:solidFill>
              <a:latin typeface="Poppins"/>
              <a:ea typeface="Poppins"/>
              <a:cs typeface="Poppins"/>
              <a:sym typeface="Poppins"/>
            </a:endParaRPr>
          </a:p>
        </p:txBody>
      </p:sp>
      <p:sp>
        <p:nvSpPr>
          <p:cNvPr id="989" name="Google Shape;989;g274c6ffaa28_0_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74c6ffaa28_0_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74c6ffaa28_0_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74c6ffaa28_0_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74c6ffaa28_0_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74c6ffaa28_0_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74c6ffaa28_0_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74c6ffaa28_0_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7" name="Google Shape;997;g274c6ffaa28_0_4"/>
          <p:cNvGrpSpPr/>
          <p:nvPr/>
        </p:nvGrpSpPr>
        <p:grpSpPr>
          <a:xfrm>
            <a:off x="-550" y="6984600"/>
            <a:ext cx="8596479" cy="808600"/>
            <a:chOff x="-550" y="6984600"/>
            <a:chExt cx="8596479" cy="808600"/>
          </a:xfrm>
        </p:grpSpPr>
        <p:sp>
          <p:nvSpPr>
            <p:cNvPr id="998" name="Google Shape;998;g274c6ffaa28_0_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9" name="Google Shape;999;g274c6ffaa28_0_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0" name="Google Shape;1000;g274c6ffaa28_0_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1" name="Google Shape;1001;g274c6ffaa28_0_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2" name="Google Shape;1002;g274c6ffaa28_0_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3" name="Google Shape;1003;g274c6ffaa28_0_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4" name="Google Shape;1004;g274c6ffaa28_0_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5" name="Google Shape;1005;g274c6ffaa28_0_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6" name="Google Shape;1006;g274c6ffaa28_0_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7" name="Google Shape;1007;g274c6ffaa28_0_4"/>
          <p:cNvSpPr/>
          <p:nvPr/>
        </p:nvSpPr>
        <p:spPr>
          <a:xfrm>
            <a:off x="4007931" y="3890950"/>
            <a:ext cx="1466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74c6ffaa28_0_4"/>
          <p:cNvSpPr/>
          <p:nvPr/>
        </p:nvSpPr>
        <p:spPr>
          <a:xfrm>
            <a:off x="5695066" y="3794347"/>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74c6ffaa28_0_4"/>
          <p:cNvSpPr txBox="1">
            <a:spLocks noGrp="1"/>
          </p:cNvSpPr>
          <p:nvPr>
            <p:ph type="subTitle" idx="4294967295"/>
          </p:nvPr>
        </p:nvSpPr>
        <p:spPr>
          <a:xfrm>
            <a:off x="5393789" y="1307525"/>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ee8d1a7906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6" name="Google Shape;1016;g2ee8d1a7906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7" name="Google Shape;1017;g2ee8d1a7906_0_42"/>
          <p:cNvSpPr/>
          <p:nvPr/>
        </p:nvSpPr>
        <p:spPr>
          <a:xfrm>
            <a:off x="2093007" y="3794338"/>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8" name="Google Shape;1018;g2ee8d1a7906_0_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9" name="Google Shape;1019;g2ee8d1a7906_0_42"/>
          <p:cNvSpPr txBox="1">
            <a:spLocks noGrp="1"/>
          </p:cNvSpPr>
          <p:nvPr>
            <p:ph type="subTitle" idx="4294967295"/>
          </p:nvPr>
        </p:nvSpPr>
        <p:spPr>
          <a:xfrm>
            <a:off x="1691649" y="1307525"/>
            <a:ext cx="12003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w</a:t>
            </a:r>
            <a:endParaRPr sz="12000" b="0" i="0" u="none" strike="noStrike" cap="none">
              <a:solidFill>
                <a:srgbClr val="2356AF"/>
              </a:solidFill>
              <a:latin typeface="Jost"/>
              <a:ea typeface="Jost"/>
              <a:cs typeface="Jost"/>
              <a:sym typeface="Jost"/>
            </a:endParaRPr>
          </a:p>
        </p:txBody>
      </p:sp>
      <p:sp>
        <p:nvSpPr>
          <p:cNvPr id="1020" name="Google Shape;1020;g2ee8d1a7906_0_42"/>
          <p:cNvSpPr txBox="1">
            <a:spLocks noGrp="1"/>
          </p:cNvSpPr>
          <p:nvPr>
            <p:ph type="subTitle" idx="4294967295"/>
          </p:nvPr>
        </p:nvSpPr>
        <p:spPr>
          <a:xfrm>
            <a:off x="2695897" y="1307525"/>
            <a:ext cx="19245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e</a:t>
            </a:r>
            <a:r>
              <a:rPr lang="en-US" sz="10200" b="0" i="0" u="none" strike="noStrike" cap="none">
                <a:solidFill>
                  <a:srgbClr val="815137"/>
                </a:solidFill>
                <a:latin typeface="Poppins"/>
                <a:ea typeface="Poppins"/>
                <a:cs typeface="Poppins"/>
                <a:sym typeface="Poppins"/>
              </a:rPr>
              <a:t>a</a:t>
            </a:r>
            <a:endParaRPr sz="10200" b="0" i="0" u="none" strike="noStrike" cap="none">
              <a:solidFill>
                <a:srgbClr val="815137"/>
              </a:solidFill>
              <a:latin typeface="Poppins"/>
              <a:ea typeface="Poppins"/>
              <a:cs typeface="Poppins"/>
              <a:sym typeface="Poppins"/>
            </a:endParaRPr>
          </a:p>
        </p:txBody>
      </p:sp>
      <p:sp>
        <p:nvSpPr>
          <p:cNvPr id="1021" name="Google Shape;1021;g2ee8d1a7906_0_4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ee8d1a7906_0_4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ee8d1a7906_0_4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ee8d1a7906_0_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ee8d1a7906_0_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ee8d1a7906_0_4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ee8d1a7906_0_4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8" name="Google Shape;1028;g2ee8d1a7906_0_4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9" name="Google Shape;1029;g2ee8d1a7906_0_42"/>
          <p:cNvGrpSpPr/>
          <p:nvPr/>
        </p:nvGrpSpPr>
        <p:grpSpPr>
          <a:xfrm>
            <a:off x="-550" y="6984600"/>
            <a:ext cx="8596479" cy="808600"/>
            <a:chOff x="-550" y="6984600"/>
            <a:chExt cx="8596479" cy="808600"/>
          </a:xfrm>
        </p:grpSpPr>
        <p:sp>
          <p:nvSpPr>
            <p:cNvPr id="1030" name="Google Shape;1030;g2ee8d1a7906_0_4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1" name="Google Shape;1031;g2ee8d1a7906_0_4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2" name="Google Shape;1032;g2ee8d1a7906_0_4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3" name="Google Shape;1033;g2ee8d1a7906_0_4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4" name="Google Shape;1034;g2ee8d1a7906_0_4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5" name="Google Shape;1035;g2ee8d1a7906_0_4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6" name="Google Shape;1036;g2ee8d1a7906_0_4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7" name="Google Shape;1037;g2ee8d1a7906_0_4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8" name="Google Shape;1038;g2ee8d1a7906_0_4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9" name="Google Shape;1039;g2ee8d1a7906_0_42"/>
          <p:cNvSpPr/>
          <p:nvPr/>
        </p:nvSpPr>
        <p:spPr>
          <a:xfrm>
            <a:off x="5380422" y="3794338"/>
            <a:ext cx="373200" cy="3732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ee8d1a7906_0_42"/>
          <p:cNvSpPr txBox="1">
            <a:spLocks noGrp="1"/>
          </p:cNvSpPr>
          <p:nvPr>
            <p:ph type="subTitle" idx="4294967295"/>
          </p:nvPr>
        </p:nvSpPr>
        <p:spPr>
          <a:xfrm>
            <a:off x="5079144" y="1307516"/>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1041" name="Google Shape;1041;g2ee8d1a7906_0_42"/>
          <p:cNvSpPr/>
          <p:nvPr/>
        </p:nvSpPr>
        <p:spPr>
          <a:xfrm>
            <a:off x="6132029" y="3782922"/>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2ee8d1a7906_0_42"/>
          <p:cNvSpPr txBox="1">
            <a:spLocks noGrp="1"/>
          </p:cNvSpPr>
          <p:nvPr>
            <p:ph type="subTitle" idx="4294967295"/>
          </p:nvPr>
        </p:nvSpPr>
        <p:spPr>
          <a:xfrm>
            <a:off x="5830751" y="1296100"/>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43" name="Google Shape;1043;g2ee8d1a7906_0_42"/>
          <p:cNvSpPr/>
          <p:nvPr/>
        </p:nvSpPr>
        <p:spPr>
          <a:xfrm>
            <a:off x="6778029" y="3794347"/>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4" name="Google Shape;1044;g2ee8d1a7906_0_42"/>
          <p:cNvSpPr txBox="1">
            <a:spLocks noGrp="1"/>
          </p:cNvSpPr>
          <p:nvPr>
            <p:ph type="subTitle" idx="4294967295"/>
          </p:nvPr>
        </p:nvSpPr>
        <p:spPr>
          <a:xfrm>
            <a:off x="6476751" y="1307525"/>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45" name="Google Shape;1045;g2ee8d1a7906_0_42"/>
          <p:cNvSpPr/>
          <p:nvPr/>
        </p:nvSpPr>
        <p:spPr>
          <a:xfrm>
            <a:off x="2924968" y="3890950"/>
            <a:ext cx="1466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ee8d1a7906_0_42"/>
          <p:cNvSpPr/>
          <p:nvPr/>
        </p:nvSpPr>
        <p:spPr>
          <a:xfrm>
            <a:off x="5166395" y="374936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ee8d1a7906_0_42"/>
          <p:cNvSpPr/>
          <p:nvPr/>
        </p:nvSpPr>
        <p:spPr>
          <a:xfrm>
            <a:off x="4612104" y="3794347"/>
            <a:ext cx="373200" cy="3732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8" name="Google Shape;1048;g2ee8d1a7906_0_42"/>
          <p:cNvSpPr txBox="1">
            <a:spLocks noGrp="1"/>
          </p:cNvSpPr>
          <p:nvPr>
            <p:ph type="subTitle" idx="4294967295"/>
          </p:nvPr>
        </p:nvSpPr>
        <p:spPr>
          <a:xfrm>
            <a:off x="4310826" y="1307525"/>
            <a:ext cx="975600" cy="22689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5" name="Google Shape;105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74c6ffaa28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2" name="Google Shape;1062;g274c6ffaa28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63" name="Google Shape;1063;g274c6ffaa28_0_48"/>
          <p:cNvPicPr preferRelativeResize="0"/>
          <p:nvPr/>
        </p:nvPicPr>
        <p:blipFill rotWithShape="1">
          <a:blip r:embed="rId3">
            <a:alphaModFix/>
          </a:blip>
          <a:srcRect l="33845" r="33845"/>
          <a:stretch/>
        </p:blipFill>
        <p:spPr>
          <a:xfrm>
            <a:off x="3109025" y="645000"/>
            <a:ext cx="2621148" cy="2561525"/>
          </a:xfrm>
          <a:prstGeom prst="rect">
            <a:avLst/>
          </a:prstGeom>
          <a:noFill/>
          <a:ln>
            <a:noFill/>
          </a:ln>
        </p:spPr>
      </p:pic>
      <p:cxnSp>
        <p:nvCxnSpPr>
          <p:cNvPr id="1064" name="Google Shape;1064;g274c6ffaa28_0_48"/>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65" name="Google Shape;1065;g274c6ffaa28_0_48"/>
          <p:cNvGrpSpPr/>
          <p:nvPr/>
        </p:nvGrpSpPr>
        <p:grpSpPr>
          <a:xfrm>
            <a:off x="1450926" y="3614075"/>
            <a:ext cx="6242148" cy="1851900"/>
            <a:chOff x="1450926" y="3614075"/>
            <a:chExt cx="6242148" cy="1851900"/>
          </a:xfrm>
        </p:grpSpPr>
        <p:grpSp>
          <p:nvGrpSpPr>
            <p:cNvPr id="1066" name="Google Shape;1066;g274c6ffaa28_0_48"/>
            <p:cNvGrpSpPr/>
            <p:nvPr/>
          </p:nvGrpSpPr>
          <p:grpSpPr>
            <a:xfrm flipH="1">
              <a:off x="4890349" y="3631675"/>
              <a:ext cx="2799975" cy="1828800"/>
              <a:chOff x="879050" y="3631675"/>
              <a:chExt cx="2799975" cy="1828800"/>
            </a:xfrm>
          </p:grpSpPr>
          <p:sp>
            <p:nvSpPr>
              <p:cNvPr id="1067" name="Google Shape;1067;g274c6ffaa28_0_48"/>
              <p:cNvSpPr/>
              <p:nvPr/>
            </p:nvSpPr>
            <p:spPr>
              <a:xfrm rot="-5400000">
                <a:off x="1291850" y="3218875"/>
                <a:ext cx="1828800" cy="26544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8" name="Google Shape;1068;g274c6ffaa28_0_48"/>
              <p:cNvGrpSpPr/>
              <p:nvPr/>
            </p:nvGrpSpPr>
            <p:grpSpPr>
              <a:xfrm>
                <a:off x="3415325" y="4484375"/>
                <a:ext cx="263700" cy="263700"/>
                <a:chOff x="3415325" y="4484375"/>
                <a:chExt cx="263700" cy="263700"/>
              </a:xfrm>
            </p:grpSpPr>
            <p:sp>
              <p:nvSpPr>
                <p:cNvPr id="1069" name="Google Shape;1069;g274c6ffaa28_0_48"/>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70" name="Google Shape;1070;g274c6ffaa28_0_48"/>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071" name="Google Shape;1071;g274c6ffaa28_0_48"/>
            <p:cNvGrpSpPr/>
            <p:nvPr/>
          </p:nvGrpSpPr>
          <p:grpSpPr>
            <a:xfrm>
              <a:off x="1450926" y="3629300"/>
              <a:ext cx="6242148" cy="1828800"/>
              <a:chOff x="1720902" y="3629300"/>
              <a:chExt cx="6242148" cy="1828800"/>
            </a:xfrm>
          </p:grpSpPr>
          <p:sp>
            <p:nvSpPr>
              <p:cNvPr id="1072" name="Google Shape;1072;g274c6ffaa28_0_48"/>
              <p:cNvSpPr/>
              <p:nvPr/>
            </p:nvSpPr>
            <p:spPr>
              <a:xfrm flipH="1">
                <a:off x="1721250" y="3629300"/>
                <a:ext cx="624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3" name="Google Shape;1073;g274c6ffaa28_0_48"/>
              <p:cNvGrpSpPr/>
              <p:nvPr/>
            </p:nvGrpSpPr>
            <p:grpSpPr>
              <a:xfrm flipH="1">
                <a:off x="1720902" y="4063875"/>
                <a:ext cx="6241969" cy="1170725"/>
                <a:chOff x="1181250" y="4063875"/>
                <a:chExt cx="6781800" cy="1170725"/>
              </a:xfrm>
            </p:grpSpPr>
            <p:cxnSp>
              <p:nvCxnSpPr>
                <p:cNvPr id="1074" name="Google Shape;1074;g274c6ffaa28_0_48"/>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5" name="Google Shape;1075;g274c6ffaa28_0_48"/>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6" name="Google Shape;1076;g274c6ffaa28_0_48"/>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7" name="Google Shape;1077;g274c6ffaa28_0_48"/>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cxnSp>
          <p:nvCxnSpPr>
            <p:cNvPr id="1078" name="Google Shape;1078;g274c6ffaa28_0_48"/>
            <p:cNvCxnSpPr/>
            <p:nvPr/>
          </p:nvCxnSpPr>
          <p:spPr>
            <a:xfrm rot="10800000">
              <a:off x="592255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9" name="Google Shape;1079;g274c6ffaa28_0_48"/>
            <p:cNvCxnSpPr/>
            <p:nvPr/>
          </p:nvCxnSpPr>
          <p:spPr>
            <a:xfrm rot="10800000">
              <a:off x="401503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0" name="Google Shape;1080;g274c6ffaa28_0_48"/>
            <p:cNvCxnSpPr/>
            <p:nvPr/>
          </p:nvCxnSpPr>
          <p:spPr>
            <a:xfrm rot="10800000">
              <a:off x="257587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1" name="Google Shape;1081;g274c6ffaa28_0_48"/>
            <p:cNvCxnSpPr/>
            <p:nvPr/>
          </p:nvCxnSpPr>
          <p:spPr>
            <a:xfrm rot="10800000">
              <a:off x="6806441"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82" name="Google Shape;1082;g274c6ffaa28_0_48"/>
          <p:cNvSpPr txBox="1"/>
          <p:nvPr/>
        </p:nvSpPr>
        <p:spPr>
          <a:xfrm>
            <a:off x="15406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m</a:t>
            </a:r>
            <a:endParaRPr sz="8500" b="0" i="0" u="none" strike="noStrike" cap="none">
              <a:solidFill>
                <a:srgbClr val="2356AF"/>
              </a:solidFill>
              <a:latin typeface="Jost"/>
              <a:ea typeface="Jost"/>
              <a:cs typeface="Jost"/>
              <a:sym typeface="Jost"/>
            </a:endParaRPr>
          </a:p>
        </p:txBody>
      </p:sp>
      <p:sp>
        <p:nvSpPr>
          <p:cNvPr id="1083" name="Google Shape;1083;g274c6ffaa28_0_48"/>
          <p:cNvSpPr txBox="1"/>
          <p:nvPr/>
        </p:nvSpPr>
        <p:spPr>
          <a:xfrm>
            <a:off x="2562950" y="4063875"/>
            <a:ext cx="1454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e</a:t>
            </a:r>
            <a:r>
              <a:rPr lang="en-US" sz="7100" b="0" i="0" u="none" strike="noStrike" cap="none">
                <a:solidFill>
                  <a:srgbClr val="815137"/>
                </a:solidFill>
                <a:latin typeface="Poppins"/>
                <a:ea typeface="Poppins"/>
                <a:cs typeface="Poppins"/>
                <a:sym typeface="Poppins"/>
              </a:rPr>
              <a:t>a</a:t>
            </a:r>
            <a:endParaRPr sz="7100" b="0" i="0" u="none" strike="noStrike" cap="none">
              <a:solidFill>
                <a:srgbClr val="815137"/>
              </a:solidFill>
              <a:latin typeface="Poppins"/>
              <a:ea typeface="Poppins"/>
              <a:cs typeface="Poppins"/>
              <a:sym typeface="Poppins"/>
            </a:endParaRPr>
          </a:p>
        </p:txBody>
      </p:sp>
      <p:sp>
        <p:nvSpPr>
          <p:cNvPr id="1084" name="Google Shape;1084;g274c6ffaa28_0_48"/>
          <p:cNvSpPr txBox="1"/>
          <p:nvPr/>
        </p:nvSpPr>
        <p:spPr>
          <a:xfrm>
            <a:off x="40498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085" name="Google Shape;1085;g274c6ffaa28_0_48"/>
          <p:cNvSpPr txBox="1"/>
          <p:nvPr/>
        </p:nvSpPr>
        <p:spPr>
          <a:xfrm>
            <a:off x="5144549" y="4064350"/>
            <a:ext cx="777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086" name="Google Shape;1086;g274c6ffaa28_0_48"/>
          <p:cNvSpPr txBox="1"/>
          <p:nvPr/>
        </p:nvSpPr>
        <p:spPr>
          <a:xfrm>
            <a:off x="59230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87" name="Google Shape;1087;g274c6ffaa28_0_48"/>
          <p:cNvSpPr txBox="1"/>
          <p:nvPr/>
        </p:nvSpPr>
        <p:spPr>
          <a:xfrm>
            <a:off x="68069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274c6ffaa28_0_9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94" name="Google Shape;1094;g274c6ffaa28_0_9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95" name="Google Shape;1095;g274c6ffaa28_0_97"/>
          <p:cNvPicPr preferRelativeResize="0"/>
          <p:nvPr/>
        </p:nvPicPr>
        <p:blipFill rotWithShape="1">
          <a:blip r:embed="rId3">
            <a:alphaModFix/>
          </a:blip>
          <a:srcRect l="33845" r="33845"/>
          <a:stretch/>
        </p:blipFill>
        <p:spPr>
          <a:xfrm>
            <a:off x="3109025" y="645000"/>
            <a:ext cx="2621148" cy="2561525"/>
          </a:xfrm>
          <a:prstGeom prst="rect">
            <a:avLst/>
          </a:prstGeom>
          <a:noFill/>
          <a:ln>
            <a:noFill/>
          </a:ln>
        </p:spPr>
      </p:pic>
      <p:cxnSp>
        <p:nvCxnSpPr>
          <p:cNvPr id="1096" name="Google Shape;1096;g274c6ffaa28_0_97"/>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97" name="Google Shape;1097;g274c6ffaa28_0_97"/>
          <p:cNvGrpSpPr/>
          <p:nvPr/>
        </p:nvGrpSpPr>
        <p:grpSpPr>
          <a:xfrm>
            <a:off x="1450926" y="3614075"/>
            <a:ext cx="6242148" cy="1851900"/>
            <a:chOff x="1450926" y="3614075"/>
            <a:chExt cx="6242148" cy="1851900"/>
          </a:xfrm>
        </p:grpSpPr>
        <p:grpSp>
          <p:nvGrpSpPr>
            <p:cNvPr id="1098" name="Google Shape;1098;g274c6ffaa28_0_97"/>
            <p:cNvGrpSpPr/>
            <p:nvPr/>
          </p:nvGrpSpPr>
          <p:grpSpPr>
            <a:xfrm flipH="1">
              <a:off x="4890349" y="3631675"/>
              <a:ext cx="2799975" cy="1828800"/>
              <a:chOff x="879050" y="3631675"/>
              <a:chExt cx="2799975" cy="1828800"/>
            </a:xfrm>
          </p:grpSpPr>
          <p:sp>
            <p:nvSpPr>
              <p:cNvPr id="1099" name="Google Shape;1099;g274c6ffaa28_0_97"/>
              <p:cNvSpPr/>
              <p:nvPr/>
            </p:nvSpPr>
            <p:spPr>
              <a:xfrm rot="-5400000">
                <a:off x="1291850" y="3218875"/>
                <a:ext cx="1828800" cy="26544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0" name="Google Shape;1100;g274c6ffaa28_0_97"/>
              <p:cNvGrpSpPr/>
              <p:nvPr/>
            </p:nvGrpSpPr>
            <p:grpSpPr>
              <a:xfrm>
                <a:off x="3415325" y="4484375"/>
                <a:ext cx="263700" cy="263700"/>
                <a:chOff x="3415325" y="4484375"/>
                <a:chExt cx="263700" cy="263700"/>
              </a:xfrm>
            </p:grpSpPr>
            <p:sp>
              <p:nvSpPr>
                <p:cNvPr id="1101" name="Google Shape;1101;g274c6ffaa28_0_97"/>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02" name="Google Shape;1102;g274c6ffaa28_0_97"/>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103" name="Google Shape;1103;g274c6ffaa28_0_97"/>
            <p:cNvGrpSpPr/>
            <p:nvPr/>
          </p:nvGrpSpPr>
          <p:grpSpPr>
            <a:xfrm>
              <a:off x="1450926" y="3629300"/>
              <a:ext cx="6242148" cy="1828800"/>
              <a:chOff x="1720902" y="3629300"/>
              <a:chExt cx="6242148" cy="1828800"/>
            </a:xfrm>
          </p:grpSpPr>
          <p:sp>
            <p:nvSpPr>
              <p:cNvPr id="1104" name="Google Shape;1104;g274c6ffaa28_0_97"/>
              <p:cNvSpPr/>
              <p:nvPr/>
            </p:nvSpPr>
            <p:spPr>
              <a:xfrm flipH="1">
                <a:off x="1721250" y="3629300"/>
                <a:ext cx="624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5" name="Google Shape;1105;g274c6ffaa28_0_97"/>
              <p:cNvGrpSpPr/>
              <p:nvPr/>
            </p:nvGrpSpPr>
            <p:grpSpPr>
              <a:xfrm flipH="1">
                <a:off x="1720902" y="4063875"/>
                <a:ext cx="6241969" cy="1170725"/>
                <a:chOff x="1181250" y="4063875"/>
                <a:chExt cx="6781800" cy="1170725"/>
              </a:xfrm>
            </p:grpSpPr>
            <p:cxnSp>
              <p:nvCxnSpPr>
                <p:cNvPr id="1106" name="Google Shape;1106;g274c6ffaa28_0_97"/>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7" name="Google Shape;1107;g274c6ffaa28_0_97"/>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8" name="Google Shape;1108;g274c6ffaa28_0_97"/>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9" name="Google Shape;1109;g274c6ffaa28_0_97"/>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cxnSp>
          <p:nvCxnSpPr>
            <p:cNvPr id="1110" name="Google Shape;1110;g274c6ffaa28_0_97"/>
            <p:cNvCxnSpPr/>
            <p:nvPr/>
          </p:nvCxnSpPr>
          <p:spPr>
            <a:xfrm rot="10800000">
              <a:off x="592255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1" name="Google Shape;1111;g274c6ffaa28_0_97"/>
            <p:cNvCxnSpPr/>
            <p:nvPr/>
          </p:nvCxnSpPr>
          <p:spPr>
            <a:xfrm rot="10800000">
              <a:off x="401503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2" name="Google Shape;1112;g274c6ffaa28_0_97"/>
            <p:cNvCxnSpPr/>
            <p:nvPr/>
          </p:nvCxnSpPr>
          <p:spPr>
            <a:xfrm rot="10800000">
              <a:off x="257587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3" name="Google Shape;1113;g274c6ffaa28_0_97"/>
            <p:cNvCxnSpPr/>
            <p:nvPr/>
          </p:nvCxnSpPr>
          <p:spPr>
            <a:xfrm rot="10800000">
              <a:off x="6806441"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14" name="Google Shape;1114;g274c6ffaa28_0_97"/>
          <p:cNvSpPr txBox="1"/>
          <p:nvPr/>
        </p:nvSpPr>
        <p:spPr>
          <a:xfrm>
            <a:off x="15406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m</a:t>
            </a:r>
            <a:endParaRPr sz="8500" b="0" i="0" u="none" strike="noStrike" cap="none">
              <a:solidFill>
                <a:srgbClr val="2356AF"/>
              </a:solidFill>
              <a:latin typeface="Jost"/>
              <a:ea typeface="Jost"/>
              <a:cs typeface="Jost"/>
              <a:sym typeface="Jost"/>
            </a:endParaRPr>
          </a:p>
        </p:txBody>
      </p:sp>
      <p:sp>
        <p:nvSpPr>
          <p:cNvPr id="1115" name="Google Shape;1115;g274c6ffaa28_0_97"/>
          <p:cNvSpPr txBox="1"/>
          <p:nvPr/>
        </p:nvSpPr>
        <p:spPr>
          <a:xfrm>
            <a:off x="2562950" y="4063875"/>
            <a:ext cx="1454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e</a:t>
            </a:r>
            <a:r>
              <a:rPr lang="en-US" sz="7100" b="0" i="0" u="none" strike="noStrike" cap="none">
                <a:solidFill>
                  <a:srgbClr val="815137"/>
                </a:solidFill>
                <a:latin typeface="Poppins"/>
                <a:ea typeface="Poppins"/>
                <a:cs typeface="Poppins"/>
                <a:sym typeface="Poppins"/>
              </a:rPr>
              <a:t>a</a:t>
            </a:r>
            <a:endParaRPr sz="7100" b="0" i="0" u="none" strike="noStrike" cap="none">
              <a:solidFill>
                <a:srgbClr val="815137"/>
              </a:solidFill>
              <a:latin typeface="Poppins"/>
              <a:ea typeface="Poppins"/>
              <a:cs typeface="Poppins"/>
              <a:sym typeface="Poppins"/>
            </a:endParaRPr>
          </a:p>
        </p:txBody>
      </p:sp>
      <p:sp>
        <p:nvSpPr>
          <p:cNvPr id="1116" name="Google Shape;1116;g274c6ffaa28_0_97"/>
          <p:cNvSpPr txBox="1"/>
          <p:nvPr/>
        </p:nvSpPr>
        <p:spPr>
          <a:xfrm>
            <a:off x="40498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117" name="Google Shape;1117;g274c6ffaa28_0_97"/>
          <p:cNvSpPr txBox="1"/>
          <p:nvPr/>
        </p:nvSpPr>
        <p:spPr>
          <a:xfrm>
            <a:off x="5144549" y="4064350"/>
            <a:ext cx="777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sp>
        <p:nvSpPr>
          <p:cNvPr id="1118" name="Google Shape;1118;g274c6ffaa28_0_97"/>
          <p:cNvSpPr txBox="1"/>
          <p:nvPr/>
        </p:nvSpPr>
        <p:spPr>
          <a:xfrm>
            <a:off x="59230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119" name="Google Shape;1119;g274c6ffaa28_0_97"/>
          <p:cNvSpPr txBox="1"/>
          <p:nvPr/>
        </p:nvSpPr>
        <p:spPr>
          <a:xfrm>
            <a:off x="68069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6" name="Google Shape;112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7" name="Google Shape;1127;g1f3daf8a844_0_64"/>
          <p:cNvGrpSpPr/>
          <p:nvPr/>
        </p:nvGrpSpPr>
        <p:grpSpPr>
          <a:xfrm>
            <a:off x="3024000" y="209875"/>
            <a:ext cx="3096000" cy="454800"/>
            <a:chOff x="3024000" y="209875"/>
            <a:chExt cx="3096000" cy="454800"/>
          </a:xfrm>
        </p:grpSpPr>
        <p:sp>
          <p:nvSpPr>
            <p:cNvPr id="1128" name="Google Shape;112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9" name="Google Shape;112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0" name="Google Shape;113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1" name="Google Shape;113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2" name="Google Shape;113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3" name="Google Shape;113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4" name="Google Shape;113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5" name="Google Shape;1135;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7" name="Google Shape;1137;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8" name="Google Shape;113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9" name="Google Shape;113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40" name="Google Shape;1140;g1f3daf8a844_0_64"/>
          <p:cNvSpPr txBox="1"/>
          <p:nvPr/>
        </p:nvSpPr>
        <p:spPr>
          <a:xfrm>
            <a:off x="28673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1714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600" b="0" i="0" u="none" strike="noStrike" cap="none">
                <a:solidFill>
                  <a:srgbClr val="815137"/>
                </a:solidFill>
                <a:latin typeface="Poppins"/>
                <a:ea typeface="Poppins"/>
                <a:cs typeface="Poppins"/>
                <a:sym typeface="Poppins"/>
              </a:rPr>
              <a:t>a</a:t>
            </a:r>
            <a:endParaRPr sz="4600" b="0" i="0" u="none" strike="noStrike" cap="none">
              <a:solidFill>
                <a:srgbClr val="815137"/>
              </a:solidFill>
              <a:latin typeface="Poppins"/>
              <a:ea typeface="Poppins"/>
              <a:cs typeface="Poppins"/>
              <a:sym typeface="Poppins"/>
            </a:endParaRPr>
          </a:p>
        </p:txBody>
      </p:sp>
      <p:sp>
        <p:nvSpPr>
          <p:cNvPr id="1142" name="Google Shape;1142;g1f3daf8a844_0_64"/>
          <p:cNvSpPr txBox="1"/>
          <p:nvPr/>
        </p:nvSpPr>
        <p:spPr>
          <a:xfrm>
            <a:off x="40202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3" name="Google Shape;1143;g1f3daf8a844_0_64"/>
          <p:cNvSpPr txBox="1"/>
          <p:nvPr/>
        </p:nvSpPr>
        <p:spPr>
          <a:xfrm>
            <a:off x="51730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44" name="Google Shape;1144;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5" name="Google Shape;1145;g1f3daf8a844_0_64"/>
          <p:cNvSpPr txBox="1"/>
          <p:nvPr/>
        </p:nvSpPr>
        <p:spPr>
          <a:xfrm>
            <a:off x="6216524" y="2160375"/>
            <a:ext cx="1289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igh</a:t>
            </a:r>
            <a:endParaRPr sz="5500" b="0" i="0" u="none" strike="noStrike" cap="none">
              <a:solidFill>
                <a:srgbClr val="00904D"/>
              </a:solidFill>
              <a:latin typeface="Jost"/>
              <a:ea typeface="Jost"/>
              <a:cs typeface="Jost"/>
              <a:sym typeface="Jost"/>
            </a:endParaRPr>
          </a:p>
        </p:txBody>
      </p:sp>
      <p:sp>
        <p:nvSpPr>
          <p:cNvPr id="1146" name="Google Shape;1146;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7" name="Google Shape;1147;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8" name="Google Shape;1148;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9" name="Google Shape;1149;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0" name="Google Shape;1150;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1" name="Google Shape;1151;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2" name="Google Shape;1152;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3" name="Google Shape;1153;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54" name="Google Shape;1154;g1f3daf8a844_0_64"/>
          <p:cNvGrpSpPr/>
          <p:nvPr/>
        </p:nvGrpSpPr>
        <p:grpSpPr>
          <a:xfrm>
            <a:off x="-550" y="6984600"/>
            <a:ext cx="8596479" cy="808600"/>
            <a:chOff x="-550" y="6984600"/>
            <a:chExt cx="8596479" cy="808600"/>
          </a:xfrm>
        </p:grpSpPr>
        <p:sp>
          <p:nvSpPr>
            <p:cNvPr id="1155" name="Google Shape;1155;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56" name="Google Shape;1156;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57" name="Google Shape;1157;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58" name="Google Shape;1158;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59" name="Google Shape;1159;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60" name="Google Shape;1160;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61" name="Google Shape;1161;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62" name="Google Shape;1162;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63" name="Google Shape;1163;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cxnSp>
        <p:nvCxnSpPr>
          <p:cNvPr id="1164" name="Google Shape;116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9"/>
        <p:cNvGrpSpPr/>
        <p:nvPr/>
      </p:nvGrpSpPr>
      <p:grpSpPr>
        <a:xfrm>
          <a:off x="0" y="0"/>
          <a:ext cx="0" cy="0"/>
          <a:chOff x="0" y="0"/>
          <a:chExt cx="0" cy="0"/>
        </a:xfrm>
      </p:grpSpPr>
      <p:sp>
        <p:nvSpPr>
          <p:cNvPr id="1170" name="Google Shape;1170;g273c70d0e6d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71" name="Google Shape;1171;g273c70d0e6d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72" name="Google Shape;1172;g273c70d0e6d_0_44"/>
          <p:cNvGrpSpPr/>
          <p:nvPr/>
        </p:nvGrpSpPr>
        <p:grpSpPr>
          <a:xfrm>
            <a:off x="3024000" y="209875"/>
            <a:ext cx="3096000" cy="454800"/>
            <a:chOff x="3024000" y="209875"/>
            <a:chExt cx="3096000" cy="454800"/>
          </a:xfrm>
        </p:grpSpPr>
        <p:sp>
          <p:nvSpPr>
            <p:cNvPr id="1173" name="Google Shape;1173;g273c70d0e6d_0_4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4" name="Google Shape;1174;g273c70d0e6d_0_4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75" name="Google Shape;1175;g273c70d0e6d_0_4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76" name="Google Shape;1176;g273c70d0e6d_0_44"/>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ne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test we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kest brightest</a:t>
            </a:r>
            <a:endParaRPr sz="1800" b="0" i="0" u="none" strike="noStrike" cap="none">
              <a:solidFill>
                <a:srgbClr val="B7B7B7"/>
              </a:solidFill>
              <a:latin typeface="Jost"/>
              <a:ea typeface="Jost"/>
              <a:cs typeface="Jost"/>
              <a:sym typeface="Jost"/>
            </a:endParaRPr>
          </a:p>
        </p:txBody>
      </p:sp>
      <p:cxnSp>
        <p:nvCxnSpPr>
          <p:cNvPr id="1177" name="Google Shape;1177;g273c70d0e6d_0_4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8" name="Google Shape;1178;g273c70d0e6d_0_4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9" name="Google Shape;1179;g273c70d0e6d_0_4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0" name="Google Shape;1180;g273c70d0e6d_0_4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1" name="Google Shape;1181;g273c70d0e6d_0_4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82" name="Google Shape;1182;g273c70d0e6d_0_4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3" name="Google Shape;1183;g273c70d0e6d_0_4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4" name="Google Shape;1184;g273c70d0e6d_0_4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5" name="Google Shape;1185;g273c70d0e6d_0_4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186" name="Google Shape;1186;g273c70d0e6d_0_4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87" name="Google Shape;1187;g273c70d0e6d_0_4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88" name="Google Shape;1188;g273c70d0e6d_0_44"/>
          <p:cNvSpPr txBox="1"/>
          <p:nvPr/>
        </p:nvSpPr>
        <p:spPr>
          <a:xfrm>
            <a:off x="28673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89" name="Google Shape;1189;g273c70d0e6d_0_44"/>
          <p:cNvSpPr txBox="1"/>
          <p:nvPr/>
        </p:nvSpPr>
        <p:spPr>
          <a:xfrm>
            <a:off x="40202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90" name="Google Shape;1190;g273c70d0e6d_0_44"/>
          <p:cNvSpPr txBox="1"/>
          <p:nvPr/>
        </p:nvSpPr>
        <p:spPr>
          <a:xfrm>
            <a:off x="51730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91" name="Google Shape;1191;g273c70d0e6d_0_4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92" name="Google Shape;1192;g273c70d0e6d_0_44"/>
          <p:cNvSpPr txBox="1"/>
          <p:nvPr/>
        </p:nvSpPr>
        <p:spPr>
          <a:xfrm>
            <a:off x="6216524" y="2160375"/>
            <a:ext cx="1289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igh</a:t>
            </a:r>
            <a:endParaRPr sz="5500" b="0" i="0" u="none" strike="noStrike" cap="none">
              <a:solidFill>
                <a:srgbClr val="00904D"/>
              </a:solidFill>
              <a:latin typeface="Jost"/>
              <a:ea typeface="Jost"/>
              <a:cs typeface="Jost"/>
              <a:sym typeface="Jost"/>
            </a:endParaRPr>
          </a:p>
        </p:txBody>
      </p:sp>
      <p:sp>
        <p:nvSpPr>
          <p:cNvPr id="1193" name="Google Shape;1193;g273c70d0e6d_0_4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4" name="Google Shape;1194;g273c70d0e6d_0_4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5" name="Google Shape;1195;g273c70d0e6d_0_4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6" name="Google Shape;1196;g273c70d0e6d_0_4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7" name="Google Shape;1197;g273c70d0e6d_0_4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8" name="Google Shape;1198;g273c70d0e6d_0_4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9" name="Google Shape;1199;g273c70d0e6d_0_4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0" name="Google Shape;1200;g273c70d0e6d_0_4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201" name="Google Shape;1201;g273c70d0e6d_0_44"/>
          <p:cNvGrpSpPr/>
          <p:nvPr/>
        </p:nvGrpSpPr>
        <p:grpSpPr>
          <a:xfrm>
            <a:off x="-550" y="6984600"/>
            <a:ext cx="8596479" cy="808600"/>
            <a:chOff x="-550" y="6984600"/>
            <a:chExt cx="8596479" cy="808600"/>
          </a:xfrm>
        </p:grpSpPr>
        <p:sp>
          <p:nvSpPr>
            <p:cNvPr id="1202" name="Google Shape;1202;g273c70d0e6d_0_4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203" name="Google Shape;1203;g273c70d0e6d_0_4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204" name="Google Shape;1204;g273c70d0e6d_0_4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205" name="Google Shape;1205;g273c70d0e6d_0_4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206" name="Google Shape;1206;g273c70d0e6d_0_4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207" name="Google Shape;1207;g273c70d0e6d_0_4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208" name="Google Shape;1208;g273c70d0e6d_0_4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209" name="Google Shape;1209;g273c70d0e6d_0_4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210" name="Google Shape;1210;g273c70d0e6d_0_4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211" name="Google Shape;1211;g273c70d0e6d_0_44"/>
          <p:cNvSpPr txBox="1"/>
          <p:nvPr/>
        </p:nvSpPr>
        <p:spPr>
          <a:xfrm>
            <a:off x="1714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600" b="0" i="0" u="none" strike="noStrike" cap="none">
                <a:solidFill>
                  <a:srgbClr val="815137"/>
                </a:solidFill>
                <a:latin typeface="Poppins"/>
                <a:ea typeface="Poppins"/>
                <a:cs typeface="Poppins"/>
                <a:sym typeface="Poppins"/>
              </a:rPr>
              <a:t>a</a:t>
            </a:r>
            <a:endParaRPr sz="4600" b="0" i="0" u="none" strike="noStrike" cap="none">
              <a:solidFill>
                <a:srgbClr val="815137"/>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482</Words>
  <Application>Microsoft Office PowerPoint</Application>
  <PresentationFormat>On-screen Show (4:3)</PresentationFormat>
  <Paragraphs>180</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Nunito Black</vt:lpstr>
      <vt:lpstr>Poppins SemiBold</vt:lpstr>
      <vt:lpstr>Arial</vt:lpstr>
      <vt:lpstr>Calibri</vt:lpstr>
      <vt:lpstr>Poppins Medium</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2026-06-03T01:13:07Z</dcterms:modified>
</cp:coreProperties>
</file>