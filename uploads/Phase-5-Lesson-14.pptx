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dzcs9MXs56oF2LDJukf3S3vT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6420B20-9E52-401D-B716-08A77EF74828}">
  <a:tblStyle styleId="{16420B20-9E52-401D-B716-08A77EF7482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cff088787b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cff088787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cff088787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cf2e8fb7c7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cf2e8fb7c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cf2e8fb7c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cf2e8fb7c7_0_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cf2e8fb7c7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cf2e8fb7c7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cf2e8fb7c7_0_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cf2e8fb7c7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cf2e8fb7c7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0" name="Google Shape;20;p14"/>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450"/>
              </a:srgbClr>
            </a:outerShdw>
          </a:effectLst>
        </p:spPr>
      </p:pic>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'oe'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3 - Thursday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14</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pic>
        <p:nvPicPr>
          <p:cNvPr id="165" name="Google Shape;165;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450"/>
              </a:srgbClr>
            </a:outerShdw>
          </a:effectLst>
        </p:spPr>
      </p:pic>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8.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20.xml"/><Relationship Id="rId4" Type="http://schemas.openxmlformats.org/officeDocument/2006/relationships/image" Target="../media/image9.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6.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notesSlide" Target="../notesSlides/notesSlide6.xml"/><Relationship Id="rId16" Type="http://schemas.openxmlformats.org/officeDocument/2006/relationships/image" Target="../media/image86.png"/><Relationship Id="rId1" Type="http://schemas.openxmlformats.org/officeDocument/2006/relationships/slideLayout" Target="../slideLayouts/slideLayout3.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5" Type="http://schemas.openxmlformats.org/officeDocument/2006/relationships/image" Target="../media/image8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s>
</file>

<file path=ppt/slides/_rels/slide7.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18" Type="http://schemas.openxmlformats.org/officeDocument/2006/relationships/image" Target="../media/image102.png"/><Relationship Id="rId26" Type="http://schemas.openxmlformats.org/officeDocument/2006/relationships/image" Target="../media/image110.png"/><Relationship Id="rId3" Type="http://schemas.openxmlformats.org/officeDocument/2006/relationships/image" Target="../media/image87.png"/><Relationship Id="rId21" Type="http://schemas.openxmlformats.org/officeDocument/2006/relationships/image" Target="../media/image105.png"/><Relationship Id="rId7" Type="http://schemas.openxmlformats.org/officeDocument/2006/relationships/image" Target="../media/image91.png"/><Relationship Id="rId12" Type="http://schemas.openxmlformats.org/officeDocument/2006/relationships/image" Target="../media/image96.png"/><Relationship Id="rId17" Type="http://schemas.openxmlformats.org/officeDocument/2006/relationships/image" Target="../media/image101.png"/><Relationship Id="rId25" Type="http://schemas.openxmlformats.org/officeDocument/2006/relationships/image" Target="../media/image109.png"/><Relationship Id="rId2" Type="http://schemas.openxmlformats.org/officeDocument/2006/relationships/notesSlide" Target="../notesSlides/notesSlide7.xml"/><Relationship Id="rId16" Type="http://schemas.openxmlformats.org/officeDocument/2006/relationships/image" Target="../media/image100.png"/><Relationship Id="rId20" Type="http://schemas.openxmlformats.org/officeDocument/2006/relationships/image" Target="../media/image104.png"/><Relationship Id="rId29"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90.png"/><Relationship Id="rId11" Type="http://schemas.openxmlformats.org/officeDocument/2006/relationships/image" Target="../media/image95.png"/><Relationship Id="rId24" Type="http://schemas.openxmlformats.org/officeDocument/2006/relationships/image" Target="../media/image108.png"/><Relationship Id="rId5" Type="http://schemas.openxmlformats.org/officeDocument/2006/relationships/image" Target="../media/image89.png"/><Relationship Id="rId15" Type="http://schemas.openxmlformats.org/officeDocument/2006/relationships/image" Target="../media/image99.png"/><Relationship Id="rId23" Type="http://schemas.openxmlformats.org/officeDocument/2006/relationships/image" Target="../media/image107.png"/><Relationship Id="rId28" Type="http://schemas.openxmlformats.org/officeDocument/2006/relationships/image" Target="../media/image112.png"/><Relationship Id="rId10" Type="http://schemas.openxmlformats.org/officeDocument/2006/relationships/image" Target="../media/image94.png"/><Relationship Id="rId19" Type="http://schemas.openxmlformats.org/officeDocument/2006/relationships/image" Target="../media/image103.png"/><Relationship Id="rId4" Type="http://schemas.openxmlformats.org/officeDocument/2006/relationships/image" Target="../media/image88.png"/><Relationship Id="rId9" Type="http://schemas.openxmlformats.org/officeDocument/2006/relationships/image" Target="../media/image93.png"/><Relationship Id="rId14" Type="http://schemas.openxmlformats.org/officeDocument/2006/relationships/image" Target="../media/image98.png"/><Relationship Id="rId22" Type="http://schemas.openxmlformats.org/officeDocument/2006/relationships/image" Target="../media/image106.png"/><Relationship Id="rId27" Type="http://schemas.openxmlformats.org/officeDocument/2006/relationships/image" Target="../media/image111.png"/><Relationship Id="rId30" Type="http://schemas.openxmlformats.org/officeDocument/2006/relationships/image" Target="../media/image114.png"/></Relationships>
</file>

<file path=ppt/slides/_rels/slide8.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image" Target="../media/image12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5" Type="http://schemas.openxmlformats.org/officeDocument/2006/relationships/image" Target="../media/image12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s>
</file>

<file path=ppt/slides/_rels/slide9.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28.png"/><Relationship Id="rId7" Type="http://schemas.openxmlformats.org/officeDocument/2006/relationships/image" Target="../media/image13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1.png"/><Relationship Id="rId11" Type="http://schemas.openxmlformats.org/officeDocument/2006/relationships/image" Target="../media/image136.png"/><Relationship Id="rId5" Type="http://schemas.openxmlformats.org/officeDocument/2006/relationships/image" Target="../media/image130.png"/><Relationship Id="rId10" Type="http://schemas.openxmlformats.org/officeDocument/2006/relationships/image" Target="../media/image135.png"/><Relationship Id="rId4" Type="http://schemas.openxmlformats.org/officeDocument/2006/relationships/image" Target="../media/image129.png"/><Relationship Id="rId9" Type="http://schemas.openxmlformats.org/officeDocument/2006/relationships/image" Target="../media/image13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Vowel Digraph 'oe'</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14</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{16420B20-9E52-401D-B716-08A77EF74828}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vowel digraph </a:t>
            </a:r>
            <a:r>
              <a:rPr lang="en-US">
                <a:solidFill>
                  <a:srgbClr val="8DC63F"/>
                </a:solidFill>
              </a:rPr>
              <a:t>oe</a:t>
            </a:r>
            <a:r>
              <a:rPr lang="en-US"/>
              <a:t>.</a:t>
            </a:r>
            <a:endParaRPr/>
          </a:p>
        </p:txBody>
      </p:sp>
      <p:sp>
        <p:nvSpPr>
          <p:cNvPr id="679" name="Google Shape;679;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solidFill>
                <a:srgbClr val="2356AF"/>
              </a:solidFill>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2" name="Google Shape;692;g2bee4f4af4b_0_204">
            <a:hlinkClick r:id="rId7" action="ppaction://hlinksldjump"/>
          </p:cNvPr>
          <p:cNvSpPr/>
          <p:nvPr/>
        </p:nvSpPr>
        <p:spPr>
          <a:xfrm>
            <a:off x="946800"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8" action="ppaction://hlinksldjump"/>
          </p:cNvPr>
          <p:cNvSpPr/>
          <p:nvPr/>
        </p:nvSpPr>
        <p:spPr>
          <a:xfrm>
            <a:off x="2414901" y="378793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9" action="ppaction://hlinksldjump"/>
          </p:cNvPr>
          <p:cNvSpPr/>
          <p:nvPr/>
        </p:nvSpPr>
        <p:spPr>
          <a:xfrm>
            <a:off x="4859457" y="372966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10" action="ppaction://hlinksldjump"/>
          </p:cNvPr>
          <p:cNvSpPr/>
          <p:nvPr/>
        </p:nvSpPr>
        <p:spPr>
          <a:xfrm>
            <a:off x="3579204" y="375986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2" name="Google Shape;702;g26b641b03cd_0_165"/>
          <p:cNvGrpSpPr/>
          <p:nvPr/>
        </p:nvGrpSpPr>
        <p:grpSpPr>
          <a:xfrm>
            <a:off x="930400" y="2053244"/>
            <a:ext cx="7283200" cy="3724851"/>
            <a:chOff x="930400" y="2129444"/>
            <a:chExt cx="7283200" cy="3724851"/>
          </a:xfrm>
        </p:grpSpPr>
        <p:pic>
          <p:nvPicPr>
            <p:cNvPr id="703" name="Google Shape;70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2" name="Google Shape;732;g26b7edf6e71_0_26"/>
          <p:cNvGrpSpPr/>
          <p:nvPr/>
        </p:nvGrpSpPr>
        <p:grpSpPr>
          <a:xfrm>
            <a:off x="930400" y="2053250"/>
            <a:ext cx="7283201" cy="2971674"/>
            <a:chOff x="930400" y="2129450"/>
            <a:chExt cx="7283201" cy="2971674"/>
          </a:xfrm>
        </p:grpSpPr>
        <p:pic>
          <p:nvPicPr>
            <p:cNvPr id="733" name="Google Shape;73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5" name="Google Shape;73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3" name="Google Shape;74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8" name="Google Shape;768;g2c298da1f27_0_417"/>
          <p:cNvPicPr preferRelativeResize="0"/>
          <p:nvPr/>
        </p:nvPicPr>
        <p:blipFill rotWithShape="1">
          <a:blip r:embed="rId3">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5294"/>
              </a:srgbClr>
            </a:outerShdw>
          </a:effectLst>
        </p:spPr>
      </p:pic>
      <p:pic>
        <p:nvPicPr>
          <p:cNvPr id="769" name="Google Shape;769;g2c298da1f27_0_417"/>
          <p:cNvPicPr preferRelativeResize="0"/>
          <p:nvPr/>
        </p:nvPicPr>
        <p:blipFill rotWithShape="1">
          <a:blip r:embed="rId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1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1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1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1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5" name="Google Shape;785;g26b7edf6e71_0_109"/>
          <p:cNvGrpSpPr/>
          <p:nvPr/>
        </p:nvGrpSpPr>
        <p:grpSpPr>
          <a:xfrm>
            <a:off x="865957" y="2135925"/>
            <a:ext cx="7282807" cy="2686611"/>
            <a:chOff x="867357" y="2129450"/>
            <a:chExt cx="7282807" cy="2686611"/>
          </a:xfrm>
        </p:grpSpPr>
        <p:pic>
          <p:nvPicPr>
            <p:cNvPr id="786" name="Google Shape;78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6" name="Google Shape;806;g2c298d33e0c_0_6"/>
          <p:cNvGrpSpPr/>
          <p:nvPr/>
        </p:nvGrpSpPr>
        <p:grpSpPr>
          <a:xfrm>
            <a:off x="866900" y="2079100"/>
            <a:ext cx="7281864" cy="2684601"/>
            <a:chOff x="868300" y="2129450"/>
            <a:chExt cx="7281864" cy="2684601"/>
          </a:xfrm>
        </p:grpSpPr>
        <p:pic>
          <p:nvPicPr>
            <p:cNvPr id="807" name="Google Shape;80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8" name="Google Shape;80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1" name="Google Shape;81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1" name="Google Shape;841;g2c298da1f27_0_455"/>
          <p:cNvGrpSpPr/>
          <p:nvPr/>
        </p:nvGrpSpPr>
        <p:grpSpPr>
          <a:xfrm>
            <a:off x="868300" y="2129450"/>
            <a:ext cx="7281864" cy="2684601"/>
            <a:chOff x="868300" y="2053250"/>
            <a:chExt cx="7281864" cy="2684601"/>
          </a:xfrm>
        </p:grpSpPr>
        <p:pic>
          <p:nvPicPr>
            <p:cNvPr id="842" name="Google Shape;842;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4" name="Google Shape;844;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5" name="Google Shape;845;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6" name="Google Shape;846;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7" name="Google Shape;847;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0" name="Google Shape;850;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1" name="Google Shape;851;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2" name="Google Shape;852;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3" name="Google Shape;853;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4" name="Google Shape;854;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2cff088787b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a:t>
            </a:r>
            <a:r>
              <a:rPr lang="en-US"/>
              <a:t>.</a:t>
            </a:r>
            <a:endParaRPr/>
          </a:p>
        </p:txBody>
      </p:sp>
      <p:pic>
        <p:nvPicPr>
          <p:cNvPr id="861" name="Google Shape;861;g2cff088787b_0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62" name="Google Shape;862;g2cff088787b_0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63" name="Google Shape;863;g2cff088787b_0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64" name="Google Shape;864;g2cff088787b_0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65" name="Google Shape;865;g2cff088787b_0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6" name="Google Shape;866;g2cff088787b_0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7" name="Google Shape;867;g2cff088787b_0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868" name="Google Shape;868;g2cff088787b_0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pic>
        <p:nvPicPr>
          <p:cNvPr id="869" name="Google Shape;869;g2cff088787b_0_0"/>
          <p:cNvPicPr preferRelativeResize="0"/>
          <p:nvPr/>
        </p:nvPicPr>
        <p:blipFill rotWithShape="1">
          <a:blip r:embed="rId11">
            <a:alphaModFix/>
          </a:blip>
          <a:srcRect l="69" r="69"/>
          <a:stretch/>
        </p:blipFill>
        <p:spPr>
          <a:xfrm>
            <a:off x="3705337" y="4873598"/>
            <a:ext cx="1733327" cy="124101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6" name="Google Shape;87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7" name="Google Shape;877;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78" name="Google Shape;87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5" name="Google Shape;88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6" name="Google Shape;886;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7" name="Google Shape;887;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4" name="Google Shape;89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95" name="Google Shape;895;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96" name="Google Shape;89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3" name="Google Shape;90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04" name="Google Shape;904;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05" name="Google Shape;905;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2" name="Google Shape;91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9" name="Google Shape;919;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0" name="Google Shape;920;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3" name="Google Shape;933;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c4fb7f6616_1_0"/>
          <p:cNvSpPr/>
          <p:nvPr/>
        </p:nvSpPr>
        <p:spPr>
          <a:xfrm>
            <a:off x="34982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6" name="Google Shape;93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7" name="Google Shape;937;g2c4fb7f6616_1_0"/>
          <p:cNvSpPr txBox="1">
            <a:spLocks noGrp="1"/>
          </p:cNvSpPr>
          <p:nvPr>
            <p:ph type="subTitle" idx="4294967295"/>
          </p:nvPr>
        </p:nvSpPr>
        <p:spPr>
          <a:xfrm>
            <a:off x="29285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38" name="Google Shape;938;g2c4fb7f6616_1_0"/>
          <p:cNvSpPr txBox="1">
            <a:spLocks noGrp="1"/>
          </p:cNvSpPr>
          <p:nvPr>
            <p:ph type="subTitle" idx="4294967295"/>
          </p:nvPr>
        </p:nvSpPr>
        <p:spPr>
          <a:xfrm>
            <a:off x="3865813" y="1308025"/>
            <a:ext cx="234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oe</a:t>
            </a:r>
            <a:endParaRPr sz="15000" b="0" i="0" u="none" strike="noStrike" cap="none">
              <a:solidFill>
                <a:srgbClr val="00904C"/>
              </a:solidFill>
              <a:latin typeface="Jost"/>
              <a:ea typeface="Jost"/>
              <a:cs typeface="Jost"/>
              <a:sym typeface="Jost"/>
            </a:endParaRPr>
          </a:p>
        </p:txBody>
      </p:sp>
      <p:sp>
        <p:nvSpPr>
          <p:cNvPr id="939" name="Google Shape;939;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1" name="Google Shape;941;g2c4fb7f6616_1_0"/>
          <p:cNvSpPr/>
          <p:nvPr/>
        </p:nvSpPr>
        <p:spPr>
          <a:xfrm>
            <a:off x="4217713" y="4011900"/>
            <a:ext cx="1645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cf2e8fb7c7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8" name="Google Shape;948;g2cf2e8fb7c7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9" name="Google Shape;949;g2cf2e8fb7c7_0_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f2e8fb7c7_0_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f2e8fb7c7_0_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f2e8fb7c7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cf2e8fb7c7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cf2e8fb7c7_0_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5" name="Google Shape;955;g2cf2e8fb7c7_0_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6" name="Google Shape;956;g2cf2e8fb7c7_0_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7" name="Google Shape;957;g2cf2e8fb7c7_0_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8" name="Google Shape;958;g2cf2e8fb7c7_0_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9" name="Google Shape;959;g2cf2e8fb7c7_0_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0" name="Google Shape;960;g2cf2e8fb7c7_0_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1" name="Google Shape;961;g2cf2e8fb7c7_0_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2" name="Google Shape;962;g2cf2e8fb7c7_0_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cf2e8fb7c7_0_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cf2e8fb7c7_0_8"/>
          <p:cNvSpPr/>
          <p:nvPr/>
        </p:nvSpPr>
        <p:spPr>
          <a:xfrm>
            <a:off x="34220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5" name="Google Shape;965;g2cf2e8fb7c7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cf2e8fb7c7_0_8"/>
          <p:cNvSpPr txBox="1">
            <a:spLocks noGrp="1"/>
          </p:cNvSpPr>
          <p:nvPr>
            <p:ph type="subTitle" idx="4294967295"/>
          </p:nvPr>
        </p:nvSpPr>
        <p:spPr>
          <a:xfrm>
            <a:off x="28523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67" name="Google Shape;967;g2cf2e8fb7c7_0_8"/>
          <p:cNvSpPr txBox="1">
            <a:spLocks noGrp="1"/>
          </p:cNvSpPr>
          <p:nvPr>
            <p:ph type="subTitle" idx="4294967295"/>
          </p:nvPr>
        </p:nvSpPr>
        <p:spPr>
          <a:xfrm>
            <a:off x="3942013" y="1308025"/>
            <a:ext cx="234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oe</a:t>
            </a:r>
            <a:endParaRPr sz="15000" b="0" i="0" u="none" strike="noStrike" cap="none">
              <a:solidFill>
                <a:srgbClr val="00904C"/>
              </a:solidFill>
              <a:latin typeface="Jost"/>
              <a:ea typeface="Jost"/>
              <a:cs typeface="Jost"/>
              <a:sym typeface="Jost"/>
            </a:endParaRPr>
          </a:p>
        </p:txBody>
      </p:sp>
      <p:sp>
        <p:nvSpPr>
          <p:cNvPr id="968" name="Google Shape;968;g2cf2e8fb7c7_0_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cf2e8fb7c7_0_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0" name="Google Shape;970;g2cf2e8fb7c7_0_8"/>
          <p:cNvSpPr/>
          <p:nvPr/>
        </p:nvSpPr>
        <p:spPr>
          <a:xfrm>
            <a:off x="4293913" y="4011900"/>
            <a:ext cx="1645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cf2e8fb7c7_0_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7" name="Google Shape;977;g2cf2e8fb7c7_0_3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8" name="Google Shape;978;g2cf2e8fb7c7_0_3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f2e8fb7c7_0_3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f2e8fb7c7_0_3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f2e8fb7c7_0_3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f2e8fb7c7_0_3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cf2e8fb7c7_0_3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4" name="Google Shape;984;g2cf2e8fb7c7_0_3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5" name="Google Shape;985;g2cf2e8fb7c7_0_3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6" name="Google Shape;986;g2cf2e8fb7c7_0_3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7" name="Google Shape;987;g2cf2e8fb7c7_0_3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8" name="Google Shape;988;g2cf2e8fb7c7_0_36"/>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9" name="Google Shape;989;g2cf2e8fb7c7_0_3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0" name="Google Shape;990;g2cf2e8fb7c7_0_3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1" name="Google Shape;991;g2cf2e8fb7c7_0_3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cf2e8fb7c7_0_36"/>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cf2e8fb7c7_0_36"/>
          <p:cNvSpPr/>
          <p:nvPr/>
        </p:nvSpPr>
        <p:spPr>
          <a:xfrm>
            <a:off x="34982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4" name="Google Shape;994;g2cf2e8fb7c7_0_3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5" name="Google Shape;995;g2cf2e8fb7c7_0_36"/>
          <p:cNvSpPr txBox="1">
            <a:spLocks noGrp="1"/>
          </p:cNvSpPr>
          <p:nvPr>
            <p:ph type="subTitle" idx="4294967295"/>
          </p:nvPr>
        </p:nvSpPr>
        <p:spPr>
          <a:xfrm>
            <a:off x="29285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96" name="Google Shape;996;g2cf2e8fb7c7_0_36"/>
          <p:cNvSpPr txBox="1">
            <a:spLocks noGrp="1"/>
          </p:cNvSpPr>
          <p:nvPr>
            <p:ph type="subTitle" idx="4294967295"/>
          </p:nvPr>
        </p:nvSpPr>
        <p:spPr>
          <a:xfrm>
            <a:off x="3865813" y="1308025"/>
            <a:ext cx="234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oe</a:t>
            </a:r>
            <a:endParaRPr sz="15000" b="0" i="0" u="none" strike="noStrike" cap="none">
              <a:solidFill>
                <a:srgbClr val="00904C"/>
              </a:solidFill>
              <a:latin typeface="Jost"/>
              <a:ea typeface="Jost"/>
              <a:cs typeface="Jost"/>
              <a:sym typeface="Jost"/>
            </a:endParaRPr>
          </a:p>
        </p:txBody>
      </p:sp>
      <p:sp>
        <p:nvSpPr>
          <p:cNvPr id="997" name="Google Shape;997;g2cf2e8fb7c7_0_3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cf2e8fb7c7_0_3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9" name="Google Shape;999;g2cf2e8fb7c7_0_36"/>
          <p:cNvSpPr/>
          <p:nvPr/>
        </p:nvSpPr>
        <p:spPr>
          <a:xfrm>
            <a:off x="4217713" y="4011900"/>
            <a:ext cx="1645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6" name="Google Shape;100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3" name="Google Shape;101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4" name="Google Shape;1014;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5" name="Google Shape;101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2" name="Google Shape;102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3" name="Google Shape;1023;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4" name="Google Shape;102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1" name="Google Shape;103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2" name="Google Shape;1032;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3" name="Google Shape;103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0" name="Google Shape;104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1" name="Google Shape;1041;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2" name="Google Shape;104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9" name="Google Shape;104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0" name="Google Shape;1050;g1f3daf8a844_0_64"/>
          <p:cNvGrpSpPr/>
          <p:nvPr/>
        </p:nvGrpSpPr>
        <p:grpSpPr>
          <a:xfrm>
            <a:off x="3024000" y="209875"/>
            <a:ext cx="3096000" cy="454800"/>
            <a:chOff x="3024000" y="209875"/>
            <a:chExt cx="3096000" cy="454800"/>
          </a:xfrm>
        </p:grpSpPr>
        <p:sp>
          <p:nvSpPr>
            <p:cNvPr id="1051" name="Google Shape;105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2" name="Google Shape;105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3" name="Google Shape;105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4" name="Google Shape;105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5" name="Google Shape;105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6" name="Google Shape;105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7" name="Google Shape;105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58" name="Google Shape;105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59" name="Google Shape;105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0" name="Google Shape;106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1" name="Google Shape;106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62" name="Google Shape;106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63" name="Google Shape;106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64" name="Google Shape;1064;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5" name="Google Shape;1065;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66" name="Google Shape;1066;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67" name="Google Shape;1067;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68" name="Google Shape;1068;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oe</a:t>
            </a:r>
            <a:endParaRPr sz="5500" b="0" i="0" u="none" strike="noStrike" cap="none">
              <a:solidFill>
                <a:srgbClr val="00904C"/>
              </a:solidFill>
              <a:latin typeface="Jost"/>
              <a:ea typeface="Jost"/>
              <a:cs typeface="Jost"/>
              <a:sym typeface="Jost"/>
            </a:endParaRPr>
          </a:p>
        </p:txBody>
      </p:sp>
      <p:cxnSp>
        <p:nvCxnSpPr>
          <p:cNvPr id="1069" name="Google Shape;106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70" name="Google Shape;1070;g1f3daf8a844_0_64"/>
          <p:cNvSpPr txBox="1"/>
          <p:nvPr/>
        </p:nvSpPr>
        <p:spPr>
          <a:xfrm>
            <a:off x="5792505" y="220162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cf2e8fb7c7_0_6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7" name="Google Shape;1077;g2cf2e8fb7c7_0_6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8" name="Google Shape;1078;g2cf2e8fb7c7_0_65"/>
          <p:cNvGrpSpPr/>
          <p:nvPr/>
        </p:nvGrpSpPr>
        <p:grpSpPr>
          <a:xfrm>
            <a:off x="3024000" y="209875"/>
            <a:ext cx="3096000" cy="454800"/>
            <a:chOff x="3024000" y="209875"/>
            <a:chExt cx="3096000" cy="454800"/>
          </a:xfrm>
        </p:grpSpPr>
        <p:sp>
          <p:nvSpPr>
            <p:cNvPr id="1079" name="Google Shape;1079;g2cf2e8fb7c7_0_6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0" name="Google Shape;1080;g2cf2e8fb7c7_0_6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1" name="Google Shape;1081;g2cf2e8fb7c7_0_6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2" name="Google Shape;1082;g2cf2e8fb7c7_0_6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83" name="Google Shape;1083;g2cf2e8fb7c7_0_6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2cf2e8fb7c7_0_6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2cf2e8fb7c7_0_6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6" name="Google Shape;1086;g2cf2e8fb7c7_0_6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7" name="Google Shape;1087;g2cf2e8fb7c7_0_65"/>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toe doe foe hoe woe goes tom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toes</a:t>
            </a:r>
            <a:endParaRPr sz="1800" b="0" i="0" u="none" strike="noStrike" cap="none">
              <a:solidFill>
                <a:srgbClr val="B7B7B7"/>
              </a:solidFill>
              <a:latin typeface="Jost"/>
              <a:ea typeface="Jost"/>
              <a:cs typeface="Jost"/>
              <a:sym typeface="Jost"/>
            </a:endParaRPr>
          </a:p>
        </p:txBody>
      </p:sp>
      <p:sp>
        <p:nvSpPr>
          <p:cNvPr id="1088" name="Google Shape;1088;g2cf2e8fb7c7_0_65"/>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89" name="Google Shape;1089;g2cf2e8fb7c7_0_65"/>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0" name="Google Shape;1090;g2cf2e8fb7c7_0_65"/>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1" name="Google Shape;1091;g2cf2e8fb7c7_0_65"/>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92" name="Google Shape;1092;g2cf2e8fb7c7_0_65"/>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cxnSp>
        <p:nvCxnSpPr>
          <p:cNvPr id="1093" name="Google Shape;1093;g2cf2e8fb7c7_0_6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4" name="Google Shape;1094;g2cf2e8fb7c7_0_65"/>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95" name="Google Shape;1095;g2cf2e8fb7c7_0_65"/>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6" name="Google Shape;1096;g2cf2e8fb7c7_0_65"/>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7" name="Google Shape;1097;g2cf2e8fb7c7_0_65"/>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8" name="Google Shape;1098;g2cf2e8fb7c7_0_65"/>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99" name="Google Shape;1099;g2cf2e8fb7c7_0_65"/>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oe</a:t>
            </a:r>
            <a:endParaRPr sz="5500" b="0" i="0" u="none" strike="noStrike" cap="none">
              <a:solidFill>
                <a:srgbClr val="00904C"/>
              </a:solidFill>
              <a:latin typeface="Jost"/>
              <a:ea typeface="Jost"/>
              <a:cs typeface="Jost"/>
              <a:sym typeface="Jost"/>
            </a:endParaRPr>
          </a:p>
        </p:txBody>
      </p:sp>
      <p:sp>
        <p:nvSpPr>
          <p:cNvPr id="1100" name="Google Shape;1100;g2cf2e8fb7c7_0_65"/>
          <p:cNvSpPr txBox="1"/>
          <p:nvPr/>
        </p:nvSpPr>
        <p:spPr>
          <a:xfrm>
            <a:off x="5792505" y="220162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400</Words>
  <Application>Microsoft Office PowerPoint</Application>
  <PresentationFormat>On-screen Show (4:3)</PresentationFormat>
  <Paragraphs>158</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Calibri</vt:lpstr>
      <vt:lpstr>Jost</vt:lpstr>
      <vt:lpstr>Poppins</vt:lpstr>
      <vt:lpstr>Nunito Black</vt:lpstr>
      <vt:lpstr>Poppins SemiBold</vt:lpstr>
      <vt:lpstr>Poppins Medium</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2026-05-20T06:11:14Z</dcterms:modified>
</cp:coreProperties>
</file>