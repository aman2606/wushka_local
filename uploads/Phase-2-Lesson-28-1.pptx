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9144000" cy="6858000" type="screen4x3"/>
  <p:notesSz cx="6858000" cy="9144000"/>
  <p:embeddedFontLst>
    <p:embeddedFont>
      <p:font typeface="Finger Paint" panose="020B0604020202020204" charset="0"/>
      <p:regular r:id="rId24"/>
    </p:embeddedFont>
    <p:embeddedFont>
      <p:font typeface="Jost" panose="020B0604020202020204" charset="0"/>
      <p:regular r:id="rId25"/>
      <p:bold r:id="rId26"/>
      <p:italic r:id="rId27"/>
      <p:boldItalic r:id="rId28"/>
    </p:embeddedFont>
    <p:embeddedFont>
      <p:font typeface="Mulish" panose="020B0604020202020204" charset="0"/>
      <p:regular r:id="rId29"/>
      <p:bold r:id="rId30"/>
      <p:italic r:id="rId31"/>
      <p:boldItalic r:id="rId32"/>
    </p:embeddedFont>
    <p:embeddedFont>
      <p:font typeface="Nunito Black" pitchFamily="2" charset="0"/>
      <p:bold r:id="rId33"/>
      <p:boldItalic r:id="rId34"/>
    </p:embeddedFont>
    <p:embeddedFont>
      <p:font typeface="Poppins" panose="00000500000000000000" pitchFamily="2" charset="0"/>
      <p:regular r:id="rId35"/>
      <p:bold r:id="rId36"/>
      <p:italic r:id="rId37"/>
      <p:boldItalic r:id="rId38"/>
    </p:embeddedFont>
    <p:embeddedFont>
      <p:font typeface="Poppins Medium" panose="00000600000000000000" pitchFamily="2" charset="0"/>
      <p:regular r:id="rId39"/>
      <p:bold r:id="rId40"/>
      <p:italic r:id="rId41"/>
      <p:boldItalic r:id="rId42"/>
    </p:embeddedFont>
    <p:embeddedFont>
      <p:font typeface="Poppins SemiBold" panose="00000700000000000000" pitchFamily="2" charset="0"/>
      <p:regular r:id="rId43"/>
      <p:bold r:id="rId44"/>
      <p:italic r:id="rId45"/>
      <p:boldItalic r:id="rId4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3" roundtripDataSignature="AMtx7mjMlgoV8/bJTcycuRnhe6OfAPhPu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C795B0A-5B18-4AD4-A58A-C10417AA0978}">
  <a:tblStyle styleId="{8C795B0A-5B18-4AD4-A58A-C10417AA0978}"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9" Type="http://schemas.openxmlformats.org/officeDocument/2006/relationships/font" Target="fonts/font16.fntdata"/><Relationship Id="rId21" Type="http://schemas.openxmlformats.org/officeDocument/2006/relationships/slide" Target="slides/slide20.xml"/><Relationship Id="rId34" Type="http://schemas.openxmlformats.org/officeDocument/2006/relationships/font" Target="fonts/font11.fntdata"/><Relationship Id="rId42" Type="http://schemas.openxmlformats.org/officeDocument/2006/relationships/font" Target="fonts/font19.fntdata"/><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6.fntdata"/><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font" Target="fonts/font9.fntdata"/><Relationship Id="rId37" Type="http://schemas.openxmlformats.org/officeDocument/2006/relationships/font" Target="fonts/font14.fntdata"/><Relationship Id="rId40" Type="http://schemas.openxmlformats.org/officeDocument/2006/relationships/font" Target="fonts/font17.fntdata"/><Relationship Id="rId45" Type="http://schemas.openxmlformats.org/officeDocument/2006/relationships/font" Target="fonts/font22.fntdata"/><Relationship Id="rId53" Type="http://customschemas.google.com/relationships/presentationmetadata" Target="metadata"/><Relationship Id="rId58"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font" Target="fonts/font13.fntdata"/><Relationship Id="rId57"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8.fntdata"/><Relationship Id="rId44" Type="http://schemas.openxmlformats.org/officeDocument/2006/relationships/font" Target="fonts/font2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font" Target="fonts/font12.fntdata"/><Relationship Id="rId43" Type="http://schemas.openxmlformats.org/officeDocument/2006/relationships/font" Target="fonts/font20.fntdata"/><Relationship Id="rId56"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font" Target="fonts/font10.fntdata"/><Relationship Id="rId38" Type="http://schemas.openxmlformats.org/officeDocument/2006/relationships/font" Target="fonts/font15.fntdata"/><Relationship Id="rId46" Type="http://schemas.openxmlformats.org/officeDocument/2006/relationships/font" Target="fonts/font23.fntdata"/><Relationship Id="rId20" Type="http://schemas.openxmlformats.org/officeDocument/2006/relationships/slide" Target="slides/slide19.xml"/><Relationship Id="rId41" Type="http://schemas.openxmlformats.org/officeDocument/2006/relationships/font" Target="fonts/font18.fntdata"/><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uren McNally" userId="f41ca301-1e42-4df6-b366-de7a1f7b738f" providerId="ADAL" clId="{6CFED5F7-CA71-4C86-9636-282E33979310}"/>
    <pc:docChg chg="delSld">
      <pc:chgData name="Lauren McNally" userId="f41ca301-1e42-4df6-b366-de7a1f7b738f" providerId="ADAL" clId="{6CFED5F7-CA71-4C86-9636-282E33979310}" dt="2026-04-28T02:35:41.170" v="1" actId="2696"/>
      <pc:docMkLst>
        <pc:docMk/>
      </pc:docMkLst>
      <pc:sldChg chg="del">
        <pc:chgData name="Lauren McNally" userId="f41ca301-1e42-4df6-b366-de7a1f7b738f" providerId="ADAL" clId="{6CFED5F7-CA71-4C86-9636-282E33979310}" dt="2026-04-28T02:35:38.290" v="0" actId="2696"/>
        <pc:sldMkLst>
          <pc:docMk/>
          <pc:sldMk cId="0" sldId="277"/>
        </pc:sldMkLst>
      </pc:sldChg>
      <pc:sldChg chg="del">
        <pc:chgData name="Lauren McNally" userId="f41ca301-1e42-4df6-b366-de7a1f7b738f" providerId="ADAL" clId="{6CFED5F7-CA71-4C86-9636-282E33979310}" dt="2026-04-28T02:35:41.170" v="1" actId="2696"/>
        <pc:sldMkLst>
          <pc:docMk/>
          <pc:sldMk cId="0" sldId="278"/>
        </pc:sldMkLst>
      </pc:sldChg>
      <pc:sldMasterChg chg="delSldLayout">
        <pc:chgData name="Lauren McNally" userId="f41ca301-1e42-4df6-b366-de7a1f7b738f" providerId="ADAL" clId="{6CFED5F7-CA71-4C86-9636-282E33979310}" dt="2026-04-28T02:35:41.170" v="1" actId="2696"/>
        <pc:sldMasterMkLst>
          <pc:docMk/>
          <pc:sldMasterMk cId="0" sldId="2147483648"/>
        </pc:sldMasterMkLst>
        <pc:sldLayoutChg chg="del">
          <pc:chgData name="Lauren McNally" userId="f41ca301-1e42-4df6-b366-de7a1f7b738f" providerId="ADAL" clId="{6CFED5F7-CA71-4C86-9636-282E33979310}" dt="2026-04-28T02:35:38.290" v="0" actId="2696"/>
          <pc:sldLayoutMkLst>
            <pc:docMk/>
            <pc:sldMasterMk cId="0" sldId="2147483648"/>
            <pc:sldLayoutMk cId="0" sldId="2147483654"/>
          </pc:sldLayoutMkLst>
        </pc:sldLayoutChg>
        <pc:sldLayoutChg chg="del">
          <pc:chgData name="Lauren McNally" userId="f41ca301-1e42-4df6-b366-de7a1f7b738f" providerId="ADAL" clId="{6CFED5F7-CA71-4C86-9636-282E33979310}" dt="2026-04-28T02:35:41.170" v="1" actId="2696"/>
          <pc:sldLayoutMkLst>
            <pc:docMk/>
            <pc:sldMasterMk cId="0" sldId="2147483648"/>
            <pc:sldLayoutMk cId="0" sldId="2147483655"/>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9"/>
        <p:cNvGrpSpPr/>
        <p:nvPr/>
      </p:nvGrpSpPr>
      <p:grpSpPr>
        <a:xfrm>
          <a:off x="0" y="0"/>
          <a:ext cx="0" cy="0"/>
          <a:chOff x="0" y="0"/>
          <a:chExt cx="0" cy="0"/>
        </a:xfrm>
      </p:grpSpPr>
      <p:sp>
        <p:nvSpPr>
          <p:cNvPr id="710" name="Google Shape;710;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11" name="Google Shape;711;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1"/>
        <p:cNvGrpSpPr/>
        <p:nvPr/>
      </p:nvGrpSpPr>
      <p:grpSpPr>
        <a:xfrm>
          <a:off x="0" y="0"/>
          <a:ext cx="0" cy="0"/>
          <a:chOff x="0" y="0"/>
          <a:chExt cx="0" cy="0"/>
        </a:xfrm>
      </p:grpSpPr>
      <p:sp>
        <p:nvSpPr>
          <p:cNvPr id="722" name="Google Shape;722;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3" name="Google Shape;723;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4" name="Google Shape;724;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5"/>
        <p:cNvGrpSpPr/>
        <p:nvPr/>
      </p:nvGrpSpPr>
      <p:grpSpPr>
        <a:xfrm>
          <a:off x="0" y="0"/>
          <a:ext cx="0" cy="0"/>
          <a:chOff x="0" y="0"/>
          <a:chExt cx="0" cy="0"/>
        </a:xfrm>
      </p:grpSpPr>
      <p:sp>
        <p:nvSpPr>
          <p:cNvPr id="746" name="Google Shape;746;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7" name="Google Shape;747;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8" name="Google Shape;748;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4"/>
        <p:cNvGrpSpPr/>
        <p:nvPr/>
      </p:nvGrpSpPr>
      <p:grpSpPr>
        <a:xfrm>
          <a:off x="0" y="0"/>
          <a:ext cx="0" cy="0"/>
          <a:chOff x="0" y="0"/>
          <a:chExt cx="0" cy="0"/>
        </a:xfrm>
      </p:grpSpPr>
      <p:sp>
        <p:nvSpPr>
          <p:cNvPr id="775" name="Google Shape;775;g31b17ade864_0_69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6" name="Google Shape;776;g31b17ade864_0_69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7" name="Google Shape;777;g31b17ade864_0_69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6"/>
        <p:cNvGrpSpPr/>
        <p:nvPr/>
      </p:nvGrpSpPr>
      <p:grpSpPr>
        <a:xfrm>
          <a:off x="0" y="0"/>
          <a:ext cx="0" cy="0"/>
          <a:chOff x="0" y="0"/>
          <a:chExt cx="0" cy="0"/>
        </a:xfrm>
      </p:grpSpPr>
      <p:sp>
        <p:nvSpPr>
          <p:cNvPr id="797" name="Google Shape;797;g2706d9153d4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8" name="Google Shape;798;g2706d9153d4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9" name="Google Shape;799;g2706d9153d4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5"/>
        <p:cNvGrpSpPr/>
        <p:nvPr/>
      </p:nvGrpSpPr>
      <p:grpSpPr>
        <a:xfrm>
          <a:off x="0" y="0"/>
          <a:ext cx="0" cy="0"/>
          <a:chOff x="0" y="0"/>
          <a:chExt cx="0" cy="0"/>
        </a:xfrm>
      </p:grpSpPr>
      <p:sp>
        <p:nvSpPr>
          <p:cNvPr id="806" name="Google Shape;806;g2c186218c5a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7" name="Google Shape;807;g2c186218c5a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8" name="Google Shape;808;g2c186218c5a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4"/>
        <p:cNvGrpSpPr/>
        <p:nvPr/>
      </p:nvGrpSpPr>
      <p:grpSpPr>
        <a:xfrm>
          <a:off x="0" y="0"/>
          <a:ext cx="0" cy="0"/>
          <a:chOff x="0" y="0"/>
          <a:chExt cx="0" cy="0"/>
        </a:xfrm>
      </p:grpSpPr>
      <p:sp>
        <p:nvSpPr>
          <p:cNvPr id="815" name="Google Shape;815;g26b641b03cd_0_1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6" name="Google Shape;816;g26b641b03cd_0_1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7" name="Google Shape;817;g26b641b03cd_0_1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3"/>
        <p:cNvGrpSpPr/>
        <p:nvPr/>
      </p:nvGrpSpPr>
      <p:grpSpPr>
        <a:xfrm>
          <a:off x="0" y="0"/>
          <a:ext cx="0" cy="0"/>
          <a:chOff x="0" y="0"/>
          <a:chExt cx="0" cy="0"/>
        </a:xfrm>
      </p:grpSpPr>
      <p:sp>
        <p:nvSpPr>
          <p:cNvPr id="824" name="Google Shape;824;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5" name="Google Shape;825;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6" name="Google Shape;826;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2"/>
        <p:cNvGrpSpPr/>
        <p:nvPr/>
      </p:nvGrpSpPr>
      <p:grpSpPr>
        <a:xfrm>
          <a:off x="0" y="0"/>
          <a:ext cx="0" cy="0"/>
          <a:chOff x="0" y="0"/>
          <a:chExt cx="0" cy="0"/>
        </a:xfrm>
      </p:grpSpPr>
      <p:sp>
        <p:nvSpPr>
          <p:cNvPr id="833" name="Google Shape;833;g26b641b03cd_0_19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4" name="Google Shape;834;g26b641b03cd_0_1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5" name="Google Shape;835;g26b641b03cd_0_1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1"/>
        <p:cNvGrpSpPr/>
        <p:nvPr/>
      </p:nvGrpSpPr>
      <p:grpSpPr>
        <a:xfrm>
          <a:off x="0" y="0"/>
          <a:ext cx="0" cy="0"/>
          <a:chOff x="0" y="0"/>
          <a:chExt cx="0" cy="0"/>
        </a:xfrm>
      </p:grpSpPr>
      <p:sp>
        <p:nvSpPr>
          <p:cNvPr id="842" name="Google Shape;842;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3" name="Google Shape;843;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4" name="Google Shape;844;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9"/>
        <p:cNvGrpSpPr/>
        <p:nvPr/>
      </p:nvGrpSpPr>
      <p:grpSpPr>
        <a:xfrm>
          <a:off x="0" y="0"/>
          <a:ext cx="0" cy="0"/>
          <a:chOff x="0" y="0"/>
          <a:chExt cx="0" cy="0"/>
        </a:xfrm>
      </p:grpSpPr>
      <p:sp>
        <p:nvSpPr>
          <p:cNvPr id="850" name="Google Shape;850;g2c2ffdd0de5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1" name="Google Shape;851;g2c2ffdd0de5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2" name="Google Shape;852;g2c2ffdd0de5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9"/>
        <p:cNvGrpSpPr/>
        <p:nvPr/>
      </p:nvGrpSpPr>
      <p:grpSpPr>
        <a:xfrm>
          <a:off x="0" y="0"/>
          <a:ext cx="0" cy="0"/>
          <a:chOff x="0" y="0"/>
          <a:chExt cx="0" cy="0"/>
        </a:xfrm>
      </p:grpSpPr>
      <p:sp>
        <p:nvSpPr>
          <p:cNvPr id="880" name="Google Shape;880;g26c4d4ae955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1" name="Google Shape;881;g26c4d4ae955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2" name="Google Shape;882;g26c4d4ae955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9"/>
        <p:cNvGrpSpPr/>
        <p:nvPr/>
      </p:nvGrpSpPr>
      <p:grpSpPr>
        <a:xfrm>
          <a:off x="0" y="0"/>
          <a:ext cx="0" cy="0"/>
          <a:chOff x="0" y="0"/>
          <a:chExt cx="0" cy="0"/>
        </a:xfrm>
      </p:grpSpPr>
      <p:sp>
        <p:nvSpPr>
          <p:cNvPr id="910" name="Google Shape;910;g26c4d4ae955_0_7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1" name="Google Shape;911;g26c4d4ae955_0_7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2" name="Google Shape;912;g26c4d4ae955_0_7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9"/>
        <p:cNvGrpSpPr/>
        <p:nvPr/>
      </p:nvGrpSpPr>
      <p:grpSpPr>
        <a:xfrm>
          <a:off x="0" y="0"/>
          <a:ext cx="0" cy="0"/>
          <a:chOff x="0" y="0"/>
          <a:chExt cx="0" cy="0"/>
        </a:xfrm>
      </p:grpSpPr>
      <p:sp>
        <p:nvSpPr>
          <p:cNvPr id="940" name="Google Shape;940;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1" name="Google Shape;941;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2" name="Google Shape;942;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7"/>
        <p:cNvGrpSpPr/>
        <p:nvPr/>
      </p:nvGrpSpPr>
      <p:grpSpPr>
        <a:xfrm>
          <a:off x="0" y="0"/>
          <a:ext cx="0" cy="0"/>
          <a:chOff x="0" y="0"/>
          <a:chExt cx="0" cy="0"/>
        </a:xfrm>
      </p:grpSpPr>
      <p:sp>
        <p:nvSpPr>
          <p:cNvPr id="948" name="Google Shape;948;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9" name="Google Shape;949;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0" name="Google Shape;950;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6"/>
        <p:cNvGrpSpPr/>
        <p:nvPr/>
      </p:nvGrpSpPr>
      <p:grpSpPr>
        <a:xfrm>
          <a:off x="0" y="0"/>
          <a:ext cx="0" cy="0"/>
          <a:chOff x="0" y="0"/>
          <a:chExt cx="0" cy="0"/>
        </a:xfrm>
      </p:grpSpPr>
      <p:sp>
        <p:nvSpPr>
          <p:cNvPr id="957" name="Google Shape;957;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8" name="Google Shape;958;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9" name="Google Shape;959;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5"/>
        <p:cNvGrpSpPr/>
        <p:nvPr/>
      </p:nvGrpSpPr>
      <p:grpSpPr>
        <a:xfrm>
          <a:off x="0" y="0"/>
          <a:ext cx="0" cy="0"/>
          <a:chOff x="0" y="0"/>
          <a:chExt cx="0" cy="0"/>
        </a:xfrm>
      </p:grpSpPr>
      <p:sp>
        <p:nvSpPr>
          <p:cNvPr id="966" name="Google Shape;966;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7" name="Google Shape;967;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8" name="Google Shape;968;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4"/>
        <p:cNvGrpSpPr/>
        <p:nvPr/>
      </p:nvGrpSpPr>
      <p:grpSpPr>
        <a:xfrm>
          <a:off x="0" y="0"/>
          <a:ext cx="0" cy="0"/>
          <a:chOff x="0" y="0"/>
          <a:chExt cx="0" cy="0"/>
        </a:xfrm>
      </p:grpSpPr>
      <p:sp>
        <p:nvSpPr>
          <p:cNvPr id="975" name="Google Shape;975;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6" name="Google Shape;976;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7" name="Google Shape;977;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3"/>
        <p:cNvGrpSpPr/>
        <p:nvPr/>
      </p:nvGrpSpPr>
      <p:grpSpPr>
        <a:xfrm>
          <a:off x="0" y="0"/>
          <a:ext cx="0" cy="0"/>
          <a:chOff x="0" y="0"/>
          <a:chExt cx="0" cy="0"/>
        </a:xfrm>
      </p:grpSpPr>
      <p:sp>
        <p:nvSpPr>
          <p:cNvPr id="984" name="Google Shape;984;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5" name="Google Shape;985;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6" name="Google Shape;986;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0"/>
        <p:cNvGrpSpPr/>
        <p:nvPr/>
      </p:nvGrpSpPr>
      <p:grpSpPr>
        <a:xfrm>
          <a:off x="0" y="0"/>
          <a:ext cx="0" cy="0"/>
          <a:chOff x="0" y="0"/>
          <a:chExt cx="0" cy="0"/>
        </a:xfrm>
      </p:grpSpPr>
      <p:sp>
        <p:nvSpPr>
          <p:cNvPr id="1011" name="Google Shape;1011;g26c4d4ae955_0_12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2" name="Google Shape;1012;g26c4d4ae955_0_12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3" name="Google Shape;1013;g26c4d4ae955_0_12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9"/>
        <p:cNvGrpSpPr/>
        <p:nvPr/>
      </p:nvGrpSpPr>
      <p:grpSpPr>
        <a:xfrm>
          <a:off x="0" y="0"/>
          <a:ext cx="0" cy="0"/>
          <a:chOff x="0" y="0"/>
          <a:chExt cx="0" cy="0"/>
        </a:xfrm>
      </p:grpSpPr>
      <p:sp>
        <p:nvSpPr>
          <p:cNvPr id="1040" name="Google Shape;1040;g2c186218c5a_0_11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1" name="Google Shape;1041;g2c186218c5a_0_1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2" name="Google Shape;1042;g2c186218c5a_0_1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3000"/>
              <a:buNone/>
              <a:defRPr sz="3000"/>
            </a:lvl2pPr>
            <a:lvl3pPr lvl="2" algn="ctr">
              <a:lnSpc>
                <a:spcPct val="90000"/>
              </a:lnSpc>
              <a:spcBef>
                <a:spcPts val="500"/>
              </a:spcBef>
              <a:spcAft>
                <a:spcPts val="0"/>
              </a:spcAft>
              <a:buClr>
                <a:schemeClr val="dk1"/>
              </a:buClr>
              <a:buSzPts val="3000"/>
              <a:buNone/>
              <a:defRPr sz="3000"/>
            </a:lvl3pPr>
            <a:lvl4pPr lvl="3" algn="ctr">
              <a:lnSpc>
                <a:spcPct val="90000"/>
              </a:lnSpc>
              <a:spcBef>
                <a:spcPts val="500"/>
              </a:spcBef>
              <a:spcAft>
                <a:spcPts val="0"/>
              </a:spcAft>
              <a:buClr>
                <a:schemeClr val="dk1"/>
              </a:buClr>
              <a:buSzPts val="3000"/>
              <a:buNone/>
              <a:defRPr sz="3000"/>
            </a:lvl4pPr>
            <a:lvl5pPr lvl="4" algn="ctr">
              <a:lnSpc>
                <a:spcPct val="90000"/>
              </a:lnSpc>
              <a:spcBef>
                <a:spcPts val="500"/>
              </a:spcBef>
              <a:spcAft>
                <a:spcPts val="0"/>
              </a:spcAft>
              <a:buClr>
                <a:schemeClr val="dk1"/>
              </a:buClr>
              <a:buSzPts val="3000"/>
              <a:buNone/>
              <a:defRPr sz="3000"/>
            </a:lvl5pPr>
            <a:lvl6pPr lvl="5" algn="ctr">
              <a:lnSpc>
                <a:spcPct val="90000"/>
              </a:lnSpc>
              <a:spcBef>
                <a:spcPts val="500"/>
              </a:spcBef>
              <a:spcAft>
                <a:spcPts val="0"/>
              </a:spcAft>
              <a:buClr>
                <a:schemeClr val="dk1"/>
              </a:buClr>
              <a:buSzPts val="3000"/>
              <a:buNone/>
              <a:defRPr sz="3000"/>
            </a:lvl6pPr>
            <a:lvl7pPr lvl="6" algn="ctr">
              <a:lnSpc>
                <a:spcPct val="90000"/>
              </a:lnSpc>
              <a:spcBef>
                <a:spcPts val="500"/>
              </a:spcBef>
              <a:spcAft>
                <a:spcPts val="0"/>
              </a:spcAft>
              <a:buClr>
                <a:schemeClr val="dk1"/>
              </a:buClr>
              <a:buSzPts val="3000"/>
              <a:buNone/>
              <a:defRPr sz="3000"/>
            </a:lvl7pPr>
            <a:lvl8pPr lvl="7" algn="ctr">
              <a:lnSpc>
                <a:spcPct val="90000"/>
              </a:lnSpc>
              <a:spcBef>
                <a:spcPts val="500"/>
              </a:spcBef>
              <a:spcAft>
                <a:spcPts val="0"/>
              </a:spcAft>
              <a:buClr>
                <a:schemeClr val="dk1"/>
              </a:buClr>
              <a:buSzPts val="3000"/>
              <a:buNone/>
              <a:defRPr sz="3000"/>
            </a:lvl8pPr>
            <a:lvl9pPr lvl="8" algn="ctr">
              <a:lnSpc>
                <a:spcPct val="90000"/>
              </a:lnSpc>
              <a:spcBef>
                <a:spcPts val="500"/>
              </a:spcBef>
              <a:spcAft>
                <a:spcPts val="0"/>
              </a:spcAft>
              <a:buClr>
                <a:schemeClr val="dk1"/>
              </a:buClr>
              <a:buSzPts val="3000"/>
              <a:buNone/>
              <a:defRPr sz="30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F7941D"/>
                </a:solidFill>
                <a:latin typeface="Poppins SemiBold"/>
                <a:ea typeface="Poppins SemiBold"/>
                <a:cs typeface="Poppins SemiBold"/>
                <a:sym typeface="Poppins SemiBold"/>
              </a:rPr>
              <a:t>Phase 2</a:t>
            </a:r>
            <a:endParaRPr sz="6000" b="0" i="0" u="none" strike="noStrike" cap="none">
              <a:solidFill>
                <a:schemeClr val="dk1"/>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0" name="Google Shape;20;p14"/>
          <p:cNvGrpSpPr/>
          <p:nvPr/>
        </p:nvGrpSpPr>
        <p:grpSpPr>
          <a:xfrm>
            <a:off x="8199150" y="5983875"/>
            <a:ext cx="586800" cy="571500"/>
            <a:chOff x="7894350" y="6212475"/>
            <a:chExt cx="586800" cy="571500"/>
          </a:xfrm>
        </p:grpSpPr>
        <p:sp>
          <p:nvSpPr>
            <p:cNvPr id="21" name="Google Shape;21;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 name="Google Shape;22;p14">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565600" y="88250"/>
              <a:ext cx="1337400" cy="403500"/>
              <a:chOff x="565600" y="88250"/>
              <a:chExt cx="1337400" cy="403500"/>
            </a:xfrm>
          </p:grpSpPr>
          <p:grpSp>
            <p:nvGrpSpPr>
              <p:cNvPr id="28" name="Google Shape;28;p14"/>
              <p:cNvGrpSpPr/>
              <p:nvPr/>
            </p:nvGrpSpPr>
            <p:grpSpPr>
              <a:xfrm>
                <a:off x="565600" y="88250"/>
                <a:ext cx="1337400" cy="403500"/>
                <a:chOff x="565600" y="88250"/>
                <a:chExt cx="1337400" cy="403500"/>
              </a:xfrm>
            </p:grpSpPr>
            <p:sp>
              <p:nvSpPr>
                <p:cNvPr id="29" name="Google Shape;29;p14"/>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 name="Google Shape;30;p14"/>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1" name="Google Shape;31;p14"/>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32" name="Google Shape;32;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3" name="Google Shape;33;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 name="Google Shape;34;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35" name="Google Shape;35;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 name="Google Shape;36;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37" name="Google Shape;37;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 name="Google Shape;38;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9" name="Google Shape;39;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41" name="Google Shape;41;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2"/>
        <p:cNvGrpSpPr/>
        <p:nvPr/>
      </p:nvGrpSpPr>
      <p:grpSpPr>
        <a:xfrm>
          <a:off x="0" y="0"/>
          <a:ext cx="0" cy="0"/>
          <a:chOff x="0" y="0"/>
          <a:chExt cx="0" cy="0"/>
        </a:xfrm>
      </p:grpSpPr>
      <p:sp>
        <p:nvSpPr>
          <p:cNvPr id="43" name="Google Shape;43;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a:spLocks noGrp="1"/>
          </p:cNvSpPr>
          <p:nvPr>
            <p:ph type="body" idx="2"/>
          </p:nvPr>
        </p:nvSpPr>
        <p:spPr>
          <a:xfrm>
            <a:off x="3298550" y="1895358"/>
            <a:ext cx="4850100" cy="10731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5" name="Google Shape;45;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6" name="Google Shape;46;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7" name="Google Shape;47;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F7941D"/>
                </a:solidFill>
                <a:latin typeface="Poppins Medium"/>
                <a:ea typeface="Poppins Medium"/>
                <a:cs typeface="Poppins Medium"/>
                <a:sym typeface="Poppins Medium"/>
              </a:rPr>
              <a:t>Objective</a:t>
            </a:r>
            <a:endParaRPr sz="3200" b="0" i="0" u="none" strike="noStrike" cap="none">
              <a:solidFill>
                <a:srgbClr val="F7941D"/>
              </a:solidFill>
              <a:latin typeface="Poppins Medium"/>
              <a:ea typeface="Poppins Medium"/>
              <a:cs typeface="Poppins Medium"/>
              <a:sym typeface="Poppins Medium"/>
            </a:endParaRPr>
          </a:p>
        </p:txBody>
      </p:sp>
      <p:cxnSp>
        <p:nvCxnSpPr>
          <p:cNvPr id="48" name="Google Shape;48;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49" name="Google Shape;49;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50" name="Google Shape;50;p15"/>
          <p:cNvCxnSpPr/>
          <p:nvPr/>
        </p:nvCxnSpPr>
        <p:spPr>
          <a:xfrm>
            <a:off x="865586" y="17854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1" name="Google Shape;51;p15"/>
          <p:cNvGrpSpPr/>
          <p:nvPr/>
        </p:nvGrpSpPr>
        <p:grpSpPr>
          <a:xfrm>
            <a:off x="357775" y="5983875"/>
            <a:ext cx="586800" cy="571500"/>
            <a:chOff x="662575" y="6212475"/>
            <a:chExt cx="586800" cy="571500"/>
          </a:xfrm>
        </p:grpSpPr>
        <p:sp>
          <p:nvSpPr>
            <p:cNvPr id="52" name="Google Shape;52;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 name="Google Shape;53;p15">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 name="Google Shape;54;p15">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5" name="Google Shape;55;p15"/>
          <p:cNvGrpSpPr/>
          <p:nvPr/>
        </p:nvGrpSpPr>
        <p:grpSpPr>
          <a:xfrm>
            <a:off x="8199150" y="5983875"/>
            <a:ext cx="586800" cy="571500"/>
            <a:chOff x="7894350" y="6212475"/>
            <a:chExt cx="586800" cy="571500"/>
          </a:xfrm>
        </p:grpSpPr>
        <p:sp>
          <p:nvSpPr>
            <p:cNvPr id="56" name="Google Shape;56;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9" name="Google Shape;59;p15"/>
          <p:cNvSpPr txBox="1"/>
          <p:nvPr/>
        </p:nvSpPr>
        <p:spPr>
          <a:xfrm>
            <a:off x="856314" y="20863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F7941D"/>
                </a:solidFill>
                <a:latin typeface="Poppins Medium"/>
                <a:ea typeface="Poppins Medium"/>
                <a:cs typeface="Poppins Medium"/>
                <a:sym typeface="Poppins Medium"/>
              </a:rPr>
              <a:t>Review</a:t>
            </a:r>
            <a:endParaRPr sz="3200" b="0" i="0" u="none" strike="noStrike" cap="none">
              <a:solidFill>
                <a:srgbClr val="F7941D"/>
              </a:solidFill>
              <a:latin typeface="Poppins Medium"/>
              <a:ea typeface="Poppins Medium"/>
              <a:cs typeface="Poppins Medium"/>
              <a:sym typeface="Poppins Medium"/>
            </a:endParaRPr>
          </a:p>
        </p:txBody>
      </p:sp>
      <p:grpSp>
        <p:nvGrpSpPr>
          <p:cNvPr id="60" name="Google Shape;60;p15"/>
          <p:cNvGrpSpPr/>
          <p:nvPr/>
        </p:nvGrpSpPr>
        <p:grpSpPr>
          <a:xfrm>
            <a:off x="-36800" y="-52000"/>
            <a:ext cx="9236100" cy="543750"/>
            <a:chOff x="-36800" y="-52000"/>
            <a:chExt cx="9236100" cy="543750"/>
          </a:xfrm>
        </p:grpSpPr>
        <p:sp>
          <p:nvSpPr>
            <p:cNvPr id="61" name="Google Shape;61;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2" name="Google Shape;62;p15"/>
            <p:cNvGrpSpPr/>
            <p:nvPr/>
          </p:nvGrpSpPr>
          <p:grpSpPr>
            <a:xfrm>
              <a:off x="565600" y="88250"/>
              <a:ext cx="1337400" cy="403500"/>
              <a:chOff x="565600" y="88250"/>
              <a:chExt cx="1337400" cy="403500"/>
            </a:xfrm>
          </p:grpSpPr>
          <p:grpSp>
            <p:nvGrpSpPr>
              <p:cNvPr id="63" name="Google Shape;63;p15"/>
              <p:cNvGrpSpPr/>
              <p:nvPr/>
            </p:nvGrpSpPr>
            <p:grpSpPr>
              <a:xfrm>
                <a:off x="565600" y="88250"/>
                <a:ext cx="1337400" cy="403500"/>
                <a:chOff x="565600" y="88250"/>
                <a:chExt cx="1337400" cy="403500"/>
              </a:xfrm>
            </p:grpSpPr>
            <p:sp>
              <p:nvSpPr>
                <p:cNvPr id="64" name="Google Shape;64;p15"/>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 name="Google Shape;65;p15"/>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6" name="Google Shape;66;p15"/>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67" name="Google Shape;67;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68" name="Google Shape;68;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74" name="Google Shape;74;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5" name="Google Shape;75;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6" name="Google Shape;76;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7"/>
        <p:cNvGrpSpPr/>
        <p:nvPr/>
      </p:nvGrpSpPr>
      <p:grpSpPr>
        <a:xfrm>
          <a:off x="0" y="0"/>
          <a:ext cx="0" cy="0"/>
          <a:chOff x="0" y="0"/>
          <a:chExt cx="0" cy="0"/>
        </a:xfrm>
      </p:grpSpPr>
      <p:sp>
        <p:nvSpPr>
          <p:cNvPr id="78" name="Google Shape;78;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87" name="Google Shape;8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ctr">
              <a:lnSpc>
                <a:spcPct val="100000"/>
              </a:lnSpc>
              <a:spcBef>
                <a:spcPts val="0"/>
              </a:spcBef>
              <a:spcAft>
                <a:spcPts val="0"/>
              </a:spcAft>
              <a:buClr>
                <a:srgbClr val="FFFFFF"/>
              </a:buClr>
              <a:buSzPts val="3600"/>
              <a:buNone/>
              <a:defRPr sz="3600">
                <a:solidFill>
                  <a:srgbClr val="FFFFFF"/>
                </a:solidFill>
              </a:defRPr>
            </a:lvl2pPr>
            <a:lvl3pPr lvl="2" algn="ctr">
              <a:lnSpc>
                <a:spcPct val="100000"/>
              </a:lnSpc>
              <a:spcBef>
                <a:spcPts val="0"/>
              </a:spcBef>
              <a:spcAft>
                <a:spcPts val="0"/>
              </a:spcAft>
              <a:buClr>
                <a:srgbClr val="FFFFFF"/>
              </a:buClr>
              <a:buSzPts val="3600"/>
              <a:buNone/>
              <a:defRPr sz="3600">
                <a:solidFill>
                  <a:srgbClr val="FFFFFF"/>
                </a:solidFill>
              </a:defRPr>
            </a:lvl3pPr>
            <a:lvl4pPr lvl="3" algn="ctr">
              <a:lnSpc>
                <a:spcPct val="100000"/>
              </a:lnSpc>
              <a:spcBef>
                <a:spcPts val="0"/>
              </a:spcBef>
              <a:spcAft>
                <a:spcPts val="0"/>
              </a:spcAft>
              <a:buClr>
                <a:srgbClr val="FFFFFF"/>
              </a:buClr>
              <a:buSzPts val="3600"/>
              <a:buNone/>
              <a:defRPr sz="3600">
                <a:solidFill>
                  <a:srgbClr val="FFFFFF"/>
                </a:solidFill>
              </a:defRPr>
            </a:lvl4pPr>
            <a:lvl5pPr lvl="4" algn="ctr">
              <a:lnSpc>
                <a:spcPct val="100000"/>
              </a:lnSpc>
              <a:spcBef>
                <a:spcPts val="0"/>
              </a:spcBef>
              <a:spcAft>
                <a:spcPts val="0"/>
              </a:spcAft>
              <a:buClr>
                <a:srgbClr val="FFFFFF"/>
              </a:buClr>
              <a:buSzPts val="3600"/>
              <a:buNone/>
              <a:defRPr sz="3600">
                <a:solidFill>
                  <a:srgbClr val="FFFFFF"/>
                </a:solidFill>
              </a:defRPr>
            </a:lvl5pPr>
            <a:lvl6pPr lvl="5" algn="ctr">
              <a:lnSpc>
                <a:spcPct val="100000"/>
              </a:lnSpc>
              <a:spcBef>
                <a:spcPts val="0"/>
              </a:spcBef>
              <a:spcAft>
                <a:spcPts val="0"/>
              </a:spcAft>
              <a:buClr>
                <a:srgbClr val="FFFFFF"/>
              </a:buClr>
              <a:buSzPts val="3600"/>
              <a:buNone/>
              <a:defRPr sz="3600">
                <a:solidFill>
                  <a:srgbClr val="FFFFFF"/>
                </a:solidFill>
              </a:defRPr>
            </a:lvl6pPr>
            <a:lvl7pPr lvl="6" algn="ctr">
              <a:lnSpc>
                <a:spcPct val="100000"/>
              </a:lnSpc>
              <a:spcBef>
                <a:spcPts val="0"/>
              </a:spcBef>
              <a:spcAft>
                <a:spcPts val="0"/>
              </a:spcAft>
              <a:buClr>
                <a:srgbClr val="FFFFFF"/>
              </a:buClr>
              <a:buSzPts val="3600"/>
              <a:buNone/>
              <a:defRPr sz="3600">
                <a:solidFill>
                  <a:srgbClr val="FFFFFF"/>
                </a:solidFill>
              </a:defRPr>
            </a:lvl7pPr>
            <a:lvl8pPr lvl="7" algn="ctr">
              <a:lnSpc>
                <a:spcPct val="100000"/>
              </a:lnSpc>
              <a:spcBef>
                <a:spcPts val="0"/>
              </a:spcBef>
              <a:spcAft>
                <a:spcPts val="0"/>
              </a:spcAft>
              <a:buClr>
                <a:srgbClr val="FFFFFF"/>
              </a:buClr>
              <a:buSzPts val="3600"/>
              <a:buNone/>
              <a:defRPr sz="3600">
                <a:solidFill>
                  <a:srgbClr val="FFFFFF"/>
                </a:solidFill>
              </a:defRPr>
            </a:lvl8pPr>
            <a:lvl9pPr lvl="8" algn="ctr">
              <a:lnSpc>
                <a:spcPct val="100000"/>
              </a:lnSpc>
              <a:spcBef>
                <a:spcPts val="0"/>
              </a:spcBef>
              <a:spcAft>
                <a:spcPts val="0"/>
              </a:spcAft>
              <a:buClr>
                <a:srgbClr val="FFFFFF"/>
              </a:buClr>
              <a:buSzPts val="3600"/>
              <a:buNone/>
              <a:defRPr sz="3600">
                <a:solidFill>
                  <a:srgbClr val="FFFFFF"/>
                </a:solidFill>
              </a:defRPr>
            </a:lvl9pPr>
          </a:lstStyle>
          <a:p>
            <a:endParaRPr/>
          </a:p>
        </p:txBody>
      </p:sp>
      <p:grpSp>
        <p:nvGrpSpPr>
          <p:cNvPr id="88" name="Google Shape;88;g26b641b03cd_1_92"/>
          <p:cNvGrpSpPr/>
          <p:nvPr/>
        </p:nvGrpSpPr>
        <p:grpSpPr>
          <a:xfrm>
            <a:off x="-36800" y="-52000"/>
            <a:ext cx="9236100" cy="543750"/>
            <a:chOff x="-36800" y="-52000"/>
            <a:chExt cx="9236100" cy="543750"/>
          </a:xfrm>
        </p:grpSpPr>
        <p:sp>
          <p:nvSpPr>
            <p:cNvPr id="89" name="Google Shape;89;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90" name="Google Shape;90;g26b641b03cd_1_92"/>
            <p:cNvGrpSpPr/>
            <p:nvPr/>
          </p:nvGrpSpPr>
          <p:grpSpPr>
            <a:xfrm>
              <a:off x="565600" y="88250"/>
              <a:ext cx="1337400" cy="403500"/>
              <a:chOff x="565600" y="88250"/>
              <a:chExt cx="1337400" cy="403500"/>
            </a:xfrm>
          </p:grpSpPr>
          <p:grpSp>
            <p:nvGrpSpPr>
              <p:cNvPr id="91" name="Google Shape;91;g26b641b03cd_1_92"/>
              <p:cNvGrpSpPr/>
              <p:nvPr/>
            </p:nvGrpSpPr>
            <p:grpSpPr>
              <a:xfrm>
                <a:off x="565600" y="88250"/>
                <a:ext cx="1337400" cy="403500"/>
                <a:chOff x="565600" y="88250"/>
                <a:chExt cx="1337400" cy="403500"/>
              </a:xfrm>
            </p:grpSpPr>
            <p:sp>
              <p:nvSpPr>
                <p:cNvPr id="92" name="Google Shape;92;g26b641b03cd_1_92"/>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3" name="Google Shape;93;g26b641b03cd_1_92"/>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94" name="Google Shape;94;g26b641b03cd_1_92"/>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95" name="Google Shape;95;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96" name="Google Shape;96;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00" name="Google Shape;100;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 name="Google Shape;101;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02" name="Google Shape;102;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 name="Google Shape;103;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04" name="Google Shape;104;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5"/>
        <p:cNvGrpSpPr/>
        <p:nvPr/>
      </p:nvGrpSpPr>
      <p:grpSpPr>
        <a:xfrm>
          <a:off x="0" y="0"/>
          <a:ext cx="0" cy="0"/>
          <a:chOff x="0" y="0"/>
          <a:chExt cx="0" cy="0"/>
        </a:xfrm>
      </p:grpSpPr>
      <p:sp>
        <p:nvSpPr>
          <p:cNvPr id="106" name="Google Shape;106;g26b641b03cd_0_33"/>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7" name="Google Shape;107;g26b641b03cd_0_33"/>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9" name="Google Shape;109;g26b641b03cd_0_33"/>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0" name="Google Shape;110;g26b641b03cd_0_33"/>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1" name="Google Shape;111;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12" name="Google Shape;112;g26b641b03cd_0_33"/>
          <p:cNvGrpSpPr/>
          <p:nvPr/>
        </p:nvGrpSpPr>
        <p:grpSpPr>
          <a:xfrm>
            <a:off x="662575" y="6212475"/>
            <a:ext cx="586800" cy="571500"/>
            <a:chOff x="662575" y="6212475"/>
            <a:chExt cx="586800" cy="571500"/>
          </a:xfrm>
        </p:grpSpPr>
        <p:sp>
          <p:nvSpPr>
            <p:cNvPr id="113" name="Google Shape;113;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4" name="Google Shape;114;g26b641b03cd_0_33">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5" name="Google Shape;115;g26b641b03cd_0_33">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16" name="Google Shape;116;g26b641b03cd_0_33"/>
          <p:cNvGrpSpPr/>
          <p:nvPr/>
        </p:nvGrpSpPr>
        <p:grpSpPr>
          <a:xfrm>
            <a:off x="7894350" y="6212475"/>
            <a:ext cx="586800" cy="571500"/>
            <a:chOff x="7894350" y="6212475"/>
            <a:chExt cx="586800" cy="571500"/>
          </a:xfrm>
        </p:grpSpPr>
        <p:sp>
          <p:nvSpPr>
            <p:cNvPr id="117" name="Google Shape;117;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8" name="Google Shape;118;g26b641b03cd_0_33">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9" name="Google Shape;119;g26b641b03cd_0_33">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20" name="Google Shape;12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Letter Sound 'ss'</a:t>
            </a:r>
            <a:endParaRPr sz="1800" b="0" i="0" u="none" strike="noStrike" cap="none">
              <a:solidFill>
                <a:srgbClr val="FFFFFF"/>
              </a:solidFill>
              <a:latin typeface="Poppins SemiBold"/>
              <a:ea typeface="Poppins SemiBold"/>
              <a:cs typeface="Poppins SemiBold"/>
              <a:sym typeface="Poppins SemiBold"/>
            </a:endParaRPr>
          </a:p>
        </p:txBody>
      </p:sp>
      <p:sp>
        <p:nvSpPr>
          <p:cNvPr id="121" name="Google Shape;121;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7941D"/>
                </a:solidFill>
                <a:latin typeface="Poppins Medium"/>
                <a:ea typeface="Poppins Medium"/>
                <a:cs typeface="Poppins Medium"/>
                <a:sym typeface="Poppins Medium"/>
              </a:rPr>
              <a:t>Week 6 - Wednesday</a:t>
            </a:r>
            <a:endParaRPr sz="1800" b="0" i="0" u="none" strike="noStrike" cap="none">
              <a:solidFill>
                <a:srgbClr val="F7941D"/>
              </a:solidFill>
              <a:latin typeface="Poppins Medium"/>
              <a:ea typeface="Poppins Medium"/>
              <a:cs typeface="Poppins Medium"/>
              <a:sym typeface="Poppins Medium"/>
            </a:endParaRPr>
          </a:p>
        </p:txBody>
      </p:sp>
      <p:sp>
        <p:nvSpPr>
          <p:cNvPr id="122" name="Google Shape;122;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7941D"/>
                </a:solidFill>
                <a:latin typeface="Poppins Medium"/>
                <a:ea typeface="Poppins Medium"/>
                <a:cs typeface="Poppins Medium"/>
                <a:sym typeface="Poppins Medium"/>
              </a:rPr>
              <a:t>Lesson 28</a:t>
            </a:r>
            <a:endParaRPr sz="1800" b="0" i="0" u="none" strike="noStrike" cap="none">
              <a:solidFill>
                <a:srgbClr val="F7941D"/>
              </a:solidFill>
              <a:latin typeface="Poppins Medium"/>
              <a:ea typeface="Poppins Medium"/>
              <a:cs typeface="Poppins Medium"/>
              <a:sym typeface="Poppins Medium"/>
            </a:endParaRPr>
          </a:p>
        </p:txBody>
      </p:sp>
      <p:sp>
        <p:nvSpPr>
          <p:cNvPr id="123" name="Google Shape;123;g26b641b03cd_0_33"/>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124" name="Google Shape;12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25" name="Google Shape;12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26" name="Google Shape;12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F7941D"/>
              </a:buClr>
              <a:buSzPts val="3200"/>
              <a:buFont typeface="Poppins Medium"/>
              <a:buNone/>
              <a:defRPr sz="3200">
                <a:solidFill>
                  <a:srgbClr val="F7941D"/>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27" name="Google Shape;12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28"/>
        <p:cNvGrpSpPr/>
        <p:nvPr/>
      </p:nvGrpSpPr>
      <p:grpSpPr>
        <a:xfrm>
          <a:off x="0" y="0"/>
          <a:ext cx="0" cy="0"/>
          <a:chOff x="0" y="0"/>
          <a:chExt cx="0" cy="0"/>
        </a:xfrm>
      </p:grpSpPr>
      <p:sp>
        <p:nvSpPr>
          <p:cNvPr id="129" name="Google Shape;129;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30" name="Google Shape;130;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F7941D"/>
                </a:solidFill>
                <a:latin typeface="Poppins Medium"/>
                <a:ea typeface="Poppins Medium"/>
                <a:cs typeface="Poppins Medium"/>
                <a:sym typeface="Poppins Medium"/>
              </a:rPr>
              <a:t>End of Session</a:t>
            </a:r>
            <a:endParaRPr sz="3200" b="0" i="0" u="none" strike="noStrike" cap="none">
              <a:solidFill>
                <a:srgbClr val="F7941D"/>
              </a:solidFill>
              <a:latin typeface="Poppins Medium"/>
              <a:ea typeface="Poppins Medium"/>
              <a:cs typeface="Poppins Medium"/>
              <a:sym typeface="Poppins Medium"/>
            </a:endParaRPr>
          </a:p>
        </p:txBody>
      </p:sp>
      <p:cxnSp>
        <p:nvCxnSpPr>
          <p:cNvPr id="131" name="Google Shape;131;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32" name="Google Shape;132;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34" name="Google Shape;134;g26b641b03cd_0_260"/>
          <p:cNvGrpSpPr/>
          <p:nvPr/>
        </p:nvGrpSpPr>
        <p:grpSpPr>
          <a:xfrm>
            <a:off x="8199150" y="5983875"/>
            <a:ext cx="586800" cy="571500"/>
            <a:chOff x="7894350" y="6212475"/>
            <a:chExt cx="586800" cy="571500"/>
          </a:xfrm>
        </p:grpSpPr>
        <p:sp>
          <p:nvSpPr>
            <p:cNvPr id="135" name="Google Shape;135;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6" name="Google Shape;136;g26b641b03cd_0_260">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7" name="Google Shape;137;g26b641b03cd_0_260">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38" name="Google Shape;138;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39" name="Google Shape;139;g26b641b03cd_0_260"/>
          <p:cNvGrpSpPr/>
          <p:nvPr/>
        </p:nvGrpSpPr>
        <p:grpSpPr>
          <a:xfrm>
            <a:off x="-36800" y="-52000"/>
            <a:ext cx="9236100" cy="543750"/>
            <a:chOff x="-36800" y="-52000"/>
            <a:chExt cx="9236100" cy="543750"/>
          </a:xfrm>
        </p:grpSpPr>
        <p:sp>
          <p:nvSpPr>
            <p:cNvPr id="140" name="Google Shape;140;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41" name="Google Shape;141;g26b641b03cd_0_260"/>
            <p:cNvGrpSpPr/>
            <p:nvPr/>
          </p:nvGrpSpPr>
          <p:grpSpPr>
            <a:xfrm>
              <a:off x="565600" y="88250"/>
              <a:ext cx="1337400" cy="403500"/>
              <a:chOff x="565600" y="88250"/>
              <a:chExt cx="1337400" cy="403500"/>
            </a:xfrm>
          </p:grpSpPr>
          <p:grpSp>
            <p:nvGrpSpPr>
              <p:cNvPr id="142" name="Google Shape;142;g26b641b03cd_0_260"/>
              <p:cNvGrpSpPr/>
              <p:nvPr/>
            </p:nvGrpSpPr>
            <p:grpSpPr>
              <a:xfrm>
                <a:off x="565600" y="88250"/>
                <a:ext cx="1337400" cy="403500"/>
                <a:chOff x="565600" y="88250"/>
                <a:chExt cx="1337400" cy="403500"/>
              </a:xfrm>
            </p:grpSpPr>
            <p:sp>
              <p:nvSpPr>
                <p:cNvPr id="143" name="Google Shape;143;g26b641b03cd_0_260"/>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4" name="Google Shape;144;g26b641b03cd_0_260"/>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45" name="Google Shape;145;g26b641b03cd_0_260"/>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146" name="Google Shape;146;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47" name="Google Shape;147;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8" name="Google Shape;148;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149" name="Google Shape;149;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0" name="Google Shape;150;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51" name="Google Shape;151;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2" name="Google Shape;152;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53" name="Google Shape;153;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4" name="Google Shape;154;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55" name="Google Shape;155;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90"/>
        <p:cNvGrpSpPr/>
        <p:nvPr/>
      </p:nvGrpSpPr>
      <p:grpSpPr>
        <a:xfrm>
          <a:off x="0" y="0"/>
          <a:ext cx="0" cy="0"/>
          <a:chOff x="0" y="0"/>
          <a:chExt cx="0" cy="0"/>
        </a:xfrm>
      </p:grpSpPr>
      <p:sp>
        <p:nvSpPr>
          <p:cNvPr id="191" name="Google Shape;191;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2" name="Google Shape;192;g2c235dd0dad_1_87"/>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3" name="Google Shape;193;g2c235dd0dad_1_87"/>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4" name="Google Shape;194;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5" name="Google Shape;195;g2c235dd0dad_1_87"/>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6" name="Google Shape;196;g2c235dd0dad_1_87"/>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7" name="Google Shape;197;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98" name="Google Shape;198;g2c235dd0dad_1_87"/>
          <p:cNvGrpSpPr/>
          <p:nvPr/>
        </p:nvGrpSpPr>
        <p:grpSpPr>
          <a:xfrm>
            <a:off x="662575" y="6212475"/>
            <a:ext cx="586800" cy="571500"/>
            <a:chOff x="662575" y="6212475"/>
            <a:chExt cx="586800" cy="571500"/>
          </a:xfrm>
        </p:grpSpPr>
        <p:sp>
          <p:nvSpPr>
            <p:cNvPr id="199" name="Google Shape;199;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0" name="Google Shape;200;g2c235dd0dad_1_87">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1" name="Google Shape;201;g2c235dd0dad_1_87">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02" name="Google Shape;202;g2c235dd0dad_1_87"/>
          <p:cNvGrpSpPr/>
          <p:nvPr/>
        </p:nvGrpSpPr>
        <p:grpSpPr>
          <a:xfrm>
            <a:off x="7894350" y="6212475"/>
            <a:ext cx="586800" cy="571500"/>
            <a:chOff x="7894350" y="6212475"/>
            <a:chExt cx="586800" cy="571500"/>
          </a:xfrm>
        </p:grpSpPr>
        <p:sp>
          <p:nvSpPr>
            <p:cNvPr id="203" name="Google Shape;203;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4" name="Google Shape;204;g2c235dd0dad_1_87">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5" name="Google Shape;205;g2c235dd0dad_1_87">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06" name="Google Shape;206;g2c235dd0dad_1_87"/>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207" name="Google Shape;207;g2c235dd0dad_1_87"/>
          <p:cNvSpPr txBox="1">
            <a:spLocks noGrp="1"/>
          </p:cNvSpPr>
          <p:nvPr>
            <p:ph type="subTitle" idx="2"/>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08" name="Google Shape;208;g2c235dd0dad_1_8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09" name="Google Shape;209;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10" name="Google Shape;210;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11" name="Google Shape;211;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12" name="Google Shape;212;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F7941D"/>
                </a:solidFill>
                <a:latin typeface="Poppins Medium"/>
                <a:ea typeface="Poppins Medium"/>
                <a:cs typeface="Poppins Medium"/>
                <a:sym typeface="Poppins Medium"/>
              </a:rPr>
              <a:t>Practise</a:t>
            </a:r>
            <a:r>
              <a:rPr lang="en-US" sz="3000" b="0" i="0" u="none" strike="noStrike" cap="none">
                <a:solidFill>
                  <a:srgbClr val="F7941D"/>
                </a:solidFill>
                <a:latin typeface="Poppins Medium"/>
                <a:ea typeface="Poppins Medium"/>
                <a:cs typeface="Poppins Medium"/>
                <a:sym typeface="Poppins Medium"/>
              </a:rPr>
              <a:t> Building Words</a:t>
            </a:r>
            <a:endParaRPr sz="3000" b="0" i="0" u="none" strike="noStrike" cap="none">
              <a:solidFill>
                <a:srgbClr val="F7941D"/>
              </a:solidFill>
              <a:latin typeface="Poppins Medium"/>
              <a:ea typeface="Poppins Medium"/>
              <a:cs typeface="Poppins Medium"/>
              <a:sym typeface="Poppins Medium"/>
            </a:endParaRPr>
          </a:p>
        </p:txBody>
      </p:sp>
      <p:sp>
        <p:nvSpPr>
          <p:cNvPr id="213" name="Google Shape;213;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14" name="Google Shape;214;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15" name="Google Shape;215;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16" name="Google Shape;216;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17" name="Google Shape;217;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18" name="Google Shape;218;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19" name="Google Shape;219;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20" name="Google Shape;220;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21" name="Google Shape;221;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22"/>
        <p:cNvGrpSpPr/>
        <p:nvPr/>
      </p:nvGrpSpPr>
      <p:grpSpPr>
        <a:xfrm>
          <a:off x="0" y="0"/>
          <a:ext cx="0" cy="0"/>
          <a:chOff x="0" y="0"/>
          <a:chExt cx="0" cy="0"/>
        </a:xfrm>
      </p:grpSpPr>
      <p:sp>
        <p:nvSpPr>
          <p:cNvPr id="223" name="Google Shape;223;g1f3daf8a844_0_32"/>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4" name="Google Shape;224;g1f3daf8a844_0_32"/>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5" name="Google Shape;225;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6" name="Google Shape;226;g1f3daf8a844_0_32"/>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7" name="Google Shape;227;g1f3daf8a844_0_32"/>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8" name="Google Shape;228;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229" name="Google Shape;229;g1f3daf8a844_0_32"/>
          <p:cNvGrpSpPr/>
          <p:nvPr/>
        </p:nvGrpSpPr>
        <p:grpSpPr>
          <a:xfrm>
            <a:off x="662575" y="6212475"/>
            <a:ext cx="586800" cy="571500"/>
            <a:chOff x="662575" y="6212475"/>
            <a:chExt cx="586800" cy="571500"/>
          </a:xfrm>
        </p:grpSpPr>
        <p:sp>
          <p:nvSpPr>
            <p:cNvPr id="230" name="Google Shape;230;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1" name="Google Shape;231;g1f3daf8a844_0_32">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2" name="Google Shape;232;g1f3daf8a844_0_32">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33" name="Google Shape;233;g1f3daf8a844_0_32"/>
          <p:cNvGrpSpPr/>
          <p:nvPr/>
        </p:nvGrpSpPr>
        <p:grpSpPr>
          <a:xfrm>
            <a:off x="7894350" y="6212475"/>
            <a:ext cx="586800" cy="571500"/>
            <a:chOff x="7894350" y="6212475"/>
            <a:chExt cx="586800" cy="571500"/>
          </a:xfrm>
        </p:grpSpPr>
        <p:sp>
          <p:nvSpPr>
            <p:cNvPr id="234" name="Google Shape;234;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5" name="Google Shape;235;g1f3daf8a844_0_32">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6" name="Google Shape;236;g1f3daf8a844_0_32">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37" name="Google Shape;237;g1f3daf8a844_0_32"/>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238" name="Google Shape;238;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39" name="Google Shape;239;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40" name="Google Shape;240;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41" name="Google Shape;241;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42" name="Google Shape;242;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43" name="Google Shape;243;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F7941D"/>
                </a:solidFill>
                <a:latin typeface="Poppins Medium"/>
                <a:ea typeface="Poppins Medium"/>
                <a:cs typeface="Poppins Medium"/>
                <a:sym typeface="Poppins Medium"/>
              </a:rPr>
              <a:t>Practise</a:t>
            </a:r>
            <a:r>
              <a:rPr lang="en-US" sz="3000" b="0" i="0" u="none" strike="noStrike" cap="none">
                <a:solidFill>
                  <a:srgbClr val="F7941D"/>
                </a:solidFill>
                <a:latin typeface="Poppins Medium"/>
                <a:ea typeface="Poppins Medium"/>
                <a:cs typeface="Poppins Medium"/>
                <a:sym typeface="Poppins Medium"/>
              </a:rPr>
              <a:t> Building Words</a:t>
            </a:r>
            <a:endParaRPr sz="3000" b="0" i="0" u="none" strike="noStrike" cap="none">
              <a:solidFill>
                <a:srgbClr val="F7941D"/>
              </a:solidFill>
              <a:latin typeface="Poppins Medium"/>
              <a:ea typeface="Poppins Medium"/>
              <a:cs typeface="Poppins Medium"/>
              <a:sym typeface="Poppins Medium"/>
            </a:endParaRPr>
          </a:p>
        </p:txBody>
      </p:sp>
      <p:cxnSp>
        <p:nvCxnSpPr>
          <p:cNvPr id="244" name="Google Shape;244;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45" name="Google Shape;245;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46" name="Google Shape;246;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47" name="Google Shape;247;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48" name="Google Shape;248;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49" name="Google Shape;249;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50" name="Google Shape;250;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51" name="Google Shape;251;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52"/>
        <p:cNvGrpSpPr/>
        <p:nvPr/>
      </p:nvGrpSpPr>
      <p:grpSpPr>
        <a:xfrm>
          <a:off x="0" y="0"/>
          <a:ext cx="0" cy="0"/>
          <a:chOff x="0" y="0"/>
          <a:chExt cx="0" cy="0"/>
        </a:xfrm>
      </p:grpSpPr>
      <p:sp>
        <p:nvSpPr>
          <p:cNvPr id="253" name="Google Shape;253;g2c157a2fb06_0_53"/>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4" name="Google Shape;254;g2c157a2fb06_0_53"/>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5" name="Google Shape;255;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6" name="Google Shape;256;g2c157a2fb06_0_53"/>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7" name="Google Shape;257;g2c157a2fb06_0_53"/>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8" name="Google Shape;258;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259" name="Google Shape;259;g2c157a2fb06_0_53"/>
          <p:cNvGrpSpPr/>
          <p:nvPr/>
        </p:nvGrpSpPr>
        <p:grpSpPr>
          <a:xfrm>
            <a:off x="662575" y="6212475"/>
            <a:ext cx="586800" cy="571500"/>
            <a:chOff x="662575" y="6212475"/>
            <a:chExt cx="586800" cy="571500"/>
          </a:xfrm>
        </p:grpSpPr>
        <p:sp>
          <p:nvSpPr>
            <p:cNvPr id="260" name="Google Shape;260;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1" name="Google Shape;261;g2c157a2fb06_0_53">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2" name="Google Shape;262;g2c157a2fb06_0_53">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63" name="Google Shape;263;g2c157a2fb06_0_53"/>
          <p:cNvGrpSpPr/>
          <p:nvPr/>
        </p:nvGrpSpPr>
        <p:grpSpPr>
          <a:xfrm>
            <a:off x="7894350" y="6212475"/>
            <a:ext cx="586800" cy="571500"/>
            <a:chOff x="7894350" y="6212475"/>
            <a:chExt cx="586800" cy="571500"/>
          </a:xfrm>
        </p:grpSpPr>
        <p:sp>
          <p:nvSpPr>
            <p:cNvPr id="264" name="Google Shape;264;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5" name="Google Shape;265;g2c157a2fb06_0_53">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6" name="Google Shape;266;g2c157a2fb06_0_53">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67" name="Google Shape;267;g2c157a2fb06_0_53"/>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268" name="Google Shape;268;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9" name="Google Shape;269;g2c157a2fb06_0_53"/>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70" name="Google Shape;270;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71" name="Google Shape;271;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72" name="Google Shape;272;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73" name="Google Shape;273;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Quickwrite</a:t>
            </a:r>
            <a:endParaRPr sz="3000" b="0" i="0" u="none" strike="noStrike" cap="none">
              <a:solidFill>
                <a:srgbClr val="F7941D"/>
              </a:solidFill>
              <a:latin typeface="Poppins Medium"/>
              <a:ea typeface="Poppins Medium"/>
              <a:cs typeface="Poppins Medium"/>
              <a:sym typeface="Poppins Medium"/>
            </a:endParaRPr>
          </a:p>
        </p:txBody>
      </p:sp>
      <p:sp>
        <p:nvSpPr>
          <p:cNvPr id="274" name="Google Shape;274;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75" name="Google Shape;275;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76" name="Google Shape;276;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77" name="Google Shape;277;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78" name="Google Shape;278;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9" name="Google Shape;279;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0" name="Google Shape;280;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1" name="Google Shape;281;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2" name="Google Shape;282;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83" name="Google Shape;283;g2c157a2fb06_0_53"/>
          <p:cNvGrpSpPr/>
          <p:nvPr/>
        </p:nvGrpSpPr>
        <p:grpSpPr>
          <a:xfrm>
            <a:off x="1403031" y="6958923"/>
            <a:ext cx="6774848" cy="1291477"/>
            <a:chOff x="717231" y="7263723"/>
            <a:chExt cx="6774848" cy="1291477"/>
          </a:xfrm>
        </p:grpSpPr>
        <p:sp>
          <p:nvSpPr>
            <p:cNvPr id="284" name="Google Shape;284;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285" name="Google Shape;285;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286" name="Google Shape;286;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287" name="Google Shape;287;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288" name="Google Shape;288;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289" name="Google Shape;289;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290" name="Google Shape;290;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291" name="Google Shape;291;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292" name="Google Shape;292;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3" name="Google Shape;293;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4" name="Google Shape;294;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95" name="Google Shape;295;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96" name="Google Shape;296;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97"/>
        <p:cNvGrpSpPr/>
        <p:nvPr/>
      </p:nvGrpSpPr>
      <p:grpSpPr>
        <a:xfrm>
          <a:off x="0" y="0"/>
          <a:ext cx="0" cy="0"/>
          <a:chOff x="0" y="0"/>
          <a:chExt cx="0" cy="0"/>
        </a:xfrm>
      </p:grpSpPr>
      <p:pic>
        <p:nvPicPr>
          <p:cNvPr id="298" name="Google Shape;298;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299" name="Google Shape;299;g2c157a2fb06_0_158"/>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0" name="Google Shape;300;g2c157a2fb06_0_158"/>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1" name="Google Shape;301;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02" name="Google Shape;302;g2c157a2fb06_0_158"/>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3" name="Google Shape;303;g2c157a2fb06_0_158"/>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4" name="Google Shape;304;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05" name="Google Shape;305;g2c157a2fb06_0_158"/>
          <p:cNvGrpSpPr/>
          <p:nvPr/>
        </p:nvGrpSpPr>
        <p:grpSpPr>
          <a:xfrm>
            <a:off x="662575" y="6212475"/>
            <a:ext cx="586800" cy="571500"/>
            <a:chOff x="662575" y="6212475"/>
            <a:chExt cx="586800" cy="571500"/>
          </a:xfrm>
        </p:grpSpPr>
        <p:sp>
          <p:nvSpPr>
            <p:cNvPr id="306" name="Google Shape;306;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7" name="Google Shape;307;g2c157a2fb06_0_158">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8" name="Google Shape;308;g2c157a2fb06_0_158">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09" name="Google Shape;309;g2c157a2fb06_0_158"/>
          <p:cNvGrpSpPr/>
          <p:nvPr/>
        </p:nvGrpSpPr>
        <p:grpSpPr>
          <a:xfrm>
            <a:off x="7894350" y="6212475"/>
            <a:ext cx="586800" cy="571500"/>
            <a:chOff x="7894350" y="6212475"/>
            <a:chExt cx="586800" cy="571500"/>
          </a:xfrm>
        </p:grpSpPr>
        <p:sp>
          <p:nvSpPr>
            <p:cNvPr id="310" name="Google Shape;310;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1" name="Google Shape;311;g2c157a2fb06_0_158">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2" name="Google Shape;312;g2c157a2fb06_0_158">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13" name="Google Shape;313;g2c157a2fb06_0_158"/>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314" name="Google Shape;314;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15" name="Google Shape;315;g2c157a2fb06_0_158"/>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316" name="Google Shape;316;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17" name="Google Shape;317;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18" name="Google Shape;318;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19" name="Google Shape;319;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Full Circle</a:t>
            </a:r>
            <a:endParaRPr sz="3000" b="0" i="0" u="none" strike="noStrike" cap="none">
              <a:solidFill>
                <a:srgbClr val="F7941D"/>
              </a:solidFill>
              <a:latin typeface="Poppins Medium"/>
              <a:ea typeface="Poppins Medium"/>
              <a:cs typeface="Poppins Medium"/>
              <a:sym typeface="Poppins Medium"/>
            </a:endParaRPr>
          </a:p>
        </p:txBody>
      </p:sp>
      <p:sp>
        <p:nvSpPr>
          <p:cNvPr id="320" name="Google Shape;320;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21" name="Google Shape;321;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22" name="Google Shape;322;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23" name="Google Shape;323;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24" name="Google Shape;324;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25" name="Google Shape;325;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26"/>
        <p:cNvGrpSpPr/>
        <p:nvPr/>
      </p:nvGrpSpPr>
      <p:grpSpPr>
        <a:xfrm>
          <a:off x="0" y="0"/>
          <a:ext cx="0" cy="0"/>
          <a:chOff x="0" y="0"/>
          <a:chExt cx="0" cy="0"/>
        </a:xfrm>
      </p:grpSpPr>
      <p:sp>
        <p:nvSpPr>
          <p:cNvPr id="327" name="Google Shape;327;g2c157a2fb06_0_263"/>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8" name="Google Shape;328;g2c157a2fb06_0_263"/>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9" name="Google Shape;329;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0" name="Google Shape;330;g2c157a2fb06_0_263"/>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1" name="Google Shape;331;g2c157a2fb06_0_263"/>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2" name="Google Shape;332;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33" name="Google Shape;333;g2c157a2fb06_0_263"/>
          <p:cNvGrpSpPr/>
          <p:nvPr/>
        </p:nvGrpSpPr>
        <p:grpSpPr>
          <a:xfrm>
            <a:off x="662575" y="6212475"/>
            <a:ext cx="586800" cy="571500"/>
            <a:chOff x="662575" y="6212475"/>
            <a:chExt cx="586800" cy="571500"/>
          </a:xfrm>
        </p:grpSpPr>
        <p:sp>
          <p:nvSpPr>
            <p:cNvPr id="334" name="Google Shape;334;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5" name="Google Shape;335;g2c157a2fb06_0_263">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6" name="Google Shape;336;g2c157a2fb06_0_263">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37" name="Google Shape;337;g2c157a2fb06_0_263"/>
          <p:cNvGrpSpPr/>
          <p:nvPr/>
        </p:nvGrpSpPr>
        <p:grpSpPr>
          <a:xfrm>
            <a:off x="7894350" y="6212475"/>
            <a:ext cx="586800" cy="571500"/>
            <a:chOff x="7894350" y="6212475"/>
            <a:chExt cx="586800" cy="571500"/>
          </a:xfrm>
        </p:grpSpPr>
        <p:sp>
          <p:nvSpPr>
            <p:cNvPr id="338" name="Google Shape;338;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9" name="Google Shape;339;g2c157a2fb06_0_263">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0" name="Google Shape;340;g2c157a2fb06_0_263">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41" name="Google Shape;341;g2c157a2fb06_0_263"/>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342" name="Google Shape;342;g2c157a2fb06_0_26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43" name="Google Shape;343;g2c157a2fb06_0_263"/>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344" name="Google Shape;344;g2c157a2fb06_0_26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45" name="Google Shape;345;g2c157a2fb06_0_26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46" name="Google Shape;346;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47" name="Google Shape;347;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Picture Match</a:t>
            </a:r>
            <a:endParaRPr sz="3000" b="0" i="0" u="none" strike="noStrike" cap="none">
              <a:solidFill>
                <a:srgbClr val="F7941D"/>
              </a:solidFill>
              <a:latin typeface="Poppins Medium"/>
              <a:ea typeface="Poppins Medium"/>
              <a:cs typeface="Poppins Medium"/>
              <a:sym typeface="Poppins Medium"/>
            </a:endParaRPr>
          </a:p>
        </p:txBody>
      </p:sp>
      <p:sp>
        <p:nvSpPr>
          <p:cNvPr id="348" name="Google Shape;348;g2c157a2fb06_0_263"/>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9" name="Google Shape;349;g2c157a2fb06_0_263"/>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50" name="Google Shape;350;g2c157a2fb06_0_263"/>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51" name="Google Shape;351;g2c157a2fb06_0_263"/>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52" name="Google Shape;352;g2c157a2fb06_0_263"/>
          <p:cNvSpPr>
            <a:spLocks noGrp="1"/>
          </p:cNvSpPr>
          <p:nvPr>
            <p:ph type="pic" idx="8"/>
          </p:nvPr>
        </p:nvSpPr>
        <p:spPr>
          <a:xfrm>
            <a:off x="5086375" y="4412425"/>
            <a:ext cx="2668800" cy="1291500"/>
          </a:xfrm>
          <a:prstGeom prst="rect">
            <a:avLst/>
          </a:prstGeom>
          <a:noFill/>
          <a:ln>
            <a:noFill/>
          </a:ln>
        </p:spPr>
      </p:sp>
      <p:sp>
        <p:nvSpPr>
          <p:cNvPr id="353" name="Google Shape;353;g2c157a2fb06_0_263"/>
          <p:cNvSpPr>
            <a:spLocks noGrp="1"/>
          </p:cNvSpPr>
          <p:nvPr>
            <p:ph type="pic" idx="9"/>
          </p:nvPr>
        </p:nvSpPr>
        <p:spPr>
          <a:xfrm>
            <a:off x="5086375" y="797675"/>
            <a:ext cx="2668800" cy="1291500"/>
          </a:xfrm>
          <a:prstGeom prst="rect">
            <a:avLst/>
          </a:prstGeom>
          <a:noFill/>
          <a:ln>
            <a:noFill/>
          </a:ln>
        </p:spPr>
      </p:sp>
      <p:sp>
        <p:nvSpPr>
          <p:cNvPr id="354" name="Google Shape;354;g2c157a2fb06_0_263"/>
          <p:cNvSpPr>
            <a:spLocks noGrp="1"/>
          </p:cNvSpPr>
          <p:nvPr>
            <p:ph type="pic" idx="13"/>
          </p:nvPr>
        </p:nvSpPr>
        <p:spPr>
          <a:xfrm>
            <a:off x="5086375" y="2002592"/>
            <a:ext cx="2668800" cy="1291500"/>
          </a:xfrm>
          <a:prstGeom prst="rect">
            <a:avLst/>
          </a:prstGeom>
          <a:noFill/>
          <a:ln>
            <a:noFill/>
          </a:ln>
        </p:spPr>
      </p:sp>
      <p:sp>
        <p:nvSpPr>
          <p:cNvPr id="355" name="Google Shape;355;g2c157a2fb06_0_263"/>
          <p:cNvSpPr>
            <a:spLocks noGrp="1"/>
          </p:cNvSpPr>
          <p:nvPr>
            <p:ph type="pic" idx="14"/>
          </p:nvPr>
        </p:nvSpPr>
        <p:spPr>
          <a:xfrm>
            <a:off x="5086375" y="3207508"/>
            <a:ext cx="2668800" cy="1291500"/>
          </a:xfrm>
          <a:prstGeom prst="rect">
            <a:avLst/>
          </a:prstGeom>
          <a:noFill/>
          <a:ln>
            <a:noFill/>
          </a:ln>
        </p:spPr>
      </p:sp>
      <p:sp>
        <p:nvSpPr>
          <p:cNvPr id="356" name="Google Shape;356;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57" name="Google Shape;357;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58"/>
        <p:cNvGrpSpPr/>
        <p:nvPr/>
      </p:nvGrpSpPr>
      <p:grpSpPr>
        <a:xfrm>
          <a:off x="0" y="0"/>
          <a:ext cx="0" cy="0"/>
          <a:chOff x="0" y="0"/>
          <a:chExt cx="0" cy="0"/>
        </a:xfrm>
      </p:grpSpPr>
      <p:cxnSp>
        <p:nvCxnSpPr>
          <p:cNvPr id="359" name="Google Shape;359;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0" name="Google Shape;360;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1" name="Google Shape;361;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62" name="Google Shape;362;g2c157a2fb06_0_467"/>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3" name="Google Shape;363;g2c157a2fb06_0_467"/>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4" name="Google Shape;364;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5" name="Google Shape;365;g2c157a2fb06_0_467"/>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6" name="Google Shape;366;g2c157a2fb06_0_467"/>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7" name="Google Shape;367;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68" name="Google Shape;368;g2c157a2fb06_0_467"/>
          <p:cNvGrpSpPr/>
          <p:nvPr/>
        </p:nvGrpSpPr>
        <p:grpSpPr>
          <a:xfrm>
            <a:off x="662575" y="6212475"/>
            <a:ext cx="586800" cy="571500"/>
            <a:chOff x="662575" y="6212475"/>
            <a:chExt cx="586800" cy="571500"/>
          </a:xfrm>
        </p:grpSpPr>
        <p:sp>
          <p:nvSpPr>
            <p:cNvPr id="369" name="Google Shape;369;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0" name="Google Shape;370;g2c157a2fb06_0_467">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1" name="Google Shape;371;g2c157a2fb06_0_467">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72" name="Google Shape;372;g2c157a2fb06_0_467"/>
          <p:cNvGrpSpPr/>
          <p:nvPr/>
        </p:nvGrpSpPr>
        <p:grpSpPr>
          <a:xfrm>
            <a:off x="7894350" y="6212475"/>
            <a:ext cx="586800" cy="571500"/>
            <a:chOff x="7894350" y="6212475"/>
            <a:chExt cx="586800" cy="571500"/>
          </a:xfrm>
        </p:grpSpPr>
        <p:sp>
          <p:nvSpPr>
            <p:cNvPr id="373" name="Google Shape;373;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4" name="Google Shape;374;g2c157a2fb06_0_467">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5" name="Google Shape;375;g2c157a2fb06_0_467">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76" name="Google Shape;376;g2c157a2fb06_0_467"/>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377" name="Google Shape;377;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78" name="Google Shape;378;g2c157a2fb06_0_46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379" name="Google Shape;379;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0" name="Google Shape;380;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1" name="Google Shape;381;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82" name="Google Shape;382;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Write a Caption</a:t>
            </a:r>
            <a:endParaRPr sz="3000" b="0" i="0" u="none" strike="noStrike" cap="none">
              <a:solidFill>
                <a:srgbClr val="F7941D"/>
              </a:solidFill>
              <a:latin typeface="Poppins Medium"/>
              <a:ea typeface="Poppins Medium"/>
              <a:cs typeface="Poppins Medium"/>
              <a:sym typeface="Poppins Medium"/>
            </a:endParaRPr>
          </a:p>
        </p:txBody>
      </p:sp>
      <p:sp>
        <p:nvSpPr>
          <p:cNvPr id="383" name="Google Shape;383;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84" name="Google Shape;384;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85"/>
        <p:cNvGrpSpPr/>
        <p:nvPr/>
      </p:nvGrpSpPr>
      <p:grpSpPr>
        <a:xfrm>
          <a:off x="0" y="0"/>
          <a:ext cx="0" cy="0"/>
          <a:chOff x="0" y="0"/>
          <a:chExt cx="0" cy="0"/>
        </a:xfrm>
      </p:grpSpPr>
      <p:cxnSp>
        <p:nvCxnSpPr>
          <p:cNvPr id="386" name="Google Shape;386;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7" name="Google Shape;387;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88" name="Google Shape;388;g2c157a2fb06_0_629"/>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9" name="Google Shape;389;g2c157a2fb06_0_629"/>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0" name="Google Shape;390;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1" name="Google Shape;391;g2c157a2fb06_0_629"/>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2" name="Google Shape;392;g2c157a2fb06_0_629"/>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3" name="Google Shape;393;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94" name="Google Shape;394;g2c157a2fb06_0_629"/>
          <p:cNvGrpSpPr/>
          <p:nvPr/>
        </p:nvGrpSpPr>
        <p:grpSpPr>
          <a:xfrm>
            <a:off x="662575" y="6212475"/>
            <a:ext cx="586800" cy="571500"/>
            <a:chOff x="662575" y="6212475"/>
            <a:chExt cx="586800" cy="571500"/>
          </a:xfrm>
        </p:grpSpPr>
        <p:sp>
          <p:nvSpPr>
            <p:cNvPr id="395" name="Google Shape;395;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6" name="Google Shape;396;g2c157a2fb06_0_629">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7" name="Google Shape;397;g2c157a2fb06_0_629">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98" name="Google Shape;398;g2c157a2fb06_0_629"/>
          <p:cNvGrpSpPr/>
          <p:nvPr/>
        </p:nvGrpSpPr>
        <p:grpSpPr>
          <a:xfrm>
            <a:off x="7894350" y="6212475"/>
            <a:ext cx="586800" cy="571500"/>
            <a:chOff x="7894350" y="6212475"/>
            <a:chExt cx="586800" cy="571500"/>
          </a:xfrm>
        </p:grpSpPr>
        <p:sp>
          <p:nvSpPr>
            <p:cNvPr id="399" name="Google Shape;399;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629">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1" name="Google Shape;401;g2c157a2fb06_0_629">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02" name="Google Shape;402;g2c157a2fb06_0_629"/>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403" name="Google Shape;403;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04" name="Google Shape;404;g2c157a2fb06_0_629"/>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405" name="Google Shape;405;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06" name="Google Shape;406;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07" name="Google Shape;407;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08" name="Google Shape;408;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Read a Caption</a:t>
            </a:r>
            <a:endParaRPr sz="3000" b="0" i="0" u="none" strike="noStrike" cap="none">
              <a:solidFill>
                <a:srgbClr val="F7941D"/>
              </a:solidFill>
              <a:latin typeface="Poppins Medium"/>
              <a:ea typeface="Poppins Medium"/>
              <a:cs typeface="Poppins Medium"/>
              <a:sym typeface="Poppins Medium"/>
            </a:endParaRPr>
          </a:p>
        </p:txBody>
      </p:sp>
      <p:sp>
        <p:nvSpPr>
          <p:cNvPr id="409" name="Google Shape;409;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0" name="Google Shape;410;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11" name="Google Shape;411;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12"/>
        <p:cNvGrpSpPr/>
        <p:nvPr/>
      </p:nvGrpSpPr>
      <p:grpSpPr>
        <a:xfrm>
          <a:off x="0" y="0"/>
          <a:ext cx="0" cy="0"/>
          <a:chOff x="0" y="0"/>
          <a:chExt cx="0" cy="0"/>
        </a:xfrm>
      </p:grpSpPr>
      <p:cxnSp>
        <p:nvCxnSpPr>
          <p:cNvPr id="413" name="Google Shape;413;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4" name="Google Shape;414;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5" name="Google Shape;415;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6" name="Google Shape;416;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17" name="Google Shape;417;g2c157a2fb06_0_798"/>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8" name="Google Shape;418;g2c157a2fb06_0_798"/>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9" name="Google Shape;419;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0" name="Google Shape;420;g2c157a2fb06_0_798"/>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1" name="Google Shape;421;g2c157a2fb06_0_798"/>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2" name="Google Shape;422;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423" name="Google Shape;423;g2c157a2fb06_0_798"/>
          <p:cNvGrpSpPr/>
          <p:nvPr/>
        </p:nvGrpSpPr>
        <p:grpSpPr>
          <a:xfrm>
            <a:off x="662575" y="6212475"/>
            <a:ext cx="586800" cy="571500"/>
            <a:chOff x="662575" y="6212475"/>
            <a:chExt cx="586800" cy="571500"/>
          </a:xfrm>
        </p:grpSpPr>
        <p:sp>
          <p:nvSpPr>
            <p:cNvPr id="424" name="Google Shape;424;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5" name="Google Shape;425;g2c157a2fb06_0_798">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6" name="Google Shape;426;g2c157a2fb06_0_798">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27" name="Google Shape;427;g2c157a2fb06_0_798"/>
          <p:cNvGrpSpPr/>
          <p:nvPr/>
        </p:nvGrpSpPr>
        <p:grpSpPr>
          <a:xfrm>
            <a:off x="7894350" y="6212475"/>
            <a:ext cx="586800" cy="571500"/>
            <a:chOff x="7894350" y="6212475"/>
            <a:chExt cx="586800" cy="571500"/>
          </a:xfrm>
        </p:grpSpPr>
        <p:sp>
          <p:nvSpPr>
            <p:cNvPr id="428" name="Google Shape;428;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9" name="Google Shape;429;g2c157a2fb06_0_798">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0" name="Google Shape;430;g2c157a2fb06_0_798">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31" name="Google Shape;431;g2c157a2fb06_0_798"/>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432" name="Google Shape;432;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33" name="Google Shape;433;g2c157a2fb06_0_798"/>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434" name="Google Shape;434;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35" name="Google Shape;435;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36" name="Google Shape;436;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37" name="Google Shape;437;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Write a Sentence</a:t>
            </a:r>
            <a:endParaRPr sz="3000" b="0" i="0" u="none" strike="noStrike" cap="none">
              <a:solidFill>
                <a:srgbClr val="F7941D"/>
              </a:solidFill>
              <a:latin typeface="Poppins Medium"/>
              <a:ea typeface="Poppins Medium"/>
              <a:cs typeface="Poppins Medium"/>
              <a:sym typeface="Poppins Medium"/>
            </a:endParaRPr>
          </a:p>
        </p:txBody>
      </p:sp>
      <p:sp>
        <p:nvSpPr>
          <p:cNvPr id="438" name="Google Shape;438;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39" name="Google Shape;439;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40"/>
        <p:cNvGrpSpPr/>
        <p:nvPr/>
      </p:nvGrpSpPr>
      <p:grpSpPr>
        <a:xfrm>
          <a:off x="0" y="0"/>
          <a:ext cx="0" cy="0"/>
          <a:chOff x="0" y="0"/>
          <a:chExt cx="0" cy="0"/>
        </a:xfrm>
      </p:grpSpPr>
      <p:cxnSp>
        <p:nvCxnSpPr>
          <p:cNvPr id="441" name="Google Shape;441;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42" name="Google Shape;442;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43" name="Google Shape;443;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44" name="Google Shape;444;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45" name="Google Shape;445;g2c157a2fb06_0_825"/>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6" name="Google Shape;446;g2c157a2fb06_0_825"/>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7" name="Google Shape;447;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8" name="Google Shape;448;g2c157a2fb06_0_825"/>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9" name="Google Shape;449;g2c157a2fb06_0_825"/>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451" name="Google Shape;451;g2c157a2fb06_0_825"/>
          <p:cNvGrpSpPr/>
          <p:nvPr/>
        </p:nvGrpSpPr>
        <p:grpSpPr>
          <a:xfrm>
            <a:off x="662575" y="6212475"/>
            <a:ext cx="586800" cy="571500"/>
            <a:chOff x="662575" y="6212475"/>
            <a:chExt cx="586800" cy="571500"/>
          </a:xfrm>
        </p:grpSpPr>
        <p:sp>
          <p:nvSpPr>
            <p:cNvPr id="452" name="Google Shape;452;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3" name="Google Shape;453;g2c157a2fb06_0_825">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825">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55" name="Google Shape;455;g2c157a2fb06_0_825"/>
          <p:cNvGrpSpPr/>
          <p:nvPr/>
        </p:nvGrpSpPr>
        <p:grpSpPr>
          <a:xfrm>
            <a:off x="7894350" y="6212475"/>
            <a:ext cx="586800" cy="571500"/>
            <a:chOff x="7894350" y="6212475"/>
            <a:chExt cx="586800" cy="571500"/>
          </a:xfrm>
        </p:grpSpPr>
        <p:sp>
          <p:nvSpPr>
            <p:cNvPr id="456" name="Google Shape;456;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7" name="Google Shape;457;g2c157a2fb06_0_825">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8" name="Google Shape;458;g2c157a2fb06_0_825">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59" name="Google Shape;459;g2c157a2fb06_0_825"/>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460" name="Google Shape;460;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61" name="Google Shape;461;g2c157a2fb06_0_825"/>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462" name="Google Shape;462;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63" name="Google Shape;463;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64" name="Google Shape;464;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65" name="Google Shape;465;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Read a Sentence</a:t>
            </a:r>
            <a:endParaRPr sz="3000" b="0" i="0" u="none" strike="noStrike" cap="none">
              <a:solidFill>
                <a:srgbClr val="F7941D"/>
              </a:solidFill>
              <a:latin typeface="Poppins Medium"/>
              <a:ea typeface="Poppins Medium"/>
              <a:cs typeface="Poppins Medium"/>
              <a:sym typeface="Poppins Medium"/>
            </a:endParaRPr>
          </a:p>
        </p:txBody>
      </p:sp>
      <p:sp>
        <p:nvSpPr>
          <p:cNvPr id="466" name="Google Shape;466;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67" name="Google Shape;467;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68"/>
        <p:cNvGrpSpPr/>
        <p:nvPr/>
      </p:nvGrpSpPr>
      <p:grpSpPr>
        <a:xfrm>
          <a:off x="0" y="0"/>
          <a:ext cx="0" cy="0"/>
          <a:chOff x="0" y="0"/>
          <a:chExt cx="0" cy="0"/>
        </a:xfrm>
      </p:grpSpPr>
      <p:sp>
        <p:nvSpPr>
          <p:cNvPr id="469" name="Google Shape;469;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0" name="Google Shape;470;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1" name="Google Shape;471;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2" name="Google Shape;472;g2c157a2fb06_0_700"/>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700"/>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5" name="Google Shape;475;g2c157a2fb06_0_700"/>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6" name="Google Shape;476;g2c157a2fb06_0_700"/>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478" name="Google Shape;478;g2c157a2fb06_0_700"/>
          <p:cNvGrpSpPr/>
          <p:nvPr/>
        </p:nvGrpSpPr>
        <p:grpSpPr>
          <a:xfrm>
            <a:off x="662575" y="6212475"/>
            <a:ext cx="586800" cy="571500"/>
            <a:chOff x="662575" y="6212475"/>
            <a:chExt cx="586800" cy="571500"/>
          </a:xfrm>
        </p:grpSpPr>
        <p:sp>
          <p:nvSpPr>
            <p:cNvPr id="479" name="Google Shape;479;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0" name="Google Shape;480;g2c157a2fb06_0_700">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1" name="Google Shape;481;g2c157a2fb06_0_700">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82" name="Google Shape;482;g2c157a2fb06_0_700"/>
          <p:cNvGrpSpPr/>
          <p:nvPr/>
        </p:nvGrpSpPr>
        <p:grpSpPr>
          <a:xfrm>
            <a:off x="7894350" y="6212475"/>
            <a:ext cx="586800" cy="571500"/>
            <a:chOff x="7894350" y="6212475"/>
            <a:chExt cx="586800" cy="571500"/>
          </a:xfrm>
        </p:grpSpPr>
        <p:sp>
          <p:nvSpPr>
            <p:cNvPr id="483" name="Google Shape;483;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4" name="Google Shape;484;g2c157a2fb06_0_700">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5" name="Google Shape;485;g2c157a2fb06_0_700">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86" name="Google Shape;486;g2c157a2fb06_0_700"/>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487" name="Google Shape;487;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88" name="Google Shape;488;g2c157a2fb06_0_700"/>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489" name="Google Shape;489;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90" name="Google Shape;490;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91" name="Google Shape;491;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Hands Up, Pair Up</a:t>
            </a:r>
            <a:endParaRPr sz="3000" b="0" i="0" u="none" strike="noStrike" cap="none">
              <a:solidFill>
                <a:srgbClr val="F7941D"/>
              </a:solidFill>
              <a:latin typeface="Poppins Medium"/>
              <a:ea typeface="Poppins Medium"/>
              <a:cs typeface="Poppins Medium"/>
              <a:sym typeface="Poppins Medium"/>
            </a:endParaRPr>
          </a:p>
        </p:txBody>
      </p:sp>
      <p:sp>
        <p:nvSpPr>
          <p:cNvPr id="492" name="Google Shape;492;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93" name="Google Shape;493;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4" name="Google Shape;494;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5" name="Google Shape;495;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6" name="Google Shape;496;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7" name="Google Shape;497;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8" name="Google Shape;498;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9" name="Google Shape;499;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0" name="Google Shape;500;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2" name="Google Shape;502;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3" name="Google Shape;503;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4" name="Google Shape;504;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6" name="Google Shape;506;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07" name="Google Shape;507;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08"/>
        <p:cNvGrpSpPr/>
        <p:nvPr/>
      </p:nvGrpSpPr>
      <p:grpSpPr>
        <a:xfrm>
          <a:off x="0" y="0"/>
          <a:ext cx="0" cy="0"/>
          <a:chOff x="0" y="0"/>
          <a:chExt cx="0" cy="0"/>
        </a:xfrm>
      </p:grpSpPr>
      <p:sp>
        <p:nvSpPr>
          <p:cNvPr id="509" name="Google Shape;509;g2c157a2fb06_0_932"/>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0" name="Google Shape;510;g2c157a2fb06_0_932"/>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1" name="Google Shape;511;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2" name="Google Shape;512;g2c157a2fb06_0_932"/>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4" name="Google Shape;514;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515" name="Google Shape;515;g2c157a2fb06_0_932"/>
          <p:cNvGrpSpPr/>
          <p:nvPr/>
        </p:nvGrpSpPr>
        <p:grpSpPr>
          <a:xfrm>
            <a:off x="662575" y="6212475"/>
            <a:ext cx="586800" cy="571500"/>
            <a:chOff x="662575" y="6212475"/>
            <a:chExt cx="586800" cy="571500"/>
          </a:xfrm>
        </p:grpSpPr>
        <p:sp>
          <p:nvSpPr>
            <p:cNvPr id="516" name="Google Shape;516;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7" name="Google Shape;517;g2c157a2fb06_0_932">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8" name="Google Shape;518;g2c157a2fb06_0_932">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19" name="Google Shape;519;g2c157a2fb06_0_932"/>
          <p:cNvGrpSpPr/>
          <p:nvPr/>
        </p:nvGrpSpPr>
        <p:grpSpPr>
          <a:xfrm>
            <a:off x="7894350" y="6212475"/>
            <a:ext cx="586800" cy="571500"/>
            <a:chOff x="7894350" y="6212475"/>
            <a:chExt cx="586800" cy="571500"/>
          </a:xfrm>
        </p:grpSpPr>
        <p:sp>
          <p:nvSpPr>
            <p:cNvPr id="520" name="Google Shape;520;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1" name="Google Shape;521;g2c157a2fb06_0_932">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2" name="Google Shape;522;g2c157a2fb06_0_932">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23" name="Google Shape;523;g2c157a2fb06_0_932"/>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524" name="Google Shape;524;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5" name="Google Shape;525;g2c157a2fb06_0_9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526" name="Google Shape;526;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27" name="Google Shape;527;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28" name="Google Shape;528;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Bingo</a:t>
            </a:r>
            <a:endParaRPr sz="3000" b="0" i="0" u="none" strike="noStrike" cap="none">
              <a:solidFill>
                <a:srgbClr val="F7941D"/>
              </a:solidFill>
              <a:latin typeface="Poppins Medium"/>
              <a:ea typeface="Poppins Medium"/>
              <a:cs typeface="Poppins Medium"/>
              <a:sym typeface="Poppins Medium"/>
            </a:endParaRPr>
          </a:p>
        </p:txBody>
      </p:sp>
      <p:cxnSp>
        <p:nvCxnSpPr>
          <p:cNvPr id="529" name="Google Shape;529;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30" name="Google Shape;530;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31" name="Google Shape;531;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32" name="Google Shape;532;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33" name="Google Shape;533;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34" name="Google Shape;534;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35" name="Google Shape;535;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36" name="Google Shape;536;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37" name="Google Shape;537;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38" name="Google Shape;538;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39" name="Google Shape;539;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0" name="Google Shape;540;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1" name="Google Shape;541;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2" name="Google Shape;542;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3" name="Google Shape;543;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4" name="Google Shape;544;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5" name="Google Shape;545;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6" name="Google Shape;546;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7" name="Google Shape;547;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48"/>
        <p:cNvGrpSpPr/>
        <p:nvPr/>
      </p:nvGrpSpPr>
      <p:grpSpPr>
        <a:xfrm>
          <a:off x="0" y="0"/>
          <a:ext cx="0" cy="0"/>
          <a:chOff x="0" y="0"/>
          <a:chExt cx="0" cy="0"/>
        </a:xfrm>
      </p:grpSpPr>
      <p:cxnSp>
        <p:nvCxnSpPr>
          <p:cNvPr id="549" name="Google Shape;549;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50" name="Google Shape;550;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51" name="Google Shape;551;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2" name="Google Shape;552;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3" name="Google Shape;553;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4" name="Google Shape;554;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5" name="Google Shape;555;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6" name="Google Shape;556;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7" name="Google Shape;557;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8" name="Google Shape;558;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9" name="Google Shape;559;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0" name="Google Shape;560;g2c157a2fb06_0_1045"/>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1" name="Google Shape;561;g2c157a2fb06_0_1045"/>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2" name="Google Shape;562;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63" name="Google Shape;563;g2c157a2fb06_0_1045"/>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045"/>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5" name="Google Shape;565;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566" name="Google Shape;566;g2c157a2fb06_0_1045"/>
          <p:cNvGrpSpPr/>
          <p:nvPr/>
        </p:nvGrpSpPr>
        <p:grpSpPr>
          <a:xfrm>
            <a:off x="662575" y="6212475"/>
            <a:ext cx="586800" cy="571500"/>
            <a:chOff x="662575" y="6212475"/>
            <a:chExt cx="586800" cy="571500"/>
          </a:xfrm>
        </p:grpSpPr>
        <p:sp>
          <p:nvSpPr>
            <p:cNvPr id="567" name="Google Shape;567;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8" name="Google Shape;568;g2c157a2fb06_0_1045">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1045">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0" name="Google Shape;570;g2c157a2fb06_0_1045"/>
          <p:cNvGrpSpPr/>
          <p:nvPr/>
        </p:nvGrpSpPr>
        <p:grpSpPr>
          <a:xfrm>
            <a:off x="7894350" y="6212475"/>
            <a:ext cx="586800" cy="571500"/>
            <a:chOff x="7894350" y="6212475"/>
            <a:chExt cx="586800" cy="571500"/>
          </a:xfrm>
        </p:grpSpPr>
        <p:sp>
          <p:nvSpPr>
            <p:cNvPr id="571" name="Google Shape;571;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2" name="Google Shape;572;g2c157a2fb06_0_1045">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3" name="Google Shape;573;g2c157a2fb06_0_1045">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74" name="Google Shape;574;g2c157a2fb06_0_1045"/>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575" name="Google Shape;575;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6" name="Google Shape;576;g2c157a2fb06_0_1045"/>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577" name="Google Shape;577;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78" name="Google Shape;578;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79" name="Google Shape;579;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80" name="Google Shape;580;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Lucky Dip</a:t>
            </a:r>
            <a:endParaRPr sz="3000" b="0" i="0" u="none" strike="noStrike" cap="none">
              <a:solidFill>
                <a:srgbClr val="F7941D"/>
              </a:solidFill>
              <a:latin typeface="Poppins Medium"/>
              <a:ea typeface="Poppins Medium"/>
              <a:cs typeface="Poppins Medium"/>
              <a:sym typeface="Poppins Medium"/>
            </a:endParaRPr>
          </a:p>
        </p:txBody>
      </p:sp>
      <p:sp>
        <p:nvSpPr>
          <p:cNvPr id="581" name="Google Shape;581;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2" name="Google Shape;582;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83" name="Google Shape;583;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84" name="Google Shape;584;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85"/>
        <p:cNvGrpSpPr/>
        <p:nvPr/>
      </p:nvGrpSpPr>
      <p:grpSpPr>
        <a:xfrm>
          <a:off x="0" y="0"/>
          <a:ext cx="0" cy="0"/>
          <a:chOff x="0" y="0"/>
          <a:chExt cx="0" cy="0"/>
        </a:xfrm>
      </p:grpSpPr>
      <p:sp>
        <p:nvSpPr>
          <p:cNvPr id="586" name="Google Shape;586;g2c157a2fb06_0_1110"/>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7" name="Google Shape;587;g2c157a2fb06_0_1110"/>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8" name="Google Shape;588;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9" name="Google Shape;589;g2c157a2fb06_0_1110"/>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0" name="Google Shape;590;g2c157a2fb06_0_1110"/>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1" name="Google Shape;591;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592" name="Google Shape;592;g2c157a2fb06_0_1110"/>
          <p:cNvGrpSpPr/>
          <p:nvPr/>
        </p:nvGrpSpPr>
        <p:grpSpPr>
          <a:xfrm>
            <a:off x="662575" y="6212475"/>
            <a:ext cx="586800" cy="571500"/>
            <a:chOff x="662575" y="6212475"/>
            <a:chExt cx="586800" cy="571500"/>
          </a:xfrm>
        </p:grpSpPr>
        <p:sp>
          <p:nvSpPr>
            <p:cNvPr id="593" name="Google Shape;593;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4" name="Google Shape;594;g2c157a2fb06_0_1110">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5" name="Google Shape;595;g2c157a2fb06_0_1110">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6" name="Google Shape;596;g2c157a2fb06_0_1110"/>
          <p:cNvGrpSpPr/>
          <p:nvPr/>
        </p:nvGrpSpPr>
        <p:grpSpPr>
          <a:xfrm>
            <a:off x="7894350" y="6212475"/>
            <a:ext cx="586800" cy="571500"/>
            <a:chOff x="7894350" y="6212475"/>
            <a:chExt cx="586800" cy="571500"/>
          </a:xfrm>
        </p:grpSpPr>
        <p:sp>
          <p:nvSpPr>
            <p:cNvPr id="597" name="Google Shape;597;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8" name="Google Shape;598;g2c157a2fb06_0_1110">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9" name="Google Shape;599;g2c157a2fb06_0_1110">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00" name="Google Shape;600;g2c157a2fb06_0_1110"/>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601" name="Google Shape;601;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02" name="Google Shape;602;g2c157a2fb06_0_1110"/>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603" name="Google Shape;603;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04" name="Google Shape;604;g2c157a2fb06_0_111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05" name="Google Shape;605;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606" name="Google Shape;606;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Countdown</a:t>
            </a:r>
            <a:endParaRPr sz="3000" b="0" i="0" u="none" strike="noStrike" cap="none">
              <a:solidFill>
                <a:srgbClr val="F7941D"/>
              </a:solidFill>
              <a:latin typeface="Poppins Medium"/>
              <a:ea typeface="Poppins Medium"/>
              <a:cs typeface="Poppins Medium"/>
              <a:sym typeface="Poppins Medium"/>
            </a:endParaRPr>
          </a:p>
        </p:txBody>
      </p:sp>
      <p:sp>
        <p:nvSpPr>
          <p:cNvPr id="607" name="Google Shape;607;g2c157a2fb06_0_111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08" name="Google Shape;608;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09" name="Google Shape;609;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10" name="Google Shape;610;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611" name="Google Shape;611;g2c157a2fb06_0_1110"/>
          <p:cNvGrpSpPr/>
          <p:nvPr/>
        </p:nvGrpSpPr>
        <p:grpSpPr>
          <a:xfrm>
            <a:off x="5806200" y="1807463"/>
            <a:ext cx="756300" cy="146700"/>
            <a:chOff x="5806200" y="1807463"/>
            <a:chExt cx="756300" cy="146700"/>
          </a:xfrm>
        </p:grpSpPr>
        <p:sp>
          <p:nvSpPr>
            <p:cNvPr id="612" name="Google Shape;612;g2c157a2fb06_0_1110"/>
            <p:cNvSpPr/>
            <p:nvPr/>
          </p:nvSpPr>
          <p:spPr>
            <a:xfrm>
              <a:off x="58062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3" name="Google Shape;613;g2c157a2fb06_0_1110"/>
            <p:cNvSpPr/>
            <p:nvPr/>
          </p:nvSpPr>
          <p:spPr>
            <a:xfrm>
              <a:off x="61110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4" name="Google Shape;614;g2c157a2fb06_0_1110"/>
            <p:cNvSpPr/>
            <p:nvPr/>
          </p:nvSpPr>
          <p:spPr>
            <a:xfrm>
              <a:off x="64158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15" name="Google Shape;615;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16" name="Google Shape;616;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17" name="Google Shape;617;g2c157a2fb06_0_1110"/>
          <p:cNvGrpSpPr/>
          <p:nvPr/>
        </p:nvGrpSpPr>
        <p:grpSpPr>
          <a:xfrm>
            <a:off x="5806200" y="2842438"/>
            <a:ext cx="756300" cy="146700"/>
            <a:chOff x="5806200" y="1807463"/>
            <a:chExt cx="756300" cy="146700"/>
          </a:xfrm>
        </p:grpSpPr>
        <p:sp>
          <p:nvSpPr>
            <p:cNvPr id="618" name="Google Shape;618;g2c157a2fb06_0_1110"/>
            <p:cNvSpPr/>
            <p:nvPr/>
          </p:nvSpPr>
          <p:spPr>
            <a:xfrm>
              <a:off x="58062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9" name="Google Shape;619;g2c157a2fb06_0_1110"/>
            <p:cNvSpPr/>
            <p:nvPr/>
          </p:nvSpPr>
          <p:spPr>
            <a:xfrm>
              <a:off x="61110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0" name="Google Shape;620;g2c157a2fb06_0_1110"/>
            <p:cNvSpPr/>
            <p:nvPr/>
          </p:nvSpPr>
          <p:spPr>
            <a:xfrm>
              <a:off x="64158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21" name="Google Shape;621;g2c157a2fb06_0_1110"/>
          <p:cNvGrpSpPr/>
          <p:nvPr/>
        </p:nvGrpSpPr>
        <p:grpSpPr>
          <a:xfrm>
            <a:off x="5806200" y="3877413"/>
            <a:ext cx="756300" cy="146700"/>
            <a:chOff x="5806200" y="1807463"/>
            <a:chExt cx="756300" cy="146700"/>
          </a:xfrm>
        </p:grpSpPr>
        <p:sp>
          <p:nvSpPr>
            <p:cNvPr id="622" name="Google Shape;622;g2c157a2fb06_0_1110"/>
            <p:cNvSpPr/>
            <p:nvPr/>
          </p:nvSpPr>
          <p:spPr>
            <a:xfrm>
              <a:off x="58062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3" name="Google Shape;623;g2c157a2fb06_0_1110"/>
            <p:cNvSpPr/>
            <p:nvPr/>
          </p:nvSpPr>
          <p:spPr>
            <a:xfrm>
              <a:off x="61110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4" name="Google Shape;624;g2c157a2fb06_0_1110"/>
            <p:cNvSpPr/>
            <p:nvPr/>
          </p:nvSpPr>
          <p:spPr>
            <a:xfrm>
              <a:off x="64158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25"/>
        <p:cNvGrpSpPr/>
        <p:nvPr/>
      </p:nvGrpSpPr>
      <p:grpSpPr>
        <a:xfrm>
          <a:off x="0" y="0"/>
          <a:ext cx="0" cy="0"/>
          <a:chOff x="0" y="0"/>
          <a:chExt cx="0" cy="0"/>
        </a:xfrm>
      </p:grpSpPr>
      <p:sp>
        <p:nvSpPr>
          <p:cNvPr id="626" name="Google Shape;626;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8" name="Google Shape;628;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9" name="Google Shape;629;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30" name="Google Shape;630;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1" name="Google Shape;631;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2" name="Google Shape;632;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33" name="Google Shape;633;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34" name="Google Shape;634;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35" name="Google Shape;635;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36" name="Google Shape;636;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37" name="Google Shape;637;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38" name="Google Shape;638;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39" name="Google Shape;639;p30"/>
          <p:cNvGrpSpPr/>
          <p:nvPr/>
        </p:nvGrpSpPr>
        <p:grpSpPr>
          <a:xfrm>
            <a:off x="6022940" y="5341706"/>
            <a:ext cx="594501" cy="305904"/>
            <a:chOff x="5672081" y="1914352"/>
            <a:chExt cx="792668" cy="305904"/>
          </a:xfrm>
        </p:grpSpPr>
        <p:sp>
          <p:nvSpPr>
            <p:cNvPr id="640" name="Google Shape;640;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1" name="Google Shape;641;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42" name="Google Shape;642;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43" name="Google Shape;643;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4" name="Google Shape;644;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5" name="Google Shape;645;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6" name="Google Shape;646;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7" name="Google Shape;647;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8" name="Google Shape;648;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9" name="Google Shape;649;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0" name="Google Shape;650;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51" name="Google Shape;651;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52" name="Google Shape;652;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3" name="Google Shape;653;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4" name="Google Shape;654;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5" name="Google Shape;655;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6" name="Google Shape;656;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7" name="Google Shape;657;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8" name="Google Shape;658;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9" name="Google Shape;659;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60" name="Google Shape;660;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61" name="Google Shape;661;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62" name="Google Shape;662;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63" name="Google Shape;663;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64" name="Google Shape;664;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65" name="Google Shape;665;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66" name="Google Shape;666;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7" name="Google Shape;667;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8" name="Google Shape;668;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69" name="Google Shape;669;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70" name="Google Shape;670;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71"/>
        <p:cNvGrpSpPr/>
        <p:nvPr/>
      </p:nvGrpSpPr>
      <p:grpSpPr>
        <a:xfrm>
          <a:off x="0" y="0"/>
          <a:ext cx="0" cy="0"/>
          <a:chOff x="0" y="0"/>
          <a:chExt cx="0" cy="0"/>
        </a:xfrm>
      </p:grpSpPr>
      <p:sp>
        <p:nvSpPr>
          <p:cNvPr id="672" name="Google Shape;672;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3" name="Google Shape;673;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74" name="Google Shape;674;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75"/>
        <p:cNvGrpSpPr/>
        <p:nvPr/>
      </p:nvGrpSpPr>
      <p:grpSpPr>
        <a:xfrm>
          <a:off x="0" y="0"/>
          <a:ext cx="0" cy="0"/>
          <a:chOff x="0" y="0"/>
          <a:chExt cx="0" cy="0"/>
        </a:xfrm>
      </p:grpSpPr>
      <p:sp>
        <p:nvSpPr>
          <p:cNvPr id="676" name="Google Shape;676;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7" name="Google Shape;677;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78" name="Google Shape;678;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Review Content 1">
  <p:cSld name="Alien Word of the Day_2_1_1_2">
    <p:spTree>
      <p:nvGrpSpPr>
        <p:cNvPr id="1" name="Shape 679"/>
        <p:cNvGrpSpPr/>
        <p:nvPr/>
      </p:nvGrpSpPr>
      <p:grpSpPr>
        <a:xfrm>
          <a:off x="0" y="0"/>
          <a:ext cx="0" cy="0"/>
          <a:chOff x="0" y="0"/>
          <a:chExt cx="0" cy="0"/>
        </a:xfrm>
      </p:grpSpPr>
      <p:sp>
        <p:nvSpPr>
          <p:cNvPr id="680" name="Google Shape;680;g31b17ade864_0_14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81" name="Google Shape;681;g31b17ade864_0_1414"/>
          <p:cNvGrpSpPr/>
          <p:nvPr/>
        </p:nvGrpSpPr>
        <p:grpSpPr>
          <a:xfrm>
            <a:off x="357775" y="5983875"/>
            <a:ext cx="586800" cy="571500"/>
            <a:chOff x="662575" y="6212475"/>
            <a:chExt cx="586800" cy="571500"/>
          </a:xfrm>
        </p:grpSpPr>
        <p:sp>
          <p:nvSpPr>
            <p:cNvPr id="682" name="Google Shape;682;g31b17ade864_0_1414">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3" name="Google Shape;683;g31b17ade864_0_1414">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4" name="Google Shape;684;g31b17ade864_0_1414">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85" name="Google Shape;685;g31b17ade864_0_1414"/>
          <p:cNvGrpSpPr/>
          <p:nvPr/>
        </p:nvGrpSpPr>
        <p:grpSpPr>
          <a:xfrm>
            <a:off x="8199150" y="5983875"/>
            <a:ext cx="586800" cy="571500"/>
            <a:chOff x="7894350" y="6212475"/>
            <a:chExt cx="586800" cy="571500"/>
          </a:xfrm>
        </p:grpSpPr>
        <p:sp>
          <p:nvSpPr>
            <p:cNvPr id="686" name="Google Shape;686;g31b17ade864_0_14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7" name="Google Shape;687;g31b17ade864_0_1414">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8" name="Google Shape;688;g31b17ade864_0_1414">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89" name="Google Shape;689;g31b17ade864_0_141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FFFFFF"/>
              </a:buClr>
              <a:buSzPts val="3600"/>
              <a:buFont typeface="Poppins Medium"/>
              <a:buNone/>
              <a:defRPr sz="3600">
                <a:solidFill>
                  <a:srgbClr val="FFFFFF"/>
                </a:solidFill>
                <a:latin typeface="Poppins Medium"/>
                <a:ea typeface="Poppins Medium"/>
                <a:cs typeface="Poppins Medium"/>
                <a:sym typeface="Poppins Medium"/>
              </a:defRPr>
            </a:lvl1pPr>
            <a:lvl2pPr lvl="1" algn="ctr">
              <a:lnSpc>
                <a:spcPct val="100000"/>
              </a:lnSpc>
              <a:spcBef>
                <a:spcPts val="0"/>
              </a:spcBef>
              <a:spcAft>
                <a:spcPts val="0"/>
              </a:spcAft>
              <a:buClr>
                <a:srgbClr val="FFFFFF"/>
              </a:buClr>
              <a:buSzPts val="3600"/>
              <a:buNone/>
              <a:defRPr sz="3600">
                <a:solidFill>
                  <a:srgbClr val="FFFFFF"/>
                </a:solidFill>
              </a:defRPr>
            </a:lvl2pPr>
            <a:lvl3pPr lvl="2" algn="ctr">
              <a:lnSpc>
                <a:spcPct val="100000"/>
              </a:lnSpc>
              <a:spcBef>
                <a:spcPts val="0"/>
              </a:spcBef>
              <a:spcAft>
                <a:spcPts val="0"/>
              </a:spcAft>
              <a:buClr>
                <a:srgbClr val="FFFFFF"/>
              </a:buClr>
              <a:buSzPts val="3600"/>
              <a:buNone/>
              <a:defRPr sz="3600">
                <a:solidFill>
                  <a:srgbClr val="FFFFFF"/>
                </a:solidFill>
              </a:defRPr>
            </a:lvl3pPr>
            <a:lvl4pPr lvl="3" algn="ctr">
              <a:lnSpc>
                <a:spcPct val="100000"/>
              </a:lnSpc>
              <a:spcBef>
                <a:spcPts val="0"/>
              </a:spcBef>
              <a:spcAft>
                <a:spcPts val="0"/>
              </a:spcAft>
              <a:buClr>
                <a:srgbClr val="FFFFFF"/>
              </a:buClr>
              <a:buSzPts val="3600"/>
              <a:buNone/>
              <a:defRPr sz="3600">
                <a:solidFill>
                  <a:srgbClr val="FFFFFF"/>
                </a:solidFill>
              </a:defRPr>
            </a:lvl4pPr>
            <a:lvl5pPr lvl="4" algn="ctr">
              <a:lnSpc>
                <a:spcPct val="100000"/>
              </a:lnSpc>
              <a:spcBef>
                <a:spcPts val="0"/>
              </a:spcBef>
              <a:spcAft>
                <a:spcPts val="0"/>
              </a:spcAft>
              <a:buClr>
                <a:srgbClr val="FFFFFF"/>
              </a:buClr>
              <a:buSzPts val="3600"/>
              <a:buNone/>
              <a:defRPr sz="3600">
                <a:solidFill>
                  <a:srgbClr val="FFFFFF"/>
                </a:solidFill>
              </a:defRPr>
            </a:lvl5pPr>
            <a:lvl6pPr lvl="5" algn="ctr">
              <a:lnSpc>
                <a:spcPct val="100000"/>
              </a:lnSpc>
              <a:spcBef>
                <a:spcPts val="0"/>
              </a:spcBef>
              <a:spcAft>
                <a:spcPts val="0"/>
              </a:spcAft>
              <a:buClr>
                <a:srgbClr val="FFFFFF"/>
              </a:buClr>
              <a:buSzPts val="3600"/>
              <a:buNone/>
              <a:defRPr sz="3600">
                <a:solidFill>
                  <a:srgbClr val="FFFFFF"/>
                </a:solidFill>
              </a:defRPr>
            </a:lvl6pPr>
            <a:lvl7pPr lvl="6" algn="ctr">
              <a:lnSpc>
                <a:spcPct val="100000"/>
              </a:lnSpc>
              <a:spcBef>
                <a:spcPts val="0"/>
              </a:spcBef>
              <a:spcAft>
                <a:spcPts val="0"/>
              </a:spcAft>
              <a:buClr>
                <a:srgbClr val="FFFFFF"/>
              </a:buClr>
              <a:buSzPts val="3600"/>
              <a:buNone/>
              <a:defRPr sz="3600">
                <a:solidFill>
                  <a:srgbClr val="FFFFFF"/>
                </a:solidFill>
              </a:defRPr>
            </a:lvl7pPr>
            <a:lvl8pPr lvl="7" algn="ctr">
              <a:lnSpc>
                <a:spcPct val="100000"/>
              </a:lnSpc>
              <a:spcBef>
                <a:spcPts val="0"/>
              </a:spcBef>
              <a:spcAft>
                <a:spcPts val="0"/>
              </a:spcAft>
              <a:buClr>
                <a:srgbClr val="FFFFFF"/>
              </a:buClr>
              <a:buSzPts val="3600"/>
              <a:buNone/>
              <a:defRPr sz="3600">
                <a:solidFill>
                  <a:srgbClr val="FFFFFF"/>
                </a:solidFill>
              </a:defRPr>
            </a:lvl8pPr>
            <a:lvl9pPr lvl="8" algn="ctr">
              <a:lnSpc>
                <a:spcPct val="100000"/>
              </a:lnSpc>
              <a:spcBef>
                <a:spcPts val="0"/>
              </a:spcBef>
              <a:spcAft>
                <a:spcPts val="0"/>
              </a:spcAft>
              <a:buClr>
                <a:srgbClr val="FFFFFF"/>
              </a:buClr>
              <a:buSzPts val="3600"/>
              <a:buNone/>
              <a:defRPr sz="3600">
                <a:solidFill>
                  <a:srgbClr val="FFFFFF"/>
                </a:solidFill>
              </a:defRPr>
            </a:lvl9pPr>
          </a:lstStyle>
          <a:p>
            <a:endParaRPr/>
          </a:p>
        </p:txBody>
      </p:sp>
      <p:sp>
        <p:nvSpPr>
          <p:cNvPr id="690" name="Google Shape;690;g31b17ade864_0_1414"/>
          <p:cNvSpPr txBox="1">
            <a:spLocks noGrp="1"/>
          </p:cNvSpPr>
          <p:nvPr>
            <p:ph type="title" idx="2"/>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ctr">
              <a:lnSpc>
                <a:spcPct val="100000"/>
              </a:lnSpc>
              <a:spcBef>
                <a:spcPts val="0"/>
              </a:spcBef>
              <a:spcAft>
                <a:spcPts val="0"/>
              </a:spcAft>
              <a:buClr>
                <a:srgbClr val="FFFFFF"/>
              </a:buClr>
              <a:buSzPts val="3600"/>
              <a:buNone/>
              <a:defRPr sz="3600">
                <a:solidFill>
                  <a:srgbClr val="FFFFFF"/>
                </a:solidFill>
              </a:defRPr>
            </a:lvl2pPr>
            <a:lvl3pPr lvl="2" algn="ctr">
              <a:lnSpc>
                <a:spcPct val="100000"/>
              </a:lnSpc>
              <a:spcBef>
                <a:spcPts val="0"/>
              </a:spcBef>
              <a:spcAft>
                <a:spcPts val="0"/>
              </a:spcAft>
              <a:buClr>
                <a:srgbClr val="FFFFFF"/>
              </a:buClr>
              <a:buSzPts val="3600"/>
              <a:buNone/>
              <a:defRPr sz="3600">
                <a:solidFill>
                  <a:srgbClr val="FFFFFF"/>
                </a:solidFill>
              </a:defRPr>
            </a:lvl3pPr>
            <a:lvl4pPr lvl="3" algn="ctr">
              <a:lnSpc>
                <a:spcPct val="100000"/>
              </a:lnSpc>
              <a:spcBef>
                <a:spcPts val="0"/>
              </a:spcBef>
              <a:spcAft>
                <a:spcPts val="0"/>
              </a:spcAft>
              <a:buClr>
                <a:srgbClr val="FFFFFF"/>
              </a:buClr>
              <a:buSzPts val="3600"/>
              <a:buNone/>
              <a:defRPr sz="3600">
                <a:solidFill>
                  <a:srgbClr val="FFFFFF"/>
                </a:solidFill>
              </a:defRPr>
            </a:lvl4pPr>
            <a:lvl5pPr lvl="4" algn="ctr">
              <a:lnSpc>
                <a:spcPct val="100000"/>
              </a:lnSpc>
              <a:spcBef>
                <a:spcPts val="0"/>
              </a:spcBef>
              <a:spcAft>
                <a:spcPts val="0"/>
              </a:spcAft>
              <a:buClr>
                <a:srgbClr val="FFFFFF"/>
              </a:buClr>
              <a:buSzPts val="3600"/>
              <a:buNone/>
              <a:defRPr sz="3600">
                <a:solidFill>
                  <a:srgbClr val="FFFFFF"/>
                </a:solidFill>
              </a:defRPr>
            </a:lvl5pPr>
            <a:lvl6pPr lvl="5" algn="ctr">
              <a:lnSpc>
                <a:spcPct val="100000"/>
              </a:lnSpc>
              <a:spcBef>
                <a:spcPts val="0"/>
              </a:spcBef>
              <a:spcAft>
                <a:spcPts val="0"/>
              </a:spcAft>
              <a:buClr>
                <a:srgbClr val="FFFFFF"/>
              </a:buClr>
              <a:buSzPts val="3600"/>
              <a:buNone/>
              <a:defRPr sz="3600">
                <a:solidFill>
                  <a:srgbClr val="FFFFFF"/>
                </a:solidFill>
              </a:defRPr>
            </a:lvl6pPr>
            <a:lvl7pPr lvl="6" algn="ctr">
              <a:lnSpc>
                <a:spcPct val="100000"/>
              </a:lnSpc>
              <a:spcBef>
                <a:spcPts val="0"/>
              </a:spcBef>
              <a:spcAft>
                <a:spcPts val="0"/>
              </a:spcAft>
              <a:buClr>
                <a:srgbClr val="FFFFFF"/>
              </a:buClr>
              <a:buSzPts val="3600"/>
              <a:buNone/>
              <a:defRPr sz="3600">
                <a:solidFill>
                  <a:srgbClr val="FFFFFF"/>
                </a:solidFill>
              </a:defRPr>
            </a:lvl7pPr>
            <a:lvl8pPr lvl="7" algn="ctr">
              <a:lnSpc>
                <a:spcPct val="100000"/>
              </a:lnSpc>
              <a:spcBef>
                <a:spcPts val="0"/>
              </a:spcBef>
              <a:spcAft>
                <a:spcPts val="0"/>
              </a:spcAft>
              <a:buClr>
                <a:srgbClr val="FFFFFF"/>
              </a:buClr>
              <a:buSzPts val="3600"/>
              <a:buNone/>
              <a:defRPr sz="3600">
                <a:solidFill>
                  <a:srgbClr val="FFFFFF"/>
                </a:solidFill>
              </a:defRPr>
            </a:lvl8pPr>
            <a:lvl9pPr lvl="8" algn="ctr">
              <a:lnSpc>
                <a:spcPct val="100000"/>
              </a:lnSpc>
              <a:spcBef>
                <a:spcPts val="0"/>
              </a:spcBef>
              <a:spcAft>
                <a:spcPts val="0"/>
              </a:spcAft>
              <a:buClr>
                <a:srgbClr val="FFFFFF"/>
              </a:buClr>
              <a:buSzPts val="3600"/>
              <a:buNone/>
              <a:defRPr sz="3600">
                <a:solidFill>
                  <a:srgbClr val="FFFFFF"/>
                </a:solidFill>
              </a:defRPr>
            </a:lvl9pPr>
          </a:lstStyle>
          <a:p>
            <a:endParaRPr/>
          </a:p>
        </p:txBody>
      </p:sp>
      <p:cxnSp>
        <p:nvCxnSpPr>
          <p:cNvPr id="691" name="Google Shape;691;g31b17ade864_0_1414"/>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692" name="Google Shape;692;g31b17ade864_0_1414"/>
          <p:cNvGrpSpPr/>
          <p:nvPr/>
        </p:nvGrpSpPr>
        <p:grpSpPr>
          <a:xfrm>
            <a:off x="-36800" y="-52000"/>
            <a:ext cx="9236100" cy="543750"/>
            <a:chOff x="-36800" y="-52000"/>
            <a:chExt cx="9236100" cy="543750"/>
          </a:xfrm>
        </p:grpSpPr>
        <p:sp>
          <p:nvSpPr>
            <p:cNvPr id="693" name="Google Shape;693;g31b17ade864_0_14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94" name="Google Shape;694;g31b17ade864_0_1414"/>
            <p:cNvGrpSpPr/>
            <p:nvPr/>
          </p:nvGrpSpPr>
          <p:grpSpPr>
            <a:xfrm>
              <a:off x="565600" y="88250"/>
              <a:ext cx="1337400" cy="403500"/>
              <a:chOff x="565600" y="88250"/>
              <a:chExt cx="1337400" cy="403500"/>
            </a:xfrm>
          </p:grpSpPr>
          <p:grpSp>
            <p:nvGrpSpPr>
              <p:cNvPr id="695" name="Google Shape;695;g31b17ade864_0_1414"/>
              <p:cNvGrpSpPr/>
              <p:nvPr/>
            </p:nvGrpSpPr>
            <p:grpSpPr>
              <a:xfrm>
                <a:off x="565600" y="88250"/>
                <a:ext cx="1337400" cy="403500"/>
                <a:chOff x="565600" y="88250"/>
                <a:chExt cx="1337400" cy="403500"/>
              </a:xfrm>
            </p:grpSpPr>
            <p:sp>
              <p:nvSpPr>
                <p:cNvPr id="696" name="Google Shape;696;g31b17ade864_0_1414"/>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7" name="Google Shape;697;g31b17ade864_0_1414"/>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98" name="Google Shape;698;g31b17ade864_0_1414"/>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699" name="Google Shape;699;g31b17ade864_0_14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00" name="Google Shape;700;g31b17ade864_0_14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1" name="Google Shape;701;g31b17ade864_0_14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702" name="Google Shape;702;g31b17ade864_0_14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3" name="Google Shape;703;g31b17ade864_0_14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704" name="Google Shape;704;g31b17ade864_0_14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5" name="Google Shape;705;g31b17ade864_0_14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706" name="Google Shape;706;g31b17ade864_0_14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7" name="Google Shape;707;g31b17ade864_0_14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08" name="Google Shape;708;g31b17ade864_0_14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8.xml"/><Relationship Id="rId3" Type="http://schemas.openxmlformats.org/officeDocument/2006/relationships/image" Target="../media/image7.png"/><Relationship Id="rId7" Type="http://schemas.openxmlformats.org/officeDocument/2006/relationships/slide" Target="slide6.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slide" Target="slide18.xml"/><Relationship Id="rId4" Type="http://schemas.openxmlformats.org/officeDocument/2006/relationships/image" Target="../media/image8.png"/><Relationship Id="rId9" Type="http://schemas.openxmlformats.org/officeDocument/2006/relationships/slide" Target="slide16.xml"/></Relationships>
</file>

<file path=ppt/slides/_rels/slide3.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18" Type="http://schemas.openxmlformats.org/officeDocument/2006/relationships/image" Target="../media/image24.png"/><Relationship Id="rId3" Type="http://schemas.openxmlformats.org/officeDocument/2006/relationships/image" Target="../media/image9.png"/><Relationship Id="rId21" Type="http://schemas.openxmlformats.org/officeDocument/2006/relationships/image" Target="../media/image27.png"/><Relationship Id="rId7" Type="http://schemas.openxmlformats.org/officeDocument/2006/relationships/image" Target="../media/image13.png"/><Relationship Id="rId12" Type="http://schemas.openxmlformats.org/officeDocument/2006/relationships/image" Target="../media/image18.png"/><Relationship Id="rId17" Type="http://schemas.openxmlformats.org/officeDocument/2006/relationships/image" Target="../media/image23.png"/><Relationship Id="rId2" Type="http://schemas.openxmlformats.org/officeDocument/2006/relationships/notesSlide" Target="../notesSlides/notesSlide3.xml"/><Relationship Id="rId16" Type="http://schemas.openxmlformats.org/officeDocument/2006/relationships/image" Target="../media/image22.png"/><Relationship Id="rId20" Type="http://schemas.openxmlformats.org/officeDocument/2006/relationships/image" Target="../media/image26.png"/><Relationship Id="rId1" Type="http://schemas.openxmlformats.org/officeDocument/2006/relationships/slideLayout" Target="../slideLayouts/slideLayout3.xml"/><Relationship Id="rId6" Type="http://schemas.openxmlformats.org/officeDocument/2006/relationships/image" Target="../media/image12.png"/><Relationship Id="rId11" Type="http://schemas.openxmlformats.org/officeDocument/2006/relationships/image" Target="../media/image17.png"/><Relationship Id="rId24" Type="http://schemas.openxmlformats.org/officeDocument/2006/relationships/image" Target="../media/image30.png"/><Relationship Id="rId5" Type="http://schemas.openxmlformats.org/officeDocument/2006/relationships/image" Target="../media/image11.png"/><Relationship Id="rId15" Type="http://schemas.openxmlformats.org/officeDocument/2006/relationships/image" Target="../media/image21.png"/><Relationship Id="rId23" Type="http://schemas.openxmlformats.org/officeDocument/2006/relationships/image" Target="../media/image29.png"/><Relationship Id="rId10" Type="http://schemas.openxmlformats.org/officeDocument/2006/relationships/image" Target="../media/image16.png"/><Relationship Id="rId19" Type="http://schemas.openxmlformats.org/officeDocument/2006/relationships/image" Target="../media/image25.png"/><Relationship Id="rId4" Type="http://schemas.openxmlformats.org/officeDocument/2006/relationships/image" Target="../media/image10.png"/><Relationship Id="rId9" Type="http://schemas.openxmlformats.org/officeDocument/2006/relationships/image" Target="../media/image15.png"/><Relationship Id="rId14" Type="http://schemas.openxmlformats.org/officeDocument/2006/relationships/image" Target="../media/image20.png"/><Relationship Id="rId22" Type="http://schemas.openxmlformats.org/officeDocument/2006/relationships/image" Target="../media/image28.png"/></Relationships>
</file>

<file path=ppt/slides/_rels/slide4.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41.png"/><Relationship Id="rId3" Type="http://schemas.openxmlformats.org/officeDocument/2006/relationships/image" Target="../media/image31.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4.xml"/><Relationship Id="rId16" Type="http://schemas.openxmlformats.org/officeDocument/2006/relationships/image" Target="../media/image44.png"/><Relationship Id="rId1" Type="http://schemas.openxmlformats.org/officeDocument/2006/relationships/slideLayout" Target="../slideLayouts/slideLayout22.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5" Type="http://schemas.openxmlformats.org/officeDocument/2006/relationships/image" Target="../media/image43.png"/><Relationship Id="rId10" Type="http://schemas.openxmlformats.org/officeDocument/2006/relationships/image" Target="../media/image38.png"/><Relationship Id="rId4" Type="http://schemas.openxmlformats.org/officeDocument/2006/relationships/image" Target="../media/image32.png"/><Relationship Id="rId9" Type="http://schemas.openxmlformats.org/officeDocument/2006/relationships/image" Target="../media/image37.png"/><Relationship Id="rId14" Type="http://schemas.openxmlformats.org/officeDocument/2006/relationships/image" Target="../media/image42.png"/></Relationships>
</file>

<file path=ppt/slides/_rels/slide5.xml.rels><?xml version="1.0" encoding="UTF-8" standalone="yes"?>
<Relationships xmlns="http://schemas.openxmlformats.org/package/2006/relationships"><Relationship Id="rId3" Type="http://schemas.openxmlformats.org/officeDocument/2006/relationships/image" Target="../media/image45.jp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12"/>
        <p:cNvGrpSpPr/>
        <p:nvPr/>
      </p:nvGrpSpPr>
      <p:grpSpPr>
        <a:xfrm>
          <a:off x="0" y="0"/>
          <a:ext cx="0" cy="0"/>
          <a:chOff x="0" y="0"/>
          <a:chExt cx="0" cy="0"/>
        </a:xfrm>
      </p:grpSpPr>
      <p:sp>
        <p:nvSpPr>
          <p:cNvPr id="713" name="Google Shape;713;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Clr>
                <a:srgbClr val="262626"/>
              </a:buClr>
              <a:buSzPts val="3600"/>
              <a:buNone/>
            </a:pPr>
            <a:r>
              <a:rPr lang="en-US"/>
              <a:t>Letter Sound 'ss'</a:t>
            </a:r>
            <a:endParaRPr/>
          </a:p>
        </p:txBody>
      </p:sp>
      <p:sp>
        <p:nvSpPr>
          <p:cNvPr id="714" name="Google Shape;714;p1"/>
          <p:cNvSpPr/>
          <p:nvPr/>
        </p:nvSpPr>
        <p:spPr>
          <a:xfrm>
            <a:off x="5177314"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5" name="Google Shape;715;p1"/>
          <p:cNvSpPr/>
          <p:nvPr/>
        </p:nvSpPr>
        <p:spPr>
          <a:xfrm>
            <a:off x="5544307"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6" name="Google Shape;716;p1"/>
          <p:cNvSpPr txBox="1">
            <a:spLocks noGrp="1"/>
          </p:cNvSpPr>
          <p:nvPr>
            <p:ph type="subTitle" idx="2"/>
          </p:nvPr>
        </p:nvSpPr>
        <p:spPr>
          <a:xfrm>
            <a:off x="884092" y="32969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28</a:t>
            </a:r>
            <a:endParaRPr/>
          </a:p>
        </p:txBody>
      </p:sp>
      <p:pic>
        <p:nvPicPr>
          <p:cNvPr id="717" name="Google Shape;717;p1"/>
          <p:cNvPicPr preferRelativeResize="0"/>
          <p:nvPr/>
        </p:nvPicPr>
        <p:blipFill rotWithShape="1">
          <a:blip r:embed="rId3">
            <a:alphaModFix/>
          </a:blip>
          <a:srcRect/>
          <a:stretch/>
        </p:blipFill>
        <p:spPr>
          <a:xfrm rot="186211">
            <a:off x="4123441" y="4418160"/>
            <a:ext cx="2493519" cy="997851"/>
          </a:xfrm>
          <a:prstGeom prst="rect">
            <a:avLst/>
          </a:prstGeom>
          <a:noFill/>
          <a:ln>
            <a:noFill/>
          </a:ln>
          <a:effectLst>
            <a:outerShdw blurRad="71438" dist="38100" dir="5220000" algn="bl" rotWithShape="0">
              <a:srgbClr val="000000">
                <a:alpha val="21176"/>
              </a:srgbClr>
            </a:outerShdw>
          </a:effectLst>
        </p:spPr>
      </p:pic>
      <p:pic>
        <p:nvPicPr>
          <p:cNvPr id="718" name="Google Shape;718;p1"/>
          <p:cNvPicPr preferRelativeResize="0"/>
          <p:nvPr/>
        </p:nvPicPr>
        <p:blipFill rotWithShape="1">
          <a:blip r:embed="rId4">
            <a:alphaModFix/>
          </a:blip>
          <a:srcRect/>
          <a:stretch/>
        </p:blipFill>
        <p:spPr>
          <a:xfrm rot="-172072">
            <a:off x="6300356" y="4168364"/>
            <a:ext cx="1078930" cy="1497455"/>
          </a:xfrm>
          <a:prstGeom prst="rect">
            <a:avLst/>
          </a:prstGeom>
          <a:noFill/>
          <a:ln>
            <a:noFill/>
          </a:ln>
          <a:effectLst>
            <a:outerShdw blurRad="71438" dist="19050" dir="5220000" algn="bl" rotWithShape="0">
              <a:srgbClr val="000000">
                <a:alpha val="18039"/>
              </a:srgbClr>
            </a:outerShdw>
          </a:effectLst>
        </p:spPr>
      </p:pic>
      <p:pic>
        <p:nvPicPr>
          <p:cNvPr id="719" name="Google Shape;719;p1"/>
          <p:cNvPicPr preferRelativeResize="0"/>
          <p:nvPr/>
        </p:nvPicPr>
        <p:blipFill rotWithShape="1">
          <a:blip r:embed="rId5">
            <a:alphaModFix/>
          </a:blip>
          <a:srcRect l="19" r="19"/>
          <a:stretch/>
        </p:blipFill>
        <p:spPr>
          <a:xfrm rot="540305">
            <a:off x="7336183" y="3887252"/>
            <a:ext cx="1208040" cy="1709828"/>
          </a:xfrm>
          <a:prstGeom prst="rect">
            <a:avLst/>
          </a:prstGeom>
          <a:noFill/>
          <a:ln>
            <a:noFill/>
          </a:ln>
          <a:effectLst>
            <a:outerShdw blurRad="71438" dist="38100" dir="5220000" algn="bl" rotWithShape="0">
              <a:srgbClr val="000000">
                <a:alpha val="20000"/>
              </a:srgbClr>
            </a:outerShdw>
          </a:effectLst>
        </p:spPr>
      </p:pic>
      <p:graphicFrame>
        <p:nvGraphicFramePr>
          <p:cNvPr id="720" name="Google Shape;720;p1"/>
          <p:cNvGraphicFramePr/>
          <p:nvPr/>
        </p:nvGraphicFramePr>
        <p:xfrm>
          <a:off x="4844200" y="1891197"/>
          <a:ext cx="3785000" cy="1678950"/>
        </p:xfrm>
        <a:graphic>
          <a:graphicData uri="http://schemas.openxmlformats.org/drawingml/2006/table">
            <a:tbl>
              <a:tblPr firstRow="1" bandRow="1">
                <a:noFill/>
                <a:tableStyleId>{8C795B0A-5B18-4AD4-A58A-C10417AA0978}</a:tableStyleId>
              </a:tblPr>
              <a:tblGrid>
                <a:gridCol w="473125">
                  <a:extLst>
                    <a:ext uri="{9D8B030D-6E8A-4147-A177-3AD203B41FA5}">
                      <a16:colId xmlns:a16="http://schemas.microsoft.com/office/drawing/2014/main" val="20000"/>
                    </a:ext>
                  </a:extLst>
                </a:gridCol>
                <a:gridCol w="473125">
                  <a:extLst>
                    <a:ext uri="{9D8B030D-6E8A-4147-A177-3AD203B41FA5}">
                      <a16:colId xmlns:a16="http://schemas.microsoft.com/office/drawing/2014/main" val="20001"/>
                    </a:ext>
                  </a:extLst>
                </a:gridCol>
                <a:gridCol w="473125">
                  <a:extLst>
                    <a:ext uri="{9D8B030D-6E8A-4147-A177-3AD203B41FA5}">
                      <a16:colId xmlns:a16="http://schemas.microsoft.com/office/drawing/2014/main" val="20002"/>
                    </a:ext>
                  </a:extLst>
                </a:gridCol>
                <a:gridCol w="473125">
                  <a:extLst>
                    <a:ext uri="{9D8B030D-6E8A-4147-A177-3AD203B41FA5}">
                      <a16:colId xmlns:a16="http://schemas.microsoft.com/office/drawing/2014/main" val="20003"/>
                    </a:ext>
                  </a:extLst>
                </a:gridCol>
                <a:gridCol w="473125">
                  <a:extLst>
                    <a:ext uri="{9D8B030D-6E8A-4147-A177-3AD203B41FA5}">
                      <a16:colId xmlns:a16="http://schemas.microsoft.com/office/drawing/2014/main" val="20004"/>
                    </a:ext>
                  </a:extLst>
                </a:gridCol>
                <a:gridCol w="473125">
                  <a:extLst>
                    <a:ext uri="{9D8B030D-6E8A-4147-A177-3AD203B41FA5}">
                      <a16:colId xmlns:a16="http://schemas.microsoft.com/office/drawing/2014/main" val="20005"/>
                    </a:ext>
                  </a:extLst>
                </a:gridCol>
                <a:gridCol w="473125">
                  <a:extLst>
                    <a:ext uri="{9D8B030D-6E8A-4147-A177-3AD203B41FA5}">
                      <a16:colId xmlns:a16="http://schemas.microsoft.com/office/drawing/2014/main" val="20006"/>
                    </a:ext>
                  </a:extLst>
                </a:gridCol>
                <a:gridCol w="473125">
                  <a:extLst>
                    <a:ext uri="{9D8B030D-6E8A-4147-A177-3AD203B41FA5}">
                      <a16:colId xmlns:a16="http://schemas.microsoft.com/office/drawing/2014/main" val="20007"/>
                    </a:ext>
                  </a:extLst>
                </a:gridCol>
              </a:tblGrid>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s</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800"/>
                        <a:buFont typeface="Arial"/>
                        <a:buNone/>
                      </a:pPr>
                      <a:r>
                        <a:rPr lang="en-US" sz="1600" u="none" strike="noStrike" cap="none">
                          <a:solidFill>
                            <a:schemeClr val="dk1"/>
                          </a:solidFill>
                          <a:latin typeface="Poppins"/>
                          <a:ea typeface="Poppins"/>
                          <a:cs typeface="Poppins"/>
                          <a:sym typeface="Poppins"/>
                        </a:rPr>
                        <a:t>a</a:t>
                      </a:r>
                      <a:endParaRPr sz="1800" u="none" strike="noStrike" cap="none">
                        <a:latin typeface="Mulish"/>
                        <a:ea typeface="Mulish"/>
                        <a:cs typeface="Mulish"/>
                        <a:sym typeface="Mulish"/>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t</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p</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i</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n</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m</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d</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g</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o</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c</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k</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ck</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e</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u</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r</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h</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b</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i="0" u="none" strike="noStrike" cap="none">
                          <a:latin typeface="Jost"/>
                          <a:ea typeface="Jost"/>
                          <a:cs typeface="Jost"/>
                          <a:sym typeface="Jost"/>
                        </a:rPr>
                        <a:t>f</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i="0" u="none" strike="noStrike" cap="none">
                          <a:latin typeface="Jost"/>
                          <a:ea typeface="Jost"/>
                          <a:cs typeface="Jost"/>
                          <a:sym typeface="Jost"/>
                        </a:rPr>
                        <a:t>ff</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l</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ll</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FFFFFF"/>
                          </a:solidFill>
                          <a:latin typeface="Jost"/>
                          <a:ea typeface="Jost"/>
                          <a:cs typeface="Jost"/>
                          <a:sym typeface="Jost"/>
                        </a:rPr>
                        <a:t>ss</a:t>
                      </a:r>
                      <a:endParaRPr sz="18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25"/>
        <p:cNvGrpSpPr/>
        <p:nvPr/>
      </p:nvGrpSpPr>
      <p:grpSpPr>
        <a:xfrm>
          <a:off x="0" y="0"/>
          <a:ext cx="0" cy="0"/>
          <a:chOff x="0" y="0"/>
          <a:chExt cx="0" cy="0"/>
        </a:xfrm>
      </p:grpSpPr>
      <p:sp>
        <p:nvSpPr>
          <p:cNvPr id="726" name="Google Shape;726;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60000"/>
              </a:lnSpc>
              <a:spcBef>
                <a:spcPts val="1000"/>
              </a:spcBef>
              <a:spcAft>
                <a:spcPts val="0"/>
              </a:spcAft>
              <a:buSzPts val="1600"/>
              <a:buChar char="•"/>
            </a:pPr>
            <a:r>
              <a:rPr lang="en-US"/>
              <a:t>Learn and practise consonant digraph </a:t>
            </a:r>
            <a:r>
              <a:rPr lang="en-US">
                <a:solidFill>
                  <a:srgbClr val="8DC63F"/>
                </a:solidFill>
              </a:rPr>
              <a:t>ss</a:t>
            </a:r>
            <a:r>
              <a:rPr lang="en-US"/>
              <a:t>.</a:t>
            </a:r>
            <a:endParaRPr/>
          </a:p>
        </p:txBody>
      </p:sp>
      <p:sp>
        <p:nvSpPr>
          <p:cNvPr id="727" name="Google Shape;727;g2bee4f4af4b_0_204"/>
          <p:cNvSpPr txBox="1">
            <a:spLocks noGrp="1"/>
          </p:cNvSpPr>
          <p:nvPr>
            <p:ph type="body" idx="2"/>
          </p:nvPr>
        </p:nvSpPr>
        <p:spPr>
          <a:xfrm>
            <a:off x="3298550" y="1895350"/>
            <a:ext cx="4696200" cy="10731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t>
            </a:r>
            <a:r>
              <a:rPr lang="en-US">
                <a:solidFill>
                  <a:srgbClr val="8DC63F"/>
                </a:solidFill>
              </a:rPr>
              <a:t>s a t p i n m d g o c k ck e u r h b f ff l ll</a:t>
            </a:r>
            <a:r>
              <a:rPr lang="en-US"/>
              <a:t> using flashcards.</a:t>
            </a:r>
            <a:endParaRPr/>
          </a:p>
          <a:p>
            <a:pPr marL="457200" lvl="0" indent="-330200" algn="l" rtl="0">
              <a:lnSpc>
                <a:spcPct val="100000"/>
              </a:lnSpc>
              <a:spcBef>
                <a:spcPts val="0"/>
              </a:spcBef>
              <a:spcAft>
                <a:spcPts val="0"/>
              </a:spcAft>
              <a:buSzPts val="1600"/>
              <a:buChar char="•"/>
            </a:pPr>
            <a:r>
              <a:rPr lang="en-US"/>
              <a:t>Recall Common Exception Word </a:t>
            </a:r>
            <a:r>
              <a:rPr lang="en-US">
                <a:solidFill>
                  <a:srgbClr val="2356AF"/>
                </a:solidFill>
              </a:rPr>
              <a:t>as I is no go to into the put his of pull full</a:t>
            </a:r>
            <a:r>
              <a:rPr lang="en-US"/>
              <a:t>.</a:t>
            </a:r>
            <a:endParaRPr/>
          </a:p>
        </p:txBody>
      </p:sp>
      <p:sp>
        <p:nvSpPr>
          <p:cNvPr id="728" name="Google Shape;728;g2bee4f4af4b_0_204"/>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p>
            <a:pPr marL="0" lvl="0" indent="0" algn="l" rtl="0">
              <a:lnSpc>
                <a:spcPct val="80000"/>
              </a:lnSpc>
              <a:spcBef>
                <a:spcPts val="1000"/>
              </a:spcBef>
              <a:spcAft>
                <a:spcPts val="0"/>
              </a:spcAft>
              <a:buSzPts val="1600"/>
              <a:buNone/>
            </a:pPr>
            <a:endParaRPr/>
          </a:p>
        </p:txBody>
      </p:sp>
      <p:sp>
        <p:nvSpPr>
          <p:cNvPr id="729" name="Google Shape;729;g2bee4f4af4b_0_204"/>
          <p:cNvSpPr txBox="1"/>
          <p:nvPr/>
        </p:nvSpPr>
        <p:spPr>
          <a:xfrm>
            <a:off x="2506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JNL686</a:t>
            </a:r>
            <a:endParaRPr sz="1000" b="0" i="0" u="none" strike="noStrike" cap="none" dirty="0">
              <a:solidFill>
                <a:srgbClr val="000000"/>
              </a:solidFill>
              <a:latin typeface="Poppins"/>
              <a:ea typeface="Poppins"/>
              <a:cs typeface="Poppins"/>
              <a:sym typeface="Poppins"/>
            </a:endParaRPr>
          </a:p>
        </p:txBody>
      </p:sp>
      <p:sp>
        <p:nvSpPr>
          <p:cNvPr id="730" name="Google Shape;730;g2bee4f4af4b_0_204"/>
          <p:cNvSpPr txBox="1"/>
          <p:nvPr/>
        </p:nvSpPr>
        <p:spPr>
          <a:xfrm>
            <a:off x="2298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731" name="Google Shape;731;g2bee4f4af4b_0_204"/>
          <p:cNvPicPr preferRelativeResize="0"/>
          <p:nvPr/>
        </p:nvPicPr>
        <p:blipFill rotWithShape="1">
          <a:blip r:embed="rId3">
            <a:alphaModFix/>
          </a:blip>
          <a:srcRect l="19" r="19"/>
          <a:stretch/>
        </p:blipFill>
        <p:spPr>
          <a:xfrm>
            <a:off x="2519626" y="4101860"/>
            <a:ext cx="786850" cy="1113688"/>
          </a:xfrm>
          <a:prstGeom prst="rect">
            <a:avLst/>
          </a:prstGeom>
          <a:noFill/>
          <a:ln>
            <a:noFill/>
          </a:ln>
          <a:effectLst>
            <a:outerShdw blurRad="71438" dist="19050" dir="5220000" algn="bl" rotWithShape="0">
              <a:srgbClr val="D8D8D8"/>
            </a:outerShdw>
          </a:effectLst>
        </p:spPr>
      </p:pic>
      <p:sp>
        <p:nvSpPr>
          <p:cNvPr id="732" name="Google Shape;732;g2bee4f4af4b_0_204"/>
          <p:cNvSpPr txBox="1"/>
          <p:nvPr/>
        </p:nvSpPr>
        <p:spPr>
          <a:xfrm>
            <a:off x="3786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JNL689</a:t>
            </a:r>
            <a:endParaRPr sz="1000" b="0" i="0" u="none" strike="noStrike" cap="none" dirty="0">
              <a:solidFill>
                <a:srgbClr val="000000"/>
              </a:solidFill>
              <a:latin typeface="Poppins"/>
              <a:ea typeface="Poppins"/>
              <a:cs typeface="Poppins"/>
              <a:sym typeface="Poppins"/>
            </a:endParaRPr>
          </a:p>
        </p:txBody>
      </p:sp>
      <p:sp>
        <p:nvSpPr>
          <p:cNvPr id="733" name="Google Shape;733;g2bee4f4af4b_0_204"/>
          <p:cNvSpPr txBox="1"/>
          <p:nvPr/>
        </p:nvSpPr>
        <p:spPr>
          <a:xfrm>
            <a:off x="3579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734" name="Google Shape;734;g2bee4f4af4b_0_204"/>
          <p:cNvPicPr preferRelativeResize="0"/>
          <p:nvPr/>
        </p:nvPicPr>
        <p:blipFill rotWithShape="1">
          <a:blip r:embed="rId4">
            <a:alphaModFix/>
          </a:blip>
          <a:srcRect l="89" r="79"/>
          <a:stretch/>
        </p:blipFill>
        <p:spPr>
          <a:xfrm>
            <a:off x="3786506" y="4169988"/>
            <a:ext cx="813600" cy="977432"/>
          </a:xfrm>
          <a:prstGeom prst="rect">
            <a:avLst/>
          </a:prstGeom>
          <a:noFill/>
          <a:ln>
            <a:noFill/>
          </a:ln>
          <a:effectLst>
            <a:outerShdw blurRad="71438" dist="19050" dir="5220000" algn="bl" rotWithShape="0">
              <a:srgbClr val="D8D8D8"/>
            </a:outerShdw>
          </a:effectLst>
        </p:spPr>
      </p:pic>
      <p:sp>
        <p:nvSpPr>
          <p:cNvPr id="735" name="Google Shape;735;g2bee4f4af4b_0_204"/>
          <p:cNvSpPr txBox="1"/>
          <p:nvPr/>
        </p:nvSpPr>
        <p:spPr>
          <a:xfrm>
            <a:off x="122607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JNL691</a:t>
            </a:r>
            <a:endParaRPr sz="1000" b="0" i="0" u="none" strike="noStrike" cap="none" dirty="0">
              <a:solidFill>
                <a:srgbClr val="000000"/>
              </a:solidFill>
              <a:latin typeface="Poppins"/>
              <a:ea typeface="Poppins"/>
              <a:cs typeface="Poppins"/>
              <a:sym typeface="Poppins"/>
            </a:endParaRPr>
          </a:p>
        </p:txBody>
      </p:sp>
      <p:sp>
        <p:nvSpPr>
          <p:cNvPr id="736" name="Google Shape;736;g2bee4f4af4b_0_204"/>
          <p:cNvSpPr txBox="1"/>
          <p:nvPr/>
        </p:nvSpPr>
        <p:spPr>
          <a:xfrm>
            <a:off x="894576" y="5256524"/>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Phonemic Awareness Cards</a:t>
            </a:r>
            <a:endParaRPr sz="1400" b="0" i="0" u="none" strike="noStrike" cap="none">
              <a:solidFill>
                <a:srgbClr val="000000"/>
              </a:solidFill>
              <a:latin typeface="Poppins Medium"/>
              <a:ea typeface="Poppins Medium"/>
              <a:cs typeface="Poppins Medium"/>
              <a:sym typeface="Poppins Medium"/>
            </a:endParaRPr>
          </a:p>
        </p:txBody>
      </p:sp>
      <p:pic>
        <p:nvPicPr>
          <p:cNvPr id="737" name="Google Shape;737;g2bee4f4af4b_0_204"/>
          <p:cNvPicPr preferRelativeResize="0"/>
          <p:nvPr/>
        </p:nvPicPr>
        <p:blipFill rotWithShape="1">
          <a:blip r:embed="rId5">
            <a:alphaModFix/>
          </a:blip>
          <a:srcRect/>
          <a:stretch/>
        </p:blipFill>
        <p:spPr>
          <a:xfrm>
            <a:off x="946800" y="4384154"/>
            <a:ext cx="1372151" cy="549100"/>
          </a:xfrm>
          <a:prstGeom prst="rect">
            <a:avLst/>
          </a:prstGeom>
          <a:noFill/>
          <a:ln>
            <a:noFill/>
          </a:ln>
          <a:effectLst>
            <a:outerShdw blurRad="71438" dist="19050" dir="5220000" algn="bl" rotWithShape="0">
              <a:srgbClr val="D8D8D8"/>
            </a:outerShdw>
          </a:effectLst>
        </p:spPr>
      </p:pic>
      <p:sp>
        <p:nvSpPr>
          <p:cNvPr id="738" name="Google Shape;738;g2bee4f4af4b_0_204"/>
          <p:cNvSpPr txBox="1"/>
          <p:nvPr/>
        </p:nvSpPr>
        <p:spPr>
          <a:xfrm>
            <a:off x="4974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JNL692</a:t>
            </a:r>
            <a:endParaRPr sz="1000" b="0" i="0" u="none" strike="noStrike" cap="none" dirty="0">
              <a:solidFill>
                <a:srgbClr val="000000"/>
              </a:solidFill>
              <a:latin typeface="Poppins"/>
              <a:ea typeface="Poppins"/>
              <a:cs typeface="Poppins"/>
              <a:sym typeface="Poppins"/>
            </a:endParaRPr>
          </a:p>
        </p:txBody>
      </p:sp>
      <p:sp>
        <p:nvSpPr>
          <p:cNvPr id="739" name="Google Shape;739;g2bee4f4af4b_0_204"/>
          <p:cNvSpPr txBox="1"/>
          <p:nvPr/>
        </p:nvSpPr>
        <p:spPr>
          <a:xfrm>
            <a:off x="4859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740" name="Google Shape;740;g2bee4f4af4b_0_204"/>
          <p:cNvPicPr preferRelativeResize="0"/>
          <p:nvPr/>
        </p:nvPicPr>
        <p:blipFill rotWithShape="1">
          <a:blip r:embed="rId6">
            <a:alphaModFix/>
          </a:blip>
          <a:srcRect/>
          <a:stretch/>
        </p:blipFill>
        <p:spPr>
          <a:xfrm>
            <a:off x="5073599" y="4232253"/>
            <a:ext cx="614525" cy="852902"/>
          </a:xfrm>
          <a:prstGeom prst="rect">
            <a:avLst/>
          </a:prstGeom>
          <a:noFill/>
          <a:ln>
            <a:noFill/>
          </a:ln>
          <a:effectLst>
            <a:outerShdw blurRad="71438" dist="19050" dir="5220000" algn="bl" rotWithShape="0">
              <a:srgbClr val="D8D8D8"/>
            </a:outerShdw>
          </a:effectLst>
        </p:spPr>
      </p:pic>
      <p:sp>
        <p:nvSpPr>
          <p:cNvPr id="741" name="Google Shape;741;g2bee4f4af4b_0_204">
            <a:hlinkClick r:id="rId7" action="ppaction://hlinksldjump"/>
          </p:cNvPr>
          <p:cNvSpPr/>
          <p:nvPr/>
        </p:nvSpPr>
        <p:spPr>
          <a:xfrm>
            <a:off x="982263" y="3872530"/>
            <a:ext cx="1378500" cy="1670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Poppins"/>
              <a:ea typeface="Poppins"/>
              <a:cs typeface="Poppins"/>
              <a:sym typeface="Poppins"/>
            </a:endParaRPr>
          </a:p>
        </p:txBody>
      </p:sp>
      <p:sp>
        <p:nvSpPr>
          <p:cNvPr id="742" name="Google Shape;742;g2bee4f4af4b_0_204">
            <a:hlinkClick r:id="rId8" action="ppaction://hlinksldjump"/>
          </p:cNvPr>
          <p:cNvSpPr/>
          <p:nvPr/>
        </p:nvSpPr>
        <p:spPr>
          <a:xfrm>
            <a:off x="2403995" y="3754504"/>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3" name="Google Shape;743;g2bee4f4af4b_0_204">
            <a:hlinkClick r:id="rId9" action="ppaction://hlinksldjump"/>
          </p:cNvPr>
          <p:cNvSpPr/>
          <p:nvPr/>
        </p:nvSpPr>
        <p:spPr>
          <a:xfrm>
            <a:off x="3607595" y="3739186"/>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4" name="Google Shape;744;g2bee4f4af4b_0_204">
            <a:hlinkClick r:id="rId10" action="ppaction://hlinksldjump"/>
          </p:cNvPr>
          <p:cNvSpPr/>
          <p:nvPr/>
        </p:nvSpPr>
        <p:spPr>
          <a:xfrm>
            <a:off x="4859461" y="3809946"/>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49"/>
        <p:cNvGrpSpPr/>
        <p:nvPr/>
      </p:nvGrpSpPr>
      <p:grpSpPr>
        <a:xfrm>
          <a:off x="0" y="0"/>
          <a:ext cx="0" cy="0"/>
          <a:chOff x="0" y="0"/>
          <a:chExt cx="0" cy="0"/>
        </a:xfrm>
      </p:grpSpPr>
      <p:sp>
        <p:nvSpPr>
          <p:cNvPr id="750" name="Google Shape;750;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t>
            </a:r>
            <a:r>
              <a:rPr lang="en-US">
                <a:solidFill>
                  <a:srgbClr val="8DC63F"/>
                </a:solidFill>
              </a:rPr>
              <a:t>s a t p i n m d g o c k ck e u r h b f ff l ll </a:t>
            </a:r>
            <a:r>
              <a:rPr lang="en-US"/>
              <a:t>using flashcards.</a:t>
            </a:r>
            <a:endParaRPr/>
          </a:p>
        </p:txBody>
      </p:sp>
      <p:pic>
        <p:nvPicPr>
          <p:cNvPr id="751" name="Google Shape;751;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686"/>
              </a:srgbClr>
            </a:outerShdw>
          </a:effectLst>
        </p:spPr>
      </p:pic>
      <p:pic>
        <p:nvPicPr>
          <p:cNvPr id="752" name="Google Shape;752;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686"/>
              </a:srgbClr>
            </a:outerShdw>
          </a:effectLst>
        </p:spPr>
      </p:pic>
      <p:pic>
        <p:nvPicPr>
          <p:cNvPr id="753" name="Google Shape;753;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686"/>
              </a:srgbClr>
            </a:outerShdw>
          </a:effectLst>
        </p:spPr>
      </p:pic>
      <p:pic>
        <p:nvPicPr>
          <p:cNvPr id="754" name="Google Shape;754;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686"/>
              </a:srgbClr>
            </a:outerShdw>
          </a:effectLst>
        </p:spPr>
      </p:pic>
      <p:pic>
        <p:nvPicPr>
          <p:cNvPr id="755" name="Google Shape;755;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686"/>
              </a:srgbClr>
            </a:outerShdw>
          </a:effectLst>
        </p:spPr>
      </p:pic>
      <p:pic>
        <p:nvPicPr>
          <p:cNvPr id="756" name="Google Shape;756;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686"/>
              </a:srgbClr>
            </a:outerShdw>
          </a:effectLst>
        </p:spPr>
      </p:pic>
      <p:pic>
        <p:nvPicPr>
          <p:cNvPr id="757" name="Google Shape;757;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686"/>
              </a:srgbClr>
            </a:outerShdw>
          </a:effectLst>
        </p:spPr>
      </p:pic>
      <p:pic>
        <p:nvPicPr>
          <p:cNvPr id="758" name="Google Shape;758;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686"/>
              </a:srgbClr>
            </a:outerShdw>
          </a:effectLst>
        </p:spPr>
      </p:pic>
      <p:pic>
        <p:nvPicPr>
          <p:cNvPr id="759" name="Google Shape;759;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686"/>
              </a:srgbClr>
            </a:outerShdw>
          </a:effectLst>
        </p:spPr>
      </p:pic>
      <p:pic>
        <p:nvPicPr>
          <p:cNvPr id="760" name="Google Shape;760;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686"/>
              </a:srgbClr>
            </a:outerShdw>
          </a:effectLst>
        </p:spPr>
      </p:pic>
      <p:pic>
        <p:nvPicPr>
          <p:cNvPr id="761" name="Google Shape;761;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686"/>
              </a:srgbClr>
            </a:outerShdw>
          </a:effectLst>
        </p:spPr>
      </p:pic>
      <p:pic>
        <p:nvPicPr>
          <p:cNvPr id="762" name="Google Shape;762;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686"/>
              </a:srgbClr>
            </a:outerShdw>
          </a:effectLst>
        </p:spPr>
      </p:pic>
      <p:pic>
        <p:nvPicPr>
          <p:cNvPr id="763" name="Google Shape;763;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686"/>
              </a:srgbClr>
            </a:outerShdw>
          </a:effectLst>
        </p:spPr>
      </p:pic>
      <p:pic>
        <p:nvPicPr>
          <p:cNvPr id="764" name="Google Shape;764;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686"/>
              </a:srgbClr>
            </a:outerShdw>
          </a:effectLst>
        </p:spPr>
      </p:pic>
      <p:pic>
        <p:nvPicPr>
          <p:cNvPr id="765" name="Google Shape;765;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686"/>
              </a:srgbClr>
            </a:outerShdw>
          </a:effectLst>
        </p:spPr>
      </p:pic>
      <p:pic>
        <p:nvPicPr>
          <p:cNvPr id="766" name="Google Shape;766;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686"/>
              </a:srgbClr>
            </a:outerShdw>
          </a:effectLst>
        </p:spPr>
      </p:pic>
      <p:pic>
        <p:nvPicPr>
          <p:cNvPr id="767" name="Google Shape;767;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686"/>
              </a:srgbClr>
            </a:outerShdw>
          </a:effectLst>
        </p:spPr>
      </p:pic>
      <p:pic>
        <p:nvPicPr>
          <p:cNvPr id="768" name="Google Shape;768;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686"/>
              </a:srgbClr>
            </a:outerShdw>
          </a:effectLst>
        </p:spPr>
      </p:pic>
      <p:pic>
        <p:nvPicPr>
          <p:cNvPr id="769" name="Google Shape;769;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686"/>
              </a:srgbClr>
            </a:outerShdw>
          </a:effectLst>
        </p:spPr>
      </p:pic>
      <p:pic>
        <p:nvPicPr>
          <p:cNvPr id="770" name="Google Shape;770;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686"/>
              </a:srgbClr>
            </a:outerShdw>
          </a:effectLst>
        </p:spPr>
      </p:pic>
      <p:pic>
        <p:nvPicPr>
          <p:cNvPr id="771" name="Google Shape;771;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686"/>
              </a:srgbClr>
            </a:outerShdw>
          </a:effectLst>
        </p:spPr>
      </p:pic>
      <p:pic>
        <p:nvPicPr>
          <p:cNvPr id="772" name="Google Shape;772;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686"/>
              </a:srgbClr>
            </a:outerShdw>
          </a:effectLst>
        </p:spPr>
      </p:pic>
      <p:cxnSp>
        <p:nvCxnSpPr>
          <p:cNvPr id="773" name="Google Shape;773;g26b641b03cd_0_165"/>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78"/>
        <p:cNvGrpSpPr/>
        <p:nvPr/>
      </p:nvGrpSpPr>
      <p:grpSpPr>
        <a:xfrm>
          <a:off x="0" y="0"/>
          <a:ext cx="0" cy="0"/>
          <a:chOff x="0" y="0"/>
          <a:chExt cx="0" cy="0"/>
        </a:xfrm>
      </p:grpSpPr>
      <p:sp>
        <p:nvSpPr>
          <p:cNvPr id="779" name="Google Shape;779;g31b17ade864_0_69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endParaRPr/>
          </a:p>
        </p:txBody>
      </p:sp>
      <p:sp>
        <p:nvSpPr>
          <p:cNvPr id="780" name="Google Shape;780;g31b17ade864_0_690"/>
          <p:cNvSpPr txBox="1">
            <a:spLocks noGrp="1"/>
          </p:cNvSpPr>
          <p:nvPr>
            <p:ph type="title" idx="2"/>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Review Phase 2 Common Exception Words </a:t>
            </a:r>
            <a:br>
              <a:rPr lang="en-US">
                <a:solidFill>
                  <a:schemeClr val="dk1"/>
                </a:solidFill>
              </a:rPr>
            </a:br>
            <a:r>
              <a:rPr lang="en-US">
                <a:solidFill>
                  <a:srgbClr val="2356AF"/>
                </a:solidFill>
              </a:rPr>
              <a:t>as I is no go to into the put his of pull full</a:t>
            </a:r>
            <a:r>
              <a:rPr lang="en-US">
                <a:solidFill>
                  <a:schemeClr val="dk1"/>
                </a:solidFill>
              </a:rPr>
              <a:t>.</a:t>
            </a:r>
            <a:endParaRPr/>
          </a:p>
        </p:txBody>
      </p:sp>
      <p:cxnSp>
        <p:nvCxnSpPr>
          <p:cNvPr id="781" name="Google Shape;781;g31b17ade864_0_690"/>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pic>
        <p:nvPicPr>
          <p:cNvPr id="782" name="Google Shape;782;g31b17ade864_0_690"/>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783" name="Google Shape;783;g31b17ade864_0_690"/>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784" name="Google Shape;784;g31b17ade864_0_690"/>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785" name="Google Shape;785;g31b17ade864_0_690"/>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786" name="Google Shape;786;g31b17ade864_0_690"/>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787" name="Google Shape;787;g31b17ade864_0_690"/>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788" name="Google Shape;788;g31b17ade864_0_690"/>
          <p:cNvPicPr preferRelativeResize="0"/>
          <p:nvPr/>
        </p:nvPicPr>
        <p:blipFill rotWithShape="1">
          <a:blip r:embed="rId9">
            <a:alphaModFix/>
          </a:blip>
          <a:srcRect l="99" r="99"/>
          <a:stretch/>
        </p:blipFill>
        <p:spPr>
          <a:xfrm>
            <a:off x="868744" y="3060270"/>
            <a:ext cx="1147320" cy="822955"/>
          </a:xfrm>
          <a:prstGeom prst="rect">
            <a:avLst/>
          </a:prstGeom>
          <a:noFill/>
          <a:ln>
            <a:noFill/>
          </a:ln>
          <a:effectLst>
            <a:outerShdw blurRad="71438" dist="19050" dir="5400000" algn="bl" rotWithShape="0">
              <a:srgbClr val="000000">
                <a:alpha val="18430"/>
              </a:srgbClr>
            </a:outerShdw>
          </a:effectLst>
        </p:spPr>
      </p:pic>
      <p:pic>
        <p:nvPicPr>
          <p:cNvPr id="789" name="Google Shape;789;g31b17ade864_0_690"/>
          <p:cNvPicPr preferRelativeResize="0"/>
          <p:nvPr/>
        </p:nvPicPr>
        <p:blipFill rotWithShape="1">
          <a:blip r:embed="rId10">
            <a:alphaModFix/>
          </a:blip>
          <a:srcRect l="99" r="99"/>
          <a:stretch/>
        </p:blipFill>
        <p:spPr>
          <a:xfrm>
            <a:off x="3321246" y="3060270"/>
            <a:ext cx="1148707" cy="821565"/>
          </a:xfrm>
          <a:prstGeom prst="rect">
            <a:avLst/>
          </a:prstGeom>
          <a:noFill/>
          <a:ln>
            <a:noFill/>
          </a:ln>
          <a:effectLst>
            <a:outerShdw blurRad="71438" dist="19050" dir="5400000" algn="bl" rotWithShape="0">
              <a:srgbClr val="000000">
                <a:alpha val="18430"/>
              </a:srgbClr>
            </a:outerShdw>
          </a:effectLst>
        </p:spPr>
      </p:pic>
      <p:pic>
        <p:nvPicPr>
          <p:cNvPr id="790" name="Google Shape;790;g31b17ade864_0_690"/>
          <p:cNvPicPr preferRelativeResize="0"/>
          <p:nvPr/>
        </p:nvPicPr>
        <p:blipFill rotWithShape="1">
          <a:blip r:embed="rId11">
            <a:alphaModFix/>
          </a:blip>
          <a:srcRect l="99" r="99"/>
          <a:stretch/>
        </p:blipFill>
        <p:spPr>
          <a:xfrm>
            <a:off x="4548155" y="3060270"/>
            <a:ext cx="1148707" cy="822955"/>
          </a:xfrm>
          <a:prstGeom prst="rect">
            <a:avLst/>
          </a:prstGeom>
          <a:noFill/>
          <a:ln>
            <a:noFill/>
          </a:ln>
          <a:effectLst>
            <a:outerShdw blurRad="71438" dist="19050" dir="5400000" algn="bl" rotWithShape="0">
              <a:srgbClr val="000000">
                <a:alpha val="18430"/>
              </a:srgbClr>
            </a:outerShdw>
          </a:effectLst>
        </p:spPr>
      </p:pic>
      <p:pic>
        <p:nvPicPr>
          <p:cNvPr id="791" name="Google Shape;791;g31b17ade864_0_690"/>
          <p:cNvPicPr preferRelativeResize="0"/>
          <p:nvPr/>
        </p:nvPicPr>
        <p:blipFill rotWithShape="1">
          <a:blip r:embed="rId12">
            <a:alphaModFix/>
          </a:blip>
          <a:srcRect l="189" r="179"/>
          <a:stretch/>
        </p:blipFill>
        <p:spPr>
          <a:xfrm>
            <a:off x="5775064" y="3060270"/>
            <a:ext cx="1148707" cy="822956"/>
          </a:xfrm>
          <a:prstGeom prst="rect">
            <a:avLst/>
          </a:prstGeom>
          <a:noFill/>
          <a:ln>
            <a:noFill/>
          </a:ln>
          <a:effectLst>
            <a:outerShdw blurRad="71438" dist="19050" dir="5400000" algn="bl" rotWithShape="0">
              <a:srgbClr val="000000">
                <a:alpha val="18430"/>
              </a:srgbClr>
            </a:outerShdw>
          </a:effectLst>
        </p:spPr>
      </p:pic>
      <p:pic>
        <p:nvPicPr>
          <p:cNvPr id="792" name="Google Shape;792;g31b17ade864_0_690"/>
          <p:cNvPicPr preferRelativeResize="0"/>
          <p:nvPr/>
        </p:nvPicPr>
        <p:blipFill rotWithShape="1">
          <a:blip r:embed="rId13">
            <a:alphaModFix/>
          </a:blip>
          <a:srcRect l="99" r="99"/>
          <a:stretch/>
        </p:blipFill>
        <p:spPr>
          <a:xfrm>
            <a:off x="7001973" y="3060270"/>
            <a:ext cx="1148707" cy="822955"/>
          </a:xfrm>
          <a:prstGeom prst="rect">
            <a:avLst/>
          </a:prstGeom>
          <a:noFill/>
          <a:ln>
            <a:noFill/>
          </a:ln>
          <a:effectLst>
            <a:outerShdw blurRad="71438" dist="19050" dir="5400000" algn="bl" rotWithShape="0">
              <a:srgbClr val="000000">
                <a:alpha val="18430"/>
              </a:srgbClr>
            </a:outerShdw>
          </a:effectLst>
        </p:spPr>
      </p:pic>
      <p:pic>
        <p:nvPicPr>
          <p:cNvPr id="793" name="Google Shape;793;g31b17ade864_0_690"/>
          <p:cNvPicPr preferRelativeResize="0"/>
          <p:nvPr/>
        </p:nvPicPr>
        <p:blipFill rotWithShape="1">
          <a:blip r:embed="rId14">
            <a:alphaModFix/>
          </a:blip>
          <a:srcRect l="19" r="9"/>
          <a:stretch/>
        </p:blipFill>
        <p:spPr>
          <a:xfrm>
            <a:off x="867357" y="3994495"/>
            <a:ext cx="1148707" cy="821564"/>
          </a:xfrm>
          <a:prstGeom prst="rect">
            <a:avLst/>
          </a:prstGeom>
          <a:noFill/>
          <a:ln>
            <a:noFill/>
          </a:ln>
          <a:effectLst>
            <a:outerShdw blurRad="71438" dist="19050" dir="5400000" algn="bl" rotWithShape="0">
              <a:srgbClr val="000000">
                <a:alpha val="18430"/>
              </a:srgbClr>
            </a:outerShdw>
          </a:effectLst>
        </p:spPr>
      </p:pic>
      <p:pic>
        <p:nvPicPr>
          <p:cNvPr id="794" name="Google Shape;794;g31b17ade864_0_690"/>
          <p:cNvPicPr preferRelativeResize="0"/>
          <p:nvPr/>
        </p:nvPicPr>
        <p:blipFill rotWithShape="1">
          <a:blip r:embed="rId15">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pic>
        <p:nvPicPr>
          <p:cNvPr id="795" name="Google Shape;795;g31b17ade864_0_690"/>
          <p:cNvPicPr preferRelativeResize="0"/>
          <p:nvPr/>
        </p:nvPicPr>
        <p:blipFill rotWithShape="1">
          <a:blip r:embed="rId16">
            <a:alphaModFix/>
          </a:blip>
          <a:srcRect l="248" r="238"/>
          <a:stretch/>
        </p:blipFill>
        <p:spPr>
          <a:xfrm>
            <a:off x="2094526" y="3060270"/>
            <a:ext cx="1147320" cy="822956"/>
          </a:xfrm>
          <a:prstGeom prst="rect">
            <a:avLst/>
          </a:prstGeom>
          <a:noFill/>
          <a:ln>
            <a:noFill/>
          </a:ln>
          <a:effectLst>
            <a:outerShdw blurRad="71438" dist="19050" dir="5400000" algn="bl" rotWithShape="0">
              <a:srgbClr val="000000">
                <a:alpha val="1843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00"/>
        <p:cNvGrpSpPr/>
        <p:nvPr/>
      </p:nvGrpSpPr>
      <p:grpSpPr>
        <a:xfrm>
          <a:off x="0" y="0"/>
          <a:ext cx="0" cy="0"/>
          <a:chOff x="0" y="0"/>
          <a:chExt cx="0" cy="0"/>
        </a:xfrm>
      </p:grpSpPr>
      <p:sp>
        <p:nvSpPr>
          <p:cNvPr id="801" name="Google Shape;801;g2706d9153d4_0_0"/>
          <p:cNvSpPr txBox="1"/>
          <p:nvPr/>
        </p:nvSpPr>
        <p:spPr>
          <a:xfrm>
            <a:off x="876925" y="1865475"/>
            <a:ext cx="7272000" cy="3587400"/>
          </a:xfrm>
          <a:prstGeom prst="rect">
            <a:avLst/>
          </a:prstGeom>
          <a:noFill/>
          <a:ln>
            <a:noFill/>
          </a:ln>
        </p:spPr>
        <p:txBody>
          <a:bodyPr spcFirstLastPara="1" wrap="square" lIns="91425" tIns="91425" rIns="91425" bIns="91425" anchor="t" anchorCtr="0">
            <a:noAutofit/>
          </a:bodyPr>
          <a:lstStyle/>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a, b, c, d, e, f, g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h, i, j, k, l, m, n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o, p, q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r, s, t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u v w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x y z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Now I know my abc's, </a:t>
            </a:r>
            <a:br>
              <a:rPr lang="en-US" sz="2500" b="0" i="0" u="none" strike="noStrike" cap="none">
                <a:solidFill>
                  <a:srgbClr val="000000"/>
                </a:solidFill>
                <a:latin typeface="Poppins"/>
                <a:ea typeface="Poppins"/>
                <a:cs typeface="Poppins"/>
                <a:sym typeface="Poppins"/>
              </a:rPr>
            </a:br>
            <a:r>
              <a:rPr lang="en-US" sz="2500" b="0" i="0" u="none" strike="noStrike" cap="none">
                <a:solidFill>
                  <a:srgbClr val="000000"/>
                </a:solidFill>
                <a:latin typeface="Poppins"/>
                <a:ea typeface="Poppins"/>
                <a:cs typeface="Poppins"/>
                <a:sym typeface="Poppins"/>
              </a:rPr>
              <a:t>Next time won't you sing with me.</a:t>
            </a:r>
            <a:endParaRPr sz="2500" b="0" i="0" u="none" strike="noStrike" cap="none">
              <a:solidFill>
                <a:srgbClr val="000000"/>
              </a:solidFill>
              <a:latin typeface="Poppins"/>
              <a:ea typeface="Poppins"/>
              <a:cs typeface="Poppins"/>
              <a:sym typeface="Poppins"/>
            </a:endParaRPr>
          </a:p>
        </p:txBody>
      </p:sp>
      <p:pic>
        <p:nvPicPr>
          <p:cNvPr id="802" name="Google Shape;802;g2706d9153d4_0_0"/>
          <p:cNvPicPr preferRelativeResize="0"/>
          <p:nvPr/>
        </p:nvPicPr>
        <p:blipFill rotWithShape="1">
          <a:blip r:embed="rId3">
            <a:alphaModFix/>
          </a:blip>
          <a:srcRect/>
          <a:stretch/>
        </p:blipFill>
        <p:spPr>
          <a:xfrm>
            <a:off x="2506700" y="4770088"/>
            <a:ext cx="4130601" cy="1243200"/>
          </a:xfrm>
          <a:prstGeom prst="rect">
            <a:avLst/>
          </a:prstGeom>
          <a:noFill/>
          <a:ln>
            <a:noFill/>
          </a:ln>
        </p:spPr>
      </p:pic>
      <p:sp>
        <p:nvSpPr>
          <p:cNvPr id="803" name="Google Shape;803;g2706d9153d4_0_0"/>
          <p:cNvSpPr txBox="1"/>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the Alphabet Song</a:t>
            </a:r>
            <a:endParaRPr sz="2400" b="0" i="0" u="none" strike="noStrike" cap="none">
              <a:solidFill>
                <a:srgbClr val="000000"/>
              </a:solidFill>
              <a:latin typeface="Poppins"/>
              <a:ea typeface="Poppins"/>
              <a:cs typeface="Poppins"/>
              <a:sym typeface="Poppins"/>
            </a:endParaRPr>
          </a:p>
        </p:txBody>
      </p:sp>
      <p:cxnSp>
        <p:nvCxnSpPr>
          <p:cNvPr id="804" name="Google Shape;804;g2706d9153d4_0_0"/>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09"/>
        <p:cNvGrpSpPr/>
        <p:nvPr/>
      </p:nvGrpSpPr>
      <p:grpSpPr>
        <a:xfrm>
          <a:off x="0" y="0"/>
          <a:ext cx="0" cy="0"/>
          <a:chOff x="0" y="0"/>
          <a:chExt cx="0" cy="0"/>
        </a:xfrm>
      </p:grpSpPr>
      <p:sp>
        <p:nvSpPr>
          <p:cNvPr id="810" name="Google Shape;810;g2c186218c5a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811" name="Google Shape;811;g2c186218c5a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812" name="Google Shape;812;g2c186218c5a_0_17"/>
          <p:cNvPicPr preferRelativeResize="0"/>
          <p:nvPr/>
        </p:nvPicPr>
        <p:blipFill rotWithShape="1">
          <a:blip r:embed="rId3">
            <a:alphaModFix/>
          </a:blip>
          <a:srcRect t="39" b="3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813" name="Google Shape;813;g2c186218c5a_0_1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18"/>
        <p:cNvGrpSpPr/>
        <p:nvPr/>
      </p:nvGrpSpPr>
      <p:grpSpPr>
        <a:xfrm>
          <a:off x="0" y="0"/>
          <a:ext cx="0" cy="0"/>
          <a:chOff x="0" y="0"/>
          <a:chExt cx="0" cy="0"/>
        </a:xfrm>
      </p:grpSpPr>
      <p:sp>
        <p:nvSpPr>
          <p:cNvPr id="819" name="Google Shape;819;g26b641b03cd_0_18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820" name="Google Shape;820;g26b641b03cd_0_18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821" name="Google Shape;821;g26b641b03cd_0_185"/>
          <p:cNvPicPr preferRelativeResize="0"/>
          <p:nvPr/>
        </p:nvPicPr>
        <p:blipFill rotWithShape="1">
          <a:blip r:embed="rId3">
            <a:alphaModFix/>
          </a:blip>
          <a:srcRect t="39" b="3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822" name="Google Shape;822;g26b641b03cd_0_18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27"/>
        <p:cNvGrpSpPr/>
        <p:nvPr/>
      </p:nvGrpSpPr>
      <p:grpSpPr>
        <a:xfrm>
          <a:off x="0" y="0"/>
          <a:ext cx="0" cy="0"/>
          <a:chOff x="0" y="0"/>
          <a:chExt cx="0" cy="0"/>
        </a:xfrm>
      </p:grpSpPr>
      <p:sp>
        <p:nvSpPr>
          <p:cNvPr id="828" name="Google Shape;828;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29" name="Google Shape;829;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830" name="Google Shape;830;g2c186218c5a_0_25"/>
          <p:cNvPicPr preferRelativeResize="0"/>
          <p:nvPr/>
        </p:nvPicPr>
        <p:blipFill rotWithShape="1">
          <a:blip r:embed="rId3">
            <a:alphaModFix/>
          </a:blip>
          <a:srcRect l="19" r="29"/>
          <a:stretch/>
        </p:blipFill>
        <p:spPr>
          <a:xfrm>
            <a:off x="3041337" y="996300"/>
            <a:ext cx="3061325" cy="4333175"/>
          </a:xfrm>
          <a:prstGeom prst="rect">
            <a:avLst/>
          </a:prstGeom>
          <a:noFill/>
          <a:ln>
            <a:noFill/>
          </a:ln>
          <a:effectLst>
            <a:outerShdw blurRad="142875" dist="19050" dir="5400000" algn="bl" rotWithShape="0">
              <a:srgbClr val="000000">
                <a:alpha val="28627"/>
              </a:srgbClr>
            </a:outerShdw>
          </a:effectLst>
        </p:spPr>
      </p:pic>
      <p:sp>
        <p:nvSpPr>
          <p:cNvPr id="831" name="Google Shape;831;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36"/>
        <p:cNvGrpSpPr/>
        <p:nvPr/>
      </p:nvGrpSpPr>
      <p:grpSpPr>
        <a:xfrm>
          <a:off x="0" y="0"/>
          <a:ext cx="0" cy="0"/>
          <a:chOff x="0" y="0"/>
          <a:chExt cx="0" cy="0"/>
        </a:xfrm>
      </p:grpSpPr>
      <p:sp>
        <p:nvSpPr>
          <p:cNvPr id="837" name="Google Shape;837;g26b641b03cd_0_19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38" name="Google Shape;838;g26b641b03cd_0_1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Lowercase Formation</a:t>
            </a:r>
            <a:endParaRPr/>
          </a:p>
        </p:txBody>
      </p:sp>
      <p:pic>
        <p:nvPicPr>
          <p:cNvPr id="839" name="Google Shape;839;g26b641b03cd_0_192"/>
          <p:cNvPicPr preferRelativeResize="0"/>
          <p:nvPr/>
        </p:nvPicPr>
        <p:blipFill rotWithShape="1">
          <a:blip r:embed="rId3">
            <a:alphaModFix/>
          </a:blip>
          <a:srcRect l="19" r="29"/>
          <a:stretch/>
        </p:blipFill>
        <p:spPr>
          <a:xfrm>
            <a:off x="3041337" y="996300"/>
            <a:ext cx="3061325" cy="4333175"/>
          </a:xfrm>
          <a:prstGeom prst="rect">
            <a:avLst/>
          </a:prstGeom>
          <a:noFill/>
          <a:ln>
            <a:noFill/>
          </a:ln>
          <a:effectLst>
            <a:outerShdw blurRad="142875" dist="19050" dir="5400000" algn="bl" rotWithShape="0">
              <a:srgbClr val="000000">
                <a:alpha val="28627"/>
              </a:srgbClr>
            </a:outerShdw>
          </a:effectLst>
        </p:spPr>
      </p:pic>
      <p:sp>
        <p:nvSpPr>
          <p:cNvPr id="840" name="Google Shape;840;g26b641b03cd_0_19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45"/>
        <p:cNvGrpSpPr/>
        <p:nvPr/>
      </p:nvGrpSpPr>
      <p:grpSpPr>
        <a:xfrm>
          <a:off x="0" y="0"/>
          <a:ext cx="0" cy="0"/>
          <a:chOff x="0" y="0"/>
          <a:chExt cx="0" cy="0"/>
        </a:xfrm>
      </p:grpSpPr>
      <p:sp>
        <p:nvSpPr>
          <p:cNvPr id="846" name="Google Shape;846;g2c186218c5a_0_4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endParaRPr/>
          </a:p>
        </p:txBody>
      </p:sp>
      <p:sp>
        <p:nvSpPr>
          <p:cNvPr id="847" name="Google Shape;847;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848" name="Google Shape;848;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53"/>
        <p:cNvGrpSpPr/>
        <p:nvPr/>
      </p:nvGrpSpPr>
      <p:grpSpPr>
        <a:xfrm>
          <a:off x="0" y="0"/>
          <a:ext cx="0" cy="0"/>
          <a:chOff x="0" y="0"/>
          <a:chExt cx="0" cy="0"/>
        </a:xfrm>
      </p:grpSpPr>
      <p:sp>
        <p:nvSpPr>
          <p:cNvPr id="854" name="Google Shape;854;g2c2ffdd0de5_0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55" name="Google Shape;855;g2c2ffdd0de5_0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856" name="Google Shape;856;g2c2ffdd0de5_0_0"/>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57" name="Google Shape;857;g2c2ffdd0de5_0_0"/>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58" name="Google Shape;858;g2c2ffdd0de5_0_0"/>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59" name="Google Shape;859;g2c2ffdd0de5_0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60" name="Google Shape;860;g2c2ffdd0de5_0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61" name="Google Shape;861;g2c2ffdd0de5_0_0"/>
          <p:cNvGrpSpPr/>
          <p:nvPr/>
        </p:nvGrpSpPr>
        <p:grpSpPr>
          <a:xfrm>
            <a:off x="304250" y="6984600"/>
            <a:ext cx="8330829" cy="808600"/>
            <a:chOff x="-152950" y="7365600"/>
            <a:chExt cx="8330829" cy="808600"/>
          </a:xfrm>
        </p:grpSpPr>
        <p:sp>
          <p:nvSpPr>
            <p:cNvPr id="862" name="Google Shape;862;g2c2ffdd0de5_0_0"/>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63" name="Google Shape;863;g2c2ffdd0de5_0_0"/>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64" name="Google Shape;864;g2c2ffdd0de5_0_0"/>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65" name="Google Shape;865;g2c2ffdd0de5_0_0"/>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66" name="Google Shape;866;g2c2ffdd0de5_0_0"/>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867" name="Google Shape;867;g2c2ffdd0de5_0_0"/>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868" name="Google Shape;868;g2c2ffdd0de5_0_0"/>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869" name="Google Shape;869;g2c2ffdd0de5_0_0"/>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870" name="Google Shape;870;g2c2ffdd0de5_0_0"/>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1" name="Google Shape;871;g2c2ffdd0de5_0_0"/>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2" name="Google Shape;872;g2c2ffdd0de5_0_0"/>
          <p:cNvSpPr/>
          <p:nvPr/>
        </p:nvSpPr>
        <p:spPr>
          <a:xfrm>
            <a:off x="2881588"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3" name="Google Shape;873;g2c2ffdd0de5_0_0"/>
          <p:cNvSpPr/>
          <p:nvPr/>
        </p:nvSpPr>
        <p:spPr>
          <a:xfrm>
            <a:off x="4275988"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874" name="Google Shape;874;g2c2ffdd0de5_0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875" name="Google Shape;875;g2c2ffdd0de5_0_0"/>
          <p:cNvSpPr txBox="1">
            <a:spLocks noGrp="1"/>
          </p:cNvSpPr>
          <p:nvPr>
            <p:ph type="subTitle" idx="4294967295"/>
          </p:nvPr>
        </p:nvSpPr>
        <p:spPr>
          <a:xfrm>
            <a:off x="5051313" y="1308025"/>
            <a:ext cx="17808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FFD400"/>
                </a:solidFill>
                <a:latin typeface="Jost"/>
                <a:ea typeface="Jost"/>
                <a:cs typeface="Jost"/>
                <a:sym typeface="Jost"/>
              </a:rPr>
              <a:t>ss</a:t>
            </a:r>
            <a:endParaRPr sz="15000" b="0" i="0" u="none" strike="noStrike" cap="none">
              <a:solidFill>
                <a:srgbClr val="FFD400"/>
              </a:solidFill>
              <a:latin typeface="Jost"/>
              <a:ea typeface="Jost"/>
              <a:cs typeface="Jost"/>
              <a:sym typeface="Jost"/>
            </a:endParaRPr>
          </a:p>
        </p:txBody>
      </p:sp>
      <p:sp>
        <p:nvSpPr>
          <p:cNvPr id="876" name="Google Shape;876;g2c2ffdd0de5_0_0"/>
          <p:cNvSpPr txBox="1">
            <a:spLocks noGrp="1"/>
          </p:cNvSpPr>
          <p:nvPr>
            <p:ph type="subTitle" idx="4294967295"/>
          </p:nvPr>
        </p:nvSpPr>
        <p:spPr>
          <a:xfrm>
            <a:off x="2311888"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m</a:t>
            </a:r>
            <a:endParaRPr sz="15000" b="0" i="0" u="none" strike="noStrike" cap="none">
              <a:solidFill>
                <a:srgbClr val="2356AF"/>
              </a:solidFill>
              <a:latin typeface="Jost"/>
              <a:ea typeface="Jost"/>
              <a:cs typeface="Jost"/>
              <a:sym typeface="Jost"/>
            </a:endParaRPr>
          </a:p>
        </p:txBody>
      </p:sp>
      <p:sp>
        <p:nvSpPr>
          <p:cNvPr id="877" name="Google Shape;877;g2c2ffdd0de5_0_0"/>
          <p:cNvSpPr txBox="1">
            <a:spLocks noGrp="1"/>
          </p:cNvSpPr>
          <p:nvPr>
            <p:ph type="subTitle" idx="4294967295"/>
          </p:nvPr>
        </p:nvSpPr>
        <p:spPr>
          <a:xfrm>
            <a:off x="3706313"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e</a:t>
            </a:r>
            <a:endParaRPr sz="15000" b="0" i="0" u="none" strike="noStrike" cap="none">
              <a:solidFill>
                <a:srgbClr val="ED1C24"/>
              </a:solidFill>
              <a:latin typeface="Jost"/>
              <a:ea typeface="Jost"/>
              <a:cs typeface="Jost"/>
              <a:sym typeface="Jost"/>
            </a:endParaRPr>
          </a:p>
        </p:txBody>
      </p:sp>
      <p:sp>
        <p:nvSpPr>
          <p:cNvPr id="878" name="Google Shape;878;g2c2ffdd0de5_0_0"/>
          <p:cNvSpPr/>
          <p:nvPr/>
        </p:nvSpPr>
        <p:spPr>
          <a:xfrm>
            <a:off x="5220439" y="4011888"/>
            <a:ext cx="14424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83"/>
        <p:cNvGrpSpPr/>
        <p:nvPr/>
      </p:nvGrpSpPr>
      <p:grpSpPr>
        <a:xfrm>
          <a:off x="0" y="0"/>
          <a:ext cx="0" cy="0"/>
          <a:chOff x="0" y="0"/>
          <a:chExt cx="0" cy="0"/>
        </a:xfrm>
      </p:grpSpPr>
      <p:sp>
        <p:nvSpPr>
          <p:cNvPr id="884" name="Google Shape;884;g26c4d4ae955_0_4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85" name="Google Shape;885;g26c4d4ae955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886" name="Google Shape;886;g26c4d4ae955_0_44"/>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87" name="Google Shape;887;g26c4d4ae955_0_44"/>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88" name="Google Shape;888;g26c4d4ae955_0_44"/>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89" name="Google Shape;889;g26c4d4ae955_0_44"/>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90" name="Google Shape;890;g26c4d4ae955_0_44"/>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91" name="Google Shape;891;g26c4d4ae955_0_44"/>
          <p:cNvGrpSpPr/>
          <p:nvPr/>
        </p:nvGrpSpPr>
        <p:grpSpPr>
          <a:xfrm>
            <a:off x="304250" y="6984600"/>
            <a:ext cx="8330829" cy="808600"/>
            <a:chOff x="-152950" y="7365600"/>
            <a:chExt cx="8330829" cy="808600"/>
          </a:xfrm>
        </p:grpSpPr>
        <p:sp>
          <p:nvSpPr>
            <p:cNvPr id="892" name="Google Shape;892;g26c4d4ae955_0_44"/>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93" name="Google Shape;893;g26c4d4ae955_0_44"/>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94" name="Google Shape;894;g26c4d4ae955_0_44"/>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95" name="Google Shape;895;g26c4d4ae955_0_44"/>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96" name="Google Shape;896;g26c4d4ae955_0_44"/>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897" name="Google Shape;897;g26c4d4ae955_0_44"/>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898" name="Google Shape;898;g26c4d4ae955_0_44"/>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899" name="Google Shape;899;g26c4d4ae955_0_44"/>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900" name="Google Shape;900;g26c4d4ae955_0_44"/>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01" name="Google Shape;901;g26c4d4ae955_0_44"/>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02" name="Google Shape;902;g26c4d4ae955_0_44"/>
          <p:cNvSpPr/>
          <p:nvPr/>
        </p:nvSpPr>
        <p:spPr>
          <a:xfrm>
            <a:off x="2995888"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03" name="Google Shape;903;g26c4d4ae955_0_44"/>
          <p:cNvSpPr/>
          <p:nvPr/>
        </p:nvSpPr>
        <p:spPr>
          <a:xfrm>
            <a:off x="4237888"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04" name="Google Shape;904;g26c4d4ae955_0_44"/>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05" name="Google Shape;905;g26c4d4ae955_0_44"/>
          <p:cNvSpPr txBox="1">
            <a:spLocks noGrp="1"/>
          </p:cNvSpPr>
          <p:nvPr>
            <p:ph type="subTitle" idx="4294967295"/>
          </p:nvPr>
        </p:nvSpPr>
        <p:spPr>
          <a:xfrm>
            <a:off x="5013213" y="1308025"/>
            <a:ext cx="17808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FFD400"/>
                </a:solidFill>
                <a:latin typeface="Jost"/>
                <a:ea typeface="Jost"/>
                <a:cs typeface="Jost"/>
                <a:sym typeface="Jost"/>
              </a:rPr>
              <a:t>ss</a:t>
            </a:r>
            <a:endParaRPr sz="15000" b="0" i="0" u="none" strike="noStrike" cap="none">
              <a:solidFill>
                <a:srgbClr val="FFD400"/>
              </a:solidFill>
              <a:latin typeface="Jost"/>
              <a:ea typeface="Jost"/>
              <a:cs typeface="Jost"/>
              <a:sym typeface="Jost"/>
            </a:endParaRPr>
          </a:p>
        </p:txBody>
      </p:sp>
      <p:sp>
        <p:nvSpPr>
          <p:cNvPr id="906" name="Google Shape;906;g26c4d4ae955_0_44"/>
          <p:cNvSpPr txBox="1">
            <a:spLocks noGrp="1"/>
          </p:cNvSpPr>
          <p:nvPr>
            <p:ph type="subTitle" idx="4294967295"/>
          </p:nvPr>
        </p:nvSpPr>
        <p:spPr>
          <a:xfrm>
            <a:off x="2426188"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b</a:t>
            </a:r>
            <a:endParaRPr sz="15000" b="0" i="0" u="none" strike="noStrike" cap="none">
              <a:solidFill>
                <a:srgbClr val="2356AF"/>
              </a:solidFill>
              <a:latin typeface="Jost"/>
              <a:ea typeface="Jost"/>
              <a:cs typeface="Jost"/>
              <a:sym typeface="Jost"/>
            </a:endParaRPr>
          </a:p>
        </p:txBody>
      </p:sp>
      <p:sp>
        <p:nvSpPr>
          <p:cNvPr id="907" name="Google Shape;907;g26c4d4ae955_0_44"/>
          <p:cNvSpPr txBox="1">
            <a:spLocks noGrp="1"/>
          </p:cNvSpPr>
          <p:nvPr>
            <p:ph type="subTitle" idx="4294967295"/>
          </p:nvPr>
        </p:nvSpPr>
        <p:spPr>
          <a:xfrm>
            <a:off x="3668213"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o</a:t>
            </a:r>
            <a:endParaRPr sz="15000" b="0" i="0" u="none" strike="noStrike" cap="none">
              <a:solidFill>
                <a:srgbClr val="ED1C24"/>
              </a:solidFill>
              <a:latin typeface="Jost"/>
              <a:ea typeface="Jost"/>
              <a:cs typeface="Jost"/>
              <a:sym typeface="Jost"/>
            </a:endParaRPr>
          </a:p>
        </p:txBody>
      </p:sp>
      <p:sp>
        <p:nvSpPr>
          <p:cNvPr id="908" name="Google Shape;908;g26c4d4ae955_0_44"/>
          <p:cNvSpPr/>
          <p:nvPr/>
        </p:nvSpPr>
        <p:spPr>
          <a:xfrm>
            <a:off x="5182339" y="4011888"/>
            <a:ext cx="14424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13"/>
        <p:cNvGrpSpPr/>
        <p:nvPr/>
      </p:nvGrpSpPr>
      <p:grpSpPr>
        <a:xfrm>
          <a:off x="0" y="0"/>
          <a:ext cx="0" cy="0"/>
          <a:chOff x="0" y="0"/>
          <a:chExt cx="0" cy="0"/>
        </a:xfrm>
      </p:grpSpPr>
      <p:sp>
        <p:nvSpPr>
          <p:cNvPr id="914" name="Google Shape;914;g26c4d4ae955_0_7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15" name="Google Shape;915;g26c4d4ae955_0_7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16" name="Google Shape;916;g26c4d4ae955_0_73"/>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7" name="Google Shape;917;g26c4d4ae955_0_73"/>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8" name="Google Shape;918;g26c4d4ae955_0_73"/>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9" name="Google Shape;919;g26c4d4ae955_0_73"/>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0" name="Google Shape;920;g26c4d4ae955_0_73"/>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21" name="Google Shape;921;g26c4d4ae955_0_73"/>
          <p:cNvGrpSpPr/>
          <p:nvPr/>
        </p:nvGrpSpPr>
        <p:grpSpPr>
          <a:xfrm>
            <a:off x="304250" y="6984600"/>
            <a:ext cx="8330829" cy="808600"/>
            <a:chOff x="-152950" y="7365600"/>
            <a:chExt cx="8330829" cy="808600"/>
          </a:xfrm>
        </p:grpSpPr>
        <p:sp>
          <p:nvSpPr>
            <p:cNvPr id="922" name="Google Shape;922;g26c4d4ae955_0_73"/>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23" name="Google Shape;923;g26c4d4ae955_0_73"/>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24" name="Google Shape;924;g26c4d4ae955_0_73"/>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25" name="Google Shape;925;g26c4d4ae955_0_73"/>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26" name="Google Shape;926;g26c4d4ae955_0_73"/>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27" name="Google Shape;927;g26c4d4ae955_0_73"/>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28" name="Google Shape;928;g26c4d4ae955_0_73"/>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29" name="Google Shape;929;g26c4d4ae955_0_73"/>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930" name="Google Shape;930;g26c4d4ae955_0_73"/>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31" name="Google Shape;931;g26c4d4ae955_0_73"/>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32" name="Google Shape;932;g26c4d4ae955_0_73"/>
          <p:cNvSpPr/>
          <p:nvPr/>
        </p:nvSpPr>
        <p:spPr>
          <a:xfrm>
            <a:off x="3110188"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33" name="Google Shape;933;g26c4d4ae955_0_73"/>
          <p:cNvSpPr/>
          <p:nvPr/>
        </p:nvSpPr>
        <p:spPr>
          <a:xfrm>
            <a:off x="4123588"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34" name="Google Shape;934;g26c4d4ae955_0_73"/>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35" name="Google Shape;935;g26c4d4ae955_0_73"/>
          <p:cNvSpPr txBox="1">
            <a:spLocks noGrp="1"/>
          </p:cNvSpPr>
          <p:nvPr>
            <p:ph type="subTitle" idx="4294967295"/>
          </p:nvPr>
        </p:nvSpPr>
        <p:spPr>
          <a:xfrm>
            <a:off x="4898913" y="1308025"/>
            <a:ext cx="17808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FFD400"/>
                </a:solidFill>
                <a:latin typeface="Jost"/>
                <a:ea typeface="Jost"/>
                <a:cs typeface="Jost"/>
                <a:sym typeface="Jost"/>
              </a:rPr>
              <a:t>ss</a:t>
            </a:r>
            <a:endParaRPr sz="15000" b="0" i="0" u="none" strike="noStrike" cap="none">
              <a:solidFill>
                <a:srgbClr val="FFD400"/>
              </a:solidFill>
              <a:latin typeface="Jost"/>
              <a:ea typeface="Jost"/>
              <a:cs typeface="Jost"/>
              <a:sym typeface="Jost"/>
            </a:endParaRPr>
          </a:p>
        </p:txBody>
      </p:sp>
      <p:sp>
        <p:nvSpPr>
          <p:cNvPr id="936" name="Google Shape;936;g26c4d4ae955_0_73"/>
          <p:cNvSpPr txBox="1">
            <a:spLocks noGrp="1"/>
          </p:cNvSpPr>
          <p:nvPr>
            <p:ph type="subTitle" idx="4294967295"/>
          </p:nvPr>
        </p:nvSpPr>
        <p:spPr>
          <a:xfrm>
            <a:off x="2540488"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l</a:t>
            </a:r>
            <a:endParaRPr sz="15000" b="0" i="0" u="none" strike="noStrike" cap="none">
              <a:solidFill>
                <a:srgbClr val="2356AF"/>
              </a:solidFill>
              <a:latin typeface="Jost"/>
              <a:ea typeface="Jost"/>
              <a:cs typeface="Jost"/>
              <a:sym typeface="Jost"/>
            </a:endParaRPr>
          </a:p>
        </p:txBody>
      </p:sp>
      <p:sp>
        <p:nvSpPr>
          <p:cNvPr id="937" name="Google Shape;937;g26c4d4ae955_0_73"/>
          <p:cNvSpPr txBox="1">
            <a:spLocks noGrp="1"/>
          </p:cNvSpPr>
          <p:nvPr>
            <p:ph type="subTitle" idx="4294967295"/>
          </p:nvPr>
        </p:nvSpPr>
        <p:spPr>
          <a:xfrm>
            <a:off x="3553913"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e</a:t>
            </a:r>
            <a:endParaRPr sz="15000" b="0" i="0" u="none" strike="noStrike" cap="none">
              <a:solidFill>
                <a:srgbClr val="ED1C24"/>
              </a:solidFill>
              <a:latin typeface="Jost"/>
              <a:ea typeface="Jost"/>
              <a:cs typeface="Jost"/>
              <a:sym typeface="Jost"/>
            </a:endParaRPr>
          </a:p>
        </p:txBody>
      </p:sp>
      <p:sp>
        <p:nvSpPr>
          <p:cNvPr id="938" name="Google Shape;938;g26c4d4ae955_0_73"/>
          <p:cNvSpPr/>
          <p:nvPr/>
        </p:nvSpPr>
        <p:spPr>
          <a:xfrm>
            <a:off x="5068039" y="4011888"/>
            <a:ext cx="14424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43"/>
        <p:cNvGrpSpPr/>
        <p:nvPr/>
      </p:nvGrpSpPr>
      <p:grpSpPr>
        <a:xfrm>
          <a:off x="0" y="0"/>
          <a:ext cx="0" cy="0"/>
          <a:chOff x="0" y="0"/>
          <a:chExt cx="0" cy="0"/>
        </a:xfrm>
      </p:grpSpPr>
      <p:sp>
        <p:nvSpPr>
          <p:cNvPr id="944" name="Google Shape;944;g2c186218c5a_0_4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endParaRPr/>
          </a:p>
        </p:txBody>
      </p:sp>
      <p:sp>
        <p:nvSpPr>
          <p:cNvPr id="945" name="Google Shape;945;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946" name="Google Shape;946;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51"/>
        <p:cNvGrpSpPr/>
        <p:nvPr/>
      </p:nvGrpSpPr>
      <p:grpSpPr>
        <a:xfrm>
          <a:off x="0" y="0"/>
          <a:ext cx="0" cy="0"/>
          <a:chOff x="0" y="0"/>
          <a:chExt cx="0" cy="0"/>
        </a:xfrm>
      </p:grpSpPr>
      <p:sp>
        <p:nvSpPr>
          <p:cNvPr id="952" name="Google Shape;952;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953" name="Google Shape;953;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954" name="Google Shape;954;g26b641b03cd_0_204"/>
          <p:cNvPicPr preferRelativeResize="0"/>
          <p:nvPr/>
        </p:nvPicPr>
        <p:blipFill rotWithShape="1">
          <a:blip r:embed="rId3">
            <a:alphaModFix/>
          </a:blip>
          <a:srcRect/>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955" name="Google Shape;955;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60"/>
        <p:cNvGrpSpPr/>
        <p:nvPr/>
      </p:nvGrpSpPr>
      <p:grpSpPr>
        <a:xfrm>
          <a:off x="0" y="0"/>
          <a:ext cx="0" cy="0"/>
          <a:chOff x="0" y="0"/>
          <a:chExt cx="0" cy="0"/>
        </a:xfrm>
      </p:grpSpPr>
      <p:sp>
        <p:nvSpPr>
          <p:cNvPr id="961" name="Google Shape;961;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962" name="Google Shape;962;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963" name="Google Shape;963;g2c186218c5a_0_48"/>
          <p:cNvPicPr preferRelativeResize="0"/>
          <p:nvPr/>
        </p:nvPicPr>
        <p:blipFill rotWithShape="1">
          <a:blip r:embed="rId3">
            <a:alphaModFix/>
          </a:blip>
          <a:srcRect l="79" r="8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964" name="Google Shape;964;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69"/>
        <p:cNvGrpSpPr/>
        <p:nvPr/>
      </p:nvGrpSpPr>
      <p:grpSpPr>
        <a:xfrm>
          <a:off x="0" y="0"/>
          <a:ext cx="0" cy="0"/>
          <a:chOff x="0" y="0"/>
          <a:chExt cx="0" cy="0"/>
        </a:xfrm>
      </p:grpSpPr>
      <p:sp>
        <p:nvSpPr>
          <p:cNvPr id="970" name="Google Shape;970;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971" name="Google Shape;971;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972" name="Google Shape;972;g26b641b03cd_0_213"/>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973" name="Google Shape;973;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78"/>
        <p:cNvGrpSpPr/>
        <p:nvPr/>
      </p:nvGrpSpPr>
      <p:grpSpPr>
        <a:xfrm>
          <a:off x="0" y="0"/>
          <a:ext cx="0" cy="0"/>
          <a:chOff x="0" y="0"/>
          <a:chExt cx="0" cy="0"/>
        </a:xfrm>
      </p:grpSpPr>
      <p:sp>
        <p:nvSpPr>
          <p:cNvPr id="979" name="Google Shape;979;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980" name="Google Shape;980;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981" name="Google Shape;981;g2c186218c5a_0_149"/>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982" name="Google Shape;982;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87"/>
        <p:cNvGrpSpPr/>
        <p:nvPr/>
      </p:nvGrpSpPr>
      <p:grpSpPr>
        <a:xfrm>
          <a:off x="0" y="0"/>
          <a:ext cx="0" cy="0"/>
          <a:chOff x="0" y="0"/>
          <a:chExt cx="0" cy="0"/>
        </a:xfrm>
      </p:grpSpPr>
      <p:sp>
        <p:nvSpPr>
          <p:cNvPr id="988" name="Google Shape;988;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989" name="Google Shape;989;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Practise Building Words</a:t>
            </a:r>
            <a:endParaRPr/>
          </a:p>
        </p:txBody>
      </p:sp>
      <p:grpSp>
        <p:nvGrpSpPr>
          <p:cNvPr id="990" name="Google Shape;990;g1f3daf8a844_0_64"/>
          <p:cNvGrpSpPr/>
          <p:nvPr/>
        </p:nvGrpSpPr>
        <p:grpSpPr>
          <a:xfrm>
            <a:off x="3024000" y="209875"/>
            <a:ext cx="3096000" cy="454800"/>
            <a:chOff x="3024000" y="209875"/>
            <a:chExt cx="3096000" cy="454800"/>
          </a:xfrm>
        </p:grpSpPr>
        <p:sp>
          <p:nvSpPr>
            <p:cNvPr id="991" name="Google Shape;991;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2" name="Google Shape;992;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993" name="Google Shape;993;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994" name="Google Shape;994;g1f3daf8a844_0_6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95" name="Google Shape;995;g1f3daf8a844_0_6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96" name="Google Shape;996;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997" name="Google Shape;997;g1f3daf8a844_0_6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998" name="Google Shape;998;g1f3daf8a844_0_64"/>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h</a:t>
            </a:r>
            <a:endParaRPr sz="5500" b="0" i="0" u="none" strike="noStrike" cap="none">
              <a:solidFill>
                <a:srgbClr val="2356AF"/>
              </a:solidFill>
              <a:latin typeface="Jost"/>
              <a:ea typeface="Jost"/>
              <a:cs typeface="Jost"/>
              <a:sym typeface="Jost"/>
            </a:endParaRPr>
          </a:p>
        </p:txBody>
      </p:sp>
      <p:sp>
        <p:nvSpPr>
          <p:cNvPr id="999" name="Google Shape;999;g1f3daf8a844_0_64"/>
          <p:cNvSpPr txBox="1"/>
          <p:nvPr/>
        </p:nvSpPr>
        <p:spPr>
          <a:xfrm>
            <a:off x="579250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o</a:t>
            </a:r>
            <a:endParaRPr sz="5500" b="0" i="0" u="none" strike="noStrike" cap="none">
              <a:solidFill>
                <a:srgbClr val="ED1C24"/>
              </a:solidFill>
              <a:latin typeface="Jost"/>
              <a:ea typeface="Jost"/>
              <a:cs typeface="Jost"/>
              <a:sym typeface="Jost"/>
            </a:endParaRPr>
          </a:p>
        </p:txBody>
      </p:sp>
      <p:sp>
        <p:nvSpPr>
          <p:cNvPr id="1000" name="Google Shape;1000;g1f3daf8a844_0_64"/>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001" name="Google Shape;1001;g1f3daf8a844_0_64"/>
          <p:cNvSpPr txBox="1"/>
          <p:nvPr/>
        </p:nvSpPr>
        <p:spPr>
          <a:xfrm>
            <a:off x="3486802"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ED1C24"/>
              </a:solidFill>
              <a:latin typeface="Jost"/>
              <a:ea typeface="Jost"/>
              <a:cs typeface="Jost"/>
              <a:sym typeface="Jost"/>
            </a:endParaRPr>
          </a:p>
        </p:txBody>
      </p:sp>
      <p:sp>
        <p:nvSpPr>
          <p:cNvPr id="1002" name="Google Shape;1002;g1f3daf8a844_0_64"/>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003" name="Google Shape;1003;g1f3daf8a844_0_64"/>
          <p:cNvSpPr txBox="1"/>
          <p:nvPr/>
        </p:nvSpPr>
        <p:spPr>
          <a:xfrm>
            <a:off x="40632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ss</a:t>
            </a:r>
            <a:endParaRPr sz="5500" b="0" i="0" u="none" strike="noStrike" cap="none">
              <a:solidFill>
                <a:srgbClr val="FFD400"/>
              </a:solidFill>
              <a:latin typeface="Jost"/>
              <a:ea typeface="Jost"/>
              <a:cs typeface="Jost"/>
              <a:sym typeface="Jost"/>
            </a:endParaRPr>
          </a:p>
        </p:txBody>
      </p:sp>
      <p:sp>
        <p:nvSpPr>
          <p:cNvPr id="1004" name="Google Shape;1004;g1f3daf8a844_0_64"/>
          <p:cNvSpPr txBox="1"/>
          <p:nvPr/>
        </p:nvSpPr>
        <p:spPr>
          <a:xfrm>
            <a:off x="2910349"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
        <p:nvSpPr>
          <p:cNvPr id="1005" name="Google Shape;1005;g1f3daf8a844_0_64"/>
          <p:cNvSpPr txBox="1"/>
          <p:nvPr/>
        </p:nvSpPr>
        <p:spPr>
          <a:xfrm>
            <a:off x="5216051"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006" name="Google Shape;1006;g1f3daf8a844_0_64"/>
          <p:cNvSpPr txBox="1"/>
          <p:nvPr/>
        </p:nvSpPr>
        <p:spPr>
          <a:xfrm>
            <a:off x="463965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8000"/>
              <a:buFont typeface="Arial"/>
              <a:buNone/>
            </a:pPr>
            <a:r>
              <a:rPr lang="en-US" sz="5500" b="0" i="0" u="none" strike="noStrike" cap="none">
                <a:solidFill>
                  <a:srgbClr val="2356AF"/>
                </a:solidFill>
                <a:latin typeface="Jost"/>
                <a:ea typeface="Jost"/>
                <a:cs typeface="Jost"/>
                <a:sym typeface="Jost"/>
              </a:rPr>
              <a:t>k</a:t>
            </a:r>
            <a:endParaRPr sz="5500" b="0" i="0" u="none" strike="noStrike" cap="none">
              <a:solidFill>
                <a:srgbClr val="ED1C24"/>
              </a:solidFill>
              <a:latin typeface="Jost"/>
              <a:ea typeface="Jost"/>
              <a:cs typeface="Jost"/>
              <a:sym typeface="Jost"/>
            </a:endParaRPr>
          </a:p>
        </p:txBody>
      </p:sp>
      <p:sp>
        <p:nvSpPr>
          <p:cNvPr id="1007" name="Google Shape;1007;g1f3daf8a844_0_64"/>
          <p:cNvSpPr txBox="1"/>
          <p:nvPr/>
        </p:nvSpPr>
        <p:spPr>
          <a:xfrm>
            <a:off x="6368929"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008" name="Google Shape;1008;g1f3daf8a844_0_64"/>
          <p:cNvSpPr txBox="1"/>
          <p:nvPr/>
        </p:nvSpPr>
        <p:spPr>
          <a:xfrm>
            <a:off x="1757525"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u</a:t>
            </a:r>
            <a:endParaRPr sz="5500" b="0" i="0" u="none" strike="noStrike" cap="none">
              <a:solidFill>
                <a:srgbClr val="ED1C24"/>
              </a:solidFill>
              <a:latin typeface="Jost"/>
              <a:ea typeface="Jost"/>
              <a:cs typeface="Jost"/>
              <a:sym typeface="Jost"/>
            </a:endParaRPr>
          </a:p>
        </p:txBody>
      </p:sp>
      <p:cxnSp>
        <p:nvCxnSpPr>
          <p:cNvPr id="1009" name="Google Shape;1009;g1f3daf8a844_0_64"/>
          <p:cNvCxnSpPr/>
          <p:nvPr/>
        </p:nvCxnSpPr>
        <p:spPr>
          <a:xfrm>
            <a:off x="1181100" y="36485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14"/>
        <p:cNvGrpSpPr/>
        <p:nvPr/>
      </p:nvGrpSpPr>
      <p:grpSpPr>
        <a:xfrm>
          <a:off x="0" y="0"/>
          <a:ext cx="0" cy="0"/>
          <a:chOff x="0" y="0"/>
          <a:chExt cx="0" cy="0"/>
        </a:xfrm>
      </p:grpSpPr>
      <p:sp>
        <p:nvSpPr>
          <p:cNvPr id="1015" name="Google Shape;1015;g26c4d4ae955_0_12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16" name="Google Shape;1016;g26c4d4ae955_0_121"/>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Practise Building Words</a:t>
            </a:r>
            <a:endParaRPr/>
          </a:p>
        </p:txBody>
      </p:sp>
      <p:grpSp>
        <p:nvGrpSpPr>
          <p:cNvPr id="1017" name="Google Shape;1017;g26c4d4ae955_0_121"/>
          <p:cNvGrpSpPr/>
          <p:nvPr/>
        </p:nvGrpSpPr>
        <p:grpSpPr>
          <a:xfrm>
            <a:off x="3024000" y="209875"/>
            <a:ext cx="3096000" cy="454800"/>
            <a:chOff x="3024000" y="209875"/>
            <a:chExt cx="3096000" cy="454800"/>
          </a:xfrm>
        </p:grpSpPr>
        <p:sp>
          <p:nvSpPr>
            <p:cNvPr id="1018" name="Google Shape;1018;g26c4d4ae955_0_121"/>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9" name="Google Shape;1019;g26c4d4ae955_0_121"/>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20" name="Google Shape;1020;g26c4d4ae955_0_121"/>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021" name="Google Shape;1021;g26c4d4ae955_0_121"/>
          <p:cNvCxnSpPr/>
          <p:nvPr/>
        </p:nvCxnSpPr>
        <p:spPr>
          <a:xfrm>
            <a:off x="1181100" y="39190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022" name="Google Shape;1022;g26c4d4ae955_0_121"/>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23" name="Google Shape;1023;g26c4d4ae955_0_121"/>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24" name="Google Shape;1024;g26c4d4ae955_0_121"/>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25" name="Google Shape;1025;g26c4d4ae955_0_121"/>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026" name="Google Shape;1026;g26c4d4ae955_0_121"/>
          <p:cNvSpPr txBox="1"/>
          <p:nvPr/>
        </p:nvSpPr>
        <p:spPr>
          <a:xfrm>
            <a:off x="1193375" y="35019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800"/>
              <a:buFont typeface="Arial"/>
              <a:buNone/>
            </a:pPr>
            <a:r>
              <a:rPr lang="en-US" sz="1800" b="0" i="0" u="none" strike="noStrike" cap="none">
                <a:solidFill>
                  <a:srgbClr val="B7B7B7"/>
                </a:solidFill>
                <a:latin typeface="Jost"/>
                <a:ea typeface="Jost"/>
                <a:cs typeface="Jost"/>
                <a:sym typeface="Jost"/>
              </a:rPr>
              <a:t>kiss fuss mess boss less hiss</a:t>
            </a:r>
            <a:endParaRPr sz="1800" b="0" i="0" u="none" strike="noStrike" cap="none">
              <a:solidFill>
                <a:srgbClr val="B7B7B7"/>
              </a:solidFill>
              <a:latin typeface="Jost"/>
              <a:ea typeface="Jost"/>
              <a:cs typeface="Jost"/>
              <a:sym typeface="Jost"/>
            </a:endParaRPr>
          </a:p>
        </p:txBody>
      </p:sp>
      <p:sp>
        <p:nvSpPr>
          <p:cNvPr id="1027" name="Google Shape;1027;g26c4d4ae955_0_121"/>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h</a:t>
            </a:r>
            <a:endParaRPr sz="5500" b="0" i="0" u="none" strike="noStrike" cap="none">
              <a:solidFill>
                <a:srgbClr val="2356AF"/>
              </a:solidFill>
              <a:latin typeface="Jost"/>
              <a:ea typeface="Jost"/>
              <a:cs typeface="Jost"/>
              <a:sym typeface="Jost"/>
            </a:endParaRPr>
          </a:p>
        </p:txBody>
      </p:sp>
      <p:sp>
        <p:nvSpPr>
          <p:cNvPr id="1028" name="Google Shape;1028;g26c4d4ae955_0_121"/>
          <p:cNvSpPr txBox="1"/>
          <p:nvPr/>
        </p:nvSpPr>
        <p:spPr>
          <a:xfrm>
            <a:off x="579250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o</a:t>
            </a:r>
            <a:endParaRPr sz="5500" b="0" i="0" u="none" strike="noStrike" cap="none">
              <a:solidFill>
                <a:srgbClr val="ED1C24"/>
              </a:solidFill>
              <a:latin typeface="Jost"/>
              <a:ea typeface="Jost"/>
              <a:cs typeface="Jost"/>
              <a:sym typeface="Jost"/>
            </a:endParaRPr>
          </a:p>
        </p:txBody>
      </p:sp>
      <p:sp>
        <p:nvSpPr>
          <p:cNvPr id="1029" name="Google Shape;1029;g26c4d4ae955_0_121"/>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030" name="Google Shape;1030;g26c4d4ae955_0_121"/>
          <p:cNvSpPr txBox="1"/>
          <p:nvPr/>
        </p:nvSpPr>
        <p:spPr>
          <a:xfrm>
            <a:off x="3486802"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ED1C24"/>
              </a:solidFill>
              <a:latin typeface="Jost"/>
              <a:ea typeface="Jost"/>
              <a:cs typeface="Jost"/>
              <a:sym typeface="Jost"/>
            </a:endParaRPr>
          </a:p>
        </p:txBody>
      </p:sp>
      <p:cxnSp>
        <p:nvCxnSpPr>
          <p:cNvPr id="1031" name="Google Shape;1031;g26c4d4ae955_0_121"/>
          <p:cNvCxnSpPr/>
          <p:nvPr/>
        </p:nvCxnSpPr>
        <p:spPr>
          <a:xfrm>
            <a:off x="1181100" y="33780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032" name="Google Shape;1032;g26c4d4ae955_0_121"/>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033" name="Google Shape;1033;g26c4d4ae955_0_121"/>
          <p:cNvSpPr txBox="1"/>
          <p:nvPr/>
        </p:nvSpPr>
        <p:spPr>
          <a:xfrm>
            <a:off x="40632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ss</a:t>
            </a:r>
            <a:endParaRPr sz="5500" b="0" i="0" u="none" strike="noStrike" cap="none">
              <a:solidFill>
                <a:srgbClr val="FFD400"/>
              </a:solidFill>
              <a:latin typeface="Jost"/>
              <a:ea typeface="Jost"/>
              <a:cs typeface="Jost"/>
              <a:sym typeface="Jost"/>
            </a:endParaRPr>
          </a:p>
        </p:txBody>
      </p:sp>
      <p:sp>
        <p:nvSpPr>
          <p:cNvPr id="1034" name="Google Shape;1034;g26c4d4ae955_0_121"/>
          <p:cNvSpPr txBox="1"/>
          <p:nvPr/>
        </p:nvSpPr>
        <p:spPr>
          <a:xfrm>
            <a:off x="2910349"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
        <p:nvSpPr>
          <p:cNvPr id="1035" name="Google Shape;1035;g26c4d4ae955_0_121"/>
          <p:cNvSpPr txBox="1"/>
          <p:nvPr/>
        </p:nvSpPr>
        <p:spPr>
          <a:xfrm>
            <a:off x="5216051"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036" name="Google Shape;1036;g26c4d4ae955_0_121"/>
          <p:cNvSpPr txBox="1"/>
          <p:nvPr/>
        </p:nvSpPr>
        <p:spPr>
          <a:xfrm>
            <a:off x="463965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8000"/>
              <a:buFont typeface="Arial"/>
              <a:buNone/>
            </a:pPr>
            <a:r>
              <a:rPr lang="en-US" sz="5500" b="0" i="0" u="none" strike="noStrike" cap="none">
                <a:solidFill>
                  <a:srgbClr val="2356AF"/>
                </a:solidFill>
                <a:latin typeface="Jost"/>
                <a:ea typeface="Jost"/>
                <a:cs typeface="Jost"/>
                <a:sym typeface="Jost"/>
              </a:rPr>
              <a:t>k</a:t>
            </a:r>
            <a:endParaRPr sz="5500" b="0" i="0" u="none" strike="noStrike" cap="none">
              <a:solidFill>
                <a:srgbClr val="ED1C24"/>
              </a:solidFill>
              <a:latin typeface="Jost"/>
              <a:ea typeface="Jost"/>
              <a:cs typeface="Jost"/>
              <a:sym typeface="Jost"/>
            </a:endParaRPr>
          </a:p>
        </p:txBody>
      </p:sp>
      <p:sp>
        <p:nvSpPr>
          <p:cNvPr id="1037" name="Google Shape;1037;g26c4d4ae955_0_121"/>
          <p:cNvSpPr txBox="1"/>
          <p:nvPr/>
        </p:nvSpPr>
        <p:spPr>
          <a:xfrm>
            <a:off x="6368929"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038" name="Google Shape;1038;g26c4d4ae955_0_121"/>
          <p:cNvSpPr txBox="1"/>
          <p:nvPr/>
        </p:nvSpPr>
        <p:spPr>
          <a:xfrm>
            <a:off x="1757525"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u</a:t>
            </a:r>
            <a:endParaRPr sz="5500" b="0" i="0" u="none" strike="noStrike" cap="none">
              <a:solidFill>
                <a:srgbClr val="ED1C24"/>
              </a:solidFill>
              <a:latin typeface="Jost"/>
              <a:ea typeface="Jost"/>
              <a:cs typeface="Jost"/>
              <a:sym typeface="Jost"/>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43"/>
        <p:cNvGrpSpPr/>
        <p:nvPr/>
      </p:nvGrpSpPr>
      <p:grpSpPr>
        <a:xfrm>
          <a:off x="0" y="0"/>
          <a:ext cx="0" cy="0"/>
          <a:chOff x="0" y="0"/>
          <a:chExt cx="0" cy="0"/>
        </a:xfrm>
      </p:grpSpPr>
      <p:sp>
        <p:nvSpPr>
          <p:cNvPr id="1044" name="Google Shape;1044;g2c186218c5a_0_118"/>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p>
            <a:pPr marL="457200" lvl="0" indent="-330200" algn="l" rtl="0">
              <a:lnSpc>
                <a:spcPct val="115000"/>
              </a:lnSpc>
              <a:spcBef>
                <a:spcPts val="1000"/>
              </a:spcBef>
              <a:spcAft>
                <a:spcPts val="0"/>
              </a:spcAft>
              <a:buSzPts val="1600"/>
              <a:buChar char="•"/>
            </a:pPr>
            <a:r>
              <a:rPr lang="en-US"/>
              <a:t>Sing ‘Little Miss Muffet'.</a:t>
            </a:r>
            <a:endParaRPr/>
          </a:p>
          <a:p>
            <a:pPr marL="457200" lvl="0" indent="-330200" algn="l" rtl="0">
              <a:lnSpc>
                <a:spcPct val="115000"/>
              </a:lnSpc>
              <a:spcBef>
                <a:spcPts val="0"/>
              </a:spcBef>
              <a:spcAft>
                <a:spcPts val="0"/>
              </a:spcAft>
              <a:buSzPts val="1600"/>
              <a:buChar char="•"/>
            </a:pPr>
            <a:r>
              <a:rPr lang="en-US"/>
              <a:t>Draw ‘</a:t>
            </a:r>
            <a:r>
              <a:rPr lang="en-US">
                <a:solidFill>
                  <a:srgbClr val="8DC63F"/>
                </a:solidFill>
              </a:rPr>
              <a:t>ss</a:t>
            </a:r>
            <a:r>
              <a:rPr lang="en-US"/>
              <a:t>’ in a variety of sizes and media, for example using chalk to draw on the ground.</a:t>
            </a:r>
            <a:endParaRPr/>
          </a:p>
          <a:p>
            <a:pPr marL="457200" lvl="0" indent="-330200" algn="l" rtl="0">
              <a:lnSpc>
                <a:spcPct val="115000"/>
              </a:lnSpc>
              <a:spcBef>
                <a:spcPts val="0"/>
              </a:spcBef>
              <a:spcAft>
                <a:spcPts val="0"/>
              </a:spcAft>
              <a:buSzPts val="1600"/>
              <a:buChar char="•"/>
            </a:pPr>
            <a:r>
              <a:rPr lang="en-US"/>
              <a:t>Use letters for building words and encoding.</a:t>
            </a:r>
            <a:endParaRPr/>
          </a:p>
          <a:p>
            <a:pPr marL="457200" lvl="0" indent="-330200" algn="l" rtl="0">
              <a:lnSpc>
                <a:spcPct val="115000"/>
              </a:lnSpc>
              <a:spcBef>
                <a:spcPts val="0"/>
              </a:spcBef>
              <a:spcAft>
                <a:spcPts val="0"/>
              </a:spcAft>
              <a:buSzPts val="1600"/>
              <a:buChar char="•"/>
            </a:pPr>
            <a:r>
              <a:rPr lang="en-US"/>
              <a:t>Using pipe cleaners make a ‘</a:t>
            </a:r>
            <a:r>
              <a:rPr lang="en-US">
                <a:solidFill>
                  <a:srgbClr val="8DC63F"/>
                </a:solidFill>
              </a:rPr>
              <a:t>s</a:t>
            </a:r>
            <a:r>
              <a:rPr lang="en-US"/>
              <a:t>’ shape.</a:t>
            </a:r>
            <a:endParaRPr/>
          </a:p>
          <a:p>
            <a:pPr marL="457200" lvl="0" indent="-330200" algn="l" rtl="0">
              <a:lnSpc>
                <a:spcPct val="115000"/>
              </a:lnSpc>
              <a:spcBef>
                <a:spcPts val="0"/>
              </a:spcBef>
              <a:spcAft>
                <a:spcPts val="0"/>
              </a:spcAft>
              <a:buSzPts val="1600"/>
              <a:buChar char="•"/>
            </a:pPr>
            <a:r>
              <a:rPr lang="en-US"/>
              <a:t>Draw or paint a snake and label it ‘hiss!’.</a:t>
            </a:r>
            <a:endParaRPr/>
          </a:p>
        </p:txBody>
      </p:sp>
      <p:pic>
        <p:nvPicPr>
          <p:cNvPr id="1045" name="Google Shape;1045;g2c186218c5a_0_118"/>
          <p:cNvPicPr preferRelativeResize="0"/>
          <p:nvPr/>
        </p:nvPicPr>
        <p:blipFill rotWithShape="1">
          <a:blip r:embed="rId3">
            <a:alphaModFix/>
          </a:blip>
          <a:srcRect t="268" b="278"/>
          <a:stretch/>
        </p:blipFill>
        <p:spPr>
          <a:xfrm rot="-385541">
            <a:off x="501175" y="1424050"/>
            <a:ext cx="2613275" cy="3696149"/>
          </a:xfrm>
          <a:prstGeom prst="rect">
            <a:avLst/>
          </a:prstGeom>
          <a:noFill/>
          <a:ln>
            <a:noFill/>
          </a:ln>
        </p:spPr>
      </p:pic>
      <p:sp>
        <p:nvSpPr>
          <p:cNvPr id="1046" name="Google Shape;1046;g2c186218c5a_0_118"/>
          <p:cNvSpPr txBox="1"/>
          <p:nvPr/>
        </p:nvSpPr>
        <p:spPr>
          <a:xfrm rot="362176">
            <a:off x="2888197" y="2107183"/>
            <a:ext cx="1155406" cy="713485"/>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5500"/>
              <a:buFont typeface="Arial"/>
              <a:buNone/>
            </a:pPr>
            <a:r>
              <a:rPr lang="en-US" sz="5500" b="0" i="0" u="none" strike="noStrike" cap="none">
                <a:solidFill>
                  <a:srgbClr val="FFD400"/>
                </a:solidFill>
                <a:latin typeface="Finger Paint"/>
                <a:ea typeface="Finger Paint"/>
                <a:cs typeface="Finger Paint"/>
                <a:sym typeface="Finger Paint"/>
              </a:rPr>
              <a:t>ss</a:t>
            </a:r>
            <a:endParaRPr sz="5500" b="0" i="0" u="none" strike="noStrike" cap="none">
              <a:solidFill>
                <a:srgbClr val="FFD400"/>
              </a:solidFill>
              <a:latin typeface="Finger Paint"/>
              <a:ea typeface="Finger Paint"/>
              <a:cs typeface="Finger Paint"/>
              <a:sym typeface="Finger Pain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485</Words>
  <Application>Microsoft Office PowerPoint</Application>
  <PresentationFormat>On-screen Show (4:3)</PresentationFormat>
  <Paragraphs>164</Paragraphs>
  <Slides>21</Slides>
  <Notes>21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21</vt:i4>
      </vt:variant>
    </vt:vector>
  </HeadingPairs>
  <TitlesOfParts>
    <vt:vector size="31" baseType="lpstr">
      <vt:lpstr>Calibri</vt:lpstr>
      <vt:lpstr>Poppins SemiBold</vt:lpstr>
      <vt:lpstr>Poppins</vt:lpstr>
      <vt:lpstr>Poppins Medium</vt:lpstr>
      <vt:lpstr>Mulish</vt:lpstr>
      <vt:lpstr>Arial</vt:lpstr>
      <vt:lpstr>Nunito Black</vt:lpstr>
      <vt:lpstr>Jost</vt:lpstr>
      <vt:lpstr>Finger Paint</vt:lpstr>
      <vt:lpstr>Office Theme</vt:lpstr>
      <vt:lpstr>PowerPoint Presentation</vt:lpstr>
      <vt:lpstr>PowerPoint Presentation</vt:lpstr>
      <vt:lpstr>Recall s a t p i n m d g o c k ck e u r h b f ff l ll using flashcards.</vt:lpstr>
      <vt:lpstr>PowerPoint Presentation</vt:lpstr>
      <vt:lpstr>PowerPoint Presentation</vt:lpstr>
      <vt:lpstr>Hear Phonemes</vt:lpstr>
      <vt:lpstr>Hear Phonemes</vt:lpstr>
      <vt:lpstr>Teach Grapheme Caption</vt:lpstr>
      <vt:lpstr>Review Lowercase Formation</vt:lpstr>
      <vt:lpstr>Explain Decoding</vt:lpstr>
      <vt:lpstr>Model Blending Phonemes</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Building Words</vt:lpstr>
      <vt:lpstr>Practise Building Words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2026-04-28T02:35:45Z</dcterms:modified>
</cp:coreProperties>
</file>