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dIaNG8JrvS/oxFVcFWtyvp5md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07056-F413-44D8-9D90-9538F1AECDA9}">
  <a:tblStyle styleId="{F6607056-F413-44D8-9D90-9538F1AECDA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73855f6144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73855f6144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73855f6144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73855f6144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73855f6144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73855f6144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73855f6144_0_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73855f6144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73855f6144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73855f6144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73855f6144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73855f6144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9" name="Google Shape;112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0" name="Google Shape;113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1" name="Google Shape;1151;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2" name="Google Shape;1152;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273855f6144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4" name="Google Shape;1184;g273855f6144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5" name="Google Shape;1185;g273855f6144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04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c - /k/ and /s/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8.2 -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image" Target="../media/image5.png"/><Relationship Id="rId7" Type="http://schemas.openxmlformats.org/officeDocument/2006/relationships/slide" Target="slide2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png"/><Relationship Id="rId18" Type="http://schemas.openxmlformats.org/officeDocument/2006/relationships/image" Target="../media/image24.png"/><Relationship Id="rId3" Type="http://schemas.openxmlformats.org/officeDocument/2006/relationships/image" Target="../media/image11.png"/><Relationship Id="rId21" Type="http://schemas.openxmlformats.org/officeDocument/2006/relationships/image" Target="../media/image27.png"/><Relationship Id="rId7" Type="http://schemas.openxmlformats.org/officeDocument/2006/relationships/image" Target="../media/image15.png"/><Relationship Id="rId12" Type="http://schemas.openxmlformats.org/officeDocument/2006/relationships/image" Target="../media/image7.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0.png"/><Relationship Id="rId5" Type="http://schemas.openxmlformats.org/officeDocument/2006/relationships/image" Target="../media/image13.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8.png"/><Relationship Id="rId19" Type="http://schemas.openxmlformats.org/officeDocument/2006/relationships/image" Target="../media/image25.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8.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5.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6.xml"/><Relationship Id="rId16"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7.xml"/><Relationship Id="rId16"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s>
</file>

<file path=ppt/slides/_rels/slide8.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26" Type="http://schemas.openxmlformats.org/officeDocument/2006/relationships/image" Target="../media/image154.png"/><Relationship Id="rId3" Type="http://schemas.openxmlformats.org/officeDocument/2006/relationships/image" Target="../media/image131.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3.png"/><Relationship Id="rId2" Type="http://schemas.openxmlformats.org/officeDocument/2006/relationships/notesSlide" Target="../notesSlides/notesSlide8.xml"/><Relationship Id="rId16" Type="http://schemas.openxmlformats.org/officeDocument/2006/relationships/image" Target="../media/image144.png"/><Relationship Id="rId20" Type="http://schemas.openxmlformats.org/officeDocument/2006/relationships/image" Target="../media/image148.png"/><Relationship Id="rId29" Type="http://schemas.openxmlformats.org/officeDocument/2006/relationships/image" Target="../media/image157.png"/><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52.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1.png"/><Relationship Id="rId28" Type="http://schemas.openxmlformats.org/officeDocument/2006/relationships/image" Target="../media/image156.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 Id="rId27" Type="http://schemas.openxmlformats.org/officeDocument/2006/relationships/image" Target="../media/image155.png"/><Relationship Id="rId30" Type="http://schemas.openxmlformats.org/officeDocument/2006/relationships/image" Target="../media/image158.png"/></Relationships>
</file>

<file path=ppt/slides/_rels/slide9.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 Id="rId14" Type="http://schemas.openxmlformats.org/officeDocument/2006/relationships/image" Target="../media/image170.png"/></Relationships>
</file>

<file path=ppt/slides/_rels/slide10.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1.png"/><Relationship Id="rId17" Type="http://schemas.openxmlformats.org/officeDocument/2006/relationships/image" Target="../media/image186.png"/><Relationship Id="rId2" Type="http://schemas.openxmlformats.org/officeDocument/2006/relationships/notesSlide" Target="../notesSlides/notesSlide10.xml"/><Relationship Id="rId16" Type="http://schemas.openxmlformats.org/officeDocument/2006/relationships/image" Target="../media/image185.png"/><Relationship Id="rId1" Type="http://schemas.openxmlformats.org/officeDocument/2006/relationships/slideLayout" Target="../slideLayouts/slideLayout3.xml"/><Relationship Id="rId6" Type="http://schemas.openxmlformats.org/officeDocument/2006/relationships/image" Target="../media/image175.png"/><Relationship Id="rId11" Type="http://schemas.openxmlformats.org/officeDocument/2006/relationships/image" Target="../media/image180.png"/><Relationship Id="rId5" Type="http://schemas.openxmlformats.org/officeDocument/2006/relationships/image" Target="../media/image174.png"/><Relationship Id="rId15" Type="http://schemas.openxmlformats.org/officeDocument/2006/relationships/image" Target="../media/image18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 Id="rId14" Type="http://schemas.openxmlformats.org/officeDocument/2006/relationships/image" Target="../media/image183.png"/></Relationships>
</file>

<file path=ppt/slides/_rels/slide11.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png"/><Relationship Id="rId18" Type="http://schemas.openxmlformats.org/officeDocument/2006/relationships/image" Target="../media/image201.png"/><Relationship Id="rId3" Type="http://schemas.openxmlformats.org/officeDocument/2006/relationships/image" Target="../media/image187.png"/><Relationship Id="rId21" Type="http://schemas.openxmlformats.org/officeDocument/2006/relationships/image" Target="../media/image204.png"/><Relationship Id="rId7" Type="http://schemas.openxmlformats.org/officeDocument/2006/relationships/image" Target="../media/image190.png"/><Relationship Id="rId12" Type="http://schemas.openxmlformats.org/officeDocument/2006/relationships/image" Target="../media/image195.png"/><Relationship Id="rId17" Type="http://schemas.openxmlformats.org/officeDocument/2006/relationships/image" Target="../media/image200.png"/><Relationship Id="rId2" Type="http://schemas.openxmlformats.org/officeDocument/2006/relationships/notesSlide" Target="../notesSlides/notesSlide11.xml"/><Relationship Id="rId16" Type="http://schemas.openxmlformats.org/officeDocument/2006/relationships/image" Target="../media/image199.png"/><Relationship Id="rId20" Type="http://schemas.openxmlformats.org/officeDocument/2006/relationships/image" Target="../media/image203.png"/><Relationship Id="rId1" Type="http://schemas.openxmlformats.org/officeDocument/2006/relationships/slideLayout" Target="../slideLayouts/slideLayout3.xml"/><Relationship Id="rId6" Type="http://schemas.openxmlformats.org/officeDocument/2006/relationships/image" Target="../media/image189.png"/><Relationship Id="rId11" Type="http://schemas.openxmlformats.org/officeDocument/2006/relationships/image" Target="../media/image194.png"/><Relationship Id="rId5" Type="http://schemas.openxmlformats.org/officeDocument/2006/relationships/image" Target="../media/image10.png"/><Relationship Id="rId15" Type="http://schemas.openxmlformats.org/officeDocument/2006/relationships/image" Target="../media/image198.png"/><Relationship Id="rId10" Type="http://schemas.openxmlformats.org/officeDocument/2006/relationships/image" Target="../media/image193.png"/><Relationship Id="rId19" Type="http://schemas.openxmlformats.org/officeDocument/2006/relationships/image" Target="../media/image202.png"/><Relationship Id="rId4" Type="http://schemas.openxmlformats.org/officeDocument/2006/relationships/image" Target="../media/image188.png"/><Relationship Id="rId9" Type="http://schemas.openxmlformats.org/officeDocument/2006/relationships/image" Target="../media/image192.png"/><Relationship Id="rId14" Type="http://schemas.openxmlformats.org/officeDocument/2006/relationships/image" Target="../media/image197.png"/><Relationship Id="rId22" Type="http://schemas.openxmlformats.org/officeDocument/2006/relationships/image" Target="../media/image20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0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88.png"/><Relationship Id="rId4" Type="http://schemas.openxmlformats.org/officeDocument/2006/relationships/image" Target="../media/image187.png"/></Relationships>
</file>

<file path=ppt/slides/_rels/slide24.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15.png"/><Relationship Id="rId4" Type="http://schemas.openxmlformats.org/officeDocument/2006/relationships/image" Target="../media/image21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p:nvPr/>
        </p:nvSpPr>
        <p:spPr>
          <a:xfrm>
            <a:off x="560004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2" name="Google Shape;652;p1"/>
          <p:cNvSpPr/>
          <p:nvPr/>
        </p:nvSpPr>
        <p:spPr>
          <a:xfrm>
            <a:off x="592560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53" name="Google Shape;653;p1"/>
          <p:cNvPicPr preferRelativeResize="0"/>
          <p:nvPr/>
        </p:nvPicPr>
        <p:blipFill rotWithShape="1">
          <a:blip r:embed="rId3">
            <a:alphaModFix/>
          </a:blip>
          <a:srcRect b="10"/>
          <a:stretch/>
        </p:blipFill>
        <p:spPr>
          <a:xfrm rot="713626">
            <a:off x="7581275" y="4131198"/>
            <a:ext cx="1071651" cy="151678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6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5">
            <a:alphaModFix/>
          </a:blip>
          <a:srcRect l="19" r="1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6">
            <a:alphaModFix/>
          </a:blip>
          <a:srcRect l="19" r="1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sp>
        <p:nvSpPr>
          <p:cNvPr id="657" name="Google Shape;65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Compare c; </a:t>
            </a:r>
            <a:br>
              <a:rPr lang="en-US" sz="3000"/>
            </a:br>
            <a:r>
              <a:rPr lang="en-US" sz="3000"/>
              <a:t>/k/ and /s/</a:t>
            </a:r>
            <a:endParaRPr sz="3000"/>
          </a:p>
        </p:txBody>
      </p:sp>
      <p:sp>
        <p:nvSpPr>
          <p:cNvPr id="658" name="Google Shape;658;p1"/>
          <p:cNvSpPr txBox="1">
            <a:spLocks noGrp="1"/>
          </p:cNvSpPr>
          <p:nvPr>
            <p:ph type="subTitle" idx="2"/>
          </p:nvPr>
        </p:nvSpPr>
        <p:spPr>
          <a:xfrm>
            <a:off x="884092" y="37693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38</a:t>
            </a:r>
            <a:endParaRPr/>
          </a:p>
        </p:txBody>
      </p:sp>
      <p:graphicFrame>
        <p:nvGraphicFramePr>
          <p:cNvPr id="659" name="Google Shape;659;p1"/>
          <p:cNvGraphicFramePr/>
          <p:nvPr/>
        </p:nvGraphicFramePr>
        <p:xfrm>
          <a:off x="4844200" y="1646527"/>
          <a:ext cx="3784875" cy="2032200"/>
        </p:xfrm>
        <a:graphic>
          <a:graphicData uri="http://schemas.openxmlformats.org/drawingml/2006/table">
            <a:tbl>
              <a:tblPr firstRow="1" bandRow="1">
                <a:noFill/>
                <a:tableStyleId>{F6607056-F413-44D8-9D90-9538F1AECDA9}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/k/</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0"/>
              </a:spcBef>
              <a:spcAft>
                <a:spcPts val="0"/>
              </a:spcAft>
              <a:buSzPts val="1600"/>
              <a:buChar char="•"/>
            </a:pPr>
            <a:r>
              <a:rPr lang="en-US"/>
              <a:t>Compare alternative phonemes </a:t>
            </a:r>
            <a:r>
              <a:rPr lang="en-US">
                <a:solidFill>
                  <a:srgbClr val="8DC63F"/>
                </a:solidFill>
              </a:rPr>
              <a:t>/k/</a:t>
            </a:r>
            <a:r>
              <a:rPr lang="en-US"/>
              <a:t> and </a:t>
            </a:r>
            <a:r>
              <a:rPr lang="en-US">
                <a:solidFill>
                  <a:srgbClr val="8DC63F"/>
                </a:solidFill>
              </a:rPr>
              <a:t>/s/</a:t>
            </a:r>
            <a:r>
              <a:rPr lang="en-US"/>
              <a:t> for grapheme '</a:t>
            </a:r>
            <a:r>
              <a:rPr lang="en-US">
                <a:solidFill>
                  <a:srgbClr val="8DC63F"/>
                </a:solidFill>
              </a:rPr>
              <a:t>c</a:t>
            </a:r>
            <a:r>
              <a:rPr lang="en-US"/>
              <a:t>'.</a:t>
            </a:r>
            <a:endParaRPr/>
          </a:p>
        </p:txBody>
      </p:sp>
      <p:sp>
        <p:nvSpPr>
          <p:cNvPr id="666" name="Google Shape;666;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7" name="Google Shape;667;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8" name="Google Shape;668;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9" name="Google Shape;669;g2bee4f4af4b_0_204"/>
          <p:cNvPicPr preferRelativeResize="0"/>
          <p:nvPr/>
        </p:nvPicPr>
        <p:blipFill rotWithShape="1">
          <a:blip r:embed="rId3">
            <a:alphaModFix/>
          </a:blip>
          <a:srcRect b="10"/>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70" name="Google Shape;670;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2" name="Google Shape;672;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73" name="Google Shape;673;g2bee4f4af4b_0_204"/>
          <p:cNvSpPr txBox="1"/>
          <p:nvPr/>
        </p:nvSpPr>
        <p:spPr>
          <a:xfrm>
            <a:off x="36366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3303449" y="5256525"/>
            <a:ext cx="147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5" name="Google Shape;675;g2bee4f4af4b_0_204"/>
          <p:cNvPicPr preferRelativeResize="0"/>
          <p:nvPr/>
        </p:nvPicPr>
        <p:blipFill rotWithShape="1">
          <a:blip r:embed="rId5">
            <a:alphaModFix/>
          </a:blip>
          <a:srcRect/>
          <a:stretch/>
        </p:blipFill>
        <p:spPr>
          <a:xfrm>
            <a:off x="3577479" y="4326104"/>
            <a:ext cx="931974" cy="665200"/>
          </a:xfrm>
          <a:prstGeom prst="rect">
            <a:avLst/>
          </a:prstGeom>
          <a:noFill/>
          <a:ln>
            <a:noFill/>
          </a:ln>
          <a:effectLst>
            <a:outerShdw blurRad="71438" dist="19050" dir="5220000" algn="bl" rotWithShape="0">
              <a:srgbClr val="D8D8D8"/>
            </a:outerShdw>
          </a:effectLst>
        </p:spPr>
      </p:pic>
      <p:sp>
        <p:nvSpPr>
          <p:cNvPr id="676" name="Google Shape;676;g2bee4f4af4b_0_204">
            <a:hlinkClick r:id="rId6" action="ppaction://hlinksldjump"/>
          </p:cNvPr>
          <p:cNvSpPr/>
          <p:nvPr/>
        </p:nvSpPr>
        <p:spPr>
          <a:xfrm>
            <a:off x="995950" y="352234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7" action="ppaction://hlinksldjump"/>
          </p:cNvPr>
          <p:cNvSpPr/>
          <p:nvPr/>
        </p:nvSpPr>
        <p:spPr>
          <a:xfrm>
            <a:off x="1795851" y="33935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8" action="ppaction://hlinksldjump"/>
          </p:cNvPr>
          <p:cNvSpPr/>
          <p:nvPr/>
        </p:nvSpPr>
        <p:spPr>
          <a:xfrm>
            <a:off x="3429299" y="352234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1"/>
              </a:srgbClr>
            </a:outerShdw>
          </a:effectLst>
        </p:spPr>
      </p:pic>
      <p:pic>
        <p:nvPicPr>
          <p:cNvPr id="800" name="Google Shape;800;g2cdbdd49f8e_0_0"/>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2" name="Google Shape;822;g26b7edf6e71_0_109"/>
          <p:cNvGrpSpPr/>
          <p:nvPr/>
        </p:nvGrpSpPr>
        <p:grpSpPr>
          <a:xfrm>
            <a:off x="865957" y="2135925"/>
            <a:ext cx="7282807" cy="2686611"/>
            <a:chOff x="867357" y="2129450"/>
            <a:chExt cx="7282807" cy="2686611"/>
          </a:xfrm>
        </p:grpSpPr>
        <p:pic>
          <p:nvPicPr>
            <p:cNvPr id="823" name="Google Shape;82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3" name="Google Shape;843;g2c298d33e0c_0_6"/>
          <p:cNvGrpSpPr/>
          <p:nvPr/>
        </p:nvGrpSpPr>
        <p:grpSpPr>
          <a:xfrm>
            <a:off x="854893" y="2133038"/>
            <a:ext cx="7281864" cy="2684601"/>
            <a:chOff x="868300" y="2129450"/>
            <a:chExt cx="7281864" cy="2684601"/>
          </a:xfrm>
        </p:grpSpPr>
        <p:pic>
          <p:nvPicPr>
            <p:cNvPr id="844" name="Google Shape;84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8" name="Google Shape;84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8" name="Google Shape;878;g2c298da1f27_0_455"/>
          <p:cNvGrpSpPr/>
          <p:nvPr/>
        </p:nvGrpSpPr>
        <p:grpSpPr>
          <a:xfrm>
            <a:off x="854868" y="2129450"/>
            <a:ext cx="7281864" cy="2684601"/>
            <a:chOff x="868300" y="2053250"/>
            <a:chExt cx="7281864" cy="2684601"/>
          </a:xfrm>
        </p:grpSpPr>
        <p:pic>
          <p:nvPicPr>
            <p:cNvPr id="879" name="Google Shape;87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8" name="Google Shape;898;g2c298da1f27_1_0"/>
          <p:cNvGrpSpPr/>
          <p:nvPr/>
        </p:nvGrpSpPr>
        <p:grpSpPr>
          <a:xfrm>
            <a:off x="854868" y="2134059"/>
            <a:ext cx="7281864" cy="2688001"/>
            <a:chOff x="868300" y="2129450"/>
            <a:chExt cx="7281864" cy="2688001"/>
          </a:xfrm>
        </p:grpSpPr>
        <p:pic>
          <p:nvPicPr>
            <p:cNvPr id="899" name="Google Shape;89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8" name="Google Shape;90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9" name="Google Shape;90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0" name="Google Shape;91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1" name="Google Shape;91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dbdd193bb_0_343"/>
          <p:cNvSpPr txBox="1">
            <a:spLocks noGrp="1"/>
          </p:cNvSpPr>
          <p:nvPr>
            <p:ph type="title"/>
          </p:nvPr>
        </p:nvSpPr>
        <p:spPr>
          <a:xfrm>
            <a:off x="752575" y="582900"/>
            <a:ext cx="76389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pic>
        <p:nvPicPr>
          <p:cNvPr id="920" name="Google Shape;920;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4"/>
              </a:srgbClr>
            </a:outerShdw>
          </a:effectLst>
        </p:spPr>
      </p:pic>
      <p:pic>
        <p:nvPicPr>
          <p:cNvPr id="921" name="Google Shape;921;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4"/>
              </a:srgbClr>
            </a:outerShdw>
          </a:effectLst>
        </p:spPr>
      </p:pic>
      <p:pic>
        <p:nvPicPr>
          <p:cNvPr id="922" name="Google Shape;922;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6" name="Google Shape;936;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7" name="Google Shape;937;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8" name="Google Shape;938;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9" name="Google Shape;939;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6" name="Google Shape;94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47" name="Google Shape;94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8" name="Google Shape;948;g2c186218c5a_0_25"/>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949" name="Google Shape;949;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50" name="Google Shape;950;g2c186218c5a_0_25"/>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73855f6144_0_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7" name="Google Shape;957;g273855f6144_0_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58" name="Google Shape;958;g273855f6144_0_1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59" name="Google Shape;959;g273855f6144_0_14"/>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960" name="Google Shape;960;g273855f6144_0_1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61" name="Google Shape;961;g273855f6144_0_14"/>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8" name="Google Shape;968;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69" name="Google Shape;969;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0" name="Google Shape;970;g2e5653a5c66_0_0"/>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971" name="Google Shape;971;g2e5653a5c66_0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72" name="Google Shape;972;g2e5653a5c66_0_0"/>
          <p:cNvPicPr preferRelativeResize="0"/>
          <p:nvPr/>
        </p:nvPicPr>
        <p:blipFill rotWithShape="1">
          <a:blip r:embed="rId4">
            <a:alphaModFix/>
          </a:blip>
          <a:srcRect/>
          <a:stretch/>
        </p:blipFill>
        <p:spPr>
          <a:xfrm>
            <a:off x="4876415" y="1197025"/>
            <a:ext cx="2826423"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73855f6144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9" name="Google Shape;979;g273855f6144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80" name="Google Shape;980;g273855f6144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981" name="Google Shape;981;g273855f6144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82" name="Google Shape;982;g273855f6144_0_25"/>
          <p:cNvPicPr preferRelativeResize="0"/>
          <p:nvPr/>
        </p:nvPicPr>
        <p:blipFill rotWithShape="1">
          <a:blip r:embed="rId3">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pic>
        <p:nvPicPr>
          <p:cNvPr id="983" name="Google Shape;983;g273855f6144_0_25"/>
          <p:cNvPicPr preferRelativeResize="0"/>
          <p:nvPr/>
        </p:nvPicPr>
        <p:blipFill rotWithShape="1">
          <a:blip r:embed="rId4">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73855f6144_0_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Discuss the Differences</a:t>
            </a:r>
            <a:endParaRPr/>
          </a:p>
        </p:txBody>
      </p:sp>
      <p:sp>
        <p:nvSpPr>
          <p:cNvPr id="990" name="Google Shape;990;g273855f6144_0_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1" name="Google Shape;991;g273855f6144_0_3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992" name="Google Shape;992;g273855f6144_0_37"/>
          <p:cNvSpPr txBox="1"/>
          <p:nvPr/>
        </p:nvSpPr>
        <p:spPr>
          <a:xfrm>
            <a:off x="2996000" y="2062475"/>
            <a:ext cx="4787400" cy="2861700"/>
          </a:xfrm>
          <a:prstGeom prst="rect">
            <a:avLst/>
          </a:prstGeom>
          <a:noFill/>
          <a:ln>
            <a:noFill/>
          </a:ln>
        </p:spPr>
        <p:txBody>
          <a:bodyPr spcFirstLastPara="1" wrap="square" lIns="91425" tIns="91425" rIns="91425" bIns="91425" anchor="t" anchorCtr="0">
            <a:noAutofit/>
          </a:bodyPr>
          <a:lstStyle/>
          <a:p>
            <a:pPr marL="0" marR="0" lvl="0" indent="0" algn="l" rtl="0">
              <a:lnSpc>
                <a:spcPct val="125000"/>
              </a:lnSpc>
              <a:spcBef>
                <a:spcPts val="0"/>
              </a:spcBef>
              <a:spcAft>
                <a:spcPts val="0"/>
              </a:spcAft>
              <a:buClr>
                <a:srgbClr val="000000"/>
              </a:buClr>
              <a:buSzPts val="1600"/>
              <a:buFont typeface="Arial"/>
              <a:buNone/>
            </a:pPr>
            <a:r>
              <a:rPr lang="en-US" sz="1600" b="0" i="0" u="none" strike="noStrike" cap="none">
                <a:solidFill>
                  <a:schemeClr val="dk1"/>
                </a:solidFill>
                <a:latin typeface="Poppins"/>
                <a:ea typeface="Poppins"/>
                <a:cs typeface="Poppins"/>
                <a:sym typeface="Poppins"/>
              </a:rPr>
              <a:t>If letter '</a:t>
            </a:r>
            <a:r>
              <a:rPr lang="en-US" sz="1600" b="0" i="0" u="none" strike="noStrike" cap="none">
                <a:solidFill>
                  <a:srgbClr val="8DC63F"/>
                </a:solidFill>
                <a:latin typeface="Poppins"/>
                <a:ea typeface="Poppins"/>
                <a:cs typeface="Poppins"/>
                <a:sym typeface="Poppins"/>
              </a:rPr>
              <a:t>k</a:t>
            </a:r>
            <a:r>
              <a:rPr lang="en-US" sz="1600" b="0" i="0" u="none" strike="noStrike" cap="none">
                <a:solidFill>
                  <a:schemeClr val="dk1"/>
                </a:solidFill>
                <a:latin typeface="Poppins"/>
                <a:ea typeface="Poppins"/>
                <a:cs typeface="Poppins"/>
                <a:sym typeface="Poppins"/>
              </a:rPr>
              <a:t>' is next to letters '</a:t>
            </a:r>
            <a:r>
              <a:rPr lang="en-US" sz="1600" b="0" i="0" u="none" strike="noStrike" cap="none">
                <a:solidFill>
                  <a:srgbClr val="8DC63F"/>
                </a:solidFill>
                <a:latin typeface="Poppins"/>
                <a:ea typeface="Poppins"/>
                <a:cs typeface="Poppins"/>
                <a:sym typeface="Poppins"/>
              </a:rPr>
              <a:t>i</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kite</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8DC63F"/>
                </a:solidFill>
                <a:latin typeface="Poppins"/>
                <a:ea typeface="Poppins"/>
                <a:cs typeface="Poppins"/>
                <a:sym typeface="Poppins"/>
              </a:rPr>
              <a:t>e</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keep</a:t>
            </a:r>
            <a:r>
              <a:rPr lang="en-US" sz="1600" b="0" i="0" u="none" strike="noStrike" cap="none">
                <a:solidFill>
                  <a:schemeClr val="dk1"/>
                </a:solidFill>
                <a:latin typeface="Poppins"/>
                <a:ea typeface="Poppins"/>
                <a:cs typeface="Poppins"/>
                <a:sym typeface="Poppins"/>
              </a:rPr>
              <a:t>) or '</a:t>
            </a:r>
            <a:r>
              <a:rPr lang="en-US" sz="1600" b="0" i="0" u="none" strike="noStrike" cap="none">
                <a:solidFill>
                  <a:srgbClr val="8DC63F"/>
                </a:solidFill>
                <a:latin typeface="Poppins"/>
                <a:ea typeface="Poppins"/>
                <a:cs typeface="Poppins"/>
                <a:sym typeface="Poppins"/>
              </a:rPr>
              <a:t>y</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Kyle</a:t>
            </a:r>
            <a:r>
              <a:rPr lang="en-US" sz="1600" b="0" i="0" u="none" strike="noStrike" cap="none">
                <a:solidFill>
                  <a:schemeClr val="dk1"/>
                </a:solidFill>
                <a:latin typeface="Poppins"/>
                <a:ea typeface="Poppins"/>
                <a:cs typeface="Poppins"/>
                <a:sym typeface="Poppins"/>
              </a:rPr>
              <a:t>) it makes a hard sound (</a:t>
            </a:r>
            <a:r>
              <a:rPr lang="en-US" sz="1600" b="0" i="0" u="none" strike="noStrike" cap="none">
                <a:solidFill>
                  <a:srgbClr val="8DC63F"/>
                </a:solidFill>
                <a:latin typeface="Poppins"/>
                <a:ea typeface="Poppins"/>
                <a:cs typeface="Poppins"/>
                <a:sym typeface="Poppins"/>
              </a:rPr>
              <a:t>/k/</a:t>
            </a:r>
            <a:r>
              <a:rPr lang="en-US" sz="1600" b="0" i="0" u="none" strike="noStrike" cap="none">
                <a:solidFill>
                  <a:schemeClr val="dk1"/>
                </a:solidFill>
                <a:latin typeface="Poppins"/>
                <a:ea typeface="Poppins"/>
                <a:cs typeface="Poppins"/>
                <a:sym typeface="Poppins"/>
              </a:rPr>
              <a:t>)</a:t>
            </a:r>
            <a:endParaRPr sz="1600" b="0" i="0" u="none" strike="noStrike" cap="none">
              <a:solidFill>
                <a:schemeClr val="dk1"/>
              </a:solidFill>
              <a:latin typeface="Poppins"/>
              <a:ea typeface="Poppins"/>
              <a:cs typeface="Poppins"/>
              <a:sym typeface="Poppins"/>
            </a:endParaRPr>
          </a:p>
          <a:p>
            <a:pPr marL="0" marR="0" lvl="0" indent="0" algn="l" rtl="0">
              <a:lnSpc>
                <a:spcPct val="125000"/>
              </a:lnSpc>
              <a:spcBef>
                <a:spcPts val="1000"/>
              </a:spcBef>
              <a:spcAft>
                <a:spcPts val="0"/>
              </a:spcAft>
              <a:buClr>
                <a:schemeClr val="dk1"/>
              </a:buClr>
              <a:buSzPts val="1100"/>
              <a:buFont typeface="Arial"/>
              <a:buNone/>
            </a:pPr>
            <a:endParaRPr sz="600" b="0" i="0" u="none" strike="noStrike" cap="none">
              <a:solidFill>
                <a:schemeClr val="dk1"/>
              </a:solidFill>
              <a:latin typeface="Poppins"/>
              <a:ea typeface="Poppins"/>
              <a:cs typeface="Poppins"/>
              <a:sym typeface="Poppins"/>
            </a:endParaRPr>
          </a:p>
          <a:p>
            <a:pPr marL="0" marR="0" lvl="0" indent="0" algn="l" rtl="0">
              <a:lnSpc>
                <a:spcPct val="125000"/>
              </a:lnSpc>
              <a:spcBef>
                <a:spcPts val="1000"/>
              </a:spcBef>
              <a:spcAft>
                <a:spcPts val="0"/>
              </a:spcAft>
              <a:buClr>
                <a:schemeClr val="dk1"/>
              </a:buClr>
              <a:buSzPts val="1100"/>
              <a:buFont typeface="Arial"/>
              <a:buNone/>
            </a:pPr>
            <a:r>
              <a:rPr lang="en-US" sz="1600" b="0" i="0" u="none" strike="noStrike" cap="none">
                <a:solidFill>
                  <a:schemeClr val="dk1"/>
                </a:solidFill>
                <a:latin typeface="Poppins"/>
                <a:ea typeface="Poppins"/>
                <a:cs typeface="Poppins"/>
                <a:sym typeface="Poppins"/>
              </a:rPr>
              <a:t>If letter '</a:t>
            </a:r>
            <a:r>
              <a:rPr lang="en-US" sz="1600" b="0" i="0" u="none" strike="noStrike" cap="none">
                <a:solidFill>
                  <a:srgbClr val="8DC63F"/>
                </a:solidFill>
                <a:latin typeface="Poppins"/>
                <a:ea typeface="Poppins"/>
                <a:cs typeface="Poppins"/>
                <a:sym typeface="Poppins"/>
              </a:rPr>
              <a:t>c</a:t>
            </a:r>
            <a:r>
              <a:rPr lang="en-US" sz="1600" b="0" i="0" u="none" strike="noStrike" cap="none">
                <a:solidFill>
                  <a:schemeClr val="dk1"/>
                </a:solidFill>
                <a:latin typeface="Poppins"/>
                <a:ea typeface="Poppins"/>
                <a:cs typeface="Poppins"/>
                <a:sym typeface="Poppins"/>
              </a:rPr>
              <a:t>' is next to letters '</a:t>
            </a:r>
            <a:r>
              <a:rPr lang="en-US" sz="1600" b="0" i="0" u="none" strike="noStrike" cap="none">
                <a:solidFill>
                  <a:srgbClr val="8DC63F"/>
                </a:solidFill>
                <a:latin typeface="Poppins"/>
                <a:ea typeface="Poppins"/>
                <a:cs typeface="Poppins"/>
                <a:sym typeface="Poppins"/>
              </a:rPr>
              <a:t>a</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cat</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8DC63F"/>
                </a:solidFill>
                <a:latin typeface="Poppins"/>
                <a:ea typeface="Poppins"/>
                <a:cs typeface="Poppins"/>
                <a:sym typeface="Poppins"/>
              </a:rPr>
              <a:t>o</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corn</a:t>
            </a:r>
            <a:r>
              <a:rPr lang="en-US" sz="1600" b="0" i="0" u="none" strike="noStrike" cap="none">
                <a:solidFill>
                  <a:schemeClr val="dk1"/>
                </a:solidFill>
                <a:latin typeface="Poppins"/>
                <a:ea typeface="Poppins"/>
                <a:cs typeface="Poppins"/>
                <a:sym typeface="Poppins"/>
              </a:rPr>
              <a:t>) or '</a:t>
            </a:r>
            <a:r>
              <a:rPr lang="en-US" sz="1600" b="0" i="0" u="none" strike="noStrike" cap="none">
                <a:solidFill>
                  <a:srgbClr val="8DC63F"/>
                </a:solidFill>
                <a:latin typeface="Poppins"/>
                <a:ea typeface="Poppins"/>
                <a:cs typeface="Poppins"/>
                <a:sym typeface="Poppins"/>
              </a:rPr>
              <a:t>u</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cut</a:t>
            </a:r>
            <a:r>
              <a:rPr lang="en-US" sz="1600" b="0" i="0" u="none" strike="noStrike" cap="none">
                <a:solidFill>
                  <a:schemeClr val="dk1"/>
                </a:solidFill>
                <a:latin typeface="Poppins"/>
                <a:ea typeface="Poppins"/>
                <a:cs typeface="Poppins"/>
                <a:sym typeface="Poppins"/>
              </a:rPr>
              <a:t>) it makes a hard sound (</a:t>
            </a:r>
            <a:r>
              <a:rPr lang="en-US" sz="1600" b="0" i="0" u="none" strike="noStrike" cap="none">
                <a:solidFill>
                  <a:srgbClr val="8DC63F"/>
                </a:solidFill>
                <a:latin typeface="Poppins"/>
                <a:ea typeface="Poppins"/>
                <a:cs typeface="Poppins"/>
                <a:sym typeface="Poppins"/>
              </a:rPr>
              <a:t>/k/</a:t>
            </a:r>
            <a:r>
              <a:rPr lang="en-US" sz="1600" b="0" i="0" u="none" strike="noStrike" cap="none">
                <a:solidFill>
                  <a:schemeClr val="dk1"/>
                </a:solidFill>
                <a:latin typeface="Poppins"/>
                <a:ea typeface="Poppins"/>
                <a:cs typeface="Poppins"/>
                <a:sym typeface="Poppins"/>
              </a:rPr>
              <a:t>)</a:t>
            </a:r>
            <a:endParaRPr sz="1600" b="0" i="0" u="none" strike="noStrike" cap="none">
              <a:solidFill>
                <a:schemeClr val="dk1"/>
              </a:solidFill>
              <a:latin typeface="Poppins"/>
              <a:ea typeface="Poppins"/>
              <a:cs typeface="Poppins"/>
              <a:sym typeface="Poppins"/>
            </a:endParaRPr>
          </a:p>
          <a:p>
            <a:pPr marL="0" marR="0" lvl="0" indent="0" algn="l" rtl="0">
              <a:lnSpc>
                <a:spcPct val="125000"/>
              </a:lnSpc>
              <a:spcBef>
                <a:spcPts val="1000"/>
              </a:spcBef>
              <a:spcAft>
                <a:spcPts val="0"/>
              </a:spcAft>
              <a:buClr>
                <a:srgbClr val="000000"/>
              </a:buClr>
              <a:buSzPts val="600"/>
              <a:buFont typeface="Arial"/>
              <a:buNone/>
            </a:pPr>
            <a:endParaRPr sz="600" b="0" i="0" u="none" strike="noStrike" cap="none">
              <a:solidFill>
                <a:schemeClr val="dk1"/>
              </a:solidFill>
              <a:latin typeface="Poppins"/>
              <a:ea typeface="Poppins"/>
              <a:cs typeface="Poppins"/>
              <a:sym typeface="Poppins"/>
            </a:endParaRPr>
          </a:p>
          <a:p>
            <a:pPr marL="0" marR="0" lvl="0" indent="0" algn="l" rtl="0">
              <a:lnSpc>
                <a:spcPct val="125000"/>
              </a:lnSpc>
              <a:spcBef>
                <a:spcPts val="1000"/>
              </a:spcBef>
              <a:spcAft>
                <a:spcPts val="1000"/>
              </a:spcAft>
              <a:buClr>
                <a:srgbClr val="000000"/>
              </a:buClr>
              <a:buSzPts val="1600"/>
              <a:buFont typeface="Arial"/>
              <a:buNone/>
            </a:pPr>
            <a:r>
              <a:rPr lang="en-US" sz="1600" b="0" i="0" u="none" strike="noStrike" cap="none">
                <a:solidFill>
                  <a:schemeClr val="dk1"/>
                </a:solidFill>
                <a:latin typeface="Poppins"/>
                <a:ea typeface="Poppins"/>
                <a:cs typeface="Poppins"/>
                <a:sym typeface="Poppins"/>
              </a:rPr>
              <a:t>If letter '</a:t>
            </a:r>
            <a:r>
              <a:rPr lang="en-US" sz="1600" b="0" i="0" u="none" strike="noStrike" cap="none">
                <a:solidFill>
                  <a:srgbClr val="8DC63F"/>
                </a:solidFill>
                <a:latin typeface="Poppins"/>
                <a:ea typeface="Poppins"/>
                <a:cs typeface="Poppins"/>
                <a:sym typeface="Poppins"/>
              </a:rPr>
              <a:t>c</a:t>
            </a:r>
            <a:r>
              <a:rPr lang="en-US" sz="1600" b="0" i="0" u="none" strike="noStrike" cap="none">
                <a:solidFill>
                  <a:schemeClr val="dk1"/>
                </a:solidFill>
                <a:latin typeface="Poppins"/>
                <a:ea typeface="Poppins"/>
                <a:cs typeface="Poppins"/>
                <a:sym typeface="Poppins"/>
              </a:rPr>
              <a:t>' is next to letters '</a:t>
            </a:r>
            <a:r>
              <a:rPr lang="en-US" sz="1600" b="0" i="0" u="none" strike="noStrike" cap="none">
                <a:solidFill>
                  <a:srgbClr val="8DC63F"/>
                </a:solidFill>
                <a:latin typeface="Poppins"/>
                <a:ea typeface="Poppins"/>
                <a:cs typeface="Poppins"/>
                <a:sym typeface="Poppins"/>
              </a:rPr>
              <a:t>i</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city</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8DC63F"/>
                </a:solidFill>
                <a:latin typeface="Poppins"/>
                <a:ea typeface="Poppins"/>
                <a:cs typeface="Poppins"/>
                <a:sym typeface="Poppins"/>
              </a:rPr>
              <a:t>e</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cent</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8DC63F"/>
                </a:solidFill>
                <a:latin typeface="Poppins"/>
                <a:ea typeface="Poppins"/>
                <a:cs typeface="Poppins"/>
                <a:sym typeface="Poppins"/>
              </a:rPr>
              <a:t>y</a:t>
            </a:r>
            <a:r>
              <a:rPr lang="en-US" sz="1600" b="0" i="0" u="none" strike="noStrike" cap="none">
                <a:solidFill>
                  <a:schemeClr val="dk1"/>
                </a:solidFill>
                <a:latin typeface="Poppins"/>
                <a:ea typeface="Poppins"/>
                <a:cs typeface="Poppins"/>
                <a:sym typeface="Poppins"/>
              </a:rPr>
              <a:t>' (</a:t>
            </a:r>
            <a:r>
              <a:rPr lang="en-US" sz="1600" b="0" i="0" u="none" strike="noStrike" cap="none">
                <a:solidFill>
                  <a:srgbClr val="2356AF"/>
                </a:solidFill>
                <a:latin typeface="Poppins"/>
                <a:ea typeface="Poppins"/>
                <a:cs typeface="Poppins"/>
                <a:sym typeface="Poppins"/>
              </a:rPr>
              <a:t>cyclops</a:t>
            </a:r>
            <a:r>
              <a:rPr lang="en-US" sz="1600" b="0" i="0" u="none" strike="noStrike" cap="none">
                <a:solidFill>
                  <a:schemeClr val="dk1"/>
                </a:solidFill>
                <a:latin typeface="Poppins"/>
                <a:ea typeface="Poppins"/>
                <a:cs typeface="Poppins"/>
                <a:sym typeface="Poppins"/>
              </a:rPr>
              <a:t>) it makes a soft sound (</a:t>
            </a:r>
            <a:r>
              <a:rPr lang="en-US" sz="1600" b="0" i="0" u="none" strike="noStrike" cap="none">
                <a:solidFill>
                  <a:srgbClr val="8DC63F"/>
                </a:solidFill>
                <a:latin typeface="Poppins"/>
                <a:ea typeface="Poppins"/>
                <a:cs typeface="Poppins"/>
                <a:sym typeface="Poppins"/>
              </a:rPr>
              <a:t>/s/</a:t>
            </a:r>
            <a:r>
              <a:rPr lang="en-US" sz="1600" b="0" i="0" u="none" strike="noStrike" cap="none">
                <a:solidFill>
                  <a:schemeClr val="dk1"/>
                </a:solidFill>
                <a:latin typeface="Poppins"/>
                <a:ea typeface="Poppins"/>
                <a:cs typeface="Poppins"/>
                <a:sym typeface="Poppins"/>
              </a:rPr>
              <a:t>)</a:t>
            </a:r>
            <a:endParaRPr sz="2000" b="0" i="0" u="none" strike="noStrike" cap="none">
              <a:solidFill>
                <a:schemeClr val="dk1"/>
              </a:solidFill>
              <a:latin typeface="Poppins"/>
              <a:ea typeface="Poppins"/>
              <a:cs typeface="Poppins"/>
              <a:sym typeface="Poppins"/>
            </a:endParaRPr>
          </a:p>
        </p:txBody>
      </p:sp>
      <p:grpSp>
        <p:nvGrpSpPr>
          <p:cNvPr id="993" name="Google Shape;993;g273855f6144_0_37"/>
          <p:cNvGrpSpPr/>
          <p:nvPr/>
        </p:nvGrpSpPr>
        <p:grpSpPr>
          <a:xfrm>
            <a:off x="1357976" y="1937174"/>
            <a:ext cx="1516182" cy="2987064"/>
            <a:chOff x="1357976" y="1937174"/>
            <a:chExt cx="1516182" cy="2987064"/>
          </a:xfrm>
        </p:grpSpPr>
        <p:pic>
          <p:nvPicPr>
            <p:cNvPr id="994" name="Google Shape;994;g273855f6144_0_37"/>
            <p:cNvPicPr preferRelativeResize="0"/>
            <p:nvPr/>
          </p:nvPicPr>
          <p:blipFill rotWithShape="1">
            <a:blip r:embed="rId3">
              <a:alphaModFix/>
            </a:blip>
            <a:srcRect l="19" r="29"/>
            <a:stretch/>
          </p:blipFill>
          <p:spPr>
            <a:xfrm rot="-306559">
              <a:off x="1415036" y="1974444"/>
              <a:ext cx="893420" cy="1264586"/>
            </a:xfrm>
            <a:prstGeom prst="rect">
              <a:avLst/>
            </a:prstGeom>
            <a:noFill/>
            <a:ln>
              <a:noFill/>
            </a:ln>
            <a:effectLst>
              <a:outerShdw blurRad="71438" dist="19050" dir="5400000" algn="bl" rotWithShape="0">
                <a:srgbClr val="000000">
                  <a:alpha val="18039"/>
                </a:srgbClr>
              </a:outerShdw>
            </a:effectLst>
          </p:spPr>
        </p:pic>
        <p:pic>
          <p:nvPicPr>
            <p:cNvPr id="995" name="Google Shape;995;g273855f6144_0_37"/>
            <p:cNvPicPr preferRelativeResize="0"/>
            <p:nvPr/>
          </p:nvPicPr>
          <p:blipFill rotWithShape="1">
            <a:blip r:embed="rId4">
              <a:alphaModFix/>
            </a:blip>
            <a:srcRect l="19" r="29"/>
            <a:stretch/>
          </p:blipFill>
          <p:spPr>
            <a:xfrm rot="508140">
              <a:off x="1892488" y="2722211"/>
              <a:ext cx="893421" cy="1264588"/>
            </a:xfrm>
            <a:prstGeom prst="rect">
              <a:avLst/>
            </a:prstGeom>
            <a:noFill/>
            <a:ln>
              <a:noFill/>
            </a:ln>
            <a:effectLst>
              <a:outerShdw blurRad="71438" dist="19050" dir="5400000" algn="bl" rotWithShape="0">
                <a:srgbClr val="000000">
                  <a:alpha val="18039"/>
                </a:srgbClr>
              </a:outerShdw>
            </a:effectLst>
          </p:spPr>
        </p:pic>
        <p:pic>
          <p:nvPicPr>
            <p:cNvPr id="996" name="Google Shape;996;g273855f6144_0_37"/>
            <p:cNvPicPr preferRelativeResize="0"/>
            <p:nvPr/>
          </p:nvPicPr>
          <p:blipFill rotWithShape="1">
            <a:blip r:embed="rId5">
              <a:alphaModFix/>
            </a:blip>
            <a:srcRect l="79" r="79"/>
            <a:stretch/>
          </p:blipFill>
          <p:spPr>
            <a:xfrm rot="-306559">
              <a:off x="1412511" y="3622380"/>
              <a:ext cx="893420" cy="1264588"/>
            </a:xfrm>
            <a:prstGeom prst="rect">
              <a:avLst/>
            </a:prstGeom>
            <a:noFill/>
            <a:ln>
              <a:noFill/>
            </a:ln>
            <a:effectLst>
              <a:outerShdw blurRad="71438" dist="19050" dir="5400000" algn="bl" rotWithShape="0">
                <a:srgbClr val="000000">
                  <a:alpha val="18039"/>
                </a:srgbClr>
              </a:outerShdw>
            </a:effectLst>
          </p:spPr>
        </p:pic>
      </p:grpSp>
      <p:sp>
        <p:nvSpPr>
          <p:cNvPr id="997" name="Google Shape;997;g273855f6144_0_37"/>
          <p:cNvSpPr txBox="1"/>
          <p:nvPr/>
        </p:nvSpPr>
        <p:spPr>
          <a:xfrm>
            <a:off x="1360500" y="889500"/>
            <a:ext cx="6423000" cy="978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000"/>
              </a:spcAft>
              <a:buClr>
                <a:srgbClr val="000000"/>
              </a:buClr>
              <a:buSzPts val="2400"/>
              <a:buFont typeface="Arial"/>
              <a:buNone/>
            </a:pPr>
            <a:r>
              <a:rPr lang="en-US" sz="2400" b="0" i="0" u="none" strike="noStrike" cap="none">
                <a:solidFill>
                  <a:schemeClr val="dk1"/>
                </a:solidFill>
                <a:latin typeface="Poppins"/>
                <a:ea typeface="Poppins"/>
                <a:cs typeface="Poppins"/>
                <a:sym typeface="Poppins"/>
              </a:rPr>
              <a:t>Review grapheme '</a:t>
            </a:r>
            <a:r>
              <a:rPr lang="en-US" sz="2400" b="0" i="0" u="none" strike="noStrike" cap="none">
                <a:solidFill>
                  <a:srgbClr val="8DC63F"/>
                </a:solidFill>
                <a:latin typeface="Poppins"/>
                <a:ea typeface="Poppins"/>
                <a:cs typeface="Poppins"/>
                <a:sym typeface="Poppins"/>
              </a:rPr>
              <a:t>c</a:t>
            </a:r>
            <a:r>
              <a:rPr lang="en-US" sz="2400" b="0" i="0" u="none" strike="noStrike" cap="none">
                <a:solidFill>
                  <a:schemeClr val="dk1"/>
                </a:solidFill>
                <a:latin typeface="Poppins"/>
                <a:ea typeface="Poppins"/>
                <a:cs typeface="Poppins"/>
                <a:sym typeface="Poppins"/>
              </a:rPr>
              <a:t>' and it's ability to make phonemes </a:t>
            </a:r>
            <a:r>
              <a:rPr lang="en-US" sz="2400" b="0" i="0" u="none" strike="noStrike" cap="none">
                <a:solidFill>
                  <a:srgbClr val="8DC63F"/>
                </a:solidFill>
                <a:latin typeface="Poppins"/>
                <a:ea typeface="Poppins"/>
                <a:cs typeface="Poppins"/>
                <a:sym typeface="Poppins"/>
              </a:rPr>
              <a:t>/k/</a:t>
            </a:r>
            <a:r>
              <a:rPr lang="en-US" sz="2400" b="0" i="0" u="none" strike="noStrike" cap="none">
                <a:solidFill>
                  <a:schemeClr val="dk1"/>
                </a:solidFill>
                <a:latin typeface="Poppins"/>
                <a:ea typeface="Poppins"/>
                <a:cs typeface="Poppins"/>
                <a:sym typeface="Poppins"/>
              </a:rPr>
              <a:t>or </a:t>
            </a:r>
            <a:r>
              <a:rPr lang="en-US" sz="2400" b="0" i="0" u="none" strike="noStrike" cap="none">
                <a:solidFill>
                  <a:srgbClr val="8DC63F"/>
                </a:solidFill>
                <a:latin typeface="Poppins"/>
                <a:ea typeface="Poppins"/>
                <a:cs typeface="Poppins"/>
                <a:sym typeface="Poppins"/>
              </a:rPr>
              <a: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4" name="Google Shape;100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05" name="Google Shape;100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06" name="Google Shape;1006;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3" name="Google Shape;101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4" name="Google Shape;1014;g2c4fb7f6616_1_0"/>
          <p:cNvSpPr/>
          <p:nvPr/>
        </p:nvSpPr>
        <p:spPr>
          <a:xfrm>
            <a:off x="1685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c4fb7f6616_1_0"/>
          <p:cNvSpPr/>
          <p:nvPr/>
        </p:nvSpPr>
        <p:spPr>
          <a:xfrm>
            <a:off x="26993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c4fb7f6616_1_0"/>
          <p:cNvSpPr/>
          <p:nvPr/>
        </p:nvSpPr>
        <p:spPr>
          <a:xfrm>
            <a:off x="3712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7" name="Google Shape;101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8" name="Google Shape;1018;g2c4fb7f6616_1_0"/>
          <p:cNvSpPr txBox="1">
            <a:spLocks noGrp="1"/>
          </p:cNvSpPr>
          <p:nvPr>
            <p:ph type="subTitle" idx="4294967295"/>
          </p:nvPr>
        </p:nvSpPr>
        <p:spPr>
          <a:xfrm>
            <a:off x="3143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19" name="Google Shape;1019;g2c4fb7f6616_1_0"/>
          <p:cNvSpPr txBox="1">
            <a:spLocks noGrp="1"/>
          </p:cNvSpPr>
          <p:nvPr>
            <p:ph type="subTitle" idx="4294967295"/>
          </p:nvPr>
        </p:nvSpPr>
        <p:spPr>
          <a:xfrm>
            <a:off x="1116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20" name="Google Shape;1020;g2c4fb7f6616_1_0"/>
          <p:cNvSpPr txBox="1">
            <a:spLocks noGrp="1"/>
          </p:cNvSpPr>
          <p:nvPr>
            <p:ph type="subTitle" idx="4294967295"/>
          </p:nvPr>
        </p:nvSpPr>
        <p:spPr>
          <a:xfrm>
            <a:off x="2129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21" name="Google Shape;102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9" name="Google Shape;1029;g2c4fb7f6616_1_0"/>
          <p:cNvGrpSpPr/>
          <p:nvPr/>
        </p:nvGrpSpPr>
        <p:grpSpPr>
          <a:xfrm>
            <a:off x="-550" y="6984600"/>
            <a:ext cx="8596479" cy="808600"/>
            <a:chOff x="-550" y="6984600"/>
            <a:chExt cx="8596479" cy="808600"/>
          </a:xfrm>
        </p:grpSpPr>
        <p:sp>
          <p:nvSpPr>
            <p:cNvPr id="1030" name="Google Shape;103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1" name="Google Shape;103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2" name="Google Shape;103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3" name="Google Shape;103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4" name="Google Shape;103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5" name="Google Shape;103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6" name="Google Shape;103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7" name="Google Shape;103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8" name="Google Shape;103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9" name="Google Shape;1039;g2c4fb7f6616_1_0"/>
          <p:cNvSpPr/>
          <p:nvPr/>
        </p:nvSpPr>
        <p:spPr>
          <a:xfrm>
            <a:off x="4660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c4fb7f6616_1_0"/>
          <p:cNvSpPr/>
          <p:nvPr/>
        </p:nvSpPr>
        <p:spPr>
          <a:xfrm>
            <a:off x="70680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c4fb7f6616_1_0"/>
          <p:cNvSpPr txBox="1">
            <a:spLocks noGrp="1"/>
          </p:cNvSpPr>
          <p:nvPr>
            <p:ph type="subTitle" idx="4294967295"/>
          </p:nvPr>
        </p:nvSpPr>
        <p:spPr>
          <a:xfrm>
            <a:off x="6498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42" name="Google Shape;1042;g2c4fb7f6616_1_0"/>
          <p:cNvSpPr txBox="1">
            <a:spLocks noGrp="1"/>
          </p:cNvSpPr>
          <p:nvPr>
            <p:ph type="subTitle" idx="4294967295"/>
          </p:nvPr>
        </p:nvSpPr>
        <p:spPr>
          <a:xfrm>
            <a:off x="4090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43" name="Google Shape;1043;g2c4fb7f6616_1_0"/>
          <p:cNvSpPr txBox="1">
            <a:spLocks noGrp="1"/>
          </p:cNvSpPr>
          <p:nvPr>
            <p:ph type="subTitle" idx="4294967295"/>
          </p:nvPr>
        </p:nvSpPr>
        <p:spPr>
          <a:xfrm>
            <a:off x="5144750" y="1308025"/>
            <a:ext cx="1905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1044" name="Google Shape;1044;g2c4fb7f6616_1_0"/>
          <p:cNvSpPr/>
          <p:nvPr/>
        </p:nvSpPr>
        <p:spPr>
          <a:xfrm>
            <a:off x="5388475" y="4011900"/>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c4fb7f6616_1_0"/>
          <p:cNvSpPr/>
          <p:nvPr/>
        </p:nvSpPr>
        <p:spPr>
          <a:xfrm>
            <a:off x="43190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6" name="Google Shape;1046;g2c4fb7f6616_1_0"/>
          <p:cNvGrpSpPr/>
          <p:nvPr/>
        </p:nvGrpSpPr>
        <p:grpSpPr>
          <a:xfrm>
            <a:off x="1518043" y="4970810"/>
            <a:ext cx="878117" cy="451962"/>
            <a:chOff x="2455268" y="4524573"/>
            <a:chExt cx="878117" cy="451962"/>
          </a:xfrm>
        </p:grpSpPr>
        <p:grpSp>
          <p:nvGrpSpPr>
            <p:cNvPr id="1047" name="Google Shape;1047;g2c4fb7f6616_1_0"/>
            <p:cNvGrpSpPr/>
            <p:nvPr/>
          </p:nvGrpSpPr>
          <p:grpSpPr>
            <a:xfrm>
              <a:off x="2455268" y="4524573"/>
              <a:ext cx="878117" cy="451962"/>
              <a:chOff x="5672081" y="1914352"/>
              <a:chExt cx="792668" cy="306000"/>
            </a:xfrm>
          </p:grpSpPr>
          <p:sp>
            <p:nvSpPr>
              <p:cNvPr id="1048" name="Google Shape;1048;g2c4fb7f6616_1_0"/>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9" name="Google Shape;1049;g2c4fb7f6616_1_0"/>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50" name="Google Shape;1050;g2c4fb7f6616_1_0"/>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/k/</a:t>
              </a:r>
              <a:endParaRPr sz="2500" b="0" i="0" u="none" strike="noStrike" cap="none">
                <a:solidFill>
                  <a:srgbClr val="FFFFFF"/>
                </a:solidFill>
                <a:latin typeface="Jost"/>
                <a:ea typeface="Jost"/>
                <a:cs typeface="Jost"/>
                <a:sym typeface="Jost"/>
              </a:endParaRPr>
            </a:p>
          </p:txBody>
        </p:sp>
      </p:grpSp>
      <p:grpSp>
        <p:nvGrpSpPr>
          <p:cNvPr id="1051" name="Google Shape;1051;g2c4fb7f6616_1_0"/>
          <p:cNvGrpSpPr/>
          <p:nvPr/>
        </p:nvGrpSpPr>
        <p:grpSpPr>
          <a:xfrm>
            <a:off x="4492393" y="4970810"/>
            <a:ext cx="878117" cy="451962"/>
            <a:chOff x="2455268" y="4524573"/>
            <a:chExt cx="878117" cy="451962"/>
          </a:xfrm>
        </p:grpSpPr>
        <p:grpSp>
          <p:nvGrpSpPr>
            <p:cNvPr id="1052" name="Google Shape;1052;g2c4fb7f6616_1_0"/>
            <p:cNvGrpSpPr/>
            <p:nvPr/>
          </p:nvGrpSpPr>
          <p:grpSpPr>
            <a:xfrm>
              <a:off x="2455268" y="4524573"/>
              <a:ext cx="878117" cy="451962"/>
              <a:chOff x="5672081" y="1914352"/>
              <a:chExt cx="792668" cy="306000"/>
            </a:xfrm>
          </p:grpSpPr>
          <p:sp>
            <p:nvSpPr>
              <p:cNvPr id="1053" name="Google Shape;1053;g2c4fb7f6616_1_0"/>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4" name="Google Shape;1054;g2c4fb7f6616_1_0"/>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55" name="Google Shape;1055;g2c4fb7f6616_1_0"/>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/s/</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73855f6144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62" name="Google Shape;1062;g273855f6144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63" name="Google Shape;1063;g273855f6144_0_79"/>
          <p:cNvSpPr/>
          <p:nvPr/>
        </p:nvSpPr>
        <p:spPr>
          <a:xfrm>
            <a:off x="2036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4" name="Google Shape;1064;g273855f6144_0_7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65" name="Google Shape;1065;g273855f6144_0_79"/>
          <p:cNvSpPr txBox="1">
            <a:spLocks noGrp="1"/>
          </p:cNvSpPr>
          <p:nvPr>
            <p:ph type="subTitle" idx="4294967295"/>
          </p:nvPr>
        </p:nvSpPr>
        <p:spPr>
          <a:xfrm>
            <a:off x="1466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66" name="Google Shape;1066;g273855f6144_0_79"/>
          <p:cNvSpPr txBox="1">
            <a:spLocks noGrp="1"/>
          </p:cNvSpPr>
          <p:nvPr>
            <p:ph type="subTitle" idx="4294967295"/>
          </p:nvPr>
        </p:nvSpPr>
        <p:spPr>
          <a:xfrm>
            <a:off x="2571875" y="1308025"/>
            <a:ext cx="2107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ch</a:t>
            </a:r>
            <a:endParaRPr sz="15000" b="0" i="0" u="none" strike="noStrike" cap="none">
              <a:solidFill>
                <a:srgbClr val="FFD403"/>
              </a:solidFill>
              <a:latin typeface="Jost"/>
              <a:ea typeface="Jost"/>
              <a:cs typeface="Jost"/>
              <a:sym typeface="Jost"/>
            </a:endParaRPr>
          </a:p>
        </p:txBody>
      </p:sp>
      <p:sp>
        <p:nvSpPr>
          <p:cNvPr id="1067" name="Google Shape;1067;g273855f6144_0_7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8" name="Google Shape;1068;g273855f6144_0_7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9" name="Google Shape;1069;g273855f6144_0_7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0" name="Google Shape;1070;g273855f6144_0_7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1" name="Google Shape;1071;g273855f6144_0_7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2" name="Google Shape;1072;g273855f6144_0_7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3" name="Google Shape;1073;g273855f6144_0_7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4" name="Google Shape;1074;g273855f6144_0_7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75" name="Google Shape;1075;g273855f6144_0_79"/>
          <p:cNvGrpSpPr/>
          <p:nvPr/>
        </p:nvGrpSpPr>
        <p:grpSpPr>
          <a:xfrm>
            <a:off x="-550" y="6984600"/>
            <a:ext cx="8596479" cy="808600"/>
            <a:chOff x="-550" y="6984600"/>
            <a:chExt cx="8596479" cy="808600"/>
          </a:xfrm>
        </p:grpSpPr>
        <p:sp>
          <p:nvSpPr>
            <p:cNvPr id="1076" name="Google Shape;1076;g273855f6144_0_7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77" name="Google Shape;1077;g273855f6144_0_7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78" name="Google Shape;1078;g273855f6144_0_7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79" name="Google Shape;1079;g273855f6144_0_7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0" name="Google Shape;1080;g273855f6144_0_7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1" name="Google Shape;1081;g273855f6144_0_7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82" name="Google Shape;1082;g273855f6144_0_7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83" name="Google Shape;1083;g273855f6144_0_7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84" name="Google Shape;1084;g273855f6144_0_7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85" name="Google Shape;1085;g273855f6144_0_79"/>
          <p:cNvSpPr/>
          <p:nvPr/>
        </p:nvSpPr>
        <p:spPr>
          <a:xfrm>
            <a:off x="2915875" y="4011900"/>
            <a:ext cx="1568100" cy="180000"/>
          </a:xfrm>
          <a:prstGeom prst="rect">
            <a:avLst/>
          </a:prstGeom>
          <a:solidFill>
            <a:srgbClr val="FFD40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86" name="Google Shape;1086;g273855f6144_0_79"/>
          <p:cNvGrpSpPr/>
          <p:nvPr/>
        </p:nvGrpSpPr>
        <p:grpSpPr>
          <a:xfrm>
            <a:off x="3348768" y="4970810"/>
            <a:ext cx="878117" cy="451962"/>
            <a:chOff x="2455268" y="4524573"/>
            <a:chExt cx="878117" cy="451962"/>
          </a:xfrm>
        </p:grpSpPr>
        <p:grpSp>
          <p:nvGrpSpPr>
            <p:cNvPr id="1087" name="Google Shape;1087;g273855f6144_0_79"/>
            <p:cNvGrpSpPr/>
            <p:nvPr/>
          </p:nvGrpSpPr>
          <p:grpSpPr>
            <a:xfrm>
              <a:off x="2455268" y="4524573"/>
              <a:ext cx="878117" cy="451962"/>
              <a:chOff x="5672081" y="1914352"/>
              <a:chExt cx="792668" cy="306000"/>
            </a:xfrm>
          </p:grpSpPr>
          <p:sp>
            <p:nvSpPr>
              <p:cNvPr id="1088" name="Google Shape;1088;g273855f6144_0_79"/>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9" name="Google Shape;1089;g273855f6144_0_79"/>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90" name="Google Shape;1090;g273855f6144_0_79"/>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/k/</a:t>
              </a:r>
              <a:endParaRPr sz="2500" b="0" i="0" u="none" strike="noStrike" cap="none">
                <a:solidFill>
                  <a:srgbClr val="FFFFFF"/>
                </a:solidFill>
                <a:latin typeface="Jost"/>
                <a:ea typeface="Jost"/>
                <a:cs typeface="Jost"/>
                <a:sym typeface="Jost"/>
              </a:endParaRPr>
            </a:p>
          </p:txBody>
        </p:sp>
      </p:grpSp>
      <p:grpSp>
        <p:nvGrpSpPr>
          <p:cNvPr id="1091" name="Google Shape;1091;g273855f6144_0_79"/>
          <p:cNvGrpSpPr/>
          <p:nvPr/>
        </p:nvGrpSpPr>
        <p:grpSpPr>
          <a:xfrm>
            <a:off x="1853143" y="4970810"/>
            <a:ext cx="878117" cy="451962"/>
            <a:chOff x="2455268" y="4524573"/>
            <a:chExt cx="878117" cy="451962"/>
          </a:xfrm>
        </p:grpSpPr>
        <p:grpSp>
          <p:nvGrpSpPr>
            <p:cNvPr id="1092" name="Google Shape;1092;g273855f6144_0_79"/>
            <p:cNvGrpSpPr/>
            <p:nvPr/>
          </p:nvGrpSpPr>
          <p:grpSpPr>
            <a:xfrm>
              <a:off x="2455268" y="4524573"/>
              <a:ext cx="878117" cy="451962"/>
              <a:chOff x="5672081" y="1914352"/>
              <a:chExt cx="792668" cy="306000"/>
            </a:xfrm>
          </p:grpSpPr>
          <p:sp>
            <p:nvSpPr>
              <p:cNvPr id="1093" name="Google Shape;1093;g273855f6144_0_79"/>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4" name="Google Shape;1094;g273855f6144_0_79"/>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95" name="Google Shape;1095;g273855f6144_0_79"/>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/s/</a:t>
              </a:r>
              <a:endParaRPr sz="2500" b="0" i="0" u="none" strike="noStrike" cap="none">
                <a:solidFill>
                  <a:srgbClr val="FFFFFF"/>
                </a:solidFill>
                <a:latin typeface="Jost"/>
                <a:ea typeface="Jost"/>
                <a:cs typeface="Jost"/>
                <a:sym typeface="Jost"/>
              </a:endParaRPr>
            </a:p>
          </p:txBody>
        </p:sp>
      </p:grpSp>
      <p:sp>
        <p:nvSpPr>
          <p:cNvPr id="1096" name="Google Shape;1096;g273855f6144_0_79"/>
          <p:cNvSpPr txBox="1">
            <a:spLocks noGrp="1"/>
          </p:cNvSpPr>
          <p:nvPr>
            <p:ph type="subTitle" idx="4294967295"/>
          </p:nvPr>
        </p:nvSpPr>
        <p:spPr>
          <a:xfrm>
            <a:off x="4324850" y="1308025"/>
            <a:ext cx="2518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oo</a:t>
            </a:r>
            <a:endParaRPr sz="15000" b="0" i="0" u="none" strike="noStrike" cap="none">
              <a:solidFill>
                <a:srgbClr val="815137"/>
              </a:solidFill>
              <a:latin typeface="Jost"/>
              <a:ea typeface="Jost"/>
              <a:cs typeface="Jost"/>
              <a:sym typeface="Jost"/>
            </a:endParaRPr>
          </a:p>
        </p:txBody>
      </p:sp>
      <p:sp>
        <p:nvSpPr>
          <p:cNvPr id="1097" name="Google Shape;1097;g273855f6144_0_79"/>
          <p:cNvSpPr/>
          <p:nvPr/>
        </p:nvSpPr>
        <p:spPr>
          <a:xfrm>
            <a:off x="4641850" y="4011900"/>
            <a:ext cx="1871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8" name="Google Shape;1098;g273855f6144_0_79"/>
          <p:cNvSpPr/>
          <p:nvPr/>
        </p:nvSpPr>
        <p:spPr>
          <a:xfrm>
            <a:off x="67178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9" name="Google Shape;1099;g273855f6144_0_79"/>
          <p:cNvSpPr txBox="1">
            <a:spLocks noGrp="1"/>
          </p:cNvSpPr>
          <p:nvPr>
            <p:ph type="subTitle" idx="4294967295"/>
          </p:nvPr>
        </p:nvSpPr>
        <p:spPr>
          <a:xfrm>
            <a:off x="6148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106" name="Google Shape;110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107" name="Google Shape;110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108" name="Google Shape;1108;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15" name="Google Shape;111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16" name="Google Shape;111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17" name="Google Shape;111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24" name="Google Shape;112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25" name="Google Shape;112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126" name="Google Shape;112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6b641b03cd_0_301"/>
          <p:cNvSpPr txBox="1">
            <a:spLocks noGrp="1"/>
          </p:cNvSpPr>
          <p:nvPr>
            <p:ph type="title"/>
          </p:nvPr>
        </p:nvSpPr>
        <p:spPr>
          <a:xfrm>
            <a:off x="833125" y="5568500"/>
            <a:ext cx="7477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3" name="Google Shape;113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4" name="Google Shape;113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5" name="Google Shape;1135;g26b641b03cd_0_301"/>
          <p:cNvPicPr preferRelativeResize="0"/>
          <p:nvPr/>
        </p:nvPicPr>
        <p:blipFill rotWithShape="1">
          <a:blip r:embed="rId3">
            <a:alphaModFix/>
          </a:blip>
          <a:srcRect l="59" r="59"/>
          <a:stretch/>
        </p:blipFill>
        <p:spPr>
          <a:xfrm>
            <a:off x="1323038" y="835112"/>
            <a:ext cx="3123806" cy="2232349"/>
          </a:xfrm>
          <a:prstGeom prst="rect">
            <a:avLst/>
          </a:prstGeom>
          <a:noFill/>
          <a:ln>
            <a:noFill/>
          </a:ln>
          <a:effectLst>
            <a:outerShdw blurRad="71438" dist="19050" dir="5400000" algn="bl" rotWithShape="0">
              <a:srgbClr val="000000">
                <a:alpha val="17647"/>
              </a:srgbClr>
            </a:outerShdw>
          </a:effectLst>
        </p:spPr>
      </p:pic>
      <p:pic>
        <p:nvPicPr>
          <p:cNvPr id="1136" name="Google Shape;1136;g26b641b03cd_0_301"/>
          <p:cNvPicPr preferRelativeResize="0"/>
          <p:nvPr/>
        </p:nvPicPr>
        <p:blipFill rotWithShape="1">
          <a:blip r:embed="rId4">
            <a:alphaModFix/>
          </a:blip>
          <a:srcRect l="59" r="59"/>
          <a:stretch/>
        </p:blipFill>
        <p:spPr>
          <a:xfrm>
            <a:off x="4697156" y="835112"/>
            <a:ext cx="3123806" cy="2232349"/>
          </a:xfrm>
          <a:prstGeom prst="rect">
            <a:avLst/>
          </a:prstGeom>
          <a:noFill/>
          <a:ln>
            <a:noFill/>
          </a:ln>
          <a:effectLst>
            <a:outerShdw blurRad="71438" dist="19050" dir="5400000" algn="bl" rotWithShape="0">
              <a:srgbClr val="000000">
                <a:alpha val="17647"/>
              </a:srgbClr>
            </a:outerShdw>
          </a:effectLst>
        </p:spPr>
      </p:pic>
      <p:pic>
        <p:nvPicPr>
          <p:cNvPr id="1137" name="Google Shape;1137;g26b641b03cd_0_301"/>
          <p:cNvPicPr preferRelativeResize="0"/>
          <p:nvPr/>
        </p:nvPicPr>
        <p:blipFill rotWithShape="1">
          <a:blip r:embed="rId5">
            <a:alphaModFix/>
          </a:blip>
          <a:srcRect t="19" b="29"/>
          <a:stretch/>
        </p:blipFill>
        <p:spPr>
          <a:xfrm>
            <a:off x="3010097" y="3236597"/>
            <a:ext cx="3123806" cy="223234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4" name="Google Shape;114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5" name="Google Shape;1145;g26b641b03cd_0_308"/>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46" name="Google Shape;1146;g26b641b03cd_0_308"/>
          <p:cNvPicPr preferRelativeResize="0"/>
          <p:nvPr/>
        </p:nvPicPr>
        <p:blipFill rotWithShape="1">
          <a:blip r:embed="rId3">
            <a:alphaModFix/>
          </a:blip>
          <a:srcRect/>
          <a:stretch/>
        </p:blipFill>
        <p:spPr>
          <a:xfrm>
            <a:off x="1323038" y="835112"/>
            <a:ext cx="3123806" cy="2232349"/>
          </a:xfrm>
          <a:prstGeom prst="rect">
            <a:avLst/>
          </a:prstGeom>
          <a:noFill/>
          <a:ln>
            <a:noFill/>
          </a:ln>
          <a:effectLst>
            <a:outerShdw blurRad="71438" dist="19050" dir="5400000" algn="bl" rotWithShape="0">
              <a:srgbClr val="000000">
                <a:alpha val="17647"/>
              </a:srgbClr>
            </a:outerShdw>
          </a:effectLst>
        </p:spPr>
      </p:pic>
      <p:pic>
        <p:nvPicPr>
          <p:cNvPr id="1147" name="Google Shape;1147;g26b641b03cd_0_308"/>
          <p:cNvPicPr preferRelativeResize="0"/>
          <p:nvPr/>
        </p:nvPicPr>
        <p:blipFill rotWithShape="1">
          <a:blip r:embed="rId4">
            <a:alphaModFix/>
          </a:blip>
          <a:srcRect/>
          <a:stretch/>
        </p:blipFill>
        <p:spPr>
          <a:xfrm>
            <a:off x="4697156" y="835112"/>
            <a:ext cx="3123806" cy="2232349"/>
          </a:xfrm>
          <a:prstGeom prst="rect">
            <a:avLst/>
          </a:prstGeom>
          <a:noFill/>
          <a:ln>
            <a:noFill/>
          </a:ln>
          <a:effectLst>
            <a:outerShdw blurRad="71438" dist="19050" dir="5400000" algn="bl" rotWithShape="0">
              <a:srgbClr val="000000">
                <a:alpha val="17647"/>
              </a:srgbClr>
            </a:outerShdw>
          </a:effectLst>
        </p:spPr>
      </p:pic>
      <p:pic>
        <p:nvPicPr>
          <p:cNvPr id="1148" name="Google Shape;1148;g26b641b03cd_0_308"/>
          <p:cNvPicPr preferRelativeResize="0"/>
          <p:nvPr/>
        </p:nvPicPr>
        <p:blipFill rotWithShape="1">
          <a:blip r:embed="rId5">
            <a:alphaModFix/>
          </a:blip>
          <a:srcRect t="89" b="79"/>
          <a:stretch/>
        </p:blipFill>
        <p:spPr>
          <a:xfrm>
            <a:off x="3010097" y="3236597"/>
            <a:ext cx="3123806" cy="223234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5" name="Google Shape;1155;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6" name="Google Shape;1156;g2d1eea302f1_0_6"/>
          <p:cNvGrpSpPr/>
          <p:nvPr/>
        </p:nvGrpSpPr>
        <p:grpSpPr>
          <a:xfrm>
            <a:off x="3024000" y="209875"/>
            <a:ext cx="3096000" cy="454800"/>
            <a:chOff x="3024000" y="209875"/>
            <a:chExt cx="3096000" cy="454800"/>
          </a:xfrm>
        </p:grpSpPr>
        <p:sp>
          <p:nvSpPr>
            <p:cNvPr id="1157" name="Google Shape;1157;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8" name="Google Shape;1158;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9" name="Google Shape;1159;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0" name="Google Shape;1160;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1" name="Google Shape;1161;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2" name="Google Shape;1162;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3" name="Google Shape;1163;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4" name="Google Shape;1164;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65" name="Google Shape;1165;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6" name="Google Shape;1166;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7" name="Google Shape;1167;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168" name="Google Shape;1168;g2d1eea302f1_0_6"/>
          <p:cNvSpPr txBox="1"/>
          <p:nvPr/>
        </p:nvSpPr>
        <p:spPr>
          <a:xfrm>
            <a:off x="6945355" y="88764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169" name="Google Shape;1169;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70" name="Google Shape;1170;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71" name="Google Shape;1171;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2" name="Google Shape;1172;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73" name="Google Shape;1173;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4" name="Google Shape;1174;g2d1eea302f1_0_6"/>
          <p:cNvSpPr txBox="1"/>
          <p:nvPr/>
        </p:nvSpPr>
        <p:spPr>
          <a:xfrm>
            <a:off x="6756523" y="1797575"/>
            <a:ext cx="1395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75" name="Google Shape;1175;g2d1eea302f1_0_6"/>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76" name="Google Shape;1176;g2d1eea302f1_0_6"/>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77" name="Google Shape;1177;g2d1eea302f1_0_6"/>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78" name="Google Shape;1178;g2d1eea302f1_0_6"/>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9" name="Google Shape;117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80" name="Google Shape;118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cxnSp>
        <p:nvCxnSpPr>
          <p:cNvPr id="1181" name="Google Shape;118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g273855f6144_0_15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8" name="Google Shape;1188;g273855f6144_0_15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89" name="Google Shape;1189;g273855f6144_0_158"/>
          <p:cNvGrpSpPr/>
          <p:nvPr/>
        </p:nvGrpSpPr>
        <p:grpSpPr>
          <a:xfrm>
            <a:off x="3024000" y="209875"/>
            <a:ext cx="3096000" cy="454800"/>
            <a:chOff x="3024000" y="209875"/>
            <a:chExt cx="3096000" cy="454800"/>
          </a:xfrm>
        </p:grpSpPr>
        <p:sp>
          <p:nvSpPr>
            <p:cNvPr id="1190" name="Google Shape;1190;g273855f6144_0_15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1" name="Google Shape;1191;g273855f6144_0_15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2" name="Google Shape;1192;g273855f6144_0_15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3" name="Google Shape;1193;g273855f6144_0_158"/>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94" name="Google Shape;1194;g273855f6144_0_158"/>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5" name="Google Shape;1195;g273855f6144_0_158"/>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6" name="Google Shape;1196;g273855f6144_0_158"/>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97" name="Google Shape;1197;g273855f6144_0_158"/>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8" name="Google Shape;1198;g273855f6144_0_158"/>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99" name="Google Shape;1199;g273855f6144_0_158"/>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00" name="Google Shape;1200;g273855f6144_0_158"/>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01" name="Google Shape;1201;g273855f6144_0_158"/>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cxnSp>
        <p:nvCxnSpPr>
          <p:cNvPr id="1202" name="Google Shape;1202;g273855f6144_0_158"/>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3" name="Google Shape;1203;g273855f6144_0_158"/>
          <p:cNvSpPr txBox="1"/>
          <p:nvPr/>
        </p:nvSpPr>
        <p:spPr>
          <a:xfrm>
            <a:off x="6945355" y="88764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204" name="Google Shape;1204;g273855f6144_0_158"/>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205" name="Google Shape;1205;g273855f6144_0_158"/>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206" name="Google Shape;1206;g273855f6144_0_158"/>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07" name="Google Shape;1207;g273855f6144_0_158"/>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208" name="Google Shape;1208;g273855f6144_0_158"/>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209" name="Google Shape;1209;g273855f6144_0_158"/>
          <p:cNvSpPr txBox="1"/>
          <p:nvPr/>
        </p:nvSpPr>
        <p:spPr>
          <a:xfrm>
            <a:off x="6756523" y="1797575"/>
            <a:ext cx="1395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210" name="Google Shape;1210;g273855f6144_0_158"/>
          <p:cNvSpPr txBox="1"/>
          <p:nvPr/>
        </p:nvSpPr>
        <p:spPr>
          <a:xfrm>
            <a:off x="348677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211" name="Google Shape;1211;g273855f6144_0_158"/>
          <p:cNvSpPr txBox="1"/>
          <p:nvPr/>
        </p:nvSpPr>
        <p:spPr>
          <a:xfrm>
            <a:off x="233392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212" name="Google Shape;1212;g273855f6144_0_158"/>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13" name="Google Shape;1213;g273855f6144_0_158"/>
          <p:cNvSpPr txBox="1"/>
          <p:nvPr/>
        </p:nvSpPr>
        <p:spPr>
          <a:xfrm>
            <a:off x="579247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14" name="Google Shape;1214;g273855f6144_0_158"/>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corn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rd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cook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ice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 nice rice</a:t>
            </a:r>
            <a:endParaRPr sz="1800" b="0" i="0" u="none" strike="noStrike" cap="none">
              <a:solidFill>
                <a:srgbClr val="B7B7B7"/>
              </a:solidFill>
              <a:latin typeface="Jost"/>
              <a:ea typeface="Jost"/>
              <a:cs typeface="Jost"/>
              <a:sym typeface="Jost"/>
            </a:endParaRPr>
          </a:p>
        </p:txBody>
      </p:sp>
      <p:sp>
        <p:nvSpPr>
          <p:cNvPr id="1215" name="Google Shape;1215;g273855f6144_0_15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216" name="Google Shape;1216;g273855f6144_0_158"/>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620</Words>
  <Application>Microsoft Office PowerPoint</Application>
  <PresentationFormat>On-screen Show (4:3)</PresentationFormat>
  <Paragraphs>185</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Nunito Black</vt:lpstr>
      <vt:lpstr>Poppins SemiBold</vt:lpstr>
      <vt:lpstr>Calibri</vt:lpstr>
      <vt:lpstr>Poppins Medium</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Review Grapheme Caption</vt:lpstr>
      <vt:lpstr>Review Grapheme Caption</vt:lpstr>
      <vt:lpstr>Review Grapheme Caption</vt:lpstr>
      <vt:lpstr>Discuss the Differences</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2026-05-27T04:08:32Z</dcterms:modified>
</cp:coreProperties>
</file>