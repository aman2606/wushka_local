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9"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6858000" type="screen4x3"/>
  <p:notesSz cx="6858000" cy="9144000"/>
  <p:embeddedFontLst>
    <p:embeddedFont>
      <p:font typeface="Finger Paint" panose="020B0604020202020204" charset="0"/>
      <p:regular r:id="rId12"/>
    </p:embeddedFont>
    <p:embeddedFont>
      <p:font typeface="Jost" panose="020B0604020202020204" charset="0"/>
      <p:regular r:id="rId13"/>
      <p:bold r:id="rId14"/>
      <p:italic r:id="rId15"/>
      <p:boldItalic r:id="rId16"/>
    </p:embeddedFont>
    <p:embeddedFont>
      <p:font typeface="Nunito Black" pitchFamily="2" charset="0"/>
      <p:bold r:id="rId17"/>
      <p:boldItalic r:id="rId18"/>
    </p:embeddedFont>
    <p:embeddedFont>
      <p:font typeface="Poppins" panose="00000500000000000000" pitchFamily="2" charset="0"/>
      <p:regular r:id="rId19"/>
      <p:bold r:id="rId20"/>
      <p:italic r:id="rId21"/>
      <p:boldItalic r:id="rId22"/>
    </p:embeddedFont>
    <p:embeddedFont>
      <p:font typeface="Poppins Medium" panose="00000600000000000000" pitchFamily="2" charset="0"/>
      <p:regular r:id="rId23"/>
      <p:bold r:id="rId24"/>
      <p:italic r:id="rId25"/>
      <p:boldItalic r:id="rId26"/>
    </p:embeddedFont>
    <p:embeddedFont>
      <p:font typeface="Poppins SemiBold" panose="000007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gSyQv5lAL+8mkJ9VWLyzoylAXQ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0BF20-E32A-BAA7-E833-153665EDB820}" v="2" dt="2026-04-22T00:57:43.392"/>
  </p1510:revLst>
</p1510:revInfo>
</file>

<file path=ppt/tableStyles.xml><?xml version="1.0" encoding="utf-8"?>
<a:tblStyleLst xmlns:a="http://schemas.openxmlformats.org/drawingml/2006/main" def="{B4153760-7BDA-4FA8-8498-50126F93E3D0}">
  <a:tblStyle styleId="{B4153760-7BDA-4FA8-8498-50126F93E3D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9" Type="http://schemas.openxmlformats.org/officeDocument/2006/relationships/viewProps" Target="viewProps.xml"/><Relationship Id="rId21" Type="http://schemas.openxmlformats.org/officeDocument/2006/relationships/font" Target="fonts/font10.fntdata"/><Relationship Id="rId42"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font" Target="fonts/font13.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custSel modSld modMainMaster">
      <pc:chgData name="Lauren McNally" userId="f41ca301-1e42-4df6-b366-de7a1f7b738f" providerId="ADAL" clId="{6CFED5F7-CA71-4C86-9636-282E33979310}" dt="2026-04-22T05:15:43.001" v="12" actId="27636"/>
      <pc:docMkLst>
        <pc:docMk/>
      </pc:docMkLst>
      <pc:sldChg chg="modSp mod">
        <pc:chgData name="Lauren McNally" userId="f41ca301-1e42-4df6-b366-de7a1f7b738f" providerId="ADAL" clId="{6CFED5F7-CA71-4C86-9636-282E33979310}" dt="2026-04-22T05:15:25.437" v="4" actId="20577"/>
        <pc:sldMkLst>
          <pc:docMk/>
          <pc:sldMk cId="0" sldId="257"/>
        </pc:sldMkLst>
        <pc:spChg chg="mod">
          <ac:chgData name="Lauren McNally" userId="f41ca301-1e42-4df6-b366-de7a1f7b738f" providerId="ADAL" clId="{6CFED5F7-CA71-4C86-9636-282E33979310}" dt="2026-04-22T05:15:25.437" v="4" actId="20577"/>
          <ac:spMkLst>
            <pc:docMk/>
            <pc:sldMk cId="0" sldId="257"/>
            <ac:spMk id="1074" creationId="{00000000-0000-0000-0000-000000000000}"/>
          </ac:spMkLst>
        </pc:spChg>
        <pc:spChg chg="mod">
          <ac:chgData name="Lauren McNally" userId="f41ca301-1e42-4df6-b366-de7a1f7b738f" providerId="ADAL" clId="{6CFED5F7-CA71-4C86-9636-282E33979310}" dt="2026-04-22T05:15:23.524" v="3" actId="20577"/>
          <ac:spMkLst>
            <pc:docMk/>
            <pc:sldMk cId="0" sldId="257"/>
            <ac:spMk id="1077" creationId="{00000000-0000-0000-0000-000000000000}"/>
          </ac:spMkLst>
        </pc:spChg>
      </pc:sldChg>
      <pc:sldChg chg="modSp mod">
        <pc:chgData name="Lauren McNally" userId="f41ca301-1e42-4df6-b366-de7a1f7b738f" providerId="ADAL" clId="{6CFED5F7-CA71-4C86-9636-282E33979310}" dt="2026-04-22T05:15:31.489" v="6" actId="27636"/>
        <pc:sldMkLst>
          <pc:docMk/>
          <pc:sldMk cId="0" sldId="259"/>
        </pc:sldMkLst>
        <pc:spChg chg="mod">
          <ac:chgData name="Lauren McNally" userId="f41ca301-1e42-4df6-b366-de7a1f7b738f" providerId="ADAL" clId="{6CFED5F7-CA71-4C86-9636-282E33979310}" dt="2026-04-22T05:15:31.489" v="6" actId="27636"/>
          <ac:spMkLst>
            <pc:docMk/>
            <pc:sldMk cId="0" sldId="259"/>
            <ac:spMk id="1093" creationId="{00000000-0000-0000-0000-000000000000}"/>
          </ac:spMkLst>
        </pc:spChg>
      </pc:sldChg>
      <pc:sldChg chg="modSp mod">
        <pc:chgData name="Lauren McNally" userId="f41ca301-1e42-4df6-b366-de7a1f7b738f" providerId="ADAL" clId="{6CFED5F7-CA71-4C86-9636-282E33979310}" dt="2026-04-22T05:15:36.804" v="8" actId="27636"/>
        <pc:sldMkLst>
          <pc:docMk/>
          <pc:sldMk cId="0" sldId="260"/>
        </pc:sldMkLst>
        <pc:spChg chg="mod">
          <ac:chgData name="Lauren McNally" userId="f41ca301-1e42-4df6-b366-de7a1f7b738f" providerId="ADAL" clId="{6CFED5F7-CA71-4C86-9636-282E33979310}" dt="2026-04-22T05:15:36.804" v="8" actId="27636"/>
          <ac:spMkLst>
            <pc:docMk/>
            <pc:sldMk cId="0" sldId="260"/>
            <ac:spMk id="1102" creationId="{00000000-0000-0000-0000-000000000000}"/>
          </ac:spMkLst>
        </pc:spChg>
      </pc:sldChg>
      <pc:sldChg chg="modSp mod">
        <pc:chgData name="Lauren McNally" userId="f41ca301-1e42-4df6-b366-de7a1f7b738f" providerId="ADAL" clId="{6CFED5F7-CA71-4C86-9636-282E33979310}" dt="2026-04-22T05:15:39.547" v="10" actId="27636"/>
        <pc:sldMkLst>
          <pc:docMk/>
          <pc:sldMk cId="0" sldId="261"/>
        </pc:sldMkLst>
        <pc:spChg chg="mod">
          <ac:chgData name="Lauren McNally" userId="f41ca301-1e42-4df6-b366-de7a1f7b738f" providerId="ADAL" clId="{6CFED5F7-CA71-4C86-9636-282E33979310}" dt="2026-04-22T05:15:39.547" v="10" actId="27636"/>
          <ac:spMkLst>
            <pc:docMk/>
            <pc:sldMk cId="0" sldId="261"/>
            <ac:spMk id="1111" creationId="{00000000-0000-0000-0000-000000000000}"/>
          </ac:spMkLst>
        </pc:spChg>
      </pc:sldChg>
      <pc:sldChg chg="modSp mod">
        <pc:chgData name="Lauren McNally" userId="f41ca301-1e42-4df6-b366-de7a1f7b738f" providerId="ADAL" clId="{6CFED5F7-CA71-4C86-9636-282E33979310}" dt="2026-04-22T05:15:43.001" v="12" actId="27636"/>
        <pc:sldMkLst>
          <pc:docMk/>
          <pc:sldMk cId="0" sldId="262"/>
        </pc:sldMkLst>
        <pc:spChg chg="mod">
          <ac:chgData name="Lauren McNally" userId="f41ca301-1e42-4df6-b366-de7a1f7b738f" providerId="ADAL" clId="{6CFED5F7-CA71-4C86-9636-282E33979310}" dt="2026-04-22T05:15:43.001" v="12" actId="27636"/>
          <ac:spMkLst>
            <pc:docMk/>
            <pc:sldMk cId="0" sldId="262"/>
            <ac:spMk id="1120" creationId="{00000000-0000-0000-0000-000000000000}"/>
          </ac:spMkLst>
        </pc:spChg>
      </pc:sldChg>
      <pc:sldMasterChg chg="modSldLayout">
        <pc:chgData name="Lauren McNally" userId="f41ca301-1e42-4df6-b366-de7a1f7b738f" providerId="ADAL" clId="{6CFED5F7-CA71-4C86-9636-282E33979310}" dt="2026-04-22T05:15:11.498" v="2" actId="21"/>
        <pc:sldMasterMkLst>
          <pc:docMk/>
          <pc:sldMasterMk cId="0" sldId="2147483648"/>
        </pc:sldMasterMkLst>
        <pc:sldLayoutChg chg="delSp modSp mod">
          <pc:chgData name="Lauren McNally" userId="f41ca301-1e42-4df6-b366-de7a1f7b738f" providerId="ADAL" clId="{6CFED5F7-CA71-4C86-9636-282E33979310}" dt="2026-04-22T05:15:01.302" v="1" actId="478"/>
          <pc:sldLayoutMkLst>
            <pc:docMk/>
            <pc:sldMasterMk cId="0" sldId="2147483648"/>
            <pc:sldLayoutMk cId="0" sldId="2147483649"/>
          </pc:sldLayoutMkLst>
          <pc:picChg chg="del mod">
            <ac:chgData name="Lauren McNally" userId="f41ca301-1e42-4df6-b366-de7a1f7b738f" providerId="ADAL" clId="{6CFED5F7-CA71-4C86-9636-282E33979310}" dt="2026-04-22T05:15:01.302" v="1" actId="478"/>
            <ac:picMkLst>
              <pc:docMk/>
              <pc:sldMasterMk cId="0" sldId="2147483648"/>
              <pc:sldLayoutMk cId="0" sldId="2147483649"/>
              <ac:picMk id="24" creationId="{00000000-0000-0000-0000-000000000000}"/>
            </ac:picMkLst>
          </pc:picChg>
        </pc:sldLayoutChg>
        <pc:sldLayoutChg chg="delSp mod">
          <pc:chgData name="Lauren McNally" userId="f41ca301-1e42-4df6-b366-de7a1f7b738f" providerId="ADAL" clId="{6CFED5F7-CA71-4C86-9636-282E33979310}" dt="2026-04-22T05:15:11.498" v="2" actId="21"/>
          <pc:sldLayoutMkLst>
            <pc:docMk/>
            <pc:sldMasterMk cId="0" sldId="2147483648"/>
            <pc:sldLayoutMk cId="0" sldId="2147483653"/>
          </pc:sldLayoutMkLst>
          <pc:picChg chg="del">
            <ac:chgData name="Lauren McNally" userId="f41ca301-1e42-4df6-b366-de7a1f7b738f" providerId="ADAL" clId="{6CFED5F7-CA71-4C86-9636-282E33979310}" dt="2026-04-22T05:15:11.498" v="2" actId="21"/>
            <ac:picMkLst>
              <pc:docMk/>
              <pc:sldMasterMk cId="0" sldId="2147483648"/>
              <pc:sldLayoutMk cId="0" sldId="2147483653"/>
              <ac:picMk id="140"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d9de6b5212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d9de6b5212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Daily practise of the Alphabet Song is beneficial at the beginning of the school year to help build quick letter recognition and letter sound awareness.</a:t>
            </a:r>
            <a:endParaRPr/>
          </a:p>
        </p:txBody>
      </p:sp>
      <p:sp>
        <p:nvSpPr>
          <p:cNvPr id="1083" name="Google Shape;1083;g2d9de6b5212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6" name="Google Shape;112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beanstalkbooks.com" TargetMode="External"/><Relationship Id="rId7" Type="http://schemas.openxmlformats.org/officeDocument/2006/relationships/image" Target="../media/image6.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hyperlink" Target="http://www.juniorlearning.com" TargetMode="External"/><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www.beanstalkbooks.co.nz" TargetMode="External"/><Relationship Id="rId7" Type="http://schemas.openxmlformats.org/officeDocument/2006/relationships/image" Target="../media/image14.png"/><Relationship Id="rId2" Type="http://schemas.openxmlformats.org/officeDocument/2006/relationships/hyperlink" Target="http://www.rainbowphonics.co.nz" TargetMode="External"/><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17.png"/><Relationship Id="rId4" Type="http://schemas.openxmlformats.org/officeDocument/2006/relationships/hyperlink" Target="http://www.juniorlearning.co.nz" TargetMode="External"/><Relationship Id="rId9"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21.png"/><Relationship Id="rId4"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hyperlink" Target="https://www.rainbowphonics.co.nz/" TargetMode="External"/><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's'</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1 - Monday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158"/>
        <p:cNvGrpSpPr/>
        <p:nvPr/>
      </p:nvGrpSpPr>
      <p:grpSpPr>
        <a:xfrm>
          <a:off x="0" y="0"/>
          <a:ext cx="0" cy="0"/>
          <a:chOff x="0" y="0"/>
          <a:chExt cx="0" cy="0"/>
        </a:xfrm>
      </p:grpSpPr>
      <p:grpSp>
        <p:nvGrpSpPr>
          <p:cNvPr id="159" name="Google Shape;159;p25"/>
          <p:cNvGrpSpPr/>
          <p:nvPr/>
        </p:nvGrpSpPr>
        <p:grpSpPr>
          <a:xfrm>
            <a:off x="-400050" y="-342900"/>
            <a:ext cx="9944100" cy="7258200"/>
            <a:chOff x="-400050" y="-342900"/>
            <a:chExt cx="9944100" cy="7258200"/>
          </a:xfrm>
        </p:grpSpPr>
        <p:grpSp>
          <p:nvGrpSpPr>
            <p:cNvPr id="160" name="Google Shape;160;p25"/>
            <p:cNvGrpSpPr/>
            <p:nvPr/>
          </p:nvGrpSpPr>
          <p:grpSpPr>
            <a:xfrm>
              <a:off x="-400050" y="-342900"/>
              <a:ext cx="9944100" cy="7258200"/>
              <a:chOff x="-400050" y="-342900"/>
              <a:chExt cx="9944100" cy="7258200"/>
            </a:xfrm>
          </p:grpSpPr>
          <p:grpSp>
            <p:nvGrpSpPr>
              <p:cNvPr id="161" name="Google Shape;161;p25"/>
              <p:cNvGrpSpPr/>
              <p:nvPr/>
            </p:nvGrpSpPr>
            <p:grpSpPr>
              <a:xfrm>
                <a:off x="-36925" y="-42000"/>
                <a:ext cx="9236225" cy="6957300"/>
                <a:chOff x="-36925" y="-42000"/>
                <a:chExt cx="9236225" cy="6957300"/>
              </a:xfrm>
            </p:grpSpPr>
            <p:sp>
              <p:nvSpPr>
                <p:cNvPr id="162" name="Google Shape;162;p25"/>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25"/>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64" name="Google Shape;164;p25"/>
              <p:cNvPicPr preferRelativeResize="0"/>
              <p:nvPr/>
            </p:nvPicPr>
            <p:blipFill rotWithShape="1">
              <a:blip r:embed="rId2">
                <a:alphaModFix amt="3000"/>
              </a:blip>
              <a:srcRect l="9008" t="34049" r="10559"/>
              <a:stretch/>
            </p:blipFill>
            <p:spPr>
              <a:xfrm>
                <a:off x="-400050" y="-342900"/>
                <a:ext cx="9944100" cy="7236426"/>
              </a:xfrm>
              <a:prstGeom prst="rect">
                <a:avLst/>
              </a:prstGeom>
              <a:noFill/>
              <a:ln>
                <a:noFill/>
              </a:ln>
            </p:spPr>
          </p:pic>
        </p:grpSp>
        <p:pic>
          <p:nvPicPr>
            <p:cNvPr id="165" name="Google Shape;165;p25"/>
            <p:cNvPicPr preferRelativeResize="0"/>
            <p:nvPr/>
          </p:nvPicPr>
          <p:blipFill rotWithShape="1">
            <a:blip r:embed="rId3">
              <a:alphaModFix amt="40000"/>
            </a:blip>
            <a:srcRect/>
            <a:stretch/>
          </p:blipFill>
          <p:spPr>
            <a:xfrm>
              <a:off x="0" y="0"/>
              <a:ext cx="9144000" cy="6858000"/>
            </a:xfrm>
            <a:prstGeom prst="rect">
              <a:avLst/>
            </a:prstGeom>
            <a:noFill/>
            <a:ln>
              <a:noFill/>
            </a:ln>
          </p:spPr>
        </p:pic>
      </p:grpSp>
      <p:sp>
        <p:nvSpPr>
          <p:cNvPr id="166" name="Google Shape;166;p25"/>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5"/>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8" name="Google Shape;168;p25"/>
          <p:cNvSpPr txBox="1"/>
          <p:nvPr/>
        </p:nvSpPr>
        <p:spPr>
          <a:xfrm>
            <a:off x="363059" y="6084791"/>
            <a:ext cx="16584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 Lesson:</a:t>
            </a:r>
            <a:endParaRPr sz="1800" b="0" i="0" u="none" strike="noStrike" cap="none">
              <a:solidFill>
                <a:srgbClr val="FFFFFF"/>
              </a:solidFill>
              <a:latin typeface="Poppins SemiBold"/>
              <a:ea typeface="Poppins SemiBold"/>
              <a:cs typeface="Poppins SemiBold"/>
              <a:sym typeface="Poppins SemiBold"/>
            </a:endParaRPr>
          </a:p>
        </p:txBody>
      </p:sp>
      <p:sp>
        <p:nvSpPr>
          <p:cNvPr id="169" name="Google Shape;169;p25"/>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pic>
        <p:nvPicPr>
          <p:cNvPr id="170" name="Google Shape;170;p25"/>
          <p:cNvPicPr preferRelativeResize="0"/>
          <p:nvPr/>
        </p:nvPicPr>
        <p:blipFill rotWithShape="1">
          <a:blip r:embed="rId4">
            <a:alphaModFix/>
          </a:blip>
          <a:srcRect/>
          <a:stretch/>
        </p:blipFill>
        <p:spPr>
          <a:xfrm>
            <a:off x="1622550" y="1379125"/>
            <a:ext cx="5910751" cy="2848550"/>
          </a:xfrm>
          <a:prstGeom prst="rect">
            <a:avLst/>
          </a:prstGeom>
          <a:noFill/>
          <a:ln>
            <a:noFill/>
          </a:ln>
          <a:effectLst>
            <a:outerShdw blurRad="57150" dist="19050" dir="5400000" algn="bl" rotWithShape="0">
              <a:srgbClr val="000000">
                <a:alpha val="4902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171"/>
        <p:cNvGrpSpPr/>
        <p:nvPr/>
      </p:nvGrpSpPr>
      <p:grpSpPr>
        <a:xfrm>
          <a:off x="0" y="0"/>
          <a:ext cx="0" cy="0"/>
          <a:chOff x="0" y="0"/>
          <a:chExt cx="0" cy="0"/>
        </a:xfrm>
      </p:grpSpPr>
      <p:sp>
        <p:nvSpPr>
          <p:cNvPr id="172" name="Google Shape;172;g26c27cf1062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g26c27cf1062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g26c27cf1062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175" name="Google Shape;175;g26c27cf1062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176" name="Google Shape;176;g26c27cf1062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177" name="Google Shape;177;g26c27cf1062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178" name="Google Shape;178;g26c27cf1062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179" name="Google Shape;179;g26c27cf1062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80" name="Google Shape;180;g26c27cf1062_0_721"/>
          <p:cNvGrpSpPr/>
          <p:nvPr/>
        </p:nvGrpSpPr>
        <p:grpSpPr>
          <a:xfrm>
            <a:off x="1050674" y="3528974"/>
            <a:ext cx="508471" cy="472349"/>
            <a:chOff x="718913" y="3178865"/>
            <a:chExt cx="825441" cy="766800"/>
          </a:xfrm>
        </p:grpSpPr>
        <p:sp>
          <p:nvSpPr>
            <p:cNvPr id="181" name="Google Shape;181;g26c27cf1062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c27cf1062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83" name="Google Shape;183;g26c27cf1062_0_721"/>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19"/>
              </a:srgbClr>
            </a:outerShdw>
          </a:effectLst>
        </p:spPr>
      </p:pic>
      <p:sp>
        <p:nvSpPr>
          <p:cNvPr id="184" name="Google Shape;184;g26c27cf1062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185" name="Google Shape;185;g26c27cf1062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grpSp>
        <p:nvGrpSpPr>
          <p:cNvPr id="186" name="Google Shape;186;g26c27cf1062_0_721"/>
          <p:cNvGrpSpPr/>
          <p:nvPr/>
        </p:nvGrpSpPr>
        <p:grpSpPr>
          <a:xfrm>
            <a:off x="5434991" y="1479991"/>
            <a:ext cx="3149632" cy="2411780"/>
            <a:chOff x="5434991" y="1479991"/>
            <a:chExt cx="3149632" cy="2411780"/>
          </a:xfrm>
        </p:grpSpPr>
        <p:pic>
          <p:nvPicPr>
            <p:cNvPr id="187" name="Google Shape;187;g26c27cf1062_0_721"/>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4"/>
                </a:srgbClr>
              </a:outerShdw>
            </a:effectLst>
          </p:spPr>
        </p:pic>
        <p:pic>
          <p:nvPicPr>
            <p:cNvPr id="188" name="Google Shape;188;g26c27cf1062_0_721"/>
            <p:cNvPicPr preferRelativeResize="0"/>
            <p:nvPr/>
          </p:nvPicPr>
          <p:blipFill rotWithShape="1">
            <a:blip r:embed="rId7">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784"/>
                </a:srgbClr>
              </a:outerShdw>
            </a:effectLst>
          </p:spPr>
        </p:pic>
        <p:pic>
          <p:nvPicPr>
            <p:cNvPr id="189" name="Google Shape;189;g26c27cf1062_0_721"/>
            <p:cNvPicPr preferRelativeResize="0"/>
            <p:nvPr/>
          </p:nvPicPr>
          <p:blipFill rotWithShape="1">
            <a:blip r:embed="rId8">
              <a:alphaModFix/>
            </a:blip>
            <a:srcRect/>
            <a:stretch/>
          </p:blipFill>
          <p:spPr>
            <a:xfrm rot="-198789">
              <a:off x="6033849" y="1525113"/>
              <a:ext cx="1317502" cy="1317491"/>
            </a:xfrm>
            <a:prstGeom prst="rect">
              <a:avLst/>
            </a:prstGeom>
            <a:noFill/>
            <a:ln>
              <a:noFill/>
            </a:ln>
            <a:effectLst>
              <a:outerShdw blurRad="57150" dist="19050" dir="5400000" algn="bl" rotWithShape="0">
                <a:srgbClr val="000000">
                  <a:alpha val="20784"/>
                </a:srgbClr>
              </a:outerShdw>
            </a:effectLst>
          </p:spPr>
        </p:pic>
        <p:pic>
          <p:nvPicPr>
            <p:cNvPr id="190" name="Google Shape;190;g26c27cf1062_0_721"/>
            <p:cNvPicPr preferRelativeResize="0"/>
            <p:nvPr/>
          </p:nvPicPr>
          <p:blipFill rotWithShape="1">
            <a:blip r:embed="rId9">
              <a:alphaModFix/>
            </a:blip>
            <a:srcRect/>
            <a:stretch/>
          </p:blipFill>
          <p:spPr>
            <a:xfrm rot="-505317">
              <a:off x="5528790" y="1629680"/>
              <a:ext cx="1382684" cy="1382665"/>
            </a:xfrm>
            <a:prstGeom prst="rect">
              <a:avLst/>
            </a:prstGeom>
            <a:noFill/>
            <a:ln>
              <a:noFill/>
            </a:ln>
            <a:effectLst>
              <a:outerShdw blurRad="57150" dist="19050" dir="5400000" algn="bl" rotWithShape="0">
                <a:srgbClr val="000000">
                  <a:alpha val="20784"/>
                </a:srgbClr>
              </a:outerShdw>
            </a:effectLst>
          </p:spPr>
        </p:pic>
        <p:pic>
          <p:nvPicPr>
            <p:cNvPr id="191" name="Google Shape;191;g26c27cf1062_0_721"/>
            <p:cNvPicPr preferRelativeResize="0"/>
            <p:nvPr/>
          </p:nvPicPr>
          <p:blipFill rotWithShape="1">
            <a:blip r:embed="rId10">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784"/>
                </a:srgbClr>
              </a:outerShdw>
            </a:effectLst>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192"/>
        <p:cNvGrpSpPr/>
        <p:nvPr/>
      </p:nvGrpSpPr>
      <p:grpSpPr>
        <a:xfrm>
          <a:off x="0" y="0"/>
          <a:ext cx="0" cy="0"/>
          <a:chOff x="0" y="0"/>
          <a:chExt cx="0" cy="0"/>
        </a:xfrm>
      </p:grpSpPr>
      <p:sp>
        <p:nvSpPr>
          <p:cNvPr id="193" name="Google Shape;193;g26b33ddcd5e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194" name="Google Shape;194;g26b33ddcd5e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33ddcd5e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33ddcd5e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6b33ddcd5e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33ddcd5e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33ddcd5e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6b33ddcd5e_1_87"/>
          <p:cNvGrpSpPr/>
          <p:nvPr/>
        </p:nvGrpSpPr>
        <p:grpSpPr>
          <a:xfrm>
            <a:off x="662575" y="6212475"/>
            <a:ext cx="586800" cy="571500"/>
            <a:chOff x="662575" y="6212475"/>
            <a:chExt cx="586800" cy="571500"/>
          </a:xfrm>
        </p:grpSpPr>
        <p:sp>
          <p:nvSpPr>
            <p:cNvPr id="201" name="Google Shape;201;g26b33ddcd5e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33ddcd5e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6b33ddcd5e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6b33ddcd5e_1_87"/>
          <p:cNvGrpSpPr/>
          <p:nvPr/>
        </p:nvGrpSpPr>
        <p:grpSpPr>
          <a:xfrm>
            <a:off x="7894350" y="6212475"/>
            <a:ext cx="586800" cy="571500"/>
            <a:chOff x="7894350" y="6212475"/>
            <a:chExt cx="586800" cy="571500"/>
          </a:xfrm>
        </p:grpSpPr>
        <p:sp>
          <p:nvSpPr>
            <p:cNvPr id="205" name="Google Shape;205;g26b33ddcd5e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33ddcd5e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33ddcd5e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33ddcd5e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6b33ddcd5e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6b33ddcd5e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6b33ddcd5e_1_8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6b33ddcd5e_1_8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6b33ddcd5e_1_8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JL691</a:t>
            </a:r>
            <a:endParaRPr sz="1400" b="0" i="0" u="none" strike="noStrike" cap="none">
              <a:solidFill>
                <a:srgbClr val="000000"/>
              </a:solidFill>
              <a:latin typeface="Arial"/>
              <a:ea typeface="Arial"/>
              <a:cs typeface="Arial"/>
              <a:sym typeface="Arial"/>
            </a:endParaRPr>
          </a:p>
        </p:txBody>
      </p:sp>
      <p:sp>
        <p:nvSpPr>
          <p:cNvPr id="214" name="Google Shape;214;g26b33ddcd5e_1_8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215" name="Google Shape;215;g26b33ddcd5e_1_8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216"/>
        <p:cNvGrpSpPr/>
        <p:nvPr/>
      </p:nvGrpSpPr>
      <p:grpSpPr>
        <a:xfrm>
          <a:off x="0" y="0"/>
          <a:ext cx="0" cy="0"/>
          <a:chOff x="0" y="0"/>
          <a:chExt cx="0" cy="0"/>
        </a:xfrm>
      </p:grpSpPr>
      <p:sp>
        <p:nvSpPr>
          <p:cNvPr id="217" name="Google Shape;217;g26b33ddcd5e_1_1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33ddcd5e_1_1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33ddcd5e_1_1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6b33ddcd5e_1_1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33ddcd5e_1_1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6b33ddcd5e_1_1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3" name="Google Shape;223;g26b33ddcd5e_1_161"/>
          <p:cNvGrpSpPr/>
          <p:nvPr/>
        </p:nvGrpSpPr>
        <p:grpSpPr>
          <a:xfrm>
            <a:off x="662575" y="6212475"/>
            <a:ext cx="586800" cy="571500"/>
            <a:chOff x="662575" y="6212475"/>
            <a:chExt cx="586800" cy="571500"/>
          </a:xfrm>
        </p:grpSpPr>
        <p:sp>
          <p:nvSpPr>
            <p:cNvPr id="224" name="Google Shape;224;g26b33ddcd5e_1_1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33ddcd5e_1_1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33ddcd5e_1_1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33ddcd5e_1_161"/>
          <p:cNvGrpSpPr/>
          <p:nvPr/>
        </p:nvGrpSpPr>
        <p:grpSpPr>
          <a:xfrm>
            <a:off x="7894350" y="6212475"/>
            <a:ext cx="586800" cy="571500"/>
            <a:chOff x="7894350" y="6212475"/>
            <a:chExt cx="586800" cy="571500"/>
          </a:xfrm>
        </p:grpSpPr>
        <p:sp>
          <p:nvSpPr>
            <p:cNvPr id="228" name="Google Shape;228;g26b33ddcd5e_1_1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33ddcd5e_1_1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33ddcd5e_1_1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1" name="Google Shape;231;g26b33ddcd5e_1_1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2" name="Google Shape;232;g26b33ddcd5e_1_1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3" name="Google Shape;233;g26b33ddcd5e_1_1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6b33ddcd5e_1_1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5" name="Google Shape;235;g26b33ddcd5e_1_1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6" name="Google Shape;236;g26b33ddcd5e_1_1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237" name="Google Shape;237;g26b33ddcd5e_1_1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38" name="Google Shape;238;g26b33ddcd5e_1_1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39" name="Google Shape;239;g26b33ddcd5e_1_1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240"/>
        <p:cNvGrpSpPr/>
        <p:nvPr/>
      </p:nvGrpSpPr>
      <p:grpSpPr>
        <a:xfrm>
          <a:off x="0" y="0"/>
          <a:ext cx="0" cy="0"/>
          <a:chOff x="0" y="0"/>
          <a:chExt cx="0" cy="0"/>
        </a:xfrm>
      </p:grpSpPr>
      <p:sp>
        <p:nvSpPr>
          <p:cNvPr id="241" name="Google Shape;241;g26b33ddcd5e_1_2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33ddcd5e_1_2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33ddcd5e_1_2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26b33ddcd5e_1_2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6b33ddcd5e_1_2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33ddcd5e_1_2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47" name="Google Shape;247;g26b33ddcd5e_1_237"/>
          <p:cNvGrpSpPr/>
          <p:nvPr/>
        </p:nvGrpSpPr>
        <p:grpSpPr>
          <a:xfrm>
            <a:off x="662575" y="6212475"/>
            <a:ext cx="586800" cy="571500"/>
            <a:chOff x="662575" y="6212475"/>
            <a:chExt cx="586800" cy="571500"/>
          </a:xfrm>
        </p:grpSpPr>
        <p:sp>
          <p:nvSpPr>
            <p:cNvPr id="248" name="Google Shape;248;g26b33ddcd5e_1_2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6b33ddcd5e_1_2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6b33ddcd5e_1_2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1" name="Google Shape;251;g26b33ddcd5e_1_237"/>
          <p:cNvGrpSpPr/>
          <p:nvPr/>
        </p:nvGrpSpPr>
        <p:grpSpPr>
          <a:xfrm>
            <a:off x="7894350" y="6212475"/>
            <a:ext cx="586800" cy="571500"/>
            <a:chOff x="7894350" y="6212475"/>
            <a:chExt cx="586800" cy="571500"/>
          </a:xfrm>
        </p:grpSpPr>
        <p:sp>
          <p:nvSpPr>
            <p:cNvPr id="252" name="Google Shape;252;g26b33ddcd5e_1_2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6b33ddcd5e_1_2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6b33ddcd5e_1_2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5" name="Google Shape;255;g26b33ddcd5e_1_2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6b33ddcd5e_1_2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7" name="Google Shape;257;g26b33ddcd5e_1_2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26b33ddcd5e_1_2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6b33ddcd5e_1_2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6b33ddcd5e_1_2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61" name="Google Shape;261;g26b33ddcd5e_1_23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262" name="Google Shape;262;g26b33ddcd5e_1_2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3" name="Google Shape;263;g26b33ddcd5e_1_2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264"/>
        <p:cNvGrpSpPr/>
        <p:nvPr/>
      </p:nvGrpSpPr>
      <p:grpSpPr>
        <a:xfrm>
          <a:off x="0" y="0"/>
          <a:ext cx="0" cy="0"/>
          <a:chOff x="0" y="0"/>
          <a:chExt cx="0" cy="0"/>
        </a:xfrm>
      </p:grpSpPr>
      <p:sp>
        <p:nvSpPr>
          <p:cNvPr id="265" name="Google Shape;265;g26b33ddcd5e_1_4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33ddcd5e_1_4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6b33ddcd5e_1_4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6b33ddcd5e_1_4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6b33ddcd5e_1_4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6b33ddcd5e_1_4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71" name="Google Shape;271;g26b33ddcd5e_1_425"/>
          <p:cNvGrpSpPr/>
          <p:nvPr/>
        </p:nvGrpSpPr>
        <p:grpSpPr>
          <a:xfrm>
            <a:off x="662575" y="6212475"/>
            <a:ext cx="586800" cy="571500"/>
            <a:chOff x="662575" y="6212475"/>
            <a:chExt cx="586800" cy="571500"/>
          </a:xfrm>
        </p:grpSpPr>
        <p:sp>
          <p:nvSpPr>
            <p:cNvPr id="272" name="Google Shape;272;g26b33ddcd5e_1_4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6b33ddcd5e_1_4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6b33ddcd5e_1_4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26b33ddcd5e_1_425"/>
          <p:cNvGrpSpPr/>
          <p:nvPr/>
        </p:nvGrpSpPr>
        <p:grpSpPr>
          <a:xfrm>
            <a:off x="7894350" y="6212475"/>
            <a:ext cx="586800" cy="571500"/>
            <a:chOff x="7894350" y="6212475"/>
            <a:chExt cx="586800" cy="571500"/>
          </a:xfrm>
        </p:grpSpPr>
        <p:sp>
          <p:nvSpPr>
            <p:cNvPr id="276" name="Google Shape;276;g26b33ddcd5e_1_4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6b33ddcd5e_1_4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6b33ddcd5e_1_4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9" name="Google Shape;279;g26b33ddcd5e_1_4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6b33ddcd5e_1_42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6b33ddcd5e_1_4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6b33ddcd5e_1_42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6b33ddcd5e_1_42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6b33ddcd5e_1_4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RP105</a:t>
            </a:r>
            <a:endParaRPr sz="1400" b="0" i="0" u="none" strike="noStrike" cap="none">
              <a:solidFill>
                <a:srgbClr val="000000"/>
              </a:solidFill>
              <a:latin typeface="Arial"/>
              <a:ea typeface="Arial"/>
              <a:cs typeface="Arial"/>
              <a:sym typeface="Arial"/>
            </a:endParaRPr>
          </a:p>
        </p:txBody>
      </p:sp>
      <p:sp>
        <p:nvSpPr>
          <p:cNvPr id="285" name="Google Shape;285;g26b33ddcd5e_1_42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286" name="Google Shape;286;g26b33ddcd5e_1_4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7" name="Google Shape;287;g26b33ddcd5e_1_4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288"/>
        <p:cNvGrpSpPr/>
        <p:nvPr/>
      </p:nvGrpSpPr>
      <p:grpSpPr>
        <a:xfrm>
          <a:off x="0" y="0"/>
          <a:ext cx="0" cy="0"/>
          <a:chOff x="0" y="0"/>
          <a:chExt cx="0" cy="0"/>
        </a:xfrm>
      </p:grpSpPr>
      <p:sp>
        <p:nvSpPr>
          <p:cNvPr id="289" name="Google Shape;289;g26b33ddcd5e_1_47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6b33ddcd5e_1_47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6b33ddcd5e_1_47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6b33ddcd5e_1_47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6b33ddcd5e_1_47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6b33ddcd5e_1_47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5" name="Google Shape;295;g26b33ddcd5e_1_474"/>
          <p:cNvGrpSpPr/>
          <p:nvPr/>
        </p:nvGrpSpPr>
        <p:grpSpPr>
          <a:xfrm>
            <a:off x="662575" y="6212475"/>
            <a:ext cx="586800" cy="571500"/>
            <a:chOff x="662575" y="6212475"/>
            <a:chExt cx="586800" cy="571500"/>
          </a:xfrm>
        </p:grpSpPr>
        <p:sp>
          <p:nvSpPr>
            <p:cNvPr id="296" name="Google Shape;296;g26b33ddcd5e_1_47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6b33ddcd5e_1_47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6b33ddcd5e_1_47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6b33ddcd5e_1_474"/>
          <p:cNvGrpSpPr/>
          <p:nvPr/>
        </p:nvGrpSpPr>
        <p:grpSpPr>
          <a:xfrm>
            <a:off x="7894350" y="6212475"/>
            <a:ext cx="586800" cy="571500"/>
            <a:chOff x="7894350" y="6212475"/>
            <a:chExt cx="586800" cy="571500"/>
          </a:xfrm>
        </p:grpSpPr>
        <p:sp>
          <p:nvSpPr>
            <p:cNvPr id="300" name="Google Shape;300;g26b33ddcd5e_1_47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6b33ddcd5e_1_47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6b33ddcd5e_1_47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3" name="Google Shape;303;g26b33ddcd5e_1_47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04" name="Google Shape;304;g26b33ddcd5e_1_474"/>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6b33ddcd5e_1_47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6" name="Google Shape;306;g26b33ddcd5e_1_474"/>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6b33ddcd5e_1_474"/>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6b33ddcd5e_1_47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RP109</a:t>
            </a:r>
            <a:endParaRPr sz="1400" b="0" i="0" u="none" strike="noStrike" cap="none">
              <a:solidFill>
                <a:srgbClr val="000000"/>
              </a:solidFill>
              <a:latin typeface="Arial"/>
              <a:ea typeface="Arial"/>
              <a:cs typeface="Arial"/>
              <a:sym typeface="Arial"/>
            </a:endParaRPr>
          </a:p>
        </p:txBody>
      </p:sp>
      <p:sp>
        <p:nvSpPr>
          <p:cNvPr id="309" name="Google Shape;309;g26b33ddcd5e_1_47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Alien Words</a:t>
            </a:r>
            <a:endParaRPr sz="3000" b="0" i="0" u="none" strike="noStrike" cap="none">
              <a:solidFill>
                <a:srgbClr val="F7941D"/>
              </a:solidFill>
              <a:latin typeface="Poppins Medium"/>
              <a:ea typeface="Poppins Medium"/>
              <a:cs typeface="Poppins Medium"/>
              <a:sym typeface="Poppins Medium"/>
            </a:endParaRPr>
          </a:p>
        </p:txBody>
      </p:sp>
      <p:sp>
        <p:nvSpPr>
          <p:cNvPr id="310" name="Google Shape;310;g26b33ddcd5e_1_47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6b33ddcd5e_1_47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312"/>
        <p:cNvGrpSpPr/>
        <p:nvPr/>
      </p:nvGrpSpPr>
      <p:grpSpPr>
        <a:xfrm>
          <a:off x="0" y="0"/>
          <a:ext cx="0" cy="0"/>
          <a:chOff x="0" y="0"/>
          <a:chExt cx="0" cy="0"/>
        </a:xfrm>
      </p:grpSpPr>
      <p:sp>
        <p:nvSpPr>
          <p:cNvPr id="313" name="Google Shape;313;g26b33ddcd5e_1_52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6b33ddcd5e_1_52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6b33ddcd5e_1_52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6b33ddcd5e_1_52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6b33ddcd5e_1_52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6b33ddcd5e_1_52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6b33ddcd5e_1_520"/>
          <p:cNvGrpSpPr/>
          <p:nvPr/>
        </p:nvGrpSpPr>
        <p:grpSpPr>
          <a:xfrm>
            <a:off x="662575" y="6212475"/>
            <a:ext cx="586800" cy="571500"/>
            <a:chOff x="662575" y="6212475"/>
            <a:chExt cx="586800" cy="571500"/>
          </a:xfrm>
        </p:grpSpPr>
        <p:sp>
          <p:nvSpPr>
            <p:cNvPr id="320" name="Google Shape;320;g26b33ddcd5e_1_52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6b33ddcd5e_1_52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6b33ddcd5e_1_52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6b33ddcd5e_1_520"/>
          <p:cNvGrpSpPr/>
          <p:nvPr/>
        </p:nvGrpSpPr>
        <p:grpSpPr>
          <a:xfrm>
            <a:off x="7894350" y="6212475"/>
            <a:ext cx="586800" cy="571500"/>
            <a:chOff x="7894350" y="6212475"/>
            <a:chExt cx="586800" cy="571500"/>
          </a:xfrm>
        </p:grpSpPr>
        <p:sp>
          <p:nvSpPr>
            <p:cNvPr id="324" name="Google Shape;324;g26b33ddcd5e_1_52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6b33ddcd5e_1_52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6b33ddcd5e_1_52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6b33ddcd5e_1_52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6b33ddcd5e_1_52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6b33ddcd5e_1_52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6b33ddcd5e_1_52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6b33ddcd5e_1_52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6b33ddcd5e_1_52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RP107</a:t>
            </a:r>
            <a:endParaRPr sz="1400" b="0" i="0" u="none" strike="noStrike" cap="none">
              <a:solidFill>
                <a:srgbClr val="000000"/>
              </a:solidFill>
              <a:latin typeface="Arial"/>
              <a:ea typeface="Arial"/>
              <a:cs typeface="Arial"/>
              <a:sym typeface="Arial"/>
            </a:endParaRPr>
          </a:p>
        </p:txBody>
      </p:sp>
      <p:sp>
        <p:nvSpPr>
          <p:cNvPr id="333" name="Google Shape;333;g26b33ddcd5e_1_52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6b33ddcd5e_1_52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6b33ddcd5e_1_52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336"/>
        <p:cNvGrpSpPr/>
        <p:nvPr/>
      </p:nvGrpSpPr>
      <p:grpSpPr>
        <a:xfrm>
          <a:off x="0" y="0"/>
          <a:ext cx="0" cy="0"/>
          <a:chOff x="0" y="0"/>
          <a:chExt cx="0" cy="0"/>
        </a:xfrm>
      </p:grpSpPr>
      <p:sp>
        <p:nvSpPr>
          <p:cNvPr id="337" name="Google Shape;337;g26b33ddcd5e_1_5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6b33ddcd5e_1_5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6b33ddcd5e_1_5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6b33ddcd5e_1_5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6b33ddcd5e_1_5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6b33ddcd5e_1_5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43" name="Google Shape;343;g26b33ddcd5e_1_567"/>
          <p:cNvGrpSpPr/>
          <p:nvPr/>
        </p:nvGrpSpPr>
        <p:grpSpPr>
          <a:xfrm>
            <a:off x="662575" y="6212475"/>
            <a:ext cx="586800" cy="571500"/>
            <a:chOff x="662575" y="6212475"/>
            <a:chExt cx="586800" cy="571500"/>
          </a:xfrm>
        </p:grpSpPr>
        <p:sp>
          <p:nvSpPr>
            <p:cNvPr id="344" name="Google Shape;344;g26b33ddcd5e_1_5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6b33ddcd5e_1_5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6b33ddcd5e_1_5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6b33ddcd5e_1_567"/>
          <p:cNvGrpSpPr/>
          <p:nvPr/>
        </p:nvGrpSpPr>
        <p:grpSpPr>
          <a:xfrm>
            <a:off x="7894350" y="6212475"/>
            <a:ext cx="586800" cy="571500"/>
            <a:chOff x="7894350" y="6212475"/>
            <a:chExt cx="586800" cy="571500"/>
          </a:xfrm>
        </p:grpSpPr>
        <p:sp>
          <p:nvSpPr>
            <p:cNvPr id="348" name="Google Shape;348;g26b33ddcd5e_1_5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6b33ddcd5e_1_5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6b33ddcd5e_1_5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6b33ddcd5e_1_5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6b33ddcd5e_1_56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6b33ddcd5e_1_5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6b33ddcd5e_1_56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6b33ddcd5e_1_56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6b33ddcd5e_1_5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RP108</a:t>
            </a:r>
            <a:endParaRPr sz="1400" b="0" i="0" u="none" strike="noStrike" cap="none">
              <a:solidFill>
                <a:srgbClr val="000000"/>
              </a:solidFill>
              <a:latin typeface="Arial"/>
              <a:ea typeface="Arial"/>
              <a:cs typeface="Arial"/>
              <a:sym typeface="Arial"/>
            </a:endParaRPr>
          </a:p>
        </p:txBody>
      </p:sp>
      <p:sp>
        <p:nvSpPr>
          <p:cNvPr id="357" name="Google Shape;357;g26b33ddcd5e_1_5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Sight Words</a:t>
            </a:r>
            <a:endParaRPr sz="3000" b="0" i="0" u="none" strike="noStrike" cap="none">
              <a:solidFill>
                <a:srgbClr val="F7941D"/>
              </a:solidFill>
              <a:latin typeface="Poppins Medium"/>
              <a:ea typeface="Poppins Medium"/>
              <a:cs typeface="Poppins Medium"/>
              <a:sym typeface="Poppins Medium"/>
            </a:endParaRPr>
          </a:p>
        </p:txBody>
      </p:sp>
      <p:sp>
        <p:nvSpPr>
          <p:cNvPr id="358" name="Google Shape;358;g26b33ddcd5e_1_5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6b33ddcd5e_1_5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360"/>
        <p:cNvGrpSpPr/>
        <p:nvPr/>
      </p:nvGrpSpPr>
      <p:grpSpPr>
        <a:xfrm>
          <a:off x="0" y="0"/>
          <a:ext cx="0" cy="0"/>
          <a:chOff x="0" y="0"/>
          <a:chExt cx="0" cy="0"/>
        </a:xfrm>
      </p:grpSpPr>
      <p:sp>
        <p:nvSpPr>
          <p:cNvPr id="361" name="Google Shape;36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235dd0dad_1_87"/>
          <p:cNvGrpSpPr/>
          <p:nvPr/>
        </p:nvGrpSpPr>
        <p:grpSpPr>
          <a:xfrm>
            <a:off x="662575" y="6212475"/>
            <a:ext cx="586800" cy="571500"/>
            <a:chOff x="662575" y="6212475"/>
            <a:chExt cx="586800" cy="571500"/>
          </a:xfrm>
        </p:grpSpPr>
        <p:sp>
          <p:nvSpPr>
            <p:cNvPr id="369" name="Google Shape;36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235dd0dad_1_87"/>
          <p:cNvGrpSpPr/>
          <p:nvPr/>
        </p:nvGrpSpPr>
        <p:grpSpPr>
          <a:xfrm>
            <a:off x="7894350" y="6212475"/>
            <a:ext cx="586800" cy="571500"/>
            <a:chOff x="7894350" y="6212475"/>
            <a:chExt cx="586800" cy="571500"/>
          </a:xfrm>
        </p:grpSpPr>
        <p:sp>
          <p:nvSpPr>
            <p:cNvPr id="373" name="Google Shape;37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82" name="Google Shape;38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384" name="Google Shape;38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85" name="Google Shape;38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86" name="Google Shape;38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87" name="Google Shape;38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8" name="Google Shape;38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9" name="Google Shape;38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90" name="Google Shape;39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91" name="Google Shape;39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392"/>
        <p:cNvGrpSpPr/>
        <p:nvPr/>
      </p:nvGrpSpPr>
      <p:grpSpPr>
        <a:xfrm>
          <a:off x="0" y="0"/>
          <a:ext cx="0" cy="0"/>
          <a:chOff x="0" y="0"/>
          <a:chExt cx="0" cy="0"/>
        </a:xfrm>
      </p:grpSpPr>
      <p:sp>
        <p:nvSpPr>
          <p:cNvPr id="393" name="Google Shape;39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1f3daf8a844_0_32"/>
          <p:cNvGrpSpPr/>
          <p:nvPr/>
        </p:nvGrpSpPr>
        <p:grpSpPr>
          <a:xfrm>
            <a:off x="662575" y="6212475"/>
            <a:ext cx="586800" cy="571500"/>
            <a:chOff x="662575" y="6212475"/>
            <a:chExt cx="586800" cy="571500"/>
          </a:xfrm>
        </p:grpSpPr>
        <p:sp>
          <p:nvSpPr>
            <p:cNvPr id="400" name="Google Shape;40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1f3daf8a844_0_32"/>
          <p:cNvGrpSpPr/>
          <p:nvPr/>
        </p:nvGrpSpPr>
        <p:grpSpPr>
          <a:xfrm>
            <a:off x="7894350" y="6212475"/>
            <a:ext cx="586800" cy="571500"/>
            <a:chOff x="7894350" y="6212475"/>
            <a:chExt cx="586800" cy="571500"/>
          </a:xfrm>
        </p:grpSpPr>
        <p:sp>
          <p:nvSpPr>
            <p:cNvPr id="404" name="Google Shape;40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413" name="Google Shape;41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414" name="Google Shape;41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415" name="Google Shape;41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416" name="Google Shape;41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417" name="Google Shape;41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8" name="Google Shape;41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9" name="Google Shape;41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420" name="Google Shape;42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421" name="Google Shape;42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422"/>
        <p:cNvGrpSpPr/>
        <p:nvPr/>
      </p:nvGrpSpPr>
      <p:grpSpPr>
        <a:xfrm>
          <a:off x="0" y="0"/>
          <a:ext cx="0" cy="0"/>
          <a:chOff x="0" y="0"/>
          <a:chExt cx="0" cy="0"/>
        </a:xfrm>
      </p:grpSpPr>
      <p:sp>
        <p:nvSpPr>
          <p:cNvPr id="423" name="Google Shape;42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9" name="Google Shape;429;g2c157a2fb06_0_53"/>
          <p:cNvGrpSpPr/>
          <p:nvPr/>
        </p:nvGrpSpPr>
        <p:grpSpPr>
          <a:xfrm>
            <a:off x="662575" y="6212475"/>
            <a:ext cx="586800" cy="571500"/>
            <a:chOff x="662575" y="6212475"/>
            <a:chExt cx="586800" cy="571500"/>
          </a:xfrm>
        </p:grpSpPr>
        <p:sp>
          <p:nvSpPr>
            <p:cNvPr id="430" name="Google Shape;43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3" name="Google Shape;433;g2c157a2fb06_0_53"/>
          <p:cNvGrpSpPr/>
          <p:nvPr/>
        </p:nvGrpSpPr>
        <p:grpSpPr>
          <a:xfrm>
            <a:off x="7894350" y="6212475"/>
            <a:ext cx="586800" cy="571500"/>
            <a:chOff x="7894350" y="6212475"/>
            <a:chExt cx="586800" cy="571500"/>
          </a:xfrm>
        </p:grpSpPr>
        <p:sp>
          <p:nvSpPr>
            <p:cNvPr id="434" name="Google Shape;43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7" name="Google Shape;43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9" name="Google Shape;43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40" name="Google Shape;44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43" name="Google Shape;44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444" name="Google Shape;44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8" name="Google Shape;44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 name="Google Shape;44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 name="Google Shape;45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53" name="Google Shape;453;g2c157a2fb06_0_53"/>
          <p:cNvGrpSpPr/>
          <p:nvPr/>
        </p:nvGrpSpPr>
        <p:grpSpPr>
          <a:xfrm>
            <a:off x="1403031" y="6958923"/>
            <a:ext cx="6774848" cy="1291477"/>
            <a:chOff x="717231" y="7263723"/>
            <a:chExt cx="6774848" cy="1291477"/>
          </a:xfrm>
        </p:grpSpPr>
        <p:sp>
          <p:nvSpPr>
            <p:cNvPr id="454" name="Google Shape;45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455" name="Google Shape;45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456" name="Google Shape;45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457" name="Google Shape;45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458" name="Google Shape;45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459" name="Google Shape;45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460" name="Google Shape;46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461" name="Google Shape;46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462" name="Google Shape;46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5" name="Google Shape;46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466" name="Google Shape;46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467"/>
        <p:cNvGrpSpPr/>
        <p:nvPr/>
      </p:nvGrpSpPr>
      <p:grpSpPr>
        <a:xfrm>
          <a:off x="0" y="0"/>
          <a:ext cx="0" cy="0"/>
          <a:chOff x="0" y="0"/>
          <a:chExt cx="0" cy="0"/>
        </a:xfrm>
      </p:grpSpPr>
      <p:pic>
        <p:nvPicPr>
          <p:cNvPr id="468" name="Google Shape;46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469" name="Google Shape;46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5" name="Google Shape;475;g2c157a2fb06_0_158"/>
          <p:cNvGrpSpPr/>
          <p:nvPr/>
        </p:nvGrpSpPr>
        <p:grpSpPr>
          <a:xfrm>
            <a:off x="662575" y="6212475"/>
            <a:ext cx="586800" cy="571500"/>
            <a:chOff x="662575" y="6212475"/>
            <a:chExt cx="586800" cy="571500"/>
          </a:xfrm>
        </p:grpSpPr>
        <p:sp>
          <p:nvSpPr>
            <p:cNvPr id="476" name="Google Shape;47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158"/>
          <p:cNvGrpSpPr/>
          <p:nvPr/>
        </p:nvGrpSpPr>
        <p:grpSpPr>
          <a:xfrm>
            <a:off x="7894350" y="6212475"/>
            <a:ext cx="586800" cy="571500"/>
            <a:chOff x="7894350" y="6212475"/>
            <a:chExt cx="586800" cy="571500"/>
          </a:xfrm>
        </p:grpSpPr>
        <p:sp>
          <p:nvSpPr>
            <p:cNvPr id="480" name="Google Shape;48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3" name="Google Shape;48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4" name="Google Shape;48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5" name="Google Shape;48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6" name="Google Shape;48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7" name="Google Shape;48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8" name="Google Shape;48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89" name="Google Shape;48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490" name="Google Shape;49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1" name="Google Shape;49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2" name="Google Shape;49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3" name="Google Shape;49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4" name="Google Shape;49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96"/>
        <p:cNvGrpSpPr/>
        <p:nvPr/>
      </p:nvGrpSpPr>
      <p:grpSpPr>
        <a:xfrm>
          <a:off x="0" y="0"/>
          <a:ext cx="0" cy="0"/>
          <a:chOff x="0" y="0"/>
          <a:chExt cx="0" cy="0"/>
        </a:xfrm>
      </p:grpSpPr>
      <p:sp>
        <p:nvSpPr>
          <p:cNvPr id="497" name="Google Shape;49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0" name="Google Shape;50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3" name="Google Shape;503;g2c157a2fb06_0_263"/>
          <p:cNvGrpSpPr/>
          <p:nvPr/>
        </p:nvGrpSpPr>
        <p:grpSpPr>
          <a:xfrm>
            <a:off x="662575" y="6212475"/>
            <a:ext cx="586800" cy="571500"/>
            <a:chOff x="662575" y="6212475"/>
            <a:chExt cx="586800" cy="571500"/>
          </a:xfrm>
        </p:grpSpPr>
        <p:sp>
          <p:nvSpPr>
            <p:cNvPr id="504" name="Google Shape;50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7" name="Google Shape;507;g2c157a2fb06_0_263"/>
          <p:cNvGrpSpPr/>
          <p:nvPr/>
        </p:nvGrpSpPr>
        <p:grpSpPr>
          <a:xfrm>
            <a:off x="7894350" y="6212475"/>
            <a:ext cx="586800" cy="571500"/>
            <a:chOff x="7894350" y="6212475"/>
            <a:chExt cx="586800" cy="571500"/>
          </a:xfrm>
        </p:grpSpPr>
        <p:sp>
          <p:nvSpPr>
            <p:cNvPr id="508" name="Google Shape;50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1" name="Google Shape;51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3" name="Google Shape;51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14" name="Google Shape;51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5" name="Google Shape;51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6" name="Google Shape;51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17" name="Google Shape;51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518" name="Google Shape;51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19" name="Google Shape;51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0" name="Google Shape;52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1" name="Google Shape;52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2" name="Google Shape;522;g2c157a2fb06_0_263"/>
          <p:cNvSpPr>
            <a:spLocks noGrp="1"/>
          </p:cNvSpPr>
          <p:nvPr>
            <p:ph type="pic" idx="8"/>
          </p:nvPr>
        </p:nvSpPr>
        <p:spPr>
          <a:xfrm>
            <a:off x="5086375" y="4412425"/>
            <a:ext cx="2668800" cy="1291500"/>
          </a:xfrm>
          <a:prstGeom prst="rect">
            <a:avLst/>
          </a:prstGeom>
          <a:noFill/>
          <a:ln>
            <a:noFill/>
          </a:ln>
        </p:spPr>
      </p:sp>
      <p:sp>
        <p:nvSpPr>
          <p:cNvPr id="523" name="Google Shape;523;g2c157a2fb06_0_263"/>
          <p:cNvSpPr>
            <a:spLocks noGrp="1"/>
          </p:cNvSpPr>
          <p:nvPr>
            <p:ph type="pic" idx="9"/>
          </p:nvPr>
        </p:nvSpPr>
        <p:spPr>
          <a:xfrm>
            <a:off x="5086375" y="797675"/>
            <a:ext cx="2668800" cy="1291500"/>
          </a:xfrm>
          <a:prstGeom prst="rect">
            <a:avLst/>
          </a:prstGeom>
          <a:noFill/>
          <a:ln>
            <a:noFill/>
          </a:ln>
        </p:spPr>
      </p:sp>
      <p:sp>
        <p:nvSpPr>
          <p:cNvPr id="524" name="Google Shape;524;g2c157a2fb06_0_263"/>
          <p:cNvSpPr>
            <a:spLocks noGrp="1"/>
          </p:cNvSpPr>
          <p:nvPr>
            <p:ph type="pic" idx="13"/>
          </p:nvPr>
        </p:nvSpPr>
        <p:spPr>
          <a:xfrm>
            <a:off x="5086375" y="2002592"/>
            <a:ext cx="2668800" cy="1291500"/>
          </a:xfrm>
          <a:prstGeom prst="rect">
            <a:avLst/>
          </a:prstGeom>
          <a:noFill/>
          <a:ln>
            <a:noFill/>
          </a:ln>
        </p:spPr>
      </p:sp>
      <p:sp>
        <p:nvSpPr>
          <p:cNvPr id="525" name="Google Shape;525;g2c157a2fb06_0_263"/>
          <p:cNvSpPr>
            <a:spLocks noGrp="1"/>
          </p:cNvSpPr>
          <p:nvPr>
            <p:ph type="pic" idx="14"/>
          </p:nvPr>
        </p:nvSpPr>
        <p:spPr>
          <a:xfrm>
            <a:off x="5086375" y="3207508"/>
            <a:ext cx="2668800" cy="1291500"/>
          </a:xfrm>
          <a:prstGeom prst="rect">
            <a:avLst/>
          </a:prstGeom>
          <a:noFill/>
          <a:ln>
            <a:noFill/>
          </a:ln>
        </p:spPr>
      </p:sp>
      <p:sp>
        <p:nvSpPr>
          <p:cNvPr id="526" name="Google Shape;52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528"/>
        <p:cNvGrpSpPr/>
        <p:nvPr/>
      </p:nvGrpSpPr>
      <p:grpSpPr>
        <a:xfrm>
          <a:off x="0" y="0"/>
          <a:ext cx="0" cy="0"/>
          <a:chOff x="0" y="0"/>
          <a:chExt cx="0" cy="0"/>
        </a:xfrm>
      </p:grpSpPr>
      <p:cxnSp>
        <p:nvCxnSpPr>
          <p:cNvPr id="529" name="Google Shape;52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0" name="Google Shape;53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532" name="Google Shape;53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5" name="Google Shape;53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8" name="Google Shape;538;g2c157a2fb06_0_467"/>
          <p:cNvGrpSpPr/>
          <p:nvPr/>
        </p:nvGrpSpPr>
        <p:grpSpPr>
          <a:xfrm>
            <a:off x="662575" y="6212475"/>
            <a:ext cx="586800" cy="571500"/>
            <a:chOff x="662575" y="6212475"/>
            <a:chExt cx="586800" cy="571500"/>
          </a:xfrm>
        </p:grpSpPr>
        <p:sp>
          <p:nvSpPr>
            <p:cNvPr id="539" name="Google Shape;53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467"/>
          <p:cNvGrpSpPr/>
          <p:nvPr/>
        </p:nvGrpSpPr>
        <p:grpSpPr>
          <a:xfrm>
            <a:off x="7894350" y="6212475"/>
            <a:ext cx="586800" cy="571500"/>
            <a:chOff x="7894350" y="6212475"/>
            <a:chExt cx="586800" cy="571500"/>
          </a:xfrm>
        </p:grpSpPr>
        <p:sp>
          <p:nvSpPr>
            <p:cNvPr id="543" name="Google Shape;54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6" name="Google Shape;54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9" name="Google Shape;54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0" name="Google Shape;55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1" name="Google Shape;55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52" name="Google Shape;55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553" name="Google Shape;55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555"/>
        <p:cNvGrpSpPr/>
        <p:nvPr/>
      </p:nvGrpSpPr>
      <p:grpSpPr>
        <a:xfrm>
          <a:off x="0" y="0"/>
          <a:ext cx="0" cy="0"/>
          <a:chOff x="0" y="0"/>
          <a:chExt cx="0" cy="0"/>
        </a:xfrm>
      </p:grpSpPr>
      <p:cxnSp>
        <p:nvCxnSpPr>
          <p:cNvPr id="556" name="Google Shape;55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57" name="Google Shape;55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558" name="Google Shape;55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1" name="Google Shape;56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4" name="Google Shape;564;g2c157a2fb06_0_629"/>
          <p:cNvGrpSpPr/>
          <p:nvPr/>
        </p:nvGrpSpPr>
        <p:grpSpPr>
          <a:xfrm>
            <a:off x="662575" y="6212475"/>
            <a:ext cx="586800" cy="571500"/>
            <a:chOff x="662575" y="6212475"/>
            <a:chExt cx="586800" cy="571500"/>
          </a:xfrm>
        </p:grpSpPr>
        <p:sp>
          <p:nvSpPr>
            <p:cNvPr id="565" name="Google Shape;56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8" name="Google Shape;568;g2c157a2fb06_0_629"/>
          <p:cNvGrpSpPr/>
          <p:nvPr/>
        </p:nvGrpSpPr>
        <p:grpSpPr>
          <a:xfrm>
            <a:off x="7894350" y="6212475"/>
            <a:ext cx="586800" cy="571500"/>
            <a:chOff x="7894350" y="6212475"/>
            <a:chExt cx="586800" cy="571500"/>
          </a:xfrm>
        </p:grpSpPr>
        <p:sp>
          <p:nvSpPr>
            <p:cNvPr id="569" name="Google Shape;56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2" name="Google Shape;57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6" name="Google Shape;57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7" name="Google Shape;57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8" name="Google Shape;57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579" name="Google Shape;57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0" name="Google Shape;58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1" name="Google Shape;58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582"/>
        <p:cNvGrpSpPr/>
        <p:nvPr/>
      </p:nvGrpSpPr>
      <p:grpSpPr>
        <a:xfrm>
          <a:off x="0" y="0"/>
          <a:ext cx="0" cy="0"/>
          <a:chOff x="0" y="0"/>
          <a:chExt cx="0" cy="0"/>
        </a:xfrm>
      </p:grpSpPr>
      <p:cxnSp>
        <p:nvCxnSpPr>
          <p:cNvPr id="583" name="Google Shape;58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4" name="Google Shape;58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85" name="Google Shape;58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87" name="Google Shape;58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798"/>
          <p:cNvGrpSpPr/>
          <p:nvPr/>
        </p:nvGrpSpPr>
        <p:grpSpPr>
          <a:xfrm>
            <a:off x="662575" y="6212475"/>
            <a:ext cx="586800" cy="571500"/>
            <a:chOff x="662575" y="6212475"/>
            <a:chExt cx="586800" cy="571500"/>
          </a:xfrm>
        </p:grpSpPr>
        <p:sp>
          <p:nvSpPr>
            <p:cNvPr id="594" name="Google Shape;59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798"/>
          <p:cNvGrpSpPr/>
          <p:nvPr/>
        </p:nvGrpSpPr>
        <p:grpSpPr>
          <a:xfrm>
            <a:off x="7894350" y="6212475"/>
            <a:ext cx="586800" cy="571500"/>
            <a:chOff x="7894350" y="6212475"/>
            <a:chExt cx="586800" cy="571500"/>
          </a:xfrm>
        </p:grpSpPr>
        <p:sp>
          <p:nvSpPr>
            <p:cNvPr id="598" name="Google Shape;59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607" name="Google Shape;60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9" name="Google Shape;60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610"/>
        <p:cNvGrpSpPr/>
        <p:nvPr/>
      </p:nvGrpSpPr>
      <p:grpSpPr>
        <a:xfrm>
          <a:off x="0" y="0"/>
          <a:ext cx="0" cy="0"/>
          <a:chOff x="0" y="0"/>
          <a:chExt cx="0" cy="0"/>
        </a:xfrm>
      </p:grpSpPr>
      <p:cxnSp>
        <p:nvCxnSpPr>
          <p:cNvPr id="611" name="Google Shape;61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12" name="Google Shape;61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613" name="Google Shape;61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4" name="Google Shape;61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615" name="Google Shape;61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825"/>
          <p:cNvGrpSpPr/>
          <p:nvPr/>
        </p:nvGrpSpPr>
        <p:grpSpPr>
          <a:xfrm>
            <a:off x="662575" y="6212475"/>
            <a:ext cx="586800" cy="571500"/>
            <a:chOff x="662575" y="6212475"/>
            <a:chExt cx="586800" cy="571500"/>
          </a:xfrm>
        </p:grpSpPr>
        <p:sp>
          <p:nvSpPr>
            <p:cNvPr id="622" name="Google Shape;62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825"/>
          <p:cNvGrpSpPr/>
          <p:nvPr/>
        </p:nvGrpSpPr>
        <p:grpSpPr>
          <a:xfrm>
            <a:off x="7894350" y="6212475"/>
            <a:ext cx="586800" cy="571500"/>
            <a:chOff x="7894350" y="6212475"/>
            <a:chExt cx="586800" cy="571500"/>
          </a:xfrm>
        </p:grpSpPr>
        <p:sp>
          <p:nvSpPr>
            <p:cNvPr id="626" name="Google Shape;62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5" name="Google Shape;63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636" name="Google Shape;63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7" name="Google Shape;63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638"/>
        <p:cNvGrpSpPr/>
        <p:nvPr/>
      </p:nvGrpSpPr>
      <p:grpSpPr>
        <a:xfrm>
          <a:off x="0" y="0"/>
          <a:ext cx="0" cy="0"/>
          <a:chOff x="0" y="0"/>
          <a:chExt cx="0" cy="0"/>
        </a:xfrm>
      </p:grpSpPr>
      <p:sp>
        <p:nvSpPr>
          <p:cNvPr id="639" name="Google Shape;63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5" name="Google Shape;64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48" name="Google Shape;648;g2c157a2fb06_0_700"/>
          <p:cNvGrpSpPr/>
          <p:nvPr/>
        </p:nvGrpSpPr>
        <p:grpSpPr>
          <a:xfrm>
            <a:off x="662575" y="6212475"/>
            <a:ext cx="586800" cy="571500"/>
            <a:chOff x="662575" y="6212475"/>
            <a:chExt cx="586800" cy="571500"/>
          </a:xfrm>
        </p:grpSpPr>
        <p:sp>
          <p:nvSpPr>
            <p:cNvPr id="649" name="Google Shape;64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700"/>
          <p:cNvGrpSpPr/>
          <p:nvPr/>
        </p:nvGrpSpPr>
        <p:grpSpPr>
          <a:xfrm>
            <a:off x="7894350" y="6212475"/>
            <a:ext cx="586800" cy="571500"/>
            <a:chOff x="7894350" y="6212475"/>
            <a:chExt cx="586800" cy="571500"/>
          </a:xfrm>
        </p:grpSpPr>
        <p:sp>
          <p:nvSpPr>
            <p:cNvPr id="653" name="Google Shape;65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6" name="Google Shape;65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7" name="Google Shape;65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8" name="Google Shape;65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662" name="Google Shape;66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63" name="Google Shape;66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4" name="Google Shape;66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5" name="Google Shape;66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6" name="Google Shape;66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8" name="Google Shape;66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0" name="Google Shape;67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2" name="Google Shape;67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4" name="Google Shape;67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6" name="Google Shape;67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7" name="Google Shape;67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678"/>
        <p:cNvGrpSpPr/>
        <p:nvPr/>
      </p:nvGrpSpPr>
      <p:grpSpPr>
        <a:xfrm>
          <a:off x="0" y="0"/>
          <a:ext cx="0" cy="0"/>
          <a:chOff x="0" y="0"/>
          <a:chExt cx="0" cy="0"/>
        </a:xfrm>
      </p:grpSpPr>
      <p:sp>
        <p:nvSpPr>
          <p:cNvPr id="679" name="Google Shape;67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2" name="Google Shape;68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5" name="Google Shape;685;g2c157a2fb06_0_932"/>
          <p:cNvGrpSpPr/>
          <p:nvPr/>
        </p:nvGrpSpPr>
        <p:grpSpPr>
          <a:xfrm>
            <a:off x="662575" y="6212475"/>
            <a:ext cx="586800" cy="571500"/>
            <a:chOff x="662575" y="6212475"/>
            <a:chExt cx="586800" cy="571500"/>
          </a:xfrm>
        </p:grpSpPr>
        <p:sp>
          <p:nvSpPr>
            <p:cNvPr id="686" name="Google Shape;68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9" name="Google Shape;689;g2c157a2fb06_0_932"/>
          <p:cNvGrpSpPr/>
          <p:nvPr/>
        </p:nvGrpSpPr>
        <p:grpSpPr>
          <a:xfrm>
            <a:off x="7894350" y="6212475"/>
            <a:ext cx="586800" cy="571500"/>
            <a:chOff x="7894350" y="6212475"/>
            <a:chExt cx="586800" cy="571500"/>
          </a:xfrm>
        </p:grpSpPr>
        <p:sp>
          <p:nvSpPr>
            <p:cNvPr id="690" name="Google Shape;69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1" name="Google Shape;69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3" name="Google Shape;69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94" name="Google Shape;69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5" name="Google Shape;69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96" name="Google Shape;69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7" name="Google Shape;69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8" name="Google Shape;69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699" name="Google Shape;69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0" name="Google Shape;70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1" name="Google Shape;70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2" name="Google Shape;70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3" name="Google Shape;70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4" name="Google Shape;70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5" name="Google Shape;70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6" name="Google Shape;70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707" name="Google Shape;70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08" name="Google Shape;70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709" name="Google Shape;70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0" name="Google Shape;71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1" name="Google Shape;71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2" name="Google Shape;71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3" name="Google Shape;71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4" name="Google Shape;71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5" name="Google Shape;71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6" name="Google Shape;71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7" name="Google Shape;71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718"/>
        <p:cNvGrpSpPr/>
        <p:nvPr/>
      </p:nvGrpSpPr>
      <p:grpSpPr>
        <a:xfrm>
          <a:off x="0" y="0"/>
          <a:ext cx="0" cy="0"/>
          <a:chOff x="0" y="0"/>
          <a:chExt cx="0" cy="0"/>
        </a:xfrm>
      </p:grpSpPr>
      <p:cxnSp>
        <p:nvCxnSpPr>
          <p:cNvPr id="719" name="Google Shape;7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720" name="Google Shape;7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721" name="Google Shape;7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2" name="Google Shape;7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3" name="Google Shape;7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4" name="Google Shape;7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5" name="Google Shape;7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6" name="Google Shape;7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7" name="Google Shape;7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8" name="Google Shape;7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9" name="Google Shape;7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30" name="Google Shape;73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3" name="Google Shape;73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36" name="Google Shape;736;g2c157a2fb06_0_1045"/>
          <p:cNvGrpSpPr/>
          <p:nvPr/>
        </p:nvGrpSpPr>
        <p:grpSpPr>
          <a:xfrm>
            <a:off x="662575" y="6212475"/>
            <a:ext cx="586800" cy="571500"/>
            <a:chOff x="662575" y="6212475"/>
            <a:chExt cx="586800" cy="571500"/>
          </a:xfrm>
        </p:grpSpPr>
        <p:sp>
          <p:nvSpPr>
            <p:cNvPr id="737" name="Google Shape;7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0" name="Google Shape;740;g2c157a2fb06_0_1045"/>
          <p:cNvGrpSpPr/>
          <p:nvPr/>
        </p:nvGrpSpPr>
        <p:grpSpPr>
          <a:xfrm>
            <a:off x="7894350" y="6212475"/>
            <a:ext cx="586800" cy="571500"/>
            <a:chOff x="7894350" y="6212475"/>
            <a:chExt cx="586800" cy="571500"/>
          </a:xfrm>
        </p:grpSpPr>
        <p:sp>
          <p:nvSpPr>
            <p:cNvPr id="741" name="Google Shape;7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4" name="Google Shape;74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45" name="Google Shape;74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46" name="Google Shape;74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47" name="Google Shape;74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8" name="Google Shape;74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9" name="Google Shape;74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750" name="Google Shape;75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751" name="Google Shape;75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52" name="Google Shape;75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753" name="Google Shape;75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54" name="Google Shape;75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755"/>
        <p:cNvGrpSpPr/>
        <p:nvPr/>
      </p:nvGrpSpPr>
      <p:grpSpPr>
        <a:xfrm>
          <a:off x="0" y="0"/>
          <a:ext cx="0" cy="0"/>
          <a:chOff x="0" y="0"/>
          <a:chExt cx="0" cy="0"/>
        </a:xfrm>
      </p:grpSpPr>
      <p:sp>
        <p:nvSpPr>
          <p:cNvPr id="756" name="Google Shape;75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8" name="Google Shape;75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9" name="Google Shape;75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0" name="Google Shape;76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62" name="Google Shape;762;g2c157a2fb06_0_1110"/>
          <p:cNvGrpSpPr/>
          <p:nvPr/>
        </p:nvGrpSpPr>
        <p:grpSpPr>
          <a:xfrm>
            <a:off x="662575" y="6212475"/>
            <a:ext cx="586800" cy="571500"/>
            <a:chOff x="662575" y="6212475"/>
            <a:chExt cx="586800" cy="571500"/>
          </a:xfrm>
        </p:grpSpPr>
        <p:sp>
          <p:nvSpPr>
            <p:cNvPr id="763" name="Google Shape;76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4" name="Google Shape;76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66" name="Google Shape;766;g2c157a2fb06_0_1110"/>
          <p:cNvGrpSpPr/>
          <p:nvPr/>
        </p:nvGrpSpPr>
        <p:grpSpPr>
          <a:xfrm>
            <a:off x="7894350" y="6212475"/>
            <a:ext cx="586800" cy="571500"/>
            <a:chOff x="7894350" y="6212475"/>
            <a:chExt cx="586800" cy="571500"/>
          </a:xfrm>
        </p:grpSpPr>
        <p:sp>
          <p:nvSpPr>
            <p:cNvPr id="767" name="Google Shape;76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9" name="Google Shape;76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70" name="Google Shape;77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71" name="Google Shape;77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72" name="Google Shape;77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73" name="Google Shape;77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4" name="Google Shape;77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5" name="Google Shape;77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776" name="Google Shape;77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777" name="Google Shape;77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8" name="Google Shape;77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9" name="Google Shape;77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80" name="Google Shape;78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781" name="Google Shape;781;g2c157a2fb06_0_1110"/>
          <p:cNvGrpSpPr/>
          <p:nvPr/>
        </p:nvGrpSpPr>
        <p:grpSpPr>
          <a:xfrm>
            <a:off x="5806200" y="1807463"/>
            <a:ext cx="756300" cy="146700"/>
            <a:chOff x="5806200" y="1807463"/>
            <a:chExt cx="756300" cy="146700"/>
          </a:xfrm>
        </p:grpSpPr>
        <p:sp>
          <p:nvSpPr>
            <p:cNvPr id="782" name="Google Shape;78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4" name="Google Shape;78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85" name="Google Shape;78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86" name="Google Shape;78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787" name="Google Shape;787;g2c157a2fb06_0_1110"/>
          <p:cNvGrpSpPr/>
          <p:nvPr/>
        </p:nvGrpSpPr>
        <p:grpSpPr>
          <a:xfrm>
            <a:off x="5806200" y="2842438"/>
            <a:ext cx="756300" cy="146700"/>
            <a:chOff x="5806200" y="1807463"/>
            <a:chExt cx="756300" cy="146700"/>
          </a:xfrm>
        </p:grpSpPr>
        <p:sp>
          <p:nvSpPr>
            <p:cNvPr id="788" name="Google Shape;78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9" name="Google Shape;78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0" name="Google Shape;79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91" name="Google Shape;791;g2c157a2fb06_0_1110"/>
          <p:cNvGrpSpPr/>
          <p:nvPr/>
        </p:nvGrpSpPr>
        <p:grpSpPr>
          <a:xfrm>
            <a:off x="5806200" y="3877413"/>
            <a:ext cx="756300" cy="146700"/>
            <a:chOff x="5806200" y="1807463"/>
            <a:chExt cx="756300" cy="146700"/>
          </a:xfrm>
        </p:grpSpPr>
        <p:sp>
          <p:nvSpPr>
            <p:cNvPr id="792" name="Google Shape;79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3" name="Google Shape;79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95"/>
        <p:cNvGrpSpPr/>
        <p:nvPr/>
      </p:nvGrpSpPr>
      <p:grpSpPr>
        <a:xfrm>
          <a:off x="0" y="0"/>
          <a:ext cx="0" cy="0"/>
          <a:chOff x="0" y="0"/>
          <a:chExt cx="0" cy="0"/>
        </a:xfrm>
      </p:grpSpPr>
      <p:sp>
        <p:nvSpPr>
          <p:cNvPr id="796" name="Google Shape;79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7" name="Google Shape;79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8" name="Google Shape;79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9" name="Google Shape;79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800" name="Google Shape;80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1" name="Google Shape;80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2" name="Google Shape;80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803" name="Google Shape;80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804" name="Google Shape;80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805" name="Google Shape;80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806" name="Google Shape;80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807" name="Google Shape;80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808" name="Google Shape;80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809" name="Google Shape;809;p30"/>
          <p:cNvGrpSpPr/>
          <p:nvPr/>
        </p:nvGrpSpPr>
        <p:grpSpPr>
          <a:xfrm>
            <a:off x="6022940" y="5341706"/>
            <a:ext cx="594501" cy="305904"/>
            <a:chOff x="5672081" y="1914352"/>
            <a:chExt cx="792668" cy="305904"/>
          </a:xfrm>
        </p:grpSpPr>
        <p:sp>
          <p:nvSpPr>
            <p:cNvPr id="810" name="Google Shape;81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1" name="Google Shape;81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12" name="Google Shape;81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813" name="Google Shape;81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4" name="Google Shape;81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5" name="Google Shape;81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6" name="Google Shape;81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7" name="Google Shape;81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8" name="Google Shape;81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9" name="Google Shape;81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0" name="Google Shape;82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821" name="Google Shape;82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822" name="Google Shape;82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3" name="Google Shape;82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4" name="Google Shape;82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5" name="Google Shape;82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6" name="Google Shape;82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7" name="Google Shape;82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8" name="Google Shape;82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9" name="Google Shape;82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830" name="Google Shape;83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831" name="Google Shape;83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832" name="Google Shape;83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833" name="Google Shape;83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834" name="Google Shape;83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835" name="Google Shape;83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836" name="Google Shape;83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7" name="Google Shape;83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839" name="Google Shape;83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840" name="Google Shape;84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841"/>
        <p:cNvGrpSpPr/>
        <p:nvPr/>
      </p:nvGrpSpPr>
      <p:grpSpPr>
        <a:xfrm>
          <a:off x="0" y="0"/>
          <a:ext cx="0" cy="0"/>
          <a:chOff x="0" y="0"/>
          <a:chExt cx="0" cy="0"/>
        </a:xfrm>
      </p:grpSpPr>
      <p:sp>
        <p:nvSpPr>
          <p:cNvPr id="842" name="Google Shape;84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3" name="Google Shape;84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844" name="Google Shape;84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845"/>
        <p:cNvGrpSpPr/>
        <p:nvPr/>
      </p:nvGrpSpPr>
      <p:grpSpPr>
        <a:xfrm>
          <a:off x="0" y="0"/>
          <a:ext cx="0" cy="0"/>
          <a:chOff x="0" y="0"/>
          <a:chExt cx="0" cy="0"/>
        </a:xfrm>
      </p:grpSpPr>
      <p:sp>
        <p:nvSpPr>
          <p:cNvPr id="846" name="Google Shape;84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7" name="Google Shape;84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848" name="Google Shape;84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855"/>
        <p:cNvGrpSpPr/>
        <p:nvPr/>
      </p:nvGrpSpPr>
      <p:grpSpPr>
        <a:xfrm>
          <a:off x="0" y="0"/>
          <a:ext cx="0" cy="0"/>
          <a:chOff x="0" y="0"/>
          <a:chExt cx="0" cy="0"/>
        </a:xfrm>
      </p:grpSpPr>
      <p:sp>
        <p:nvSpPr>
          <p:cNvPr id="856" name="Google Shape;856;g323ddecd5d6_0_217"/>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7" name="Google Shape;857;g323ddecd5d6_0_217"/>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8" name="Google Shape;858;g323ddecd5d6_0_217"/>
          <p:cNvSpPr txBo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endParaRPr sz="3000">
              <a:solidFill>
                <a:srgbClr val="262626"/>
              </a:solidFill>
              <a:latin typeface="Poppins"/>
              <a:ea typeface="Poppins"/>
              <a:cs typeface="Poppins"/>
              <a:sym typeface="Poppins"/>
            </a:endParaRPr>
          </a:p>
        </p:txBody>
      </p:sp>
      <p:sp>
        <p:nvSpPr>
          <p:cNvPr id="859" name="Google Shape;859;g323ddecd5d6_0_21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g323ddecd5d6_0_217"/>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endParaRPr sz="2200" i="1">
              <a:solidFill>
                <a:srgbClr val="262626"/>
              </a:solidFill>
              <a:latin typeface="Poppins"/>
              <a:ea typeface="Poppins"/>
              <a:cs typeface="Poppins"/>
              <a:sym typeface="Poppins"/>
            </a:endParaRPr>
          </a:p>
        </p:txBody>
      </p:sp>
      <p:grpSp>
        <p:nvGrpSpPr>
          <p:cNvPr id="861" name="Google Shape;861;g323ddecd5d6_0_217"/>
          <p:cNvGrpSpPr/>
          <p:nvPr/>
        </p:nvGrpSpPr>
        <p:grpSpPr>
          <a:xfrm>
            <a:off x="8199150" y="5983875"/>
            <a:ext cx="586800" cy="571500"/>
            <a:chOff x="7894350" y="6212475"/>
            <a:chExt cx="586800" cy="571500"/>
          </a:xfrm>
        </p:grpSpPr>
        <p:sp>
          <p:nvSpPr>
            <p:cNvPr id="862" name="Google Shape;862;g323ddecd5d6_0_21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323ddecd5d6_0_217">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323ddecd5d6_0_217">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865" name="Google Shape;865;g323ddecd5d6_0_217"/>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sp>
        <p:nvSpPr>
          <p:cNvPr id="866" name="Google Shape;866;g323ddecd5d6_0_21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867"/>
        <p:cNvGrpSpPr/>
        <p:nvPr/>
      </p:nvGrpSpPr>
      <p:grpSpPr>
        <a:xfrm>
          <a:off x="0" y="0"/>
          <a:ext cx="0" cy="0"/>
          <a:chOff x="0" y="0"/>
          <a:chExt cx="0" cy="0"/>
        </a:xfrm>
      </p:grpSpPr>
      <p:sp>
        <p:nvSpPr>
          <p:cNvPr id="868" name="Google Shape;868;g323ddecd5d6_0_229"/>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g323ddecd5d6_0_229"/>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g323ddecd5d6_0_229"/>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871" name="Google Shape;871;g323ddecd5d6_0_229"/>
          <p:cNvSpPr txBox="1"/>
          <p:nvPr/>
        </p:nvSpPr>
        <p:spPr>
          <a:xfrm>
            <a:off x="995275" y="1370825"/>
            <a:ext cx="46734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u="sng">
                <a:solidFill>
                  <a:srgbClr val="0563C1"/>
                </a:solidFill>
                <a:hlinkClick r:id="rId2">
                  <a:extLst>
                    <a:ext uri="{A12FA001-AC4F-418D-AE19-62706E023703}">
                      <ahyp:hlinkClr xmlns:ahyp="http://schemas.microsoft.com/office/drawing/2018/hyperlinkcolor" val="tx"/>
                    </a:ext>
                  </a:extLst>
                </a:hlinkClick>
              </a:rPr>
              <a:t>www.rainbowphonics.co.nz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u="sng">
                <a:solidFill>
                  <a:srgbClr val="0563C1"/>
                </a:solidFill>
                <a:hlinkClick r:id="rId3">
                  <a:extLst>
                    <a:ext uri="{A12FA001-AC4F-418D-AE19-62706E023703}">
                      <ahyp:hlinkClr xmlns:ahyp="http://schemas.microsoft.com/office/drawing/2018/hyperlinkcolor" val="tx"/>
                    </a:ext>
                  </a:extLst>
                </a:hlinkClick>
              </a:rPr>
              <a:t>www.beanstalkbooks.co.nz</a:t>
            </a:r>
            <a:r>
              <a:rPr lang="en-US" sz="939" b="0" i="0" u="none" strike="noStrike" cap="none">
                <a:solidFill>
                  <a:srgbClr val="000000"/>
                </a:solidFill>
                <a:latin typeface="Arial"/>
                <a:ea typeface="Arial"/>
                <a:cs typeface="Arial"/>
                <a:sym typeface="Arial"/>
              </a:rPr>
              <a:t>, teaching resources and games referenced are available at </a:t>
            </a:r>
            <a:r>
              <a:rPr lang="en-US" sz="939" u="sng">
                <a:solidFill>
                  <a:srgbClr val="0563C1"/>
                </a:solidFill>
                <a:hlinkClick r:id="rId4">
                  <a:extLst>
                    <a:ext uri="{A12FA001-AC4F-418D-AE19-62706E023703}">
                      <ahyp:hlinkClr xmlns:ahyp="http://schemas.microsoft.com/office/drawing/2018/hyperlinkcolor" val="tx"/>
                    </a:ext>
                  </a:extLst>
                </a:hlinkClick>
              </a:rPr>
              <a:t>www.juniorlearning.co.nz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Programme,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872" name="Google Shape;872;g323ddecd5d6_0_229"/>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873" name="Google Shape;873;g323ddecd5d6_0_229"/>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Rainbow Phonics.</a:t>
            </a:r>
            <a:endParaRPr sz="1040" b="0" i="0" u="none" strike="noStrike" cap="none">
              <a:solidFill>
                <a:srgbClr val="000000"/>
              </a:solidFill>
              <a:latin typeface="Arial"/>
              <a:ea typeface="Arial"/>
              <a:cs typeface="Arial"/>
              <a:sym typeface="Arial"/>
            </a:endParaRPr>
          </a:p>
        </p:txBody>
      </p:sp>
      <p:cxnSp>
        <p:nvCxnSpPr>
          <p:cNvPr id="874" name="Google Shape;874;g323ddecd5d6_0_229"/>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875" name="Google Shape;875;g323ddecd5d6_0_229"/>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876" name="Google Shape;876;g323ddecd5d6_0_229"/>
          <p:cNvGrpSpPr/>
          <p:nvPr/>
        </p:nvGrpSpPr>
        <p:grpSpPr>
          <a:xfrm>
            <a:off x="1050674" y="3528973"/>
            <a:ext cx="508472" cy="472349"/>
            <a:chOff x="718913" y="3178865"/>
            <a:chExt cx="825441" cy="766800"/>
          </a:xfrm>
        </p:grpSpPr>
        <p:sp>
          <p:nvSpPr>
            <p:cNvPr id="877" name="Google Shape;877;g323ddecd5d6_0_229"/>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323ddecd5d6_0_229"/>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879" name="Google Shape;879;g323ddecd5d6_0_229"/>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sp>
        <p:nvSpPr>
          <p:cNvPr id="880" name="Google Shape;880;g323ddecd5d6_0_229"/>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881" name="Google Shape;881;g323ddecd5d6_0_229"/>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500" b="0" i="0" u="none" strike="noStrike" cap="none">
                <a:solidFill>
                  <a:srgbClr val="FFFFFF"/>
                </a:solidFill>
                <a:latin typeface="Poppins Medium"/>
                <a:ea typeface="Poppins Medium"/>
                <a:cs typeface="Poppins Medium"/>
                <a:sym typeface="Poppins Medium"/>
              </a:rPr>
              <a:t>Discover more at </a:t>
            </a:r>
            <a:r>
              <a:rPr lang="en-US" sz="1500">
                <a:solidFill>
                  <a:srgbClr val="FFFFFF"/>
                </a:solidFill>
                <a:latin typeface="Poppins Medium"/>
                <a:ea typeface="Poppins Medium"/>
                <a:cs typeface="Poppins Medium"/>
                <a:sym typeface="Poppins Medium"/>
              </a:rPr>
              <a:t>www.rainbowphonics.co.nz</a:t>
            </a:r>
            <a:endParaRPr sz="1500" b="0" i="0" u="none" strike="noStrike" cap="none">
              <a:solidFill>
                <a:srgbClr val="FFFFFF"/>
              </a:solidFill>
              <a:latin typeface="Poppins Medium"/>
              <a:ea typeface="Poppins Medium"/>
              <a:cs typeface="Poppins Medium"/>
              <a:sym typeface="Poppins Medium"/>
            </a:endParaRPr>
          </a:p>
        </p:txBody>
      </p:sp>
      <p:grpSp>
        <p:nvGrpSpPr>
          <p:cNvPr id="882" name="Google Shape;882;g323ddecd5d6_0_229"/>
          <p:cNvGrpSpPr/>
          <p:nvPr/>
        </p:nvGrpSpPr>
        <p:grpSpPr>
          <a:xfrm>
            <a:off x="5434991" y="1479991"/>
            <a:ext cx="3079158" cy="2411779"/>
            <a:chOff x="5434991" y="1479991"/>
            <a:chExt cx="3079158" cy="2411779"/>
          </a:xfrm>
        </p:grpSpPr>
        <p:pic>
          <p:nvPicPr>
            <p:cNvPr id="883" name="Google Shape;883;g323ddecd5d6_0_229"/>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0"/>
                </a:srgbClr>
              </a:outerShdw>
            </a:effectLst>
          </p:spPr>
        </p:pic>
        <p:pic>
          <p:nvPicPr>
            <p:cNvPr id="884" name="Google Shape;884;g323ddecd5d6_0_229"/>
            <p:cNvPicPr preferRelativeResize="0"/>
            <p:nvPr/>
          </p:nvPicPr>
          <p:blipFill rotWithShape="1">
            <a:blip r:embed="rId7">
              <a:alphaModFix/>
            </a:blip>
            <a:srcRect/>
            <a:stretch/>
          </p:blipFill>
          <p:spPr>
            <a:xfrm rot="251087">
              <a:off x="6595023" y="1526228"/>
              <a:ext cx="1315273" cy="1315264"/>
            </a:xfrm>
            <a:prstGeom prst="rect">
              <a:avLst/>
            </a:prstGeom>
            <a:noFill/>
            <a:ln>
              <a:noFill/>
            </a:ln>
            <a:effectLst>
              <a:outerShdw blurRad="57150" dist="19050" dir="5400000" algn="bl" rotWithShape="0">
                <a:srgbClr val="000000">
                  <a:alpha val="20780"/>
                </a:srgbClr>
              </a:outerShdw>
            </a:effectLst>
          </p:spPr>
        </p:pic>
        <p:pic>
          <p:nvPicPr>
            <p:cNvPr id="885" name="Google Shape;885;g323ddecd5d6_0_229"/>
            <p:cNvPicPr preferRelativeResize="0"/>
            <p:nvPr/>
          </p:nvPicPr>
          <p:blipFill rotWithShape="1">
            <a:blip r:embed="rId8">
              <a:alphaModFix/>
            </a:blip>
            <a:srcRect/>
            <a:stretch/>
          </p:blipFill>
          <p:spPr>
            <a:xfrm rot="-198790">
              <a:off x="6033849" y="1525113"/>
              <a:ext cx="1317502" cy="1317490"/>
            </a:xfrm>
            <a:prstGeom prst="rect">
              <a:avLst/>
            </a:prstGeom>
            <a:noFill/>
            <a:ln>
              <a:noFill/>
            </a:ln>
            <a:effectLst>
              <a:outerShdw blurRad="57150" dist="19050" dir="5400000" algn="bl" rotWithShape="0">
                <a:srgbClr val="000000">
                  <a:alpha val="20780"/>
                </a:srgbClr>
              </a:outerShdw>
            </a:effectLst>
          </p:spPr>
        </p:pic>
        <p:pic>
          <p:nvPicPr>
            <p:cNvPr id="886" name="Google Shape;886;g323ddecd5d6_0_229"/>
            <p:cNvPicPr preferRelativeResize="0"/>
            <p:nvPr/>
          </p:nvPicPr>
          <p:blipFill rotWithShape="1">
            <a:blip r:embed="rId9">
              <a:alphaModFix/>
            </a:blip>
            <a:srcRect/>
            <a:stretch/>
          </p:blipFill>
          <p:spPr>
            <a:xfrm rot="-505317">
              <a:off x="5528790" y="1629680"/>
              <a:ext cx="1382684" cy="1382664"/>
            </a:xfrm>
            <a:prstGeom prst="rect">
              <a:avLst/>
            </a:prstGeom>
            <a:noFill/>
            <a:ln>
              <a:noFill/>
            </a:ln>
            <a:effectLst>
              <a:outerShdw blurRad="57150" dist="19050" dir="5400000" algn="bl" rotWithShape="0">
                <a:srgbClr val="000000">
                  <a:alpha val="20780"/>
                </a:srgbClr>
              </a:outerShdw>
            </a:effectLst>
          </p:spPr>
        </p:pic>
        <p:pic>
          <p:nvPicPr>
            <p:cNvPr id="887" name="Google Shape;887;g323ddecd5d6_0_229"/>
            <p:cNvPicPr preferRelativeResize="0"/>
            <p:nvPr/>
          </p:nvPicPr>
          <p:blipFill rotWithShape="1">
            <a:blip r:embed="rId10">
              <a:alphaModFix/>
            </a:blip>
            <a:srcRect/>
            <a:stretch/>
          </p:blipFill>
          <p:spPr>
            <a:xfrm rot="381641">
              <a:off x="6748756" y="2126377"/>
              <a:ext cx="1677627" cy="1677627"/>
            </a:xfrm>
            <a:prstGeom prst="rect">
              <a:avLst/>
            </a:prstGeom>
            <a:noFill/>
            <a:ln>
              <a:noFill/>
            </a:ln>
            <a:effectLst>
              <a:outerShdw blurRad="57150" dist="19050" dir="5400000" algn="bl" rotWithShape="0">
                <a:srgbClr val="000000">
                  <a:alpha val="20780"/>
                </a:srgbClr>
              </a:outerShdw>
            </a:effectLst>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eneric Text Slide">
  <p:cSld name="Alien Word of the Day_2_1_1">
    <p:spTree>
      <p:nvGrpSpPr>
        <p:cNvPr id="1" name="Shape 888"/>
        <p:cNvGrpSpPr/>
        <p:nvPr/>
      </p:nvGrpSpPr>
      <p:grpSpPr>
        <a:xfrm>
          <a:off x="0" y="0"/>
          <a:ext cx="0" cy="0"/>
          <a:chOff x="0" y="0"/>
          <a:chExt cx="0" cy="0"/>
        </a:xfrm>
      </p:grpSpPr>
      <p:sp>
        <p:nvSpPr>
          <p:cNvPr id="889" name="Google Shape;889;g323ddecd5d6_0_25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90" name="Google Shape;890;g323ddecd5d6_0_250"/>
          <p:cNvCxnSpPr/>
          <p:nvPr/>
        </p:nvCxnSpPr>
        <p:spPr>
          <a:xfrm>
            <a:off x="930450" y="1709260"/>
            <a:ext cx="6451800" cy="0"/>
          </a:xfrm>
          <a:prstGeom prst="straightConnector1">
            <a:avLst/>
          </a:prstGeom>
          <a:noFill/>
          <a:ln w="9525" cap="flat" cmpd="sng">
            <a:solidFill>
              <a:srgbClr val="BFBFBF"/>
            </a:solidFill>
            <a:prstDash val="solid"/>
            <a:miter lim="800000"/>
            <a:headEnd type="none" w="sm" len="sm"/>
            <a:tailEnd type="none" w="sm" len="sm"/>
          </a:ln>
        </p:spPr>
      </p:cxnSp>
      <p:grpSp>
        <p:nvGrpSpPr>
          <p:cNvPr id="891" name="Google Shape;891;g323ddecd5d6_0_250"/>
          <p:cNvGrpSpPr/>
          <p:nvPr/>
        </p:nvGrpSpPr>
        <p:grpSpPr>
          <a:xfrm>
            <a:off x="357775" y="5983875"/>
            <a:ext cx="586800" cy="571500"/>
            <a:chOff x="662575" y="6212475"/>
            <a:chExt cx="586800" cy="571500"/>
          </a:xfrm>
        </p:grpSpPr>
        <p:sp>
          <p:nvSpPr>
            <p:cNvPr id="892" name="Google Shape;892;g323ddecd5d6_0_25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323ddecd5d6_0_250">
              <a:hlinkClick r:id="" action="ppaction://hlinkshowjump?jump=previousslide"/>
            </p:cNvPr>
            <p:cNvSpPr/>
            <p:nvPr/>
          </p:nvSpPr>
          <p:spPr>
            <a:xfrm>
              <a:off x="767700"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323ddecd5d6_0_250">
              <a:hlinkClick r:id="" action="ppaction://hlinkshowjump?jump=previousslide"/>
            </p:cNvPr>
            <p:cNvSpPr/>
            <p:nvPr/>
          </p:nvSpPr>
          <p:spPr>
            <a:xfrm flipH="1">
              <a:off x="869175"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95" name="Google Shape;895;g323ddecd5d6_0_250"/>
          <p:cNvGrpSpPr/>
          <p:nvPr/>
        </p:nvGrpSpPr>
        <p:grpSpPr>
          <a:xfrm>
            <a:off x="8199150" y="5983875"/>
            <a:ext cx="586800" cy="571500"/>
            <a:chOff x="7894350" y="6212475"/>
            <a:chExt cx="586800" cy="571500"/>
          </a:xfrm>
        </p:grpSpPr>
        <p:sp>
          <p:nvSpPr>
            <p:cNvPr id="896" name="Google Shape;896;g323ddecd5d6_0_25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323ddecd5d6_0_250">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323ddecd5d6_0_250">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99" name="Google Shape;899;g323ddecd5d6_0_25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g323ddecd5d6_0_250"/>
          <p:cNvSpPr txBox="1">
            <a:spLocks noGrp="1"/>
          </p:cNvSpPr>
          <p:nvPr>
            <p:ph type="body" idx="1"/>
          </p:nvPr>
        </p:nvSpPr>
        <p:spPr>
          <a:xfrm>
            <a:off x="966000" y="1923725"/>
            <a:ext cx="7212000" cy="3784500"/>
          </a:xfrm>
          <a:prstGeom prst="rect">
            <a:avLst/>
          </a:prstGeom>
        </p:spPr>
        <p:txBody>
          <a:bodyPr spcFirstLastPara="1" wrap="square" lIns="91425" tIns="45700" rIns="91425" bIns="45700" anchor="t" anchorCtr="0">
            <a:noAutofit/>
          </a:bodyPr>
          <a:lstStyle>
            <a:lvl1pPr marL="457200" lvl="0" indent="-330200">
              <a:lnSpc>
                <a:spcPct val="100000"/>
              </a:lnSpc>
              <a:spcBef>
                <a:spcPts val="1000"/>
              </a:spcBef>
              <a:spcAft>
                <a:spcPts val="0"/>
              </a:spcAft>
              <a:buSzPts val="1600"/>
              <a:buChar char="•"/>
              <a:defRPr sz="1600"/>
            </a:lvl1pPr>
            <a:lvl2pPr marL="914400" lvl="1" indent="-330200">
              <a:lnSpc>
                <a:spcPct val="100000"/>
              </a:lnSpc>
              <a:spcBef>
                <a:spcPts val="500"/>
              </a:spcBef>
              <a:spcAft>
                <a:spcPts val="0"/>
              </a:spcAft>
              <a:buSzPts val="1600"/>
              <a:buChar char="•"/>
              <a:defRPr sz="1600"/>
            </a:lvl2pPr>
            <a:lvl3pPr marL="1371600" lvl="2" indent="-330200">
              <a:lnSpc>
                <a:spcPct val="100000"/>
              </a:lnSpc>
              <a:spcBef>
                <a:spcPts val="500"/>
              </a:spcBef>
              <a:spcAft>
                <a:spcPts val="0"/>
              </a:spcAft>
              <a:buSzPts val="1600"/>
              <a:buChar char="•"/>
              <a:defRPr sz="1600"/>
            </a:lvl3pPr>
            <a:lvl4pPr marL="1828800" lvl="3" indent="-330200">
              <a:lnSpc>
                <a:spcPct val="100000"/>
              </a:lnSpc>
              <a:spcBef>
                <a:spcPts val="500"/>
              </a:spcBef>
              <a:spcAft>
                <a:spcPts val="0"/>
              </a:spcAft>
              <a:buSzPts val="1600"/>
              <a:buChar char="•"/>
              <a:defRPr sz="1600"/>
            </a:lvl4pPr>
            <a:lvl5pPr marL="2286000" lvl="4" indent="-330200">
              <a:lnSpc>
                <a:spcPct val="100000"/>
              </a:lnSpc>
              <a:spcBef>
                <a:spcPts val="500"/>
              </a:spcBef>
              <a:spcAft>
                <a:spcPts val="0"/>
              </a:spcAft>
              <a:buSzPts val="1600"/>
              <a:buChar char="•"/>
              <a:defRPr sz="1600"/>
            </a:lvl5pPr>
            <a:lvl6pPr marL="2743200" lvl="5" indent="-330200">
              <a:lnSpc>
                <a:spcPct val="100000"/>
              </a:lnSpc>
              <a:spcBef>
                <a:spcPts val="500"/>
              </a:spcBef>
              <a:spcAft>
                <a:spcPts val="0"/>
              </a:spcAft>
              <a:buSzPts val="1600"/>
              <a:buChar char="•"/>
              <a:defRPr sz="1600"/>
            </a:lvl6pPr>
            <a:lvl7pPr marL="3200400" lvl="6" indent="-330200">
              <a:lnSpc>
                <a:spcPct val="100000"/>
              </a:lnSpc>
              <a:spcBef>
                <a:spcPts val="500"/>
              </a:spcBef>
              <a:spcAft>
                <a:spcPts val="0"/>
              </a:spcAft>
              <a:buSzPts val="1600"/>
              <a:buChar char="•"/>
              <a:defRPr sz="1600"/>
            </a:lvl7pPr>
            <a:lvl8pPr marL="3657600" lvl="7" indent="-330200">
              <a:lnSpc>
                <a:spcPct val="100000"/>
              </a:lnSpc>
              <a:spcBef>
                <a:spcPts val="500"/>
              </a:spcBef>
              <a:spcAft>
                <a:spcPts val="0"/>
              </a:spcAft>
              <a:buSzPts val="1600"/>
              <a:buChar char="•"/>
              <a:defRPr sz="1600"/>
            </a:lvl8pPr>
            <a:lvl9pPr marL="4114800" lvl="8" indent="-330200">
              <a:lnSpc>
                <a:spcPct val="100000"/>
              </a:lnSpc>
              <a:spcBef>
                <a:spcPts val="500"/>
              </a:spcBef>
              <a:spcAft>
                <a:spcPts val="0"/>
              </a:spcAft>
              <a:buSzPts val="1600"/>
              <a:buChar char="•"/>
              <a:defRPr sz="1600"/>
            </a:lvl9pPr>
          </a:lstStyle>
          <a:p>
            <a:endParaRPr/>
          </a:p>
        </p:txBody>
      </p:sp>
      <p:sp>
        <p:nvSpPr>
          <p:cNvPr id="901" name="Google Shape;901;g323ddecd5d6_0_250"/>
          <p:cNvSpPr txBox="1">
            <a:spLocks noGrp="1"/>
          </p:cNvSpPr>
          <p:nvPr>
            <p:ph type="title"/>
          </p:nvPr>
        </p:nvSpPr>
        <p:spPr>
          <a:xfrm>
            <a:off x="856325" y="958000"/>
            <a:ext cx="7234200" cy="663000"/>
          </a:xfrm>
          <a:prstGeom prst="rect">
            <a:avLst/>
          </a:prstGeom>
        </p:spPr>
        <p:txBody>
          <a:bodyPr spcFirstLastPara="1" wrap="square" lIns="91425" tIns="45700" rIns="91425" bIns="45700" anchor="ctr" anchorCtr="0">
            <a:normAutofit/>
          </a:bodyPr>
          <a:lstStyle>
            <a:lvl1pPr lvl="0">
              <a:spcBef>
                <a:spcPts val="0"/>
              </a:spcBef>
              <a:spcAft>
                <a:spcPts val="0"/>
              </a:spcAft>
              <a:buClr>
                <a:srgbClr val="00688D"/>
              </a:buClr>
              <a:buSzPts val="3200"/>
              <a:buFont typeface="Poppins Medium"/>
              <a:buNone/>
              <a:defRPr sz="3200">
                <a:solidFill>
                  <a:srgbClr val="00688D"/>
                </a:solidFill>
                <a:latin typeface="Poppins Medium"/>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p:cSld name="Alien Word of the Day_2_1_1_2">
    <p:spTree>
      <p:nvGrpSpPr>
        <p:cNvPr id="1" name="Shape 902"/>
        <p:cNvGrpSpPr/>
        <p:nvPr/>
      </p:nvGrpSpPr>
      <p:grpSpPr>
        <a:xfrm>
          <a:off x="0" y="0"/>
          <a:ext cx="0" cy="0"/>
          <a:chOff x="0" y="0"/>
          <a:chExt cx="0" cy="0"/>
        </a:xfrm>
      </p:grpSpPr>
      <p:sp>
        <p:nvSpPr>
          <p:cNvPr id="903" name="Google Shape;903;g323ddecd5d6_0_26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4" name="Google Shape;904;g323ddecd5d6_0_264"/>
          <p:cNvGrpSpPr/>
          <p:nvPr/>
        </p:nvGrpSpPr>
        <p:grpSpPr>
          <a:xfrm>
            <a:off x="357775" y="5983875"/>
            <a:ext cx="586800" cy="571500"/>
            <a:chOff x="662575" y="6212475"/>
            <a:chExt cx="586800" cy="571500"/>
          </a:xfrm>
        </p:grpSpPr>
        <p:sp>
          <p:nvSpPr>
            <p:cNvPr id="905" name="Google Shape;905;g323ddecd5d6_0_26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323ddecd5d6_0_264">
              <a:hlinkClick r:id="" action="ppaction://hlinkshowjump?jump=previousslide"/>
            </p:cNvPr>
            <p:cNvSpPr/>
            <p:nvPr/>
          </p:nvSpPr>
          <p:spPr>
            <a:xfrm>
              <a:off x="767700"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323ddecd5d6_0_264">
              <a:hlinkClick r:id="" action="ppaction://hlinkshowjump?jump=previousslide"/>
            </p:cNvPr>
            <p:cNvSpPr/>
            <p:nvPr/>
          </p:nvSpPr>
          <p:spPr>
            <a:xfrm flipH="1">
              <a:off x="869175"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08" name="Google Shape;908;g323ddecd5d6_0_264"/>
          <p:cNvGrpSpPr/>
          <p:nvPr/>
        </p:nvGrpSpPr>
        <p:grpSpPr>
          <a:xfrm>
            <a:off x="8199150" y="5983875"/>
            <a:ext cx="586800" cy="571500"/>
            <a:chOff x="7894350" y="6212475"/>
            <a:chExt cx="586800" cy="571500"/>
          </a:xfrm>
        </p:grpSpPr>
        <p:sp>
          <p:nvSpPr>
            <p:cNvPr id="909" name="Google Shape;909;g323ddecd5d6_0_26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323ddecd5d6_0_264">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1" name="Google Shape;911;g323ddecd5d6_0_264">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12" name="Google Shape;912;g323ddecd5d6_0_26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13" name="Google Shape;913;g323ddecd5d6_0_264"/>
          <p:cNvPicPr preferRelativeResize="0"/>
          <p:nvPr/>
        </p:nvPicPr>
        <p:blipFill rotWithShape="1">
          <a:blip r:embed="rId2">
            <a:alphaModFix/>
          </a:blip>
          <a:srcRect/>
          <a:stretch/>
        </p:blipFill>
        <p:spPr>
          <a:xfrm>
            <a:off x="1095300" y="5532625"/>
            <a:ext cx="2122201" cy="1022750"/>
          </a:xfrm>
          <a:prstGeom prst="rect">
            <a:avLst/>
          </a:prstGeom>
          <a:noFill/>
          <a:ln>
            <a:noFill/>
          </a:ln>
          <a:effectLst>
            <a:outerShdw blurRad="57150" dist="19050" dir="5400000" algn="bl" rotWithShape="0">
              <a:srgbClr val="000000">
                <a:alpha val="49020"/>
              </a:srgbClr>
            </a:outerShdw>
          </a:effectLst>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914"/>
        <p:cNvGrpSpPr/>
        <p:nvPr/>
      </p:nvGrpSpPr>
      <p:grpSpPr>
        <a:xfrm>
          <a:off x="0" y="0"/>
          <a:ext cx="0" cy="0"/>
          <a:chOff x="0" y="0"/>
          <a:chExt cx="0" cy="0"/>
        </a:xfrm>
      </p:grpSpPr>
      <p:sp>
        <p:nvSpPr>
          <p:cNvPr id="915" name="Google Shape;915;g323ddecd5d6_0_276"/>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Alphabet Letter 'a'</a:t>
            </a:r>
            <a:endParaRPr sz="1800" b="0" i="0" u="none" strike="noStrike" cap="none">
              <a:solidFill>
                <a:srgbClr val="FFFFFF"/>
              </a:solidFill>
              <a:latin typeface="Poppins SemiBold"/>
              <a:ea typeface="Poppins SemiBold"/>
              <a:cs typeface="Poppins SemiBold"/>
              <a:sym typeface="Poppins SemiBold"/>
            </a:endParaRPr>
          </a:p>
        </p:txBody>
      </p:sp>
      <p:sp>
        <p:nvSpPr>
          <p:cNvPr id="916" name="Google Shape;916;g323ddecd5d6_0_276"/>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800">
                <a:solidFill>
                  <a:srgbClr val="FFFFFF"/>
                </a:solidFill>
                <a:latin typeface="Poppins SemiBold"/>
                <a:ea typeface="Poppins SemiBold"/>
                <a:cs typeface="Poppins SemiBold"/>
                <a:sym typeface="Poppins SemiBold"/>
              </a:rPr>
              <a:t>Aspect 8 - Alphabet Knowledge</a:t>
            </a:r>
            <a:endParaRPr sz="1800">
              <a:solidFill>
                <a:srgbClr val="FFFFFF"/>
              </a:solidFill>
              <a:latin typeface="Poppins SemiBold"/>
              <a:ea typeface="Poppins SemiBold"/>
              <a:cs typeface="Poppins SemiBold"/>
              <a:sym typeface="Poppins SemiBold"/>
            </a:endParaRPr>
          </a:p>
        </p:txBody>
      </p:sp>
      <p:sp>
        <p:nvSpPr>
          <p:cNvPr id="917" name="Google Shape;917;g323ddecd5d6_0_276"/>
          <p:cNvSpPr/>
          <p:nvPr/>
        </p:nvSpPr>
        <p:spPr>
          <a:xfrm>
            <a:off x="8557475"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323ddecd5d6_0_276"/>
          <p:cNvSpPr/>
          <p:nvPr/>
        </p:nvSpPr>
        <p:spPr>
          <a:xfrm flipH="1">
            <a:off x="-258"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919" name="Google Shape;919;g323ddecd5d6_0_276"/>
          <p:cNvPicPr preferRelativeResize="0"/>
          <p:nvPr/>
        </p:nvPicPr>
        <p:blipFill>
          <a:blip r:embed="rId2">
            <a:alphaModFix/>
          </a:blip>
          <a:stretch>
            <a:fillRect/>
          </a:stretch>
        </p:blipFill>
        <p:spPr>
          <a:xfrm>
            <a:off x="8774667" y="225375"/>
            <a:ext cx="154716" cy="6407250"/>
          </a:xfrm>
          <a:prstGeom prst="rect">
            <a:avLst/>
          </a:prstGeom>
          <a:noFill/>
          <a:ln>
            <a:noFill/>
          </a:ln>
        </p:spPr>
      </p:pic>
      <p:pic>
        <p:nvPicPr>
          <p:cNvPr id="920" name="Google Shape;920;g323ddecd5d6_0_276"/>
          <p:cNvPicPr preferRelativeResize="0"/>
          <p:nvPr/>
        </p:nvPicPr>
        <p:blipFill>
          <a:blip r:embed="rId2">
            <a:alphaModFix/>
          </a:blip>
          <a:stretch>
            <a:fillRect/>
          </a:stretch>
        </p:blipFill>
        <p:spPr>
          <a:xfrm>
            <a:off x="214567" y="225375"/>
            <a:ext cx="154716" cy="6407250"/>
          </a:xfrm>
          <a:prstGeom prst="rect">
            <a:avLst/>
          </a:prstGeom>
          <a:noFill/>
          <a:ln>
            <a:noFill/>
          </a:ln>
        </p:spPr>
      </p:pic>
      <p:sp>
        <p:nvSpPr>
          <p:cNvPr id="921" name="Google Shape;921;g323ddecd5d6_0_27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688D"/>
              </a:buClr>
              <a:buSzPts val="3200"/>
              <a:buFont typeface="Poppins Medium"/>
              <a:buNone/>
              <a:defRPr sz="3200">
                <a:solidFill>
                  <a:srgbClr val="00688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grpSp>
        <p:nvGrpSpPr>
          <p:cNvPr id="922" name="Google Shape;922;g323ddecd5d6_0_276"/>
          <p:cNvGrpSpPr/>
          <p:nvPr/>
        </p:nvGrpSpPr>
        <p:grpSpPr>
          <a:xfrm>
            <a:off x="-250" y="4900807"/>
            <a:ext cx="9161350" cy="1972126"/>
            <a:chOff x="-250" y="4885800"/>
            <a:chExt cx="9161350" cy="1972126"/>
          </a:xfrm>
        </p:grpSpPr>
        <p:pic>
          <p:nvPicPr>
            <p:cNvPr id="923" name="Google Shape;923;g323ddecd5d6_0_276"/>
            <p:cNvPicPr preferRelativeResize="0"/>
            <p:nvPr/>
          </p:nvPicPr>
          <p:blipFill rotWithShape="1">
            <a:blip r:embed="rId3">
              <a:alphaModFix/>
            </a:blip>
            <a:srcRect r="62928"/>
            <a:stretch/>
          </p:blipFill>
          <p:spPr>
            <a:xfrm>
              <a:off x="8166680" y="4885800"/>
              <a:ext cx="977325" cy="1373900"/>
            </a:xfrm>
            <a:prstGeom prst="rect">
              <a:avLst/>
            </a:prstGeom>
            <a:noFill/>
            <a:ln>
              <a:noFill/>
            </a:ln>
          </p:spPr>
        </p:pic>
        <p:pic>
          <p:nvPicPr>
            <p:cNvPr id="924" name="Google Shape;924;g323ddecd5d6_0_276"/>
            <p:cNvPicPr preferRelativeResize="0"/>
            <p:nvPr/>
          </p:nvPicPr>
          <p:blipFill rotWithShape="1">
            <a:blip r:embed="rId4">
              <a:alphaModFix/>
            </a:blip>
            <a:srcRect r="41745" b="4879"/>
            <a:stretch/>
          </p:blipFill>
          <p:spPr>
            <a:xfrm>
              <a:off x="7357550" y="5813951"/>
              <a:ext cx="1803550" cy="1043975"/>
            </a:xfrm>
            <a:prstGeom prst="rect">
              <a:avLst/>
            </a:prstGeom>
            <a:noFill/>
            <a:ln>
              <a:noFill/>
            </a:ln>
          </p:spPr>
        </p:pic>
        <p:pic>
          <p:nvPicPr>
            <p:cNvPr id="925" name="Google Shape;925;g323ddecd5d6_0_276"/>
            <p:cNvPicPr preferRelativeResize="0"/>
            <p:nvPr/>
          </p:nvPicPr>
          <p:blipFill rotWithShape="1">
            <a:blip r:embed="rId4">
              <a:alphaModFix/>
            </a:blip>
            <a:srcRect r="41745" b="4879"/>
            <a:stretch/>
          </p:blipFill>
          <p:spPr>
            <a:xfrm flipH="1">
              <a:off x="-250" y="5813950"/>
              <a:ext cx="1803550" cy="1043975"/>
            </a:xfrm>
            <a:prstGeom prst="rect">
              <a:avLst/>
            </a:prstGeom>
            <a:noFill/>
            <a:ln>
              <a:noFill/>
            </a:ln>
          </p:spPr>
        </p:pic>
      </p:grpSp>
      <p:sp>
        <p:nvSpPr>
          <p:cNvPr id="926" name="Google Shape;926;g323ddecd5d6_0_27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927" name="Google Shape;927;g323ddecd5d6_0_276"/>
          <p:cNvGrpSpPr/>
          <p:nvPr/>
        </p:nvGrpSpPr>
        <p:grpSpPr>
          <a:xfrm>
            <a:off x="662575" y="6212475"/>
            <a:ext cx="586800" cy="571500"/>
            <a:chOff x="662575" y="6212475"/>
            <a:chExt cx="586800" cy="571500"/>
          </a:xfrm>
        </p:grpSpPr>
        <p:sp>
          <p:nvSpPr>
            <p:cNvPr id="928" name="Google Shape;928;g323ddecd5d6_0_27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323ddecd5d6_0_276">
              <a:hlinkClick r:id="" action="ppaction://hlinkshowjump?jump=previousslide"/>
            </p:cNvPr>
            <p:cNvSpPr/>
            <p:nvPr/>
          </p:nvSpPr>
          <p:spPr>
            <a:xfrm>
              <a:off x="767700"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323ddecd5d6_0_276">
              <a:hlinkClick r:id="" action="ppaction://hlinkshowjump?jump=previousslide"/>
            </p:cNvPr>
            <p:cNvSpPr/>
            <p:nvPr/>
          </p:nvSpPr>
          <p:spPr>
            <a:xfrm flipH="1">
              <a:off x="869175"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31" name="Google Shape;931;g323ddecd5d6_0_276"/>
          <p:cNvGrpSpPr/>
          <p:nvPr/>
        </p:nvGrpSpPr>
        <p:grpSpPr>
          <a:xfrm>
            <a:off x="7894350" y="6212475"/>
            <a:ext cx="586800" cy="571500"/>
            <a:chOff x="7894350" y="6212475"/>
            <a:chExt cx="586800" cy="571500"/>
          </a:xfrm>
        </p:grpSpPr>
        <p:sp>
          <p:nvSpPr>
            <p:cNvPr id="932" name="Google Shape;932;g323ddecd5d6_0_27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323ddecd5d6_0_276">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323ddecd5d6_0_276">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ractice Sound">
  <p:cSld name="Alien Word of the Day_2_1_3">
    <p:spTree>
      <p:nvGrpSpPr>
        <p:cNvPr id="1" name="Shape 935"/>
        <p:cNvGrpSpPr/>
        <p:nvPr/>
      </p:nvGrpSpPr>
      <p:grpSpPr>
        <a:xfrm>
          <a:off x="0" y="0"/>
          <a:ext cx="0" cy="0"/>
          <a:chOff x="0" y="0"/>
          <a:chExt cx="0" cy="0"/>
        </a:xfrm>
      </p:grpSpPr>
      <p:sp>
        <p:nvSpPr>
          <p:cNvPr id="936" name="Google Shape;936;g323ddecd5d6_0_297"/>
          <p:cNvSpPr/>
          <p:nvPr/>
        </p:nvSpPr>
        <p:spPr>
          <a:xfrm>
            <a:off x="1453650" y="1288775"/>
            <a:ext cx="6236700" cy="3603000"/>
          </a:xfrm>
          <a:prstGeom prst="roundRect">
            <a:avLst>
              <a:gd name="adj" fmla="val 9309"/>
            </a:avLst>
          </a:prstGeom>
          <a:solidFill>
            <a:srgbClr val="FFFFFF"/>
          </a:solidFill>
          <a:ln>
            <a:noFill/>
          </a:ln>
          <a:effectLst>
            <a:outerShdw blurRad="200025" dist="19050" dir="5400000" algn="bl" rotWithShape="0">
              <a:srgbClr val="6FA8DC">
                <a:alpha val="3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937" name="Google Shape;937;g323ddecd5d6_0_29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Alphabet Letter 'a'</a:t>
            </a:r>
            <a:endParaRPr sz="1800" b="0" i="0" u="none" strike="noStrike" cap="none">
              <a:solidFill>
                <a:srgbClr val="FFFFFF"/>
              </a:solidFill>
              <a:latin typeface="Poppins SemiBold"/>
              <a:ea typeface="Poppins SemiBold"/>
              <a:cs typeface="Poppins SemiBold"/>
              <a:sym typeface="Poppins SemiBold"/>
            </a:endParaRPr>
          </a:p>
        </p:txBody>
      </p:sp>
      <p:sp>
        <p:nvSpPr>
          <p:cNvPr id="938" name="Google Shape;938;g323ddecd5d6_0_29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800">
                <a:solidFill>
                  <a:srgbClr val="FFFFFF"/>
                </a:solidFill>
                <a:latin typeface="Poppins SemiBold"/>
                <a:ea typeface="Poppins SemiBold"/>
                <a:cs typeface="Poppins SemiBold"/>
                <a:sym typeface="Poppins SemiBold"/>
              </a:rPr>
              <a:t>Aspect 8 - Alphabet Knowledge</a:t>
            </a:r>
            <a:endParaRPr sz="1800">
              <a:solidFill>
                <a:srgbClr val="FFFFFF"/>
              </a:solidFill>
              <a:latin typeface="Poppins SemiBold"/>
              <a:ea typeface="Poppins SemiBold"/>
              <a:cs typeface="Poppins SemiBold"/>
              <a:sym typeface="Poppins SemiBold"/>
            </a:endParaRPr>
          </a:p>
        </p:txBody>
      </p:sp>
      <p:sp>
        <p:nvSpPr>
          <p:cNvPr id="939" name="Google Shape;939;g323ddecd5d6_0_297"/>
          <p:cNvSpPr/>
          <p:nvPr/>
        </p:nvSpPr>
        <p:spPr>
          <a:xfrm>
            <a:off x="8557475"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323ddecd5d6_0_297"/>
          <p:cNvSpPr/>
          <p:nvPr/>
        </p:nvSpPr>
        <p:spPr>
          <a:xfrm flipH="1">
            <a:off x="-258"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1" name="Google Shape;941;g323ddecd5d6_0_29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688D"/>
              </a:buClr>
              <a:buSzPts val="3200"/>
              <a:buFont typeface="Poppins Medium"/>
              <a:buNone/>
              <a:defRPr sz="3200">
                <a:solidFill>
                  <a:srgbClr val="00688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942" name="Google Shape;942;g323ddecd5d6_0_2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943" name="Google Shape;943;g323ddecd5d6_0_297"/>
          <p:cNvGrpSpPr/>
          <p:nvPr/>
        </p:nvGrpSpPr>
        <p:grpSpPr>
          <a:xfrm>
            <a:off x="662575" y="6212475"/>
            <a:ext cx="586800" cy="571500"/>
            <a:chOff x="662575" y="6212475"/>
            <a:chExt cx="586800" cy="571500"/>
          </a:xfrm>
        </p:grpSpPr>
        <p:sp>
          <p:nvSpPr>
            <p:cNvPr id="944" name="Google Shape;944;g323ddecd5d6_0_2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323ddecd5d6_0_297">
              <a:hlinkClick r:id="" action="ppaction://hlinkshowjump?jump=previousslide"/>
            </p:cNvPr>
            <p:cNvSpPr/>
            <p:nvPr/>
          </p:nvSpPr>
          <p:spPr>
            <a:xfrm>
              <a:off x="767700"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323ddecd5d6_0_297">
              <a:hlinkClick r:id="" action="ppaction://hlinkshowjump?jump=previousslide"/>
            </p:cNvPr>
            <p:cNvSpPr/>
            <p:nvPr/>
          </p:nvSpPr>
          <p:spPr>
            <a:xfrm flipH="1">
              <a:off x="869175"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47" name="Google Shape;947;g323ddecd5d6_0_297"/>
          <p:cNvGrpSpPr/>
          <p:nvPr/>
        </p:nvGrpSpPr>
        <p:grpSpPr>
          <a:xfrm>
            <a:off x="7894350" y="6212475"/>
            <a:ext cx="586800" cy="571500"/>
            <a:chOff x="7894350" y="6212475"/>
            <a:chExt cx="586800" cy="571500"/>
          </a:xfrm>
        </p:grpSpPr>
        <p:sp>
          <p:nvSpPr>
            <p:cNvPr id="948" name="Google Shape;948;g323ddecd5d6_0_2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323ddecd5d6_0_297">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323ddecd5d6_0_297">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1" name="Google Shape;951;g323ddecd5d6_0_297"/>
          <p:cNvSpPr txBox="1">
            <a:spLocks noGrp="1"/>
          </p:cNvSpPr>
          <p:nvPr>
            <p:ph type="body" idx="2"/>
          </p:nvPr>
        </p:nvSpPr>
        <p:spPr>
          <a:xfrm>
            <a:off x="4522300" y="1578725"/>
            <a:ext cx="2898900" cy="3046500"/>
          </a:xfrm>
          <a:prstGeom prst="rect">
            <a:avLst/>
          </a:prstGeom>
        </p:spPr>
        <p:txBody>
          <a:bodyPr spcFirstLastPara="1" wrap="square" lIns="91425" tIns="45700" rIns="91425" bIns="45700" anchor="ctr" anchorCtr="0">
            <a:noAutofit/>
          </a:bodyPr>
          <a:lstStyle>
            <a:lvl1pPr marL="457200" lvl="0" indent="-330200">
              <a:lnSpc>
                <a:spcPct val="115000"/>
              </a:lnSpc>
              <a:spcBef>
                <a:spcPts val="1000"/>
              </a:spcBef>
              <a:spcAft>
                <a:spcPts val="0"/>
              </a:spcAft>
              <a:buSzPts val="1600"/>
              <a:buChar char="•"/>
              <a:defRPr sz="1600"/>
            </a:lvl1pPr>
            <a:lvl2pPr marL="914400" lvl="1" indent="-330200">
              <a:lnSpc>
                <a:spcPct val="115000"/>
              </a:lnSpc>
              <a:spcBef>
                <a:spcPts val="500"/>
              </a:spcBef>
              <a:spcAft>
                <a:spcPts val="0"/>
              </a:spcAft>
              <a:buSzPts val="1600"/>
              <a:buChar char="•"/>
              <a:defRPr sz="1600"/>
            </a:lvl2pPr>
            <a:lvl3pPr marL="1371600" lvl="2" indent="-330200">
              <a:lnSpc>
                <a:spcPct val="115000"/>
              </a:lnSpc>
              <a:spcBef>
                <a:spcPts val="500"/>
              </a:spcBef>
              <a:spcAft>
                <a:spcPts val="0"/>
              </a:spcAft>
              <a:buSzPts val="1600"/>
              <a:buChar char="•"/>
              <a:defRPr sz="1600"/>
            </a:lvl3pPr>
            <a:lvl4pPr marL="1828800" lvl="3" indent="-330200">
              <a:lnSpc>
                <a:spcPct val="115000"/>
              </a:lnSpc>
              <a:spcBef>
                <a:spcPts val="500"/>
              </a:spcBef>
              <a:spcAft>
                <a:spcPts val="0"/>
              </a:spcAft>
              <a:buSzPts val="1600"/>
              <a:buChar char="•"/>
              <a:defRPr sz="1600"/>
            </a:lvl4pPr>
            <a:lvl5pPr marL="2286000" lvl="4" indent="-330200">
              <a:lnSpc>
                <a:spcPct val="115000"/>
              </a:lnSpc>
              <a:spcBef>
                <a:spcPts val="500"/>
              </a:spcBef>
              <a:spcAft>
                <a:spcPts val="0"/>
              </a:spcAft>
              <a:buSzPts val="1600"/>
              <a:buChar char="•"/>
              <a:defRPr sz="1600"/>
            </a:lvl5pPr>
            <a:lvl6pPr marL="2743200" lvl="5" indent="-330200">
              <a:lnSpc>
                <a:spcPct val="115000"/>
              </a:lnSpc>
              <a:spcBef>
                <a:spcPts val="500"/>
              </a:spcBef>
              <a:spcAft>
                <a:spcPts val="0"/>
              </a:spcAft>
              <a:buSzPts val="1600"/>
              <a:buChar char="•"/>
              <a:defRPr sz="1600"/>
            </a:lvl6pPr>
            <a:lvl7pPr marL="3200400" lvl="6" indent="-330200">
              <a:lnSpc>
                <a:spcPct val="115000"/>
              </a:lnSpc>
              <a:spcBef>
                <a:spcPts val="500"/>
              </a:spcBef>
              <a:spcAft>
                <a:spcPts val="0"/>
              </a:spcAft>
              <a:buSzPts val="1600"/>
              <a:buChar char="•"/>
              <a:defRPr sz="1600"/>
            </a:lvl7pPr>
            <a:lvl8pPr marL="3657600" lvl="7" indent="-330200">
              <a:lnSpc>
                <a:spcPct val="115000"/>
              </a:lnSpc>
              <a:spcBef>
                <a:spcPts val="500"/>
              </a:spcBef>
              <a:spcAft>
                <a:spcPts val="0"/>
              </a:spcAft>
              <a:buSzPts val="1600"/>
              <a:buChar char="•"/>
              <a:defRPr sz="1600"/>
            </a:lvl8pPr>
            <a:lvl9pPr marL="4114800" lvl="8" indent="-330200">
              <a:lnSpc>
                <a:spcPct val="115000"/>
              </a:lnSpc>
              <a:spcBef>
                <a:spcPts val="500"/>
              </a:spcBef>
              <a:spcAft>
                <a:spcPts val="0"/>
              </a:spcAft>
              <a:buSzPts val="1600"/>
              <a:buChar char="•"/>
              <a:defRPr sz="1600"/>
            </a:lvl9pPr>
          </a:lstStyle>
          <a:p>
            <a:endParaRPr/>
          </a:p>
        </p:txBody>
      </p:sp>
      <p:sp>
        <p:nvSpPr>
          <p:cNvPr id="952" name="Google Shape;952;g323ddecd5d6_0_297"/>
          <p:cNvSpPr>
            <a:spLocks noGrp="1"/>
          </p:cNvSpPr>
          <p:nvPr>
            <p:ph type="pic" idx="3"/>
          </p:nvPr>
        </p:nvSpPr>
        <p:spPr>
          <a:xfrm>
            <a:off x="1830450" y="1609824"/>
            <a:ext cx="2153100" cy="2153100"/>
          </a:xfrm>
          <a:prstGeom prst="roundRect">
            <a:avLst>
              <a:gd name="adj" fmla="val 8742"/>
            </a:avLst>
          </a:prstGeom>
          <a:noFill/>
          <a:ln>
            <a:noFill/>
          </a:ln>
        </p:spPr>
      </p:sp>
      <p:cxnSp>
        <p:nvCxnSpPr>
          <p:cNvPr id="953" name="Google Shape;953;g323ddecd5d6_0_297"/>
          <p:cNvCxnSpPr/>
          <p:nvPr/>
        </p:nvCxnSpPr>
        <p:spPr>
          <a:xfrm>
            <a:off x="4288275" y="1653200"/>
            <a:ext cx="10500" cy="2923800"/>
          </a:xfrm>
          <a:prstGeom prst="straightConnector1">
            <a:avLst/>
          </a:prstGeom>
          <a:noFill/>
          <a:ln w="19050" cap="flat" cmpd="sng">
            <a:solidFill>
              <a:srgbClr val="8DD9F8"/>
            </a:solidFill>
            <a:prstDash val="solid"/>
            <a:round/>
            <a:headEnd type="none" w="med" len="med"/>
            <a:tailEnd type="none" w="med" len="med"/>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Handwriting Template">
  <p:cSld name="Alien Word of the Day_2_1_2">
    <p:spTree>
      <p:nvGrpSpPr>
        <p:cNvPr id="1" name="Shape 954"/>
        <p:cNvGrpSpPr/>
        <p:nvPr/>
      </p:nvGrpSpPr>
      <p:grpSpPr>
        <a:xfrm>
          <a:off x="0" y="0"/>
          <a:ext cx="0" cy="0"/>
          <a:chOff x="0" y="0"/>
          <a:chExt cx="0" cy="0"/>
        </a:xfrm>
      </p:grpSpPr>
      <p:sp>
        <p:nvSpPr>
          <p:cNvPr id="955" name="Google Shape;955;g323ddecd5d6_0_316"/>
          <p:cNvSpPr txBox="1">
            <a:spLocks noGrp="1"/>
          </p:cNvSpPr>
          <p:nvPr>
            <p:ph type="body" idx="1"/>
          </p:nvPr>
        </p:nvSpPr>
        <p:spPr>
          <a:xfrm>
            <a:off x="3717100" y="919375"/>
            <a:ext cx="3977400" cy="1383000"/>
          </a:xfrm>
          <a:prstGeom prst="rect">
            <a:avLst/>
          </a:prstGeom>
        </p:spPr>
        <p:txBody>
          <a:bodyPr spcFirstLastPara="1" wrap="square" lIns="91425" tIns="45700" rIns="91425" bIns="45700" anchor="ctr" anchorCtr="0">
            <a:noAutofit/>
          </a:bodyPr>
          <a:lstStyle>
            <a:lvl1pPr marL="457200" lvl="0" indent="-342900" algn="ctr">
              <a:lnSpc>
                <a:spcPct val="115000"/>
              </a:lnSpc>
              <a:spcBef>
                <a:spcPts val="1000"/>
              </a:spcBef>
              <a:spcAft>
                <a:spcPts val="0"/>
              </a:spcAft>
              <a:buSzPts val="1800"/>
              <a:buChar char="•"/>
              <a:defRPr sz="1800"/>
            </a:lvl1pPr>
            <a:lvl2pPr marL="914400" lvl="1" indent="-342900" algn="ctr">
              <a:lnSpc>
                <a:spcPct val="115000"/>
              </a:lnSpc>
              <a:spcBef>
                <a:spcPts val="500"/>
              </a:spcBef>
              <a:spcAft>
                <a:spcPts val="0"/>
              </a:spcAft>
              <a:buSzPts val="1800"/>
              <a:buChar char="•"/>
              <a:defRPr sz="1800"/>
            </a:lvl2pPr>
            <a:lvl3pPr marL="1371600" lvl="2" indent="-342900" algn="ctr">
              <a:lnSpc>
                <a:spcPct val="115000"/>
              </a:lnSpc>
              <a:spcBef>
                <a:spcPts val="500"/>
              </a:spcBef>
              <a:spcAft>
                <a:spcPts val="0"/>
              </a:spcAft>
              <a:buSzPts val="1800"/>
              <a:buChar char="•"/>
              <a:defRPr sz="1800"/>
            </a:lvl3pPr>
            <a:lvl4pPr marL="1828800" lvl="3" indent="-342900" algn="ctr">
              <a:lnSpc>
                <a:spcPct val="115000"/>
              </a:lnSpc>
              <a:spcBef>
                <a:spcPts val="500"/>
              </a:spcBef>
              <a:spcAft>
                <a:spcPts val="0"/>
              </a:spcAft>
              <a:buSzPts val="1800"/>
              <a:buChar char="•"/>
              <a:defRPr/>
            </a:lvl4pPr>
            <a:lvl5pPr marL="2286000" lvl="4" indent="-342900" algn="ctr">
              <a:lnSpc>
                <a:spcPct val="115000"/>
              </a:lnSpc>
              <a:spcBef>
                <a:spcPts val="500"/>
              </a:spcBef>
              <a:spcAft>
                <a:spcPts val="0"/>
              </a:spcAft>
              <a:buSzPts val="1800"/>
              <a:buChar char="•"/>
              <a:defRPr/>
            </a:lvl5pPr>
            <a:lvl6pPr marL="2743200" lvl="5" indent="-342900" algn="ctr">
              <a:lnSpc>
                <a:spcPct val="115000"/>
              </a:lnSpc>
              <a:spcBef>
                <a:spcPts val="500"/>
              </a:spcBef>
              <a:spcAft>
                <a:spcPts val="0"/>
              </a:spcAft>
              <a:buSzPts val="1800"/>
              <a:buChar char="•"/>
              <a:defRPr/>
            </a:lvl6pPr>
            <a:lvl7pPr marL="3200400" lvl="6" indent="-342900" algn="ctr">
              <a:lnSpc>
                <a:spcPct val="115000"/>
              </a:lnSpc>
              <a:spcBef>
                <a:spcPts val="500"/>
              </a:spcBef>
              <a:spcAft>
                <a:spcPts val="0"/>
              </a:spcAft>
              <a:buSzPts val="1800"/>
              <a:buChar char="•"/>
              <a:defRPr/>
            </a:lvl7pPr>
            <a:lvl8pPr marL="3657600" lvl="7" indent="-342900" algn="ctr">
              <a:lnSpc>
                <a:spcPct val="115000"/>
              </a:lnSpc>
              <a:spcBef>
                <a:spcPts val="500"/>
              </a:spcBef>
              <a:spcAft>
                <a:spcPts val="0"/>
              </a:spcAft>
              <a:buSzPts val="1800"/>
              <a:buChar char="•"/>
              <a:defRPr/>
            </a:lvl8pPr>
            <a:lvl9pPr marL="4114800" lvl="8" indent="-342900" algn="ctr">
              <a:lnSpc>
                <a:spcPct val="115000"/>
              </a:lnSpc>
              <a:spcBef>
                <a:spcPts val="500"/>
              </a:spcBef>
              <a:spcAft>
                <a:spcPts val="0"/>
              </a:spcAft>
              <a:buSzPts val="1800"/>
              <a:buChar char="•"/>
              <a:defRPr/>
            </a:lvl9pPr>
          </a:lstStyle>
          <a:p>
            <a:endParaRPr/>
          </a:p>
        </p:txBody>
      </p:sp>
      <p:sp>
        <p:nvSpPr>
          <p:cNvPr id="956" name="Google Shape;956;g323ddecd5d6_0_316"/>
          <p:cNvSpPr/>
          <p:nvPr/>
        </p:nvSpPr>
        <p:spPr>
          <a:xfrm>
            <a:off x="3627775" y="836550"/>
            <a:ext cx="4155900" cy="1548600"/>
          </a:xfrm>
          <a:prstGeom prst="roundRect">
            <a:avLst>
              <a:gd name="adj" fmla="val 9302"/>
            </a:avLst>
          </a:prstGeom>
          <a:noFill/>
          <a:ln w="19050" cap="flat" cmpd="sng">
            <a:solidFill>
              <a:srgbClr val="8DD9F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957" name="Google Shape;957;g323ddecd5d6_0_316"/>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Alphabet Letter 'a'</a:t>
            </a:r>
            <a:endParaRPr sz="1800" b="0" i="0" u="none" strike="noStrike" cap="none">
              <a:solidFill>
                <a:srgbClr val="FFFFFF"/>
              </a:solidFill>
              <a:latin typeface="Poppins SemiBold"/>
              <a:ea typeface="Poppins SemiBold"/>
              <a:cs typeface="Poppins SemiBold"/>
              <a:sym typeface="Poppins SemiBold"/>
            </a:endParaRPr>
          </a:p>
        </p:txBody>
      </p:sp>
      <p:sp>
        <p:nvSpPr>
          <p:cNvPr id="958" name="Google Shape;958;g323ddecd5d6_0_316"/>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800">
                <a:solidFill>
                  <a:srgbClr val="FFFFFF"/>
                </a:solidFill>
                <a:latin typeface="Poppins SemiBold"/>
                <a:ea typeface="Poppins SemiBold"/>
                <a:cs typeface="Poppins SemiBold"/>
                <a:sym typeface="Poppins SemiBold"/>
              </a:rPr>
              <a:t>Aspect 8 - Alphabet Knowledge</a:t>
            </a:r>
            <a:endParaRPr sz="1800">
              <a:solidFill>
                <a:srgbClr val="FFFFFF"/>
              </a:solidFill>
              <a:latin typeface="Poppins SemiBold"/>
              <a:ea typeface="Poppins SemiBold"/>
              <a:cs typeface="Poppins SemiBold"/>
              <a:sym typeface="Poppins SemiBold"/>
            </a:endParaRPr>
          </a:p>
        </p:txBody>
      </p:sp>
      <p:sp>
        <p:nvSpPr>
          <p:cNvPr id="959" name="Google Shape;959;g323ddecd5d6_0_316"/>
          <p:cNvSpPr/>
          <p:nvPr/>
        </p:nvSpPr>
        <p:spPr>
          <a:xfrm>
            <a:off x="8557475"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323ddecd5d6_0_316"/>
          <p:cNvSpPr/>
          <p:nvPr/>
        </p:nvSpPr>
        <p:spPr>
          <a:xfrm flipH="1">
            <a:off x="-258" y="-4275"/>
            <a:ext cx="586500" cy="6862200"/>
          </a:xfrm>
          <a:prstGeom prst="rect">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961" name="Google Shape;961;g323ddecd5d6_0_316"/>
          <p:cNvPicPr preferRelativeResize="0"/>
          <p:nvPr/>
        </p:nvPicPr>
        <p:blipFill>
          <a:blip r:embed="rId2">
            <a:alphaModFix/>
          </a:blip>
          <a:stretch>
            <a:fillRect/>
          </a:stretch>
        </p:blipFill>
        <p:spPr>
          <a:xfrm>
            <a:off x="8774667" y="225375"/>
            <a:ext cx="154716" cy="6407250"/>
          </a:xfrm>
          <a:prstGeom prst="rect">
            <a:avLst/>
          </a:prstGeom>
          <a:noFill/>
          <a:ln>
            <a:noFill/>
          </a:ln>
        </p:spPr>
      </p:pic>
      <p:pic>
        <p:nvPicPr>
          <p:cNvPr id="962" name="Google Shape;962;g323ddecd5d6_0_316"/>
          <p:cNvPicPr preferRelativeResize="0"/>
          <p:nvPr/>
        </p:nvPicPr>
        <p:blipFill>
          <a:blip r:embed="rId2">
            <a:alphaModFix/>
          </a:blip>
          <a:stretch>
            <a:fillRect/>
          </a:stretch>
        </p:blipFill>
        <p:spPr>
          <a:xfrm>
            <a:off x="214567" y="225375"/>
            <a:ext cx="154716" cy="6407250"/>
          </a:xfrm>
          <a:prstGeom prst="rect">
            <a:avLst/>
          </a:prstGeom>
          <a:noFill/>
          <a:ln>
            <a:noFill/>
          </a:ln>
        </p:spPr>
      </p:pic>
      <p:grpSp>
        <p:nvGrpSpPr>
          <p:cNvPr id="963" name="Google Shape;963;g323ddecd5d6_0_316"/>
          <p:cNvGrpSpPr/>
          <p:nvPr/>
        </p:nvGrpSpPr>
        <p:grpSpPr>
          <a:xfrm>
            <a:off x="-250" y="4900807"/>
            <a:ext cx="9161350" cy="1972126"/>
            <a:chOff x="-250" y="4885800"/>
            <a:chExt cx="9161350" cy="1972126"/>
          </a:xfrm>
        </p:grpSpPr>
        <p:pic>
          <p:nvPicPr>
            <p:cNvPr id="964" name="Google Shape;964;g323ddecd5d6_0_316"/>
            <p:cNvPicPr preferRelativeResize="0"/>
            <p:nvPr/>
          </p:nvPicPr>
          <p:blipFill rotWithShape="1">
            <a:blip r:embed="rId3">
              <a:alphaModFix/>
            </a:blip>
            <a:srcRect r="62928"/>
            <a:stretch/>
          </p:blipFill>
          <p:spPr>
            <a:xfrm>
              <a:off x="8166680" y="4885800"/>
              <a:ext cx="977325" cy="1373900"/>
            </a:xfrm>
            <a:prstGeom prst="rect">
              <a:avLst/>
            </a:prstGeom>
            <a:noFill/>
            <a:ln>
              <a:noFill/>
            </a:ln>
          </p:spPr>
        </p:pic>
        <p:pic>
          <p:nvPicPr>
            <p:cNvPr id="965" name="Google Shape;965;g323ddecd5d6_0_316"/>
            <p:cNvPicPr preferRelativeResize="0"/>
            <p:nvPr/>
          </p:nvPicPr>
          <p:blipFill rotWithShape="1">
            <a:blip r:embed="rId4">
              <a:alphaModFix/>
            </a:blip>
            <a:srcRect r="41745" b="4879"/>
            <a:stretch/>
          </p:blipFill>
          <p:spPr>
            <a:xfrm>
              <a:off x="7357550" y="5813951"/>
              <a:ext cx="1803550" cy="1043975"/>
            </a:xfrm>
            <a:prstGeom prst="rect">
              <a:avLst/>
            </a:prstGeom>
            <a:noFill/>
            <a:ln>
              <a:noFill/>
            </a:ln>
          </p:spPr>
        </p:pic>
        <p:pic>
          <p:nvPicPr>
            <p:cNvPr id="966" name="Google Shape;966;g323ddecd5d6_0_316"/>
            <p:cNvPicPr preferRelativeResize="0"/>
            <p:nvPr/>
          </p:nvPicPr>
          <p:blipFill rotWithShape="1">
            <a:blip r:embed="rId4">
              <a:alphaModFix/>
            </a:blip>
            <a:srcRect r="41745" b="4879"/>
            <a:stretch/>
          </p:blipFill>
          <p:spPr>
            <a:xfrm flipH="1">
              <a:off x="-250" y="5813950"/>
              <a:ext cx="1803550" cy="1043975"/>
            </a:xfrm>
            <a:prstGeom prst="rect">
              <a:avLst/>
            </a:prstGeom>
            <a:noFill/>
            <a:ln>
              <a:noFill/>
            </a:ln>
          </p:spPr>
        </p:pic>
      </p:grpSp>
      <p:sp>
        <p:nvSpPr>
          <p:cNvPr id="967" name="Google Shape;967;g323ddecd5d6_0_3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688D"/>
              </a:buClr>
              <a:buSzPts val="3200"/>
              <a:buFont typeface="Poppins Medium"/>
              <a:buNone/>
              <a:defRPr sz="3200">
                <a:solidFill>
                  <a:srgbClr val="00688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968" name="Google Shape;968;g323ddecd5d6_0_316"/>
          <p:cNvSpPr txBox="1">
            <a:spLocks noGrp="1"/>
          </p:cNvSpPr>
          <p:nvPr>
            <p:ph type="subTitle" idx="2"/>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969" name="Google Shape;969;g323ddecd5d6_0_316"/>
          <p:cNvGrpSpPr/>
          <p:nvPr/>
        </p:nvGrpSpPr>
        <p:grpSpPr>
          <a:xfrm>
            <a:off x="662575" y="6212475"/>
            <a:ext cx="586800" cy="571500"/>
            <a:chOff x="662575" y="6212475"/>
            <a:chExt cx="586800" cy="571500"/>
          </a:xfrm>
        </p:grpSpPr>
        <p:sp>
          <p:nvSpPr>
            <p:cNvPr id="970" name="Google Shape;970;g323ddecd5d6_0_31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323ddecd5d6_0_316">
              <a:hlinkClick r:id="" action="ppaction://hlinkshowjump?jump=previousslide"/>
            </p:cNvPr>
            <p:cNvSpPr/>
            <p:nvPr/>
          </p:nvSpPr>
          <p:spPr>
            <a:xfrm>
              <a:off x="767700"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323ddecd5d6_0_316">
              <a:hlinkClick r:id="" action="ppaction://hlinkshowjump?jump=previousslide"/>
            </p:cNvPr>
            <p:cNvSpPr/>
            <p:nvPr/>
          </p:nvSpPr>
          <p:spPr>
            <a:xfrm flipH="1">
              <a:off x="869175"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73" name="Google Shape;973;g323ddecd5d6_0_316"/>
          <p:cNvGrpSpPr/>
          <p:nvPr/>
        </p:nvGrpSpPr>
        <p:grpSpPr>
          <a:xfrm>
            <a:off x="1255768" y="2461501"/>
            <a:ext cx="6527700" cy="548399"/>
            <a:chOff x="1255768" y="2461501"/>
            <a:chExt cx="6527700" cy="548399"/>
          </a:xfrm>
        </p:grpSpPr>
        <p:cxnSp>
          <p:nvCxnSpPr>
            <p:cNvPr id="974" name="Google Shape;974;g323ddecd5d6_0_316"/>
            <p:cNvCxnSpPr/>
            <p:nvPr/>
          </p:nvCxnSpPr>
          <p:spPr>
            <a:xfrm>
              <a:off x="1255768" y="3009900"/>
              <a:ext cx="6527700" cy="0"/>
            </a:xfrm>
            <a:prstGeom prst="straightConnector1">
              <a:avLst/>
            </a:prstGeom>
            <a:noFill/>
            <a:ln w="28575" cap="flat" cmpd="sng">
              <a:solidFill>
                <a:srgbClr val="8DD9F8"/>
              </a:solidFill>
              <a:prstDash val="solid"/>
              <a:round/>
              <a:headEnd type="none" w="med" len="med"/>
              <a:tailEnd type="none" w="med" len="med"/>
            </a:ln>
          </p:spPr>
        </p:cxnSp>
        <p:pic>
          <p:nvPicPr>
            <p:cNvPr id="975" name="Google Shape;975;g323ddecd5d6_0_316"/>
            <p:cNvPicPr preferRelativeResize="0"/>
            <p:nvPr/>
          </p:nvPicPr>
          <p:blipFill>
            <a:blip r:embed="rId5">
              <a:alphaModFix/>
            </a:blip>
            <a:stretch>
              <a:fillRect/>
            </a:stretch>
          </p:blipFill>
          <p:spPr>
            <a:xfrm>
              <a:off x="7421225" y="2461501"/>
              <a:ext cx="361950" cy="485775"/>
            </a:xfrm>
            <a:prstGeom prst="rect">
              <a:avLst/>
            </a:prstGeom>
            <a:noFill/>
            <a:ln>
              <a:noFill/>
            </a:ln>
          </p:spPr>
        </p:pic>
      </p:grpSp>
      <p:grpSp>
        <p:nvGrpSpPr>
          <p:cNvPr id="976" name="Google Shape;976;g323ddecd5d6_0_316"/>
          <p:cNvGrpSpPr/>
          <p:nvPr/>
        </p:nvGrpSpPr>
        <p:grpSpPr>
          <a:xfrm>
            <a:off x="1255768" y="3268549"/>
            <a:ext cx="6527417" cy="1890196"/>
            <a:chOff x="1485900" y="3116138"/>
            <a:chExt cx="6067500" cy="1890196"/>
          </a:xfrm>
        </p:grpSpPr>
        <p:cxnSp>
          <p:nvCxnSpPr>
            <p:cNvPr id="977" name="Google Shape;977;g323ddecd5d6_0_316"/>
            <p:cNvCxnSpPr/>
            <p:nvPr/>
          </p:nvCxnSpPr>
          <p:spPr>
            <a:xfrm>
              <a:off x="1485900" y="4591638"/>
              <a:ext cx="6067500" cy="0"/>
            </a:xfrm>
            <a:prstGeom prst="straightConnector1">
              <a:avLst/>
            </a:prstGeom>
            <a:noFill/>
            <a:ln w="28575" cap="flat" cmpd="sng">
              <a:solidFill>
                <a:srgbClr val="8DD9F8"/>
              </a:solidFill>
              <a:prstDash val="solid"/>
              <a:round/>
              <a:headEnd type="none" w="med" len="med"/>
              <a:tailEnd type="none" w="med" len="med"/>
            </a:ln>
          </p:spPr>
        </p:cxnSp>
        <p:cxnSp>
          <p:nvCxnSpPr>
            <p:cNvPr id="978" name="Google Shape;978;g323ddecd5d6_0_316"/>
            <p:cNvCxnSpPr/>
            <p:nvPr/>
          </p:nvCxnSpPr>
          <p:spPr>
            <a:xfrm>
              <a:off x="1485900" y="3116138"/>
              <a:ext cx="6067500" cy="0"/>
            </a:xfrm>
            <a:prstGeom prst="straightConnector1">
              <a:avLst/>
            </a:prstGeom>
            <a:noFill/>
            <a:ln w="28575" cap="flat" cmpd="sng">
              <a:solidFill>
                <a:srgbClr val="8DD9F8"/>
              </a:solidFill>
              <a:prstDash val="dash"/>
              <a:round/>
              <a:headEnd type="none" w="med" len="med"/>
              <a:tailEnd type="none" w="med" len="med"/>
            </a:ln>
          </p:spPr>
        </p:cxnSp>
        <p:cxnSp>
          <p:nvCxnSpPr>
            <p:cNvPr id="979" name="Google Shape;979;g323ddecd5d6_0_316"/>
            <p:cNvCxnSpPr/>
            <p:nvPr/>
          </p:nvCxnSpPr>
          <p:spPr>
            <a:xfrm>
              <a:off x="1485900" y="3528178"/>
              <a:ext cx="6067500" cy="0"/>
            </a:xfrm>
            <a:prstGeom prst="straightConnector1">
              <a:avLst/>
            </a:prstGeom>
            <a:noFill/>
            <a:ln w="28575" cap="flat" cmpd="sng">
              <a:solidFill>
                <a:srgbClr val="8DD9F8"/>
              </a:solidFill>
              <a:prstDash val="dash"/>
              <a:round/>
              <a:headEnd type="none" w="med" len="med"/>
              <a:tailEnd type="none" w="med" len="med"/>
            </a:ln>
          </p:spPr>
        </p:cxnSp>
        <p:cxnSp>
          <p:nvCxnSpPr>
            <p:cNvPr id="980" name="Google Shape;980;g323ddecd5d6_0_316"/>
            <p:cNvCxnSpPr/>
            <p:nvPr/>
          </p:nvCxnSpPr>
          <p:spPr>
            <a:xfrm>
              <a:off x="1485900" y="5006334"/>
              <a:ext cx="6067500" cy="0"/>
            </a:xfrm>
            <a:prstGeom prst="straightConnector1">
              <a:avLst/>
            </a:prstGeom>
            <a:noFill/>
            <a:ln w="28575" cap="flat" cmpd="sng">
              <a:solidFill>
                <a:srgbClr val="8DD9F8"/>
              </a:solidFill>
              <a:prstDash val="dash"/>
              <a:round/>
              <a:headEnd type="none" w="med" len="med"/>
              <a:tailEnd type="none" w="med" len="med"/>
            </a:ln>
          </p:spPr>
        </p:cxnSp>
      </p:grpSp>
      <p:sp>
        <p:nvSpPr>
          <p:cNvPr id="981" name="Google Shape;981;g323ddecd5d6_0_316"/>
          <p:cNvSpPr txBox="1"/>
          <p:nvPr/>
        </p:nvSpPr>
        <p:spPr>
          <a:xfrm>
            <a:off x="3488500" y="2461500"/>
            <a:ext cx="3843300" cy="488700"/>
          </a:xfrm>
          <a:prstGeom prst="rect">
            <a:avLst/>
          </a:prstGeom>
          <a:noFill/>
          <a:ln>
            <a:noFill/>
          </a:ln>
        </p:spPr>
        <p:txBody>
          <a:bodyPr spcFirstLastPara="1" wrap="square" lIns="0" tIns="0" rIns="0" bIns="0" anchor="ctr" anchorCtr="0">
            <a:noAutofit/>
          </a:bodyPr>
          <a:lstStyle/>
          <a:p>
            <a:pPr marL="0" lvl="0" indent="0" algn="r" rtl="0">
              <a:lnSpc>
                <a:spcPct val="115000"/>
              </a:lnSpc>
              <a:spcBef>
                <a:spcPts val="0"/>
              </a:spcBef>
              <a:spcAft>
                <a:spcPts val="0"/>
              </a:spcAft>
              <a:buNone/>
            </a:pPr>
            <a:r>
              <a:rPr lang="en-US" sz="1800" i="1">
                <a:solidFill>
                  <a:srgbClr val="8DD9F8"/>
                </a:solidFill>
                <a:latin typeface="Poppins Medium"/>
                <a:ea typeface="Poppins Medium"/>
                <a:cs typeface="Poppins Medium"/>
                <a:sym typeface="Poppins Medium"/>
              </a:rPr>
              <a:t>Practise</a:t>
            </a:r>
            <a:endParaRPr sz="1800" i="1">
              <a:solidFill>
                <a:srgbClr val="8DD9F8"/>
              </a:solidFill>
              <a:latin typeface="Poppins Medium"/>
              <a:ea typeface="Poppins Medium"/>
              <a:cs typeface="Poppins Medium"/>
              <a:sym typeface="Poppins Medium"/>
            </a:endParaRPr>
          </a:p>
        </p:txBody>
      </p:sp>
      <p:grpSp>
        <p:nvGrpSpPr>
          <p:cNvPr id="982" name="Google Shape;982;g323ddecd5d6_0_316"/>
          <p:cNvGrpSpPr/>
          <p:nvPr/>
        </p:nvGrpSpPr>
        <p:grpSpPr>
          <a:xfrm>
            <a:off x="7894350" y="6212475"/>
            <a:ext cx="586800" cy="571500"/>
            <a:chOff x="7894350" y="6212475"/>
            <a:chExt cx="586800" cy="571500"/>
          </a:xfrm>
        </p:grpSpPr>
        <p:sp>
          <p:nvSpPr>
            <p:cNvPr id="983" name="Google Shape;983;g323ddecd5d6_0_31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323ddecd5d6_0_316">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323ddecd5d6_0_316">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986"/>
        <p:cNvGrpSpPr/>
        <p:nvPr/>
      </p:nvGrpSpPr>
      <p:grpSpPr>
        <a:xfrm>
          <a:off x="0" y="0"/>
          <a:ext cx="0" cy="0"/>
          <a:chOff x="0" y="0"/>
          <a:chExt cx="0" cy="0"/>
        </a:xfrm>
      </p:grpSpPr>
      <p:sp>
        <p:nvSpPr>
          <p:cNvPr id="987" name="Google Shape;987;g323ddecd5d6_0_34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988" name="Google Shape;988;g323ddecd5d6_0_348"/>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00688D"/>
                </a:solidFill>
                <a:latin typeface="Poppins Medium"/>
                <a:ea typeface="Poppins Medium"/>
                <a:cs typeface="Poppins Medium"/>
                <a:sym typeface="Poppins Medium"/>
              </a:rPr>
              <a:t>Extension</a:t>
            </a:r>
            <a:endParaRPr sz="3200" b="0" i="0" u="none" strike="noStrike" cap="none">
              <a:solidFill>
                <a:srgbClr val="00688D"/>
              </a:solidFill>
              <a:latin typeface="Poppins Medium"/>
              <a:ea typeface="Poppins Medium"/>
              <a:cs typeface="Poppins Medium"/>
              <a:sym typeface="Poppins Medium"/>
            </a:endParaRPr>
          </a:p>
        </p:txBody>
      </p:sp>
      <p:cxnSp>
        <p:nvCxnSpPr>
          <p:cNvPr id="989" name="Google Shape;989;g323ddecd5d6_0_348"/>
          <p:cNvCxnSpPr/>
          <p:nvPr/>
        </p:nvCxnSpPr>
        <p:spPr>
          <a:xfrm>
            <a:off x="941786" y="1709260"/>
            <a:ext cx="2135700" cy="0"/>
          </a:xfrm>
          <a:prstGeom prst="straightConnector1">
            <a:avLst/>
          </a:prstGeom>
          <a:noFill/>
          <a:ln w="9525" cap="flat" cmpd="sng">
            <a:solidFill>
              <a:srgbClr val="BFBFBF"/>
            </a:solidFill>
            <a:prstDash val="solid"/>
            <a:miter lim="800000"/>
            <a:headEnd type="none" w="sm" len="sm"/>
            <a:tailEnd type="none" w="sm" len="sm"/>
          </a:ln>
        </p:spPr>
      </p:cxnSp>
      <p:sp>
        <p:nvSpPr>
          <p:cNvPr id="990" name="Google Shape;990;g323ddecd5d6_0_34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91" name="Google Shape;991;g323ddecd5d6_0_348"/>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8630"/>
              </a:srgbClr>
            </a:outerShdw>
          </a:effectLst>
        </p:spPr>
      </p:pic>
      <p:sp>
        <p:nvSpPr>
          <p:cNvPr id="992" name="Google Shape;992;g323ddecd5d6_0_348"/>
          <p:cNvSpPr>
            <a:spLocks noGrp="1"/>
          </p:cNvSpPr>
          <p:nvPr>
            <p:ph type="pic" idx="2"/>
          </p:nvPr>
        </p:nvSpPr>
        <p:spPr>
          <a:xfrm>
            <a:off x="960225" y="1993200"/>
            <a:ext cx="2946000" cy="1949700"/>
          </a:xfrm>
          <a:prstGeom prst="roundRect">
            <a:avLst>
              <a:gd name="adj" fmla="val 16667"/>
            </a:avLst>
          </a:prstGeom>
          <a:noFill/>
          <a:ln>
            <a:noFill/>
          </a:ln>
        </p:spPr>
      </p:sp>
      <p:sp>
        <p:nvSpPr>
          <p:cNvPr id="993" name="Google Shape;993;g323ddecd5d6_0_34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94" name="Google Shape;994;g323ddecd5d6_0_348"/>
          <p:cNvGrpSpPr/>
          <p:nvPr/>
        </p:nvGrpSpPr>
        <p:grpSpPr>
          <a:xfrm>
            <a:off x="8199150" y="5983875"/>
            <a:ext cx="586800" cy="571500"/>
            <a:chOff x="7894350" y="6212475"/>
            <a:chExt cx="586800" cy="571500"/>
          </a:xfrm>
        </p:grpSpPr>
        <p:sp>
          <p:nvSpPr>
            <p:cNvPr id="995" name="Google Shape;995;g323ddecd5d6_0_34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323ddecd5d6_0_348">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323ddecd5d6_0_348">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Enhancements &amp; Evaluation">
  <p:cSld name="End of Session_1_1_2">
    <p:spTree>
      <p:nvGrpSpPr>
        <p:cNvPr id="1" name="Shape 998"/>
        <p:cNvGrpSpPr/>
        <p:nvPr/>
      </p:nvGrpSpPr>
      <p:grpSpPr>
        <a:xfrm>
          <a:off x="0" y="0"/>
          <a:ext cx="0" cy="0"/>
          <a:chOff x="0" y="0"/>
          <a:chExt cx="0" cy="0"/>
        </a:xfrm>
      </p:grpSpPr>
      <p:sp>
        <p:nvSpPr>
          <p:cNvPr id="999" name="Google Shape;999;g323ddecd5d6_0_3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00" name="Google Shape;1000;g323ddecd5d6_0_360"/>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8630"/>
              </a:srgbClr>
            </a:outerShdw>
          </a:effectLst>
        </p:spPr>
      </p:pic>
      <p:sp>
        <p:nvSpPr>
          <p:cNvPr id="1001" name="Google Shape;1001;g323ddecd5d6_0_3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02" name="Google Shape;1002;g323ddecd5d6_0_360"/>
          <p:cNvGrpSpPr/>
          <p:nvPr/>
        </p:nvGrpSpPr>
        <p:grpSpPr>
          <a:xfrm>
            <a:off x="8199150" y="5983875"/>
            <a:ext cx="586800" cy="571500"/>
            <a:chOff x="7894350" y="6212475"/>
            <a:chExt cx="586800" cy="571500"/>
          </a:xfrm>
        </p:grpSpPr>
        <p:sp>
          <p:nvSpPr>
            <p:cNvPr id="1003" name="Google Shape;1003;g323ddecd5d6_0_3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323ddecd5d6_0_360">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323ddecd5d6_0_360">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06" name="Google Shape;1006;g323ddecd5d6_0_360"/>
          <p:cNvSpPr txBox="1">
            <a:spLocks noGrp="1"/>
          </p:cNvSpPr>
          <p:nvPr>
            <p:ph type="title"/>
          </p:nvPr>
        </p:nvSpPr>
        <p:spPr>
          <a:xfrm>
            <a:off x="856325" y="958000"/>
            <a:ext cx="7234200" cy="663000"/>
          </a:xfrm>
          <a:prstGeom prst="rect">
            <a:avLst/>
          </a:prstGeom>
        </p:spPr>
        <p:txBody>
          <a:bodyPr spcFirstLastPara="1" wrap="square" lIns="91425" tIns="45700" rIns="91425" bIns="45700" anchor="ctr" anchorCtr="0">
            <a:normAutofit/>
          </a:bodyPr>
          <a:lstStyle>
            <a:lvl1pPr lvl="0">
              <a:spcBef>
                <a:spcPts val="0"/>
              </a:spcBef>
              <a:spcAft>
                <a:spcPts val="0"/>
              </a:spcAft>
              <a:buClr>
                <a:srgbClr val="00688D"/>
              </a:buClr>
              <a:buSzPts val="3200"/>
              <a:buFont typeface="Poppins Medium"/>
              <a:buNone/>
              <a:defRPr sz="3200">
                <a:solidFill>
                  <a:srgbClr val="00688D"/>
                </a:solidFill>
                <a:latin typeface="Poppins Medium"/>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7" name="Google Shape;1007;g323ddecd5d6_0_360"/>
          <p:cNvSpPr txBox="1">
            <a:spLocks noGrp="1"/>
          </p:cNvSpPr>
          <p:nvPr>
            <p:ph type="subTitle" idx="1"/>
          </p:nvPr>
        </p:nvSpPr>
        <p:spPr>
          <a:xfrm>
            <a:off x="1916850" y="5167400"/>
            <a:ext cx="5310300" cy="369300"/>
          </a:xfrm>
          <a:prstGeom prst="rect">
            <a:avLst/>
          </a:prstGeom>
        </p:spPr>
        <p:txBody>
          <a:bodyPr spcFirstLastPara="1" wrap="square" lIns="91425" tIns="45700" rIns="91425" bIns="45700" anchor="ctr" anchorCtr="0">
            <a:normAutofit/>
          </a:bodyPr>
          <a:lstStyle>
            <a:lvl1pPr lvl="0" algn="ctr">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ctr">
              <a:spcBef>
                <a:spcPts val="500"/>
              </a:spcBef>
              <a:spcAft>
                <a:spcPts val="0"/>
              </a:spcAft>
              <a:buSzPts val="2400"/>
              <a:buNone/>
              <a:defRPr/>
            </a:lvl2pPr>
            <a:lvl3pPr lvl="2" algn="ctr">
              <a:spcBef>
                <a:spcPts val="500"/>
              </a:spcBef>
              <a:spcAft>
                <a:spcPts val="0"/>
              </a:spcAft>
              <a:buSzPts val="2000"/>
              <a:buNone/>
              <a:defRPr/>
            </a:lvl3pPr>
            <a:lvl4pPr lvl="3" algn="ctr">
              <a:spcBef>
                <a:spcPts val="500"/>
              </a:spcBef>
              <a:spcAft>
                <a:spcPts val="0"/>
              </a:spcAft>
              <a:buSzPts val="1800"/>
              <a:buNone/>
              <a:defRPr/>
            </a:lvl4pPr>
            <a:lvl5pPr lvl="4" algn="ctr">
              <a:spcBef>
                <a:spcPts val="50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008"/>
        <p:cNvGrpSpPr/>
        <p:nvPr/>
      </p:nvGrpSpPr>
      <p:grpSpPr>
        <a:xfrm>
          <a:off x="0" y="0"/>
          <a:ext cx="0" cy="0"/>
          <a:chOff x="0" y="0"/>
          <a:chExt cx="0" cy="0"/>
        </a:xfrm>
      </p:grpSpPr>
      <p:sp>
        <p:nvSpPr>
          <p:cNvPr id="1009" name="Google Shape;1009;g323ddecd5d6_0_370"/>
          <p:cNvSpPr txBox="1"/>
          <p:nvPr/>
        </p:nvSpPr>
        <p:spPr>
          <a:xfrm>
            <a:off x="856325" y="958000"/>
            <a:ext cx="58713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00688D"/>
                </a:solidFill>
                <a:latin typeface="Poppins Medium"/>
                <a:ea typeface="Poppins Medium"/>
                <a:cs typeface="Poppins Medium"/>
                <a:sym typeface="Poppins Medium"/>
              </a:rPr>
              <a:t>Independent Reading</a:t>
            </a:r>
            <a:endParaRPr sz="3200" b="0" i="0" u="none" strike="noStrike" cap="none">
              <a:solidFill>
                <a:srgbClr val="00688D"/>
              </a:solidFill>
              <a:latin typeface="Poppins Medium"/>
              <a:ea typeface="Poppins Medium"/>
              <a:cs typeface="Poppins Medium"/>
              <a:sym typeface="Poppins Medium"/>
            </a:endParaRPr>
          </a:p>
        </p:txBody>
      </p:sp>
      <p:cxnSp>
        <p:nvCxnSpPr>
          <p:cNvPr id="1010" name="Google Shape;1010;g323ddecd5d6_0_370"/>
          <p:cNvCxnSpPr/>
          <p:nvPr/>
        </p:nvCxnSpPr>
        <p:spPr>
          <a:xfrm>
            <a:off x="941786" y="1709260"/>
            <a:ext cx="4393800" cy="0"/>
          </a:xfrm>
          <a:prstGeom prst="straightConnector1">
            <a:avLst/>
          </a:prstGeom>
          <a:noFill/>
          <a:ln w="9525" cap="flat" cmpd="sng">
            <a:solidFill>
              <a:srgbClr val="BFBFBF"/>
            </a:solidFill>
            <a:prstDash val="solid"/>
            <a:miter lim="800000"/>
            <a:headEnd type="none" w="sm" len="sm"/>
            <a:tailEnd type="none" w="sm" len="sm"/>
          </a:ln>
        </p:spPr>
      </p:cxnSp>
      <p:sp>
        <p:nvSpPr>
          <p:cNvPr id="1011" name="Google Shape;1011;g323ddecd5d6_0_3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12" name="Google Shape;1012;g323ddecd5d6_0_370"/>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8630"/>
              </a:srgbClr>
            </a:outerShdw>
          </a:effectLst>
        </p:spPr>
      </p:pic>
      <p:sp>
        <p:nvSpPr>
          <p:cNvPr id="1013" name="Google Shape;1013;g323ddecd5d6_0_3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14" name="Google Shape;1014;g323ddecd5d6_0_370"/>
          <p:cNvGrpSpPr/>
          <p:nvPr/>
        </p:nvGrpSpPr>
        <p:grpSpPr>
          <a:xfrm>
            <a:off x="8199150" y="5983875"/>
            <a:ext cx="586800" cy="571500"/>
            <a:chOff x="7894350" y="6212475"/>
            <a:chExt cx="586800" cy="571500"/>
          </a:xfrm>
        </p:grpSpPr>
        <p:sp>
          <p:nvSpPr>
            <p:cNvPr id="1015" name="Google Shape;1015;g323ddecd5d6_0_3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323ddecd5d6_0_370">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323ddecd5d6_0_370">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1018"/>
        <p:cNvGrpSpPr/>
        <p:nvPr/>
      </p:nvGrpSpPr>
      <p:grpSpPr>
        <a:xfrm>
          <a:off x="0" y="0"/>
          <a:ext cx="0" cy="0"/>
          <a:chOff x="0" y="0"/>
          <a:chExt cx="0" cy="0"/>
        </a:xfrm>
      </p:grpSpPr>
      <p:grpSp>
        <p:nvGrpSpPr>
          <p:cNvPr id="1019" name="Google Shape;1019;g323ddecd5d6_0_380"/>
          <p:cNvGrpSpPr/>
          <p:nvPr/>
        </p:nvGrpSpPr>
        <p:grpSpPr>
          <a:xfrm>
            <a:off x="-400050" y="-342900"/>
            <a:ext cx="9944100" cy="7258200"/>
            <a:chOff x="-400050" y="-342900"/>
            <a:chExt cx="9944100" cy="7258200"/>
          </a:xfrm>
        </p:grpSpPr>
        <p:grpSp>
          <p:nvGrpSpPr>
            <p:cNvPr id="1020" name="Google Shape;1020;g323ddecd5d6_0_380"/>
            <p:cNvGrpSpPr/>
            <p:nvPr/>
          </p:nvGrpSpPr>
          <p:grpSpPr>
            <a:xfrm>
              <a:off x="-400050" y="-342900"/>
              <a:ext cx="9944100" cy="7258200"/>
              <a:chOff x="-400050" y="-342900"/>
              <a:chExt cx="9944100" cy="7258200"/>
            </a:xfrm>
          </p:grpSpPr>
          <p:grpSp>
            <p:nvGrpSpPr>
              <p:cNvPr id="1021" name="Google Shape;1021;g323ddecd5d6_0_380"/>
              <p:cNvGrpSpPr/>
              <p:nvPr/>
            </p:nvGrpSpPr>
            <p:grpSpPr>
              <a:xfrm>
                <a:off x="-36925" y="-42000"/>
                <a:ext cx="9236225" cy="6957300"/>
                <a:chOff x="-36925" y="-42000"/>
                <a:chExt cx="9236225" cy="6957300"/>
              </a:xfrm>
            </p:grpSpPr>
            <p:sp>
              <p:nvSpPr>
                <p:cNvPr id="1022" name="Google Shape;1022;g323ddecd5d6_0_380"/>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g323ddecd5d6_0_380"/>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024" name="Google Shape;1024;g323ddecd5d6_0_380"/>
              <p:cNvPicPr preferRelativeResize="0"/>
              <p:nvPr/>
            </p:nvPicPr>
            <p:blipFill rotWithShape="1">
              <a:blip r:embed="rId2">
                <a:alphaModFix amt="3000"/>
              </a:blip>
              <a:srcRect l="9008" t="34049" r="10560"/>
              <a:stretch/>
            </p:blipFill>
            <p:spPr>
              <a:xfrm>
                <a:off x="-400050" y="-342900"/>
                <a:ext cx="9944100" cy="7236426"/>
              </a:xfrm>
              <a:prstGeom prst="rect">
                <a:avLst/>
              </a:prstGeom>
              <a:noFill/>
              <a:ln>
                <a:noFill/>
              </a:ln>
            </p:spPr>
          </p:pic>
        </p:grpSp>
        <p:pic>
          <p:nvPicPr>
            <p:cNvPr id="1025" name="Google Shape;1025;g323ddecd5d6_0_380"/>
            <p:cNvPicPr preferRelativeResize="0"/>
            <p:nvPr/>
          </p:nvPicPr>
          <p:blipFill>
            <a:blip r:embed="rId3">
              <a:alphaModFix amt="40000"/>
            </a:blip>
            <a:stretch>
              <a:fillRect/>
            </a:stretch>
          </p:blipFill>
          <p:spPr>
            <a:xfrm>
              <a:off x="0" y="0"/>
              <a:ext cx="9144000" cy="6858000"/>
            </a:xfrm>
            <a:prstGeom prst="rect">
              <a:avLst/>
            </a:prstGeom>
            <a:noFill/>
            <a:ln>
              <a:noFill/>
            </a:ln>
          </p:spPr>
        </p:pic>
      </p:grpSp>
      <p:sp>
        <p:nvSpPr>
          <p:cNvPr id="1026" name="Google Shape;1026;g323ddecd5d6_0_380"/>
          <p:cNvSpPr txBox="1"/>
          <p:nvPr/>
        </p:nvSpPr>
        <p:spPr>
          <a:xfrm>
            <a:off x="1990700" y="4218225"/>
            <a:ext cx="5162700" cy="303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pic>
        <p:nvPicPr>
          <p:cNvPr id="1027" name="Google Shape;1027;g323ddecd5d6_0_380"/>
          <p:cNvPicPr preferRelativeResize="0"/>
          <p:nvPr/>
        </p:nvPicPr>
        <p:blipFill rotWithShape="1">
          <a:blip r:embed="rId4">
            <a:alphaModFix/>
          </a:blip>
          <a:srcRect/>
          <a:stretch/>
        </p:blipFill>
        <p:spPr>
          <a:xfrm>
            <a:off x="2206201" y="1660400"/>
            <a:ext cx="4743449" cy="2286000"/>
          </a:xfrm>
          <a:prstGeom prst="rect">
            <a:avLst/>
          </a:prstGeom>
          <a:noFill/>
          <a:ln>
            <a:noFill/>
          </a:ln>
          <a:effectLst>
            <a:outerShdw blurRad="57150" dist="19050" dir="5400000" algn="bl" rotWithShape="0">
              <a:srgbClr val="000000">
                <a:alpha val="49410"/>
              </a:srgbClr>
            </a:outerShdw>
          </a:effectLst>
        </p:spPr>
      </p:pic>
      <p:sp>
        <p:nvSpPr>
          <p:cNvPr id="1028" name="Google Shape;1028;g323ddecd5d6_0_380">
            <a:hlinkClick r:id="rId5"/>
          </p:cNvPr>
          <p:cNvSpPr/>
          <p:nvPr/>
        </p:nvSpPr>
        <p:spPr>
          <a:xfrm>
            <a:off x="1990700" y="1171200"/>
            <a:ext cx="5485500" cy="3898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323ddecd5d6_0_380"/>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g323ddecd5d6_0_380"/>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323ddecd5d6_0_380"/>
          <p:cNvSpPr txBox="1"/>
          <p:nvPr/>
        </p:nvSpPr>
        <p:spPr>
          <a:xfrm>
            <a:off x="1201255" y="6084800"/>
            <a:ext cx="7893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a:t>
            </a:r>
            <a:endParaRPr sz="1800" b="0" i="0" u="none" strike="noStrike" cap="none">
              <a:solidFill>
                <a:srgbClr val="FFFFFF"/>
              </a:solidFill>
              <a:latin typeface="Poppins SemiBold"/>
              <a:ea typeface="Poppins SemiBold"/>
              <a:cs typeface="Poppins SemiBold"/>
              <a:sym typeface="Poppins SemiBold"/>
            </a:endParaRPr>
          </a:p>
        </p:txBody>
      </p:sp>
      <p:sp>
        <p:nvSpPr>
          <p:cNvPr id="1032" name="Google Shape;1032;g323ddecd5d6_0_380"/>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1033"/>
        <p:cNvGrpSpPr/>
        <p:nvPr/>
      </p:nvGrpSpPr>
      <p:grpSpPr>
        <a:xfrm>
          <a:off x="0" y="0"/>
          <a:ext cx="0" cy="0"/>
          <a:chOff x="0" y="0"/>
          <a:chExt cx="0" cy="0"/>
        </a:xfrm>
      </p:grpSpPr>
      <p:sp>
        <p:nvSpPr>
          <p:cNvPr id="1034" name="Google Shape;1034;g323ddecd5d6_0_395"/>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1035" name="Google Shape;1035;g323ddecd5d6_0_395"/>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Phonics</a:t>
            </a:r>
            <a:r>
              <a:rPr lang="en-US" sz="1100">
                <a:solidFill>
                  <a:srgbClr val="1A1A1A"/>
                </a:solidFill>
                <a:latin typeface="Poppins"/>
                <a:ea typeface="Poppins"/>
                <a:cs typeface="Poppins"/>
                <a:sym typeface="Poppins"/>
              </a:rPr>
              <a:t> - Phonics consists of knowledge of the skills of segmenting and blending, knowledge of the alphabetic code and an understanding of the principles underpinning the way the code is used in reading and spelling.</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Phonemes</a:t>
            </a:r>
            <a:r>
              <a:rPr lang="en-US" sz="1100">
                <a:solidFill>
                  <a:srgbClr val="1A1A1A"/>
                </a:solidFill>
                <a:latin typeface="Poppins"/>
                <a:ea typeface="Poppins"/>
                <a:cs typeface="Poppins"/>
                <a:sym typeface="Poppins"/>
              </a:rPr>
              <a:t> - A phoneme is the smallest unit of sound in a word that can change it's meaning (e.g. in </a:t>
            </a:r>
            <a:r>
              <a:rPr lang="en-US" sz="1100">
                <a:solidFill>
                  <a:srgbClr val="2356AF"/>
                </a:solidFill>
                <a:latin typeface="Poppins"/>
                <a:ea typeface="Poppins"/>
                <a:cs typeface="Poppins"/>
                <a:sym typeface="Poppins"/>
              </a:rPr>
              <a:t>bed</a:t>
            </a:r>
            <a:r>
              <a:rPr lang="en-US" sz="1100">
                <a:solidFill>
                  <a:srgbClr val="1A1A1A"/>
                </a:solidFill>
                <a:latin typeface="Poppins"/>
                <a:ea typeface="Poppins"/>
                <a:cs typeface="Poppins"/>
                <a:sym typeface="Poppins"/>
              </a:rPr>
              <a:t> and </a:t>
            </a:r>
            <a:r>
              <a:rPr lang="en-US" sz="1100">
                <a:solidFill>
                  <a:srgbClr val="2356AF"/>
                </a:solidFill>
                <a:latin typeface="Poppins"/>
                <a:ea typeface="Poppins"/>
                <a:cs typeface="Poppins"/>
                <a:sym typeface="Poppins"/>
              </a:rPr>
              <a:t>led</a:t>
            </a:r>
            <a:r>
              <a:rPr lang="en-US" sz="1100">
                <a:solidFill>
                  <a:srgbClr val="1A1A1A"/>
                </a:solidFill>
                <a:latin typeface="Poppins"/>
                <a:ea typeface="Poppins"/>
                <a:cs typeface="Poppins"/>
                <a:sym typeface="Poppins"/>
              </a:rPr>
              <a:t> the difference is the phonemes </a:t>
            </a:r>
            <a:r>
              <a:rPr lang="en-US" sz="1100">
                <a:solidFill>
                  <a:srgbClr val="8DC63F"/>
                </a:solidFill>
                <a:latin typeface="Poppins"/>
                <a:ea typeface="Poppins"/>
                <a:cs typeface="Poppins"/>
                <a:sym typeface="Poppins"/>
              </a:rPr>
              <a:t>/b/</a:t>
            </a:r>
            <a:r>
              <a:rPr lang="en-US" sz="1100">
                <a:solidFill>
                  <a:srgbClr val="1A1A1A"/>
                </a:solidFill>
                <a:latin typeface="Poppins"/>
                <a:ea typeface="Poppins"/>
                <a:cs typeface="Poppins"/>
                <a:sym typeface="Poppins"/>
              </a:rPr>
              <a:t> and </a:t>
            </a:r>
            <a:r>
              <a:rPr lang="en-US" sz="1100">
                <a:solidFill>
                  <a:srgbClr val="8DC63F"/>
                </a:solidFill>
                <a:latin typeface="Poppins"/>
                <a:ea typeface="Poppins"/>
                <a:cs typeface="Poppins"/>
                <a:sym typeface="Poppins"/>
              </a:rPr>
              <a:t>/l/</a:t>
            </a:r>
            <a:r>
              <a:rPr lang="en-US" sz="1100">
                <a:solidFill>
                  <a:srgbClr val="1A1A1A"/>
                </a:solidFill>
                <a:latin typeface="Poppins"/>
                <a:ea typeface="Poppins"/>
                <a:cs typeface="Poppins"/>
                <a:sym typeface="Poppins"/>
              </a:rPr>
              <a:t>, which signals the difference in meaning between the words).</a:t>
            </a:r>
            <a:br>
              <a:rPr lang="en-US" sz="1100">
                <a:solidFill>
                  <a:srgbClr val="1A1A1A"/>
                </a:solidFill>
                <a:latin typeface="Poppins"/>
                <a:ea typeface="Poppins"/>
                <a:cs typeface="Poppins"/>
                <a:sym typeface="Poppins"/>
              </a:rPr>
            </a:br>
            <a:r>
              <a:rPr lang="en-US" sz="1100">
                <a:solidFill>
                  <a:srgbClr val="1A1A1A"/>
                </a:solidFill>
                <a:latin typeface="Poppins"/>
                <a:ea typeface="Poppins"/>
                <a:cs typeface="Poppins"/>
                <a:sym typeface="Poppins"/>
              </a:rPr>
              <a:t>It is generally accepted that most varieties of spoken English use about 44 phonemes. In alphabet writing systems (such as English) phonemes are represented by graphemes.</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Phonemic Awareness</a:t>
            </a:r>
            <a:r>
              <a:rPr lang="en-US" sz="1100">
                <a:solidFill>
                  <a:srgbClr val="1A1A1A"/>
                </a:solidFill>
                <a:latin typeface="Poppins"/>
                <a:ea typeface="Poppins"/>
                <a:cs typeface="Poppins"/>
                <a:sym typeface="Poppins"/>
              </a:rPr>
              <a:t> - Phonemic Awareness is the awareness of individual sounds, or phonemes, in words. Children need to be able to recognize the sound structure of words in order to be able to orally blend and segment, which in turn allows them to be able to read and write. The overall focus of Phase 1 is to develop children's phonemic awareness in order to progress to Phase 2, where they then learn grapheme to phoneme conversions.</a:t>
            </a:r>
            <a:endParaRPr sz="1100">
              <a:solidFill>
                <a:srgbClr val="1A1A1A"/>
              </a:solidFill>
              <a:latin typeface="Poppins"/>
              <a:ea typeface="Poppins"/>
              <a:cs typeface="Poppins"/>
              <a:sym typeface="Poppins"/>
            </a:endParaRPr>
          </a:p>
        </p:txBody>
      </p:sp>
      <p:sp>
        <p:nvSpPr>
          <p:cNvPr id="1036" name="Google Shape;1036;g323ddecd5d6_0_395"/>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Segmenting and Blending</a:t>
            </a:r>
            <a:r>
              <a:rPr lang="en-US" sz="1100">
                <a:solidFill>
                  <a:srgbClr val="1A1A1A"/>
                </a:solidFill>
                <a:latin typeface="Poppins"/>
                <a:ea typeface="Poppins"/>
                <a:cs typeface="Poppins"/>
                <a:sym typeface="Poppins"/>
              </a:rPr>
              <a:t> - Segmenting and blending are reversible key phonics skills. Segmenting consists of breaking words down into their constituent phonemes to spell. Blending consists of building words from their constituent phonemes to read. Both skills are important. The skill of blending (synthesizing) phonemes, in order, all through the word to read it, tends to receive too little attention in the teaching of phonics; it is very important to make sure that children secure blending skills. Orally segmenting and blending is covered in Aspect 7 of Phase 1.</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Letter Sound</a:t>
            </a:r>
            <a:r>
              <a:rPr lang="en-US" sz="1100">
                <a:solidFill>
                  <a:srgbClr val="1A1A1A"/>
                </a:solidFill>
                <a:latin typeface="Poppins"/>
                <a:ea typeface="Poppins"/>
                <a:cs typeface="Poppins"/>
                <a:sym typeface="Poppins"/>
              </a:rPr>
              <a:t> - A letter sound is the sound a letter makes and is the relationship between phonemes and graphemes. For example, the letter '</a:t>
            </a:r>
            <a:r>
              <a:rPr lang="en-US" sz="1100">
                <a:solidFill>
                  <a:srgbClr val="8DC63F"/>
                </a:solidFill>
                <a:latin typeface="Poppins"/>
                <a:ea typeface="Poppins"/>
                <a:cs typeface="Poppins"/>
                <a:sym typeface="Poppins"/>
              </a:rPr>
              <a:t>c</a:t>
            </a:r>
            <a:r>
              <a:rPr lang="en-US" sz="1100">
                <a:solidFill>
                  <a:srgbClr val="1A1A1A"/>
                </a:solidFill>
                <a:latin typeface="Poppins"/>
                <a:ea typeface="Poppins"/>
                <a:cs typeface="Poppins"/>
                <a:sym typeface="Poppins"/>
              </a:rPr>
              <a:t>' can make a </a:t>
            </a:r>
            <a:r>
              <a:rPr lang="en-US" sz="1100">
                <a:solidFill>
                  <a:srgbClr val="8DC63F"/>
                </a:solidFill>
                <a:latin typeface="Poppins"/>
                <a:ea typeface="Poppins"/>
                <a:cs typeface="Poppins"/>
                <a:sym typeface="Poppins"/>
              </a:rPr>
              <a:t>/k/</a:t>
            </a:r>
            <a:r>
              <a:rPr lang="en-US" sz="1100">
                <a:solidFill>
                  <a:srgbClr val="1A1A1A"/>
                </a:solidFill>
                <a:latin typeface="Poppins"/>
                <a:ea typeface="Poppins"/>
                <a:cs typeface="Poppins"/>
                <a:sym typeface="Poppins"/>
              </a:rPr>
              <a:t> or </a:t>
            </a:r>
            <a:r>
              <a:rPr lang="en-US" sz="1100">
                <a:solidFill>
                  <a:srgbClr val="8DC63F"/>
                </a:solidFill>
                <a:latin typeface="Poppins"/>
                <a:ea typeface="Poppins"/>
                <a:cs typeface="Poppins"/>
                <a:sym typeface="Poppins"/>
              </a:rPr>
              <a:t>/s/</a:t>
            </a:r>
            <a:r>
              <a:rPr lang="en-US" sz="1100">
                <a:solidFill>
                  <a:srgbClr val="1A1A1A"/>
                </a:solidFill>
                <a:latin typeface="Poppins"/>
                <a:ea typeface="Poppins"/>
                <a:cs typeface="Poppins"/>
                <a:sym typeface="Poppins"/>
              </a:rPr>
              <a:t> sound depending on the word it is in (such as in the words </a:t>
            </a:r>
            <a:r>
              <a:rPr lang="en-US" sz="1100">
                <a:solidFill>
                  <a:srgbClr val="2356AF"/>
                </a:solidFill>
                <a:latin typeface="Poppins"/>
                <a:ea typeface="Poppins"/>
                <a:cs typeface="Poppins"/>
                <a:sym typeface="Poppins"/>
              </a:rPr>
              <a:t>cat</a:t>
            </a:r>
            <a:r>
              <a:rPr lang="en-US" sz="1100">
                <a:solidFill>
                  <a:srgbClr val="1A1A1A"/>
                </a:solidFill>
                <a:latin typeface="Poppins"/>
                <a:ea typeface="Poppins"/>
                <a:cs typeface="Poppins"/>
                <a:sym typeface="Poppins"/>
              </a:rPr>
              <a:t> or </a:t>
            </a:r>
            <a:r>
              <a:rPr lang="en-US" sz="1100">
                <a:solidFill>
                  <a:srgbClr val="2356AF"/>
                </a:solidFill>
                <a:latin typeface="Poppins"/>
                <a:ea typeface="Poppins"/>
                <a:cs typeface="Poppins"/>
                <a:sym typeface="Poppins"/>
              </a:rPr>
              <a:t>city</a:t>
            </a:r>
            <a:r>
              <a:rPr lang="en-US" sz="1100">
                <a:solidFill>
                  <a:srgbClr val="1A1A1A"/>
                </a:solidFill>
                <a:latin typeface="Poppins"/>
                <a:ea typeface="Poppins"/>
                <a:cs typeface="Poppins"/>
                <a:sym typeface="Poppins"/>
              </a:rPr>
              <a:t>). In Phase 1 it is important to teach children to tune into and distinguish between the sounds they hear in order to prepare them for reading and writing letter sounds in Phase 2.</a:t>
            </a:r>
            <a:endParaRPr sz="1100">
              <a:solidFill>
                <a:srgbClr val="1A1A1A"/>
              </a:solidFill>
              <a:latin typeface="Poppins"/>
              <a:ea typeface="Poppins"/>
              <a:cs typeface="Poppins"/>
              <a:sym typeface="Poppi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1037"/>
        <p:cNvGrpSpPr/>
        <p:nvPr/>
      </p:nvGrpSpPr>
      <p:grpSpPr>
        <a:xfrm>
          <a:off x="0" y="0"/>
          <a:ext cx="0" cy="0"/>
          <a:chOff x="0" y="0"/>
          <a:chExt cx="0" cy="0"/>
        </a:xfrm>
      </p:grpSpPr>
      <p:sp>
        <p:nvSpPr>
          <p:cNvPr id="1038" name="Google Shape;1038;g323ddecd5d6_0_399"/>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1039" name="Google Shape;1039;g323ddecd5d6_0_399"/>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Rhythm</a:t>
            </a:r>
            <a:r>
              <a:rPr lang="en-US" sz="1100">
                <a:solidFill>
                  <a:srgbClr val="1A1A1A"/>
                </a:solidFill>
                <a:latin typeface="Poppins"/>
                <a:ea typeface="Poppins"/>
                <a:cs typeface="Poppins"/>
                <a:sym typeface="Poppins"/>
              </a:rPr>
              <a:t> - Refers to the regular pattern of beats in sound and music. This can relate to the repeated rhythm found in music, or the flow of words when speaking or singing. Rhythm is covered in Aspect 4 of Phase 1.</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Rhyme</a:t>
            </a:r>
            <a:r>
              <a:rPr lang="en-US" sz="1100">
                <a:solidFill>
                  <a:srgbClr val="1A1A1A"/>
                </a:solidFill>
                <a:latin typeface="Poppins"/>
                <a:ea typeface="Poppins"/>
                <a:cs typeface="Poppins"/>
                <a:sym typeface="Poppins"/>
              </a:rPr>
              <a:t> - A rhyme is when two or more words sound very similar to each other such as 'pig' and 'dig', or 'cat' and 'bat'. Rhyme is commonly found in songs and nursery rhymes, and can often be recognized by words sharing similar spellings. Rhyme is covered in Aspect 4 of Phase 1.</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Alliteration</a:t>
            </a:r>
            <a:r>
              <a:rPr lang="en-US" sz="1100">
                <a:solidFill>
                  <a:srgbClr val="1A1A1A"/>
                </a:solidFill>
                <a:latin typeface="Poppins"/>
                <a:ea typeface="Poppins"/>
                <a:cs typeface="Poppins"/>
                <a:sym typeface="Poppins"/>
              </a:rPr>
              <a:t> - Alliteration is when two or more words start with the same initial letter sound as each other. Generally it refers to the occurrence of the same letter, however for the purpose of phonemic awareness it refers to the repetition of a sound. For example '</a:t>
            </a:r>
            <a:r>
              <a:rPr lang="en-US" sz="1100">
                <a:solidFill>
                  <a:srgbClr val="2356AF"/>
                </a:solidFill>
                <a:latin typeface="Poppins"/>
                <a:ea typeface="Poppins"/>
                <a:cs typeface="Poppins"/>
                <a:sym typeface="Poppins"/>
              </a:rPr>
              <a:t>chicken</a:t>
            </a:r>
            <a:r>
              <a:rPr lang="en-US" sz="1100">
                <a:solidFill>
                  <a:srgbClr val="1A1A1A"/>
                </a:solidFill>
                <a:latin typeface="Poppins"/>
                <a:ea typeface="Poppins"/>
                <a:cs typeface="Poppins"/>
                <a:sym typeface="Poppins"/>
              </a:rPr>
              <a:t>' (</a:t>
            </a:r>
            <a:r>
              <a:rPr lang="en-US" sz="1100">
                <a:solidFill>
                  <a:srgbClr val="8DC63F"/>
                </a:solidFill>
                <a:latin typeface="Poppins"/>
                <a:ea typeface="Poppins"/>
                <a:cs typeface="Poppins"/>
                <a:sym typeface="Poppins"/>
              </a:rPr>
              <a:t>/ch/</a:t>
            </a:r>
            <a:r>
              <a:rPr lang="en-US" sz="1100">
                <a:solidFill>
                  <a:srgbClr val="1A1A1A"/>
                </a:solidFill>
                <a:latin typeface="Poppins"/>
                <a:ea typeface="Poppins"/>
                <a:cs typeface="Poppins"/>
                <a:sym typeface="Poppins"/>
              </a:rPr>
              <a:t>), </a:t>
            </a:r>
            <a:r>
              <a:rPr lang="en-US" sz="1100">
                <a:solidFill>
                  <a:srgbClr val="2356AF"/>
                </a:solidFill>
                <a:latin typeface="Poppins"/>
                <a:ea typeface="Poppins"/>
                <a:cs typeface="Poppins"/>
                <a:sym typeface="Poppins"/>
              </a:rPr>
              <a:t>circle</a:t>
            </a:r>
            <a:r>
              <a:rPr lang="en-US" sz="1100">
                <a:solidFill>
                  <a:srgbClr val="1A1A1A"/>
                </a:solidFill>
                <a:latin typeface="Poppins"/>
                <a:ea typeface="Poppins"/>
                <a:cs typeface="Poppins"/>
                <a:sym typeface="Poppins"/>
              </a:rPr>
              <a:t> (</a:t>
            </a:r>
            <a:r>
              <a:rPr lang="en-US" sz="1100">
                <a:solidFill>
                  <a:srgbClr val="8DC63F"/>
                </a:solidFill>
                <a:latin typeface="Poppins"/>
                <a:ea typeface="Poppins"/>
                <a:cs typeface="Poppins"/>
                <a:sym typeface="Poppins"/>
              </a:rPr>
              <a:t>/s/</a:t>
            </a:r>
            <a:r>
              <a:rPr lang="en-US" sz="1100">
                <a:solidFill>
                  <a:srgbClr val="1A1A1A"/>
                </a:solidFill>
                <a:latin typeface="Poppins"/>
                <a:ea typeface="Poppins"/>
                <a:cs typeface="Poppins"/>
                <a:sym typeface="Poppins"/>
              </a:rPr>
              <a:t>) and '</a:t>
            </a:r>
            <a:r>
              <a:rPr lang="en-US" sz="1100">
                <a:solidFill>
                  <a:srgbClr val="2356AF"/>
                </a:solidFill>
                <a:latin typeface="Poppins"/>
                <a:ea typeface="Poppins"/>
                <a:cs typeface="Poppins"/>
                <a:sym typeface="Poppins"/>
              </a:rPr>
              <a:t>coin</a:t>
            </a:r>
            <a:r>
              <a:rPr lang="en-US" sz="1100">
                <a:solidFill>
                  <a:srgbClr val="1A1A1A"/>
                </a:solidFill>
                <a:latin typeface="Poppins"/>
                <a:ea typeface="Poppins"/>
                <a:cs typeface="Poppins"/>
                <a:sym typeface="Poppins"/>
              </a:rPr>
              <a:t>' (</a:t>
            </a:r>
            <a:r>
              <a:rPr lang="en-US" sz="1100">
                <a:solidFill>
                  <a:srgbClr val="8DC63F"/>
                </a:solidFill>
                <a:latin typeface="Poppins"/>
                <a:ea typeface="Poppins"/>
                <a:cs typeface="Poppins"/>
                <a:sym typeface="Poppins"/>
              </a:rPr>
              <a:t>/k/</a:t>
            </a:r>
            <a:r>
              <a:rPr lang="en-US" sz="1100">
                <a:solidFill>
                  <a:srgbClr val="1A1A1A"/>
                </a:solidFill>
                <a:latin typeface="Poppins"/>
                <a:ea typeface="Poppins"/>
                <a:cs typeface="Poppins"/>
                <a:sym typeface="Poppins"/>
              </a:rPr>
              <a:t>) all start with the letter '</a:t>
            </a:r>
            <a:r>
              <a:rPr lang="en-US" sz="1100">
                <a:solidFill>
                  <a:srgbClr val="8DC63F"/>
                </a:solidFill>
                <a:latin typeface="Poppins"/>
                <a:ea typeface="Poppins"/>
                <a:cs typeface="Poppins"/>
                <a:sym typeface="Poppins"/>
              </a:rPr>
              <a:t>c</a:t>
            </a:r>
            <a:r>
              <a:rPr lang="en-US" sz="1100">
                <a:solidFill>
                  <a:srgbClr val="1A1A1A"/>
                </a:solidFill>
                <a:latin typeface="Poppins"/>
                <a:ea typeface="Poppins"/>
                <a:cs typeface="Poppins"/>
                <a:sym typeface="Poppins"/>
              </a:rPr>
              <a:t>' but make different sounds to each other. Alliteration is covered in Aspect 5 of Phase 1.</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Vowel</a:t>
            </a:r>
            <a:r>
              <a:rPr lang="en-US" sz="1100">
                <a:solidFill>
                  <a:srgbClr val="1A1A1A"/>
                </a:solidFill>
                <a:latin typeface="Poppins"/>
                <a:ea typeface="Poppins"/>
                <a:cs typeface="Poppins"/>
                <a:sym typeface="Poppins"/>
              </a:rPr>
              <a:t> - Vowels are one of the two principal groups of speech sounds, with the other being consonants. Every word in the English language contains a vowel. </a:t>
            </a:r>
            <a:endParaRPr sz="1100">
              <a:solidFill>
                <a:srgbClr val="1A1A1A"/>
              </a:solidFill>
              <a:latin typeface="Poppins"/>
              <a:ea typeface="Poppins"/>
              <a:cs typeface="Poppins"/>
              <a:sym typeface="Poppins"/>
            </a:endParaRPr>
          </a:p>
        </p:txBody>
      </p:sp>
      <p:sp>
        <p:nvSpPr>
          <p:cNvPr id="1040" name="Google Shape;1040;g323ddecd5d6_0_399"/>
          <p:cNvSpPr/>
          <p:nvPr/>
        </p:nvSpPr>
        <p:spPr>
          <a:xfrm>
            <a:off x="4653225" y="1060725"/>
            <a:ext cx="3876000" cy="5368800"/>
          </a:xfrm>
          <a:prstGeom prst="rect">
            <a:avLst/>
          </a:prstGeom>
          <a:noFill/>
          <a:ln>
            <a:noFill/>
          </a:ln>
        </p:spPr>
        <p:txBody>
          <a:bodyPr spcFirstLastPara="1" wrap="square" lIns="91425" tIns="45700" rIns="91425" bIns="45700" anchor="t" anchorCtr="0">
            <a:noAutofit/>
          </a:bodyPr>
          <a:lstStyle/>
          <a:p>
            <a:pPr marL="457200" lvl="0" indent="0" algn="l" rtl="0">
              <a:lnSpc>
                <a:spcPct val="115000"/>
              </a:lnSpc>
              <a:spcBef>
                <a:spcPts val="0"/>
              </a:spcBef>
              <a:spcAft>
                <a:spcPts val="0"/>
              </a:spcAft>
              <a:buNone/>
            </a:pPr>
            <a:r>
              <a:rPr lang="en-US" sz="1100">
                <a:solidFill>
                  <a:srgbClr val="1A1A1A"/>
                </a:solidFill>
                <a:latin typeface="Poppins"/>
                <a:ea typeface="Poppins"/>
                <a:cs typeface="Poppins"/>
                <a:sym typeface="Poppins"/>
              </a:rPr>
              <a:t>At Phase 1 children are not expected to be able to read and write these letters, but should begin to learn how to recognize the sound they make in words.</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Consonant</a:t>
            </a:r>
            <a:r>
              <a:rPr lang="en-US" sz="1100">
                <a:solidFill>
                  <a:srgbClr val="1A1A1A"/>
                </a:solidFill>
                <a:latin typeface="Poppins"/>
                <a:ea typeface="Poppins"/>
                <a:cs typeface="Poppins"/>
                <a:sym typeface="Poppins"/>
              </a:rPr>
              <a:t> - Consonants are the second principal group of speech sounds, and are all other letters in the English alphabet that are not vowels. The difference between vowels and consonants comes down to how they are formed by the mouth; a vowel allows air out of the mouth without closing the mouth or throat while a consonant is formed by blocking air from the mouth.</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Syllable</a:t>
            </a:r>
            <a:r>
              <a:rPr lang="en-US" sz="1100">
                <a:solidFill>
                  <a:srgbClr val="1A1A1A"/>
                </a:solidFill>
                <a:latin typeface="Poppins"/>
                <a:ea typeface="Poppins"/>
                <a:cs typeface="Poppins"/>
                <a:sym typeface="Poppins"/>
              </a:rPr>
              <a:t> - A syllable is a unit of pronunciation having a single, unbroken vowel sound in it. These are covered further in Phase 3, at Phase 1 children should begin to recognize how syllables sound.</a:t>
            </a:r>
            <a:endParaRPr sz="1100">
              <a:solidFill>
                <a:srgbClr val="1A1A1A"/>
              </a:solidFill>
              <a:latin typeface="Poppins"/>
              <a:ea typeface="Poppins"/>
              <a:cs typeface="Poppins"/>
              <a:sym typeface="Poppins"/>
            </a:endParaRPr>
          </a:p>
          <a:p>
            <a:pPr marL="457200" lvl="0" indent="-298450" algn="l" rtl="0">
              <a:lnSpc>
                <a:spcPct val="115000"/>
              </a:lnSpc>
              <a:spcBef>
                <a:spcPts val="0"/>
              </a:spcBef>
              <a:spcAft>
                <a:spcPts val="0"/>
              </a:spcAft>
              <a:buClr>
                <a:srgbClr val="AEABAB"/>
              </a:buClr>
              <a:buSzPts val="1100"/>
              <a:buFont typeface="Poppins Medium"/>
              <a:buChar char="●"/>
            </a:pPr>
            <a:r>
              <a:rPr lang="en-US" sz="1100" b="1">
                <a:solidFill>
                  <a:srgbClr val="1A1A1A"/>
                </a:solidFill>
                <a:latin typeface="Poppins"/>
                <a:ea typeface="Poppins"/>
                <a:cs typeface="Poppins"/>
                <a:sym typeface="Poppins"/>
              </a:rPr>
              <a:t>Abbreviations</a:t>
            </a:r>
            <a:r>
              <a:rPr lang="en-US" sz="1100">
                <a:solidFill>
                  <a:srgbClr val="1A1A1A"/>
                </a:solidFill>
                <a:latin typeface="Poppins"/>
                <a:ea typeface="Poppins"/>
                <a:cs typeface="Poppins"/>
                <a:sym typeface="Poppins"/>
              </a:rPr>
              <a:t> - VC, CVC, CCVC are respective abbreviations for vowel-consonant, consonant-vowel-consonant, consonant-consonant-vowel-consonant, and are used to describe the order of graphemes in words (e.g. am (VC), </a:t>
            </a:r>
            <a:r>
              <a:rPr lang="en-US" sz="1100">
                <a:solidFill>
                  <a:srgbClr val="2356AF"/>
                </a:solidFill>
                <a:latin typeface="Poppins"/>
                <a:ea typeface="Poppins"/>
                <a:cs typeface="Poppins"/>
                <a:sym typeface="Poppins"/>
              </a:rPr>
              <a:t>sat</a:t>
            </a:r>
            <a:r>
              <a:rPr lang="en-US" sz="1100">
                <a:solidFill>
                  <a:srgbClr val="1A1A1A"/>
                </a:solidFill>
                <a:latin typeface="Poppins"/>
                <a:ea typeface="Poppins"/>
                <a:cs typeface="Poppins"/>
                <a:sym typeface="Poppins"/>
              </a:rPr>
              <a:t> (CVC), </a:t>
            </a:r>
            <a:r>
              <a:rPr lang="en-US" sz="1100">
                <a:solidFill>
                  <a:srgbClr val="2356AF"/>
                </a:solidFill>
                <a:latin typeface="Poppins"/>
                <a:ea typeface="Poppins"/>
                <a:cs typeface="Poppins"/>
                <a:sym typeface="Poppins"/>
              </a:rPr>
              <a:t>slam</a:t>
            </a:r>
            <a:r>
              <a:rPr lang="en-US" sz="1100">
                <a:solidFill>
                  <a:srgbClr val="1A1A1A"/>
                </a:solidFill>
                <a:latin typeface="Poppins"/>
                <a:ea typeface="Poppins"/>
                <a:cs typeface="Poppins"/>
                <a:sym typeface="Poppins"/>
              </a:rPr>
              <a:t> (CCVC)or </a:t>
            </a:r>
            <a:r>
              <a:rPr lang="en-US" sz="1100">
                <a:solidFill>
                  <a:srgbClr val="2356AF"/>
                </a:solidFill>
                <a:latin typeface="Poppins"/>
                <a:ea typeface="Poppins"/>
                <a:cs typeface="Poppins"/>
                <a:sym typeface="Poppins"/>
              </a:rPr>
              <a:t>each</a:t>
            </a:r>
            <a:r>
              <a:rPr lang="en-US" sz="1100">
                <a:solidFill>
                  <a:srgbClr val="1A1A1A"/>
                </a:solidFill>
                <a:latin typeface="Poppins"/>
                <a:ea typeface="Poppins"/>
                <a:cs typeface="Poppins"/>
                <a:sym typeface="Poppins"/>
              </a:rPr>
              <a:t> (VC), </a:t>
            </a:r>
            <a:r>
              <a:rPr lang="en-US" sz="1100">
                <a:solidFill>
                  <a:srgbClr val="2356AF"/>
                </a:solidFill>
                <a:latin typeface="Poppins"/>
                <a:ea typeface="Poppins"/>
                <a:cs typeface="Poppins"/>
                <a:sym typeface="Poppins"/>
              </a:rPr>
              <a:t>beach</a:t>
            </a:r>
            <a:r>
              <a:rPr lang="en-US" sz="1100">
                <a:solidFill>
                  <a:srgbClr val="1A1A1A"/>
                </a:solidFill>
                <a:latin typeface="Poppins"/>
                <a:ea typeface="Poppins"/>
                <a:cs typeface="Poppins"/>
                <a:sym typeface="Poppins"/>
              </a:rPr>
              <a:t> (CVC), </a:t>
            </a:r>
            <a:r>
              <a:rPr lang="en-US" sz="1100">
                <a:solidFill>
                  <a:srgbClr val="2356AF"/>
                </a:solidFill>
                <a:latin typeface="Poppins"/>
                <a:ea typeface="Poppins"/>
                <a:cs typeface="Poppins"/>
                <a:sym typeface="Poppins"/>
              </a:rPr>
              <a:t>bleach</a:t>
            </a:r>
            <a:r>
              <a:rPr lang="en-US" sz="1100">
                <a:solidFill>
                  <a:srgbClr val="1A1A1A"/>
                </a:solidFill>
                <a:latin typeface="Poppins"/>
                <a:ea typeface="Poppins"/>
                <a:cs typeface="Poppins"/>
                <a:sym typeface="Poppins"/>
              </a:rPr>
              <a:t> (CCVC).</a:t>
            </a:r>
            <a:endParaRPr sz="1100">
              <a:solidFill>
                <a:srgbClr val="1A1A1A"/>
              </a:solidFill>
              <a:latin typeface="Poppins"/>
              <a:ea typeface="Poppins"/>
              <a:cs typeface="Poppins"/>
              <a:sym typeface="Poppi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Look for this letter">
  <p:cSld name="Title Slide-Phase, week, lesson_1">
    <p:spTree>
      <p:nvGrpSpPr>
        <p:cNvPr id="1" name="Shape 1041"/>
        <p:cNvGrpSpPr/>
        <p:nvPr/>
      </p:nvGrpSpPr>
      <p:grpSpPr>
        <a:xfrm>
          <a:off x="0" y="0"/>
          <a:ext cx="0" cy="0"/>
          <a:chOff x="0" y="0"/>
          <a:chExt cx="0" cy="0"/>
        </a:xfrm>
      </p:grpSpPr>
      <p:sp>
        <p:nvSpPr>
          <p:cNvPr id="1042" name="Google Shape;1042;g323ddecd5d6_0_40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43" name="Google Shape;1043;g323ddecd5d6_0_403"/>
          <p:cNvGrpSpPr/>
          <p:nvPr/>
        </p:nvGrpSpPr>
        <p:grpSpPr>
          <a:xfrm>
            <a:off x="8199150" y="5983875"/>
            <a:ext cx="586800" cy="571500"/>
            <a:chOff x="7894350" y="6212475"/>
            <a:chExt cx="586800" cy="571500"/>
          </a:xfrm>
        </p:grpSpPr>
        <p:sp>
          <p:nvSpPr>
            <p:cNvPr id="1044" name="Google Shape;1044;g323ddecd5d6_0_40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5" name="Google Shape;1045;g323ddecd5d6_0_403">
              <a:hlinkClick r:id="" action="ppaction://hlinkshowjump?jump=nextslide"/>
            </p:cNvPr>
            <p:cNvSpPr/>
            <p:nvPr/>
          </p:nvSpPr>
          <p:spPr>
            <a:xfrm flipH="1">
              <a:off x="8000425" y="6313675"/>
              <a:ext cx="375600" cy="375600"/>
            </a:xfrm>
            <a:prstGeom prst="ellipse">
              <a:avLst/>
            </a:prstGeom>
            <a:solidFill>
              <a:srgbClr val="EEF6F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323ddecd5d6_0_403">
              <a:hlinkClick r:id="" action="ppaction://hlinkshowjump?jump=nextslide"/>
            </p:cNvPr>
            <p:cNvSpPr/>
            <p:nvPr/>
          </p:nvSpPr>
          <p:spPr>
            <a:xfrm>
              <a:off x="8120950" y="6409225"/>
              <a:ext cx="153600" cy="184500"/>
            </a:xfrm>
            <a:prstGeom prst="chevron">
              <a:avLst>
                <a:gd name="adj" fmla="val 50000"/>
              </a:avLst>
            </a:prstGeom>
            <a:solidFill>
              <a:srgbClr val="00688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047" name="Google Shape;1047;g323ddecd5d6_0_403"/>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sp>
        <p:nvSpPr>
          <p:cNvPr id="1048" name="Google Shape;1048;g323ddecd5d6_0_40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g323ddecd5d6_0_403"/>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500" b="0" i="0" u="none" strike="noStrike" cap="none">
                <a:solidFill>
                  <a:srgbClr val="FFFFFF"/>
                </a:solidFill>
                <a:latin typeface="Poppins Medium"/>
                <a:ea typeface="Poppins Medium"/>
                <a:cs typeface="Poppins Medium"/>
                <a:sym typeface="Poppins Medium"/>
              </a:rPr>
              <a:t>Discover more at www.rainbowphonics</a:t>
            </a:r>
            <a:r>
              <a:rPr lang="en-US" sz="1500">
                <a:solidFill>
                  <a:srgbClr val="FFFFFF"/>
                </a:solidFill>
                <a:latin typeface="Poppins Medium"/>
                <a:ea typeface="Poppins Medium"/>
                <a:cs typeface="Poppins Medium"/>
                <a:sym typeface="Poppins Medium"/>
              </a:rPr>
              <a:t>.co.nz</a:t>
            </a:r>
            <a:endParaRPr sz="1500" b="0" i="0" u="none" strike="noStrike" cap="none">
              <a:solidFill>
                <a:srgbClr val="FFFFFF"/>
              </a:solidFill>
              <a:latin typeface="Poppins Medium"/>
              <a:ea typeface="Poppins Medium"/>
              <a:cs typeface="Poppins Medium"/>
              <a:sym typeface="Poppins Medium"/>
            </a:endParaRPr>
          </a:p>
        </p:txBody>
      </p:sp>
      <p:sp>
        <p:nvSpPr>
          <p:cNvPr id="1050" name="Google Shape;1050;g323ddecd5d6_0_403"/>
          <p:cNvSpPr txBox="1"/>
          <p:nvPr/>
        </p:nvSpPr>
        <p:spPr>
          <a:xfrm>
            <a:off x="2390700" y="4527500"/>
            <a:ext cx="4362600" cy="1122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990"/>
              <a:buNone/>
            </a:pPr>
            <a:r>
              <a:rPr lang="en-US" sz="2000">
                <a:latin typeface="Poppins"/>
                <a:ea typeface="Poppins"/>
                <a:cs typeface="Poppins"/>
                <a:sym typeface="Poppins"/>
              </a:rPr>
              <a:t>Look for this letter!</a:t>
            </a:r>
            <a:endParaRPr sz="2000">
              <a:latin typeface="Poppins"/>
              <a:ea typeface="Poppins"/>
              <a:cs typeface="Poppins"/>
              <a:sym typeface="Poppins"/>
            </a:endParaRPr>
          </a:p>
          <a:p>
            <a:pPr marL="0" lvl="0" indent="0" algn="ctr" rtl="0">
              <a:lnSpc>
                <a:spcPct val="115000"/>
              </a:lnSpc>
              <a:spcBef>
                <a:spcPts val="0"/>
              </a:spcBef>
              <a:spcAft>
                <a:spcPts val="0"/>
              </a:spcAft>
              <a:buSzPts val="990"/>
              <a:buNone/>
            </a:pPr>
            <a:r>
              <a:rPr lang="en-US" sz="2000">
                <a:latin typeface="Poppins"/>
                <a:ea typeface="Poppins"/>
                <a:cs typeface="Poppins"/>
                <a:sym typeface="Poppins"/>
              </a:rPr>
              <a:t>What words can you think of?</a:t>
            </a:r>
            <a:endParaRPr sz="2000">
              <a:latin typeface="Poppins"/>
              <a:ea typeface="Poppins"/>
              <a:cs typeface="Poppins"/>
              <a:sym typeface="Poppins"/>
            </a:endParaRPr>
          </a:p>
        </p:txBody>
      </p:sp>
      <p:sp>
        <p:nvSpPr>
          <p:cNvPr id="1051" name="Google Shape;1051;g323ddecd5d6_0_403"/>
          <p:cNvSpPr/>
          <p:nvPr/>
        </p:nvSpPr>
        <p:spPr>
          <a:xfrm>
            <a:off x="2839549" y="1021449"/>
            <a:ext cx="3465000" cy="3465000"/>
          </a:xfrm>
          <a:prstGeom prst="roundRect">
            <a:avLst>
              <a:gd name="adj" fmla="val 50000"/>
            </a:avLst>
          </a:prstGeom>
          <a:solidFill>
            <a:srgbClr val="FFFFFF"/>
          </a:solidFill>
          <a:ln>
            <a:noFill/>
          </a:ln>
          <a:effectLst>
            <a:outerShdw blurRad="128588" dist="19050" dir="5400000" algn="bl" rotWithShape="0">
              <a:srgbClr val="6FA8DC">
                <a:alpha val="3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Poppins"/>
                <a:ea typeface="Poppins"/>
                <a:cs typeface="Poppins"/>
                <a:sym typeface="Poppins"/>
              </a:rPr>
              <a:t> </a:t>
            </a:r>
            <a:endParaRPr>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2.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9"/>
        <p:cNvGrpSpPr/>
        <p:nvPr/>
      </p:nvGrpSpPr>
      <p:grpSpPr>
        <a:xfrm>
          <a:off x="0" y="0"/>
          <a:ext cx="0" cy="0"/>
          <a:chOff x="0" y="0"/>
          <a:chExt cx="0" cy="0"/>
        </a:xfrm>
      </p:grpSpPr>
      <p:sp>
        <p:nvSpPr>
          <p:cNvPr id="850" name="Google Shape;850;g323ddecd5d6_0_211"/>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51" name="Google Shape;851;g323ddecd5d6_0_211"/>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852" name="Google Shape;852;g323ddecd5d6_0_211"/>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3" name="Google Shape;853;g323ddecd5d6_0_211"/>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4" name="Google Shape;854;g323ddecd5d6_0_211"/>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5.png"/><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Letter Sound 's’</a:t>
            </a:r>
            <a:endParaRPr sz="3000"/>
          </a:p>
        </p:txBody>
      </p:sp>
      <p:sp>
        <p:nvSpPr>
          <p:cNvPr id="1057" name="Google Shape;1057;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8" name="Google Shape;1058;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9" name="Google Shape;1059;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a:t>
            </a:r>
            <a:endParaRPr/>
          </a:p>
        </p:txBody>
      </p:sp>
      <p:graphicFrame>
        <p:nvGraphicFramePr>
          <p:cNvPr id="1060" name="Google Shape;1060;p1"/>
          <p:cNvGraphicFramePr/>
          <p:nvPr/>
        </p:nvGraphicFramePr>
        <p:xfrm>
          <a:off x="4844200" y="1891197"/>
          <a:ext cx="3785000" cy="1678950"/>
        </p:xfrm>
        <a:graphic>
          <a:graphicData uri="http://schemas.openxmlformats.org/drawingml/2006/table">
            <a:tbl>
              <a:tblPr firstRow="1" bandRow="1">
                <a:noFill/>
                <a:tableStyleId>{B4153760-7BDA-4FA8-8498-50126F93E3D0}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Poppins"/>
                          <a:ea typeface="Poppins"/>
                          <a:cs typeface="Poppins"/>
                          <a:sym typeface="Poppins"/>
                        </a:rPr>
                        <a:t>a</a:t>
                      </a:r>
                      <a:endParaRPr sz="1600" u="none" strike="noStrike" cap="none">
                        <a:solidFill>
                          <a:srgbClr val="D9D9D9"/>
                        </a:solidFill>
                        <a:latin typeface="Poppins"/>
                        <a:ea typeface="Poppins"/>
                        <a:cs typeface="Poppins"/>
                        <a:sym typeface="Poppins"/>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m</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d</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61" name="Google Shape;106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62" name="Google Shape;1062;p1"/>
          <p:cNvPicPr preferRelativeResize="0"/>
          <p:nvPr/>
        </p:nvPicPr>
        <p:blipFill rotWithShape="1">
          <a:blip r:embed="rId3">
            <a:alphaModFix/>
          </a:blip>
          <a:srcRect l="39" r="49"/>
          <a:stretch/>
        </p:blipFill>
        <p:spPr>
          <a:xfrm rot="-149497">
            <a:off x="4934816" y="4515135"/>
            <a:ext cx="2493519" cy="997851"/>
          </a:xfrm>
          <a:prstGeom prst="rect">
            <a:avLst/>
          </a:prstGeom>
          <a:noFill/>
          <a:ln>
            <a:noFill/>
          </a:ln>
          <a:effectLst>
            <a:outerShdw blurRad="71438" dist="38100" dir="5220000" algn="bl" rotWithShape="0">
              <a:srgbClr val="000000">
                <a:alpha val="21176"/>
              </a:srgbClr>
            </a:outerShdw>
          </a:effectLst>
        </p:spPr>
      </p:pic>
      <p:pic>
        <p:nvPicPr>
          <p:cNvPr id="1063" name="Google Shape;1063;p1"/>
          <p:cNvPicPr preferRelativeResize="0"/>
          <p:nvPr/>
        </p:nvPicPr>
        <p:blipFill rotWithShape="1">
          <a:blip r:embed="rId4">
            <a:alphaModFix/>
          </a:blip>
          <a:srcRect l="79" r="79"/>
          <a:stretch/>
        </p:blipFill>
        <p:spPr>
          <a:xfrm rot="540306">
            <a:off x="7175283" y="4034152"/>
            <a:ext cx="1208038"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bee4f4af4b_0_204">
            <a:hlinkClick r:id="rId3"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2bee4f4af4b_0_204">
            <a:hlinkClick r:id="rId4"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1" name="Google Shape;107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 </a:t>
            </a:r>
            <a:r>
              <a:rPr lang="en-US">
                <a:solidFill>
                  <a:srgbClr val="8DC63F"/>
                </a:solidFill>
              </a:rPr>
              <a:t>s</a:t>
            </a:r>
            <a:r>
              <a:rPr lang="en-US"/>
              <a:t>.</a:t>
            </a:r>
            <a:endParaRPr/>
          </a:p>
        </p:txBody>
      </p:sp>
      <p:sp>
        <p:nvSpPr>
          <p:cNvPr id="1072" name="Google Shape;1072;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N/A</a:t>
            </a:r>
            <a:endParaRPr/>
          </a:p>
        </p:txBody>
      </p:sp>
      <p:sp>
        <p:nvSpPr>
          <p:cNvPr id="1073" name="Google Shape;1073;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1074" name="Google Shape;1074;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1075" name="Google Shape;1075;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1076" name="Google Shape;1076;g2bee4f4af4b_0_204"/>
          <p:cNvPicPr preferRelativeResize="0"/>
          <p:nvPr/>
        </p:nvPicPr>
        <p:blipFill rotWithShape="1">
          <a:blip r:embed="rId5">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1077" name="Google Shape;107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1078" name="Google Shape;107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1079" name="Google Shape;1079;g2bee4f4af4b_0_204"/>
          <p:cNvPicPr preferRelativeResize="0"/>
          <p:nvPr/>
        </p:nvPicPr>
        <p:blipFill rotWithShape="1">
          <a:blip r:embed="rId6">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d9de6b5212_0_15"/>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1086" name="Google Shape;1086;g2d9de6b5212_0_15"/>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1087" name="Google Shape;1087;g2d9de6b5212_0_1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Teach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094" name="Google Shape;109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095" name="Google Shape;1095;g2c186218c5a_0_17"/>
          <p:cNvPicPr preferRelativeResize="0"/>
          <p:nvPr/>
        </p:nvPicPr>
        <p:blipFill rotWithShape="1">
          <a:blip r:embed="rId3">
            <a:alphaModFix/>
          </a:blip>
          <a:srcRect/>
          <a:stretch/>
        </p:blipFill>
        <p:spPr>
          <a:xfrm>
            <a:off x="1123196" y="1759425"/>
            <a:ext cx="6897609" cy="2757875"/>
          </a:xfrm>
          <a:prstGeom prst="rect">
            <a:avLst/>
          </a:prstGeom>
          <a:noFill/>
          <a:ln>
            <a:noFill/>
          </a:ln>
          <a:effectLst>
            <a:outerShdw blurRad="71438" dist="19050" dir="5400000" algn="bl" rotWithShape="0">
              <a:srgbClr val="000000">
                <a:alpha val="20000"/>
              </a:srgbClr>
            </a:outerShdw>
          </a:effectLst>
        </p:spPr>
      </p:pic>
      <p:sp>
        <p:nvSpPr>
          <p:cNvPr id="1096" name="Google Shape;109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103" name="Google Shape;110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104" name="Google Shape;1104;g26b641b03cd_0_185"/>
          <p:cNvPicPr preferRelativeResize="0"/>
          <p:nvPr/>
        </p:nvPicPr>
        <p:blipFill rotWithShape="1">
          <a:blip r:embed="rId3">
            <a:alphaModFix/>
          </a:blip>
          <a:srcRect t="39" b="39"/>
          <a:stretch/>
        </p:blipFill>
        <p:spPr>
          <a:xfrm>
            <a:off x="1123196" y="1759425"/>
            <a:ext cx="6897608" cy="2757875"/>
          </a:xfrm>
          <a:prstGeom prst="rect">
            <a:avLst/>
          </a:prstGeom>
          <a:noFill/>
          <a:ln>
            <a:noFill/>
          </a:ln>
          <a:effectLst>
            <a:outerShdw blurRad="71438" dist="19050" dir="5400000" algn="bl" rotWithShape="0">
              <a:srgbClr val="000000">
                <a:alpha val="20000"/>
              </a:srgbClr>
            </a:outerShdw>
          </a:effectLst>
        </p:spPr>
      </p:pic>
      <p:sp>
        <p:nvSpPr>
          <p:cNvPr id="1105" name="Google Shape;110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112" name="Google Shape;111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113" name="Google Shape;111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1114" name="Google Shape;111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121" name="Google Shape;112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1122" name="Google Shape;1122;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1123" name="Google Shape;112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‘Incy Wincy Spider’.</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s</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Make coil paper snakes.</a:t>
            </a:r>
            <a:endParaRPr/>
          </a:p>
        </p:txBody>
      </p:sp>
      <p:pic>
        <p:nvPicPr>
          <p:cNvPr id="1130" name="Google Shape;1130;g2c186218c5a_0_118"/>
          <p:cNvPicPr preferRelativeResize="0"/>
          <p:nvPr/>
        </p:nvPicPr>
        <p:blipFill rotWithShape="1">
          <a:blip r:embed="rId3">
            <a:alphaModFix/>
          </a:blip>
          <a:srcRect l="20458" t="21729" r="9719" b="27250"/>
          <a:stretch/>
        </p:blipFill>
        <p:spPr>
          <a:xfrm rot="1199055">
            <a:off x="2976042" y="2027039"/>
            <a:ext cx="1105866" cy="1141999"/>
          </a:xfrm>
          <a:prstGeom prst="rect">
            <a:avLst/>
          </a:prstGeom>
          <a:noFill/>
          <a:ln>
            <a:noFill/>
          </a:ln>
        </p:spPr>
      </p:pic>
      <p:pic>
        <p:nvPicPr>
          <p:cNvPr id="1131" name="Google Shape;1131;g2c186218c5a_0_118"/>
          <p:cNvPicPr preferRelativeResize="0"/>
          <p:nvPr/>
        </p:nvPicPr>
        <p:blipFill rotWithShape="1">
          <a:blip r:embed="rId4">
            <a:alphaModFix/>
          </a:blip>
          <a:srcRect t="268" b="278"/>
          <a:stretch/>
        </p:blipFill>
        <p:spPr>
          <a:xfrm rot="-385541">
            <a:off x="501174" y="1424049"/>
            <a:ext cx="2613275" cy="3696149"/>
          </a:xfrm>
          <a:prstGeom prst="rect">
            <a:avLst/>
          </a:prstGeom>
          <a:noFill/>
          <a:ln>
            <a:noFill/>
          </a:ln>
        </p:spPr>
      </p:pic>
      <p:sp>
        <p:nvSpPr>
          <p:cNvPr id="1132" name="Google Shape;1132;g2c186218c5a_0_118"/>
          <p:cNvSpPr txBox="1"/>
          <p:nvPr/>
        </p:nvSpPr>
        <p:spPr>
          <a:xfrm rot="161575">
            <a:off x="3212445" y="3370613"/>
            <a:ext cx="293724" cy="7139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2356AF"/>
                </a:solidFill>
                <a:latin typeface="Finger Paint"/>
                <a:ea typeface="Finger Paint"/>
                <a:cs typeface="Finger Paint"/>
                <a:sym typeface="Finger Paint"/>
              </a:rPr>
              <a:t>s</a:t>
            </a:r>
            <a:endParaRPr sz="6000" b="0" i="0" u="none" strike="noStrike" cap="none">
              <a:solidFill>
                <a:srgbClr val="2356AF"/>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Words>
  <Application>Microsoft Office PowerPoint</Application>
  <PresentationFormat>On-screen Show (4:3)</PresentationFormat>
  <Paragraphs>62</Paragraphs>
  <Slides>8</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vt:i4>
      </vt:variant>
    </vt:vector>
  </HeadingPairs>
  <TitlesOfParts>
    <vt:vector size="18" baseType="lpstr">
      <vt:lpstr>Nunito Black</vt:lpstr>
      <vt:lpstr>Poppins SemiBold</vt:lpstr>
      <vt:lpstr>Calibri</vt:lpstr>
      <vt:lpstr>Finger Paint</vt:lpstr>
      <vt:lpstr>Poppins Medium</vt:lpstr>
      <vt:lpstr>Poppins</vt:lpstr>
      <vt:lpstr>Arial</vt:lpstr>
      <vt:lpstr>Jost</vt:lpstr>
      <vt:lpstr>Office Theme</vt:lpstr>
      <vt:lpstr>Office Theme</vt:lpstr>
      <vt:lpstr>PowerPoint Presentation</vt:lpstr>
      <vt:lpstr>PowerPoint Presentation</vt:lpstr>
      <vt:lpstr>PowerPoint Presentation</vt:lpstr>
      <vt:lpstr>Hear Phonemes</vt:lpstr>
      <vt:lpstr>Hear Phonemes</vt:lpstr>
      <vt:lpstr>Teach Grapheme Caption</vt:lpstr>
      <vt:lpstr>Teach Lowercase Formation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3</cp:revision>
  <dcterms:created xsi:type="dcterms:W3CDTF">2021-01-13T00:47:47Z</dcterms:created>
  <dcterms:modified xsi:type="dcterms:W3CDTF">2026-04-22T05:15:46Z</dcterms:modified>
</cp:coreProperties>
</file>