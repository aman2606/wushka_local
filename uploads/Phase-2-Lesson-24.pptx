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Finger Paint" panose="020B0604020202020204" charset="0"/>
      <p:regular r:id="rId26"/>
    </p:embeddedFont>
    <p:embeddedFont>
      <p:font typeface="Jost" panose="020B0604020202020204" charset="0"/>
      <p:regular r:id="rId27"/>
      <p:bold r:id="rId28"/>
      <p:italic r:id="rId29"/>
      <p:boldItalic r:id="rId30"/>
    </p:embeddedFont>
    <p:embeddedFont>
      <p:font typeface="Mulish"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hK3lPIggo/gks99LxGNG8het7n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2BDA2B-FEBA-4B13-B912-1C65F54E48F1}">
  <a:tblStyle styleId="{7A2BDA2B-FEBA-4B13-B912-1C65F54E48F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31b16fcb71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31b16fcb71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31b16fcb71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2d9e16b475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g2d9e16b475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g2d9e16b475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c560e50ae7_0_7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c560e50ae7_0_7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560e50ae7_0_7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560e50ae7_0_7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560e50ae7_0_7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560e50ae7_0_7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c560e50ae7_0_7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c560e50ae7_0_7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c560e50ae7_0_7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8" name="Google Shape;88;g26b641b03cd_1_92"/>
          <p:cNvGrpSpPr/>
          <p:nvPr/>
        </p:nvGrpSpPr>
        <p:grpSpPr>
          <a:xfrm>
            <a:off x="-36800" y="-52000"/>
            <a:ext cx="9236100" cy="543750"/>
            <a:chOff x="-36800" y="-52000"/>
            <a:chExt cx="9236100" cy="54375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565600" y="88250"/>
              <a:ext cx="1337400" cy="403500"/>
              <a:chOff x="565600" y="88250"/>
              <a:chExt cx="1337400" cy="403500"/>
            </a:xfrm>
          </p:grpSpPr>
          <p:grpSp>
            <p:nvGrpSpPr>
              <p:cNvPr id="91" name="Google Shape;91;g26b641b03cd_1_92"/>
              <p:cNvGrpSpPr/>
              <p:nvPr/>
            </p:nvGrpSpPr>
            <p:grpSpPr>
              <a:xfrm>
                <a:off x="565600" y="88250"/>
                <a:ext cx="1337400" cy="403500"/>
                <a:chOff x="565600" y="88250"/>
                <a:chExt cx="1337400" cy="403500"/>
              </a:xfrm>
            </p:grpSpPr>
            <p:sp>
              <p:nvSpPr>
                <p:cNvPr id="92" name="Google Shape;92;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 name="Google Shape;93;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4" name="Google Shape;94;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5" name="Google Shape;95;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5"/>
        <p:cNvGrpSpPr/>
        <p:nvPr/>
      </p:nvGrpSpPr>
      <p:grpSpPr>
        <a:xfrm>
          <a:off x="0" y="0"/>
          <a:ext cx="0" cy="0"/>
          <a:chOff x="0" y="0"/>
          <a:chExt cx="0" cy="0"/>
        </a:xfrm>
      </p:grpSpPr>
      <p:sp>
        <p:nvSpPr>
          <p:cNvPr id="106" name="Google Shape;106;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 name="Google Shape;112;g26b641b03cd_0_33"/>
          <p:cNvGrpSpPr/>
          <p:nvPr/>
        </p:nvGrpSpPr>
        <p:grpSpPr>
          <a:xfrm>
            <a:off x="662575" y="6212475"/>
            <a:ext cx="586800" cy="571500"/>
            <a:chOff x="662575" y="6212475"/>
            <a:chExt cx="586800" cy="571500"/>
          </a:xfrm>
        </p:grpSpPr>
        <p:sp>
          <p:nvSpPr>
            <p:cNvPr id="113" name="Google Shape;113;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6" name="Google Shape;116;g26b641b03cd_0_33"/>
          <p:cNvGrpSpPr/>
          <p:nvPr/>
        </p:nvGrpSpPr>
        <p:grpSpPr>
          <a:xfrm>
            <a:off x="7894350" y="6212475"/>
            <a:ext cx="586800" cy="571500"/>
            <a:chOff x="7894350" y="6212475"/>
            <a:chExt cx="586800" cy="571500"/>
          </a:xfrm>
        </p:grpSpPr>
        <p:sp>
          <p:nvSpPr>
            <p:cNvPr id="117" name="Google Shape;117;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 name="Google Shape;118;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0" name="Google Shape;12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'ff'</a:t>
            </a:r>
            <a:endParaRPr sz="1800" b="0" i="0" u="none" strike="noStrike" cap="none">
              <a:solidFill>
                <a:srgbClr val="FFFFFF"/>
              </a:solidFill>
              <a:latin typeface="Poppins SemiBold"/>
              <a:ea typeface="Poppins SemiBold"/>
              <a:cs typeface="Poppins SemiBold"/>
              <a:sym typeface="Poppins SemiBold"/>
            </a:endParaRPr>
          </a:p>
        </p:txBody>
      </p:sp>
      <p:sp>
        <p:nvSpPr>
          <p:cNvPr id="121" name="Google Shape;12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5 - Thursday</a:t>
            </a:r>
            <a:endParaRPr sz="1800" b="0" i="0" u="none" strike="noStrike" cap="none">
              <a:solidFill>
                <a:srgbClr val="F7941D"/>
              </a:solidFill>
              <a:latin typeface="Poppins Medium"/>
              <a:ea typeface="Poppins Medium"/>
              <a:cs typeface="Poppins Medium"/>
              <a:sym typeface="Poppins Medium"/>
            </a:endParaRPr>
          </a:p>
        </p:txBody>
      </p:sp>
      <p:sp>
        <p:nvSpPr>
          <p:cNvPr id="122" name="Google Shape;12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24</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4" name="Google Shape;12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5" name="Google Shape;12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6" name="Google Shape;12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7" name="Google Shape;12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8"/>
        <p:cNvGrpSpPr/>
        <p:nvPr/>
      </p:nvGrpSpPr>
      <p:grpSpPr>
        <a:xfrm>
          <a:off x="0" y="0"/>
          <a:ext cx="0" cy="0"/>
          <a:chOff x="0" y="0"/>
          <a:chExt cx="0" cy="0"/>
        </a:xfrm>
      </p:grpSpPr>
      <p:sp>
        <p:nvSpPr>
          <p:cNvPr id="129" name="Google Shape;12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0" name="Google Shape;13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1" name="Google Shape;13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4" name="Google Shape;134;g26b641b03cd_0_260"/>
          <p:cNvGrpSpPr/>
          <p:nvPr/>
        </p:nvGrpSpPr>
        <p:grpSpPr>
          <a:xfrm>
            <a:off x="8199150" y="5983875"/>
            <a:ext cx="586800" cy="571500"/>
            <a:chOff x="7894350" y="6212475"/>
            <a:chExt cx="586800" cy="571500"/>
          </a:xfrm>
        </p:grpSpPr>
        <p:sp>
          <p:nvSpPr>
            <p:cNvPr id="135" name="Google Shape;13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8" name="Google Shape;138;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9" name="Google Shape;139;g26b641b03cd_0_260"/>
          <p:cNvGrpSpPr/>
          <p:nvPr/>
        </p:nvGrpSpPr>
        <p:grpSpPr>
          <a:xfrm>
            <a:off x="-36800" y="-52000"/>
            <a:ext cx="9236100" cy="543750"/>
            <a:chOff x="-36800" y="-52000"/>
            <a:chExt cx="9236100" cy="543750"/>
          </a:xfrm>
        </p:grpSpPr>
        <p:sp>
          <p:nvSpPr>
            <p:cNvPr id="140" name="Google Shape;14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1" name="Google Shape;141;g26b641b03cd_0_260"/>
            <p:cNvGrpSpPr/>
            <p:nvPr/>
          </p:nvGrpSpPr>
          <p:grpSpPr>
            <a:xfrm>
              <a:off x="565600" y="88250"/>
              <a:ext cx="1337400" cy="403500"/>
              <a:chOff x="565600" y="88250"/>
              <a:chExt cx="1337400" cy="403500"/>
            </a:xfrm>
          </p:grpSpPr>
          <p:grpSp>
            <p:nvGrpSpPr>
              <p:cNvPr id="142" name="Google Shape;142;g26b641b03cd_0_260"/>
              <p:cNvGrpSpPr/>
              <p:nvPr/>
            </p:nvGrpSpPr>
            <p:grpSpPr>
              <a:xfrm>
                <a:off x="565600" y="88250"/>
                <a:ext cx="1337400" cy="403500"/>
                <a:chOff x="565600" y="88250"/>
                <a:chExt cx="1337400" cy="403500"/>
              </a:xfrm>
            </p:grpSpPr>
            <p:sp>
              <p:nvSpPr>
                <p:cNvPr id="143" name="Google Shape;143;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5" name="Google Shape;145;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6" name="Google Shape;14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7" name="Google Shape;147;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0"/>
        <p:cNvGrpSpPr/>
        <p:nvPr/>
      </p:nvGrpSpPr>
      <p:grpSpPr>
        <a:xfrm>
          <a:off x="0" y="0"/>
          <a:ext cx="0" cy="0"/>
          <a:chOff x="0" y="0"/>
          <a:chExt cx="0" cy="0"/>
        </a:xfrm>
      </p:grpSpPr>
      <p:sp>
        <p:nvSpPr>
          <p:cNvPr id="191" name="Google Shape;19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2" name="Google Shape;19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98" name="Google Shape;198;g2c235dd0dad_1_87"/>
          <p:cNvGrpSpPr/>
          <p:nvPr/>
        </p:nvGrpSpPr>
        <p:grpSpPr>
          <a:xfrm>
            <a:off x="662575" y="6212475"/>
            <a:ext cx="586800" cy="571500"/>
            <a:chOff x="662575" y="6212475"/>
            <a:chExt cx="586800" cy="571500"/>
          </a:xfrm>
        </p:grpSpPr>
        <p:sp>
          <p:nvSpPr>
            <p:cNvPr id="199" name="Google Shape;19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2" name="Google Shape;202;g2c235dd0dad_1_87"/>
          <p:cNvGrpSpPr/>
          <p:nvPr/>
        </p:nvGrpSpPr>
        <p:grpSpPr>
          <a:xfrm>
            <a:off x="7894350" y="6212475"/>
            <a:ext cx="586800" cy="571500"/>
            <a:chOff x="7894350" y="6212475"/>
            <a:chExt cx="586800" cy="571500"/>
          </a:xfrm>
        </p:grpSpPr>
        <p:sp>
          <p:nvSpPr>
            <p:cNvPr id="203" name="Google Shape;20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6" name="Google Shape;20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8" name="Google Shape;20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0" name="Google Shape;21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1" name="Google Shape;21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2" name="Google Shape;21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3" name="Google Shape;21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4" name="Google Shape;21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5" name="Google Shape;21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6" name="Google Shape;21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7" name="Google Shape;21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8" name="Google Shape;21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9" name="Google Shape;21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0" name="Google Shape;22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1" name="Google Shape;22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2"/>
        <p:cNvGrpSpPr/>
        <p:nvPr/>
      </p:nvGrpSpPr>
      <p:grpSpPr>
        <a:xfrm>
          <a:off x="0" y="0"/>
          <a:ext cx="0" cy="0"/>
          <a:chOff x="0" y="0"/>
          <a:chExt cx="0" cy="0"/>
        </a:xfrm>
      </p:grpSpPr>
      <p:sp>
        <p:nvSpPr>
          <p:cNvPr id="223" name="Google Shape;22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4" name="Google Shape;24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5" name="Google Shape;24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6" name="Google Shape;24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7" name="Google Shape;24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0" name="Google Shape;25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1" name="Google Shape;25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2"/>
        <p:cNvGrpSpPr/>
        <p:nvPr/>
      </p:nvGrpSpPr>
      <p:grpSpPr>
        <a:xfrm>
          <a:off x="0" y="0"/>
          <a:ext cx="0" cy="0"/>
          <a:chOff x="0" y="0"/>
          <a:chExt cx="0" cy="0"/>
        </a:xfrm>
      </p:grpSpPr>
      <p:sp>
        <p:nvSpPr>
          <p:cNvPr id="253" name="Google Shape;25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9" name="Google Shape;259;g2c157a2fb06_0_53"/>
          <p:cNvGrpSpPr/>
          <p:nvPr/>
        </p:nvGrpSpPr>
        <p:grpSpPr>
          <a:xfrm>
            <a:off x="662575" y="6212475"/>
            <a:ext cx="586800" cy="571500"/>
            <a:chOff x="662575" y="6212475"/>
            <a:chExt cx="586800" cy="571500"/>
          </a:xfrm>
        </p:grpSpPr>
        <p:sp>
          <p:nvSpPr>
            <p:cNvPr id="260" name="Google Shape;26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3" name="Google Shape;263;g2c157a2fb06_0_53"/>
          <p:cNvGrpSpPr/>
          <p:nvPr/>
        </p:nvGrpSpPr>
        <p:grpSpPr>
          <a:xfrm>
            <a:off x="7894350" y="6212475"/>
            <a:ext cx="586800" cy="571500"/>
            <a:chOff x="7894350" y="6212475"/>
            <a:chExt cx="586800" cy="571500"/>
          </a:xfrm>
        </p:grpSpPr>
        <p:sp>
          <p:nvSpPr>
            <p:cNvPr id="264" name="Google Shape;26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7" name="Google Shape;26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8" name="Google Shape;26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1" name="Google Shape;27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3" name="Google Shape;27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4" name="Google Shape;27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5" name="Google Shape;27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6" name="Google Shape;27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8" name="Google Shape;27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9" name="Google Shape;27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3" name="Google Shape;283;g2c157a2fb06_0_53"/>
          <p:cNvGrpSpPr/>
          <p:nvPr/>
        </p:nvGrpSpPr>
        <p:grpSpPr>
          <a:xfrm>
            <a:off x="1403031" y="6958923"/>
            <a:ext cx="6774848" cy="1291477"/>
            <a:chOff x="717231" y="7263723"/>
            <a:chExt cx="6774848" cy="1291477"/>
          </a:xfrm>
        </p:grpSpPr>
        <p:sp>
          <p:nvSpPr>
            <p:cNvPr id="284" name="Google Shape;28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5" name="Google Shape;28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6" name="Google Shape;28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2" name="Google Shape;29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5" name="Google Shape;29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6" name="Google Shape;29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7"/>
        <p:cNvGrpSpPr/>
        <p:nvPr/>
      </p:nvGrpSpPr>
      <p:grpSpPr>
        <a:xfrm>
          <a:off x="0" y="0"/>
          <a:ext cx="0" cy="0"/>
          <a:chOff x="0" y="0"/>
          <a:chExt cx="0" cy="0"/>
        </a:xfrm>
      </p:grpSpPr>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2" name="Google Shape;30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5" name="Google Shape;305;g2c157a2fb06_0_158"/>
          <p:cNvGrpSpPr/>
          <p:nvPr/>
        </p:nvGrpSpPr>
        <p:grpSpPr>
          <a:xfrm>
            <a:off x="662575" y="6212475"/>
            <a:ext cx="586800" cy="571500"/>
            <a:chOff x="662575" y="6212475"/>
            <a:chExt cx="586800" cy="571500"/>
          </a:xfrm>
        </p:grpSpPr>
        <p:sp>
          <p:nvSpPr>
            <p:cNvPr id="306" name="Google Shape;30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9" name="Google Shape;309;g2c157a2fb06_0_158"/>
          <p:cNvGrpSpPr/>
          <p:nvPr/>
        </p:nvGrpSpPr>
        <p:grpSpPr>
          <a:xfrm>
            <a:off x="7894350" y="6212475"/>
            <a:ext cx="586800" cy="571500"/>
            <a:chOff x="7894350" y="6212475"/>
            <a:chExt cx="586800" cy="571500"/>
          </a:xfrm>
        </p:grpSpPr>
        <p:sp>
          <p:nvSpPr>
            <p:cNvPr id="310" name="Google Shape;31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3" name="Google Shape;31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4" name="Google Shape;31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5" name="Google Shape;31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7" name="Google Shape;31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9" name="Google Shape;31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0" name="Google Shape;32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1" name="Google Shape;32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5" name="Google Shape;32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6"/>
        <p:cNvGrpSpPr/>
        <p:nvPr/>
      </p:nvGrpSpPr>
      <p:grpSpPr>
        <a:xfrm>
          <a:off x="0" y="0"/>
          <a:ext cx="0" cy="0"/>
          <a:chOff x="0" y="0"/>
          <a:chExt cx="0" cy="0"/>
        </a:xfrm>
      </p:grpSpPr>
      <p:sp>
        <p:nvSpPr>
          <p:cNvPr id="327" name="Google Shape;32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3" name="Google Shape;333;g2c157a2fb06_0_263"/>
          <p:cNvGrpSpPr/>
          <p:nvPr/>
        </p:nvGrpSpPr>
        <p:grpSpPr>
          <a:xfrm>
            <a:off x="662575" y="6212475"/>
            <a:ext cx="586800" cy="571500"/>
            <a:chOff x="662575" y="6212475"/>
            <a:chExt cx="586800" cy="571500"/>
          </a:xfrm>
        </p:grpSpPr>
        <p:sp>
          <p:nvSpPr>
            <p:cNvPr id="334" name="Google Shape;33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7" name="Google Shape;337;g2c157a2fb06_0_263"/>
          <p:cNvGrpSpPr/>
          <p:nvPr/>
        </p:nvGrpSpPr>
        <p:grpSpPr>
          <a:xfrm>
            <a:off x="7894350" y="6212475"/>
            <a:ext cx="586800" cy="571500"/>
            <a:chOff x="7894350" y="6212475"/>
            <a:chExt cx="586800" cy="571500"/>
          </a:xfrm>
        </p:grpSpPr>
        <p:sp>
          <p:nvSpPr>
            <p:cNvPr id="338" name="Google Shape;33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1" name="Google Shape;34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2" name="Google Shape;34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3" name="Google Shape;34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5" name="Google Shape;34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7" name="Google Shape;34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48" name="Google Shape;34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9" name="Google Shape;34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a:spLocks noGrp="1"/>
          </p:cNvSpPr>
          <p:nvPr>
            <p:ph type="pic" idx="8"/>
          </p:nvPr>
        </p:nvSpPr>
        <p:spPr>
          <a:xfrm>
            <a:off x="5086375" y="4412425"/>
            <a:ext cx="2668800" cy="1291500"/>
          </a:xfrm>
          <a:prstGeom prst="rect">
            <a:avLst/>
          </a:prstGeom>
          <a:noFill/>
          <a:ln>
            <a:noFill/>
          </a:ln>
        </p:spPr>
      </p:sp>
      <p:sp>
        <p:nvSpPr>
          <p:cNvPr id="353" name="Google Shape;353;g2c157a2fb06_0_263"/>
          <p:cNvSpPr>
            <a:spLocks noGrp="1"/>
          </p:cNvSpPr>
          <p:nvPr>
            <p:ph type="pic" idx="9"/>
          </p:nvPr>
        </p:nvSpPr>
        <p:spPr>
          <a:xfrm>
            <a:off x="5086375" y="797675"/>
            <a:ext cx="2668800" cy="1291500"/>
          </a:xfrm>
          <a:prstGeom prst="rect">
            <a:avLst/>
          </a:prstGeom>
          <a:noFill/>
          <a:ln>
            <a:noFill/>
          </a:ln>
        </p:spPr>
      </p:sp>
      <p:sp>
        <p:nvSpPr>
          <p:cNvPr id="354" name="Google Shape;354;g2c157a2fb06_0_263"/>
          <p:cNvSpPr>
            <a:spLocks noGrp="1"/>
          </p:cNvSpPr>
          <p:nvPr>
            <p:ph type="pic" idx="13"/>
          </p:nvPr>
        </p:nvSpPr>
        <p:spPr>
          <a:xfrm>
            <a:off x="5086375" y="2002592"/>
            <a:ext cx="2668800" cy="1291500"/>
          </a:xfrm>
          <a:prstGeom prst="rect">
            <a:avLst/>
          </a:prstGeom>
          <a:noFill/>
          <a:ln>
            <a:noFill/>
          </a:ln>
        </p:spPr>
      </p:sp>
      <p:sp>
        <p:nvSpPr>
          <p:cNvPr id="355" name="Google Shape;355;g2c157a2fb06_0_263"/>
          <p:cNvSpPr>
            <a:spLocks noGrp="1"/>
          </p:cNvSpPr>
          <p:nvPr>
            <p:ph type="pic" idx="14"/>
          </p:nvPr>
        </p:nvSpPr>
        <p:spPr>
          <a:xfrm>
            <a:off x="5086375" y="3207508"/>
            <a:ext cx="2668800" cy="1291500"/>
          </a:xfrm>
          <a:prstGeom prst="rect">
            <a:avLst/>
          </a:prstGeom>
          <a:noFill/>
          <a:ln>
            <a:noFill/>
          </a:ln>
        </p:spPr>
      </p:sp>
      <p:sp>
        <p:nvSpPr>
          <p:cNvPr id="356" name="Google Shape;35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7" name="Google Shape;35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8"/>
        <p:cNvGrpSpPr/>
        <p:nvPr/>
      </p:nvGrpSpPr>
      <p:grpSpPr>
        <a:xfrm>
          <a:off x="0" y="0"/>
          <a:ext cx="0" cy="0"/>
          <a:chOff x="0" y="0"/>
          <a:chExt cx="0" cy="0"/>
        </a:xfrm>
      </p:grpSpPr>
      <p:cxnSp>
        <p:nvCxnSpPr>
          <p:cNvPr id="359" name="Google Shape;35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0" name="Google Shape;36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1" name="Google Shape;36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2" name="Google Shape;38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4" name="Google Shape;38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5"/>
        <p:cNvGrpSpPr/>
        <p:nvPr/>
      </p:nvGrpSpPr>
      <p:grpSpPr>
        <a:xfrm>
          <a:off x="0" y="0"/>
          <a:ext cx="0" cy="0"/>
          <a:chOff x="0" y="0"/>
          <a:chExt cx="0" cy="0"/>
        </a:xfrm>
      </p:grpSpPr>
      <p:cxnSp>
        <p:nvCxnSpPr>
          <p:cNvPr id="386" name="Google Shape;38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8" name="Google Shape;38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2" name="Google Shape;40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4" name="Google Shape;40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6" name="Google Shape;40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7" name="Google Shape;40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08" name="Google Shape;40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09" name="Google Shape;40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0" name="Google Shape;41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1" name="Google Shape;41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2"/>
        <p:cNvGrpSpPr/>
        <p:nvPr/>
      </p:nvGrpSpPr>
      <p:grpSpPr>
        <a:xfrm>
          <a:off x="0" y="0"/>
          <a:ext cx="0" cy="0"/>
          <a:chOff x="0" y="0"/>
          <a:chExt cx="0" cy="0"/>
        </a:xfrm>
      </p:grpSpPr>
      <p:cxnSp>
        <p:nvCxnSpPr>
          <p:cNvPr id="413" name="Google Shape;41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3" name="Google Shape;423;g2c157a2fb06_0_798"/>
          <p:cNvGrpSpPr/>
          <p:nvPr/>
        </p:nvGrpSpPr>
        <p:grpSpPr>
          <a:xfrm>
            <a:off x="662575" y="6212475"/>
            <a:ext cx="586800" cy="571500"/>
            <a:chOff x="662575" y="6212475"/>
            <a:chExt cx="586800" cy="571500"/>
          </a:xfrm>
        </p:grpSpPr>
        <p:sp>
          <p:nvSpPr>
            <p:cNvPr id="424" name="Google Shape;42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798"/>
          <p:cNvGrpSpPr/>
          <p:nvPr/>
        </p:nvGrpSpPr>
        <p:grpSpPr>
          <a:xfrm>
            <a:off x="7894350" y="6212475"/>
            <a:ext cx="586800" cy="571500"/>
            <a:chOff x="7894350" y="6212475"/>
            <a:chExt cx="586800" cy="571500"/>
          </a:xfrm>
        </p:grpSpPr>
        <p:sp>
          <p:nvSpPr>
            <p:cNvPr id="428" name="Google Shape;42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2" name="Google Shape;43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3" name="Google Shape;43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5" name="Google Shape;43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7" name="Google Shape;43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38" name="Google Shape;43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9" name="Google Shape;43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8" name="Google Shape;44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1" name="Google Shape;451;g2c157a2fb06_0_825"/>
          <p:cNvGrpSpPr/>
          <p:nvPr/>
        </p:nvGrpSpPr>
        <p:grpSpPr>
          <a:xfrm>
            <a:off x="662575" y="6212475"/>
            <a:ext cx="586800" cy="571500"/>
            <a:chOff x="662575" y="6212475"/>
            <a:chExt cx="586800" cy="571500"/>
          </a:xfrm>
        </p:grpSpPr>
        <p:sp>
          <p:nvSpPr>
            <p:cNvPr id="452" name="Google Shape;45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5" name="Google Shape;455;g2c157a2fb06_0_825"/>
          <p:cNvGrpSpPr/>
          <p:nvPr/>
        </p:nvGrpSpPr>
        <p:grpSpPr>
          <a:xfrm>
            <a:off x="7894350" y="6212475"/>
            <a:ext cx="586800" cy="571500"/>
            <a:chOff x="7894350" y="6212475"/>
            <a:chExt cx="586800" cy="571500"/>
          </a:xfrm>
        </p:grpSpPr>
        <p:sp>
          <p:nvSpPr>
            <p:cNvPr id="456" name="Google Shape;45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59" name="Google Shape;45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0" name="Google Shape;46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1" name="Google Shape;46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3" name="Google Shape;46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5" name="Google Shape;46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6" name="Google Shape;46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7" name="Google Shape;46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8"/>
        <p:cNvGrpSpPr/>
        <p:nvPr/>
      </p:nvGrpSpPr>
      <p:grpSpPr>
        <a:xfrm>
          <a:off x="0" y="0"/>
          <a:ext cx="0" cy="0"/>
          <a:chOff x="0" y="0"/>
          <a:chExt cx="0" cy="0"/>
        </a:xfrm>
      </p:grpSpPr>
      <p:sp>
        <p:nvSpPr>
          <p:cNvPr id="469" name="Google Shape;46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8" name="Google Shape;478;g2c157a2fb06_0_700"/>
          <p:cNvGrpSpPr/>
          <p:nvPr/>
        </p:nvGrpSpPr>
        <p:grpSpPr>
          <a:xfrm>
            <a:off x="662575" y="6212475"/>
            <a:ext cx="586800" cy="571500"/>
            <a:chOff x="662575" y="6212475"/>
            <a:chExt cx="586800" cy="571500"/>
          </a:xfrm>
        </p:grpSpPr>
        <p:sp>
          <p:nvSpPr>
            <p:cNvPr id="479" name="Google Shape;47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2" name="Google Shape;482;g2c157a2fb06_0_700"/>
          <p:cNvGrpSpPr/>
          <p:nvPr/>
        </p:nvGrpSpPr>
        <p:grpSpPr>
          <a:xfrm>
            <a:off x="7894350" y="6212475"/>
            <a:ext cx="586800" cy="571500"/>
            <a:chOff x="7894350" y="6212475"/>
            <a:chExt cx="586800" cy="571500"/>
          </a:xfrm>
        </p:grpSpPr>
        <p:sp>
          <p:nvSpPr>
            <p:cNvPr id="483" name="Google Shape;48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6" name="Google Shape;48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7" name="Google Shape;48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8" name="Google Shape;48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0" name="Google Shape;49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1" name="Google Shape;49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2" name="Google Shape;49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3" name="Google Shape;49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7" name="Google Shape;50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8"/>
        <p:cNvGrpSpPr/>
        <p:nvPr/>
      </p:nvGrpSpPr>
      <p:grpSpPr>
        <a:xfrm>
          <a:off x="0" y="0"/>
          <a:ext cx="0" cy="0"/>
          <a:chOff x="0" y="0"/>
          <a:chExt cx="0" cy="0"/>
        </a:xfrm>
      </p:grpSpPr>
      <p:sp>
        <p:nvSpPr>
          <p:cNvPr id="509" name="Google Shape;50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5" name="Google Shape;515;g2c157a2fb06_0_932"/>
          <p:cNvGrpSpPr/>
          <p:nvPr/>
        </p:nvGrpSpPr>
        <p:grpSpPr>
          <a:xfrm>
            <a:off x="662575" y="6212475"/>
            <a:ext cx="586800" cy="571500"/>
            <a:chOff x="662575" y="6212475"/>
            <a:chExt cx="586800" cy="571500"/>
          </a:xfrm>
        </p:grpSpPr>
        <p:sp>
          <p:nvSpPr>
            <p:cNvPr id="516" name="Google Shape;51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932"/>
          <p:cNvGrpSpPr/>
          <p:nvPr/>
        </p:nvGrpSpPr>
        <p:grpSpPr>
          <a:xfrm>
            <a:off x="7894350" y="6212475"/>
            <a:ext cx="586800" cy="571500"/>
            <a:chOff x="7894350" y="6212475"/>
            <a:chExt cx="586800" cy="571500"/>
          </a:xfrm>
        </p:grpSpPr>
        <p:sp>
          <p:nvSpPr>
            <p:cNvPr id="520" name="Google Shape;52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3" name="Google Shape;52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4" name="Google Shape;52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7" name="Google Shape;52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8" name="Google Shape;52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29" name="Google Shape;52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0" name="Google Shape;53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1" name="Google Shape;53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7" name="Google Shape;53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9" name="Google Shape;53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0" name="Google Shape;54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1" name="Google Shape;54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8"/>
        <p:cNvGrpSpPr/>
        <p:nvPr/>
      </p:nvGrpSpPr>
      <p:grpSpPr>
        <a:xfrm>
          <a:off x="0" y="0"/>
          <a:ext cx="0" cy="0"/>
          <a:chOff x="0" y="0"/>
          <a:chExt cx="0" cy="0"/>
        </a:xfrm>
      </p:grpSpPr>
      <p:cxnSp>
        <p:nvCxnSpPr>
          <p:cNvPr id="549" name="Google Shape;54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0" name="Google Shape;55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1" name="Google Shape;55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3" name="Google Shape;56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6" name="Google Shape;566;g2c157a2fb06_0_1045"/>
          <p:cNvGrpSpPr/>
          <p:nvPr/>
        </p:nvGrpSpPr>
        <p:grpSpPr>
          <a:xfrm>
            <a:off x="662575" y="6212475"/>
            <a:ext cx="586800" cy="571500"/>
            <a:chOff x="662575" y="6212475"/>
            <a:chExt cx="586800" cy="571500"/>
          </a:xfrm>
        </p:grpSpPr>
        <p:sp>
          <p:nvSpPr>
            <p:cNvPr id="567" name="Google Shape;56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045"/>
          <p:cNvGrpSpPr/>
          <p:nvPr/>
        </p:nvGrpSpPr>
        <p:grpSpPr>
          <a:xfrm>
            <a:off x="7894350" y="6212475"/>
            <a:ext cx="586800" cy="571500"/>
            <a:chOff x="7894350" y="6212475"/>
            <a:chExt cx="586800" cy="571500"/>
          </a:xfrm>
        </p:grpSpPr>
        <p:sp>
          <p:nvSpPr>
            <p:cNvPr id="571" name="Google Shape;57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0" name="Google Shape;58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1" name="Google Shape;58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3" name="Google Shape;58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4" name="Google Shape;58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5"/>
        <p:cNvGrpSpPr/>
        <p:nvPr/>
      </p:nvGrpSpPr>
      <p:grpSpPr>
        <a:xfrm>
          <a:off x="0" y="0"/>
          <a:ext cx="0" cy="0"/>
          <a:chOff x="0" y="0"/>
          <a:chExt cx="0" cy="0"/>
        </a:xfrm>
      </p:grpSpPr>
      <p:sp>
        <p:nvSpPr>
          <p:cNvPr id="586" name="Google Shape;58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2" name="Google Shape;592;g2c157a2fb06_0_1110"/>
          <p:cNvGrpSpPr/>
          <p:nvPr/>
        </p:nvGrpSpPr>
        <p:grpSpPr>
          <a:xfrm>
            <a:off x="662575" y="6212475"/>
            <a:ext cx="586800" cy="571500"/>
            <a:chOff x="662575" y="6212475"/>
            <a:chExt cx="586800" cy="571500"/>
          </a:xfrm>
        </p:grpSpPr>
        <p:sp>
          <p:nvSpPr>
            <p:cNvPr id="593" name="Google Shape;59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7894350" y="6212475"/>
            <a:ext cx="586800" cy="571500"/>
            <a:chOff x="7894350" y="6212475"/>
            <a:chExt cx="586800" cy="571500"/>
          </a:xfrm>
        </p:grpSpPr>
        <p:sp>
          <p:nvSpPr>
            <p:cNvPr id="597" name="Google Shape;59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1" name="Google Shape;60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2" name="Google Shape;60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4" name="Google Shape;60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6" name="Google Shape;60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7" name="Google Shape;60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8" name="Google Shape;60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1" name="Google Shape;611;g2c157a2fb06_0_1110"/>
          <p:cNvGrpSpPr/>
          <p:nvPr/>
        </p:nvGrpSpPr>
        <p:grpSpPr>
          <a:xfrm>
            <a:off x="5806200" y="180746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5" name="Google Shape;61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6" name="Google Shape;61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7" name="Google Shape;617;g2c157a2fb06_0_1110"/>
          <p:cNvGrpSpPr/>
          <p:nvPr/>
        </p:nvGrpSpPr>
        <p:grpSpPr>
          <a:xfrm>
            <a:off x="5806200" y="2842438"/>
            <a:ext cx="756300" cy="146700"/>
            <a:chOff x="5806200" y="1807463"/>
            <a:chExt cx="756300" cy="146700"/>
          </a:xfrm>
        </p:grpSpPr>
        <p:sp>
          <p:nvSpPr>
            <p:cNvPr id="618" name="Google Shape;61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1" name="Google Shape;621;g2c157a2fb06_0_1110"/>
          <p:cNvGrpSpPr/>
          <p:nvPr/>
        </p:nvGrpSpPr>
        <p:grpSpPr>
          <a:xfrm>
            <a:off x="5806200" y="3877413"/>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5"/>
        <p:cNvGrpSpPr/>
        <p:nvPr/>
      </p:nvGrpSpPr>
      <p:grpSpPr>
        <a:xfrm>
          <a:off x="0" y="0"/>
          <a:ext cx="0" cy="0"/>
          <a:chOff x="0" y="0"/>
          <a:chExt cx="0" cy="0"/>
        </a:xfrm>
      </p:grpSpPr>
      <p:sp>
        <p:nvSpPr>
          <p:cNvPr id="626" name="Google Shape;62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0" name="Google Shape;63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9" name="Google Shape;639;p30"/>
          <p:cNvGrpSpPr/>
          <p:nvPr/>
        </p:nvGrpSpPr>
        <p:grpSpPr>
          <a:xfrm>
            <a:off x="6022940" y="5341706"/>
            <a:ext cx="594501" cy="305904"/>
            <a:chOff x="5672081" y="1914352"/>
            <a:chExt cx="792668" cy="305904"/>
          </a:xfrm>
        </p:grpSpPr>
        <p:sp>
          <p:nvSpPr>
            <p:cNvPr id="640" name="Google Shape;64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2" name="Google Shape;64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3" name="Google Shape;64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1" name="Google Shape;65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2" name="Google Shape;65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9" name="Google Shape;66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0" name="Google Shape;67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1"/>
        <p:cNvGrpSpPr/>
        <p:nvPr/>
      </p:nvGrpSpPr>
      <p:grpSpPr>
        <a:xfrm>
          <a:off x="0" y="0"/>
          <a:ext cx="0" cy="0"/>
          <a:chOff x="0" y="0"/>
          <a:chExt cx="0" cy="0"/>
        </a:xfrm>
      </p:grpSpPr>
      <p:sp>
        <p:nvSpPr>
          <p:cNvPr id="672" name="Google Shape;67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3" name="Google Shape;67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4" name="Google Shape;67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5"/>
        <p:cNvGrpSpPr/>
        <p:nvPr/>
      </p:nvGrpSpPr>
      <p:grpSpPr>
        <a:xfrm>
          <a:off x="0" y="0"/>
          <a:ext cx="0" cy="0"/>
          <a:chOff x="0" y="0"/>
          <a:chExt cx="0" cy="0"/>
        </a:xfrm>
      </p:grpSpPr>
      <p:sp>
        <p:nvSpPr>
          <p:cNvPr id="676" name="Google Shape;67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7" name="Google Shape;67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8" name="Google Shape;67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8.xml"/><Relationship Id="rId5" Type="http://schemas.openxmlformats.org/officeDocument/2006/relationships/image" Target="../media/image5.png"/><Relationship Id="rId10" Type="http://schemas.openxmlformats.org/officeDocument/2006/relationships/slide" Target="slide16.xml"/><Relationship Id="rId4" Type="http://schemas.openxmlformats.org/officeDocument/2006/relationships/image" Target="../media/image8.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'ff'</a:t>
            </a:r>
            <a:endParaRPr/>
          </a:p>
        </p:txBody>
      </p:sp>
      <p:sp>
        <p:nvSpPr>
          <p:cNvPr id="684" name="Google Shape;684;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24</a:t>
            </a:r>
            <a:endParaRPr/>
          </a:p>
        </p:txBody>
      </p:sp>
      <p:pic>
        <p:nvPicPr>
          <p:cNvPr id="687" name="Google Shape;687;p1"/>
          <p:cNvPicPr preferRelativeResize="0"/>
          <p:nvPr/>
        </p:nvPicPr>
        <p:blipFill rotWithShape="1">
          <a:blip r:embed="rId3">
            <a:alphaModFix/>
          </a:blip>
          <a:srcRect/>
          <a:stretch/>
        </p:blipFill>
        <p:spPr>
          <a:xfrm rot="326646">
            <a:off x="4052941" y="4418160"/>
            <a:ext cx="2493519" cy="997851"/>
          </a:xfrm>
          <a:prstGeom prst="rect">
            <a:avLst/>
          </a:prstGeom>
          <a:noFill/>
          <a:ln>
            <a:noFill/>
          </a:ln>
          <a:effectLst>
            <a:outerShdw blurRad="71438" dist="38100" dir="5220000" algn="bl" rotWithShape="0">
              <a:srgbClr val="000000">
                <a:alpha val="21176"/>
              </a:srgbClr>
            </a:outerShdw>
          </a:effectLst>
        </p:spPr>
      </p:pic>
      <p:pic>
        <p:nvPicPr>
          <p:cNvPr id="688" name="Google Shape;688;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89" name="Google Shape;689;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0" name="Google Shape;690;p1"/>
          <p:cNvGraphicFramePr/>
          <p:nvPr/>
        </p:nvGraphicFramePr>
        <p:xfrm>
          <a:off x="4844200" y="1891197"/>
          <a:ext cx="3785000" cy="1678950"/>
        </p:xfrm>
        <a:graphic>
          <a:graphicData uri="http://schemas.openxmlformats.org/drawingml/2006/table">
            <a:tbl>
              <a:tblPr firstRow="1" bandRow="1">
                <a:noFill/>
                <a:tableStyleId>{7A2BDA2B-FEBA-4B13-B912-1C65F54E48F1}</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b</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Jost"/>
                          <a:ea typeface="Jost"/>
                          <a:cs typeface="Jost"/>
                          <a:sym typeface="Jost"/>
                        </a:rPr>
                        <a:t>ff</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consonant digraph </a:t>
            </a:r>
            <a:r>
              <a:rPr lang="en-US">
                <a:solidFill>
                  <a:srgbClr val="8DC63F"/>
                </a:solidFill>
              </a:rPr>
              <a:t>ff</a:t>
            </a:r>
            <a:r>
              <a:rPr lang="en-US"/>
              <a:t>.</a:t>
            </a:r>
            <a:endParaRPr/>
          </a:p>
        </p:txBody>
      </p:sp>
      <p:sp>
        <p:nvSpPr>
          <p:cNvPr id="697" name="Google Shape;697;g2bee4f4af4b_0_204"/>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 r h b f</a:t>
            </a:r>
            <a:r>
              <a:rPr lang="en-US"/>
              <a:t> using flashcards.</a:t>
            </a:r>
            <a:endParaRPr/>
          </a:p>
          <a:p>
            <a:pPr marL="457200" lvl="0" indent="-330200" algn="l" rtl="0">
              <a:lnSpc>
                <a:spcPct val="100000"/>
              </a:lnSpc>
              <a:spcBef>
                <a:spcPts val="1000"/>
              </a:spcBef>
              <a:spcAft>
                <a:spcPts val="1000"/>
              </a:spcAft>
              <a:buSzPts val="1600"/>
              <a:buChar char="•"/>
            </a:pPr>
            <a:r>
              <a:rPr lang="en-US"/>
              <a:t>Recall Common Exception Words </a:t>
            </a:r>
            <a:r>
              <a:rPr lang="en-US">
                <a:solidFill>
                  <a:srgbClr val="2356AF"/>
                </a:solidFill>
              </a:rPr>
              <a:t>as I is no go to into the put</a:t>
            </a:r>
            <a:r>
              <a:rPr lang="en-US"/>
              <a:t>.</a:t>
            </a:r>
            <a:endParaRPr/>
          </a:p>
        </p:txBody>
      </p:sp>
      <p:sp>
        <p:nvSpPr>
          <p:cNvPr id="698" name="Google Shape;69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699" name="Google Shape;69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1" name="Google Shape;701;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2" name="Google Shape;70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62226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60153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6">
            <a:alphaModFix/>
          </a:blip>
          <a:srcRect t="89" b="99"/>
          <a:stretch/>
        </p:blipFill>
        <p:spPr>
          <a:xfrm>
            <a:off x="6236046" y="4363493"/>
            <a:ext cx="786850" cy="590421"/>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4" name="Google Shape;714;g2bee4f4af4b_0_204">
            <a:hlinkClick r:id="rId8" action="ppaction://hlinksldjump"/>
          </p:cNvPr>
          <p:cNvSpPr/>
          <p:nvPr/>
        </p:nvSpPr>
        <p:spPr>
          <a:xfrm>
            <a:off x="982263"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9" action="ppaction://hlinksldjump"/>
          </p:cNvPr>
          <p:cNvSpPr/>
          <p:nvPr/>
        </p:nvSpPr>
        <p:spPr>
          <a:xfrm>
            <a:off x="2444889"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0" action="ppaction://hlinksldjump"/>
          </p:cNvPr>
          <p:cNvSpPr/>
          <p:nvPr/>
        </p:nvSpPr>
        <p:spPr>
          <a:xfrm>
            <a:off x="3588513"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1" action="ppaction://hlinksldjump"/>
          </p:cNvPr>
          <p:cNvSpPr/>
          <p:nvPr/>
        </p:nvSpPr>
        <p:spPr>
          <a:xfrm>
            <a:off x="4877430" y="37545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2" action="ppaction://hlinksldjump"/>
          </p:cNvPr>
          <p:cNvSpPr/>
          <p:nvPr/>
        </p:nvSpPr>
        <p:spPr>
          <a:xfrm>
            <a:off x="6161616"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 u r h b f</a:t>
            </a:r>
            <a:r>
              <a:rPr lang="en-US"/>
              <a:t> using flashcards.</a:t>
            </a:r>
            <a:endParaRPr/>
          </a:p>
        </p:txBody>
      </p:sp>
      <p:pic>
        <p:nvPicPr>
          <p:cNvPr id="725" name="Google Shape;72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6" name="Google Shape;72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27" name="Google Shape;72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28" name="Google Shape;72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40" name="Google Shape;74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pic>
        <p:nvPicPr>
          <p:cNvPr id="741" name="Google Shape;74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86"/>
              </a:srgbClr>
            </a:outerShdw>
          </a:effectLst>
        </p:spPr>
      </p:pic>
      <p:pic>
        <p:nvPicPr>
          <p:cNvPr id="742" name="Google Shape;742;g26b641b03cd_0_165"/>
          <p:cNvPicPr preferRelativeResize="0"/>
          <p:nvPr/>
        </p:nvPicPr>
        <p:blipFill rotWithShape="1">
          <a:blip r:embed="rId20">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686"/>
              </a:srgbClr>
            </a:outerShdw>
          </a:effectLst>
        </p:spPr>
      </p:pic>
      <p:pic>
        <p:nvPicPr>
          <p:cNvPr id="743" name="Google Shape;743;g26b641b03cd_0_165"/>
          <p:cNvPicPr preferRelativeResize="0"/>
          <p:nvPr/>
        </p:nvPicPr>
        <p:blipFill rotWithShape="1">
          <a:blip r:embed="rId21">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686"/>
              </a:srgbClr>
            </a:outerShdw>
          </a:effectLst>
        </p:spPr>
      </p:pic>
      <p:cxnSp>
        <p:nvCxnSpPr>
          <p:cNvPr id="744" name="Google Shape;744;g26b641b03cd_0_16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31b16fcb714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a:t>
            </a:r>
            <a:r>
              <a:rPr lang="en-US"/>
              <a:t>.</a:t>
            </a:r>
            <a:endParaRPr/>
          </a:p>
        </p:txBody>
      </p:sp>
      <p:pic>
        <p:nvPicPr>
          <p:cNvPr id="751" name="Google Shape;751;g31b16fcb714_0_0"/>
          <p:cNvPicPr preferRelativeResize="0"/>
          <p:nvPr/>
        </p:nvPicPr>
        <p:blipFill rotWithShape="1">
          <a:blip r:embed="rId3">
            <a:alphaModFix/>
          </a:blip>
          <a:srcRect/>
          <a:stretch/>
        </p:blipFill>
        <p:spPr>
          <a:xfrm>
            <a:off x="868300" y="2129450"/>
            <a:ext cx="1729714" cy="1236108"/>
          </a:xfrm>
          <a:prstGeom prst="rect">
            <a:avLst/>
          </a:prstGeom>
          <a:noFill/>
          <a:ln>
            <a:noFill/>
          </a:ln>
          <a:effectLst>
            <a:outerShdw blurRad="71438" dist="19050" dir="5400000" algn="bl" rotWithShape="0">
              <a:srgbClr val="000000">
                <a:alpha val="18820"/>
              </a:srgbClr>
            </a:outerShdw>
          </a:effectLst>
        </p:spPr>
      </p:pic>
      <p:pic>
        <p:nvPicPr>
          <p:cNvPr id="752" name="Google Shape;752;g31b16fcb714_0_0"/>
          <p:cNvPicPr preferRelativeResize="0"/>
          <p:nvPr/>
        </p:nvPicPr>
        <p:blipFill rotWithShape="1">
          <a:blip r:embed="rId4">
            <a:alphaModFix/>
          </a:blip>
          <a:srcRect l="99" r="99"/>
          <a:stretch/>
        </p:blipFill>
        <p:spPr>
          <a:xfrm>
            <a:off x="2717790" y="2129450"/>
            <a:ext cx="1730477" cy="1241248"/>
          </a:xfrm>
          <a:prstGeom prst="rect">
            <a:avLst/>
          </a:prstGeom>
          <a:noFill/>
          <a:ln>
            <a:noFill/>
          </a:ln>
          <a:effectLst>
            <a:outerShdw blurRad="71438" dist="19050" dir="5400000" algn="bl" rotWithShape="0">
              <a:srgbClr val="000000">
                <a:alpha val="18820"/>
              </a:srgbClr>
            </a:outerShdw>
          </a:effectLst>
        </p:spPr>
      </p:pic>
      <p:pic>
        <p:nvPicPr>
          <p:cNvPr id="753" name="Google Shape;753;g31b16fcb714_0_0"/>
          <p:cNvPicPr preferRelativeResize="0"/>
          <p:nvPr/>
        </p:nvPicPr>
        <p:blipFill rotWithShape="1">
          <a:blip r:embed="rId5">
            <a:alphaModFix/>
          </a:blip>
          <a:srcRect l="99" r="99"/>
          <a:stretch/>
        </p:blipFill>
        <p:spPr>
          <a:xfrm>
            <a:off x="4568044" y="2129450"/>
            <a:ext cx="1730477" cy="1239151"/>
          </a:xfrm>
          <a:prstGeom prst="rect">
            <a:avLst/>
          </a:prstGeom>
          <a:noFill/>
          <a:ln>
            <a:noFill/>
          </a:ln>
          <a:effectLst>
            <a:outerShdw blurRad="71438" dist="19050" dir="5400000" algn="bl" rotWithShape="0">
              <a:srgbClr val="000000">
                <a:alpha val="18820"/>
              </a:srgbClr>
            </a:outerShdw>
          </a:effectLst>
        </p:spPr>
      </p:pic>
      <p:pic>
        <p:nvPicPr>
          <p:cNvPr id="754" name="Google Shape;754;g31b16fcb714_0_0"/>
          <p:cNvPicPr preferRelativeResize="0"/>
          <p:nvPr/>
        </p:nvPicPr>
        <p:blipFill rotWithShape="1">
          <a:blip r:embed="rId6">
            <a:alphaModFix/>
          </a:blip>
          <a:srcRect l="99" r="99"/>
          <a:stretch/>
        </p:blipFill>
        <p:spPr>
          <a:xfrm>
            <a:off x="6418298" y="2129450"/>
            <a:ext cx="1730477" cy="1239151"/>
          </a:xfrm>
          <a:prstGeom prst="rect">
            <a:avLst/>
          </a:prstGeom>
          <a:noFill/>
          <a:ln>
            <a:noFill/>
          </a:ln>
          <a:effectLst>
            <a:outerShdw blurRad="71438" dist="19050" dir="5400000" algn="bl" rotWithShape="0">
              <a:srgbClr val="000000">
                <a:alpha val="18820"/>
              </a:srgbClr>
            </a:outerShdw>
          </a:effectLst>
        </p:spPr>
      </p:pic>
      <p:pic>
        <p:nvPicPr>
          <p:cNvPr id="755" name="Google Shape;755;g31b16fcb714_0_0"/>
          <p:cNvPicPr preferRelativeResize="0"/>
          <p:nvPr/>
        </p:nvPicPr>
        <p:blipFill rotWithShape="1">
          <a:blip r:embed="rId7">
            <a:alphaModFix/>
          </a:blip>
          <a:srcRect l="99" r="99"/>
          <a:stretch/>
        </p:blipFill>
        <p:spPr>
          <a:xfrm>
            <a:off x="868300" y="3459285"/>
            <a:ext cx="1730477" cy="1239151"/>
          </a:xfrm>
          <a:prstGeom prst="rect">
            <a:avLst/>
          </a:prstGeom>
          <a:noFill/>
          <a:ln>
            <a:noFill/>
          </a:ln>
          <a:effectLst>
            <a:outerShdw blurRad="71438" dist="19050" dir="5400000" algn="bl" rotWithShape="0">
              <a:srgbClr val="000000">
                <a:alpha val="18820"/>
              </a:srgbClr>
            </a:outerShdw>
          </a:effectLst>
        </p:spPr>
      </p:pic>
      <p:pic>
        <p:nvPicPr>
          <p:cNvPr id="756" name="Google Shape;756;g31b16fcb714_0_0"/>
          <p:cNvPicPr preferRelativeResize="0"/>
          <p:nvPr/>
        </p:nvPicPr>
        <p:blipFill rotWithShape="1">
          <a:blip r:embed="rId8">
            <a:alphaModFix/>
          </a:blip>
          <a:srcRect l="99" r="99"/>
          <a:stretch/>
        </p:blipFill>
        <p:spPr>
          <a:xfrm>
            <a:off x="2717790" y="3459285"/>
            <a:ext cx="1730477" cy="1239151"/>
          </a:xfrm>
          <a:prstGeom prst="rect">
            <a:avLst/>
          </a:prstGeom>
          <a:noFill/>
          <a:ln>
            <a:noFill/>
          </a:ln>
          <a:effectLst>
            <a:outerShdw blurRad="71438" dist="19050" dir="5400000" algn="bl" rotWithShape="0">
              <a:srgbClr val="000000">
                <a:alpha val="18820"/>
              </a:srgbClr>
            </a:outerShdw>
          </a:effectLst>
        </p:spPr>
      </p:pic>
      <p:pic>
        <p:nvPicPr>
          <p:cNvPr id="757" name="Google Shape;757;g31b16fcb714_0_0"/>
          <p:cNvPicPr preferRelativeResize="0"/>
          <p:nvPr/>
        </p:nvPicPr>
        <p:blipFill rotWithShape="1">
          <a:blip r:embed="rId9">
            <a:alphaModFix/>
          </a:blip>
          <a:srcRect l="99" r="99"/>
          <a:stretch/>
        </p:blipFill>
        <p:spPr>
          <a:xfrm>
            <a:off x="4568044" y="3457188"/>
            <a:ext cx="1730477" cy="1241248"/>
          </a:xfrm>
          <a:prstGeom prst="rect">
            <a:avLst/>
          </a:prstGeom>
          <a:noFill/>
          <a:ln>
            <a:noFill/>
          </a:ln>
          <a:effectLst>
            <a:outerShdw blurRad="71438" dist="19050" dir="5400000" algn="bl" rotWithShape="0">
              <a:srgbClr val="000000">
                <a:alpha val="18820"/>
              </a:srgbClr>
            </a:outerShdw>
          </a:effectLst>
        </p:spPr>
      </p:pic>
      <p:pic>
        <p:nvPicPr>
          <p:cNvPr id="758" name="Google Shape;758;g31b16fcb714_0_0"/>
          <p:cNvPicPr preferRelativeResize="0"/>
          <p:nvPr/>
        </p:nvPicPr>
        <p:blipFill rotWithShape="1">
          <a:blip r:embed="rId10">
            <a:alphaModFix/>
          </a:blip>
          <a:srcRect l="99" r="99"/>
          <a:stretch/>
        </p:blipFill>
        <p:spPr>
          <a:xfrm>
            <a:off x="6416205" y="3457188"/>
            <a:ext cx="1732569" cy="1239151"/>
          </a:xfrm>
          <a:prstGeom prst="rect">
            <a:avLst/>
          </a:prstGeom>
          <a:noFill/>
          <a:ln>
            <a:noFill/>
          </a:ln>
          <a:effectLst>
            <a:outerShdw blurRad="71438" dist="19050" dir="5400000" algn="bl" rotWithShape="0">
              <a:srgbClr val="000000">
                <a:alpha val="18820"/>
              </a:srgbClr>
            </a:outerShdw>
          </a:effectLst>
        </p:spPr>
      </p:pic>
      <p:pic>
        <p:nvPicPr>
          <p:cNvPr id="759" name="Google Shape;759;g31b16fcb714_0_0"/>
          <p:cNvPicPr preferRelativeResize="0"/>
          <p:nvPr/>
        </p:nvPicPr>
        <p:blipFill rotWithShape="1">
          <a:blip r:embed="rId11">
            <a:alphaModFix/>
          </a:blip>
          <a:srcRect l="99" r="99"/>
          <a:stretch/>
        </p:blipFill>
        <p:spPr>
          <a:xfrm>
            <a:off x="3705715" y="4786988"/>
            <a:ext cx="1732569" cy="1239151"/>
          </a:xfrm>
          <a:prstGeom prst="rect">
            <a:avLst/>
          </a:prstGeom>
          <a:noFill/>
          <a:ln>
            <a:noFill/>
          </a:ln>
          <a:effectLst>
            <a:outerShdw blurRad="71438" dist="19050" dir="5400000" algn="bl" rotWithShape="0">
              <a:srgbClr val="000000">
                <a:alpha val="1882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g2d9e16b475a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66" name="Google Shape;766;g2d9e16b475a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67" name="Google Shape;767;g2d9e16b475a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768" name="Google Shape;768;g2d9e16b475a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5" name="Google Shape;77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6" name="Google Shape;776;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77" name="Google Shape;77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4" name="Google Shape;78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5" name="Google Shape;785;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6" name="Google Shape;78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3" name="Google Shape;79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94" name="Google Shape;794;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95" name="Google Shape;79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2" name="Google Shape;80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03" name="Google Shape;803;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804" name="Google Shape;80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1" name="Google Shape;81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2" name="Google Shape;81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19" name="Google Shape;819;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0" name="Google Shape;820;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1" name="Google Shape;821;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2" name="Google Shape;822;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3" name="Google Shape;823;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4" name="Google Shape;824;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25" name="Google Shape;825;g2c2ffdd0de5_0_0"/>
          <p:cNvGrpSpPr/>
          <p:nvPr/>
        </p:nvGrpSpPr>
        <p:grpSpPr>
          <a:xfrm>
            <a:off x="304250" y="6984600"/>
            <a:ext cx="8330829" cy="808600"/>
            <a:chOff x="-152950" y="7365600"/>
            <a:chExt cx="8330829" cy="808600"/>
          </a:xfrm>
        </p:grpSpPr>
        <p:sp>
          <p:nvSpPr>
            <p:cNvPr id="826" name="Google Shape;826;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27" name="Google Shape;827;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28" name="Google Shape;828;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29" name="Google Shape;829;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0" name="Google Shape;830;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1" name="Google Shape;831;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2" name="Google Shape;832;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3" name="Google Shape;833;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4" name="Google Shape;834;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5" name="Google Shape;835;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6" name="Google Shape;836;g2c2ffdd0de5_0_0"/>
          <p:cNvSpPr/>
          <p:nvPr/>
        </p:nvSpPr>
        <p:spPr>
          <a:xfrm>
            <a:off x="37559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37" name="Google Shape;837;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38" name="Google Shape;838;g2c2ffdd0de5_0_0"/>
          <p:cNvSpPr txBox="1">
            <a:spLocks noGrp="1"/>
          </p:cNvSpPr>
          <p:nvPr>
            <p:ph type="subTitle" idx="4294967295"/>
          </p:nvPr>
        </p:nvSpPr>
        <p:spPr>
          <a:xfrm>
            <a:off x="44283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ff</a:t>
            </a:r>
            <a:endParaRPr sz="15000" b="0" i="0" u="none" strike="noStrike" cap="none">
              <a:solidFill>
                <a:srgbClr val="FFD400"/>
              </a:solidFill>
              <a:latin typeface="Jost"/>
              <a:ea typeface="Jost"/>
              <a:cs typeface="Jost"/>
              <a:sym typeface="Jost"/>
            </a:endParaRPr>
          </a:p>
        </p:txBody>
      </p:sp>
      <p:sp>
        <p:nvSpPr>
          <p:cNvPr id="839" name="Google Shape;839;g2c2ffdd0de5_0_0"/>
          <p:cNvSpPr txBox="1">
            <a:spLocks noGrp="1"/>
          </p:cNvSpPr>
          <p:nvPr>
            <p:ph type="subTitle" idx="4294967295"/>
          </p:nvPr>
        </p:nvSpPr>
        <p:spPr>
          <a:xfrm>
            <a:off x="31862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840" name="Google Shape;840;g2c2ffdd0de5_0_0"/>
          <p:cNvSpPr/>
          <p:nvPr/>
        </p:nvSpPr>
        <p:spPr>
          <a:xfrm>
            <a:off x="4649947" y="405638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c560e50ae7_0_7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47" name="Google Shape;847;g2c560e50ae7_0_7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48" name="Google Shape;848;g2c560e50ae7_0_73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9" name="Google Shape;849;g2c560e50ae7_0_73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0" name="Google Shape;850;g2c560e50ae7_0_73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560e50ae7_0_73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2" name="Google Shape;852;g2c560e50ae7_0_73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3" name="Google Shape;853;g2c560e50ae7_0_732"/>
          <p:cNvGrpSpPr/>
          <p:nvPr/>
        </p:nvGrpSpPr>
        <p:grpSpPr>
          <a:xfrm>
            <a:off x="304250" y="6984600"/>
            <a:ext cx="8330829" cy="808600"/>
            <a:chOff x="-152950" y="7365600"/>
            <a:chExt cx="8330829" cy="808600"/>
          </a:xfrm>
        </p:grpSpPr>
        <p:sp>
          <p:nvSpPr>
            <p:cNvPr id="854" name="Google Shape;854;g2c560e50ae7_0_73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55" name="Google Shape;855;g2c560e50ae7_0_73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56" name="Google Shape;856;g2c560e50ae7_0_73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57" name="Google Shape;857;g2c560e50ae7_0_73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58" name="Google Shape;858;g2c560e50ae7_0_73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59" name="Google Shape;859;g2c560e50ae7_0_73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0" name="Google Shape;860;g2c560e50ae7_0_73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1" name="Google Shape;861;g2c560e50ae7_0_73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2" name="Google Shape;862;g2c560e50ae7_0_73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560e50ae7_0_73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560e50ae7_0_732"/>
          <p:cNvSpPr/>
          <p:nvPr/>
        </p:nvSpPr>
        <p:spPr>
          <a:xfrm>
            <a:off x="3173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5" name="Google Shape;865;g2c560e50ae7_0_732"/>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66" name="Google Shape;866;g2c560e50ae7_0_73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67" name="Google Shape;867;g2c560e50ae7_0_732"/>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ff</a:t>
            </a:r>
            <a:endParaRPr sz="15000" b="0" i="0" u="none" strike="noStrike" cap="none">
              <a:solidFill>
                <a:srgbClr val="FFD400"/>
              </a:solidFill>
              <a:latin typeface="Jost"/>
              <a:ea typeface="Jost"/>
              <a:cs typeface="Jost"/>
              <a:sym typeface="Jost"/>
            </a:endParaRPr>
          </a:p>
        </p:txBody>
      </p:sp>
      <p:sp>
        <p:nvSpPr>
          <p:cNvPr id="868" name="Google Shape;868;g2c560e50ae7_0_732"/>
          <p:cNvSpPr txBox="1">
            <a:spLocks noGrp="1"/>
          </p:cNvSpPr>
          <p:nvPr>
            <p:ph type="subTitle" idx="4294967295"/>
          </p:nvPr>
        </p:nvSpPr>
        <p:spPr>
          <a:xfrm>
            <a:off x="2603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69" name="Google Shape;869;g2c560e50ae7_0_732"/>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870" name="Google Shape;870;g2c560e50ae7_0_732"/>
          <p:cNvSpPr/>
          <p:nvPr/>
        </p:nvSpPr>
        <p:spPr>
          <a:xfrm>
            <a:off x="5232859" y="4011888"/>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560e50ae7_0_76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7" name="Google Shape;877;g2c560e50ae7_0_76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8" name="Google Shape;878;g2c560e50ae7_0_76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2c560e50ae7_0_76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0" name="Google Shape;880;g2c560e50ae7_0_76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1" name="Google Shape;881;g2c560e50ae7_0_76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2" name="Google Shape;882;g2c560e50ae7_0_76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3" name="Google Shape;883;g2c560e50ae7_0_761"/>
          <p:cNvGrpSpPr/>
          <p:nvPr/>
        </p:nvGrpSpPr>
        <p:grpSpPr>
          <a:xfrm>
            <a:off x="304250" y="6984600"/>
            <a:ext cx="8330829" cy="808600"/>
            <a:chOff x="-152950" y="7365600"/>
            <a:chExt cx="8330829" cy="808600"/>
          </a:xfrm>
        </p:grpSpPr>
        <p:sp>
          <p:nvSpPr>
            <p:cNvPr id="884" name="Google Shape;884;g2c560e50ae7_0_76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5" name="Google Shape;885;g2c560e50ae7_0_76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6" name="Google Shape;886;g2c560e50ae7_0_76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7" name="Google Shape;887;g2c560e50ae7_0_76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8" name="Google Shape;888;g2c560e50ae7_0_76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9" name="Google Shape;889;g2c560e50ae7_0_76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0" name="Google Shape;890;g2c560e50ae7_0_76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1" name="Google Shape;891;g2c560e50ae7_0_76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2" name="Google Shape;892;g2c560e50ae7_0_76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2c560e50ae7_0_76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c560e50ae7_0_761"/>
          <p:cNvSpPr/>
          <p:nvPr/>
        </p:nvSpPr>
        <p:spPr>
          <a:xfrm>
            <a:off x="3325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5" name="Google Shape;895;g2c560e50ae7_0_761"/>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6" name="Google Shape;896;g2c560e50ae7_0_76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7" name="Google Shape;897;g2c560e50ae7_0_761"/>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ff</a:t>
            </a:r>
            <a:endParaRPr sz="15000" b="0" i="0" u="none" strike="noStrike" cap="none">
              <a:solidFill>
                <a:srgbClr val="FFD400"/>
              </a:solidFill>
              <a:latin typeface="Jost"/>
              <a:ea typeface="Jost"/>
              <a:cs typeface="Jost"/>
              <a:sym typeface="Jost"/>
            </a:endParaRPr>
          </a:p>
        </p:txBody>
      </p:sp>
      <p:sp>
        <p:nvSpPr>
          <p:cNvPr id="898" name="Google Shape;898;g2c560e50ae7_0_761"/>
          <p:cNvSpPr txBox="1">
            <a:spLocks noGrp="1"/>
          </p:cNvSpPr>
          <p:nvPr>
            <p:ph type="subTitle" idx="4294967295"/>
          </p:nvPr>
        </p:nvSpPr>
        <p:spPr>
          <a:xfrm>
            <a:off x="2755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99" name="Google Shape;899;g2c560e50ae7_0_761"/>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00" name="Google Shape;900;g2c560e50ae7_0_761"/>
          <p:cNvSpPr/>
          <p:nvPr/>
        </p:nvSpPr>
        <p:spPr>
          <a:xfrm>
            <a:off x="5232859" y="4011888"/>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07" name="Google Shape;90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08" name="Google Shape;90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5" name="Google Shape;91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6" name="Google Shape;916;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17" name="Google Shape;91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4" name="Google Shape;92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5" name="Google Shape;925;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26" name="Google Shape;92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3" name="Google Shape;93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4" name="Google Shape;93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5" name="Google Shape;93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2" name="Google Shape;94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3" name="Google Shape;94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4" name="Google Shape;94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6b641b03cd_0_315"/>
          <p:cNvSpPr txBox="1">
            <a:spLocks noGrp="1"/>
          </p:cNvSpPr>
          <p:nvPr>
            <p:ph type="title"/>
          </p:nvPr>
        </p:nvSpPr>
        <p:spPr>
          <a:xfrm>
            <a:off x="1018775" y="5568500"/>
            <a:ext cx="7106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51" name="Google Shape;95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52" name="Google Shape;952;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53" name="Google Shape;95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0" name="Google Shape;960;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61" name="Google Shape;96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62" name="Google Shape;962;g26b641b03cd_1_0"/>
          <p:cNvSpPr txBox="1">
            <a:spLocks noGrp="1"/>
          </p:cNvSpPr>
          <p:nvPr>
            <p:ph type="title"/>
          </p:nvPr>
        </p:nvSpPr>
        <p:spPr>
          <a:xfrm>
            <a:off x="1018775" y="5568500"/>
            <a:ext cx="7106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69" name="Google Shape;96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70" name="Google Shape;970;g1f3daf8a844_0_64"/>
          <p:cNvGrpSpPr/>
          <p:nvPr/>
        </p:nvGrpSpPr>
        <p:grpSpPr>
          <a:xfrm>
            <a:off x="3024000" y="209875"/>
            <a:ext cx="3096000" cy="454800"/>
            <a:chOff x="3024000" y="209875"/>
            <a:chExt cx="3096000" cy="454800"/>
          </a:xfrm>
        </p:grpSpPr>
        <p:sp>
          <p:nvSpPr>
            <p:cNvPr id="971" name="Google Shape;97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73" name="Google Shape;97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74" name="Google Shape;974;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5" name="Google Shape;975;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6" name="Google Shape;97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77" name="Google Shape;977;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78" name="Google Shape;978;g1f3daf8a844_0_64"/>
          <p:cNvSpPr txBox="1"/>
          <p:nvPr/>
        </p:nvSpPr>
        <p:spPr>
          <a:xfrm>
            <a:off x="2570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u</a:t>
            </a:r>
            <a:endParaRPr sz="8000" b="0" i="0" u="none" strike="noStrike" cap="none">
              <a:solidFill>
                <a:srgbClr val="ED1C24"/>
              </a:solidFill>
              <a:latin typeface="Jost"/>
              <a:ea typeface="Jost"/>
              <a:cs typeface="Jost"/>
              <a:sym typeface="Jost"/>
            </a:endParaRPr>
          </a:p>
        </p:txBody>
      </p:sp>
      <p:sp>
        <p:nvSpPr>
          <p:cNvPr id="979" name="Google Shape;979;g1f3daf8a844_0_6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ff</a:t>
            </a:r>
            <a:endParaRPr sz="8000" b="0" i="0" u="none" strike="noStrike" cap="none">
              <a:solidFill>
                <a:srgbClr val="FFD400"/>
              </a:solidFill>
              <a:latin typeface="Jost"/>
              <a:ea typeface="Jost"/>
              <a:cs typeface="Jost"/>
              <a:sym typeface="Jost"/>
            </a:endParaRPr>
          </a:p>
        </p:txBody>
      </p:sp>
      <p:sp>
        <p:nvSpPr>
          <p:cNvPr id="980" name="Google Shape;980;g1f3daf8a844_0_6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81" name="Google Shape;981;g1f3daf8a844_0_64"/>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ED1C24"/>
              </a:solidFill>
              <a:latin typeface="Jost"/>
              <a:ea typeface="Jost"/>
              <a:cs typeface="Jost"/>
              <a:sym typeface="Jost"/>
            </a:endParaRPr>
          </a:p>
        </p:txBody>
      </p:sp>
      <p:sp>
        <p:nvSpPr>
          <p:cNvPr id="982" name="Google Shape;982;g1f3daf8a844_0_64"/>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h</a:t>
            </a:r>
            <a:endParaRPr sz="8000" b="0" i="0" u="none" strike="noStrike" cap="none">
              <a:solidFill>
                <a:srgbClr val="2356AF"/>
              </a:solidFill>
              <a:latin typeface="Jost"/>
              <a:ea typeface="Jost"/>
              <a:cs typeface="Jost"/>
              <a:sym typeface="Jost"/>
            </a:endParaRPr>
          </a:p>
        </p:txBody>
      </p:sp>
      <p:cxnSp>
        <p:nvCxnSpPr>
          <p:cNvPr id="983" name="Google Shape;983;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c560e50ae7_0_79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0" name="Google Shape;990;g2c560e50ae7_0_79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cxnSp>
        <p:nvCxnSpPr>
          <p:cNvPr id="991" name="Google Shape;991;g2c560e50ae7_0_790"/>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992" name="Google Shape;992;g2c560e50ae7_0_790"/>
          <p:cNvGrpSpPr/>
          <p:nvPr/>
        </p:nvGrpSpPr>
        <p:grpSpPr>
          <a:xfrm>
            <a:off x="3024000" y="209875"/>
            <a:ext cx="3096000" cy="454800"/>
            <a:chOff x="3024000" y="209875"/>
            <a:chExt cx="3096000" cy="454800"/>
          </a:xfrm>
        </p:grpSpPr>
        <p:sp>
          <p:nvSpPr>
            <p:cNvPr id="993" name="Google Shape;993;g2c560e50ae7_0_79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c560e50ae7_0_79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5" name="Google Shape;995;g2c560e50ae7_0_79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6" name="Google Shape;996;g2c560e50ae7_0_790"/>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7" name="Google Shape;997;g2c560e50ae7_0_790"/>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8" name="Google Shape;998;g2c560e50ae7_0_79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9" name="Google Shape;999;g2c560e50ae7_0_790"/>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0" name="Google Shape;1000;g2c560e50ae7_0_790"/>
          <p:cNvSpPr txBox="1"/>
          <p:nvPr/>
        </p:nvSpPr>
        <p:spPr>
          <a:xfrm>
            <a:off x="2570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u</a:t>
            </a:r>
            <a:endParaRPr sz="8000" b="0" i="0" u="none" strike="noStrike" cap="none">
              <a:solidFill>
                <a:srgbClr val="ED1C24"/>
              </a:solidFill>
              <a:latin typeface="Jost"/>
              <a:ea typeface="Jost"/>
              <a:cs typeface="Jost"/>
              <a:sym typeface="Jost"/>
            </a:endParaRPr>
          </a:p>
        </p:txBody>
      </p:sp>
      <p:sp>
        <p:nvSpPr>
          <p:cNvPr id="1001" name="Google Shape;1001;g2c560e50ae7_0_790"/>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ff</a:t>
            </a:r>
            <a:endParaRPr sz="8000" b="0" i="0" u="none" strike="noStrike" cap="none">
              <a:solidFill>
                <a:srgbClr val="FFD400"/>
              </a:solidFill>
              <a:latin typeface="Jost"/>
              <a:ea typeface="Jost"/>
              <a:cs typeface="Jost"/>
              <a:sym typeface="Jost"/>
            </a:endParaRPr>
          </a:p>
        </p:txBody>
      </p:sp>
      <p:sp>
        <p:nvSpPr>
          <p:cNvPr id="1002" name="Google Shape;1002;g2c560e50ae7_0_790"/>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1003" name="Google Shape;1003;g2c560e50ae7_0_790"/>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ED1C24"/>
              </a:solidFill>
              <a:latin typeface="Jost"/>
              <a:ea typeface="Jost"/>
              <a:cs typeface="Jost"/>
              <a:sym typeface="Jost"/>
            </a:endParaRPr>
          </a:p>
        </p:txBody>
      </p:sp>
      <p:sp>
        <p:nvSpPr>
          <p:cNvPr id="1004" name="Google Shape;1004;g2c560e50ae7_0_790"/>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h</a:t>
            </a:r>
            <a:endParaRPr sz="8000" b="0" i="0" u="none" strike="noStrike" cap="none">
              <a:solidFill>
                <a:srgbClr val="2356AF"/>
              </a:solidFill>
              <a:latin typeface="Jost"/>
              <a:ea typeface="Jost"/>
              <a:cs typeface="Jost"/>
              <a:sym typeface="Jost"/>
            </a:endParaRPr>
          </a:p>
        </p:txBody>
      </p:sp>
      <p:cxnSp>
        <p:nvCxnSpPr>
          <p:cNvPr id="1005" name="Google Shape;1005;g2c560e50ae7_0_790"/>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06" name="Google Shape;1006;g2c560e50ae7_0_790"/>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puff huff off</a:t>
            </a:r>
            <a:endParaRPr sz="1800" b="0" i="0" u="none" strike="noStrike" cap="none">
              <a:solidFill>
                <a:srgbClr val="B7B7B7"/>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‘3 Little Pigs Song'.</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ff</a:t>
            </a:r>
            <a:r>
              <a:rPr lang="en-US"/>
              <a:t>’ in a variety of sizes and media, for example using chalk to draw on the ground.</a:t>
            </a:r>
            <a:endParaRPr/>
          </a:p>
        </p:txBody>
      </p:sp>
      <p:pic>
        <p:nvPicPr>
          <p:cNvPr id="1013" name="Google Shape;1013;g2c186218c5a_0_118"/>
          <p:cNvPicPr preferRelativeResize="0"/>
          <p:nvPr/>
        </p:nvPicPr>
        <p:blipFill rotWithShape="1">
          <a:blip r:embed="rId3">
            <a:alphaModFix/>
          </a:blip>
          <a:srcRect/>
          <a:stretch/>
        </p:blipFill>
        <p:spPr>
          <a:xfrm rot="-550437">
            <a:off x="1040602" y="2729108"/>
            <a:ext cx="1283620" cy="1399789"/>
          </a:xfrm>
          <a:prstGeom prst="rect">
            <a:avLst/>
          </a:prstGeom>
          <a:noFill/>
          <a:ln>
            <a:noFill/>
          </a:ln>
        </p:spPr>
      </p:pic>
      <p:sp>
        <p:nvSpPr>
          <p:cNvPr id="1014" name="Google Shape;1014;g2c186218c5a_0_118"/>
          <p:cNvSpPr txBox="1"/>
          <p:nvPr/>
        </p:nvSpPr>
        <p:spPr>
          <a:xfrm rot="361904">
            <a:off x="1972607" y="2209457"/>
            <a:ext cx="1741541"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Finger Paint"/>
                <a:ea typeface="Finger Paint"/>
                <a:cs typeface="Finger Paint"/>
                <a:sym typeface="Finger Paint"/>
              </a:rPr>
              <a:t>ff</a:t>
            </a:r>
            <a:endParaRPr sz="8000" b="0" i="0" u="none" strike="noStrike" cap="none">
              <a:solidFill>
                <a:srgbClr val="FFD400"/>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448</Words>
  <Application>Microsoft Office PowerPoint</Application>
  <PresentationFormat>On-screen Show (4:3)</PresentationFormat>
  <Paragraphs>158</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Jost</vt:lpstr>
      <vt:lpstr>Nunito Black</vt:lpstr>
      <vt:lpstr>Arial</vt:lpstr>
      <vt:lpstr>Finger Paint</vt:lpstr>
      <vt:lpstr>Poppins SemiBold</vt:lpstr>
      <vt:lpstr>Calibri</vt:lpstr>
      <vt:lpstr>Mulish</vt:lpstr>
      <vt:lpstr>Poppins</vt:lpstr>
      <vt:lpstr>Poppins Medium</vt:lpstr>
      <vt:lpstr>Office Theme</vt:lpstr>
      <vt:lpstr>PowerPoint Presentation</vt:lpstr>
      <vt:lpstr>PowerPoint Presentation</vt:lpstr>
      <vt:lpstr>Recall s a t p i n m d g o c k ck e u r h b f using flashcards.</vt:lpstr>
      <vt:lpstr>Review Phase 2 Common Exception Words  as I is no go to into the put.</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2026-04-28T01:00:07Z</dcterms:modified>
</cp:coreProperties>
</file>