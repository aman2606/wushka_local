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Finger Paint" panose="020B0604020202020204" charset="0"/>
      <p:regular r:id="rId23"/>
    </p:embeddedFont>
    <p:embeddedFont>
      <p:font typeface="Jost" panose="020B0604020202020204" charset="0"/>
      <p:regular r:id="rId24"/>
      <p:bold r:id="rId25"/>
      <p:italic r:id="rId26"/>
      <p:boldItalic r:id="rId27"/>
    </p:embeddedFont>
    <p:embeddedFont>
      <p:font typeface="Mulish"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WQ7VjFpvAWQnCno1I6+HZfJ//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6C20C77-11F8-40C2-8757-69B7BC2CF0B0}">
  <a:tblStyle styleId="{56C20C77-11F8-40C2-8757-69B7BC2CF0B0}"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font" Target="fonts/font20.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45" Type="http://schemas.openxmlformats.org/officeDocument/2006/relationships/font" Target="fonts/font23.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openxmlformats.org/officeDocument/2006/relationships/font" Target="fonts/font22.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font" Target="fonts/font21.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9.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9" name="Google Shape;71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0" name="Google Shape;72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2d9e2177980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7" name="Google Shape;737;g2d9e217798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8" name="Google Shape;738;g2d9e217798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 name="Google Shape;746;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7" name="Google Shape;747;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5" name="Google Shape;755;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6" name="Google Shape;756;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4" name="Google Shape;76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3" name="Google Shape;773;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4" name="Google Shape;774;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2" name="Google Shape;78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3" name="Google Shape;78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0" name="Google Shape;790;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1" name="Google Shape;791;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2c30d3c032f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0" name="Google Shape;820;g2c30d3c032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1" name="Google Shape;821;g2c30d3c032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2c30d3c032f_0_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0" name="Google Shape;850;g2c30d3c032f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g2c30d3c032f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26c2b3f7dcb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g26c2b3f7dcb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7" name="Google Shape;947;g26c2b3f7dcb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'k'</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3 - Thursday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14</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6b641b03cd_0_260"/>
          <p:cNvGrpSpPr/>
          <p:nvPr/>
        </p:nvGrpSpPr>
        <p:grpSpPr>
          <a:xfrm>
            <a:off x="8199150" y="5983875"/>
            <a:ext cx="586800" cy="571500"/>
            <a:chOff x="7894350" y="6212475"/>
            <a:chExt cx="586800" cy="571500"/>
          </a:xfrm>
        </p:grpSpPr>
        <p:sp>
          <p:nvSpPr>
            <p:cNvPr id="137" name="Google Shape;13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0" name="Google Shape;14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2"/>
        <p:cNvGrpSpPr/>
        <p:nvPr/>
      </p:nvGrpSpPr>
      <p:grpSpPr>
        <a:xfrm>
          <a:off x="0" y="0"/>
          <a:ext cx="0" cy="0"/>
          <a:chOff x="0" y="0"/>
          <a:chExt cx="0" cy="0"/>
        </a:xfrm>
      </p:grpSpPr>
      <p:sp>
        <p:nvSpPr>
          <p:cNvPr id="193" name="Google Shape;193;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4" name="Google Shape;194;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09" name="Google Shape;209;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0" name="Google Shape;210;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11" name="Google Shape;211;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3" name="Google Shape;213;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4" name="Google Shape;214;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5" name="Google Shape;215;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6" name="Google Shape;216;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7" name="Google Shape;217;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8" name="Google Shape;218;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9" name="Google Shape;219;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0" name="Google Shape;220;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1" name="Google Shape;221;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2" name="Google Shape;222;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3" name="Google Shape;223;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4"/>
        <p:cNvGrpSpPr/>
        <p:nvPr/>
      </p:nvGrpSpPr>
      <p:grpSpPr>
        <a:xfrm>
          <a:off x="0" y="0"/>
          <a:ext cx="0" cy="0"/>
          <a:chOff x="0" y="0"/>
          <a:chExt cx="0" cy="0"/>
        </a:xfrm>
      </p:grpSpPr>
      <p:sp>
        <p:nvSpPr>
          <p:cNvPr id="225" name="Google Shape;225;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8" name="Google Shape;228;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31" name="Google Shape;231;g1f3daf8a844_0_32"/>
          <p:cNvGrpSpPr/>
          <p:nvPr/>
        </p:nvGrpSpPr>
        <p:grpSpPr>
          <a:xfrm>
            <a:off x="662575" y="6212475"/>
            <a:ext cx="586800" cy="571500"/>
            <a:chOff x="662575" y="6212475"/>
            <a:chExt cx="586800" cy="571500"/>
          </a:xfrm>
        </p:grpSpPr>
        <p:sp>
          <p:nvSpPr>
            <p:cNvPr id="232" name="Google Shape;23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5" name="Google Shape;235;g1f3daf8a844_0_32"/>
          <p:cNvGrpSpPr/>
          <p:nvPr/>
        </p:nvGrpSpPr>
        <p:grpSpPr>
          <a:xfrm>
            <a:off x="7894350" y="6212475"/>
            <a:ext cx="586800" cy="571500"/>
            <a:chOff x="7894350" y="6212475"/>
            <a:chExt cx="586800" cy="571500"/>
          </a:xfrm>
        </p:grpSpPr>
        <p:sp>
          <p:nvSpPr>
            <p:cNvPr id="236" name="Google Shape;23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9" name="Google Shape;239;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1" name="Google Shape;241;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2" name="Google Shape;242;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3" name="Google Shape;243;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4" name="Google Shape;24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5" name="Google Shape;24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6" name="Google Shape;24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7" name="Google Shape;24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8" name="Google Shape;24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9" name="Google Shape;24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1" name="Google Shape;25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2" name="Google Shape;25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3" name="Google Shape;253;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4"/>
        <p:cNvGrpSpPr/>
        <p:nvPr/>
      </p:nvGrpSpPr>
      <p:grpSpPr>
        <a:xfrm>
          <a:off x="0" y="0"/>
          <a:ext cx="0" cy="0"/>
          <a:chOff x="0" y="0"/>
          <a:chExt cx="0" cy="0"/>
        </a:xfrm>
      </p:grpSpPr>
      <p:sp>
        <p:nvSpPr>
          <p:cNvPr id="255" name="Google Shape;255;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8" name="Google Shape;258;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1" name="Google Shape;261;g2c157a2fb06_0_53"/>
          <p:cNvGrpSpPr/>
          <p:nvPr/>
        </p:nvGrpSpPr>
        <p:grpSpPr>
          <a:xfrm>
            <a:off x="662575" y="6212475"/>
            <a:ext cx="586800" cy="571500"/>
            <a:chOff x="662575" y="6212475"/>
            <a:chExt cx="586800" cy="571500"/>
          </a:xfrm>
        </p:grpSpPr>
        <p:sp>
          <p:nvSpPr>
            <p:cNvPr id="262" name="Google Shape;26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5" name="Google Shape;265;g2c157a2fb06_0_53"/>
          <p:cNvGrpSpPr/>
          <p:nvPr/>
        </p:nvGrpSpPr>
        <p:grpSpPr>
          <a:xfrm>
            <a:off x="7894350" y="6212475"/>
            <a:ext cx="586800" cy="571500"/>
            <a:chOff x="7894350" y="6212475"/>
            <a:chExt cx="586800" cy="571500"/>
          </a:xfrm>
        </p:grpSpPr>
        <p:sp>
          <p:nvSpPr>
            <p:cNvPr id="266" name="Google Shape;26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9" name="Google Shape;269;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70" name="Google Shape;27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1" name="Google Shape;271;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4" name="Google Shape;27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5" name="Google Shape;27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6" name="Google Shape;276;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0" name="Google Shape;280;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 name="Google Shape;283;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 name="Google Shape;284;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5" name="Google Shape;285;g2c157a2fb06_0_53"/>
          <p:cNvGrpSpPr/>
          <p:nvPr/>
        </p:nvGrpSpPr>
        <p:grpSpPr>
          <a:xfrm>
            <a:off x="1403031" y="6958923"/>
            <a:ext cx="6774848" cy="1291477"/>
            <a:chOff x="717231" y="7263723"/>
            <a:chExt cx="6774848" cy="1291477"/>
          </a:xfrm>
        </p:grpSpPr>
        <p:sp>
          <p:nvSpPr>
            <p:cNvPr id="286" name="Google Shape;286;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2" name="Google Shape;292;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3" name="Google Shape;293;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4" name="Google Shape;294;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7" name="Google Shape;297;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8" name="Google Shape;298;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9"/>
        <p:cNvGrpSpPr/>
        <p:nvPr/>
      </p:nvGrpSpPr>
      <p:grpSpPr>
        <a:xfrm>
          <a:off x="0" y="0"/>
          <a:ext cx="0" cy="0"/>
          <a:chOff x="0" y="0"/>
          <a:chExt cx="0" cy="0"/>
        </a:xfrm>
      </p:grpSpPr>
      <p:pic>
        <p:nvPicPr>
          <p:cNvPr id="300" name="Google Shape;300;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1" name="Google Shape;301;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6" name="Google Shape;30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7" name="Google Shape;307;g2c157a2fb06_0_158"/>
          <p:cNvGrpSpPr/>
          <p:nvPr/>
        </p:nvGrpSpPr>
        <p:grpSpPr>
          <a:xfrm>
            <a:off x="662575" y="6212475"/>
            <a:ext cx="586800" cy="571500"/>
            <a:chOff x="662575" y="6212475"/>
            <a:chExt cx="586800" cy="571500"/>
          </a:xfrm>
        </p:grpSpPr>
        <p:sp>
          <p:nvSpPr>
            <p:cNvPr id="308" name="Google Shape;30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1" name="Google Shape;311;g2c157a2fb06_0_158"/>
          <p:cNvGrpSpPr/>
          <p:nvPr/>
        </p:nvGrpSpPr>
        <p:grpSpPr>
          <a:xfrm>
            <a:off x="7894350" y="6212475"/>
            <a:ext cx="586800" cy="571500"/>
            <a:chOff x="7894350" y="6212475"/>
            <a:chExt cx="586800" cy="571500"/>
          </a:xfrm>
        </p:grpSpPr>
        <p:sp>
          <p:nvSpPr>
            <p:cNvPr id="312" name="Google Shape;31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5" name="Google Shape;315;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16" name="Google Shape;31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7" name="Google Shape;317;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18" name="Google Shape;318;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9" name="Google Shape;319;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0" name="Google Shape;320;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21" name="Google Shape;321;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2" name="Google Shape;322;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5" name="Google Shape;325;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6" name="Google Shape;326;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7" name="Google Shape;327;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8"/>
        <p:cNvGrpSpPr/>
        <p:nvPr/>
      </p:nvGrpSpPr>
      <p:grpSpPr>
        <a:xfrm>
          <a:off x="0" y="0"/>
          <a:ext cx="0" cy="0"/>
          <a:chOff x="0" y="0"/>
          <a:chExt cx="0" cy="0"/>
        </a:xfrm>
      </p:grpSpPr>
      <p:sp>
        <p:nvSpPr>
          <p:cNvPr id="329" name="Google Shape;329;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5" name="Google Shape;335;g2c157a2fb06_0_263"/>
          <p:cNvGrpSpPr/>
          <p:nvPr/>
        </p:nvGrpSpPr>
        <p:grpSpPr>
          <a:xfrm>
            <a:off x="662575" y="6212475"/>
            <a:ext cx="586800" cy="571500"/>
            <a:chOff x="662575" y="6212475"/>
            <a:chExt cx="586800" cy="571500"/>
          </a:xfrm>
        </p:grpSpPr>
        <p:sp>
          <p:nvSpPr>
            <p:cNvPr id="336" name="Google Shape;33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9" name="Google Shape;339;g2c157a2fb06_0_263"/>
          <p:cNvGrpSpPr/>
          <p:nvPr/>
        </p:nvGrpSpPr>
        <p:grpSpPr>
          <a:xfrm>
            <a:off x="7894350" y="6212475"/>
            <a:ext cx="586800" cy="571500"/>
            <a:chOff x="7894350" y="6212475"/>
            <a:chExt cx="586800" cy="571500"/>
          </a:xfrm>
        </p:grpSpPr>
        <p:sp>
          <p:nvSpPr>
            <p:cNvPr id="340" name="Google Shape;34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3" name="Google Shape;343;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5" name="Google Shape;345;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6" name="Google Shape;346;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7" name="Google Shape;347;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8" name="Google Shape;348;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9" name="Google Shape;349;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50" name="Google Shape;350;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4" name="Google Shape;354;g2c157a2fb06_0_263"/>
          <p:cNvSpPr>
            <a:spLocks noGrp="1"/>
          </p:cNvSpPr>
          <p:nvPr>
            <p:ph type="pic" idx="8"/>
          </p:nvPr>
        </p:nvSpPr>
        <p:spPr>
          <a:xfrm>
            <a:off x="5086375" y="4412425"/>
            <a:ext cx="2668800" cy="1291500"/>
          </a:xfrm>
          <a:prstGeom prst="rect">
            <a:avLst/>
          </a:prstGeom>
          <a:noFill/>
          <a:ln>
            <a:noFill/>
          </a:ln>
        </p:spPr>
      </p:sp>
      <p:sp>
        <p:nvSpPr>
          <p:cNvPr id="355" name="Google Shape;355;g2c157a2fb06_0_263"/>
          <p:cNvSpPr>
            <a:spLocks noGrp="1"/>
          </p:cNvSpPr>
          <p:nvPr>
            <p:ph type="pic" idx="9"/>
          </p:nvPr>
        </p:nvSpPr>
        <p:spPr>
          <a:xfrm>
            <a:off x="5086375" y="797675"/>
            <a:ext cx="2668800" cy="1291500"/>
          </a:xfrm>
          <a:prstGeom prst="rect">
            <a:avLst/>
          </a:prstGeom>
          <a:noFill/>
          <a:ln>
            <a:noFill/>
          </a:ln>
        </p:spPr>
      </p:sp>
      <p:sp>
        <p:nvSpPr>
          <p:cNvPr id="356" name="Google Shape;356;g2c157a2fb06_0_263"/>
          <p:cNvSpPr>
            <a:spLocks noGrp="1"/>
          </p:cNvSpPr>
          <p:nvPr>
            <p:ph type="pic" idx="13"/>
          </p:nvPr>
        </p:nvSpPr>
        <p:spPr>
          <a:xfrm>
            <a:off x="5086375" y="2002592"/>
            <a:ext cx="2668800" cy="1291500"/>
          </a:xfrm>
          <a:prstGeom prst="rect">
            <a:avLst/>
          </a:prstGeom>
          <a:noFill/>
          <a:ln>
            <a:noFill/>
          </a:ln>
        </p:spPr>
      </p:sp>
      <p:sp>
        <p:nvSpPr>
          <p:cNvPr id="357" name="Google Shape;357;g2c157a2fb06_0_263"/>
          <p:cNvSpPr>
            <a:spLocks noGrp="1"/>
          </p:cNvSpPr>
          <p:nvPr>
            <p:ph type="pic" idx="14"/>
          </p:nvPr>
        </p:nvSpPr>
        <p:spPr>
          <a:xfrm>
            <a:off x="5086375" y="3207508"/>
            <a:ext cx="2668800" cy="1291500"/>
          </a:xfrm>
          <a:prstGeom prst="rect">
            <a:avLst/>
          </a:prstGeom>
          <a:noFill/>
          <a:ln>
            <a:noFill/>
          </a:ln>
        </p:spPr>
      </p:sp>
      <p:sp>
        <p:nvSpPr>
          <p:cNvPr id="358" name="Google Shape;35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9" name="Google Shape;35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0"/>
        <p:cNvGrpSpPr/>
        <p:nvPr/>
      </p:nvGrpSpPr>
      <p:grpSpPr>
        <a:xfrm>
          <a:off x="0" y="0"/>
          <a:ext cx="0" cy="0"/>
          <a:chOff x="0" y="0"/>
          <a:chExt cx="0" cy="0"/>
        </a:xfrm>
      </p:grpSpPr>
      <p:cxnSp>
        <p:nvCxnSpPr>
          <p:cNvPr id="361" name="Google Shape;361;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3" name="Google Shape;363;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7" name="Google Shape;367;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70" name="Google Shape;370;g2c157a2fb06_0_467"/>
          <p:cNvGrpSpPr/>
          <p:nvPr/>
        </p:nvGrpSpPr>
        <p:grpSpPr>
          <a:xfrm>
            <a:off x="662575" y="6212475"/>
            <a:ext cx="586800" cy="571500"/>
            <a:chOff x="662575" y="6212475"/>
            <a:chExt cx="586800" cy="571500"/>
          </a:xfrm>
        </p:grpSpPr>
        <p:sp>
          <p:nvSpPr>
            <p:cNvPr id="371" name="Google Shape;371;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467"/>
          <p:cNvGrpSpPr/>
          <p:nvPr/>
        </p:nvGrpSpPr>
        <p:grpSpPr>
          <a:xfrm>
            <a:off x="7894350" y="6212475"/>
            <a:ext cx="586800" cy="571500"/>
            <a:chOff x="7894350" y="6212475"/>
            <a:chExt cx="586800" cy="571500"/>
          </a:xfrm>
        </p:grpSpPr>
        <p:sp>
          <p:nvSpPr>
            <p:cNvPr id="375" name="Google Shape;375;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8" name="Google Shape;378;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0" name="Google Shape;380;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81" name="Google Shape;38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2" name="Google Shape;38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3" name="Google Shape;38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4" name="Google Shape;38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5" name="Google Shape;38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6" name="Google Shape;38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6" name="Google Shape;396;g2c157a2fb06_0_629"/>
          <p:cNvGrpSpPr/>
          <p:nvPr/>
        </p:nvGrpSpPr>
        <p:grpSpPr>
          <a:xfrm>
            <a:off x="662575" y="6212475"/>
            <a:ext cx="586800" cy="571500"/>
            <a:chOff x="662575" y="6212475"/>
            <a:chExt cx="586800" cy="571500"/>
          </a:xfrm>
        </p:grpSpPr>
        <p:sp>
          <p:nvSpPr>
            <p:cNvPr id="397" name="Google Shape;397;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629"/>
          <p:cNvGrpSpPr/>
          <p:nvPr/>
        </p:nvGrpSpPr>
        <p:grpSpPr>
          <a:xfrm>
            <a:off x="7894350" y="6212475"/>
            <a:ext cx="586800" cy="571500"/>
            <a:chOff x="7894350" y="6212475"/>
            <a:chExt cx="586800" cy="571500"/>
          </a:xfrm>
        </p:grpSpPr>
        <p:sp>
          <p:nvSpPr>
            <p:cNvPr id="401" name="Google Shape;401;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5" name="Google Shape;40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6" name="Google Shape;406;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07" name="Google Shape;40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8" name="Google Shape;40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9" name="Google Shape;40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0" name="Google Shape;41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11" name="Google Shape;41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3" name="Google Shape;41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4"/>
        <p:cNvGrpSpPr/>
        <p:nvPr/>
      </p:nvGrpSpPr>
      <p:grpSpPr>
        <a:xfrm>
          <a:off x="0" y="0"/>
          <a:ext cx="0" cy="0"/>
          <a:chOff x="0" y="0"/>
          <a:chExt cx="0" cy="0"/>
        </a:xfrm>
      </p:grpSpPr>
      <p:cxnSp>
        <p:nvCxnSpPr>
          <p:cNvPr id="415" name="Google Shape;415;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5" name="Google Shape;425;g2c157a2fb06_0_798"/>
          <p:cNvGrpSpPr/>
          <p:nvPr/>
        </p:nvGrpSpPr>
        <p:grpSpPr>
          <a:xfrm>
            <a:off x="662575" y="6212475"/>
            <a:ext cx="586800" cy="571500"/>
            <a:chOff x="662575" y="6212475"/>
            <a:chExt cx="586800" cy="571500"/>
          </a:xfrm>
        </p:grpSpPr>
        <p:sp>
          <p:nvSpPr>
            <p:cNvPr id="426" name="Google Shape;42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9" name="Google Shape;429;g2c157a2fb06_0_798"/>
          <p:cNvGrpSpPr/>
          <p:nvPr/>
        </p:nvGrpSpPr>
        <p:grpSpPr>
          <a:xfrm>
            <a:off x="7894350" y="6212475"/>
            <a:ext cx="586800" cy="571500"/>
            <a:chOff x="7894350" y="6212475"/>
            <a:chExt cx="586800" cy="571500"/>
          </a:xfrm>
        </p:grpSpPr>
        <p:sp>
          <p:nvSpPr>
            <p:cNvPr id="430" name="Google Shape;43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3" name="Google Shape;433;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5" name="Google Shape;435;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9" name="Google Shape;43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40" name="Google Shape;44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1" name="Google Shape;44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2"/>
        <p:cNvGrpSpPr/>
        <p:nvPr/>
      </p:nvGrpSpPr>
      <p:grpSpPr>
        <a:xfrm>
          <a:off x="0" y="0"/>
          <a:ext cx="0" cy="0"/>
          <a:chOff x="0" y="0"/>
          <a:chExt cx="0" cy="0"/>
        </a:xfrm>
      </p:grpSpPr>
      <p:cxnSp>
        <p:nvCxnSpPr>
          <p:cNvPr id="443" name="Google Shape;44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4" name="Google Shape;44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5" name="Google Shape;44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6" name="Google Shape;44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7" name="Google Shape;447;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0" name="Google Shape;450;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3" name="Google Shape;453;g2c157a2fb06_0_825"/>
          <p:cNvGrpSpPr/>
          <p:nvPr/>
        </p:nvGrpSpPr>
        <p:grpSpPr>
          <a:xfrm>
            <a:off x="662575" y="6212475"/>
            <a:ext cx="586800" cy="571500"/>
            <a:chOff x="662575" y="6212475"/>
            <a:chExt cx="586800" cy="571500"/>
          </a:xfrm>
        </p:grpSpPr>
        <p:sp>
          <p:nvSpPr>
            <p:cNvPr id="454" name="Google Shape;45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7" name="Google Shape;457;g2c157a2fb06_0_825"/>
          <p:cNvGrpSpPr/>
          <p:nvPr/>
        </p:nvGrpSpPr>
        <p:grpSpPr>
          <a:xfrm>
            <a:off x="7894350" y="6212475"/>
            <a:ext cx="586800" cy="571500"/>
            <a:chOff x="7894350" y="6212475"/>
            <a:chExt cx="586800" cy="571500"/>
          </a:xfrm>
        </p:grpSpPr>
        <p:sp>
          <p:nvSpPr>
            <p:cNvPr id="458" name="Google Shape;45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1" name="Google Shape;461;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3" name="Google Shape;463;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7" name="Google Shape;467;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8" name="Google Shape;468;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9" name="Google Shape;469;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70"/>
        <p:cNvGrpSpPr/>
        <p:nvPr/>
      </p:nvGrpSpPr>
      <p:grpSpPr>
        <a:xfrm>
          <a:off x="0" y="0"/>
          <a:ext cx="0" cy="0"/>
          <a:chOff x="0" y="0"/>
          <a:chExt cx="0" cy="0"/>
        </a:xfrm>
      </p:grpSpPr>
      <p:sp>
        <p:nvSpPr>
          <p:cNvPr id="471" name="Google Shape;47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7" name="Google Shape;477;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0" name="Google Shape;480;g2c157a2fb06_0_700"/>
          <p:cNvGrpSpPr/>
          <p:nvPr/>
        </p:nvGrpSpPr>
        <p:grpSpPr>
          <a:xfrm>
            <a:off x="662575" y="6212475"/>
            <a:ext cx="586800" cy="571500"/>
            <a:chOff x="662575" y="6212475"/>
            <a:chExt cx="586800" cy="571500"/>
          </a:xfrm>
        </p:grpSpPr>
        <p:sp>
          <p:nvSpPr>
            <p:cNvPr id="481" name="Google Shape;481;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4" name="Google Shape;484;g2c157a2fb06_0_700"/>
          <p:cNvGrpSpPr/>
          <p:nvPr/>
        </p:nvGrpSpPr>
        <p:grpSpPr>
          <a:xfrm>
            <a:off x="7894350" y="6212475"/>
            <a:ext cx="586800" cy="571500"/>
            <a:chOff x="7894350" y="6212475"/>
            <a:chExt cx="586800" cy="571500"/>
          </a:xfrm>
        </p:grpSpPr>
        <p:sp>
          <p:nvSpPr>
            <p:cNvPr id="485" name="Google Shape;485;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8" name="Google Shape;488;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0" name="Google Shape;490;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2" name="Google Shape;492;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3" name="Google Shape;493;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4" name="Google Shape;494;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5" name="Google Shape;495;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8" name="Google Shape;498;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8" name="Google Shape;508;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9" name="Google Shape;509;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10"/>
        <p:cNvGrpSpPr/>
        <p:nvPr/>
      </p:nvGrpSpPr>
      <p:grpSpPr>
        <a:xfrm>
          <a:off x="0" y="0"/>
          <a:ext cx="0" cy="0"/>
          <a:chOff x="0" y="0"/>
          <a:chExt cx="0" cy="0"/>
        </a:xfrm>
      </p:grpSpPr>
      <p:sp>
        <p:nvSpPr>
          <p:cNvPr id="511" name="Google Shape;511;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7" name="Google Shape;517;g2c157a2fb06_0_932"/>
          <p:cNvGrpSpPr/>
          <p:nvPr/>
        </p:nvGrpSpPr>
        <p:grpSpPr>
          <a:xfrm>
            <a:off x="662575" y="6212475"/>
            <a:ext cx="586800" cy="571500"/>
            <a:chOff x="662575" y="6212475"/>
            <a:chExt cx="586800" cy="571500"/>
          </a:xfrm>
        </p:grpSpPr>
        <p:sp>
          <p:nvSpPr>
            <p:cNvPr id="518" name="Google Shape;51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1" name="Google Shape;521;g2c157a2fb06_0_932"/>
          <p:cNvGrpSpPr/>
          <p:nvPr/>
        </p:nvGrpSpPr>
        <p:grpSpPr>
          <a:xfrm>
            <a:off x="7894350" y="6212475"/>
            <a:ext cx="586800" cy="571500"/>
            <a:chOff x="7894350" y="6212475"/>
            <a:chExt cx="586800" cy="571500"/>
          </a:xfrm>
        </p:grpSpPr>
        <p:sp>
          <p:nvSpPr>
            <p:cNvPr id="522" name="Google Shape;52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5" name="Google Shape;525;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26" name="Google Shape;52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8" name="Google Shape;528;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9" name="Google Shape;529;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0" name="Google Shape;53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31" name="Google Shape;53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9" name="Google Shape;53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0" name="Google Shape;54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1" name="Google Shape;541;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50"/>
        <p:cNvGrpSpPr/>
        <p:nvPr/>
      </p:nvGrpSpPr>
      <p:grpSpPr>
        <a:xfrm>
          <a:off x="0" y="0"/>
          <a:ext cx="0" cy="0"/>
          <a:chOff x="0" y="0"/>
          <a:chExt cx="0" cy="0"/>
        </a:xfrm>
      </p:grpSpPr>
      <p:cxnSp>
        <p:nvCxnSpPr>
          <p:cNvPr id="551" name="Google Shape;55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2" name="Google Shape;55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3" name="Google Shape;55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5" name="Google Shape;565;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8" name="Google Shape;568;g2c157a2fb06_0_1045"/>
          <p:cNvGrpSpPr/>
          <p:nvPr/>
        </p:nvGrpSpPr>
        <p:grpSpPr>
          <a:xfrm>
            <a:off x="662575" y="6212475"/>
            <a:ext cx="586800" cy="571500"/>
            <a:chOff x="662575" y="6212475"/>
            <a:chExt cx="586800" cy="571500"/>
          </a:xfrm>
        </p:grpSpPr>
        <p:sp>
          <p:nvSpPr>
            <p:cNvPr id="569" name="Google Shape;569;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045"/>
          <p:cNvGrpSpPr/>
          <p:nvPr/>
        </p:nvGrpSpPr>
        <p:grpSpPr>
          <a:xfrm>
            <a:off x="7894350" y="6212475"/>
            <a:ext cx="586800" cy="571500"/>
            <a:chOff x="7894350" y="6212475"/>
            <a:chExt cx="586800" cy="571500"/>
          </a:xfrm>
        </p:grpSpPr>
        <p:sp>
          <p:nvSpPr>
            <p:cNvPr id="573" name="Google Shape;573;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2" name="Google Shape;58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3" name="Google Shape;583;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5" name="Google Shape;58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6" name="Google Shape;58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7"/>
        <p:cNvGrpSpPr/>
        <p:nvPr/>
      </p:nvGrpSpPr>
      <p:grpSpPr>
        <a:xfrm>
          <a:off x="0" y="0"/>
          <a:ext cx="0" cy="0"/>
          <a:chOff x="0" y="0"/>
          <a:chExt cx="0" cy="0"/>
        </a:xfrm>
      </p:grpSpPr>
      <p:sp>
        <p:nvSpPr>
          <p:cNvPr id="588" name="Google Shape;588;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1" name="Google Shape;591;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4" name="Google Shape;594;g2c157a2fb06_0_1110"/>
          <p:cNvGrpSpPr/>
          <p:nvPr/>
        </p:nvGrpSpPr>
        <p:grpSpPr>
          <a:xfrm>
            <a:off x="662575" y="6212475"/>
            <a:ext cx="586800" cy="571500"/>
            <a:chOff x="662575" y="6212475"/>
            <a:chExt cx="586800" cy="571500"/>
          </a:xfrm>
        </p:grpSpPr>
        <p:sp>
          <p:nvSpPr>
            <p:cNvPr id="595" name="Google Shape;59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7894350" y="6212475"/>
            <a:ext cx="586800" cy="571500"/>
            <a:chOff x="7894350" y="6212475"/>
            <a:chExt cx="586800" cy="571500"/>
          </a:xfrm>
        </p:grpSpPr>
        <p:sp>
          <p:nvSpPr>
            <p:cNvPr id="599" name="Google Shape;59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4" name="Google Shape;604;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5" name="Google Shape;605;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8" name="Google Shape;608;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9" name="Google Shape;609;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3" name="Google Shape;613;g2c157a2fb06_0_1110"/>
          <p:cNvGrpSpPr/>
          <p:nvPr/>
        </p:nvGrpSpPr>
        <p:grpSpPr>
          <a:xfrm>
            <a:off x="5806200" y="1807463"/>
            <a:ext cx="756300" cy="146700"/>
            <a:chOff x="5806200" y="1807463"/>
            <a:chExt cx="756300" cy="146700"/>
          </a:xfrm>
        </p:grpSpPr>
        <p:sp>
          <p:nvSpPr>
            <p:cNvPr id="614" name="Google Shape;61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7" name="Google Shape;617;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8" name="Google Shape;618;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9" name="Google Shape;619;g2c157a2fb06_0_1110"/>
          <p:cNvGrpSpPr/>
          <p:nvPr/>
        </p:nvGrpSpPr>
        <p:grpSpPr>
          <a:xfrm>
            <a:off x="5806200" y="2842438"/>
            <a:ext cx="756300" cy="146700"/>
            <a:chOff x="5806200" y="1807463"/>
            <a:chExt cx="756300" cy="146700"/>
          </a:xfrm>
        </p:grpSpPr>
        <p:sp>
          <p:nvSpPr>
            <p:cNvPr id="620" name="Google Shape;62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3" name="Google Shape;623;g2c157a2fb06_0_1110"/>
          <p:cNvGrpSpPr/>
          <p:nvPr/>
        </p:nvGrpSpPr>
        <p:grpSpPr>
          <a:xfrm>
            <a:off x="5806200" y="3877413"/>
            <a:ext cx="756300" cy="146700"/>
            <a:chOff x="5806200" y="1807463"/>
            <a:chExt cx="756300" cy="146700"/>
          </a:xfrm>
        </p:grpSpPr>
        <p:sp>
          <p:nvSpPr>
            <p:cNvPr id="624" name="Google Shape;62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7"/>
        <p:cNvGrpSpPr/>
        <p:nvPr/>
      </p:nvGrpSpPr>
      <p:grpSpPr>
        <a:xfrm>
          <a:off x="0" y="0"/>
          <a:ext cx="0" cy="0"/>
          <a:chOff x="0" y="0"/>
          <a:chExt cx="0" cy="0"/>
        </a:xfrm>
      </p:grpSpPr>
      <p:sp>
        <p:nvSpPr>
          <p:cNvPr id="628" name="Google Shape;62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2" name="Google Shape;63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0" name="Google Shape;64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1" name="Google Shape;641;p30"/>
          <p:cNvGrpSpPr/>
          <p:nvPr/>
        </p:nvGrpSpPr>
        <p:grpSpPr>
          <a:xfrm>
            <a:off x="6022940" y="5341706"/>
            <a:ext cx="594501" cy="305904"/>
            <a:chOff x="5672081" y="1914352"/>
            <a:chExt cx="792668" cy="305904"/>
          </a:xfrm>
        </p:grpSpPr>
        <p:sp>
          <p:nvSpPr>
            <p:cNvPr id="642" name="Google Shape;64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4" name="Google Shape;64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5" name="Google Shape;64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3" name="Google Shape;65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4" name="Google Shape;65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8" name="Google Shape;66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1" name="Google Shape;67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2" name="Google Shape;67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3"/>
        <p:cNvGrpSpPr/>
        <p:nvPr/>
      </p:nvGrpSpPr>
      <p:grpSpPr>
        <a:xfrm>
          <a:off x="0" y="0"/>
          <a:ext cx="0" cy="0"/>
          <a:chOff x="0" y="0"/>
          <a:chExt cx="0" cy="0"/>
        </a:xfrm>
      </p:grpSpPr>
      <p:sp>
        <p:nvSpPr>
          <p:cNvPr id="674" name="Google Shape;67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5" name="Google Shape;67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6" name="Google Shape;67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7"/>
        <p:cNvGrpSpPr/>
        <p:nvPr/>
      </p:nvGrpSpPr>
      <p:grpSpPr>
        <a:xfrm>
          <a:off x="0" y="0"/>
          <a:ext cx="0" cy="0"/>
          <a:chOff x="0" y="0"/>
          <a:chExt cx="0" cy="0"/>
        </a:xfrm>
      </p:grpSpPr>
      <p:sp>
        <p:nvSpPr>
          <p:cNvPr id="678" name="Google Shape;67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9" name="Google Shape;67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0" name="Google Shape;68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7.png"/><Relationship Id="rId7"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7.xml"/><Relationship Id="rId4" Type="http://schemas.openxmlformats.org/officeDocument/2006/relationships/image" Target="../media/image8.png"/><Relationship Id="rId9" Type="http://schemas.openxmlformats.org/officeDocument/2006/relationships/slide" Target="slide15.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'k'</a:t>
            </a:r>
            <a:endParaRPr/>
          </a:p>
        </p:txBody>
      </p:sp>
      <p:sp>
        <p:nvSpPr>
          <p:cNvPr id="686" name="Google Shape;686;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14</a:t>
            </a:r>
            <a:endParaRPr/>
          </a:p>
        </p:txBody>
      </p:sp>
      <p:pic>
        <p:nvPicPr>
          <p:cNvPr id="689" name="Google Shape;689;p1"/>
          <p:cNvPicPr preferRelativeResize="0"/>
          <p:nvPr/>
        </p:nvPicPr>
        <p:blipFill rotWithShape="1">
          <a:blip r:embed="rId3">
            <a:alphaModFix/>
          </a:blip>
          <a:srcRect/>
          <a:stretch/>
        </p:blipFill>
        <p:spPr>
          <a:xfrm rot="142500">
            <a:off x="4176966" y="4549934"/>
            <a:ext cx="2493520" cy="997851"/>
          </a:xfrm>
          <a:prstGeom prst="rect">
            <a:avLst/>
          </a:prstGeom>
          <a:noFill/>
          <a:ln>
            <a:noFill/>
          </a:ln>
          <a:effectLst>
            <a:outerShdw blurRad="71438" dist="38100" dir="5220000" algn="bl" rotWithShape="0">
              <a:srgbClr val="000000">
                <a:alpha val="21176"/>
              </a:srgbClr>
            </a:outerShdw>
          </a:effectLst>
        </p:spPr>
      </p:pic>
      <p:pic>
        <p:nvPicPr>
          <p:cNvPr id="690" name="Google Shape;690;p1"/>
          <p:cNvPicPr preferRelativeResize="0"/>
          <p:nvPr/>
        </p:nvPicPr>
        <p:blipFill rotWithShape="1">
          <a:blip r:embed="rId4">
            <a:alphaModFix/>
          </a:blip>
          <a:srcRect t="228" b="219"/>
          <a:stretch/>
        </p:blipFill>
        <p:spPr>
          <a:xfrm rot="-172073">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691" name="Google Shape;691;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692" name="Google Shape;692;p1"/>
          <p:cNvGraphicFramePr/>
          <p:nvPr/>
        </p:nvGraphicFramePr>
        <p:xfrm>
          <a:off x="4844200" y="1891197"/>
          <a:ext cx="3785000" cy="1678950"/>
        </p:xfrm>
        <a:graphic>
          <a:graphicData uri="http://schemas.openxmlformats.org/drawingml/2006/table">
            <a:tbl>
              <a:tblPr firstRow="1" bandRow="1">
                <a:noFill/>
                <a:tableStyleId>{56C20C77-11F8-40C2-8757-69B7BC2CF0B0}</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k</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ck</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b</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k</a:t>
            </a:r>
            <a:r>
              <a:rPr lang="en-US"/>
              <a:t>.</a:t>
            </a:r>
            <a:endParaRPr/>
          </a:p>
        </p:txBody>
      </p:sp>
      <p:sp>
        <p:nvSpPr>
          <p:cNvPr id="699" name="Google Shape;699;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t>
            </a:r>
            <a:r>
              <a:rPr lang="en-US">
                <a:solidFill>
                  <a:srgbClr val="8DC63F"/>
                </a:solidFill>
              </a:rPr>
              <a:t>s a t p i n m d g o c</a:t>
            </a:r>
            <a:r>
              <a:rPr lang="en-US"/>
              <a:t> using flashcards.</a:t>
            </a:r>
            <a:endParaRPr/>
          </a:p>
        </p:txBody>
      </p:sp>
      <p:sp>
        <p:nvSpPr>
          <p:cNvPr id="700" name="Google Shape;700;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1" name="Google Shape;70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04" name="Google Shape;70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5" name="Google Shape;70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6" name="Google Shape;706;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7" name="Google Shape;70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8" name="Google Shape;70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9" name="Google Shape;709;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10" name="Google Shape;710;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1" name="Google Shape;711;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2" name="Google Shape;712;g2bee4f4af4b_0_204"/>
          <p:cNvPicPr preferRelativeResize="0"/>
          <p:nvPr/>
        </p:nvPicPr>
        <p:blipFill rotWithShape="1">
          <a:blip r:embed="rId6">
            <a:alphaModFix/>
          </a:blip>
          <a:srcRect t="228" b="21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3" name="Google Shape;713;g2bee4f4af4b_0_204">
            <a:hlinkClick r:id="rId7" action="ppaction://hlinksldjump"/>
          </p:cNvPr>
          <p:cNvSpPr/>
          <p:nvPr/>
        </p:nvSpPr>
        <p:spPr>
          <a:xfrm>
            <a:off x="991850" y="3919038"/>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8" action="ppaction://hlinksldjump"/>
          </p:cNvPr>
          <p:cNvSpPr/>
          <p:nvPr/>
        </p:nvSpPr>
        <p:spPr>
          <a:xfrm>
            <a:off x="2468298"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9" action="ppaction://hlinksldjump"/>
          </p:cNvPr>
          <p:cNvSpPr/>
          <p:nvPr/>
        </p:nvSpPr>
        <p:spPr>
          <a:xfrm>
            <a:off x="3599673"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10" action="ppaction://hlinksldjump"/>
          </p:cNvPr>
          <p:cNvSpPr/>
          <p:nvPr/>
        </p:nvSpPr>
        <p:spPr>
          <a:xfrm>
            <a:off x="4847541" y="3781038"/>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23" name="Google Shape;723;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 n m d g o c</a:t>
            </a:r>
            <a:r>
              <a:rPr lang="en-US"/>
              <a:t> using flashcards.</a:t>
            </a:r>
            <a:endParaRPr/>
          </a:p>
        </p:txBody>
      </p:sp>
      <p:pic>
        <p:nvPicPr>
          <p:cNvPr id="724" name="Google Shape;72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686"/>
              </a:srgbClr>
            </a:outerShdw>
          </a:effectLst>
        </p:spPr>
      </p:pic>
      <p:pic>
        <p:nvPicPr>
          <p:cNvPr id="725" name="Google Shape;72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686"/>
              </a:srgbClr>
            </a:outerShdw>
          </a:effectLst>
        </p:spPr>
      </p:pic>
      <p:pic>
        <p:nvPicPr>
          <p:cNvPr id="726" name="Google Shape;72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686"/>
              </a:srgbClr>
            </a:outerShdw>
          </a:effectLst>
        </p:spPr>
      </p:pic>
      <p:pic>
        <p:nvPicPr>
          <p:cNvPr id="727" name="Google Shape;72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686"/>
              </a:srgbClr>
            </a:outerShdw>
          </a:effectLst>
        </p:spPr>
      </p:pic>
      <p:pic>
        <p:nvPicPr>
          <p:cNvPr id="728" name="Google Shape;72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686"/>
              </a:srgbClr>
            </a:outerShdw>
          </a:effectLst>
        </p:spPr>
      </p:pic>
      <p:pic>
        <p:nvPicPr>
          <p:cNvPr id="729" name="Google Shape;72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686"/>
              </a:srgbClr>
            </a:outerShdw>
          </a:effectLst>
        </p:spPr>
      </p:pic>
      <p:pic>
        <p:nvPicPr>
          <p:cNvPr id="730" name="Google Shape;73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686"/>
              </a:srgbClr>
            </a:outerShdw>
          </a:effectLst>
        </p:spPr>
      </p:pic>
      <p:pic>
        <p:nvPicPr>
          <p:cNvPr id="731" name="Google Shape;73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686"/>
              </a:srgbClr>
            </a:outerShdw>
          </a:effectLst>
        </p:spPr>
      </p:pic>
      <p:pic>
        <p:nvPicPr>
          <p:cNvPr id="732" name="Google Shape;73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686"/>
              </a:srgbClr>
            </a:outerShdw>
          </a:effectLst>
        </p:spPr>
      </p:pic>
      <p:pic>
        <p:nvPicPr>
          <p:cNvPr id="733" name="Google Shape;733;g26b641b03cd_0_165"/>
          <p:cNvPicPr preferRelativeResize="0"/>
          <p:nvPr/>
        </p:nvPicPr>
        <p:blipFill rotWithShape="1">
          <a:blip r:embed="rId12">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686"/>
              </a:srgbClr>
            </a:outerShdw>
          </a:effectLst>
        </p:spPr>
      </p:pic>
      <p:pic>
        <p:nvPicPr>
          <p:cNvPr id="734" name="Google Shape;734;g26b641b03cd_0_165"/>
          <p:cNvPicPr preferRelativeResize="0"/>
          <p:nvPr/>
        </p:nvPicPr>
        <p:blipFill rotWithShape="1">
          <a:blip r:embed="rId13">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g2d9e2177980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41" name="Google Shape;741;g2d9e2177980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42" name="Google Shape;742;g2d9e2177980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43" name="Google Shape;743;g2d9e2177980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50" name="Google Shape;750;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51" name="Google Shape;751;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52" name="Google Shape;752;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59" name="Google Shape;75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60" name="Google Shape;760;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61" name="Google Shape;761;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68" name="Google Shape;76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69" name="Google Shape;769;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770" name="Google Shape;77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77" name="Google Shape;777;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778" name="Google Shape;778;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627"/>
              </a:srgbClr>
            </a:outerShdw>
          </a:effectLst>
        </p:spPr>
      </p:pic>
      <p:sp>
        <p:nvSpPr>
          <p:cNvPr id="779" name="Google Shape;779;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786" name="Google Shape;78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787" name="Google Shape;78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794" name="Google Shape;794;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795" name="Google Shape;795;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6" name="Google Shape;796;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7" name="Google Shape;797;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8" name="Google Shape;798;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99" name="Google Shape;799;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00" name="Google Shape;800;g2c2ffdd0de5_0_0"/>
          <p:cNvGrpSpPr/>
          <p:nvPr/>
        </p:nvGrpSpPr>
        <p:grpSpPr>
          <a:xfrm>
            <a:off x="304250" y="6984600"/>
            <a:ext cx="8330829" cy="808600"/>
            <a:chOff x="-152950" y="7365600"/>
            <a:chExt cx="8330829" cy="808600"/>
          </a:xfrm>
        </p:grpSpPr>
        <p:sp>
          <p:nvSpPr>
            <p:cNvPr id="801" name="Google Shape;801;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02" name="Google Shape;802;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03" name="Google Shape;803;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04" name="Google Shape;804;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05" name="Google Shape;805;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06" name="Google Shape;806;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07" name="Google Shape;807;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08" name="Google Shape;808;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09" name="Google Shape;809;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0" name="Google Shape;810;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1" name="Google Shape;811;g2c2ffdd0de5_0_0"/>
          <p:cNvSpPr/>
          <p:nvPr/>
        </p:nvSpPr>
        <p:spPr>
          <a:xfrm>
            <a:off x="3287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2" name="Google Shape;812;g2c2ffdd0de5_0_0"/>
          <p:cNvSpPr/>
          <p:nvPr/>
        </p:nvSpPr>
        <p:spPr>
          <a:xfrm>
            <a:off x="43769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3" name="Google Shape;813;g2c2ffdd0de5_0_0"/>
          <p:cNvSpPr/>
          <p:nvPr/>
        </p:nvSpPr>
        <p:spPr>
          <a:xfrm>
            <a:off x="5466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14" name="Google Shape;814;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15" name="Google Shape;815;g2c2ffdd0de5_0_0"/>
          <p:cNvSpPr txBox="1">
            <a:spLocks noGrp="1"/>
          </p:cNvSpPr>
          <p:nvPr>
            <p:ph type="subTitle" idx="4294967295"/>
          </p:nvPr>
        </p:nvSpPr>
        <p:spPr>
          <a:xfrm>
            <a:off x="48969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16" name="Google Shape;816;g2c2ffdd0de5_0_0"/>
          <p:cNvSpPr txBox="1">
            <a:spLocks noGrp="1"/>
          </p:cNvSpPr>
          <p:nvPr>
            <p:ph type="subTitle" idx="4294967295"/>
          </p:nvPr>
        </p:nvSpPr>
        <p:spPr>
          <a:xfrm>
            <a:off x="27176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817" name="Google Shape;817;g2c2ffdd0de5_0_0"/>
          <p:cNvSpPr txBox="1">
            <a:spLocks noGrp="1"/>
          </p:cNvSpPr>
          <p:nvPr>
            <p:ph type="subTitle" idx="4294967295"/>
          </p:nvPr>
        </p:nvSpPr>
        <p:spPr>
          <a:xfrm>
            <a:off x="3807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g2c30d3c032f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4" name="Google Shape;824;g2c30d3c032f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5" name="Google Shape;825;g2c30d3c032f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6" name="Google Shape;826;g2c30d3c032f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7" name="Google Shape;827;g2c30d3c032f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8" name="Google Shape;828;g2c30d3c032f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9" name="Google Shape;829;g2c30d3c032f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0" name="Google Shape;830;g2c30d3c032f_0_0"/>
          <p:cNvGrpSpPr/>
          <p:nvPr/>
        </p:nvGrpSpPr>
        <p:grpSpPr>
          <a:xfrm>
            <a:off x="304250" y="6984600"/>
            <a:ext cx="8330829" cy="808600"/>
            <a:chOff x="-152950" y="7365600"/>
            <a:chExt cx="8330829" cy="808600"/>
          </a:xfrm>
        </p:grpSpPr>
        <p:sp>
          <p:nvSpPr>
            <p:cNvPr id="831" name="Google Shape;831;g2c30d3c032f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2" name="Google Shape;832;g2c30d3c032f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3" name="Google Shape;833;g2c30d3c032f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4" name="Google Shape;834;g2c30d3c032f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5" name="Google Shape;835;g2c30d3c032f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36" name="Google Shape;836;g2c30d3c032f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37" name="Google Shape;837;g2c30d3c032f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38" name="Google Shape;838;g2c30d3c032f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39" name="Google Shape;839;g2c30d3c032f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0" name="Google Shape;840;g2c30d3c032f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1" name="Google Shape;841;g2c30d3c032f_0_0"/>
          <p:cNvSpPr/>
          <p:nvPr/>
        </p:nvSpPr>
        <p:spPr>
          <a:xfrm>
            <a:off x="3287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2" name="Google Shape;842;g2c30d3c032f_0_0"/>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3" name="Google Shape;843;g2c30d3c032f_0_0"/>
          <p:cNvSpPr/>
          <p:nvPr/>
        </p:nvSpPr>
        <p:spPr>
          <a:xfrm>
            <a:off x="54666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4" name="Google Shape;844;g2c30d3c032f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5" name="Google Shape;845;g2c30d3c032f_0_0"/>
          <p:cNvSpPr txBox="1">
            <a:spLocks noGrp="1"/>
          </p:cNvSpPr>
          <p:nvPr>
            <p:ph type="subTitle" idx="4294967295"/>
          </p:nvPr>
        </p:nvSpPr>
        <p:spPr>
          <a:xfrm>
            <a:off x="48969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46" name="Google Shape;846;g2c30d3c032f_0_0"/>
          <p:cNvSpPr txBox="1">
            <a:spLocks noGrp="1"/>
          </p:cNvSpPr>
          <p:nvPr>
            <p:ph type="subTitle" idx="4294967295"/>
          </p:nvPr>
        </p:nvSpPr>
        <p:spPr>
          <a:xfrm>
            <a:off x="27177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847" name="Google Shape;847;g2c30d3c032f_0_0"/>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g2c30d3c032f_0_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4" name="Google Shape;854;g2c30d3c032f_0_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5" name="Google Shape;855;g2c30d3c032f_0_29"/>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6" name="Google Shape;856;g2c30d3c032f_0_29"/>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7" name="Google Shape;857;g2c30d3c032f_0_29"/>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8" name="Google Shape;858;g2c30d3c032f_0_2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9" name="Google Shape;859;g2c30d3c032f_0_2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0" name="Google Shape;860;g2c30d3c032f_0_29"/>
          <p:cNvGrpSpPr/>
          <p:nvPr/>
        </p:nvGrpSpPr>
        <p:grpSpPr>
          <a:xfrm>
            <a:off x="304250" y="6984600"/>
            <a:ext cx="8330829" cy="808600"/>
            <a:chOff x="-152950" y="7365600"/>
            <a:chExt cx="8330829" cy="808600"/>
          </a:xfrm>
        </p:grpSpPr>
        <p:sp>
          <p:nvSpPr>
            <p:cNvPr id="861" name="Google Shape;861;g2c30d3c032f_0_29"/>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2" name="Google Shape;862;g2c30d3c032f_0_29"/>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3" name="Google Shape;863;g2c30d3c032f_0_29"/>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4" name="Google Shape;864;g2c30d3c032f_0_29"/>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5" name="Google Shape;865;g2c30d3c032f_0_29"/>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66" name="Google Shape;866;g2c30d3c032f_0_29"/>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7" name="Google Shape;867;g2c30d3c032f_0_29"/>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68" name="Google Shape;868;g2c30d3c032f_0_29"/>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69" name="Google Shape;869;g2c30d3c032f_0_29"/>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0" name="Google Shape;870;g2c30d3c032f_0_29"/>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1" name="Google Shape;871;g2c30d3c032f_0_29"/>
          <p:cNvSpPr/>
          <p:nvPr/>
        </p:nvSpPr>
        <p:spPr>
          <a:xfrm>
            <a:off x="3287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2" name="Google Shape;872;g2c30d3c032f_0_29"/>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3" name="Google Shape;873;g2c30d3c032f_0_29"/>
          <p:cNvSpPr/>
          <p:nvPr/>
        </p:nvSpPr>
        <p:spPr>
          <a:xfrm>
            <a:off x="54666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4" name="Google Shape;874;g2c30d3c032f_0_2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5" name="Google Shape;875;g2c30d3c032f_0_29"/>
          <p:cNvSpPr txBox="1">
            <a:spLocks noGrp="1"/>
          </p:cNvSpPr>
          <p:nvPr>
            <p:ph type="subTitle" idx="4294967295"/>
          </p:nvPr>
        </p:nvSpPr>
        <p:spPr>
          <a:xfrm>
            <a:off x="48969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76" name="Google Shape;876;g2c30d3c032f_0_29"/>
          <p:cNvSpPr txBox="1">
            <a:spLocks noGrp="1"/>
          </p:cNvSpPr>
          <p:nvPr>
            <p:ph type="subTitle" idx="4294967295"/>
          </p:nvPr>
        </p:nvSpPr>
        <p:spPr>
          <a:xfrm>
            <a:off x="27177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877" name="Google Shape;877;g2c30d3c032f_0_29"/>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84" name="Google Shape;88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85" name="Google Shape;88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2" name="Google Shape;89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3" name="Google Shape;893;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894" name="Google Shape;89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1" name="Google Shape;901;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2" name="Google Shape;902;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3" name="Google Shape;90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0" name="Google Shape;91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1" name="Google Shape;911;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2" name="Google Shape;91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9" name="Google Shape;919;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0" name="Google Shape;920;g2c186218c5a_0_149"/>
          <p:cNvPicPr preferRelativeResize="0"/>
          <p:nvPr/>
        </p:nvPicPr>
        <p:blipFill rotWithShape="1">
          <a:blip r:embed="rId3">
            <a:alphaModFix/>
          </a:blip>
          <a:srcRect/>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1" name="Google Shape;92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28" name="Google Shape;928;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929" name="Google Shape;929;g1f3daf8a844_0_64"/>
          <p:cNvGrpSpPr/>
          <p:nvPr/>
        </p:nvGrpSpPr>
        <p:grpSpPr>
          <a:xfrm>
            <a:off x="3024000" y="209875"/>
            <a:ext cx="3096000" cy="454800"/>
            <a:chOff x="3024000" y="209875"/>
            <a:chExt cx="3096000" cy="454800"/>
          </a:xfrm>
        </p:grpSpPr>
        <p:sp>
          <p:nvSpPr>
            <p:cNvPr id="930" name="Google Shape;930;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1" name="Google Shape;931;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32" name="Google Shape;932;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33" name="Google Shape;933;g1f3daf8a844_0_64"/>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34" name="Google Shape;934;g1f3daf8a844_0_64"/>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35" name="Google Shape;935;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36" name="Google Shape;936;g1f3daf8a844_0_64"/>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37" name="Google Shape;937;g1f3daf8a844_0_64"/>
          <p:cNvSpPr txBox="1"/>
          <p:nvPr/>
        </p:nvSpPr>
        <p:spPr>
          <a:xfrm>
            <a:off x="2333334" y="1341050"/>
            <a:ext cx="103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
        <p:nvSpPr>
          <p:cNvPr id="938" name="Google Shape;938;g1f3daf8a844_0_64"/>
          <p:cNvSpPr txBox="1"/>
          <p:nvPr/>
        </p:nvSpPr>
        <p:spPr>
          <a:xfrm>
            <a:off x="5790034" y="1341050"/>
            <a:ext cx="103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d</a:t>
            </a:r>
            <a:endParaRPr sz="8000" b="0" i="0" u="none" strike="noStrike" cap="none">
              <a:solidFill>
                <a:srgbClr val="2356AF"/>
              </a:solidFill>
              <a:latin typeface="Jost"/>
              <a:ea typeface="Jost"/>
              <a:cs typeface="Jost"/>
              <a:sym typeface="Jost"/>
            </a:endParaRPr>
          </a:p>
        </p:txBody>
      </p:sp>
      <p:sp>
        <p:nvSpPr>
          <p:cNvPr id="939" name="Google Shape;939;g1f3daf8a844_0_64"/>
          <p:cNvSpPr txBox="1"/>
          <p:nvPr/>
        </p:nvSpPr>
        <p:spPr>
          <a:xfrm>
            <a:off x="1181101" y="1341050"/>
            <a:ext cx="103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940" name="Google Shape;940;g1f3daf8a844_0_64"/>
          <p:cNvSpPr txBox="1"/>
          <p:nvPr/>
        </p:nvSpPr>
        <p:spPr>
          <a:xfrm>
            <a:off x="3485568" y="1341050"/>
            <a:ext cx="103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ED1C24"/>
              </a:solidFill>
              <a:latin typeface="Jost"/>
              <a:ea typeface="Jost"/>
              <a:cs typeface="Jost"/>
              <a:sym typeface="Jost"/>
            </a:endParaRPr>
          </a:p>
        </p:txBody>
      </p:sp>
      <p:sp>
        <p:nvSpPr>
          <p:cNvPr id="941" name="Google Shape;941;g1f3daf8a844_0_64"/>
          <p:cNvSpPr txBox="1"/>
          <p:nvPr/>
        </p:nvSpPr>
        <p:spPr>
          <a:xfrm>
            <a:off x="4637801" y="1341050"/>
            <a:ext cx="103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sp>
        <p:nvSpPr>
          <p:cNvPr id="942" name="Google Shape;942;g1f3daf8a844_0_64"/>
          <p:cNvSpPr txBox="1"/>
          <p:nvPr/>
        </p:nvSpPr>
        <p:spPr>
          <a:xfrm>
            <a:off x="6942267" y="1341050"/>
            <a:ext cx="103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k</a:t>
            </a:r>
            <a:endParaRPr sz="8000" b="0" i="0" u="none" strike="noStrike" cap="none">
              <a:solidFill>
                <a:srgbClr val="2356AF"/>
              </a:solidFill>
              <a:latin typeface="Jost"/>
              <a:ea typeface="Jost"/>
              <a:cs typeface="Jost"/>
              <a:sym typeface="Jost"/>
            </a:endParaRPr>
          </a:p>
        </p:txBody>
      </p:sp>
      <p:cxnSp>
        <p:nvCxnSpPr>
          <p:cNvPr id="943" name="Google Shape;943;g1f3daf8a844_0_64"/>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g26c2b3f7dcb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50" name="Google Shape;950;g26c2b3f7dcb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cxnSp>
        <p:nvCxnSpPr>
          <p:cNvPr id="951" name="Google Shape;951;g26c2b3f7dcb_0_742"/>
          <p:cNvCxnSpPr/>
          <p:nvPr/>
        </p:nvCxnSpPr>
        <p:spPr>
          <a:xfrm>
            <a:off x="1181100" y="3461850"/>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952" name="Google Shape;952;g26c2b3f7dcb_0_742"/>
          <p:cNvGrpSpPr/>
          <p:nvPr/>
        </p:nvGrpSpPr>
        <p:grpSpPr>
          <a:xfrm>
            <a:off x="3024000" y="209875"/>
            <a:ext cx="3096000" cy="454800"/>
            <a:chOff x="3024000" y="209875"/>
            <a:chExt cx="3096000" cy="454800"/>
          </a:xfrm>
        </p:grpSpPr>
        <p:sp>
          <p:nvSpPr>
            <p:cNvPr id="953" name="Google Shape;953;g26c2b3f7dcb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4" name="Google Shape;954;g26c2b3f7dcb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55" name="Google Shape;955;g26c2b3f7dcb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56" name="Google Shape;956;g26c2b3f7dcb_0_742"/>
          <p:cNvCxnSpPr/>
          <p:nvPr/>
        </p:nvCxnSpPr>
        <p:spPr>
          <a:xfrm>
            <a:off x="1181100" y="42446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7" name="Google Shape;957;g26c2b3f7dcb_0_742"/>
          <p:cNvCxnSpPr/>
          <p:nvPr/>
        </p:nvCxnSpPr>
        <p:spPr>
          <a:xfrm>
            <a:off x="1181100" y="394078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8" name="Google Shape;958;g26c2b3f7dcb_0_7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59" name="Google Shape;959;g26c2b3f7dcb_0_742"/>
          <p:cNvCxnSpPr/>
          <p:nvPr/>
        </p:nvCxnSpPr>
        <p:spPr>
          <a:xfrm>
            <a:off x="1181100" y="5111514"/>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60" name="Google Shape;960;g26c2b3f7dcb_0_742"/>
          <p:cNvSpPr txBox="1"/>
          <p:nvPr/>
        </p:nvSpPr>
        <p:spPr>
          <a:xfrm>
            <a:off x="2333334" y="1341050"/>
            <a:ext cx="103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
        <p:nvSpPr>
          <p:cNvPr id="961" name="Google Shape;961;g26c2b3f7dcb_0_742"/>
          <p:cNvSpPr txBox="1"/>
          <p:nvPr/>
        </p:nvSpPr>
        <p:spPr>
          <a:xfrm>
            <a:off x="5790034" y="1341050"/>
            <a:ext cx="103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d</a:t>
            </a:r>
            <a:endParaRPr sz="8000" b="0" i="0" u="none" strike="noStrike" cap="none">
              <a:solidFill>
                <a:srgbClr val="2356AF"/>
              </a:solidFill>
              <a:latin typeface="Jost"/>
              <a:ea typeface="Jost"/>
              <a:cs typeface="Jost"/>
              <a:sym typeface="Jost"/>
            </a:endParaRPr>
          </a:p>
        </p:txBody>
      </p:sp>
      <p:sp>
        <p:nvSpPr>
          <p:cNvPr id="962" name="Google Shape;962;g26c2b3f7dcb_0_742"/>
          <p:cNvSpPr txBox="1"/>
          <p:nvPr/>
        </p:nvSpPr>
        <p:spPr>
          <a:xfrm>
            <a:off x="1181101" y="1341050"/>
            <a:ext cx="103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t</a:t>
            </a:r>
            <a:endParaRPr sz="8000" b="0" i="0" u="none" strike="noStrike" cap="none">
              <a:solidFill>
                <a:srgbClr val="2356AF"/>
              </a:solidFill>
              <a:latin typeface="Jost"/>
              <a:ea typeface="Jost"/>
              <a:cs typeface="Jost"/>
              <a:sym typeface="Jost"/>
            </a:endParaRPr>
          </a:p>
        </p:txBody>
      </p:sp>
      <p:sp>
        <p:nvSpPr>
          <p:cNvPr id="963" name="Google Shape;963;g26c2b3f7dcb_0_742"/>
          <p:cNvSpPr txBox="1"/>
          <p:nvPr/>
        </p:nvSpPr>
        <p:spPr>
          <a:xfrm>
            <a:off x="3485568" y="1341050"/>
            <a:ext cx="103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ED1C24"/>
                </a:solidFill>
                <a:latin typeface="Jost"/>
                <a:ea typeface="Jost"/>
                <a:cs typeface="Jost"/>
                <a:sym typeface="Jost"/>
              </a:rPr>
              <a:t>i</a:t>
            </a:r>
            <a:endParaRPr sz="8000" b="0" i="0" u="none" strike="noStrike" cap="none">
              <a:solidFill>
                <a:srgbClr val="ED1C24"/>
              </a:solidFill>
              <a:latin typeface="Jost"/>
              <a:ea typeface="Jost"/>
              <a:cs typeface="Jost"/>
              <a:sym typeface="Jost"/>
            </a:endParaRPr>
          </a:p>
        </p:txBody>
      </p:sp>
      <p:sp>
        <p:nvSpPr>
          <p:cNvPr id="964" name="Google Shape;964;g26c2b3f7dcb_0_742"/>
          <p:cNvSpPr txBox="1"/>
          <p:nvPr/>
        </p:nvSpPr>
        <p:spPr>
          <a:xfrm>
            <a:off x="4637801" y="1341050"/>
            <a:ext cx="103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n</a:t>
            </a:r>
            <a:endParaRPr sz="8000" b="0" i="0" u="none" strike="noStrike" cap="none">
              <a:solidFill>
                <a:srgbClr val="2356AF"/>
              </a:solidFill>
              <a:latin typeface="Jost"/>
              <a:ea typeface="Jost"/>
              <a:cs typeface="Jost"/>
              <a:sym typeface="Jost"/>
            </a:endParaRPr>
          </a:p>
        </p:txBody>
      </p:sp>
      <p:cxnSp>
        <p:nvCxnSpPr>
          <p:cNvPr id="965" name="Google Shape;965;g26c2b3f7dcb_0_742"/>
          <p:cNvCxnSpPr/>
          <p:nvPr/>
        </p:nvCxnSpPr>
        <p:spPr>
          <a:xfrm>
            <a:off x="1181100" y="2920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66" name="Google Shape;966;g26c2b3f7dcb_0_742"/>
          <p:cNvSpPr txBox="1"/>
          <p:nvPr/>
        </p:nvSpPr>
        <p:spPr>
          <a:xfrm>
            <a:off x="1193375" y="3044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kid kit kip kin</a:t>
            </a:r>
            <a:endParaRPr sz="1800" b="0" i="0" u="none" strike="noStrike" cap="none">
              <a:solidFill>
                <a:srgbClr val="B7B7B7"/>
              </a:solidFill>
              <a:latin typeface="Jost"/>
              <a:ea typeface="Jost"/>
              <a:cs typeface="Jost"/>
              <a:sym typeface="Jost"/>
            </a:endParaRPr>
          </a:p>
        </p:txBody>
      </p:sp>
      <p:sp>
        <p:nvSpPr>
          <p:cNvPr id="967" name="Google Shape;967;g26c2b3f7dcb_0_742"/>
          <p:cNvSpPr txBox="1"/>
          <p:nvPr/>
        </p:nvSpPr>
        <p:spPr>
          <a:xfrm>
            <a:off x="6942267" y="1341050"/>
            <a:ext cx="10329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k</a:t>
            </a:r>
            <a:endParaRPr sz="8000" b="0" i="0" u="none" strike="noStrike" cap="none">
              <a:solidFill>
                <a:srgbClr val="2356AF"/>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‘Kookaburra Sits’.</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k</a:t>
            </a:r>
            <a:r>
              <a:rPr lang="en-US"/>
              <a:t>’ in a variety of sizes and media, for example using chalk to</a:t>
            </a:r>
            <a:endParaRPr/>
          </a:p>
          <a:p>
            <a:pPr marL="457200" lvl="0" indent="-330200" algn="l" rtl="0">
              <a:lnSpc>
                <a:spcPct val="115000"/>
              </a:lnSpc>
              <a:spcBef>
                <a:spcPts val="0"/>
              </a:spcBef>
              <a:spcAft>
                <a:spcPts val="0"/>
              </a:spcAft>
              <a:buSzPts val="1600"/>
              <a:buChar char="•"/>
            </a:pPr>
            <a:r>
              <a:rPr lang="en-US"/>
              <a:t>draw on the ground.</a:t>
            </a:r>
            <a:endParaRPr/>
          </a:p>
          <a:p>
            <a:pPr marL="457200" lvl="0" indent="-330200" algn="l" rtl="0">
              <a:lnSpc>
                <a:spcPct val="115000"/>
              </a:lnSpc>
              <a:spcBef>
                <a:spcPts val="0"/>
              </a:spcBef>
              <a:spcAft>
                <a:spcPts val="0"/>
              </a:spcAft>
              <a:buSzPts val="1600"/>
              <a:buChar char="•"/>
            </a:pPr>
            <a:r>
              <a:rPr lang="en-US"/>
              <a:t>Make a king’s crown out of paper.</a:t>
            </a:r>
            <a:endParaRPr/>
          </a:p>
          <a:p>
            <a:pPr marL="457200" lvl="0" indent="-330200" algn="l" rtl="0">
              <a:lnSpc>
                <a:spcPct val="115000"/>
              </a:lnSpc>
              <a:spcBef>
                <a:spcPts val="0"/>
              </a:spcBef>
              <a:spcAft>
                <a:spcPts val="0"/>
              </a:spcAft>
              <a:buSzPts val="1600"/>
              <a:buChar char="•"/>
            </a:pPr>
            <a:r>
              <a:rPr lang="en-US"/>
              <a:t>Draw a large ‘</a:t>
            </a:r>
            <a:r>
              <a:rPr lang="en-US">
                <a:solidFill>
                  <a:srgbClr val="8DC63F"/>
                </a:solidFill>
              </a:rPr>
              <a:t>k</a:t>
            </a:r>
            <a:r>
              <a:rPr lang="en-US"/>
              <a:t>’ and decorate with sequins and buttons.</a:t>
            </a:r>
            <a:endParaRPr/>
          </a:p>
        </p:txBody>
      </p:sp>
      <p:sp>
        <p:nvSpPr>
          <p:cNvPr id="974" name="Google Shape;974;g2c186218c5a_0_118"/>
          <p:cNvSpPr txBox="1"/>
          <p:nvPr/>
        </p:nvSpPr>
        <p:spPr>
          <a:xfrm rot="362194">
            <a:off x="2476202" y="2466836"/>
            <a:ext cx="293829"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2356AF"/>
                </a:solidFill>
                <a:latin typeface="Finger Paint"/>
                <a:ea typeface="Finger Paint"/>
                <a:cs typeface="Finger Paint"/>
                <a:sym typeface="Finger Paint"/>
              </a:rPr>
              <a:t>k</a:t>
            </a:r>
            <a:endParaRPr sz="10000" b="0" i="0" u="none" strike="noStrike" cap="none">
              <a:solidFill>
                <a:srgbClr val="2356AF"/>
              </a:solidFill>
              <a:latin typeface="Finger Paint"/>
              <a:ea typeface="Finger Paint"/>
              <a:cs typeface="Finger Paint"/>
              <a:sym typeface="Finger Paint"/>
            </a:endParaRPr>
          </a:p>
        </p:txBody>
      </p:sp>
      <p:pic>
        <p:nvPicPr>
          <p:cNvPr id="975" name="Google Shape;975;g2c186218c5a_0_118"/>
          <p:cNvPicPr preferRelativeResize="0"/>
          <p:nvPr/>
        </p:nvPicPr>
        <p:blipFill rotWithShape="1">
          <a:blip r:embed="rId3">
            <a:alphaModFix/>
          </a:blip>
          <a:srcRect/>
          <a:stretch/>
        </p:blipFill>
        <p:spPr>
          <a:xfrm rot="-1200549">
            <a:off x="1049390" y="2770999"/>
            <a:ext cx="1207721" cy="16419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403</Words>
  <Application>Microsoft Office PowerPoint</Application>
  <PresentationFormat>On-screen Show (4:3)</PresentationFormat>
  <Paragraphs>151</Paragraphs>
  <Slides>20</Slides>
  <Notes>20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Poppins</vt:lpstr>
      <vt:lpstr>Poppins SemiBold</vt:lpstr>
      <vt:lpstr>Mulish</vt:lpstr>
      <vt:lpstr>Calibri</vt:lpstr>
      <vt:lpstr>Finger Paint</vt:lpstr>
      <vt:lpstr>Arial</vt:lpstr>
      <vt:lpstr>Nunito Black</vt:lpstr>
      <vt:lpstr>Jost</vt:lpstr>
      <vt:lpstr>Poppins Medium</vt:lpstr>
      <vt:lpstr>Office Theme</vt:lpstr>
      <vt:lpstr>PowerPoint Presentation</vt:lpstr>
      <vt:lpstr>PowerPoint Presentation</vt:lpstr>
      <vt:lpstr>PowerPoint Presentation</vt:lpstr>
      <vt:lpstr>PowerPoint Presentation</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2026-04-22T05:46:28Z</dcterms:modified>
</cp:coreProperties>
</file>