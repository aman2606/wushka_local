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6858000" type="screen4x3"/>
  <p:notesSz cx="6858000" cy="9144000"/>
  <p:embeddedFontLst>
    <p:embeddedFont>
      <p:font typeface="Jost" panose="020B0604020202020204" charset="0"/>
      <p:regular r:id="rId22"/>
      <p:bold r:id="rId23"/>
      <p:italic r:id="rId24"/>
      <p:boldItalic r:id="rId25"/>
    </p:embeddedFont>
    <p:embeddedFont>
      <p:font typeface="Nunito Black" pitchFamily="2" charset="0"/>
      <p:bold r:id="rId26"/>
      <p:boldItalic r:id="rId27"/>
    </p:embeddedFont>
    <p:embeddedFont>
      <p:font typeface="Poppins" panose="00000500000000000000" pitchFamily="2" charset="0"/>
      <p:regular r:id="rId28"/>
      <p:bold r:id="rId29"/>
      <p:italic r:id="rId30"/>
      <p:boldItalic r:id="rId31"/>
    </p:embeddedFont>
    <p:embeddedFont>
      <p:font typeface="Poppins Medium" panose="00000600000000000000" pitchFamily="2" charset="0"/>
      <p:regular r:id="rId32"/>
      <p:bold r:id="rId33"/>
      <p:italic r:id="rId34"/>
      <p:boldItalic r:id="rId35"/>
    </p:embeddedFont>
    <p:embeddedFont>
      <p:font typeface="Poppins SemiBold" panose="00000700000000000000" pitchFamily="2"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6" roundtripDataSignature="AMtx7mg73NXkkAgAEFmW/YWDqh51VYYKv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E89CD79-1E46-454F-882D-0CE9DB7021E4}">
  <a:tblStyle styleId="{0E89CD79-1E46-454F-882D-0CE9DB7021E4}"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9" Type="http://schemas.openxmlformats.org/officeDocument/2006/relationships/font" Target="fonts/font18.fntdata"/><Relationship Id="rId21" Type="http://schemas.openxmlformats.org/officeDocument/2006/relationships/notesMaster" Target="notesMasters/notesMaster1.xml"/><Relationship Id="rId34" Type="http://schemas.openxmlformats.org/officeDocument/2006/relationships/font" Target="fonts/font13.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font" Target="fonts/font1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font" Target="fonts/font17.fntdata"/><Relationship Id="rId46"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7" name="Google Shape;657;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8" name="Google Shape;658;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4" name="Google Shape;664;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5" name="Google Shape;665;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4" name="Google Shape;694;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5" name="Google Shape;695;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p:cNvGrpSpPr/>
        <p:nvPr/>
      </p:nvGrpSpPr>
      <p:grpSpPr>
        <a:xfrm>
          <a:off x="0" y="0"/>
          <a:ext cx="0" cy="0"/>
          <a:chOff x="0" y="0"/>
          <a:chExt cx="0" cy="0"/>
        </a:xfrm>
      </p:grpSpPr>
      <p:sp>
        <p:nvSpPr>
          <p:cNvPr id="729" name="Google Shape;729;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0" name="Google Shape;730;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1" name="Google Shape;731;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6"/>
        <p:cNvGrpSpPr/>
        <p:nvPr/>
      </p:nvGrpSpPr>
      <p:grpSpPr>
        <a:xfrm>
          <a:off x="0" y="0"/>
          <a:ext cx="0" cy="0"/>
          <a:chOff x="0" y="0"/>
          <a:chExt cx="0" cy="0"/>
        </a:xfrm>
      </p:grpSpPr>
      <p:sp>
        <p:nvSpPr>
          <p:cNvPr id="777" name="Google Shape;777;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8" name="Google Shape;778;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9" name="Google Shape;779;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8"/>
        <p:cNvGrpSpPr/>
        <p:nvPr/>
      </p:nvGrpSpPr>
      <p:grpSpPr>
        <a:xfrm>
          <a:off x="0" y="0"/>
          <a:ext cx="0" cy="0"/>
          <a:chOff x="0" y="0"/>
          <a:chExt cx="0" cy="0"/>
        </a:xfrm>
      </p:grpSpPr>
      <p:sp>
        <p:nvSpPr>
          <p:cNvPr id="829" name="Google Shape;829;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0" name="Google Shape;830;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1" name="Google Shape;831;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p:cNvGrpSpPr/>
        <p:nvPr/>
      </p:nvGrpSpPr>
      <p:grpSpPr>
        <a:xfrm>
          <a:off x="0" y="0"/>
          <a:ext cx="0" cy="0"/>
          <a:chOff x="0" y="0"/>
          <a:chExt cx="0" cy="0"/>
        </a:xfrm>
      </p:grpSpPr>
      <p:sp>
        <p:nvSpPr>
          <p:cNvPr id="851" name="Google Shape;851;g2ce66866dac_0_115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2" name="Google Shape;852;g2ce66866dac_0_115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3" name="Google Shape;853;g2ce66866dac_0_115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g2ce66866dac_0_115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9" name="Google Shape;859;g2ce66866dac_0_11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0" name="Google Shape;860;g2ce66866dac_0_115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1" name="Google Shape;871;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2" name="Google Shape;872;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6"/>
        <p:cNvGrpSpPr/>
        <p:nvPr/>
      </p:nvGrpSpPr>
      <p:grpSpPr>
        <a:xfrm>
          <a:off x="0" y="0"/>
          <a:ext cx="0" cy="0"/>
          <a:chOff x="0" y="0"/>
          <a:chExt cx="0" cy="0"/>
        </a:xfrm>
      </p:grpSpPr>
      <p:sp>
        <p:nvSpPr>
          <p:cNvPr id="877" name="Google Shape;877;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8" name="Google Shape;878;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9" name="Google Shape;879;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8"/>
        <p:cNvGrpSpPr/>
        <p:nvPr/>
      </p:nvGrpSpPr>
      <p:grpSpPr>
        <a:xfrm>
          <a:off x="0" y="0"/>
          <a:ext cx="0" cy="0"/>
          <a:chOff x="0" y="0"/>
          <a:chExt cx="0" cy="0"/>
        </a:xfrm>
      </p:grpSpPr>
      <p:sp>
        <p:nvSpPr>
          <p:cNvPr id="909" name="Google Shape;909;g2ee8cb0780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0" name="Google Shape;910;g2ee8cb0780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1" name="Google Shape;911;g2ee8cb0780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5"/>
        <p:cNvGrpSpPr/>
        <p:nvPr/>
      </p:nvGrpSpPr>
      <p:grpSpPr>
        <a:xfrm>
          <a:off x="0" y="0"/>
          <a:ext cx="0" cy="0"/>
          <a:chOff x="0" y="0"/>
          <a:chExt cx="0" cy="0"/>
        </a:xfrm>
      </p:grpSpPr>
      <p:sp>
        <p:nvSpPr>
          <p:cNvPr id="946" name="Google Shape;946;g273d5d245f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7" name="Google Shape;947;g273d5d245f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8" name="Google Shape;948;g273d5d245f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7"/>
        <p:cNvGrpSpPr/>
        <p:nvPr/>
      </p:nvGrpSpPr>
      <p:grpSpPr>
        <a:xfrm>
          <a:off x="0" y="0"/>
          <a:ext cx="0" cy="0"/>
          <a:chOff x="0" y="0"/>
          <a:chExt cx="0" cy="0"/>
        </a:xfrm>
      </p:grpSpPr>
      <p:sp>
        <p:nvSpPr>
          <p:cNvPr id="978" name="Google Shape;978;g2ee8cb0780e_0_3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9" name="Google Shape;979;g2ee8cb0780e_0_3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0" name="Google Shape;980;g2ee8cb0780e_0_3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4"/>
        <p:cNvGrpSpPr/>
        <p:nvPr/>
      </p:nvGrpSpPr>
      <p:grpSpPr>
        <a:xfrm>
          <a:off x="0" y="0"/>
          <a:ext cx="0" cy="0"/>
          <a:chOff x="0" y="0"/>
          <a:chExt cx="0" cy="0"/>
        </a:xfrm>
      </p:grpSpPr>
      <p:sp>
        <p:nvSpPr>
          <p:cNvPr id="1015" name="Google Shape;1015;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6" name="Google Shape;1016;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7" name="Google Shape;1017;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1"/>
        <p:cNvGrpSpPr/>
        <p:nvPr/>
      </p:nvGrpSpPr>
      <p:grpSpPr>
        <a:xfrm>
          <a:off x="0" y="0"/>
          <a:ext cx="0" cy="0"/>
          <a:chOff x="0" y="0"/>
          <a:chExt cx="0" cy="0"/>
        </a:xfrm>
      </p:grpSpPr>
      <p:sp>
        <p:nvSpPr>
          <p:cNvPr id="1022" name="Google Shape;1022;g2dadbbe58d1_1_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3" name="Google Shape;1023;g2dadbbe58d1_1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4" name="Google Shape;1024;g2dadbbe58d1_1_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6"/>
        <p:cNvGrpSpPr/>
        <p:nvPr/>
      </p:nvGrpSpPr>
      <p:grpSpPr>
        <a:xfrm>
          <a:off x="0" y="0"/>
          <a:ext cx="0" cy="0"/>
          <a:chOff x="0" y="0"/>
          <a:chExt cx="0" cy="0"/>
        </a:xfrm>
      </p:grpSpPr>
      <p:sp>
        <p:nvSpPr>
          <p:cNvPr id="1057" name="Google Shape;1057;g274c83ec30d_0_5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8" name="Google Shape;1058;g274c83ec30d_0_5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9" name="Google Shape;1059;g274c83ec30d_0_5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1"/>
        <p:cNvGrpSpPr/>
        <p:nvPr/>
      </p:nvGrpSpPr>
      <p:grpSpPr>
        <a:xfrm>
          <a:off x="0" y="0"/>
          <a:ext cx="0" cy="0"/>
          <a:chOff x="0" y="0"/>
          <a:chExt cx="0" cy="0"/>
        </a:xfrm>
      </p:grpSpPr>
      <p:sp>
        <p:nvSpPr>
          <p:cNvPr id="1092" name="Google Shape;1092;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3" name="Google Shape;1093;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4" name="Google Shape;1094;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8"/>
        <p:cNvGrpSpPr/>
        <p:nvPr/>
      </p:nvGrpSpPr>
      <p:grpSpPr>
        <a:xfrm>
          <a:off x="0" y="0"/>
          <a:ext cx="0" cy="0"/>
          <a:chOff x="0" y="0"/>
          <a:chExt cx="0" cy="0"/>
        </a:xfrm>
      </p:grpSpPr>
      <p:sp>
        <p:nvSpPr>
          <p:cNvPr id="1119" name="Google Shape;1119;g273d5d245fa_0_6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0" name="Google Shape;1120;g273d5d245fa_0_6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1" name="Google Shape;1121;g273d5d245fa_0_6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E82625"/>
                </a:solidFill>
                <a:latin typeface="Poppins SemiBold"/>
                <a:ea typeface="Poppins SemiBold"/>
                <a:cs typeface="Poppins SemiBold"/>
                <a:sym typeface="Poppins SemiBold"/>
              </a:rPr>
              <a:t>Phase 6</a:t>
            </a:r>
            <a:endParaRPr sz="6000" b="0" i="0" u="none" strike="noStrike" cap="none">
              <a:solidFill>
                <a:srgbClr val="E8262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7240990" y="88100"/>
              <a:ext cx="1337400" cy="403500"/>
              <a:chOff x="3235750" y="88250"/>
              <a:chExt cx="1337400" cy="403500"/>
            </a:xfrm>
          </p:grpSpPr>
          <p:sp>
            <p:nvSpPr>
              <p:cNvPr id="28" name="Google Shape;28;p14"/>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35" name="Google Shape;35;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649025" y="2353728"/>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5" name="Google Shape;45;p15"/>
          <p:cNvGrpSpPr/>
          <p:nvPr/>
        </p:nvGrpSpPr>
        <p:grpSpPr>
          <a:xfrm>
            <a:off x="357775" y="5983875"/>
            <a:ext cx="586800" cy="571500"/>
            <a:chOff x="662575" y="6212475"/>
            <a:chExt cx="586800" cy="571500"/>
          </a:xfrm>
        </p:grpSpPr>
        <p:sp>
          <p:nvSpPr>
            <p:cNvPr id="46" name="Google Shape;46;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 name="Google Shape;47;p1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 name="Google Shape;48;p1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 name="Google Shape;49;p15"/>
          <p:cNvGrpSpPr/>
          <p:nvPr/>
        </p:nvGrpSpPr>
        <p:grpSpPr>
          <a:xfrm>
            <a:off x="8199150" y="5983875"/>
            <a:ext cx="586800" cy="571500"/>
            <a:chOff x="7894350" y="6212475"/>
            <a:chExt cx="586800" cy="571500"/>
          </a:xfrm>
        </p:grpSpPr>
        <p:sp>
          <p:nvSpPr>
            <p:cNvPr id="50" name="Google Shape;50;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3" name="Google Shape;53;p15"/>
          <p:cNvSpPr txBox="1"/>
          <p:nvPr/>
        </p:nvSpPr>
        <p:spPr>
          <a:xfrm>
            <a:off x="856325" y="4243525"/>
            <a:ext cx="28866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Terminology</a:t>
            </a:r>
            <a:endParaRPr sz="3200" b="0" i="0" u="none" strike="noStrike" cap="none">
              <a:solidFill>
                <a:srgbClr val="E82625"/>
              </a:solidFill>
              <a:latin typeface="Poppins Medium"/>
              <a:ea typeface="Poppins Medium"/>
              <a:cs typeface="Poppins Medium"/>
              <a:sym typeface="Poppins Medium"/>
            </a:endParaRPr>
          </a:p>
        </p:txBody>
      </p:sp>
      <p:sp>
        <p:nvSpPr>
          <p:cNvPr id="54" name="Google Shape;54;p15"/>
          <p:cNvSpPr txBox="1"/>
          <p:nvPr/>
        </p:nvSpPr>
        <p:spPr>
          <a:xfrm>
            <a:off x="9530850" y="948800"/>
            <a:ext cx="3348000" cy="51102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Suffix</a:t>
            </a:r>
            <a:r>
              <a:rPr lang="en-US" sz="1600" b="0" i="0" u="none" strike="noStrike" cap="none">
                <a:solidFill>
                  <a:srgbClr val="000000"/>
                </a:solidFill>
                <a:latin typeface="Poppins"/>
                <a:ea typeface="Poppins"/>
                <a:cs typeface="Poppins"/>
                <a:sym typeface="Poppins"/>
              </a:rPr>
              <a:t> - a letter or group of letters placed at the end of a word to make a new word.</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Root Word</a:t>
            </a:r>
            <a:r>
              <a:rPr lang="en-US" sz="1600" b="0" i="0" u="none" strike="noStrike" cap="none">
                <a:solidFill>
                  <a:srgbClr val="000000"/>
                </a:solidFill>
                <a:latin typeface="Poppins"/>
                <a:ea typeface="Poppins"/>
                <a:cs typeface="Poppins"/>
                <a:sym typeface="Poppins"/>
              </a:rPr>
              <a:t> - a word that forms the basis of new words though the addition of prefixes and suffixes.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Syllable</a:t>
            </a:r>
            <a:r>
              <a:rPr lang="en-US" sz="1600" b="0" i="0" u="none" strike="noStrike" cap="none">
                <a:solidFill>
                  <a:srgbClr val="000000"/>
                </a:solidFill>
                <a:latin typeface="Poppins"/>
                <a:ea typeface="Poppins"/>
                <a:cs typeface="Poppins"/>
                <a:sym typeface="Poppins"/>
              </a:rPr>
              <a:t> - a unit of pronunciation that has one vowel sound with or without surrounding consonants.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Noun</a:t>
            </a:r>
            <a:r>
              <a:rPr lang="en-US" sz="1600" b="0" i="0" u="none" strike="noStrike" cap="none">
                <a:solidFill>
                  <a:srgbClr val="000000"/>
                </a:solidFill>
                <a:latin typeface="Poppins"/>
                <a:ea typeface="Poppins"/>
                <a:cs typeface="Poppins"/>
                <a:sym typeface="Poppins"/>
              </a:rPr>
              <a:t> - a noun is the name for an object or set of objects, such as a thing, a person, an animal, a place, a quality, an idea or an action.</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Verb</a:t>
            </a:r>
            <a:r>
              <a:rPr lang="en-US" sz="1600" b="0" i="0" u="none" strike="noStrike" cap="none">
                <a:solidFill>
                  <a:srgbClr val="000000"/>
                </a:solidFill>
                <a:latin typeface="Poppins"/>
                <a:ea typeface="Poppins"/>
                <a:cs typeface="Poppins"/>
                <a:sym typeface="Poppins"/>
              </a:rPr>
              <a:t> - a verb is a doing word used to describe an action. </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Plural</a:t>
            </a:r>
            <a:r>
              <a:rPr lang="en-US" sz="1600" b="0" i="0" u="none" strike="noStrike" cap="none">
                <a:solidFill>
                  <a:srgbClr val="000000"/>
                </a:solidFill>
                <a:latin typeface="Poppins"/>
                <a:ea typeface="Poppins"/>
                <a:cs typeface="Poppins"/>
                <a:sym typeface="Poppins"/>
              </a:rPr>
              <a:t> - denotes more than one of a noun.</a:t>
            </a:r>
            <a:endParaRPr sz="1600" b="0" i="0" u="none" strike="noStrike" cap="none">
              <a:solidFill>
                <a:srgbClr val="000000"/>
              </a:solidFill>
              <a:latin typeface="Poppins"/>
              <a:ea typeface="Poppins"/>
              <a:cs typeface="Poppins"/>
              <a:sym typeface="Poppins"/>
            </a:endParaRPr>
          </a:p>
        </p:txBody>
      </p:sp>
      <p:sp>
        <p:nvSpPr>
          <p:cNvPr id="55" name="Google Shape;55;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Objective</a:t>
            </a:r>
            <a:endParaRPr sz="3200" b="0" i="0" u="none" strike="noStrike" cap="none">
              <a:solidFill>
                <a:srgbClr val="E82625"/>
              </a:solidFill>
              <a:latin typeface="Poppins Medium"/>
              <a:ea typeface="Poppins Medium"/>
              <a:cs typeface="Poppins Medium"/>
              <a:sym typeface="Poppins Medium"/>
            </a:endParaRPr>
          </a:p>
        </p:txBody>
      </p:sp>
      <p:sp>
        <p:nvSpPr>
          <p:cNvPr id="56" name="Google Shape;56;p15"/>
          <p:cNvSpPr txBox="1"/>
          <p:nvPr/>
        </p:nvSpPr>
        <p:spPr>
          <a:xfrm>
            <a:off x="856314" y="2318478"/>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Review</a:t>
            </a:r>
            <a:endParaRPr sz="3200" b="0" i="0" u="none" strike="noStrike" cap="none">
              <a:solidFill>
                <a:srgbClr val="E82625"/>
              </a:solidFill>
              <a:latin typeface="Poppins Medium"/>
              <a:ea typeface="Poppins Medium"/>
              <a:cs typeface="Poppins Medium"/>
              <a:sym typeface="Poppins Medium"/>
            </a:endParaRPr>
          </a:p>
        </p:txBody>
      </p:sp>
      <p:cxnSp>
        <p:nvCxnSpPr>
          <p:cNvPr id="57" name="Google Shape;57;p15"/>
          <p:cNvCxnSpPr/>
          <p:nvPr/>
        </p:nvCxnSpPr>
        <p:spPr>
          <a:xfrm>
            <a:off x="865586" y="3550406"/>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8" name="Google Shape;58;p15"/>
          <p:cNvCxnSpPr/>
          <p:nvPr/>
        </p:nvCxnSpPr>
        <p:spPr>
          <a:xfrm>
            <a:off x="865586" y="1777749"/>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7240990" y="88100"/>
              <a:ext cx="1337400" cy="403500"/>
              <a:chOff x="3235750" y="88250"/>
              <a:chExt cx="1337400" cy="403500"/>
            </a:xfrm>
          </p:grpSpPr>
          <p:sp>
            <p:nvSpPr>
              <p:cNvPr id="62" name="Google Shape;62;p15"/>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69" name="Google Shape;69;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1" name="Google Shape;71;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75" name="Google Shape;75;p15"/>
          <p:cNvSpPr txBox="1"/>
          <p:nvPr/>
        </p:nvSpPr>
        <p:spPr>
          <a:xfrm>
            <a:off x="3742925" y="3561775"/>
            <a:ext cx="4405800" cy="2054700"/>
          </a:xfrm>
          <a:prstGeom prst="rect">
            <a:avLst/>
          </a:prstGeom>
          <a:noFill/>
          <a:ln>
            <a:noFill/>
          </a:ln>
        </p:spPr>
        <p:txBody>
          <a:bodyPr spcFirstLastPara="1" wrap="square" lIns="91425" tIns="91425" rIns="0" bIns="91425" anchor="ctr" anchorCtr="0">
            <a:noAutofit/>
          </a:bodyPr>
          <a:lstStyle/>
          <a:p>
            <a:pPr marL="0" marR="0" lvl="0" indent="0" algn="l" rtl="0">
              <a:lnSpc>
                <a:spcPct val="12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Prefix</a:t>
            </a:r>
            <a:r>
              <a:rPr lang="en-US" sz="1600" b="0" i="0" u="none" strike="noStrike" cap="none">
                <a:solidFill>
                  <a:srgbClr val="000000"/>
                </a:solidFill>
                <a:latin typeface="Poppins"/>
                <a:ea typeface="Poppins"/>
                <a:cs typeface="Poppins"/>
                <a:sym typeface="Poppins"/>
              </a:rPr>
              <a:t> - an affix placed before the root word to create a new word.</a:t>
            </a:r>
            <a:endParaRPr sz="1600" b="0" i="0" u="none" strike="noStrike" cap="none">
              <a:solidFill>
                <a:srgbClr val="000000"/>
              </a:solidFill>
              <a:latin typeface="Poppins"/>
              <a:ea typeface="Poppins"/>
              <a:cs typeface="Poppins"/>
              <a:sym typeface="Poppins"/>
            </a:endParaRPr>
          </a:p>
          <a:p>
            <a:pPr marL="0" marR="0" lvl="0" indent="0" algn="l" rtl="0">
              <a:lnSpc>
                <a:spcPct val="120000"/>
              </a:lnSpc>
              <a:spcBef>
                <a:spcPts val="0"/>
              </a:spcBef>
              <a:spcAft>
                <a:spcPts val="0"/>
              </a:spcAft>
              <a:buClr>
                <a:srgbClr val="000000"/>
              </a:buClr>
              <a:buSzPts val="1100"/>
              <a:buFont typeface="Arial"/>
              <a:buNone/>
            </a:pPr>
            <a:r>
              <a:rPr lang="en-US" sz="1600" b="0" i="0" u="none" strike="noStrike" cap="none">
                <a:solidFill>
                  <a:srgbClr val="000000"/>
                </a:solidFill>
                <a:latin typeface="Poppins SemiBold"/>
                <a:ea typeface="Poppins SemiBold"/>
                <a:cs typeface="Poppins SemiBold"/>
                <a:sym typeface="Poppins SemiBold"/>
              </a:rPr>
              <a:t>Suffix</a:t>
            </a:r>
            <a:r>
              <a:rPr lang="en-US" sz="1600" b="0" i="0" u="none" strike="noStrike" cap="none">
                <a:solidFill>
                  <a:srgbClr val="000000"/>
                </a:solidFill>
                <a:latin typeface="Poppins"/>
                <a:ea typeface="Poppins"/>
                <a:cs typeface="Poppins"/>
                <a:sym typeface="Poppins"/>
              </a:rPr>
              <a:t> – an affix placed after the root word to create a new word.</a:t>
            </a:r>
            <a:endParaRPr sz="1600" b="0" i="0" u="none" strike="noStrike" cap="none">
              <a:solidFill>
                <a:srgbClr val="000000"/>
              </a:solidFill>
              <a:latin typeface="Poppins"/>
              <a:ea typeface="Poppins"/>
              <a:cs typeface="Poppins"/>
              <a:sym typeface="Poppins"/>
            </a:endParaRPr>
          </a:p>
          <a:p>
            <a:pPr marL="0" marR="0" lvl="0" indent="0" algn="l" rtl="0">
              <a:lnSpc>
                <a:spcPct val="120000"/>
              </a:lnSpc>
              <a:spcBef>
                <a:spcPts val="0"/>
              </a:spcBef>
              <a:spcAft>
                <a:spcPts val="0"/>
              </a:spcAft>
              <a:buClr>
                <a:srgbClr val="000000"/>
              </a:buClr>
              <a:buSzPts val="1100"/>
              <a:buFont typeface="Arial"/>
              <a:buNone/>
            </a:pPr>
            <a:r>
              <a:rPr lang="en-US" sz="1600" b="0" i="0" u="none" strike="noStrike" cap="none">
                <a:solidFill>
                  <a:srgbClr val="000000"/>
                </a:solidFill>
                <a:latin typeface="Poppins SemiBold"/>
                <a:ea typeface="Poppins SemiBold"/>
                <a:cs typeface="Poppins SemiBold"/>
                <a:sym typeface="Poppins SemiBold"/>
              </a:rPr>
              <a:t>Verb</a:t>
            </a:r>
            <a:r>
              <a:rPr lang="en-US" sz="1600" b="0" i="0" u="none" strike="noStrike" cap="none">
                <a:solidFill>
                  <a:srgbClr val="000000"/>
                </a:solidFill>
                <a:latin typeface="Poppins"/>
                <a:ea typeface="Poppins"/>
                <a:cs typeface="Poppins"/>
                <a:sym typeface="Poppins"/>
              </a:rPr>
              <a:t> – a word used to describe an action.</a:t>
            </a:r>
            <a:endParaRPr sz="1600" b="0" i="0" u="none" strike="noStrike" cap="none">
              <a:solidFill>
                <a:srgbClr val="000000"/>
              </a:solidFill>
              <a:latin typeface="Poppins"/>
              <a:ea typeface="Poppins"/>
              <a:cs typeface="Poppins"/>
              <a:sym typeface="Poppi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6"/>
        <p:cNvGrpSpPr/>
        <p:nvPr/>
      </p:nvGrpSpPr>
      <p:grpSpPr>
        <a:xfrm>
          <a:off x="0" y="0"/>
          <a:ext cx="0" cy="0"/>
          <a:chOff x="0" y="0"/>
          <a:chExt cx="0" cy="0"/>
        </a:xfrm>
      </p:grpSpPr>
      <p:sp>
        <p:nvSpPr>
          <p:cNvPr id="77" name="Google Shape;77;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9" name="Google Shape;79;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80" name="Google Shape;80;g26b641b03cd_1_92"/>
          <p:cNvGrpSpPr/>
          <p:nvPr/>
        </p:nvGrpSpPr>
        <p:grpSpPr>
          <a:xfrm>
            <a:off x="357775" y="5983875"/>
            <a:ext cx="586800" cy="571500"/>
            <a:chOff x="662575" y="6212475"/>
            <a:chExt cx="586800" cy="571500"/>
          </a:xfrm>
        </p:grpSpPr>
        <p:sp>
          <p:nvSpPr>
            <p:cNvPr id="81" name="Google Shape;81;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3" name="Google Shape;83;g26b641b03cd_1_9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4" name="Google Shape;84;g26b641b03cd_1_92"/>
          <p:cNvGrpSpPr/>
          <p:nvPr/>
        </p:nvGrpSpPr>
        <p:grpSpPr>
          <a:xfrm>
            <a:off x="8199150" y="5983875"/>
            <a:ext cx="586800" cy="571500"/>
            <a:chOff x="7894350" y="6212475"/>
            <a:chExt cx="586800" cy="571500"/>
          </a:xfrm>
        </p:grpSpPr>
        <p:sp>
          <p:nvSpPr>
            <p:cNvPr id="85" name="Google Shape;85;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 name="Google Shape;87;g26b641b03cd_1_9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8" name="Google Shape;88;g26b641b03cd_1_92"/>
          <p:cNvGrpSpPr/>
          <p:nvPr/>
        </p:nvGrpSpPr>
        <p:grpSpPr>
          <a:xfrm>
            <a:off x="-36800" y="-52000"/>
            <a:ext cx="9236100" cy="543600"/>
            <a:chOff x="-36800" y="-52000"/>
            <a:chExt cx="9236100" cy="543600"/>
          </a:xfrm>
        </p:grpSpPr>
        <p:sp>
          <p:nvSpPr>
            <p:cNvPr id="89" name="Google Shape;89;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0" name="Google Shape;90;g26b641b03cd_1_92"/>
            <p:cNvGrpSpPr/>
            <p:nvPr/>
          </p:nvGrpSpPr>
          <p:grpSpPr>
            <a:xfrm>
              <a:off x="7240990" y="88100"/>
              <a:ext cx="1337400" cy="403500"/>
              <a:chOff x="3235750" y="88250"/>
              <a:chExt cx="1337400" cy="403500"/>
            </a:xfrm>
          </p:grpSpPr>
          <p:sp>
            <p:nvSpPr>
              <p:cNvPr id="91" name="Google Shape;91;g26b641b03cd_1_92"/>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2" name="Google Shape;92;g26b641b03cd_1_92"/>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98" name="Google Shape;98;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4"/>
        <p:cNvGrpSpPr/>
        <p:nvPr/>
      </p:nvGrpSpPr>
      <p:grpSpPr>
        <a:xfrm>
          <a:off x="0" y="0"/>
          <a:ext cx="0" cy="0"/>
          <a:chOff x="0" y="0"/>
          <a:chExt cx="0" cy="0"/>
        </a:xfrm>
      </p:grpSpPr>
      <p:sp>
        <p:nvSpPr>
          <p:cNvPr id="105" name="Google Shape;105;g26b641b03cd_0_3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7" name="Google Shape;107;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8" name="Google Shape;108;g26b641b03cd_0_3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 name="Google Shape;111;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un- prefix (verb)</a:t>
            </a:r>
            <a:endParaRPr sz="1800" b="0" i="0" u="none" strike="noStrike" cap="none">
              <a:solidFill>
                <a:srgbClr val="FFFFFF"/>
              </a:solidFill>
              <a:latin typeface="Poppins SemiBold"/>
              <a:ea typeface="Poppins SemiBold"/>
              <a:cs typeface="Poppins SemiBold"/>
              <a:sym typeface="Poppins SemiBold"/>
            </a:endParaRPr>
          </a:p>
        </p:txBody>
      </p:sp>
      <p:sp>
        <p:nvSpPr>
          <p:cNvPr id="112" name="Google Shape;112;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Week 6 - Wednesday</a:t>
            </a:r>
            <a:endParaRPr sz="1800" b="0" i="0" u="none" strike="noStrike" cap="none">
              <a:solidFill>
                <a:srgbClr val="E82625"/>
              </a:solidFill>
              <a:latin typeface="Poppins Medium"/>
              <a:ea typeface="Poppins Medium"/>
              <a:cs typeface="Poppins Medium"/>
              <a:sym typeface="Poppins Medium"/>
            </a:endParaRPr>
          </a:p>
        </p:txBody>
      </p:sp>
      <p:sp>
        <p:nvSpPr>
          <p:cNvPr id="113" name="Google Shape;113;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Lesson 28</a:t>
            </a:r>
            <a:endParaRPr sz="1800" b="0" i="0" u="none" strike="noStrike" cap="none">
              <a:solidFill>
                <a:srgbClr val="E82625"/>
              </a:solidFill>
              <a:latin typeface="Poppins Medium"/>
              <a:ea typeface="Poppins Medium"/>
              <a:cs typeface="Poppins Medium"/>
              <a:sym typeface="Poppins Medium"/>
            </a:endParaRPr>
          </a:p>
        </p:txBody>
      </p:sp>
      <p:sp>
        <p:nvSpPr>
          <p:cNvPr id="114" name="Google Shape;114;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
        <p:nvSpPr>
          <p:cNvPr id="115" name="Google Shape;115;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6" name="Google Shape;116;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7" name="Google Shape;117;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E82625"/>
              </a:buClr>
              <a:buSzPts val="3200"/>
              <a:buFont typeface="Poppins Medium"/>
              <a:buNone/>
              <a:defRPr sz="3200">
                <a:solidFill>
                  <a:srgbClr val="E82625"/>
                </a:solidFill>
                <a:latin typeface="Poppins Medium"/>
                <a:ea typeface="Poppins Medium"/>
                <a:cs typeface="Poppins Medium"/>
                <a:sym typeface="Poppins Medium"/>
              </a:defRPr>
            </a:lvl1pPr>
            <a:lvl2pPr lvl="1" algn="ctr">
              <a:lnSpc>
                <a:spcPct val="100000"/>
              </a:lnSpc>
              <a:spcBef>
                <a:spcPts val="0"/>
              </a:spcBef>
              <a:spcAft>
                <a:spcPts val="0"/>
              </a:spcAft>
              <a:buClr>
                <a:srgbClr val="E82625"/>
              </a:buClr>
              <a:buSzPts val="3600"/>
              <a:buNone/>
              <a:defRPr sz="3600">
                <a:solidFill>
                  <a:srgbClr val="E82625"/>
                </a:solidFill>
              </a:defRPr>
            </a:lvl2pPr>
            <a:lvl3pPr lvl="2" algn="ctr">
              <a:lnSpc>
                <a:spcPct val="100000"/>
              </a:lnSpc>
              <a:spcBef>
                <a:spcPts val="0"/>
              </a:spcBef>
              <a:spcAft>
                <a:spcPts val="0"/>
              </a:spcAft>
              <a:buClr>
                <a:srgbClr val="E82625"/>
              </a:buClr>
              <a:buSzPts val="3600"/>
              <a:buNone/>
              <a:defRPr sz="3600">
                <a:solidFill>
                  <a:srgbClr val="E82625"/>
                </a:solidFill>
              </a:defRPr>
            </a:lvl3pPr>
            <a:lvl4pPr lvl="3" algn="ctr">
              <a:lnSpc>
                <a:spcPct val="100000"/>
              </a:lnSpc>
              <a:spcBef>
                <a:spcPts val="0"/>
              </a:spcBef>
              <a:spcAft>
                <a:spcPts val="0"/>
              </a:spcAft>
              <a:buClr>
                <a:srgbClr val="E82625"/>
              </a:buClr>
              <a:buSzPts val="3600"/>
              <a:buNone/>
              <a:defRPr sz="3600">
                <a:solidFill>
                  <a:srgbClr val="E82625"/>
                </a:solidFill>
              </a:defRPr>
            </a:lvl4pPr>
            <a:lvl5pPr lvl="4" algn="ctr">
              <a:lnSpc>
                <a:spcPct val="100000"/>
              </a:lnSpc>
              <a:spcBef>
                <a:spcPts val="0"/>
              </a:spcBef>
              <a:spcAft>
                <a:spcPts val="0"/>
              </a:spcAft>
              <a:buClr>
                <a:srgbClr val="E82625"/>
              </a:buClr>
              <a:buSzPts val="3600"/>
              <a:buNone/>
              <a:defRPr sz="3600">
                <a:solidFill>
                  <a:srgbClr val="E82625"/>
                </a:solidFill>
              </a:defRPr>
            </a:lvl5pPr>
            <a:lvl6pPr lvl="5" algn="ctr">
              <a:lnSpc>
                <a:spcPct val="100000"/>
              </a:lnSpc>
              <a:spcBef>
                <a:spcPts val="0"/>
              </a:spcBef>
              <a:spcAft>
                <a:spcPts val="0"/>
              </a:spcAft>
              <a:buClr>
                <a:srgbClr val="E82625"/>
              </a:buClr>
              <a:buSzPts val="3600"/>
              <a:buNone/>
              <a:defRPr sz="3600">
                <a:solidFill>
                  <a:srgbClr val="E82625"/>
                </a:solidFill>
              </a:defRPr>
            </a:lvl6pPr>
            <a:lvl7pPr lvl="6" algn="ctr">
              <a:lnSpc>
                <a:spcPct val="100000"/>
              </a:lnSpc>
              <a:spcBef>
                <a:spcPts val="0"/>
              </a:spcBef>
              <a:spcAft>
                <a:spcPts val="0"/>
              </a:spcAft>
              <a:buClr>
                <a:srgbClr val="E82625"/>
              </a:buClr>
              <a:buSzPts val="3600"/>
              <a:buNone/>
              <a:defRPr sz="3600">
                <a:solidFill>
                  <a:srgbClr val="E82625"/>
                </a:solidFill>
              </a:defRPr>
            </a:lvl7pPr>
            <a:lvl8pPr lvl="7" algn="ctr">
              <a:lnSpc>
                <a:spcPct val="100000"/>
              </a:lnSpc>
              <a:spcBef>
                <a:spcPts val="0"/>
              </a:spcBef>
              <a:spcAft>
                <a:spcPts val="0"/>
              </a:spcAft>
              <a:buClr>
                <a:srgbClr val="E82625"/>
              </a:buClr>
              <a:buSzPts val="3600"/>
              <a:buNone/>
              <a:defRPr sz="3600">
                <a:solidFill>
                  <a:srgbClr val="E82625"/>
                </a:solidFill>
              </a:defRPr>
            </a:lvl8pPr>
            <a:lvl9pPr lvl="8" algn="ctr">
              <a:lnSpc>
                <a:spcPct val="100000"/>
              </a:lnSpc>
              <a:spcBef>
                <a:spcPts val="0"/>
              </a:spcBef>
              <a:spcAft>
                <a:spcPts val="0"/>
              </a:spcAft>
              <a:buClr>
                <a:srgbClr val="E82625"/>
              </a:buClr>
              <a:buSzPts val="3600"/>
              <a:buNone/>
              <a:defRPr sz="3600">
                <a:solidFill>
                  <a:srgbClr val="E82625"/>
                </a:solidFill>
              </a:defRPr>
            </a:lvl9pPr>
          </a:lstStyle>
          <a:p>
            <a:endParaRPr/>
          </a:p>
        </p:txBody>
      </p:sp>
      <p:sp>
        <p:nvSpPr>
          <p:cNvPr id="118" name="Google Shape;118;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9" name="Google Shape;119;g26b641b03cd_0_33"/>
          <p:cNvGrpSpPr/>
          <p:nvPr/>
        </p:nvGrpSpPr>
        <p:grpSpPr>
          <a:xfrm>
            <a:off x="662575" y="6212475"/>
            <a:ext cx="586800" cy="571500"/>
            <a:chOff x="662575" y="6212475"/>
            <a:chExt cx="586800" cy="571500"/>
          </a:xfrm>
        </p:grpSpPr>
        <p:sp>
          <p:nvSpPr>
            <p:cNvPr id="120" name="Google Shape;120;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2" name="Google Shape;122;g26b641b03cd_0_3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3" name="Google Shape;123;g26b641b03cd_0_33"/>
          <p:cNvGrpSpPr/>
          <p:nvPr/>
        </p:nvGrpSpPr>
        <p:grpSpPr>
          <a:xfrm>
            <a:off x="7894350" y="6212475"/>
            <a:ext cx="586800" cy="571500"/>
            <a:chOff x="7894350" y="6212475"/>
            <a:chExt cx="586800" cy="571500"/>
          </a:xfrm>
        </p:grpSpPr>
        <p:sp>
          <p:nvSpPr>
            <p:cNvPr id="124" name="Google Shape;124;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6" name="Google Shape;126;g26b641b03cd_0_3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End of Session</a:t>
            </a:r>
            <a:endParaRPr sz="3200" b="0" i="0" u="none" strike="noStrike" cap="none">
              <a:solidFill>
                <a:srgbClr val="E8262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7240990" y="88100"/>
              <a:ext cx="1337400" cy="403500"/>
              <a:chOff x="3235750" y="88250"/>
              <a:chExt cx="1337400" cy="403500"/>
            </a:xfrm>
          </p:grpSpPr>
          <p:sp>
            <p:nvSpPr>
              <p:cNvPr id="174" name="Google Shape;174;g26b641b03cd_0_260"/>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79" name="Google Shape;179;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0" name="Google Shape;180;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181" name="Google Shape;181;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3" name="Google Shape;183;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4" name="Google Shape;184;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00" name="Google Shape;200;g2c235dd0dad_1_87"/>
          <p:cNvGrpSpPr/>
          <p:nvPr/>
        </p:nvGrpSpPr>
        <p:grpSpPr>
          <a:xfrm>
            <a:off x="662575" y="6212475"/>
            <a:ext cx="586800" cy="571500"/>
            <a:chOff x="662575" y="6212475"/>
            <a:chExt cx="586800" cy="571500"/>
          </a:xfrm>
        </p:grpSpPr>
        <p:sp>
          <p:nvSpPr>
            <p:cNvPr id="201" name="Google Shape;20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2" name="Google Shape;202;g2c235dd0dad_1_8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3" name="Google Shape;203;g2c235dd0dad_1_8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04" name="Google Shape;204;g2c235dd0dad_1_87"/>
          <p:cNvGrpSpPr/>
          <p:nvPr/>
        </p:nvGrpSpPr>
        <p:grpSpPr>
          <a:xfrm>
            <a:off x="7894350" y="6212475"/>
            <a:ext cx="586800" cy="571500"/>
            <a:chOff x="7894350" y="6212475"/>
            <a:chExt cx="586800" cy="571500"/>
          </a:xfrm>
        </p:grpSpPr>
        <p:sp>
          <p:nvSpPr>
            <p:cNvPr id="205" name="Google Shape;20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6" name="Google Shape;206;g2c235dd0dad_1_8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7" name="Google Shape;207;g2c235dd0dad_1_8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8" name="Google Shape;208;g2c235dd0dad_1_8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9" name="Google Shape;209;g2c235dd0dad_1_8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10" name="Google Shape;210;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1" name="Google Shape;211;g2c235dd0dad_1_8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4" name="Google Shape;214;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15" name="Google Shape;215;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16" name="Google Shape;216;g2c235dd0dad_1_8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17" name="Google Shape;217;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29" name="Google Shape;229;g1f3daf8a844_0_32"/>
          <p:cNvGrpSpPr/>
          <p:nvPr/>
        </p:nvGrpSpPr>
        <p:grpSpPr>
          <a:xfrm>
            <a:off x="662575" y="6212475"/>
            <a:ext cx="586800" cy="571500"/>
            <a:chOff x="662575" y="6212475"/>
            <a:chExt cx="586800" cy="571500"/>
          </a:xfrm>
        </p:grpSpPr>
        <p:sp>
          <p:nvSpPr>
            <p:cNvPr id="230" name="Google Shape;23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1" name="Google Shape;231;g1f3daf8a844_0_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2" name="Google Shape;232;g1f3daf8a844_0_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3" name="Google Shape;233;g1f3daf8a844_0_32"/>
          <p:cNvGrpSpPr/>
          <p:nvPr/>
        </p:nvGrpSpPr>
        <p:grpSpPr>
          <a:xfrm>
            <a:off x="7894350" y="6212475"/>
            <a:ext cx="586800" cy="571500"/>
            <a:chOff x="7894350" y="6212475"/>
            <a:chExt cx="586800" cy="571500"/>
          </a:xfrm>
        </p:grpSpPr>
        <p:sp>
          <p:nvSpPr>
            <p:cNvPr id="234" name="Google Shape;23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5" name="Google Shape;235;g1f3daf8a844_0_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6" name="Google Shape;236;g1f3daf8a844_0_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7" name="Google Shape;237;g1f3daf8a844_0_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8" name="Google Shape;238;g1f3daf8a844_0_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9" name="Google Shape;239;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0" name="Google Shape;240;g1f3daf8a844_0_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3" name="Google Shape;243;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44" name="Google Shape;244;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45" name="Google Shape;245;g1f3daf8a844_0_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46" name="Google Shape;246;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Quickwrite</a:t>
            </a:r>
            <a:endParaRPr sz="3000" b="0" i="0" u="none" strike="noStrike" cap="none">
              <a:solidFill>
                <a:srgbClr val="E8262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57" name="Google Shape;257;g2c157a2fb06_0_53"/>
          <p:cNvGrpSpPr/>
          <p:nvPr/>
        </p:nvGrpSpPr>
        <p:grpSpPr>
          <a:xfrm>
            <a:off x="662575" y="6212475"/>
            <a:ext cx="586800" cy="571500"/>
            <a:chOff x="662575" y="6212475"/>
            <a:chExt cx="586800" cy="571500"/>
          </a:xfrm>
        </p:grpSpPr>
        <p:sp>
          <p:nvSpPr>
            <p:cNvPr id="258" name="Google Shape;25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9" name="Google Shape;259;g2c157a2fb06_0_5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2c157a2fb06_0_5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1" name="Google Shape;261;g2c157a2fb06_0_53"/>
          <p:cNvGrpSpPr/>
          <p:nvPr/>
        </p:nvGrpSpPr>
        <p:grpSpPr>
          <a:xfrm>
            <a:off x="7894350" y="6212475"/>
            <a:ext cx="586800" cy="571500"/>
            <a:chOff x="7894350" y="6212475"/>
            <a:chExt cx="586800" cy="571500"/>
          </a:xfrm>
        </p:grpSpPr>
        <p:sp>
          <p:nvSpPr>
            <p:cNvPr id="262" name="Google Shape;26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3" name="Google Shape;263;g2c157a2fb06_0_5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4" name="Google Shape;264;g2c157a2fb06_0_5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65" name="Google Shape;265;g2c157a2fb06_0_5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6" name="Google Shape;266;g2c157a2fb06_0_5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67" name="Google Shape;267;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8" name="Google Shape;268;g2c157a2fb06_0_5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1" name="Google Shape;271;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72" name="Google Shape;272;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73" name="Google Shape;273;g2c157a2fb06_0_5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74" name="Google Shape;274;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Full Circle</a:t>
            </a:r>
            <a:endParaRPr sz="3000" b="0" i="0" u="none" strike="noStrike" cap="none">
              <a:solidFill>
                <a:srgbClr val="E8262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285" name="Google Shape;285;g2c157a2fb06_0_158"/>
          <p:cNvGrpSpPr/>
          <p:nvPr/>
        </p:nvGrpSpPr>
        <p:grpSpPr>
          <a:xfrm>
            <a:off x="662575" y="6212475"/>
            <a:ext cx="586800" cy="571500"/>
            <a:chOff x="662575" y="6212475"/>
            <a:chExt cx="586800" cy="571500"/>
          </a:xfrm>
        </p:grpSpPr>
        <p:sp>
          <p:nvSpPr>
            <p:cNvPr id="286" name="Google Shape;28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7" name="Google Shape;287;g2c157a2fb06_0_15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15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9" name="Google Shape;289;g2c157a2fb06_0_158"/>
          <p:cNvGrpSpPr/>
          <p:nvPr/>
        </p:nvGrpSpPr>
        <p:grpSpPr>
          <a:xfrm>
            <a:off x="7894350" y="6212475"/>
            <a:ext cx="586800" cy="571500"/>
            <a:chOff x="7894350" y="6212475"/>
            <a:chExt cx="586800" cy="571500"/>
          </a:xfrm>
        </p:grpSpPr>
        <p:sp>
          <p:nvSpPr>
            <p:cNvPr id="290" name="Google Shape;29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15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15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93" name="Google Shape;293;g2c157a2fb06_0_15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15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5" name="Google Shape;295;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6" name="Google Shape;296;g2c157a2fb06_0_15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9" name="Google Shape;299;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00" name="Google Shape;300;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01" name="Google Shape;301;g2c157a2fb06_0_15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02" name="Google Shape;302;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Picture Match</a:t>
            </a:r>
            <a:endParaRPr sz="3000" b="0" i="0" u="none" strike="noStrike" cap="none">
              <a:solidFill>
                <a:srgbClr val="E8262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16" name="Google Shape;316;g2c157a2fb06_0_263"/>
          <p:cNvGrpSpPr/>
          <p:nvPr/>
        </p:nvGrpSpPr>
        <p:grpSpPr>
          <a:xfrm>
            <a:off x="662575" y="6212475"/>
            <a:ext cx="586800" cy="571500"/>
            <a:chOff x="662575" y="6212475"/>
            <a:chExt cx="586800" cy="571500"/>
          </a:xfrm>
        </p:grpSpPr>
        <p:sp>
          <p:nvSpPr>
            <p:cNvPr id="317" name="Google Shape;31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26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26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0" name="Google Shape;320;g2c157a2fb06_0_263"/>
          <p:cNvGrpSpPr/>
          <p:nvPr/>
        </p:nvGrpSpPr>
        <p:grpSpPr>
          <a:xfrm>
            <a:off x="7894350" y="6212475"/>
            <a:ext cx="586800" cy="571500"/>
            <a:chOff x="7894350" y="6212475"/>
            <a:chExt cx="586800" cy="571500"/>
          </a:xfrm>
        </p:grpSpPr>
        <p:sp>
          <p:nvSpPr>
            <p:cNvPr id="321" name="Google Shape;32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26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26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24" name="Google Shape;324;g2c157a2fb06_0_26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26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6" name="Google Shape;326;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7" name="Google Shape;327;g2c157a2fb06_0_26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0" name="Google Shape;330;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31" name="Google Shape;331;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32" name="Google Shape;332;g2c157a2fb06_0_26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33" name="Google Shape;333;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Caption</a:t>
            </a:r>
            <a:endParaRPr sz="3000" b="0" i="0" u="none" strike="noStrike" cap="none">
              <a:solidFill>
                <a:srgbClr val="E8262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2" name="Google Shape;342;g2c157a2fb06_0_467"/>
          <p:cNvGrpSpPr/>
          <p:nvPr/>
        </p:nvGrpSpPr>
        <p:grpSpPr>
          <a:xfrm>
            <a:off x="662575" y="6212475"/>
            <a:ext cx="586800" cy="571500"/>
            <a:chOff x="662575" y="6212475"/>
            <a:chExt cx="586800" cy="571500"/>
          </a:xfrm>
        </p:grpSpPr>
        <p:sp>
          <p:nvSpPr>
            <p:cNvPr id="343" name="Google Shape;34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46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46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6" name="Google Shape;346;g2c157a2fb06_0_467"/>
          <p:cNvGrpSpPr/>
          <p:nvPr/>
        </p:nvGrpSpPr>
        <p:grpSpPr>
          <a:xfrm>
            <a:off x="7894350" y="6212475"/>
            <a:ext cx="586800" cy="571500"/>
            <a:chOff x="7894350" y="6212475"/>
            <a:chExt cx="586800" cy="571500"/>
          </a:xfrm>
        </p:grpSpPr>
        <p:sp>
          <p:nvSpPr>
            <p:cNvPr id="347" name="Google Shape;34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46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46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50" name="Google Shape;350;g2c157a2fb06_0_46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46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2" name="Google Shape;352;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3" name="Google Shape;353;g2c157a2fb06_0_46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6" name="Google Shape;356;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57" name="Google Shape;357;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58" name="Google Shape;358;g2c157a2fb06_0_46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59" name="Google Shape;359;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Caption</a:t>
            </a:r>
            <a:endParaRPr sz="3000" b="0" i="0" u="none" strike="noStrike" cap="none">
              <a:solidFill>
                <a:srgbClr val="E8262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8" name="Google Shape;368;g2c157a2fb06_0_629"/>
          <p:cNvGrpSpPr/>
          <p:nvPr/>
        </p:nvGrpSpPr>
        <p:grpSpPr>
          <a:xfrm>
            <a:off x="662575" y="6212475"/>
            <a:ext cx="586800" cy="571500"/>
            <a:chOff x="662575" y="6212475"/>
            <a:chExt cx="586800" cy="571500"/>
          </a:xfrm>
        </p:grpSpPr>
        <p:sp>
          <p:nvSpPr>
            <p:cNvPr id="369" name="Google Shape;36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629">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629">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2" name="Google Shape;372;g2c157a2fb06_0_629"/>
          <p:cNvGrpSpPr/>
          <p:nvPr/>
        </p:nvGrpSpPr>
        <p:grpSpPr>
          <a:xfrm>
            <a:off x="7894350" y="6212475"/>
            <a:ext cx="586800" cy="571500"/>
            <a:chOff x="7894350" y="6212475"/>
            <a:chExt cx="586800" cy="571500"/>
          </a:xfrm>
        </p:grpSpPr>
        <p:sp>
          <p:nvSpPr>
            <p:cNvPr id="373" name="Google Shape;37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629">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629">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6" name="Google Shape;376;g2c157a2fb06_0_629"/>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629"/>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8" name="Google Shape;378;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9" name="Google Shape;379;g2c157a2fb06_0_629"/>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2" name="Google Shape;382;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83" name="Google Shape;383;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84" name="Google Shape;384;g2c157a2fb06_0_629"/>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85" name="Google Shape;385;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Sentence</a:t>
            </a:r>
            <a:endParaRPr sz="3000" b="0" i="0" u="none" strike="noStrike" cap="none">
              <a:solidFill>
                <a:srgbClr val="E8262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5" name="Google Shape;395;g2c157a2fb06_0_798"/>
          <p:cNvGrpSpPr/>
          <p:nvPr/>
        </p:nvGrpSpPr>
        <p:grpSpPr>
          <a:xfrm>
            <a:off x="662575" y="6212475"/>
            <a:ext cx="586800" cy="571500"/>
            <a:chOff x="662575" y="6212475"/>
            <a:chExt cx="586800" cy="571500"/>
          </a:xfrm>
        </p:grpSpPr>
        <p:sp>
          <p:nvSpPr>
            <p:cNvPr id="396" name="Google Shape;39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79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79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9" name="Google Shape;399;g2c157a2fb06_0_798"/>
          <p:cNvGrpSpPr/>
          <p:nvPr/>
        </p:nvGrpSpPr>
        <p:grpSpPr>
          <a:xfrm>
            <a:off x="7894350" y="6212475"/>
            <a:ext cx="586800" cy="571500"/>
            <a:chOff x="7894350" y="6212475"/>
            <a:chExt cx="586800" cy="571500"/>
          </a:xfrm>
        </p:grpSpPr>
        <p:sp>
          <p:nvSpPr>
            <p:cNvPr id="400" name="Google Shape;40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79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2c157a2fb06_0_79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3" name="Google Shape;403;g2c157a2fb06_0_79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4" name="Google Shape;404;g2c157a2fb06_0_79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5" name="Google Shape;405;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6" name="Google Shape;406;g2c157a2fb06_0_79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9" name="Google Shape;409;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10" name="Google Shape;410;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11" name="Google Shape;411;g2c157a2fb06_0_79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12" name="Google Shape;412;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Sentence</a:t>
            </a:r>
            <a:endParaRPr sz="3000" b="0" i="0" u="none" strike="noStrike" cap="none">
              <a:solidFill>
                <a:srgbClr val="E8262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2" name="Google Shape;422;g2c157a2fb06_0_825"/>
          <p:cNvGrpSpPr/>
          <p:nvPr/>
        </p:nvGrpSpPr>
        <p:grpSpPr>
          <a:xfrm>
            <a:off x="662575" y="6212475"/>
            <a:ext cx="586800" cy="571500"/>
            <a:chOff x="662575" y="6212475"/>
            <a:chExt cx="586800" cy="571500"/>
          </a:xfrm>
        </p:grpSpPr>
        <p:sp>
          <p:nvSpPr>
            <p:cNvPr id="423" name="Google Shape;42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82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5" name="Google Shape;425;g2c157a2fb06_0_82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6" name="Google Shape;426;g2c157a2fb06_0_825"/>
          <p:cNvGrpSpPr/>
          <p:nvPr/>
        </p:nvGrpSpPr>
        <p:grpSpPr>
          <a:xfrm>
            <a:off x="7894350" y="6212475"/>
            <a:ext cx="586800" cy="571500"/>
            <a:chOff x="7894350" y="6212475"/>
            <a:chExt cx="586800" cy="571500"/>
          </a:xfrm>
        </p:grpSpPr>
        <p:sp>
          <p:nvSpPr>
            <p:cNvPr id="427" name="Google Shape;42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82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9" name="Google Shape;429;g2c157a2fb06_0_82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0" name="Google Shape;430;g2c157a2fb06_0_82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82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2" name="Google Shape;43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3" name="Google Shape;433;g2c157a2fb06_0_82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6" name="Google Shape;436;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37" name="Google Shape;437;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38" name="Google Shape;438;g2c157a2fb06_0_82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39" name="Google Shape;439;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Hands Up, Pair Up</a:t>
            </a:r>
            <a:endParaRPr sz="3000" b="0" i="0" u="none" strike="noStrike" cap="none">
              <a:solidFill>
                <a:srgbClr val="E8262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61" name="Google Shape;461;g2c157a2fb06_0_700"/>
          <p:cNvGrpSpPr/>
          <p:nvPr/>
        </p:nvGrpSpPr>
        <p:grpSpPr>
          <a:xfrm>
            <a:off x="662575" y="6212475"/>
            <a:ext cx="586800" cy="571500"/>
            <a:chOff x="662575" y="6212475"/>
            <a:chExt cx="586800" cy="571500"/>
          </a:xfrm>
        </p:grpSpPr>
        <p:sp>
          <p:nvSpPr>
            <p:cNvPr id="462" name="Google Shape;46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3" name="Google Shape;463;g2c157a2fb06_0_70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70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5" name="Google Shape;465;g2c157a2fb06_0_700"/>
          <p:cNvGrpSpPr/>
          <p:nvPr/>
        </p:nvGrpSpPr>
        <p:grpSpPr>
          <a:xfrm>
            <a:off x="7894350" y="6212475"/>
            <a:ext cx="586800" cy="571500"/>
            <a:chOff x="7894350" y="6212475"/>
            <a:chExt cx="586800" cy="571500"/>
          </a:xfrm>
        </p:grpSpPr>
        <p:sp>
          <p:nvSpPr>
            <p:cNvPr id="466" name="Google Shape;46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8" name="Google Shape;468;g2c157a2fb06_0_70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69" name="Google Shape;469;g2c157a2fb06_0_70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71" name="Google Shape;471;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2" name="Google Shape;472;g2c157a2fb06_0_70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76" name="Google Shape;476;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77" name="Google Shape;477;g2c157a2fb06_0_70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78" name="Google Shape;478;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Bingo</a:t>
            </a:r>
            <a:endParaRPr sz="3000" b="0" i="0" u="none" strike="noStrike" cap="none">
              <a:solidFill>
                <a:srgbClr val="E8262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00" name="Google Shape;500;g2c157a2fb06_0_932"/>
          <p:cNvGrpSpPr/>
          <p:nvPr/>
        </p:nvGrpSpPr>
        <p:grpSpPr>
          <a:xfrm>
            <a:off x="662575" y="6212475"/>
            <a:ext cx="586800" cy="571500"/>
            <a:chOff x="662575" y="6212475"/>
            <a:chExt cx="586800" cy="571500"/>
          </a:xfrm>
        </p:grpSpPr>
        <p:sp>
          <p:nvSpPr>
            <p:cNvPr id="501" name="Google Shape;50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9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9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4" name="Google Shape;504;g2c157a2fb06_0_932"/>
          <p:cNvGrpSpPr/>
          <p:nvPr/>
        </p:nvGrpSpPr>
        <p:grpSpPr>
          <a:xfrm>
            <a:off x="7894350" y="6212475"/>
            <a:ext cx="586800" cy="571500"/>
            <a:chOff x="7894350" y="6212475"/>
            <a:chExt cx="586800" cy="571500"/>
          </a:xfrm>
        </p:grpSpPr>
        <p:sp>
          <p:nvSpPr>
            <p:cNvPr id="505" name="Google Shape;50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9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9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08" name="Google Shape;508;g2c157a2fb06_0_9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9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10" name="Google Shape;510;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1" name="Google Shape;511;g2c157a2fb06_0_9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4" name="Google Shape;514;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15" name="Google Shape;515;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16" name="Google Shape;516;g2c157a2fb06_0_9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17" name="Google Shape;517;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Lucky Dip</a:t>
            </a:r>
            <a:endParaRPr sz="3000" b="0" i="0" u="none" strike="noStrike" cap="none">
              <a:solidFill>
                <a:srgbClr val="E8262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36" name="Google Shape;536;g2c157a2fb06_0_1045"/>
          <p:cNvGrpSpPr/>
          <p:nvPr/>
        </p:nvGrpSpPr>
        <p:grpSpPr>
          <a:xfrm>
            <a:off x="662575" y="6212475"/>
            <a:ext cx="586800" cy="571500"/>
            <a:chOff x="662575" y="6212475"/>
            <a:chExt cx="586800" cy="571500"/>
          </a:xfrm>
        </p:grpSpPr>
        <p:sp>
          <p:nvSpPr>
            <p:cNvPr id="537" name="Google Shape;53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104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0" name="Google Shape;540;g2c157a2fb06_0_1045"/>
          <p:cNvGrpSpPr/>
          <p:nvPr/>
        </p:nvGrpSpPr>
        <p:grpSpPr>
          <a:xfrm>
            <a:off x="7894350" y="6212475"/>
            <a:ext cx="586800" cy="571500"/>
            <a:chOff x="7894350" y="6212475"/>
            <a:chExt cx="586800" cy="571500"/>
          </a:xfrm>
        </p:grpSpPr>
        <p:sp>
          <p:nvSpPr>
            <p:cNvPr id="541" name="Google Shape;54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104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3" name="Google Shape;543;g2c157a2fb06_0_104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44" name="Google Shape;544;g2c157a2fb06_0_104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104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46" name="Google Shape;546;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7" name="Google Shape;547;g2c157a2fb06_0_104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0" name="Google Shape;550;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51" name="Google Shape;551;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52" name="Google Shape;552;g2c157a2fb06_0_104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53" name="Google Shape;553;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Countdown</a:t>
            </a:r>
            <a:endParaRPr sz="3000" b="0" i="0" u="none" strike="noStrike" cap="none">
              <a:solidFill>
                <a:srgbClr val="E8262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5" name="Google Shape;575;g2c157a2fb06_0_1110"/>
          <p:cNvGrpSpPr/>
          <p:nvPr/>
        </p:nvGrpSpPr>
        <p:grpSpPr>
          <a:xfrm>
            <a:off x="662575" y="6212475"/>
            <a:ext cx="586800" cy="571500"/>
            <a:chOff x="662575" y="6212475"/>
            <a:chExt cx="586800" cy="571500"/>
          </a:xfrm>
        </p:grpSpPr>
        <p:sp>
          <p:nvSpPr>
            <p:cNvPr id="576" name="Google Shape;57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11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11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9" name="Google Shape;579;g2c157a2fb06_0_1110"/>
          <p:cNvGrpSpPr/>
          <p:nvPr/>
        </p:nvGrpSpPr>
        <p:grpSpPr>
          <a:xfrm>
            <a:off x="7894350" y="6212475"/>
            <a:ext cx="586800" cy="571500"/>
            <a:chOff x="7894350" y="6212475"/>
            <a:chExt cx="586800" cy="571500"/>
          </a:xfrm>
        </p:grpSpPr>
        <p:sp>
          <p:nvSpPr>
            <p:cNvPr id="580" name="Google Shape;58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111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11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83" name="Google Shape;583;g2c157a2fb06_0_111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4" name="Google Shape;584;g2c157a2fb06_0_111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85" name="Google Shape;585;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6" name="Google Shape;586;g2c157a2fb06_0_111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9" name="Google Shape;589;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90" name="Google Shape;590;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91" name="Google Shape;591;g2c157a2fb06_0_111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92" name="Google Shape;592;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21" Type="http://schemas.openxmlformats.org/officeDocument/2006/relationships/image" Target="../media/image23.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5" Type="http://schemas.openxmlformats.org/officeDocument/2006/relationships/image" Target="../media/image27.png"/><Relationship Id="rId2" Type="http://schemas.openxmlformats.org/officeDocument/2006/relationships/notesSlide" Target="../notesSlides/notesSlide3.xml"/><Relationship Id="rId16" Type="http://schemas.openxmlformats.org/officeDocument/2006/relationships/image" Target="../media/image18.png"/><Relationship Id="rId20" Type="http://schemas.openxmlformats.org/officeDocument/2006/relationships/image" Target="../media/image22.png"/><Relationship Id="rId1" Type="http://schemas.openxmlformats.org/officeDocument/2006/relationships/slideLayout" Target="../slideLayouts/slideLayout3.xml"/><Relationship Id="rId6" Type="http://schemas.openxmlformats.org/officeDocument/2006/relationships/image" Target="../media/image8.png"/><Relationship Id="rId11" Type="http://schemas.openxmlformats.org/officeDocument/2006/relationships/image" Target="../media/image13.png"/><Relationship Id="rId24" Type="http://schemas.openxmlformats.org/officeDocument/2006/relationships/image" Target="../media/image26.png"/><Relationship Id="rId5" Type="http://schemas.openxmlformats.org/officeDocument/2006/relationships/image" Target="../media/image7.png"/><Relationship Id="rId15" Type="http://schemas.openxmlformats.org/officeDocument/2006/relationships/image" Target="../media/image17.png"/><Relationship Id="rId23" Type="http://schemas.openxmlformats.org/officeDocument/2006/relationships/image" Target="../media/image25.png"/><Relationship Id="rId10" Type="http://schemas.openxmlformats.org/officeDocument/2006/relationships/image" Target="../media/image12.png"/><Relationship Id="rId19" Type="http://schemas.openxmlformats.org/officeDocument/2006/relationships/image" Target="../media/image21.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 Id="rId22" Type="http://schemas.openxmlformats.org/officeDocument/2006/relationships/image" Target="../media/image24.png"/></Relationships>
</file>

<file path=ppt/slides/_rels/slide4.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43.png"/><Relationship Id="rId26" Type="http://schemas.openxmlformats.org/officeDocument/2006/relationships/image" Target="../media/image51.png"/><Relationship Id="rId3" Type="http://schemas.openxmlformats.org/officeDocument/2006/relationships/image" Target="../media/image28.png"/><Relationship Id="rId21" Type="http://schemas.openxmlformats.org/officeDocument/2006/relationships/image" Target="../media/image46.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5" Type="http://schemas.openxmlformats.org/officeDocument/2006/relationships/image" Target="../media/image50.png"/><Relationship Id="rId2" Type="http://schemas.openxmlformats.org/officeDocument/2006/relationships/notesSlide" Target="../notesSlides/notesSlide4.xml"/><Relationship Id="rId16" Type="http://schemas.openxmlformats.org/officeDocument/2006/relationships/image" Target="../media/image41.png"/><Relationship Id="rId20" Type="http://schemas.openxmlformats.org/officeDocument/2006/relationships/image" Target="../media/image45.png"/><Relationship Id="rId29" Type="http://schemas.openxmlformats.org/officeDocument/2006/relationships/image" Target="../media/image54.png"/><Relationship Id="rId1" Type="http://schemas.openxmlformats.org/officeDocument/2006/relationships/slideLayout" Target="../slideLayouts/slideLayout3.xml"/><Relationship Id="rId6" Type="http://schemas.openxmlformats.org/officeDocument/2006/relationships/image" Target="../media/image31.png"/><Relationship Id="rId11" Type="http://schemas.openxmlformats.org/officeDocument/2006/relationships/image" Target="../media/image36.png"/><Relationship Id="rId24" Type="http://schemas.openxmlformats.org/officeDocument/2006/relationships/image" Target="../media/image49.png"/><Relationship Id="rId5" Type="http://schemas.openxmlformats.org/officeDocument/2006/relationships/image" Target="../media/image30.png"/><Relationship Id="rId15" Type="http://schemas.openxmlformats.org/officeDocument/2006/relationships/image" Target="../media/image40.png"/><Relationship Id="rId23" Type="http://schemas.openxmlformats.org/officeDocument/2006/relationships/image" Target="../media/image48.png"/><Relationship Id="rId28" Type="http://schemas.openxmlformats.org/officeDocument/2006/relationships/image" Target="../media/image53.png"/><Relationship Id="rId10" Type="http://schemas.openxmlformats.org/officeDocument/2006/relationships/image" Target="../media/image35.png"/><Relationship Id="rId19" Type="http://schemas.openxmlformats.org/officeDocument/2006/relationships/image" Target="../media/image44.png"/><Relationship Id="rId31" Type="http://schemas.openxmlformats.org/officeDocument/2006/relationships/image" Target="../media/image56.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 Id="rId22" Type="http://schemas.openxmlformats.org/officeDocument/2006/relationships/image" Target="../media/image47.png"/><Relationship Id="rId27" Type="http://schemas.openxmlformats.org/officeDocument/2006/relationships/image" Target="../media/image52.png"/><Relationship Id="rId30" Type="http://schemas.openxmlformats.org/officeDocument/2006/relationships/image" Target="../media/image55.png"/></Relationships>
</file>

<file path=ppt/slides/_rels/slide5.xml.rels><?xml version="1.0" encoding="UTF-8" standalone="yes"?>
<Relationships xmlns="http://schemas.openxmlformats.org/package/2006/relationships"><Relationship Id="rId13" Type="http://schemas.openxmlformats.org/officeDocument/2006/relationships/image" Target="../media/image67.png"/><Relationship Id="rId18" Type="http://schemas.openxmlformats.org/officeDocument/2006/relationships/image" Target="../media/image72.png"/><Relationship Id="rId26" Type="http://schemas.openxmlformats.org/officeDocument/2006/relationships/image" Target="../media/image80.png"/><Relationship Id="rId39" Type="http://schemas.openxmlformats.org/officeDocument/2006/relationships/image" Target="../media/image93.png"/><Relationship Id="rId21" Type="http://schemas.openxmlformats.org/officeDocument/2006/relationships/image" Target="../media/image75.png"/><Relationship Id="rId34" Type="http://schemas.openxmlformats.org/officeDocument/2006/relationships/image" Target="../media/image88.png"/><Relationship Id="rId42" Type="http://schemas.openxmlformats.org/officeDocument/2006/relationships/image" Target="../media/image96.png"/><Relationship Id="rId7" Type="http://schemas.openxmlformats.org/officeDocument/2006/relationships/image" Target="../media/image61.png"/><Relationship Id="rId2" Type="http://schemas.openxmlformats.org/officeDocument/2006/relationships/notesSlide" Target="../notesSlides/notesSlide5.xml"/><Relationship Id="rId16" Type="http://schemas.openxmlformats.org/officeDocument/2006/relationships/image" Target="../media/image70.png"/><Relationship Id="rId20" Type="http://schemas.openxmlformats.org/officeDocument/2006/relationships/image" Target="../media/image74.png"/><Relationship Id="rId29" Type="http://schemas.openxmlformats.org/officeDocument/2006/relationships/image" Target="../media/image83.png"/><Relationship Id="rId41" Type="http://schemas.openxmlformats.org/officeDocument/2006/relationships/image" Target="../media/image95.png"/><Relationship Id="rId1" Type="http://schemas.openxmlformats.org/officeDocument/2006/relationships/slideLayout" Target="../slideLayouts/slideLayout3.xml"/><Relationship Id="rId6" Type="http://schemas.openxmlformats.org/officeDocument/2006/relationships/image" Target="../media/image60.png"/><Relationship Id="rId11" Type="http://schemas.openxmlformats.org/officeDocument/2006/relationships/image" Target="../media/image65.png"/><Relationship Id="rId24" Type="http://schemas.openxmlformats.org/officeDocument/2006/relationships/image" Target="../media/image78.png"/><Relationship Id="rId32" Type="http://schemas.openxmlformats.org/officeDocument/2006/relationships/image" Target="../media/image86.png"/><Relationship Id="rId37" Type="http://schemas.openxmlformats.org/officeDocument/2006/relationships/image" Target="../media/image91.png"/><Relationship Id="rId40" Type="http://schemas.openxmlformats.org/officeDocument/2006/relationships/image" Target="../media/image94.png"/><Relationship Id="rId5" Type="http://schemas.openxmlformats.org/officeDocument/2006/relationships/image" Target="../media/image59.png"/><Relationship Id="rId15" Type="http://schemas.openxmlformats.org/officeDocument/2006/relationships/image" Target="../media/image69.png"/><Relationship Id="rId23" Type="http://schemas.openxmlformats.org/officeDocument/2006/relationships/image" Target="../media/image77.png"/><Relationship Id="rId28" Type="http://schemas.openxmlformats.org/officeDocument/2006/relationships/image" Target="../media/image82.png"/><Relationship Id="rId36" Type="http://schemas.openxmlformats.org/officeDocument/2006/relationships/image" Target="../media/image90.png"/><Relationship Id="rId10" Type="http://schemas.openxmlformats.org/officeDocument/2006/relationships/image" Target="../media/image64.png"/><Relationship Id="rId19" Type="http://schemas.openxmlformats.org/officeDocument/2006/relationships/image" Target="../media/image73.png"/><Relationship Id="rId31" Type="http://schemas.openxmlformats.org/officeDocument/2006/relationships/image" Target="../media/image85.png"/><Relationship Id="rId4" Type="http://schemas.openxmlformats.org/officeDocument/2006/relationships/image" Target="../media/image58.png"/><Relationship Id="rId9" Type="http://schemas.openxmlformats.org/officeDocument/2006/relationships/image" Target="../media/image63.png"/><Relationship Id="rId14" Type="http://schemas.openxmlformats.org/officeDocument/2006/relationships/image" Target="../media/image68.png"/><Relationship Id="rId22" Type="http://schemas.openxmlformats.org/officeDocument/2006/relationships/image" Target="../media/image76.png"/><Relationship Id="rId27" Type="http://schemas.openxmlformats.org/officeDocument/2006/relationships/image" Target="../media/image81.png"/><Relationship Id="rId30" Type="http://schemas.openxmlformats.org/officeDocument/2006/relationships/image" Target="../media/image84.png"/><Relationship Id="rId35" Type="http://schemas.openxmlformats.org/officeDocument/2006/relationships/image" Target="../media/image89.png"/><Relationship Id="rId43" Type="http://schemas.openxmlformats.org/officeDocument/2006/relationships/image" Target="../media/image97.png"/><Relationship Id="rId8" Type="http://schemas.openxmlformats.org/officeDocument/2006/relationships/image" Target="../media/image62.png"/><Relationship Id="rId3" Type="http://schemas.openxmlformats.org/officeDocument/2006/relationships/image" Target="../media/image57.png"/><Relationship Id="rId12" Type="http://schemas.openxmlformats.org/officeDocument/2006/relationships/image" Target="../media/image66.png"/><Relationship Id="rId17" Type="http://schemas.openxmlformats.org/officeDocument/2006/relationships/image" Target="../media/image71.png"/><Relationship Id="rId25" Type="http://schemas.openxmlformats.org/officeDocument/2006/relationships/image" Target="../media/image79.png"/><Relationship Id="rId33" Type="http://schemas.openxmlformats.org/officeDocument/2006/relationships/image" Target="../media/image87.png"/><Relationship Id="rId38" Type="http://schemas.openxmlformats.org/officeDocument/2006/relationships/image" Target="../media/image92.png"/></Relationships>
</file>

<file path=ppt/slides/_rels/slide6.xml.rels><?xml version="1.0" encoding="UTF-8" standalone="yes"?>
<Relationships xmlns="http://schemas.openxmlformats.org/package/2006/relationships"><Relationship Id="rId13" Type="http://schemas.openxmlformats.org/officeDocument/2006/relationships/image" Target="../media/image108.png"/><Relationship Id="rId18" Type="http://schemas.openxmlformats.org/officeDocument/2006/relationships/image" Target="../media/image113.png"/><Relationship Id="rId26" Type="http://schemas.openxmlformats.org/officeDocument/2006/relationships/image" Target="../media/image121.png"/><Relationship Id="rId39" Type="http://schemas.openxmlformats.org/officeDocument/2006/relationships/image" Target="../media/image134.png"/><Relationship Id="rId21" Type="http://schemas.openxmlformats.org/officeDocument/2006/relationships/image" Target="../media/image116.png"/><Relationship Id="rId34" Type="http://schemas.openxmlformats.org/officeDocument/2006/relationships/image" Target="../media/image129.png"/><Relationship Id="rId42" Type="http://schemas.openxmlformats.org/officeDocument/2006/relationships/image" Target="../media/image137.png"/><Relationship Id="rId47" Type="http://schemas.openxmlformats.org/officeDocument/2006/relationships/image" Target="../media/image142.png"/><Relationship Id="rId7" Type="http://schemas.openxmlformats.org/officeDocument/2006/relationships/image" Target="../media/image102.png"/><Relationship Id="rId2" Type="http://schemas.openxmlformats.org/officeDocument/2006/relationships/notesSlide" Target="../notesSlides/notesSlide6.xml"/><Relationship Id="rId16" Type="http://schemas.openxmlformats.org/officeDocument/2006/relationships/image" Target="../media/image111.png"/><Relationship Id="rId29" Type="http://schemas.openxmlformats.org/officeDocument/2006/relationships/image" Target="../media/image124.png"/><Relationship Id="rId1" Type="http://schemas.openxmlformats.org/officeDocument/2006/relationships/slideLayout" Target="../slideLayouts/slideLayout3.xml"/><Relationship Id="rId6" Type="http://schemas.openxmlformats.org/officeDocument/2006/relationships/image" Target="../media/image101.png"/><Relationship Id="rId11" Type="http://schemas.openxmlformats.org/officeDocument/2006/relationships/image" Target="../media/image106.png"/><Relationship Id="rId24" Type="http://schemas.openxmlformats.org/officeDocument/2006/relationships/image" Target="../media/image119.png"/><Relationship Id="rId32" Type="http://schemas.openxmlformats.org/officeDocument/2006/relationships/image" Target="../media/image127.png"/><Relationship Id="rId37" Type="http://schemas.openxmlformats.org/officeDocument/2006/relationships/image" Target="../media/image132.png"/><Relationship Id="rId40" Type="http://schemas.openxmlformats.org/officeDocument/2006/relationships/image" Target="../media/image135.png"/><Relationship Id="rId45" Type="http://schemas.openxmlformats.org/officeDocument/2006/relationships/image" Target="../media/image140.png"/><Relationship Id="rId5" Type="http://schemas.openxmlformats.org/officeDocument/2006/relationships/image" Target="../media/image100.png"/><Relationship Id="rId15" Type="http://schemas.openxmlformats.org/officeDocument/2006/relationships/image" Target="../media/image110.png"/><Relationship Id="rId23" Type="http://schemas.openxmlformats.org/officeDocument/2006/relationships/image" Target="../media/image118.png"/><Relationship Id="rId28" Type="http://schemas.openxmlformats.org/officeDocument/2006/relationships/image" Target="../media/image123.png"/><Relationship Id="rId36" Type="http://schemas.openxmlformats.org/officeDocument/2006/relationships/image" Target="../media/image131.png"/><Relationship Id="rId10" Type="http://schemas.openxmlformats.org/officeDocument/2006/relationships/image" Target="../media/image105.png"/><Relationship Id="rId19" Type="http://schemas.openxmlformats.org/officeDocument/2006/relationships/image" Target="../media/image114.png"/><Relationship Id="rId31" Type="http://schemas.openxmlformats.org/officeDocument/2006/relationships/image" Target="../media/image126.png"/><Relationship Id="rId44" Type="http://schemas.openxmlformats.org/officeDocument/2006/relationships/image" Target="../media/image139.png"/><Relationship Id="rId4" Type="http://schemas.openxmlformats.org/officeDocument/2006/relationships/image" Target="../media/image99.png"/><Relationship Id="rId9" Type="http://schemas.openxmlformats.org/officeDocument/2006/relationships/image" Target="../media/image104.png"/><Relationship Id="rId14" Type="http://schemas.openxmlformats.org/officeDocument/2006/relationships/image" Target="../media/image109.png"/><Relationship Id="rId22" Type="http://schemas.openxmlformats.org/officeDocument/2006/relationships/image" Target="../media/image117.png"/><Relationship Id="rId27" Type="http://schemas.openxmlformats.org/officeDocument/2006/relationships/image" Target="../media/image122.png"/><Relationship Id="rId30" Type="http://schemas.openxmlformats.org/officeDocument/2006/relationships/image" Target="../media/image125.png"/><Relationship Id="rId35" Type="http://schemas.openxmlformats.org/officeDocument/2006/relationships/image" Target="../media/image130.png"/><Relationship Id="rId43" Type="http://schemas.openxmlformats.org/officeDocument/2006/relationships/image" Target="../media/image138.png"/><Relationship Id="rId8" Type="http://schemas.openxmlformats.org/officeDocument/2006/relationships/image" Target="../media/image103.png"/><Relationship Id="rId3" Type="http://schemas.openxmlformats.org/officeDocument/2006/relationships/image" Target="../media/image98.png"/><Relationship Id="rId12" Type="http://schemas.openxmlformats.org/officeDocument/2006/relationships/image" Target="../media/image107.png"/><Relationship Id="rId17" Type="http://schemas.openxmlformats.org/officeDocument/2006/relationships/image" Target="../media/image112.png"/><Relationship Id="rId25" Type="http://schemas.openxmlformats.org/officeDocument/2006/relationships/image" Target="../media/image120.png"/><Relationship Id="rId33" Type="http://schemas.openxmlformats.org/officeDocument/2006/relationships/image" Target="../media/image128.png"/><Relationship Id="rId38" Type="http://schemas.openxmlformats.org/officeDocument/2006/relationships/image" Target="../media/image133.png"/><Relationship Id="rId46" Type="http://schemas.openxmlformats.org/officeDocument/2006/relationships/image" Target="../media/image141.png"/><Relationship Id="rId20" Type="http://schemas.openxmlformats.org/officeDocument/2006/relationships/image" Target="../media/image115.png"/><Relationship Id="rId41" Type="http://schemas.openxmlformats.org/officeDocument/2006/relationships/image" Target="../media/image136.png"/></Relationships>
</file>

<file path=ppt/slides/_rels/slide7.xml.rels><?xml version="1.0" encoding="UTF-8" standalone="yes"?>
<Relationships xmlns="http://schemas.openxmlformats.org/package/2006/relationships"><Relationship Id="rId8" Type="http://schemas.openxmlformats.org/officeDocument/2006/relationships/image" Target="../media/image148.png"/><Relationship Id="rId13" Type="http://schemas.openxmlformats.org/officeDocument/2006/relationships/image" Target="../media/image153.png"/><Relationship Id="rId3" Type="http://schemas.openxmlformats.org/officeDocument/2006/relationships/image" Target="../media/image143.png"/><Relationship Id="rId7" Type="http://schemas.openxmlformats.org/officeDocument/2006/relationships/image" Target="../media/image147.png"/><Relationship Id="rId12" Type="http://schemas.openxmlformats.org/officeDocument/2006/relationships/image" Target="../media/image152.png"/><Relationship Id="rId17" Type="http://schemas.openxmlformats.org/officeDocument/2006/relationships/image" Target="../media/image157.png"/><Relationship Id="rId2" Type="http://schemas.openxmlformats.org/officeDocument/2006/relationships/notesSlide" Target="../notesSlides/notesSlide7.xml"/><Relationship Id="rId16" Type="http://schemas.openxmlformats.org/officeDocument/2006/relationships/image" Target="../media/image156.png"/><Relationship Id="rId1" Type="http://schemas.openxmlformats.org/officeDocument/2006/relationships/slideLayout" Target="../slideLayouts/slideLayout3.xml"/><Relationship Id="rId6" Type="http://schemas.openxmlformats.org/officeDocument/2006/relationships/image" Target="../media/image146.png"/><Relationship Id="rId11" Type="http://schemas.openxmlformats.org/officeDocument/2006/relationships/image" Target="../media/image151.png"/><Relationship Id="rId5" Type="http://schemas.openxmlformats.org/officeDocument/2006/relationships/image" Target="../media/image145.png"/><Relationship Id="rId15" Type="http://schemas.openxmlformats.org/officeDocument/2006/relationships/image" Target="../media/image155.png"/><Relationship Id="rId10" Type="http://schemas.openxmlformats.org/officeDocument/2006/relationships/image" Target="../media/image150.png"/><Relationship Id="rId4" Type="http://schemas.openxmlformats.org/officeDocument/2006/relationships/image" Target="../media/image144.png"/><Relationship Id="rId9" Type="http://schemas.openxmlformats.org/officeDocument/2006/relationships/image" Target="../media/image149.png"/><Relationship Id="rId14" Type="http://schemas.openxmlformats.org/officeDocument/2006/relationships/image" Target="../media/image15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160.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160.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a:t>un- prefix (verb)</a:t>
            </a:r>
            <a:endParaRPr sz="3000"/>
          </a:p>
        </p:txBody>
      </p:sp>
      <p:sp>
        <p:nvSpPr>
          <p:cNvPr id="652" name="Google Shape;652;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aphicFrame>
        <p:nvGraphicFramePr>
          <p:cNvPr id="653" name="Google Shape;653;p1"/>
          <p:cNvGraphicFramePr/>
          <p:nvPr/>
        </p:nvGraphicFramePr>
        <p:xfrm>
          <a:off x="4844200" y="1891197"/>
          <a:ext cx="3785000" cy="1678950"/>
        </p:xfrm>
        <a:graphic>
          <a:graphicData uri="http://schemas.openxmlformats.org/drawingml/2006/table">
            <a:tbl>
              <a:tblPr firstRow="1" bandRow="1">
                <a:noFill/>
                <a:tableStyleId>{0E89CD79-1E46-454F-882D-0CE9DB7021E4}</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-s and -es</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-ing</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-ed</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-er</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-est</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lt1"/>
                          </a:solidFill>
                          <a:latin typeface="Jost"/>
                          <a:ea typeface="Jost"/>
                          <a:cs typeface="Jost"/>
                          <a:sym typeface="Jost"/>
                        </a:rPr>
                        <a:t>un-</a:t>
                      </a:r>
                      <a:endParaRPr sz="20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
        <p:nvSpPr>
          <p:cNvPr id="654" name="Google Shape;654;p1"/>
          <p:cNvSpPr txBox="1"/>
          <p:nvPr/>
        </p:nvSpPr>
        <p:spPr>
          <a:xfrm>
            <a:off x="884092" y="3296905"/>
            <a:ext cx="3882600" cy="845400"/>
          </a:xfrm>
          <a:prstGeom prst="rect">
            <a:avLst/>
          </a:prstGeom>
          <a:noFill/>
          <a:ln>
            <a:noFill/>
          </a:ln>
        </p:spPr>
        <p:txBody>
          <a:bodyPr spcFirstLastPara="1" wrap="square" lIns="0" tIns="0" rIns="0" bIns="0" anchor="t" anchorCtr="0">
            <a:normAutofit/>
          </a:bodyPr>
          <a:lstStyle/>
          <a:p>
            <a:pPr marL="0" marR="0" lvl="0" indent="0" algn="l" rtl="0">
              <a:lnSpc>
                <a:spcPct val="90000"/>
              </a:lnSpc>
              <a:spcBef>
                <a:spcPts val="1000"/>
              </a:spcBef>
              <a:spcAft>
                <a:spcPts val="0"/>
              </a:spcAft>
              <a:buClr>
                <a:srgbClr val="000000"/>
              </a:buClr>
              <a:buSzPts val="2200"/>
              <a:buFont typeface="Arial"/>
              <a:buNone/>
            </a:pPr>
            <a:r>
              <a:rPr lang="en-US" sz="2200" b="0" i="1" u="none" strike="noStrike" cap="none">
                <a:solidFill>
                  <a:srgbClr val="262626"/>
                </a:solidFill>
                <a:latin typeface="Poppins"/>
                <a:ea typeface="Poppins"/>
                <a:cs typeface="Poppins"/>
                <a:sym typeface="Poppins"/>
              </a:rPr>
              <a:t>Lesson 28</a:t>
            </a:r>
            <a:endParaRPr sz="2200" b="0" i="1" u="none" strike="noStrike" cap="none">
              <a:solidFill>
                <a:srgbClr val="262626"/>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60" name="Google Shape;660;g2bee4f4af4b_0_204"/>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a:t>
            </a:r>
            <a:r>
              <a:rPr lang="en-US">
                <a:solidFill>
                  <a:srgbClr val="2356AF"/>
                </a:solidFill>
              </a:rPr>
              <a:t>un-</a:t>
            </a:r>
            <a:r>
              <a:rPr lang="en-US"/>
              <a:t> prefix.</a:t>
            </a:r>
            <a:endParaRPr/>
          </a:p>
        </p:txBody>
      </p:sp>
      <p:sp>
        <p:nvSpPr>
          <p:cNvPr id="661" name="Google Shape;661;g2bee4f4af4b_0_204"/>
          <p:cNvSpPr txBox="1">
            <a:spLocks noGrp="1"/>
          </p:cNvSpPr>
          <p:nvPr>
            <p:ph type="body" idx="2"/>
          </p:nvPr>
        </p:nvSpPr>
        <p:spPr>
          <a:xfrm>
            <a:off x="3649025" y="2393250"/>
            <a:ext cx="46764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1000"/>
              </a:spcBef>
              <a:spcAft>
                <a:spcPts val="0"/>
              </a:spcAft>
              <a:buSzPts val="1600"/>
              <a:buChar char="•"/>
            </a:pPr>
            <a:r>
              <a:rPr lang="en-US"/>
              <a:t>Recall Phase 5 Common Exception Words </a:t>
            </a:r>
            <a:r>
              <a:rPr lang="en-US">
                <a:solidFill>
                  <a:srgbClr val="2356AF"/>
                </a:solidFill>
              </a:rPr>
              <a:t>today house mouse hour because Mr Mrs Ms where should could would move use want.</a:t>
            </a:r>
            <a:endParaRPr>
              <a:solidFill>
                <a:srgbClr val="2356A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68" name="Google Shape;668;g26b641b03cd_0_165"/>
          <p:cNvGrpSpPr/>
          <p:nvPr/>
        </p:nvGrpSpPr>
        <p:grpSpPr>
          <a:xfrm>
            <a:off x="930400" y="2053244"/>
            <a:ext cx="7283200" cy="3724851"/>
            <a:chOff x="930400" y="2129444"/>
            <a:chExt cx="7283200" cy="3724851"/>
          </a:xfrm>
        </p:grpSpPr>
        <p:pic>
          <p:nvPicPr>
            <p:cNvPr id="669" name="Google Shape;669;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70" name="Google Shape;670;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71" name="Google Shape;671;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72" name="Google Shape;672;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73" name="Google Shape;673;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74" name="Google Shape;674;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75" name="Google Shape;675;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76" name="Google Shape;676;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77" name="Google Shape;677;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78" name="Google Shape;678;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79" name="Google Shape;679;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80" name="Google Shape;680;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81" name="Google Shape;681;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82" name="Google Shape;682;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83" name="Google Shape;683;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684" name="Google Shape;684;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685" name="Google Shape;685;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698" name="Google Shape;698;g26b7edf6e71_0_26"/>
          <p:cNvGrpSpPr/>
          <p:nvPr/>
        </p:nvGrpSpPr>
        <p:grpSpPr>
          <a:xfrm>
            <a:off x="930400" y="2053250"/>
            <a:ext cx="7283201" cy="2971674"/>
            <a:chOff x="930400" y="2129450"/>
            <a:chExt cx="7283201" cy="2971674"/>
          </a:xfrm>
        </p:grpSpPr>
        <p:pic>
          <p:nvPicPr>
            <p:cNvPr id="699" name="Google Shape;699;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00" name="Google Shape;700;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1" name="Google Shape;701;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02" name="Google Shape;702;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03" name="Google Shape;703;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4" name="Google Shape;704;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05" name="Google Shape;705;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06" name="Google Shape;706;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7" name="Google Shape;707;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08" name="Google Shape;708;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09" name="Google Shape;709;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10" name="Google Shape;710;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11" name="Google Shape;711;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12" name="Google Shape;712;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13" name="Google Shape;713;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14" name="Google Shape;714;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15" name="Google Shape;715;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16" name="Google Shape;716;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17" name="Google Shape;717;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18" name="Google Shape;718;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19" name="Google Shape;719;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20" name="Google Shape;720;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21" name="Google Shape;721;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22" name="Google Shape;722;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3" name="Google Shape;723;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24" name="Google Shape;724;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25" name="Google Shape;725;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26" name="Google Shape;726;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27" name="Google Shape;727;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32"/>
        <p:cNvGrpSpPr/>
        <p:nvPr/>
      </p:nvGrpSpPr>
      <p:grpSpPr>
        <a:xfrm>
          <a:off x="0" y="0"/>
          <a:ext cx="0" cy="0"/>
          <a:chOff x="0" y="0"/>
          <a:chExt cx="0" cy="0"/>
        </a:xfrm>
      </p:grpSpPr>
      <p:sp>
        <p:nvSpPr>
          <p:cNvPr id="733" name="Google Shape;733;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34" name="Google Shape;734;g2c298da1f27_0_417"/>
          <p:cNvGrpSpPr/>
          <p:nvPr/>
        </p:nvGrpSpPr>
        <p:grpSpPr>
          <a:xfrm>
            <a:off x="930400" y="2053250"/>
            <a:ext cx="7283201" cy="2971674"/>
            <a:chOff x="930400" y="2053250"/>
            <a:chExt cx="7283201" cy="2971674"/>
          </a:xfrm>
        </p:grpSpPr>
        <p:pic>
          <p:nvPicPr>
            <p:cNvPr id="735" name="Google Shape;735;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36" name="Google Shape;736;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37" name="Google Shape;737;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38" name="Google Shape;738;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39" name="Google Shape;739;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40" name="Google Shape;740;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41" name="Google Shape;741;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42" name="Google Shape;742;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43" name="Google Shape;743;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44" name="Google Shape;744;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45" name="Google Shape;745;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46" name="Google Shape;746;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47" name="Google Shape;747;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48" name="Google Shape;748;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49" name="Google Shape;749;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0" name="Google Shape;750;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51" name="Google Shape;751;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52" name="Google Shape;752;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3" name="Google Shape;753;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54" name="Google Shape;754;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55" name="Google Shape;755;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56" name="Google Shape;756;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59" name="Google Shape;759;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60" name="Google Shape;760;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62" name="Google Shape;762;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63" name="Google Shape;763;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64" name="Google Shape;764;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67" name="Google Shape;767;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68" name="Google Shape;768;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69" name="Google Shape;769;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70" name="Google Shape;770;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1" name="Google Shape;771;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74" name="Google Shape;774;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75" name="Google Shape;775;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82" name="Google Shape;782;g2cdbdd49f8e_0_0"/>
          <p:cNvGrpSpPr/>
          <p:nvPr/>
        </p:nvGrpSpPr>
        <p:grpSpPr>
          <a:xfrm>
            <a:off x="855905" y="2053250"/>
            <a:ext cx="7272577" cy="3316697"/>
            <a:chOff x="855905" y="2053250"/>
            <a:chExt cx="7272577" cy="3316697"/>
          </a:xfrm>
        </p:grpSpPr>
        <p:pic>
          <p:nvPicPr>
            <p:cNvPr id="783" name="Google Shape;783;g2cdbdd49f8e_0_0"/>
            <p:cNvPicPr preferRelativeResize="0"/>
            <p:nvPr/>
          </p:nvPicPr>
          <p:blipFill rotWithShape="1">
            <a:blip r:embed="rId3">
              <a:alphaModFix/>
            </a:blip>
            <a:srcRect/>
            <a:stretch/>
          </p:blipFill>
          <p:spPr>
            <a:xfrm>
              <a:off x="3913873" y="2901638"/>
              <a:ext cx="545045" cy="771487"/>
            </a:xfrm>
            <a:prstGeom prst="rect">
              <a:avLst/>
            </a:prstGeom>
            <a:noFill/>
            <a:ln>
              <a:noFill/>
            </a:ln>
            <a:effectLst>
              <a:outerShdw blurRad="71438" dist="28575" dir="5400000" algn="bl" rotWithShape="0">
                <a:srgbClr val="000000">
                  <a:alpha val="14900"/>
                </a:srgbClr>
              </a:outerShdw>
            </a:effectLst>
          </p:spPr>
        </p:pic>
        <p:pic>
          <p:nvPicPr>
            <p:cNvPr id="784" name="Google Shape;784;g2cdbdd49f8e_0_0"/>
            <p:cNvPicPr preferRelativeResize="0"/>
            <p:nvPr/>
          </p:nvPicPr>
          <p:blipFill rotWithShape="1">
            <a:blip r:embed="rId4">
              <a:alphaModFix/>
            </a:blip>
            <a:srcRect l="79" r="79"/>
            <a:stretch/>
          </p:blipFill>
          <p:spPr>
            <a:xfrm>
              <a:off x="4525464" y="2901638"/>
              <a:ext cx="545045" cy="771487"/>
            </a:xfrm>
            <a:prstGeom prst="rect">
              <a:avLst/>
            </a:prstGeom>
            <a:noFill/>
            <a:ln>
              <a:noFill/>
            </a:ln>
            <a:effectLst>
              <a:outerShdw blurRad="71438" dist="28575" dir="5400000" algn="bl" rotWithShape="0">
                <a:srgbClr val="000000">
                  <a:alpha val="14900"/>
                </a:srgbClr>
              </a:outerShdw>
            </a:effectLst>
          </p:spPr>
        </p:pic>
        <p:pic>
          <p:nvPicPr>
            <p:cNvPr id="785" name="Google Shape;785;g2cdbdd49f8e_0_0"/>
            <p:cNvPicPr preferRelativeResize="0"/>
            <p:nvPr/>
          </p:nvPicPr>
          <p:blipFill rotWithShape="1">
            <a:blip r:embed="rId5">
              <a:alphaModFix/>
            </a:blip>
            <a:srcRect l="19" r="29"/>
            <a:stretch/>
          </p:blipFill>
          <p:spPr>
            <a:xfrm>
              <a:off x="5137051" y="2901638"/>
              <a:ext cx="545045" cy="771492"/>
            </a:xfrm>
            <a:prstGeom prst="rect">
              <a:avLst/>
            </a:prstGeom>
            <a:noFill/>
            <a:ln>
              <a:noFill/>
            </a:ln>
            <a:effectLst>
              <a:outerShdw blurRad="71438" dist="28575" dir="5400000" algn="bl" rotWithShape="0">
                <a:srgbClr val="000000">
                  <a:alpha val="14900"/>
                </a:srgbClr>
              </a:outerShdw>
            </a:effectLst>
          </p:spPr>
        </p:pic>
        <p:pic>
          <p:nvPicPr>
            <p:cNvPr id="786" name="Google Shape;786;g2cdbdd49f8e_0_0"/>
            <p:cNvPicPr preferRelativeResize="0"/>
            <p:nvPr/>
          </p:nvPicPr>
          <p:blipFill rotWithShape="1">
            <a:blip r:embed="rId6">
              <a:alphaModFix/>
            </a:blip>
            <a:srcRect l="19" r="29"/>
            <a:stretch/>
          </p:blipFill>
          <p:spPr>
            <a:xfrm>
              <a:off x="5748645" y="2901638"/>
              <a:ext cx="545045" cy="771492"/>
            </a:xfrm>
            <a:prstGeom prst="rect">
              <a:avLst/>
            </a:prstGeom>
            <a:noFill/>
            <a:ln>
              <a:noFill/>
            </a:ln>
            <a:effectLst>
              <a:outerShdw blurRad="71438" dist="28575" dir="5400000" algn="bl" rotWithShape="0">
                <a:srgbClr val="000000">
                  <a:alpha val="14900"/>
                </a:srgbClr>
              </a:outerShdw>
            </a:effectLst>
          </p:spPr>
        </p:pic>
        <p:pic>
          <p:nvPicPr>
            <p:cNvPr id="787" name="Google Shape;787;g2cdbdd49f8e_0_0"/>
            <p:cNvPicPr preferRelativeResize="0"/>
            <p:nvPr/>
          </p:nvPicPr>
          <p:blipFill rotWithShape="1">
            <a:blip r:embed="rId7">
              <a:alphaModFix/>
            </a:blip>
            <a:srcRect l="19" r="29"/>
            <a:stretch/>
          </p:blipFill>
          <p:spPr>
            <a:xfrm>
              <a:off x="6360241" y="2901638"/>
              <a:ext cx="545045" cy="771492"/>
            </a:xfrm>
            <a:prstGeom prst="rect">
              <a:avLst/>
            </a:prstGeom>
            <a:noFill/>
            <a:ln>
              <a:noFill/>
            </a:ln>
            <a:effectLst>
              <a:outerShdw blurRad="71438" dist="28575" dir="5400000" algn="bl" rotWithShape="0">
                <a:srgbClr val="000000">
                  <a:alpha val="14900"/>
                </a:srgbClr>
              </a:outerShdw>
            </a:effectLst>
          </p:spPr>
        </p:pic>
        <p:pic>
          <p:nvPicPr>
            <p:cNvPr id="788" name="Google Shape;788;g2cdbdd49f8e_0_0"/>
            <p:cNvPicPr preferRelativeResize="0"/>
            <p:nvPr/>
          </p:nvPicPr>
          <p:blipFill rotWithShape="1">
            <a:blip r:embed="rId8">
              <a:alphaModFix/>
            </a:blip>
            <a:srcRect l="79" r="79"/>
            <a:stretch/>
          </p:blipFill>
          <p:spPr>
            <a:xfrm>
              <a:off x="7583414" y="2901642"/>
              <a:ext cx="545045" cy="771487"/>
            </a:xfrm>
            <a:prstGeom prst="rect">
              <a:avLst/>
            </a:prstGeom>
            <a:noFill/>
            <a:ln>
              <a:noFill/>
            </a:ln>
            <a:effectLst>
              <a:outerShdw blurRad="71438" dist="28575" dir="5400000" algn="bl" rotWithShape="0">
                <a:srgbClr val="000000">
                  <a:alpha val="14900"/>
                </a:srgbClr>
              </a:outerShdw>
            </a:effectLst>
          </p:spPr>
        </p:pic>
        <p:pic>
          <p:nvPicPr>
            <p:cNvPr id="789" name="Google Shape;789;g2cdbdd49f8e_0_0"/>
            <p:cNvPicPr preferRelativeResize="0"/>
            <p:nvPr/>
          </p:nvPicPr>
          <p:blipFill rotWithShape="1">
            <a:blip r:embed="rId9">
              <a:alphaModFix/>
            </a:blip>
            <a:srcRect l="79" r="79"/>
            <a:stretch/>
          </p:blipFill>
          <p:spPr>
            <a:xfrm>
              <a:off x="6971821" y="2901642"/>
              <a:ext cx="545045" cy="771487"/>
            </a:xfrm>
            <a:prstGeom prst="rect">
              <a:avLst/>
            </a:prstGeom>
            <a:noFill/>
            <a:ln>
              <a:noFill/>
            </a:ln>
            <a:effectLst>
              <a:outerShdw blurRad="71438" dist="28575" dir="5400000" algn="bl" rotWithShape="0">
                <a:srgbClr val="000000">
                  <a:alpha val="14900"/>
                </a:srgbClr>
              </a:outerShdw>
            </a:effectLst>
          </p:spPr>
        </p:pic>
        <p:pic>
          <p:nvPicPr>
            <p:cNvPr id="790" name="Google Shape;790;g2cdbdd49f8e_0_0"/>
            <p:cNvPicPr preferRelativeResize="0"/>
            <p:nvPr/>
          </p:nvPicPr>
          <p:blipFill rotWithShape="1">
            <a:blip r:embed="rId10">
              <a:alphaModFix/>
            </a:blip>
            <a:srcRect l="19" r="29"/>
            <a:stretch/>
          </p:blipFill>
          <p:spPr>
            <a:xfrm>
              <a:off x="856170" y="3750043"/>
              <a:ext cx="545045" cy="771492"/>
            </a:xfrm>
            <a:prstGeom prst="rect">
              <a:avLst/>
            </a:prstGeom>
            <a:noFill/>
            <a:ln>
              <a:noFill/>
            </a:ln>
            <a:effectLst>
              <a:outerShdw blurRad="71438" dist="28575" dir="5400000" algn="bl" rotWithShape="0">
                <a:srgbClr val="000000">
                  <a:alpha val="14900"/>
                </a:srgbClr>
              </a:outerShdw>
            </a:effectLst>
          </p:spPr>
        </p:pic>
        <p:pic>
          <p:nvPicPr>
            <p:cNvPr id="791" name="Google Shape;791;g2cdbdd49f8e_0_0"/>
            <p:cNvPicPr preferRelativeResize="0"/>
            <p:nvPr/>
          </p:nvPicPr>
          <p:blipFill rotWithShape="1">
            <a:blip r:embed="rId11">
              <a:alphaModFix/>
            </a:blip>
            <a:srcRect l="79" r="79"/>
            <a:stretch/>
          </p:blipFill>
          <p:spPr>
            <a:xfrm>
              <a:off x="2690948" y="3750028"/>
              <a:ext cx="545045" cy="771487"/>
            </a:xfrm>
            <a:prstGeom prst="rect">
              <a:avLst/>
            </a:prstGeom>
            <a:noFill/>
            <a:ln>
              <a:noFill/>
            </a:ln>
            <a:effectLst>
              <a:outerShdw blurRad="71438" dist="28575" dir="5400000" algn="bl" rotWithShape="0">
                <a:srgbClr val="000000">
                  <a:alpha val="14900"/>
                </a:srgbClr>
              </a:outerShdw>
            </a:effectLst>
          </p:spPr>
        </p:pic>
        <p:pic>
          <p:nvPicPr>
            <p:cNvPr id="792" name="Google Shape;792;g2cdbdd49f8e_0_0"/>
            <p:cNvPicPr preferRelativeResize="0"/>
            <p:nvPr/>
          </p:nvPicPr>
          <p:blipFill rotWithShape="1">
            <a:blip r:embed="rId12">
              <a:alphaModFix/>
            </a:blip>
            <a:srcRect l="79" r="79"/>
            <a:stretch/>
          </p:blipFill>
          <p:spPr>
            <a:xfrm>
              <a:off x="1467764" y="3750043"/>
              <a:ext cx="545045" cy="771487"/>
            </a:xfrm>
            <a:prstGeom prst="rect">
              <a:avLst/>
            </a:prstGeom>
            <a:noFill/>
            <a:ln>
              <a:noFill/>
            </a:ln>
            <a:effectLst>
              <a:outerShdw blurRad="71438" dist="28575" dir="5400000" algn="bl" rotWithShape="0">
                <a:srgbClr val="000000">
                  <a:alpha val="14900"/>
                </a:srgbClr>
              </a:outerShdw>
            </a:effectLst>
          </p:spPr>
        </p:pic>
        <p:pic>
          <p:nvPicPr>
            <p:cNvPr id="793" name="Google Shape;793;g2cdbdd49f8e_0_0"/>
            <p:cNvPicPr preferRelativeResize="0"/>
            <p:nvPr/>
          </p:nvPicPr>
          <p:blipFill rotWithShape="1">
            <a:blip r:embed="rId13">
              <a:alphaModFix/>
            </a:blip>
            <a:srcRect l="79" r="79"/>
            <a:stretch/>
          </p:blipFill>
          <p:spPr>
            <a:xfrm>
              <a:off x="2079354" y="3750027"/>
              <a:ext cx="545045" cy="771487"/>
            </a:xfrm>
            <a:prstGeom prst="rect">
              <a:avLst/>
            </a:prstGeom>
            <a:noFill/>
            <a:ln>
              <a:noFill/>
            </a:ln>
            <a:effectLst>
              <a:outerShdw blurRad="71438" dist="28575" dir="5400000" algn="bl" rotWithShape="0">
                <a:srgbClr val="000000">
                  <a:alpha val="14900"/>
                </a:srgbClr>
              </a:outerShdw>
            </a:effectLst>
          </p:spPr>
        </p:pic>
        <p:pic>
          <p:nvPicPr>
            <p:cNvPr id="794" name="Google Shape;794;g2cdbdd49f8e_0_0"/>
            <p:cNvPicPr preferRelativeResize="0"/>
            <p:nvPr/>
          </p:nvPicPr>
          <p:blipFill rotWithShape="1">
            <a:blip r:embed="rId14">
              <a:alphaModFix/>
            </a:blip>
            <a:srcRect l="19" r="29"/>
            <a:stretch/>
          </p:blipFill>
          <p:spPr>
            <a:xfrm>
              <a:off x="3302538" y="3750028"/>
              <a:ext cx="545045" cy="771492"/>
            </a:xfrm>
            <a:prstGeom prst="rect">
              <a:avLst/>
            </a:prstGeom>
            <a:noFill/>
            <a:ln>
              <a:noFill/>
            </a:ln>
            <a:effectLst>
              <a:outerShdw blurRad="71438" dist="28575" dir="5400000" algn="bl" rotWithShape="0">
                <a:srgbClr val="000000">
                  <a:alpha val="14900"/>
                </a:srgbClr>
              </a:outerShdw>
            </a:effectLst>
          </p:spPr>
        </p:pic>
        <p:pic>
          <p:nvPicPr>
            <p:cNvPr id="795" name="Google Shape;795;g2cdbdd49f8e_0_0"/>
            <p:cNvPicPr preferRelativeResize="0"/>
            <p:nvPr/>
          </p:nvPicPr>
          <p:blipFill rotWithShape="1">
            <a:blip r:embed="rId15">
              <a:alphaModFix/>
            </a:blip>
            <a:srcRect l="79" r="79"/>
            <a:stretch/>
          </p:blipFill>
          <p:spPr>
            <a:xfrm>
              <a:off x="3914125" y="3750027"/>
              <a:ext cx="545045" cy="771487"/>
            </a:xfrm>
            <a:prstGeom prst="rect">
              <a:avLst/>
            </a:prstGeom>
            <a:noFill/>
            <a:ln>
              <a:noFill/>
            </a:ln>
            <a:effectLst>
              <a:outerShdw blurRad="71438" dist="28575" dir="5400000" algn="bl" rotWithShape="0">
                <a:srgbClr val="000000">
                  <a:alpha val="14900"/>
                </a:srgbClr>
              </a:outerShdw>
            </a:effectLst>
          </p:spPr>
        </p:pic>
        <p:pic>
          <p:nvPicPr>
            <p:cNvPr id="796" name="Google Shape;796;g2cdbdd49f8e_0_0"/>
            <p:cNvPicPr preferRelativeResize="0"/>
            <p:nvPr/>
          </p:nvPicPr>
          <p:blipFill rotWithShape="1">
            <a:blip r:embed="rId16">
              <a:alphaModFix/>
            </a:blip>
            <a:srcRect l="79" r="79"/>
            <a:stretch/>
          </p:blipFill>
          <p:spPr>
            <a:xfrm>
              <a:off x="4525722" y="3750028"/>
              <a:ext cx="545045" cy="771487"/>
            </a:xfrm>
            <a:prstGeom prst="rect">
              <a:avLst/>
            </a:prstGeom>
            <a:noFill/>
            <a:ln>
              <a:noFill/>
            </a:ln>
            <a:effectLst>
              <a:outerShdw blurRad="71438" dist="28575" dir="5400000" algn="bl" rotWithShape="0">
                <a:srgbClr val="000000">
                  <a:alpha val="14900"/>
                </a:srgbClr>
              </a:outerShdw>
            </a:effectLst>
          </p:spPr>
        </p:pic>
        <p:pic>
          <p:nvPicPr>
            <p:cNvPr id="797" name="Google Shape;797;g2cdbdd49f8e_0_0"/>
            <p:cNvPicPr preferRelativeResize="0"/>
            <p:nvPr/>
          </p:nvPicPr>
          <p:blipFill rotWithShape="1">
            <a:blip r:embed="rId17">
              <a:alphaModFix/>
            </a:blip>
            <a:srcRect l="19" r="29"/>
            <a:stretch/>
          </p:blipFill>
          <p:spPr>
            <a:xfrm>
              <a:off x="5137316" y="3750027"/>
              <a:ext cx="545045" cy="771487"/>
            </a:xfrm>
            <a:prstGeom prst="rect">
              <a:avLst/>
            </a:prstGeom>
            <a:noFill/>
            <a:ln>
              <a:noFill/>
            </a:ln>
            <a:effectLst>
              <a:outerShdw blurRad="71438" dist="28575" dir="5400000" algn="bl" rotWithShape="0">
                <a:srgbClr val="000000">
                  <a:alpha val="14900"/>
                </a:srgbClr>
              </a:outerShdw>
            </a:effectLst>
          </p:spPr>
        </p:pic>
        <p:pic>
          <p:nvPicPr>
            <p:cNvPr id="798" name="Google Shape;798;g2cdbdd49f8e_0_0"/>
            <p:cNvPicPr preferRelativeResize="0"/>
            <p:nvPr/>
          </p:nvPicPr>
          <p:blipFill rotWithShape="1">
            <a:blip r:embed="rId18">
              <a:alphaModFix/>
            </a:blip>
            <a:srcRect l="79" r="79"/>
            <a:stretch/>
          </p:blipFill>
          <p:spPr>
            <a:xfrm>
              <a:off x="5748909" y="3750026"/>
              <a:ext cx="545045" cy="771487"/>
            </a:xfrm>
            <a:prstGeom prst="rect">
              <a:avLst/>
            </a:prstGeom>
            <a:noFill/>
            <a:ln>
              <a:noFill/>
            </a:ln>
            <a:effectLst>
              <a:outerShdw blurRad="71438" dist="28575" dir="5400000" algn="bl" rotWithShape="0">
                <a:srgbClr val="000000">
                  <a:alpha val="14900"/>
                </a:srgbClr>
              </a:outerShdw>
            </a:effectLst>
          </p:spPr>
        </p:pic>
        <p:pic>
          <p:nvPicPr>
            <p:cNvPr id="799" name="Google Shape;799;g2cdbdd49f8e_0_0"/>
            <p:cNvPicPr preferRelativeResize="0"/>
            <p:nvPr/>
          </p:nvPicPr>
          <p:blipFill rotWithShape="1">
            <a:blip r:embed="rId19">
              <a:alphaModFix/>
            </a:blip>
            <a:srcRect l="89" r="79"/>
            <a:stretch/>
          </p:blipFill>
          <p:spPr>
            <a:xfrm>
              <a:off x="6360482" y="3750026"/>
              <a:ext cx="544981" cy="771496"/>
            </a:xfrm>
            <a:prstGeom prst="rect">
              <a:avLst/>
            </a:prstGeom>
            <a:noFill/>
            <a:ln>
              <a:noFill/>
            </a:ln>
            <a:effectLst>
              <a:outerShdw blurRad="71438" dist="28575" dir="5400000" algn="bl" rotWithShape="0">
                <a:srgbClr val="000000">
                  <a:alpha val="14900"/>
                </a:srgbClr>
              </a:outerShdw>
            </a:effectLst>
          </p:spPr>
        </p:pic>
        <p:pic>
          <p:nvPicPr>
            <p:cNvPr id="800" name="Google Shape;800;g2cdbdd49f8e_0_0"/>
            <p:cNvPicPr preferRelativeResize="0"/>
            <p:nvPr/>
          </p:nvPicPr>
          <p:blipFill rotWithShape="1">
            <a:blip r:embed="rId20">
              <a:alphaModFix/>
            </a:blip>
            <a:srcRect/>
            <a:stretch/>
          </p:blipFill>
          <p:spPr>
            <a:xfrm>
              <a:off x="3302280" y="2901638"/>
              <a:ext cx="545045" cy="771487"/>
            </a:xfrm>
            <a:prstGeom prst="rect">
              <a:avLst/>
            </a:prstGeom>
            <a:noFill/>
            <a:ln>
              <a:noFill/>
            </a:ln>
            <a:effectLst>
              <a:outerShdw blurRad="71438" dist="28575" dir="5400000" algn="bl" rotWithShape="0">
                <a:srgbClr val="000000">
                  <a:alpha val="14900"/>
                </a:srgbClr>
              </a:outerShdw>
            </a:effectLst>
          </p:spPr>
        </p:pic>
        <p:pic>
          <p:nvPicPr>
            <p:cNvPr id="801" name="Google Shape;801;g2cdbdd49f8e_0_0"/>
            <p:cNvPicPr preferRelativeResize="0"/>
            <p:nvPr/>
          </p:nvPicPr>
          <p:blipFill rotWithShape="1">
            <a:blip r:embed="rId21">
              <a:alphaModFix/>
            </a:blip>
            <a:srcRect/>
            <a:stretch/>
          </p:blipFill>
          <p:spPr>
            <a:xfrm>
              <a:off x="2690687" y="2901638"/>
              <a:ext cx="545045" cy="771487"/>
            </a:xfrm>
            <a:prstGeom prst="rect">
              <a:avLst/>
            </a:prstGeom>
            <a:noFill/>
            <a:ln>
              <a:noFill/>
            </a:ln>
            <a:effectLst>
              <a:outerShdw blurRad="71438" dist="28575" dir="5400000" algn="bl" rotWithShape="0">
                <a:srgbClr val="000000">
                  <a:alpha val="15290"/>
                </a:srgbClr>
              </a:outerShdw>
            </a:effectLst>
          </p:spPr>
        </p:pic>
        <p:pic>
          <p:nvPicPr>
            <p:cNvPr id="802" name="Google Shape;802;g2cdbdd49f8e_0_0"/>
            <p:cNvPicPr preferRelativeResize="0"/>
            <p:nvPr/>
          </p:nvPicPr>
          <p:blipFill rotWithShape="1">
            <a:blip r:embed="rId22">
              <a:alphaModFix/>
            </a:blip>
            <a:srcRect/>
            <a:stretch/>
          </p:blipFill>
          <p:spPr>
            <a:xfrm>
              <a:off x="2079093" y="2901638"/>
              <a:ext cx="545045" cy="771487"/>
            </a:xfrm>
            <a:prstGeom prst="rect">
              <a:avLst/>
            </a:prstGeom>
            <a:noFill/>
            <a:ln>
              <a:noFill/>
            </a:ln>
            <a:effectLst>
              <a:outerShdw blurRad="71438" dist="28575" dir="5400000" algn="bl" rotWithShape="0">
                <a:srgbClr val="000000">
                  <a:alpha val="15290"/>
                </a:srgbClr>
              </a:outerShdw>
            </a:effectLst>
          </p:spPr>
        </p:pic>
        <p:pic>
          <p:nvPicPr>
            <p:cNvPr id="803" name="Google Shape;803;g2cdbdd49f8e_0_0"/>
            <p:cNvPicPr preferRelativeResize="0"/>
            <p:nvPr/>
          </p:nvPicPr>
          <p:blipFill rotWithShape="1">
            <a:blip r:embed="rId23">
              <a:alphaModFix/>
            </a:blip>
            <a:srcRect t="59" b="49"/>
            <a:stretch/>
          </p:blipFill>
          <p:spPr>
            <a:xfrm>
              <a:off x="1467500" y="2901638"/>
              <a:ext cx="545045" cy="771492"/>
            </a:xfrm>
            <a:prstGeom prst="rect">
              <a:avLst/>
            </a:prstGeom>
            <a:noFill/>
            <a:ln>
              <a:noFill/>
            </a:ln>
            <a:effectLst>
              <a:outerShdw blurRad="71438" dist="28575" dir="5400000" algn="bl" rotWithShape="0">
                <a:srgbClr val="000000">
                  <a:alpha val="15290"/>
                </a:srgbClr>
              </a:outerShdw>
            </a:effectLst>
          </p:spPr>
        </p:pic>
        <p:pic>
          <p:nvPicPr>
            <p:cNvPr id="804" name="Google Shape;804;g2cdbdd49f8e_0_0"/>
            <p:cNvPicPr preferRelativeResize="0"/>
            <p:nvPr/>
          </p:nvPicPr>
          <p:blipFill rotWithShape="1">
            <a:blip r:embed="rId24">
              <a:alphaModFix/>
            </a:blip>
            <a:srcRect l="79" r="79"/>
            <a:stretch/>
          </p:blipFill>
          <p:spPr>
            <a:xfrm>
              <a:off x="855908" y="2053250"/>
              <a:ext cx="545045" cy="771487"/>
            </a:xfrm>
            <a:prstGeom prst="rect">
              <a:avLst/>
            </a:prstGeom>
            <a:noFill/>
            <a:ln>
              <a:noFill/>
            </a:ln>
            <a:effectLst>
              <a:outerShdw blurRad="71438" dist="28575" dir="5400000" algn="bl" rotWithShape="0">
                <a:srgbClr val="000000">
                  <a:alpha val="15290"/>
                </a:srgbClr>
              </a:outerShdw>
            </a:effectLst>
          </p:spPr>
        </p:pic>
        <p:pic>
          <p:nvPicPr>
            <p:cNvPr id="805" name="Google Shape;805;g2cdbdd49f8e_0_0"/>
            <p:cNvPicPr preferRelativeResize="0"/>
            <p:nvPr/>
          </p:nvPicPr>
          <p:blipFill rotWithShape="1">
            <a:blip r:embed="rId25">
              <a:alphaModFix/>
            </a:blip>
            <a:srcRect l="79" r="79"/>
            <a:stretch/>
          </p:blipFill>
          <p:spPr>
            <a:xfrm>
              <a:off x="2690688" y="2053250"/>
              <a:ext cx="545045" cy="771487"/>
            </a:xfrm>
            <a:prstGeom prst="rect">
              <a:avLst/>
            </a:prstGeom>
            <a:noFill/>
            <a:ln>
              <a:noFill/>
            </a:ln>
            <a:effectLst>
              <a:outerShdw blurRad="71438" dist="28575" dir="5400000" algn="bl" rotWithShape="0">
                <a:srgbClr val="000000">
                  <a:alpha val="15290"/>
                </a:srgbClr>
              </a:outerShdw>
            </a:effectLst>
          </p:spPr>
        </p:pic>
        <p:pic>
          <p:nvPicPr>
            <p:cNvPr id="806" name="Google Shape;806;g2cdbdd49f8e_0_0"/>
            <p:cNvPicPr preferRelativeResize="0"/>
            <p:nvPr/>
          </p:nvPicPr>
          <p:blipFill rotWithShape="1">
            <a:blip r:embed="rId26">
              <a:alphaModFix/>
            </a:blip>
            <a:srcRect l="19" r="29"/>
            <a:stretch/>
          </p:blipFill>
          <p:spPr>
            <a:xfrm>
              <a:off x="1467501" y="2053250"/>
              <a:ext cx="545045" cy="771492"/>
            </a:xfrm>
            <a:prstGeom prst="rect">
              <a:avLst/>
            </a:prstGeom>
            <a:noFill/>
            <a:ln>
              <a:noFill/>
            </a:ln>
            <a:effectLst>
              <a:outerShdw blurRad="71438" dist="28575" dir="5400000" algn="bl" rotWithShape="0">
                <a:srgbClr val="000000">
                  <a:alpha val="15290"/>
                </a:srgbClr>
              </a:outerShdw>
            </a:effectLst>
          </p:spPr>
        </p:pic>
        <p:pic>
          <p:nvPicPr>
            <p:cNvPr id="807" name="Google Shape;807;g2cdbdd49f8e_0_0"/>
            <p:cNvPicPr preferRelativeResize="0"/>
            <p:nvPr/>
          </p:nvPicPr>
          <p:blipFill rotWithShape="1">
            <a:blip r:embed="rId27">
              <a:alphaModFix/>
            </a:blip>
            <a:srcRect l="19" r="29"/>
            <a:stretch/>
          </p:blipFill>
          <p:spPr>
            <a:xfrm>
              <a:off x="2079096" y="2053250"/>
              <a:ext cx="545045" cy="771492"/>
            </a:xfrm>
            <a:prstGeom prst="rect">
              <a:avLst/>
            </a:prstGeom>
            <a:noFill/>
            <a:ln>
              <a:noFill/>
            </a:ln>
            <a:effectLst>
              <a:outerShdw blurRad="71438" dist="28575" dir="5400000" algn="bl" rotWithShape="0">
                <a:srgbClr val="000000">
                  <a:alpha val="15290"/>
                </a:srgbClr>
              </a:outerShdw>
            </a:effectLst>
          </p:spPr>
        </p:pic>
        <p:pic>
          <p:nvPicPr>
            <p:cNvPr id="808" name="Google Shape;808;g2cdbdd49f8e_0_0"/>
            <p:cNvPicPr preferRelativeResize="0"/>
            <p:nvPr/>
          </p:nvPicPr>
          <p:blipFill rotWithShape="1">
            <a:blip r:embed="rId28">
              <a:alphaModFix/>
            </a:blip>
            <a:srcRect l="19" r="29"/>
            <a:stretch/>
          </p:blipFill>
          <p:spPr>
            <a:xfrm>
              <a:off x="3302281" y="2053250"/>
              <a:ext cx="545045" cy="771492"/>
            </a:xfrm>
            <a:prstGeom prst="rect">
              <a:avLst/>
            </a:prstGeom>
            <a:noFill/>
            <a:ln>
              <a:noFill/>
            </a:ln>
            <a:effectLst>
              <a:outerShdw blurRad="71438" dist="28575" dir="5400000" algn="bl" rotWithShape="0">
                <a:srgbClr val="000000">
                  <a:alpha val="15290"/>
                </a:srgbClr>
              </a:outerShdw>
            </a:effectLst>
          </p:spPr>
        </p:pic>
        <p:pic>
          <p:nvPicPr>
            <p:cNvPr id="809" name="Google Shape;809;g2cdbdd49f8e_0_0"/>
            <p:cNvPicPr preferRelativeResize="0"/>
            <p:nvPr/>
          </p:nvPicPr>
          <p:blipFill rotWithShape="1">
            <a:blip r:embed="rId29">
              <a:alphaModFix/>
            </a:blip>
            <a:srcRect l="79" r="79"/>
            <a:stretch/>
          </p:blipFill>
          <p:spPr>
            <a:xfrm>
              <a:off x="5137061" y="2053250"/>
              <a:ext cx="545045" cy="771487"/>
            </a:xfrm>
            <a:prstGeom prst="rect">
              <a:avLst/>
            </a:prstGeom>
            <a:noFill/>
            <a:ln>
              <a:noFill/>
            </a:ln>
            <a:effectLst>
              <a:outerShdw blurRad="71438" dist="28575" dir="5400000" algn="bl" rotWithShape="0">
                <a:srgbClr val="000000">
                  <a:alpha val="15290"/>
                </a:srgbClr>
              </a:outerShdw>
            </a:effectLst>
          </p:spPr>
        </p:pic>
        <p:pic>
          <p:nvPicPr>
            <p:cNvPr id="810" name="Google Shape;810;g2cdbdd49f8e_0_0"/>
            <p:cNvPicPr preferRelativeResize="0"/>
            <p:nvPr/>
          </p:nvPicPr>
          <p:blipFill rotWithShape="1">
            <a:blip r:embed="rId30">
              <a:alphaModFix/>
            </a:blip>
            <a:srcRect l="79" r="79"/>
            <a:stretch/>
          </p:blipFill>
          <p:spPr>
            <a:xfrm>
              <a:off x="3913876" y="2053250"/>
              <a:ext cx="545045" cy="771487"/>
            </a:xfrm>
            <a:prstGeom prst="rect">
              <a:avLst/>
            </a:prstGeom>
            <a:noFill/>
            <a:ln>
              <a:noFill/>
            </a:ln>
            <a:effectLst>
              <a:outerShdw blurRad="71438" dist="28575" dir="5400000" algn="bl" rotWithShape="0">
                <a:srgbClr val="000000">
                  <a:alpha val="15290"/>
                </a:srgbClr>
              </a:outerShdw>
            </a:effectLst>
          </p:spPr>
        </p:pic>
        <p:pic>
          <p:nvPicPr>
            <p:cNvPr id="811" name="Google Shape;811;g2cdbdd49f8e_0_0"/>
            <p:cNvPicPr preferRelativeResize="0"/>
            <p:nvPr/>
          </p:nvPicPr>
          <p:blipFill rotWithShape="1">
            <a:blip r:embed="rId31">
              <a:alphaModFix/>
            </a:blip>
            <a:srcRect l="79" r="79"/>
            <a:stretch/>
          </p:blipFill>
          <p:spPr>
            <a:xfrm>
              <a:off x="4525469" y="2053250"/>
              <a:ext cx="545045" cy="771487"/>
            </a:xfrm>
            <a:prstGeom prst="rect">
              <a:avLst/>
            </a:prstGeom>
            <a:noFill/>
            <a:ln>
              <a:noFill/>
            </a:ln>
            <a:effectLst>
              <a:outerShdw blurRad="71438" dist="28575" dir="5400000" algn="bl" rotWithShape="0">
                <a:srgbClr val="000000">
                  <a:alpha val="15290"/>
                </a:srgbClr>
              </a:outerShdw>
            </a:effectLst>
          </p:spPr>
        </p:pic>
        <p:pic>
          <p:nvPicPr>
            <p:cNvPr id="812" name="Google Shape;812;g2cdbdd49f8e_0_0"/>
            <p:cNvPicPr preferRelativeResize="0"/>
            <p:nvPr/>
          </p:nvPicPr>
          <p:blipFill rotWithShape="1">
            <a:blip r:embed="rId32">
              <a:alphaModFix/>
            </a:blip>
            <a:srcRect l="19" r="29"/>
            <a:stretch/>
          </p:blipFill>
          <p:spPr>
            <a:xfrm>
              <a:off x="5748652" y="2053250"/>
              <a:ext cx="545045" cy="771492"/>
            </a:xfrm>
            <a:prstGeom prst="rect">
              <a:avLst/>
            </a:prstGeom>
            <a:noFill/>
            <a:ln>
              <a:noFill/>
            </a:ln>
            <a:effectLst>
              <a:outerShdw blurRad="71438" dist="28575" dir="5400000" algn="bl" rotWithShape="0">
                <a:srgbClr val="000000">
                  <a:alpha val="15290"/>
                </a:srgbClr>
              </a:outerShdw>
            </a:effectLst>
          </p:spPr>
        </p:pic>
        <p:pic>
          <p:nvPicPr>
            <p:cNvPr id="813" name="Google Shape;813;g2cdbdd49f8e_0_0"/>
            <p:cNvPicPr preferRelativeResize="0"/>
            <p:nvPr/>
          </p:nvPicPr>
          <p:blipFill rotWithShape="1">
            <a:blip r:embed="rId33">
              <a:alphaModFix/>
            </a:blip>
            <a:srcRect/>
            <a:stretch/>
          </p:blipFill>
          <p:spPr>
            <a:xfrm>
              <a:off x="6360240" y="2053250"/>
              <a:ext cx="545045" cy="771487"/>
            </a:xfrm>
            <a:prstGeom prst="rect">
              <a:avLst/>
            </a:prstGeom>
            <a:noFill/>
            <a:ln>
              <a:noFill/>
            </a:ln>
            <a:effectLst>
              <a:outerShdw blurRad="71438" dist="28575" dir="5400000" algn="bl" rotWithShape="0">
                <a:srgbClr val="000000">
                  <a:alpha val="15290"/>
                </a:srgbClr>
              </a:outerShdw>
            </a:effectLst>
          </p:spPr>
        </p:pic>
        <p:pic>
          <p:nvPicPr>
            <p:cNvPr id="814" name="Google Shape;814;g2cdbdd49f8e_0_0"/>
            <p:cNvPicPr preferRelativeResize="0"/>
            <p:nvPr/>
          </p:nvPicPr>
          <p:blipFill rotWithShape="1">
            <a:blip r:embed="rId34">
              <a:alphaModFix/>
            </a:blip>
            <a:srcRect t="59" b="49"/>
            <a:stretch/>
          </p:blipFill>
          <p:spPr>
            <a:xfrm>
              <a:off x="6971835" y="2053250"/>
              <a:ext cx="545045" cy="771492"/>
            </a:xfrm>
            <a:prstGeom prst="rect">
              <a:avLst/>
            </a:prstGeom>
            <a:noFill/>
            <a:ln>
              <a:noFill/>
            </a:ln>
            <a:effectLst>
              <a:outerShdw blurRad="71438" dist="28575" dir="5400000" algn="bl" rotWithShape="0">
                <a:srgbClr val="000000">
                  <a:alpha val="15290"/>
                </a:srgbClr>
              </a:outerShdw>
            </a:effectLst>
          </p:spPr>
        </p:pic>
        <p:pic>
          <p:nvPicPr>
            <p:cNvPr id="815" name="Google Shape;815;g2cdbdd49f8e_0_0"/>
            <p:cNvPicPr preferRelativeResize="0"/>
            <p:nvPr/>
          </p:nvPicPr>
          <p:blipFill rotWithShape="1">
            <a:blip r:embed="rId35">
              <a:alphaModFix/>
            </a:blip>
            <a:srcRect t="59" b="49"/>
            <a:stretch/>
          </p:blipFill>
          <p:spPr>
            <a:xfrm>
              <a:off x="7583436" y="2053254"/>
              <a:ext cx="545045" cy="771492"/>
            </a:xfrm>
            <a:prstGeom prst="rect">
              <a:avLst/>
            </a:prstGeom>
            <a:noFill/>
            <a:ln>
              <a:noFill/>
            </a:ln>
            <a:effectLst>
              <a:outerShdw blurRad="71438" dist="28575" dir="5400000" algn="bl" rotWithShape="0">
                <a:srgbClr val="000000">
                  <a:alpha val="15290"/>
                </a:srgbClr>
              </a:outerShdw>
            </a:effectLst>
          </p:spPr>
        </p:pic>
        <p:pic>
          <p:nvPicPr>
            <p:cNvPr id="816" name="Google Shape;816;g2cdbdd49f8e_0_0"/>
            <p:cNvPicPr preferRelativeResize="0"/>
            <p:nvPr/>
          </p:nvPicPr>
          <p:blipFill rotWithShape="1">
            <a:blip r:embed="rId36">
              <a:alphaModFix/>
            </a:blip>
            <a:srcRect/>
            <a:stretch/>
          </p:blipFill>
          <p:spPr>
            <a:xfrm>
              <a:off x="855905" y="2901641"/>
              <a:ext cx="545045" cy="771487"/>
            </a:xfrm>
            <a:prstGeom prst="rect">
              <a:avLst/>
            </a:prstGeom>
            <a:noFill/>
            <a:ln>
              <a:noFill/>
            </a:ln>
            <a:effectLst>
              <a:outerShdw blurRad="71438" dist="28575" dir="5400000" algn="bl" rotWithShape="0">
                <a:srgbClr val="000000">
                  <a:alpha val="15290"/>
                </a:srgbClr>
              </a:outerShdw>
            </a:effectLst>
          </p:spPr>
        </p:pic>
        <p:pic>
          <p:nvPicPr>
            <p:cNvPr id="817" name="Google Shape;817;g2cdbdd49f8e_0_0"/>
            <p:cNvPicPr preferRelativeResize="0"/>
            <p:nvPr/>
          </p:nvPicPr>
          <p:blipFill rotWithShape="1">
            <a:blip r:embed="rId37">
              <a:alphaModFix/>
            </a:blip>
            <a:srcRect l="89" r="79"/>
            <a:stretch/>
          </p:blipFill>
          <p:spPr>
            <a:xfrm>
              <a:off x="6971985" y="3750026"/>
              <a:ext cx="544981" cy="771496"/>
            </a:xfrm>
            <a:prstGeom prst="rect">
              <a:avLst/>
            </a:prstGeom>
            <a:noFill/>
            <a:ln>
              <a:noFill/>
            </a:ln>
            <a:effectLst>
              <a:outerShdw blurRad="71438" dist="28575" dir="5400000" algn="bl" rotWithShape="0">
                <a:srgbClr val="000000">
                  <a:alpha val="14900"/>
                </a:srgbClr>
              </a:outerShdw>
            </a:effectLst>
          </p:spPr>
        </p:pic>
        <p:pic>
          <p:nvPicPr>
            <p:cNvPr id="818" name="Google Shape;818;g2cdbdd49f8e_0_0"/>
            <p:cNvPicPr preferRelativeResize="0"/>
            <p:nvPr/>
          </p:nvPicPr>
          <p:blipFill rotWithShape="1">
            <a:blip r:embed="rId38">
              <a:alphaModFix/>
            </a:blip>
            <a:srcRect l="29" r="29"/>
            <a:stretch/>
          </p:blipFill>
          <p:spPr>
            <a:xfrm>
              <a:off x="7583489" y="3750026"/>
              <a:ext cx="544981" cy="771496"/>
            </a:xfrm>
            <a:prstGeom prst="rect">
              <a:avLst/>
            </a:prstGeom>
            <a:noFill/>
            <a:ln>
              <a:noFill/>
            </a:ln>
            <a:effectLst>
              <a:outerShdw blurRad="71438" dist="28575" dir="5400000" algn="bl" rotWithShape="0">
                <a:srgbClr val="000000">
                  <a:alpha val="14900"/>
                </a:srgbClr>
              </a:outerShdw>
            </a:effectLst>
          </p:spPr>
        </p:pic>
        <p:pic>
          <p:nvPicPr>
            <p:cNvPr id="819" name="Google Shape;819;g2cdbdd49f8e_0_0"/>
            <p:cNvPicPr preferRelativeResize="0"/>
            <p:nvPr/>
          </p:nvPicPr>
          <p:blipFill rotWithShape="1">
            <a:blip r:embed="rId39">
              <a:alphaModFix/>
            </a:blip>
            <a:srcRect l="89" r="79"/>
            <a:stretch/>
          </p:blipFill>
          <p:spPr>
            <a:xfrm>
              <a:off x="856030" y="4598451"/>
              <a:ext cx="544981" cy="771496"/>
            </a:xfrm>
            <a:prstGeom prst="rect">
              <a:avLst/>
            </a:prstGeom>
            <a:noFill/>
            <a:ln>
              <a:noFill/>
            </a:ln>
            <a:effectLst>
              <a:outerShdw blurRad="71438" dist="28575" dir="5400000" algn="bl" rotWithShape="0">
                <a:srgbClr val="000000">
                  <a:alpha val="14900"/>
                </a:srgbClr>
              </a:outerShdw>
            </a:effectLst>
          </p:spPr>
        </p:pic>
        <p:pic>
          <p:nvPicPr>
            <p:cNvPr id="820" name="Google Shape;820;g2cdbdd49f8e_0_0"/>
            <p:cNvPicPr preferRelativeResize="0"/>
            <p:nvPr/>
          </p:nvPicPr>
          <p:blipFill rotWithShape="1">
            <a:blip r:embed="rId40">
              <a:alphaModFix/>
            </a:blip>
            <a:srcRect l="29" r="29"/>
            <a:stretch/>
          </p:blipFill>
          <p:spPr>
            <a:xfrm>
              <a:off x="1467533" y="4598451"/>
              <a:ext cx="544981" cy="771496"/>
            </a:xfrm>
            <a:prstGeom prst="rect">
              <a:avLst/>
            </a:prstGeom>
            <a:noFill/>
            <a:ln>
              <a:noFill/>
            </a:ln>
            <a:effectLst>
              <a:outerShdw blurRad="71438" dist="28575" dir="5400000" algn="bl" rotWithShape="0">
                <a:srgbClr val="000000">
                  <a:alpha val="14900"/>
                </a:srgbClr>
              </a:outerShdw>
            </a:effectLst>
          </p:spPr>
        </p:pic>
        <p:pic>
          <p:nvPicPr>
            <p:cNvPr id="821" name="Google Shape;821;g2cdbdd49f8e_0_0"/>
            <p:cNvPicPr preferRelativeResize="0"/>
            <p:nvPr/>
          </p:nvPicPr>
          <p:blipFill rotWithShape="1">
            <a:blip r:embed="rId41">
              <a:alphaModFix/>
            </a:blip>
            <a:srcRect l="89" r="79"/>
            <a:stretch/>
          </p:blipFill>
          <p:spPr>
            <a:xfrm>
              <a:off x="2079037" y="4598451"/>
              <a:ext cx="544981" cy="771496"/>
            </a:xfrm>
            <a:prstGeom prst="rect">
              <a:avLst/>
            </a:prstGeom>
            <a:noFill/>
            <a:ln>
              <a:noFill/>
            </a:ln>
            <a:effectLst>
              <a:outerShdw blurRad="71438" dist="28575" dir="5400000" algn="bl" rotWithShape="0">
                <a:srgbClr val="000000">
                  <a:alpha val="14900"/>
                </a:srgbClr>
              </a:outerShdw>
            </a:effectLst>
          </p:spPr>
        </p:pic>
        <p:pic>
          <p:nvPicPr>
            <p:cNvPr id="822" name="Google Shape;822;g2cdbdd49f8e_0_0"/>
            <p:cNvPicPr preferRelativeResize="0"/>
            <p:nvPr/>
          </p:nvPicPr>
          <p:blipFill rotWithShape="1">
            <a:blip r:embed="rId42">
              <a:alphaModFix/>
            </a:blip>
            <a:srcRect l="79" r="79"/>
            <a:stretch/>
          </p:blipFill>
          <p:spPr>
            <a:xfrm>
              <a:off x="2690529" y="4598412"/>
              <a:ext cx="545045" cy="771487"/>
            </a:xfrm>
            <a:prstGeom prst="rect">
              <a:avLst/>
            </a:prstGeom>
            <a:noFill/>
            <a:ln>
              <a:noFill/>
            </a:ln>
            <a:effectLst>
              <a:outerShdw blurRad="71438" dist="28575" dir="5400000" algn="bl" rotWithShape="0">
                <a:srgbClr val="000000">
                  <a:alpha val="14900"/>
                </a:srgbClr>
              </a:outerShdw>
            </a:effectLst>
          </p:spPr>
        </p:pic>
        <p:pic>
          <p:nvPicPr>
            <p:cNvPr id="823" name="Google Shape;823;g2cdbdd49f8e_0_0"/>
            <p:cNvPicPr preferRelativeResize="0"/>
            <p:nvPr/>
          </p:nvPicPr>
          <p:blipFill rotWithShape="1">
            <a:blip r:embed="rId43">
              <a:alphaModFix/>
            </a:blip>
            <a:srcRect l="79" r="79"/>
            <a:stretch/>
          </p:blipFill>
          <p:spPr>
            <a:xfrm>
              <a:off x="3302141" y="4598412"/>
              <a:ext cx="545045" cy="771487"/>
            </a:xfrm>
            <a:prstGeom prst="rect">
              <a:avLst/>
            </a:prstGeom>
            <a:noFill/>
            <a:ln>
              <a:noFill/>
            </a:ln>
            <a:effectLst>
              <a:outerShdw blurRad="71438" dist="28575" dir="5400000" algn="bl" rotWithShape="0">
                <a:srgbClr val="000000">
                  <a:alpha val="14900"/>
                </a:srgbClr>
              </a:outerShdw>
            </a:effectLst>
          </p:spPr>
        </p:pic>
        <p:pic>
          <p:nvPicPr>
            <p:cNvPr id="824" name="Google Shape;824;g2cdbdd49f8e_0_0"/>
            <p:cNvPicPr preferRelativeResize="0"/>
            <p:nvPr/>
          </p:nvPicPr>
          <p:blipFill rotWithShape="1">
            <a:blip r:embed="rId44">
              <a:alphaModFix/>
            </a:blip>
            <a:srcRect l="19" r="29"/>
            <a:stretch/>
          </p:blipFill>
          <p:spPr>
            <a:xfrm>
              <a:off x="3913752" y="4598412"/>
              <a:ext cx="545045" cy="771487"/>
            </a:xfrm>
            <a:prstGeom prst="rect">
              <a:avLst/>
            </a:prstGeom>
            <a:noFill/>
            <a:ln>
              <a:noFill/>
            </a:ln>
            <a:effectLst>
              <a:outerShdw blurRad="71438" dist="28575" dir="5400000" algn="bl" rotWithShape="0">
                <a:srgbClr val="000000">
                  <a:alpha val="14900"/>
                </a:srgbClr>
              </a:outerShdw>
            </a:effectLst>
          </p:spPr>
        </p:pic>
        <p:pic>
          <p:nvPicPr>
            <p:cNvPr id="825" name="Google Shape;825;g2cdbdd49f8e_0_0"/>
            <p:cNvPicPr preferRelativeResize="0"/>
            <p:nvPr/>
          </p:nvPicPr>
          <p:blipFill rotWithShape="1">
            <a:blip r:embed="rId45">
              <a:alphaModFix/>
            </a:blip>
            <a:srcRect l="79" r="79"/>
            <a:stretch/>
          </p:blipFill>
          <p:spPr>
            <a:xfrm>
              <a:off x="4525363" y="4598412"/>
              <a:ext cx="545045" cy="771487"/>
            </a:xfrm>
            <a:prstGeom prst="rect">
              <a:avLst/>
            </a:prstGeom>
            <a:noFill/>
            <a:ln>
              <a:noFill/>
            </a:ln>
            <a:effectLst>
              <a:outerShdw blurRad="71438" dist="28575" dir="5400000" algn="bl" rotWithShape="0">
                <a:srgbClr val="000000">
                  <a:alpha val="14900"/>
                </a:srgbClr>
              </a:outerShdw>
            </a:effectLst>
          </p:spPr>
        </p:pic>
        <p:pic>
          <p:nvPicPr>
            <p:cNvPr id="826" name="Google Shape;826;g2cdbdd49f8e_0_0"/>
            <p:cNvPicPr preferRelativeResize="0"/>
            <p:nvPr/>
          </p:nvPicPr>
          <p:blipFill rotWithShape="1">
            <a:blip r:embed="rId46">
              <a:alphaModFix/>
            </a:blip>
            <a:srcRect l="79" r="79"/>
            <a:stretch/>
          </p:blipFill>
          <p:spPr>
            <a:xfrm>
              <a:off x="5136975" y="4598412"/>
              <a:ext cx="545045" cy="771487"/>
            </a:xfrm>
            <a:prstGeom prst="rect">
              <a:avLst/>
            </a:prstGeom>
            <a:noFill/>
            <a:ln>
              <a:noFill/>
            </a:ln>
            <a:effectLst>
              <a:outerShdw blurRad="71438" dist="28575" dir="5400000" algn="bl" rotWithShape="0">
                <a:srgbClr val="000000">
                  <a:alpha val="14900"/>
                </a:srgbClr>
              </a:outerShdw>
            </a:effectLst>
          </p:spPr>
        </p:pic>
        <p:pic>
          <p:nvPicPr>
            <p:cNvPr id="827" name="Google Shape;827;g2cdbdd49f8e_0_0"/>
            <p:cNvPicPr preferRelativeResize="0"/>
            <p:nvPr/>
          </p:nvPicPr>
          <p:blipFill rotWithShape="1">
            <a:blip r:embed="rId47">
              <a:alphaModFix/>
            </a:blip>
            <a:srcRect l="19" r="29"/>
            <a:stretch/>
          </p:blipFill>
          <p:spPr>
            <a:xfrm>
              <a:off x="5748586" y="4598412"/>
              <a:ext cx="545045" cy="771487"/>
            </a:xfrm>
            <a:prstGeom prst="rect">
              <a:avLst/>
            </a:prstGeom>
            <a:noFill/>
            <a:ln>
              <a:noFill/>
            </a:ln>
            <a:effectLst>
              <a:outerShdw blurRad="71438" dist="28575" dir="5400000" algn="bl" rotWithShape="0">
                <a:srgbClr val="000000">
                  <a:alpha val="1490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2"/>
        <p:cNvGrpSpPr/>
        <p:nvPr/>
      </p:nvGrpSpPr>
      <p:grpSpPr>
        <a:xfrm>
          <a:off x="0" y="0"/>
          <a:ext cx="0" cy="0"/>
          <a:chOff x="0" y="0"/>
          <a:chExt cx="0" cy="0"/>
        </a:xfrm>
      </p:grpSpPr>
      <p:sp>
        <p:nvSpPr>
          <p:cNvPr id="833" name="Google Shape;833;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 want</a:t>
            </a:r>
            <a:r>
              <a:rPr lang="en-US"/>
              <a:t>.</a:t>
            </a:r>
            <a:endParaRPr/>
          </a:p>
        </p:txBody>
      </p:sp>
      <p:grpSp>
        <p:nvGrpSpPr>
          <p:cNvPr id="834" name="Google Shape;834;g2c298da1f27_1_0"/>
          <p:cNvGrpSpPr/>
          <p:nvPr/>
        </p:nvGrpSpPr>
        <p:grpSpPr>
          <a:xfrm>
            <a:off x="931068" y="2129450"/>
            <a:ext cx="7281864" cy="2688001"/>
            <a:chOff x="868300" y="2129450"/>
            <a:chExt cx="7281864" cy="2688001"/>
          </a:xfrm>
        </p:grpSpPr>
        <p:pic>
          <p:nvPicPr>
            <p:cNvPr id="835" name="Google Shape;835;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36" name="Google Shape;836;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37" name="Google Shape;837;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38" name="Google Shape;838;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39" name="Google Shape;839;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40" name="Google Shape;840;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41" name="Google Shape;841;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42" name="Google Shape;842;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43" name="Google Shape;843;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844" name="Google Shape;844;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845" name="Google Shape;845;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46" name="Google Shape;846;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47" name="Google Shape;847;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848" name="Google Shape;848;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pic>
          <p:nvPicPr>
            <p:cNvPr id="849" name="Google Shape;849;g2c298da1f27_1_0"/>
            <p:cNvPicPr preferRelativeResize="0"/>
            <p:nvPr/>
          </p:nvPicPr>
          <p:blipFill rotWithShape="1">
            <a:blip r:embed="rId17">
              <a:alphaModFix/>
            </a:blip>
            <a:srcRect l="99" r="99"/>
            <a:stretch/>
          </p:blipFill>
          <p:spPr>
            <a:xfrm>
              <a:off x="3320721" y="3991810"/>
              <a:ext cx="1148707" cy="821565"/>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4"/>
        <p:cNvGrpSpPr/>
        <p:nvPr/>
      </p:nvGrpSpPr>
      <p:grpSpPr>
        <a:xfrm>
          <a:off x="0" y="0"/>
          <a:ext cx="0" cy="0"/>
          <a:chOff x="0" y="0"/>
          <a:chExt cx="0" cy="0"/>
        </a:xfrm>
      </p:grpSpPr>
      <p:sp>
        <p:nvSpPr>
          <p:cNvPr id="855" name="Google Shape;855;g2ce66866dac_0_115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Teach Suffix Rule</a:t>
            </a:r>
            <a:endParaRPr/>
          </a:p>
        </p:txBody>
      </p:sp>
      <p:sp>
        <p:nvSpPr>
          <p:cNvPr id="856" name="Google Shape;856;g2ce66866dac_0_1153"/>
          <p:cNvSpPr txBox="1"/>
          <p:nvPr/>
        </p:nvSpPr>
        <p:spPr>
          <a:xfrm>
            <a:off x="1653925" y="1398975"/>
            <a:ext cx="5836200" cy="35421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rgbClr val="000000"/>
              </a:buClr>
              <a:buSzPts val="1100"/>
              <a:buFont typeface="Arial"/>
              <a:buNone/>
            </a:pPr>
            <a:r>
              <a:rPr lang="en-US" sz="2800" b="0" i="0" u="none" strike="noStrike" cap="none">
                <a:solidFill>
                  <a:srgbClr val="000000"/>
                </a:solidFill>
                <a:latin typeface="Poppins"/>
                <a:ea typeface="Poppins"/>
                <a:cs typeface="Poppins"/>
                <a:sym typeface="Poppins"/>
              </a:rPr>
              <a:t>When prefix </a:t>
            </a:r>
            <a:r>
              <a:rPr lang="en-US" sz="2800" b="0" i="0" u="none" strike="noStrike" cap="none">
                <a:solidFill>
                  <a:srgbClr val="2356AF"/>
                </a:solidFill>
                <a:latin typeface="Poppins"/>
                <a:ea typeface="Poppins"/>
                <a:cs typeface="Poppins"/>
                <a:sym typeface="Poppins"/>
              </a:rPr>
              <a:t>un-</a:t>
            </a:r>
            <a:r>
              <a:rPr lang="en-US" sz="2800" b="0" i="0" u="none" strike="noStrike" cap="none">
                <a:solidFill>
                  <a:srgbClr val="000000"/>
                </a:solidFill>
                <a:latin typeface="Poppins"/>
                <a:ea typeface="Poppins"/>
                <a:cs typeface="Poppins"/>
                <a:sym typeface="Poppins"/>
              </a:rPr>
              <a:t> is added before a root word, it changes the meaning to the opposite or reverse of the root word.</a:t>
            </a:r>
            <a:endParaRPr sz="2800" b="0" i="0" u="none" strike="noStrike" cap="none">
              <a:solidFill>
                <a:srgbClr val="000000"/>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1"/>
        <p:cNvGrpSpPr/>
        <p:nvPr/>
      </p:nvGrpSpPr>
      <p:grpSpPr>
        <a:xfrm>
          <a:off x="0" y="0"/>
          <a:ext cx="0" cy="0"/>
          <a:chOff x="0" y="0"/>
          <a:chExt cx="0" cy="0"/>
        </a:xfrm>
      </p:grpSpPr>
      <p:sp>
        <p:nvSpPr>
          <p:cNvPr id="862" name="Google Shape;862;g2ce66866dac_0_1159"/>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3" name="Google Shape;863;g2ce66866dac_0_1159"/>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ctr" rtl="0">
              <a:lnSpc>
                <a:spcPct val="100000"/>
              </a:lnSpc>
              <a:spcBef>
                <a:spcPts val="0"/>
              </a:spcBef>
              <a:spcAft>
                <a:spcPts val="0"/>
              </a:spcAft>
              <a:buClr>
                <a:schemeClr val="dk1"/>
              </a:buClr>
              <a:buSzPct val="50000"/>
              <a:buFont typeface="Arial"/>
              <a:buNone/>
            </a:pPr>
            <a:r>
              <a:rPr lang="en-US" sz="2200" b="0" i="0" u="none" strike="noStrike" cap="none">
                <a:solidFill>
                  <a:schemeClr val="dk1"/>
                </a:solidFill>
                <a:latin typeface="Poppins"/>
                <a:ea typeface="Poppins"/>
                <a:cs typeface="Poppins"/>
                <a:sym typeface="Poppins"/>
              </a:rPr>
              <a:t>add prefix</a:t>
            </a:r>
            <a:r>
              <a:rPr lang="en-US" sz="2200" b="0" i="0" u="none" strike="noStrike" cap="none">
                <a:solidFill>
                  <a:srgbClr val="2356AF"/>
                </a:solidFill>
                <a:latin typeface="Poppins"/>
                <a:ea typeface="Poppins"/>
                <a:cs typeface="Poppins"/>
                <a:sym typeface="Poppins"/>
              </a:rPr>
              <a:t> un-</a:t>
            </a:r>
            <a:r>
              <a:rPr lang="en-US" sz="2200" b="0" i="0" u="none" strike="noStrike" cap="none">
                <a:solidFill>
                  <a:schemeClr val="dk1"/>
                </a:solidFill>
                <a:latin typeface="Poppins"/>
                <a:ea typeface="Poppins"/>
                <a:cs typeface="Poppins"/>
                <a:sym typeface="Poppins"/>
              </a:rPr>
              <a:t> before root word</a:t>
            </a:r>
            <a:endParaRPr sz="2200" b="0" i="0" u="none" strike="noStrike" cap="none">
              <a:solidFill>
                <a:schemeClr val="dk1"/>
              </a:solidFill>
              <a:latin typeface="Poppins"/>
              <a:ea typeface="Poppins"/>
              <a:cs typeface="Poppins"/>
              <a:sym typeface="Poppins"/>
            </a:endParaRPr>
          </a:p>
        </p:txBody>
      </p:sp>
      <p:sp>
        <p:nvSpPr>
          <p:cNvPr id="864" name="Google Shape;864;g2ce66866dac_0_115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Demonstrate Using Examples</a:t>
            </a:r>
            <a:endParaRPr/>
          </a:p>
        </p:txBody>
      </p:sp>
      <p:cxnSp>
        <p:nvCxnSpPr>
          <p:cNvPr id="865" name="Google Shape;865;g2ce66866dac_0_1159"/>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sp>
        <p:nvSpPr>
          <p:cNvPr id="866" name="Google Shape;866;g2ce66866dac_0_1159"/>
          <p:cNvSpPr txBox="1"/>
          <p:nvPr/>
        </p:nvSpPr>
        <p:spPr>
          <a:xfrm>
            <a:off x="1672825" y="9804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p</a:t>
            </a:r>
            <a:r>
              <a:rPr lang="en-US" sz="6800" b="0" i="0" u="none" strike="noStrike" cap="none">
                <a:solidFill>
                  <a:schemeClr val="dk1"/>
                </a:solidFill>
                <a:latin typeface="Poppins"/>
                <a:ea typeface="Poppins"/>
                <a:cs typeface="Poppins"/>
                <a:sym typeface="Poppins"/>
              </a:rPr>
              <a:t>a</a:t>
            </a:r>
            <a:r>
              <a:rPr lang="en-US" sz="8000" b="0" i="0" u="none" strike="noStrike" cap="none">
                <a:solidFill>
                  <a:srgbClr val="000000"/>
                </a:solidFill>
                <a:latin typeface="Jost"/>
                <a:ea typeface="Jost"/>
                <a:cs typeface="Jost"/>
                <a:sym typeface="Jost"/>
              </a:rPr>
              <a:t>ck</a:t>
            </a:r>
            <a:endParaRPr sz="8000" b="0" i="0" u="none" strike="noStrike" cap="none">
              <a:solidFill>
                <a:srgbClr val="000000"/>
              </a:solidFill>
              <a:latin typeface="Jost"/>
              <a:ea typeface="Jost"/>
              <a:cs typeface="Jost"/>
              <a:sym typeface="Jost"/>
            </a:endParaRPr>
          </a:p>
        </p:txBody>
      </p:sp>
      <p:sp>
        <p:nvSpPr>
          <p:cNvPr id="867" name="Google Shape;867;g2ce66866dac_0_1159"/>
          <p:cNvSpPr txBox="1"/>
          <p:nvPr/>
        </p:nvSpPr>
        <p:spPr>
          <a:xfrm>
            <a:off x="1672825" y="36593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un</a:t>
            </a:r>
            <a:r>
              <a:rPr lang="en-US" sz="8000" b="0" i="0" u="none" strike="noStrike" cap="none">
                <a:solidFill>
                  <a:srgbClr val="000000"/>
                </a:solidFill>
                <a:latin typeface="Jost"/>
                <a:ea typeface="Jost"/>
                <a:cs typeface="Jost"/>
                <a:sym typeface="Jost"/>
              </a:rPr>
              <a:t>p</a:t>
            </a:r>
            <a:r>
              <a:rPr lang="en-US" sz="6800" b="0" i="0" u="none" strike="noStrike" cap="none">
                <a:solidFill>
                  <a:schemeClr val="dk1"/>
                </a:solidFill>
                <a:latin typeface="Poppins"/>
                <a:ea typeface="Poppins"/>
                <a:cs typeface="Poppins"/>
                <a:sym typeface="Poppins"/>
              </a:rPr>
              <a:t>a</a:t>
            </a:r>
            <a:r>
              <a:rPr lang="en-US" sz="8000" b="0" i="0" u="none" strike="noStrike" cap="none">
                <a:solidFill>
                  <a:srgbClr val="000000"/>
                </a:solidFill>
                <a:latin typeface="Jost"/>
                <a:ea typeface="Jost"/>
                <a:cs typeface="Jost"/>
                <a:sym typeface="Jost"/>
              </a:rPr>
              <a:t>ck</a:t>
            </a:r>
            <a:endParaRPr sz="8000" b="0" i="0" u="none" strike="noStrike" cap="none">
              <a:solidFill>
                <a:srgbClr val="000000"/>
              </a:solidFill>
              <a:latin typeface="Jost"/>
              <a:ea typeface="Jost"/>
              <a:cs typeface="Jost"/>
              <a:sym typeface="Jost"/>
            </a:endParaRPr>
          </a:p>
        </p:txBody>
      </p:sp>
      <p:cxnSp>
        <p:nvCxnSpPr>
          <p:cNvPr id="868" name="Google Shape;868;g2ce66866dac_0_1159"/>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sp>
        <p:nvSpPr>
          <p:cNvPr id="874" name="Google Shape;874;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75" name="Google Shape;875;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80"/>
        <p:cNvGrpSpPr/>
        <p:nvPr/>
      </p:nvGrpSpPr>
      <p:grpSpPr>
        <a:xfrm>
          <a:off x="0" y="0"/>
          <a:ext cx="0" cy="0"/>
          <a:chOff x="0" y="0"/>
          <a:chExt cx="0" cy="0"/>
        </a:xfrm>
      </p:grpSpPr>
      <p:sp>
        <p:nvSpPr>
          <p:cNvPr id="881" name="Google Shape;881;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82" name="Google Shape;882;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883" name="Google Shape;883;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84" name="Google Shape;884;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5" name="Google Shape;885;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6" name="Google Shape;886;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7" name="Google Shape;887;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8" name="Google Shape;888;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9" name="Google Shape;889;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0" name="Google Shape;890;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1" name="Google Shape;891;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92" name="Google Shape;892;g2c4fb7f6616_1_0"/>
          <p:cNvGrpSpPr/>
          <p:nvPr/>
        </p:nvGrpSpPr>
        <p:grpSpPr>
          <a:xfrm>
            <a:off x="-550" y="6984600"/>
            <a:ext cx="8596479" cy="808600"/>
            <a:chOff x="-550" y="6984600"/>
            <a:chExt cx="8596479" cy="808600"/>
          </a:xfrm>
        </p:grpSpPr>
        <p:sp>
          <p:nvSpPr>
            <p:cNvPr id="893" name="Google Shape;893;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94" name="Google Shape;894;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95" name="Google Shape;895;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96" name="Google Shape;896;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97" name="Google Shape;897;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98" name="Google Shape;898;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99" name="Google Shape;899;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00" name="Google Shape;900;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01" name="Google Shape;901;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02" name="Google Shape;902;g2c4fb7f6616_1_0"/>
          <p:cNvSpPr/>
          <p:nvPr/>
        </p:nvSpPr>
        <p:spPr>
          <a:xfrm>
            <a:off x="3206612"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3" name="Google Shape;903;g2c4fb7f6616_1_0"/>
          <p:cNvSpPr txBox="1"/>
          <p:nvPr/>
        </p:nvSpPr>
        <p:spPr>
          <a:xfrm>
            <a:off x="2891762"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p</a:t>
            </a:r>
            <a:endParaRPr sz="12000" b="0" i="0" u="none" strike="noStrike" cap="none">
              <a:solidFill>
                <a:srgbClr val="2356AF"/>
              </a:solidFill>
              <a:latin typeface="Jost"/>
              <a:ea typeface="Jost"/>
              <a:cs typeface="Jost"/>
              <a:sym typeface="Jost"/>
            </a:endParaRPr>
          </a:p>
        </p:txBody>
      </p:sp>
      <p:sp>
        <p:nvSpPr>
          <p:cNvPr id="904" name="Google Shape;904;g2c4fb7f6616_1_0"/>
          <p:cNvSpPr txBox="1"/>
          <p:nvPr/>
        </p:nvSpPr>
        <p:spPr>
          <a:xfrm>
            <a:off x="3757192" y="1394850"/>
            <a:ext cx="10584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9900"/>
              <a:buFont typeface="Arial"/>
              <a:buNone/>
            </a:pPr>
            <a:r>
              <a:rPr lang="en-US" sz="9900" b="0" i="0" u="none" strike="noStrike" cap="none">
                <a:solidFill>
                  <a:srgbClr val="ED1C24"/>
                </a:solidFill>
                <a:latin typeface="Poppins"/>
                <a:ea typeface="Poppins"/>
                <a:cs typeface="Poppins"/>
                <a:sym typeface="Poppins"/>
              </a:rPr>
              <a:t>a</a:t>
            </a:r>
            <a:endParaRPr sz="12000" b="0" i="0" u="none" strike="noStrike" cap="none">
              <a:solidFill>
                <a:srgbClr val="ED1C24"/>
              </a:solidFill>
              <a:latin typeface="Jost"/>
              <a:ea typeface="Jost"/>
              <a:cs typeface="Jost"/>
              <a:sym typeface="Jost"/>
            </a:endParaRPr>
          </a:p>
        </p:txBody>
      </p:sp>
      <p:sp>
        <p:nvSpPr>
          <p:cNvPr id="905" name="Google Shape;905;g2c4fb7f6616_1_0"/>
          <p:cNvSpPr/>
          <p:nvPr/>
        </p:nvSpPr>
        <p:spPr>
          <a:xfrm>
            <a:off x="4091388"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6" name="Google Shape;906;g2c4fb7f6616_1_0"/>
          <p:cNvSpPr/>
          <p:nvPr/>
        </p:nvSpPr>
        <p:spPr>
          <a:xfrm>
            <a:off x="4791456" y="4011900"/>
            <a:ext cx="12420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7" name="Google Shape;907;g2c4fb7f6616_1_0"/>
          <p:cNvSpPr txBox="1"/>
          <p:nvPr/>
        </p:nvSpPr>
        <p:spPr>
          <a:xfrm>
            <a:off x="4576138" y="1308025"/>
            <a:ext cx="16761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FFD400"/>
                </a:solidFill>
                <a:latin typeface="Jost"/>
                <a:ea typeface="Jost"/>
                <a:cs typeface="Jost"/>
                <a:sym typeface="Jost"/>
              </a:rPr>
              <a:t>ck</a:t>
            </a:r>
            <a:endParaRPr sz="12000" b="0" i="0" u="none" strike="noStrike" cap="none">
              <a:solidFill>
                <a:srgbClr val="FFD400"/>
              </a:solidFill>
              <a:latin typeface="Jost"/>
              <a:ea typeface="Jost"/>
              <a:cs typeface="Jost"/>
              <a:sym typeface="Jos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12"/>
        <p:cNvGrpSpPr/>
        <p:nvPr/>
      </p:nvGrpSpPr>
      <p:grpSpPr>
        <a:xfrm>
          <a:off x="0" y="0"/>
          <a:ext cx="0" cy="0"/>
          <a:chOff x="0" y="0"/>
          <a:chExt cx="0" cy="0"/>
        </a:xfrm>
      </p:grpSpPr>
      <p:sp>
        <p:nvSpPr>
          <p:cNvPr id="913" name="Google Shape;913;g2ee8cb0780e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14" name="Google Shape;914;g2ee8cb0780e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915" name="Google Shape;915;g2ee8cb0780e_0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16" name="Google Shape;916;g2ee8cb0780e_0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7" name="Google Shape;917;g2ee8cb0780e_0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8" name="Google Shape;918;g2ee8cb0780e_0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9" name="Google Shape;919;g2ee8cb0780e_0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0" name="Google Shape;920;g2ee8cb0780e_0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1" name="Google Shape;921;g2ee8cb0780e_0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2" name="Google Shape;922;g2ee8cb0780e_0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3" name="Google Shape;923;g2ee8cb0780e_0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24" name="Google Shape;924;g2ee8cb0780e_0_0"/>
          <p:cNvGrpSpPr/>
          <p:nvPr/>
        </p:nvGrpSpPr>
        <p:grpSpPr>
          <a:xfrm>
            <a:off x="-550" y="6984600"/>
            <a:ext cx="8596479" cy="808600"/>
            <a:chOff x="-550" y="6984600"/>
            <a:chExt cx="8596479" cy="808600"/>
          </a:xfrm>
        </p:grpSpPr>
        <p:sp>
          <p:nvSpPr>
            <p:cNvPr id="925" name="Google Shape;925;g2ee8cb0780e_0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26" name="Google Shape;926;g2ee8cb0780e_0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27" name="Google Shape;927;g2ee8cb0780e_0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28" name="Google Shape;928;g2ee8cb0780e_0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29" name="Google Shape;929;g2ee8cb0780e_0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30" name="Google Shape;930;g2ee8cb0780e_0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31" name="Google Shape;931;g2ee8cb0780e_0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32" name="Google Shape;932;g2ee8cb0780e_0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33" name="Google Shape;933;g2ee8cb0780e_0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34" name="Google Shape;934;g2ee8cb0780e_0_0"/>
          <p:cNvSpPr/>
          <p:nvPr/>
        </p:nvSpPr>
        <p:spPr>
          <a:xfrm>
            <a:off x="2357792"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5" name="Google Shape;935;g2ee8cb0780e_0_0"/>
          <p:cNvSpPr/>
          <p:nvPr/>
        </p:nvSpPr>
        <p:spPr>
          <a:xfrm>
            <a:off x="3168512"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6" name="Google Shape;936;g2ee8cb0780e_0_0"/>
          <p:cNvSpPr/>
          <p:nvPr/>
        </p:nvSpPr>
        <p:spPr>
          <a:xfrm>
            <a:off x="3979232"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7" name="Google Shape;937;g2ee8cb0780e_0_0"/>
          <p:cNvSpPr txBox="1"/>
          <p:nvPr/>
        </p:nvSpPr>
        <p:spPr>
          <a:xfrm>
            <a:off x="2119142" y="1308025"/>
            <a:ext cx="8781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ED1C24"/>
                </a:solidFill>
                <a:latin typeface="Jost"/>
                <a:ea typeface="Jost"/>
                <a:cs typeface="Jost"/>
                <a:sym typeface="Jost"/>
              </a:rPr>
              <a:t>u</a:t>
            </a:r>
            <a:endParaRPr sz="12000" b="0" i="0" u="none" strike="noStrike" cap="none">
              <a:solidFill>
                <a:srgbClr val="ED1C24"/>
              </a:solidFill>
              <a:latin typeface="Jost"/>
              <a:ea typeface="Jost"/>
              <a:cs typeface="Jost"/>
              <a:sym typeface="Jost"/>
            </a:endParaRPr>
          </a:p>
        </p:txBody>
      </p:sp>
      <p:sp>
        <p:nvSpPr>
          <p:cNvPr id="938" name="Google Shape;938;g2ee8cb0780e_0_0"/>
          <p:cNvSpPr txBox="1"/>
          <p:nvPr/>
        </p:nvSpPr>
        <p:spPr>
          <a:xfrm>
            <a:off x="2853662"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n</a:t>
            </a:r>
            <a:endParaRPr sz="12000" b="0" i="0" u="none" strike="noStrike" cap="none">
              <a:solidFill>
                <a:srgbClr val="2356AF"/>
              </a:solidFill>
              <a:latin typeface="Jost"/>
              <a:ea typeface="Jost"/>
              <a:cs typeface="Jost"/>
              <a:sym typeface="Jost"/>
            </a:endParaRPr>
          </a:p>
        </p:txBody>
      </p:sp>
      <p:sp>
        <p:nvSpPr>
          <p:cNvPr id="939" name="Google Shape;939;g2ee8cb0780e_0_0"/>
          <p:cNvSpPr txBox="1"/>
          <p:nvPr/>
        </p:nvSpPr>
        <p:spPr>
          <a:xfrm>
            <a:off x="3664382"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p</a:t>
            </a:r>
            <a:endParaRPr sz="12000" b="0" i="0" u="none" strike="noStrike" cap="none">
              <a:solidFill>
                <a:srgbClr val="2356AF"/>
              </a:solidFill>
              <a:latin typeface="Jost"/>
              <a:ea typeface="Jost"/>
              <a:cs typeface="Jost"/>
              <a:sym typeface="Jost"/>
            </a:endParaRPr>
          </a:p>
        </p:txBody>
      </p:sp>
      <p:sp>
        <p:nvSpPr>
          <p:cNvPr id="940" name="Google Shape;940;g2ee8cb0780e_0_0"/>
          <p:cNvSpPr txBox="1"/>
          <p:nvPr/>
        </p:nvSpPr>
        <p:spPr>
          <a:xfrm>
            <a:off x="4529812" y="1394850"/>
            <a:ext cx="10584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9900"/>
              <a:buFont typeface="Arial"/>
              <a:buNone/>
            </a:pPr>
            <a:r>
              <a:rPr lang="en-US" sz="9900" b="0" i="0" u="none" strike="noStrike" cap="none">
                <a:solidFill>
                  <a:srgbClr val="ED1C24"/>
                </a:solidFill>
                <a:latin typeface="Poppins"/>
                <a:ea typeface="Poppins"/>
                <a:cs typeface="Poppins"/>
                <a:sym typeface="Poppins"/>
              </a:rPr>
              <a:t>a</a:t>
            </a:r>
            <a:endParaRPr sz="12000" b="0" i="0" u="none" strike="noStrike" cap="none">
              <a:solidFill>
                <a:srgbClr val="ED1C24"/>
              </a:solidFill>
              <a:latin typeface="Jost"/>
              <a:ea typeface="Jost"/>
              <a:cs typeface="Jost"/>
              <a:sym typeface="Jost"/>
            </a:endParaRPr>
          </a:p>
        </p:txBody>
      </p:sp>
      <p:sp>
        <p:nvSpPr>
          <p:cNvPr id="941" name="Google Shape;941;g2ee8cb0780e_0_0"/>
          <p:cNvSpPr/>
          <p:nvPr/>
        </p:nvSpPr>
        <p:spPr>
          <a:xfrm>
            <a:off x="3668370"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2" name="Google Shape;942;g2ee8cb0780e_0_0"/>
          <p:cNvSpPr/>
          <p:nvPr/>
        </p:nvSpPr>
        <p:spPr>
          <a:xfrm>
            <a:off x="4864008"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3" name="Google Shape;943;g2ee8cb0780e_0_0"/>
          <p:cNvSpPr/>
          <p:nvPr/>
        </p:nvSpPr>
        <p:spPr>
          <a:xfrm>
            <a:off x="5564076" y="4011900"/>
            <a:ext cx="12420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4" name="Google Shape;944;g2ee8cb0780e_0_0"/>
          <p:cNvSpPr txBox="1"/>
          <p:nvPr/>
        </p:nvSpPr>
        <p:spPr>
          <a:xfrm>
            <a:off x="5348758" y="1308025"/>
            <a:ext cx="16761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FFD400"/>
                </a:solidFill>
                <a:latin typeface="Jost"/>
                <a:ea typeface="Jost"/>
                <a:cs typeface="Jost"/>
                <a:sym typeface="Jost"/>
              </a:rPr>
              <a:t>ck</a:t>
            </a:r>
            <a:endParaRPr sz="12000" b="0" i="0" u="none" strike="noStrike" cap="none">
              <a:solidFill>
                <a:srgbClr val="FFD400"/>
              </a:solidFill>
              <a:latin typeface="Jost"/>
              <a:ea typeface="Jost"/>
              <a:cs typeface="Jost"/>
              <a:sym typeface="Jo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49"/>
        <p:cNvGrpSpPr/>
        <p:nvPr/>
      </p:nvGrpSpPr>
      <p:grpSpPr>
        <a:xfrm>
          <a:off x="0" y="0"/>
          <a:ext cx="0" cy="0"/>
          <a:chOff x="0" y="0"/>
          <a:chExt cx="0" cy="0"/>
        </a:xfrm>
      </p:grpSpPr>
      <p:sp>
        <p:nvSpPr>
          <p:cNvPr id="950" name="Google Shape;950;g273d5d245f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51" name="Google Shape;951;g273d5d245f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952" name="Google Shape;952;g273d5d245fa_0_17"/>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53" name="Google Shape;953;g273d5d245fa_0_17"/>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4" name="Google Shape;954;g273d5d245fa_0_17"/>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5" name="Google Shape;955;g273d5d245fa_0_17"/>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6" name="Google Shape;956;g273d5d245fa_0_17"/>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7" name="Google Shape;957;g273d5d245fa_0_17"/>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8" name="Google Shape;958;g273d5d245fa_0_17"/>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9" name="Google Shape;959;g273d5d245fa_0_17"/>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0" name="Google Shape;960;g273d5d245fa_0_17"/>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61" name="Google Shape;961;g273d5d245fa_0_17"/>
          <p:cNvGrpSpPr/>
          <p:nvPr/>
        </p:nvGrpSpPr>
        <p:grpSpPr>
          <a:xfrm>
            <a:off x="-550" y="6984600"/>
            <a:ext cx="8596479" cy="808600"/>
            <a:chOff x="-550" y="6984600"/>
            <a:chExt cx="8596479" cy="808600"/>
          </a:xfrm>
        </p:grpSpPr>
        <p:sp>
          <p:nvSpPr>
            <p:cNvPr id="962" name="Google Shape;962;g273d5d245fa_0_17"/>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63" name="Google Shape;963;g273d5d245fa_0_17"/>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64" name="Google Shape;964;g273d5d245fa_0_17"/>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65" name="Google Shape;965;g273d5d245fa_0_17"/>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66" name="Google Shape;966;g273d5d245fa_0_17"/>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67" name="Google Shape;967;g273d5d245fa_0_17"/>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68" name="Google Shape;968;g273d5d245fa_0_17"/>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69" name="Google Shape;969;g273d5d245fa_0_17"/>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70" name="Google Shape;970;g273d5d245fa_0_17"/>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71" name="Google Shape;971;g273d5d245fa_0_17"/>
          <p:cNvSpPr/>
          <p:nvPr/>
        </p:nvSpPr>
        <p:spPr>
          <a:xfrm>
            <a:off x="3540992"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2" name="Google Shape;972;g273d5d245fa_0_17"/>
          <p:cNvSpPr txBox="1"/>
          <p:nvPr/>
        </p:nvSpPr>
        <p:spPr>
          <a:xfrm>
            <a:off x="3226142"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b</a:t>
            </a:r>
            <a:endParaRPr sz="12000" b="0" i="0" u="none" strike="noStrike" cap="none">
              <a:solidFill>
                <a:srgbClr val="2356AF"/>
              </a:solidFill>
              <a:latin typeface="Jost"/>
              <a:ea typeface="Jost"/>
              <a:cs typeface="Jost"/>
              <a:sym typeface="Jost"/>
            </a:endParaRPr>
          </a:p>
        </p:txBody>
      </p:sp>
      <p:sp>
        <p:nvSpPr>
          <p:cNvPr id="973" name="Google Shape;973;g273d5d245fa_0_17"/>
          <p:cNvSpPr/>
          <p:nvPr/>
        </p:nvSpPr>
        <p:spPr>
          <a:xfrm>
            <a:off x="442406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D1C24"/>
              </a:solidFill>
              <a:latin typeface="Poppins"/>
              <a:ea typeface="Poppins"/>
              <a:cs typeface="Poppins"/>
              <a:sym typeface="Poppins"/>
            </a:endParaRPr>
          </a:p>
        </p:txBody>
      </p:sp>
      <p:sp>
        <p:nvSpPr>
          <p:cNvPr id="974" name="Google Shape;974;g273d5d245fa_0_17"/>
          <p:cNvSpPr txBox="1"/>
          <p:nvPr/>
        </p:nvSpPr>
        <p:spPr>
          <a:xfrm>
            <a:off x="4109210"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ED1C24"/>
                </a:solidFill>
                <a:latin typeface="Jost"/>
                <a:ea typeface="Jost"/>
                <a:cs typeface="Jost"/>
                <a:sym typeface="Jost"/>
              </a:rPr>
              <a:t>o</a:t>
            </a:r>
            <a:endParaRPr sz="12000" b="0" i="0" u="none" strike="noStrike" cap="none">
              <a:solidFill>
                <a:srgbClr val="ED1C24"/>
              </a:solidFill>
              <a:latin typeface="Jost"/>
              <a:ea typeface="Jost"/>
              <a:cs typeface="Jost"/>
              <a:sym typeface="Jost"/>
            </a:endParaRPr>
          </a:p>
        </p:txBody>
      </p:sp>
      <p:sp>
        <p:nvSpPr>
          <p:cNvPr id="975" name="Google Shape;975;g273d5d245fa_0_17"/>
          <p:cNvSpPr/>
          <p:nvPr/>
        </p:nvSpPr>
        <p:spPr>
          <a:xfrm>
            <a:off x="521300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6" name="Google Shape;976;g273d5d245fa_0_17"/>
          <p:cNvSpPr txBox="1"/>
          <p:nvPr/>
        </p:nvSpPr>
        <p:spPr>
          <a:xfrm>
            <a:off x="4898158"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x</a:t>
            </a:r>
            <a:endParaRPr sz="12000" b="0" i="0" u="none" strike="noStrike" cap="none">
              <a:solidFill>
                <a:srgbClr val="2356AF"/>
              </a:solidFill>
              <a:latin typeface="Jost"/>
              <a:ea typeface="Jost"/>
              <a:cs typeface="Jost"/>
              <a:sym typeface="Jos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81"/>
        <p:cNvGrpSpPr/>
        <p:nvPr/>
      </p:nvGrpSpPr>
      <p:grpSpPr>
        <a:xfrm>
          <a:off x="0" y="0"/>
          <a:ext cx="0" cy="0"/>
          <a:chOff x="0" y="0"/>
          <a:chExt cx="0" cy="0"/>
        </a:xfrm>
      </p:grpSpPr>
      <p:sp>
        <p:nvSpPr>
          <p:cNvPr id="982" name="Google Shape;982;g2ee8cb0780e_0_3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83" name="Google Shape;983;g2ee8cb0780e_0_3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984" name="Google Shape;984;g2ee8cb0780e_0_36"/>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85" name="Google Shape;985;g2ee8cb0780e_0_36"/>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6" name="Google Shape;986;g2ee8cb0780e_0_36"/>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7" name="Google Shape;987;g2ee8cb0780e_0_36"/>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8" name="Google Shape;988;g2ee8cb0780e_0_36"/>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9" name="Google Shape;989;g2ee8cb0780e_0_36"/>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0" name="Google Shape;990;g2ee8cb0780e_0_36"/>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1" name="Google Shape;991;g2ee8cb0780e_0_36"/>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2" name="Google Shape;992;g2ee8cb0780e_0_36"/>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93" name="Google Shape;993;g2ee8cb0780e_0_36"/>
          <p:cNvGrpSpPr/>
          <p:nvPr/>
        </p:nvGrpSpPr>
        <p:grpSpPr>
          <a:xfrm>
            <a:off x="-550" y="6984600"/>
            <a:ext cx="8596479" cy="808600"/>
            <a:chOff x="-550" y="6984600"/>
            <a:chExt cx="8596479" cy="808600"/>
          </a:xfrm>
        </p:grpSpPr>
        <p:sp>
          <p:nvSpPr>
            <p:cNvPr id="994" name="Google Shape;994;g2ee8cb0780e_0_36"/>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95" name="Google Shape;995;g2ee8cb0780e_0_36"/>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96" name="Google Shape;996;g2ee8cb0780e_0_36"/>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97" name="Google Shape;997;g2ee8cb0780e_0_36"/>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98" name="Google Shape;998;g2ee8cb0780e_0_36"/>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99" name="Google Shape;999;g2ee8cb0780e_0_36"/>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00" name="Google Shape;1000;g2ee8cb0780e_0_36"/>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01" name="Google Shape;1001;g2ee8cb0780e_0_36"/>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02" name="Google Shape;1002;g2ee8cb0780e_0_36"/>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03" name="Google Shape;1003;g2ee8cb0780e_0_36"/>
          <p:cNvSpPr/>
          <p:nvPr/>
        </p:nvSpPr>
        <p:spPr>
          <a:xfrm>
            <a:off x="274075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D1C24"/>
              </a:solidFill>
              <a:latin typeface="Poppins"/>
              <a:ea typeface="Poppins"/>
              <a:cs typeface="Poppins"/>
              <a:sym typeface="Poppins"/>
            </a:endParaRPr>
          </a:p>
        </p:txBody>
      </p:sp>
      <p:sp>
        <p:nvSpPr>
          <p:cNvPr id="1004" name="Google Shape;1004;g2ee8cb0780e_0_36"/>
          <p:cNvSpPr/>
          <p:nvPr/>
        </p:nvSpPr>
        <p:spPr>
          <a:xfrm>
            <a:off x="3498946"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5" name="Google Shape;1005;g2ee8cb0780e_0_36"/>
          <p:cNvSpPr/>
          <p:nvPr/>
        </p:nvSpPr>
        <p:spPr>
          <a:xfrm>
            <a:off x="434123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6" name="Google Shape;1006;g2ee8cb0780e_0_36"/>
          <p:cNvSpPr txBox="1"/>
          <p:nvPr/>
        </p:nvSpPr>
        <p:spPr>
          <a:xfrm>
            <a:off x="2425900"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ED1C24"/>
                </a:solidFill>
                <a:latin typeface="Jost"/>
                <a:ea typeface="Jost"/>
                <a:cs typeface="Jost"/>
                <a:sym typeface="Jost"/>
              </a:rPr>
              <a:t>u</a:t>
            </a:r>
            <a:endParaRPr sz="12000" b="0" i="0" u="none" strike="noStrike" cap="none">
              <a:solidFill>
                <a:srgbClr val="ED1C24"/>
              </a:solidFill>
              <a:latin typeface="Jost"/>
              <a:ea typeface="Jost"/>
              <a:cs typeface="Jost"/>
              <a:sym typeface="Jost"/>
            </a:endParaRPr>
          </a:p>
        </p:txBody>
      </p:sp>
      <p:sp>
        <p:nvSpPr>
          <p:cNvPr id="1007" name="Google Shape;1007;g2ee8cb0780e_0_36"/>
          <p:cNvSpPr txBox="1"/>
          <p:nvPr/>
        </p:nvSpPr>
        <p:spPr>
          <a:xfrm>
            <a:off x="3184096"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n</a:t>
            </a:r>
            <a:endParaRPr sz="12000" b="0" i="0" u="none" strike="noStrike" cap="none">
              <a:solidFill>
                <a:srgbClr val="2356AF"/>
              </a:solidFill>
              <a:latin typeface="Jost"/>
              <a:ea typeface="Jost"/>
              <a:cs typeface="Jost"/>
              <a:sym typeface="Jost"/>
            </a:endParaRPr>
          </a:p>
        </p:txBody>
      </p:sp>
      <p:sp>
        <p:nvSpPr>
          <p:cNvPr id="1008" name="Google Shape;1008;g2ee8cb0780e_0_36"/>
          <p:cNvSpPr txBox="1"/>
          <p:nvPr/>
        </p:nvSpPr>
        <p:spPr>
          <a:xfrm>
            <a:off x="4026383"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b</a:t>
            </a:r>
            <a:endParaRPr sz="12000" b="0" i="0" u="none" strike="noStrike" cap="none">
              <a:solidFill>
                <a:srgbClr val="2356AF"/>
              </a:solidFill>
              <a:latin typeface="Jost"/>
              <a:ea typeface="Jost"/>
              <a:cs typeface="Jost"/>
              <a:sym typeface="Jost"/>
            </a:endParaRPr>
          </a:p>
        </p:txBody>
      </p:sp>
      <p:sp>
        <p:nvSpPr>
          <p:cNvPr id="1009" name="Google Shape;1009;g2ee8cb0780e_0_36"/>
          <p:cNvSpPr/>
          <p:nvPr/>
        </p:nvSpPr>
        <p:spPr>
          <a:xfrm>
            <a:off x="4068473"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0" name="Google Shape;1010;g2ee8cb0780e_0_36"/>
          <p:cNvSpPr/>
          <p:nvPr/>
        </p:nvSpPr>
        <p:spPr>
          <a:xfrm>
            <a:off x="5224302"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D1C24"/>
              </a:solidFill>
              <a:latin typeface="Poppins"/>
              <a:ea typeface="Poppins"/>
              <a:cs typeface="Poppins"/>
              <a:sym typeface="Poppins"/>
            </a:endParaRPr>
          </a:p>
        </p:txBody>
      </p:sp>
      <p:sp>
        <p:nvSpPr>
          <p:cNvPr id="1011" name="Google Shape;1011;g2ee8cb0780e_0_36"/>
          <p:cNvSpPr txBox="1"/>
          <p:nvPr/>
        </p:nvSpPr>
        <p:spPr>
          <a:xfrm>
            <a:off x="4909452"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ED1C24"/>
                </a:solidFill>
                <a:latin typeface="Jost"/>
                <a:ea typeface="Jost"/>
                <a:cs typeface="Jost"/>
                <a:sym typeface="Jost"/>
              </a:rPr>
              <a:t>o</a:t>
            </a:r>
            <a:endParaRPr sz="12000" b="0" i="0" u="none" strike="noStrike" cap="none">
              <a:solidFill>
                <a:srgbClr val="ED1C24"/>
              </a:solidFill>
              <a:latin typeface="Jost"/>
              <a:ea typeface="Jost"/>
              <a:cs typeface="Jost"/>
              <a:sym typeface="Jost"/>
            </a:endParaRPr>
          </a:p>
        </p:txBody>
      </p:sp>
      <p:sp>
        <p:nvSpPr>
          <p:cNvPr id="1012" name="Google Shape;1012;g2ee8cb0780e_0_36"/>
          <p:cNvSpPr/>
          <p:nvPr/>
        </p:nvSpPr>
        <p:spPr>
          <a:xfrm>
            <a:off x="601325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3" name="Google Shape;1013;g2ee8cb0780e_0_36"/>
          <p:cNvSpPr txBox="1"/>
          <p:nvPr/>
        </p:nvSpPr>
        <p:spPr>
          <a:xfrm>
            <a:off x="5698400"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x</a:t>
            </a:r>
            <a:endParaRPr sz="12000" b="0" i="0" u="none" strike="noStrike" cap="none">
              <a:solidFill>
                <a:srgbClr val="2356AF"/>
              </a:solidFill>
              <a:latin typeface="Jost"/>
              <a:ea typeface="Jost"/>
              <a:cs typeface="Jost"/>
              <a:sym typeface="Jos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18"/>
        <p:cNvGrpSpPr/>
        <p:nvPr/>
      </p:nvGrpSpPr>
      <p:grpSpPr>
        <a:xfrm>
          <a:off x="0" y="0"/>
          <a:ext cx="0" cy="0"/>
          <a:chOff x="0" y="0"/>
          <a:chExt cx="0" cy="0"/>
        </a:xfrm>
      </p:grpSpPr>
      <p:sp>
        <p:nvSpPr>
          <p:cNvPr id="1019" name="Google Shape;1019;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20" name="Google Shape;1020;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25"/>
        <p:cNvGrpSpPr/>
        <p:nvPr/>
      </p:nvGrpSpPr>
      <p:grpSpPr>
        <a:xfrm>
          <a:off x="0" y="0"/>
          <a:ext cx="0" cy="0"/>
          <a:chOff x="0" y="0"/>
          <a:chExt cx="0" cy="0"/>
        </a:xfrm>
      </p:grpSpPr>
      <p:sp>
        <p:nvSpPr>
          <p:cNvPr id="1026" name="Google Shape;1026;g2dadbbe58d1_1_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1027" name="Google Shape;1027;g2dadbbe58d1_1_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Adding Affixes</a:t>
            </a:r>
            <a:endParaRPr/>
          </a:p>
        </p:txBody>
      </p:sp>
      <p:grpSp>
        <p:nvGrpSpPr>
          <p:cNvPr id="1028" name="Google Shape;1028;g2dadbbe58d1_1_3"/>
          <p:cNvGrpSpPr/>
          <p:nvPr/>
        </p:nvGrpSpPr>
        <p:grpSpPr>
          <a:xfrm>
            <a:off x="3024000" y="209875"/>
            <a:ext cx="3096000" cy="454800"/>
            <a:chOff x="3024000" y="209875"/>
            <a:chExt cx="3096000" cy="454800"/>
          </a:xfrm>
        </p:grpSpPr>
        <p:sp>
          <p:nvSpPr>
            <p:cNvPr id="1029" name="Google Shape;1029;g2dadbbe58d1_1_3"/>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0" name="Google Shape;1030;g2dadbbe58d1_1_3"/>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31" name="Google Shape;1031;g2dadbbe58d1_1_3"/>
            <p:cNvPicPr preferRelativeResize="0"/>
            <p:nvPr/>
          </p:nvPicPr>
          <p:blipFill rotWithShape="1">
            <a:blip r:embed="rId3">
              <a:alphaModFix/>
            </a:blip>
            <a:srcRect/>
            <a:stretch/>
          </p:blipFill>
          <p:spPr>
            <a:xfrm>
              <a:off x="3278989" y="302008"/>
              <a:ext cx="214317" cy="246300"/>
            </a:xfrm>
            <a:prstGeom prst="rect">
              <a:avLst/>
            </a:prstGeom>
            <a:noFill/>
            <a:ln>
              <a:noFill/>
            </a:ln>
          </p:spPr>
        </p:pic>
      </p:grpSp>
      <p:pic>
        <p:nvPicPr>
          <p:cNvPr id="1032" name="Google Shape;1032;g2dadbbe58d1_1_3"/>
          <p:cNvPicPr preferRelativeResize="0"/>
          <p:nvPr/>
        </p:nvPicPr>
        <p:blipFill rotWithShape="1">
          <a:blip r:embed="rId4">
            <a:alphaModFix/>
          </a:blip>
          <a:srcRect l="6820" r="6830"/>
          <a:stretch/>
        </p:blipFill>
        <p:spPr>
          <a:xfrm>
            <a:off x="1442182" y="784675"/>
            <a:ext cx="6259636" cy="2288700"/>
          </a:xfrm>
          <a:prstGeom prst="rect">
            <a:avLst/>
          </a:prstGeom>
          <a:noFill/>
          <a:ln>
            <a:noFill/>
          </a:ln>
        </p:spPr>
      </p:pic>
      <p:cxnSp>
        <p:nvCxnSpPr>
          <p:cNvPr id="1033" name="Google Shape;1033;g2dadbbe58d1_1_3"/>
          <p:cNvCxnSpPr/>
          <p:nvPr/>
        </p:nvCxnSpPr>
        <p:spPr>
          <a:xfrm>
            <a:off x="1181100" y="3343725"/>
            <a:ext cx="6781800" cy="0"/>
          </a:xfrm>
          <a:prstGeom prst="straightConnector1">
            <a:avLst/>
          </a:prstGeom>
          <a:noFill/>
          <a:ln w="19050" cap="flat" cmpd="sng">
            <a:solidFill>
              <a:srgbClr val="CFD9EF"/>
            </a:solidFill>
            <a:prstDash val="solid"/>
            <a:miter lim="800000"/>
            <a:headEnd type="none" w="sm" len="sm"/>
            <a:tailEnd type="none" w="sm" len="sm"/>
          </a:ln>
        </p:spPr>
      </p:cxnSp>
      <p:grpSp>
        <p:nvGrpSpPr>
          <p:cNvPr id="1034" name="Google Shape;1034;g2dadbbe58d1_1_3"/>
          <p:cNvGrpSpPr/>
          <p:nvPr/>
        </p:nvGrpSpPr>
        <p:grpSpPr>
          <a:xfrm>
            <a:off x="1744350" y="3614075"/>
            <a:ext cx="5655300" cy="1851900"/>
            <a:chOff x="1744350" y="3614075"/>
            <a:chExt cx="5655300" cy="1851900"/>
          </a:xfrm>
        </p:grpSpPr>
        <p:sp>
          <p:nvSpPr>
            <p:cNvPr id="1035" name="Google Shape;1035;g2dadbbe58d1_1_3"/>
            <p:cNvSpPr/>
            <p:nvPr/>
          </p:nvSpPr>
          <p:spPr>
            <a:xfrm>
              <a:off x="1748850" y="3629300"/>
              <a:ext cx="5650800" cy="1828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36" name="Google Shape;1036;g2dadbbe58d1_1_3"/>
            <p:cNvGrpSpPr/>
            <p:nvPr/>
          </p:nvGrpSpPr>
          <p:grpSpPr>
            <a:xfrm>
              <a:off x="1748964" y="4063875"/>
              <a:ext cx="5650596" cy="1170725"/>
              <a:chOff x="1181250" y="4063875"/>
              <a:chExt cx="6781800" cy="1170725"/>
            </a:xfrm>
          </p:grpSpPr>
          <p:cxnSp>
            <p:nvCxnSpPr>
              <p:cNvPr id="1037" name="Google Shape;1037;g2dadbbe58d1_1_3"/>
              <p:cNvCxnSpPr/>
              <p:nvPr/>
            </p:nvCxnSpPr>
            <p:spPr>
              <a:xfrm>
                <a:off x="1181250" y="436772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38" name="Google Shape;1038;g2dadbbe58d1_1_3"/>
              <p:cNvCxnSpPr/>
              <p:nvPr/>
            </p:nvCxnSpPr>
            <p:spPr>
              <a:xfrm>
                <a:off x="1181250" y="406387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39" name="Google Shape;1039;g2dadbbe58d1_1_3"/>
              <p:cNvCxnSpPr/>
              <p:nvPr/>
            </p:nvCxnSpPr>
            <p:spPr>
              <a:xfrm>
                <a:off x="1181250" y="4971261"/>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40" name="Google Shape;1040;g2dadbbe58d1_1_3"/>
              <p:cNvCxnSpPr/>
              <p:nvPr/>
            </p:nvCxnSpPr>
            <p:spPr>
              <a:xfrm>
                <a:off x="1181250" y="5234600"/>
                <a:ext cx="6781800" cy="0"/>
              </a:xfrm>
              <a:prstGeom prst="straightConnector1">
                <a:avLst/>
              </a:prstGeom>
              <a:noFill/>
              <a:ln w="28575" cap="flat" cmpd="sng">
                <a:solidFill>
                  <a:srgbClr val="C2EDFF"/>
                </a:solidFill>
                <a:prstDash val="lgDash"/>
                <a:miter lim="800000"/>
                <a:headEnd type="none" w="sm" len="sm"/>
                <a:tailEnd type="none" w="sm" len="sm"/>
              </a:ln>
            </p:spPr>
          </p:cxnSp>
        </p:grpSp>
        <p:grpSp>
          <p:nvGrpSpPr>
            <p:cNvPr id="1041" name="Google Shape;1041;g2dadbbe58d1_1_3"/>
            <p:cNvGrpSpPr/>
            <p:nvPr/>
          </p:nvGrpSpPr>
          <p:grpSpPr>
            <a:xfrm>
              <a:off x="1744350" y="3631675"/>
              <a:ext cx="2197625" cy="1828800"/>
              <a:chOff x="1481400" y="3631675"/>
              <a:chExt cx="2197625" cy="1828800"/>
            </a:xfrm>
          </p:grpSpPr>
          <p:sp>
            <p:nvSpPr>
              <p:cNvPr id="1042" name="Google Shape;1042;g2dadbbe58d1_1_3"/>
              <p:cNvSpPr/>
              <p:nvPr/>
            </p:nvSpPr>
            <p:spPr>
              <a:xfrm rot="-5400000">
                <a:off x="1593000" y="3520075"/>
                <a:ext cx="1828800" cy="2052000"/>
              </a:xfrm>
              <a:prstGeom prst="round2SameRect">
                <a:avLst>
                  <a:gd name="adj1" fmla="val 5964"/>
                  <a:gd name="adj2" fmla="val 0"/>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43" name="Google Shape;1043;g2dadbbe58d1_1_3"/>
              <p:cNvGrpSpPr/>
              <p:nvPr/>
            </p:nvGrpSpPr>
            <p:grpSpPr>
              <a:xfrm>
                <a:off x="3415325" y="4484375"/>
                <a:ext cx="263700" cy="263700"/>
                <a:chOff x="3415325" y="4484375"/>
                <a:chExt cx="263700" cy="263700"/>
              </a:xfrm>
            </p:grpSpPr>
            <p:sp>
              <p:nvSpPr>
                <p:cNvPr id="1044" name="Google Shape;1044;g2dadbbe58d1_1_3"/>
                <p:cNvSpPr/>
                <p:nvPr/>
              </p:nvSpPr>
              <p:spPr>
                <a:xfrm>
                  <a:off x="3415325" y="4484375"/>
                  <a:ext cx="263700" cy="263700"/>
                </a:xfrm>
                <a:prstGeom prst="ellipse">
                  <a:avLst/>
                </a:prstGeom>
                <a:solidFill>
                  <a:srgbClr val="8ED8F8"/>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FFFFFF"/>
                    </a:solidFill>
                    <a:latin typeface="Poppins"/>
                    <a:ea typeface="Poppins"/>
                    <a:cs typeface="Poppins"/>
                    <a:sym typeface="Poppins"/>
                  </a:endParaRPr>
                </a:p>
              </p:txBody>
            </p:sp>
            <p:sp>
              <p:nvSpPr>
                <p:cNvPr id="1045" name="Google Shape;1045;g2dadbbe58d1_1_3"/>
                <p:cNvSpPr/>
                <p:nvPr/>
              </p:nvSpPr>
              <p:spPr>
                <a:xfrm>
                  <a:off x="3467075" y="4536125"/>
                  <a:ext cx="160200" cy="160200"/>
                </a:xfrm>
                <a:prstGeom prst="mathPlus">
                  <a:avLst>
                    <a:gd name="adj1" fmla="val 23520"/>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cxnSp>
          <p:nvCxnSpPr>
            <p:cNvPr id="1046" name="Google Shape;1046;g2dadbbe58d1_1_3"/>
            <p:cNvCxnSpPr/>
            <p:nvPr/>
          </p:nvCxnSpPr>
          <p:spPr>
            <a:xfrm rot="10800000">
              <a:off x="2831475"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47" name="Google Shape;1047;g2dadbbe58d1_1_3"/>
            <p:cNvCxnSpPr/>
            <p:nvPr/>
          </p:nvCxnSpPr>
          <p:spPr>
            <a:xfrm rot="10800000">
              <a:off x="4730915"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48" name="Google Shape;1048;g2dadbbe58d1_1_3"/>
            <p:cNvCxnSpPr/>
            <p:nvPr/>
          </p:nvCxnSpPr>
          <p:spPr>
            <a:xfrm rot="10800000">
              <a:off x="5657322"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49" name="Google Shape;1049;g2dadbbe58d1_1_3"/>
            <p:cNvCxnSpPr/>
            <p:nvPr/>
          </p:nvCxnSpPr>
          <p:spPr>
            <a:xfrm rot="10800000">
              <a:off x="6496919" y="3614075"/>
              <a:ext cx="0" cy="1851900"/>
            </a:xfrm>
            <a:prstGeom prst="straightConnector1">
              <a:avLst/>
            </a:prstGeom>
            <a:noFill/>
            <a:ln w="28575" cap="flat" cmpd="sng">
              <a:solidFill>
                <a:srgbClr val="C2EDFF"/>
              </a:solidFill>
              <a:prstDash val="dash"/>
              <a:miter lim="800000"/>
              <a:headEnd type="none" w="sm" len="sm"/>
              <a:tailEnd type="none" w="sm" len="sm"/>
            </a:ln>
          </p:spPr>
        </p:cxnSp>
      </p:grpSp>
      <p:sp>
        <p:nvSpPr>
          <p:cNvPr id="1050" name="Google Shape;1050;g2dadbbe58d1_1_3"/>
          <p:cNvSpPr txBox="1"/>
          <p:nvPr/>
        </p:nvSpPr>
        <p:spPr>
          <a:xfrm>
            <a:off x="3941975" y="4064350"/>
            <a:ext cx="7464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f</a:t>
            </a:r>
            <a:endParaRPr sz="8500" b="0" i="0" u="none" strike="noStrike" cap="none">
              <a:solidFill>
                <a:srgbClr val="2356AF"/>
              </a:solidFill>
              <a:latin typeface="Jost"/>
              <a:ea typeface="Jost"/>
              <a:cs typeface="Jost"/>
              <a:sym typeface="Jost"/>
            </a:endParaRPr>
          </a:p>
        </p:txBody>
      </p:sp>
      <p:sp>
        <p:nvSpPr>
          <p:cNvPr id="1051" name="Google Shape;1051;g2dadbbe58d1_1_3"/>
          <p:cNvSpPr txBox="1"/>
          <p:nvPr/>
        </p:nvSpPr>
        <p:spPr>
          <a:xfrm>
            <a:off x="1852825" y="4064350"/>
            <a:ext cx="9144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endParaRPr sz="8500" b="0" i="0" u="none" strike="noStrike" cap="none">
              <a:solidFill>
                <a:srgbClr val="ED1C24"/>
              </a:solidFill>
              <a:latin typeface="Jost"/>
              <a:ea typeface="Jost"/>
              <a:cs typeface="Jost"/>
              <a:sym typeface="Jost"/>
            </a:endParaRPr>
          </a:p>
        </p:txBody>
      </p:sp>
      <p:sp>
        <p:nvSpPr>
          <p:cNvPr id="1052" name="Google Shape;1052;g2dadbbe58d1_1_3"/>
          <p:cNvSpPr txBox="1"/>
          <p:nvPr/>
        </p:nvSpPr>
        <p:spPr>
          <a:xfrm>
            <a:off x="2831475" y="4064350"/>
            <a:ext cx="8463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endParaRPr sz="8500" b="0" i="0" u="none" strike="noStrike" cap="none">
              <a:solidFill>
                <a:srgbClr val="2356AF"/>
              </a:solidFill>
              <a:latin typeface="Jost"/>
              <a:ea typeface="Jost"/>
              <a:cs typeface="Jost"/>
              <a:sym typeface="Jost"/>
            </a:endParaRPr>
          </a:p>
        </p:txBody>
      </p:sp>
      <p:sp>
        <p:nvSpPr>
          <p:cNvPr id="1053" name="Google Shape;1053;g2dadbbe58d1_1_3"/>
          <p:cNvSpPr txBox="1"/>
          <p:nvPr/>
        </p:nvSpPr>
        <p:spPr>
          <a:xfrm>
            <a:off x="5703925" y="4064350"/>
            <a:ext cx="7464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l</a:t>
            </a:r>
            <a:endParaRPr sz="8500" b="0" i="0" u="none" strike="noStrike" cap="none">
              <a:solidFill>
                <a:srgbClr val="2356AF"/>
              </a:solidFill>
              <a:latin typeface="Jost"/>
              <a:ea typeface="Jost"/>
              <a:cs typeface="Jost"/>
              <a:sym typeface="Jost"/>
            </a:endParaRPr>
          </a:p>
        </p:txBody>
      </p:sp>
      <p:sp>
        <p:nvSpPr>
          <p:cNvPr id="1054" name="Google Shape;1054;g2dadbbe58d1_1_3"/>
          <p:cNvSpPr txBox="1"/>
          <p:nvPr/>
        </p:nvSpPr>
        <p:spPr>
          <a:xfrm>
            <a:off x="6582984" y="4064350"/>
            <a:ext cx="7464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d</a:t>
            </a:r>
            <a:endParaRPr sz="8500" b="0" i="0" u="none" strike="noStrike" cap="none">
              <a:solidFill>
                <a:srgbClr val="2356AF"/>
              </a:solidFill>
              <a:latin typeface="Jost"/>
              <a:ea typeface="Jost"/>
              <a:cs typeface="Jost"/>
              <a:sym typeface="Jost"/>
            </a:endParaRPr>
          </a:p>
        </p:txBody>
      </p:sp>
      <p:sp>
        <p:nvSpPr>
          <p:cNvPr id="1055" name="Google Shape;1055;g2dadbbe58d1_1_3"/>
          <p:cNvSpPr txBox="1"/>
          <p:nvPr/>
        </p:nvSpPr>
        <p:spPr>
          <a:xfrm>
            <a:off x="4738950" y="4064350"/>
            <a:ext cx="9144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815137"/>
                </a:solidFill>
                <a:latin typeface="Jost"/>
                <a:ea typeface="Jost"/>
                <a:cs typeface="Jost"/>
                <a:sym typeface="Jost"/>
              </a:rPr>
              <a:t>o</a:t>
            </a:r>
            <a:endParaRPr sz="8500" b="0" i="0" u="none" strike="noStrike" cap="none">
              <a:solidFill>
                <a:srgbClr val="815137"/>
              </a:solidFill>
              <a:latin typeface="Jost"/>
              <a:ea typeface="Jost"/>
              <a:cs typeface="Jost"/>
              <a:sym typeface="Jos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60"/>
        <p:cNvGrpSpPr/>
        <p:nvPr/>
      </p:nvGrpSpPr>
      <p:grpSpPr>
        <a:xfrm>
          <a:off x="0" y="0"/>
          <a:ext cx="0" cy="0"/>
          <a:chOff x="0" y="0"/>
          <a:chExt cx="0" cy="0"/>
        </a:xfrm>
      </p:grpSpPr>
      <p:sp>
        <p:nvSpPr>
          <p:cNvPr id="1061" name="Google Shape;1061;g274c83ec30d_0_5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1062" name="Google Shape;1062;g274c83ec30d_0_5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Adding Affixes</a:t>
            </a:r>
            <a:endParaRPr/>
          </a:p>
        </p:txBody>
      </p:sp>
      <p:grpSp>
        <p:nvGrpSpPr>
          <p:cNvPr id="1063" name="Google Shape;1063;g274c83ec30d_0_56"/>
          <p:cNvGrpSpPr/>
          <p:nvPr/>
        </p:nvGrpSpPr>
        <p:grpSpPr>
          <a:xfrm>
            <a:off x="3024000" y="209875"/>
            <a:ext cx="3096000" cy="454800"/>
            <a:chOff x="3024000" y="209875"/>
            <a:chExt cx="3096000" cy="454800"/>
          </a:xfrm>
        </p:grpSpPr>
        <p:sp>
          <p:nvSpPr>
            <p:cNvPr id="1064" name="Google Shape;1064;g274c83ec30d_0_56"/>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5" name="Google Shape;1065;g274c83ec30d_0_56"/>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66" name="Google Shape;1066;g274c83ec30d_0_56"/>
            <p:cNvPicPr preferRelativeResize="0"/>
            <p:nvPr/>
          </p:nvPicPr>
          <p:blipFill rotWithShape="1">
            <a:blip r:embed="rId3">
              <a:alphaModFix/>
            </a:blip>
            <a:srcRect/>
            <a:stretch/>
          </p:blipFill>
          <p:spPr>
            <a:xfrm>
              <a:off x="3278989" y="302008"/>
              <a:ext cx="214317" cy="246300"/>
            </a:xfrm>
            <a:prstGeom prst="rect">
              <a:avLst/>
            </a:prstGeom>
            <a:noFill/>
            <a:ln>
              <a:noFill/>
            </a:ln>
          </p:spPr>
        </p:pic>
      </p:grpSp>
      <p:pic>
        <p:nvPicPr>
          <p:cNvPr id="1067" name="Google Shape;1067;g274c83ec30d_0_56"/>
          <p:cNvPicPr preferRelativeResize="0"/>
          <p:nvPr/>
        </p:nvPicPr>
        <p:blipFill rotWithShape="1">
          <a:blip r:embed="rId4">
            <a:alphaModFix/>
          </a:blip>
          <a:srcRect l="6820" r="6830"/>
          <a:stretch/>
        </p:blipFill>
        <p:spPr>
          <a:xfrm>
            <a:off x="1442182" y="784675"/>
            <a:ext cx="6259636" cy="2288700"/>
          </a:xfrm>
          <a:prstGeom prst="rect">
            <a:avLst/>
          </a:prstGeom>
          <a:noFill/>
          <a:ln>
            <a:noFill/>
          </a:ln>
        </p:spPr>
      </p:pic>
      <p:cxnSp>
        <p:nvCxnSpPr>
          <p:cNvPr id="1068" name="Google Shape;1068;g274c83ec30d_0_56"/>
          <p:cNvCxnSpPr/>
          <p:nvPr/>
        </p:nvCxnSpPr>
        <p:spPr>
          <a:xfrm>
            <a:off x="1181100" y="3343725"/>
            <a:ext cx="6781800" cy="0"/>
          </a:xfrm>
          <a:prstGeom prst="straightConnector1">
            <a:avLst/>
          </a:prstGeom>
          <a:noFill/>
          <a:ln w="19050" cap="flat" cmpd="sng">
            <a:solidFill>
              <a:srgbClr val="CFD9EF"/>
            </a:solidFill>
            <a:prstDash val="solid"/>
            <a:miter lim="800000"/>
            <a:headEnd type="none" w="sm" len="sm"/>
            <a:tailEnd type="none" w="sm" len="sm"/>
          </a:ln>
        </p:spPr>
      </p:cxnSp>
      <p:grpSp>
        <p:nvGrpSpPr>
          <p:cNvPr id="1069" name="Google Shape;1069;g274c83ec30d_0_56"/>
          <p:cNvGrpSpPr/>
          <p:nvPr/>
        </p:nvGrpSpPr>
        <p:grpSpPr>
          <a:xfrm>
            <a:off x="1744350" y="3614075"/>
            <a:ext cx="5655300" cy="1851900"/>
            <a:chOff x="1744350" y="3614075"/>
            <a:chExt cx="5655300" cy="1851900"/>
          </a:xfrm>
        </p:grpSpPr>
        <p:sp>
          <p:nvSpPr>
            <p:cNvPr id="1070" name="Google Shape;1070;g274c83ec30d_0_56"/>
            <p:cNvSpPr/>
            <p:nvPr/>
          </p:nvSpPr>
          <p:spPr>
            <a:xfrm>
              <a:off x="1748850" y="3629300"/>
              <a:ext cx="5650800" cy="1828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71" name="Google Shape;1071;g274c83ec30d_0_56"/>
            <p:cNvGrpSpPr/>
            <p:nvPr/>
          </p:nvGrpSpPr>
          <p:grpSpPr>
            <a:xfrm>
              <a:off x="1748964" y="4063875"/>
              <a:ext cx="5650596" cy="1170725"/>
              <a:chOff x="1181250" y="4063875"/>
              <a:chExt cx="6781800" cy="1170725"/>
            </a:xfrm>
          </p:grpSpPr>
          <p:cxnSp>
            <p:nvCxnSpPr>
              <p:cNvPr id="1072" name="Google Shape;1072;g274c83ec30d_0_56"/>
              <p:cNvCxnSpPr/>
              <p:nvPr/>
            </p:nvCxnSpPr>
            <p:spPr>
              <a:xfrm>
                <a:off x="1181250" y="436772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73" name="Google Shape;1073;g274c83ec30d_0_56"/>
              <p:cNvCxnSpPr/>
              <p:nvPr/>
            </p:nvCxnSpPr>
            <p:spPr>
              <a:xfrm>
                <a:off x="1181250" y="406387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74" name="Google Shape;1074;g274c83ec30d_0_56"/>
              <p:cNvCxnSpPr/>
              <p:nvPr/>
            </p:nvCxnSpPr>
            <p:spPr>
              <a:xfrm>
                <a:off x="1181250" y="4971261"/>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75" name="Google Shape;1075;g274c83ec30d_0_56"/>
              <p:cNvCxnSpPr/>
              <p:nvPr/>
            </p:nvCxnSpPr>
            <p:spPr>
              <a:xfrm>
                <a:off x="1181250" y="5234600"/>
                <a:ext cx="6781800" cy="0"/>
              </a:xfrm>
              <a:prstGeom prst="straightConnector1">
                <a:avLst/>
              </a:prstGeom>
              <a:noFill/>
              <a:ln w="28575" cap="flat" cmpd="sng">
                <a:solidFill>
                  <a:srgbClr val="C2EDFF"/>
                </a:solidFill>
                <a:prstDash val="lgDash"/>
                <a:miter lim="800000"/>
                <a:headEnd type="none" w="sm" len="sm"/>
                <a:tailEnd type="none" w="sm" len="sm"/>
              </a:ln>
            </p:spPr>
          </p:cxnSp>
        </p:grpSp>
        <p:grpSp>
          <p:nvGrpSpPr>
            <p:cNvPr id="1076" name="Google Shape;1076;g274c83ec30d_0_56"/>
            <p:cNvGrpSpPr/>
            <p:nvPr/>
          </p:nvGrpSpPr>
          <p:grpSpPr>
            <a:xfrm>
              <a:off x="1744350" y="3631675"/>
              <a:ext cx="2197625" cy="1828800"/>
              <a:chOff x="1481400" y="3631675"/>
              <a:chExt cx="2197625" cy="1828800"/>
            </a:xfrm>
          </p:grpSpPr>
          <p:sp>
            <p:nvSpPr>
              <p:cNvPr id="1077" name="Google Shape;1077;g274c83ec30d_0_56"/>
              <p:cNvSpPr/>
              <p:nvPr/>
            </p:nvSpPr>
            <p:spPr>
              <a:xfrm rot="-5400000">
                <a:off x="1593000" y="3520075"/>
                <a:ext cx="1828800" cy="2052000"/>
              </a:xfrm>
              <a:prstGeom prst="round2SameRect">
                <a:avLst>
                  <a:gd name="adj1" fmla="val 5964"/>
                  <a:gd name="adj2" fmla="val 0"/>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78" name="Google Shape;1078;g274c83ec30d_0_56"/>
              <p:cNvGrpSpPr/>
              <p:nvPr/>
            </p:nvGrpSpPr>
            <p:grpSpPr>
              <a:xfrm>
                <a:off x="3415325" y="4484375"/>
                <a:ext cx="263700" cy="263700"/>
                <a:chOff x="3415325" y="4484375"/>
                <a:chExt cx="263700" cy="263700"/>
              </a:xfrm>
            </p:grpSpPr>
            <p:sp>
              <p:nvSpPr>
                <p:cNvPr id="1079" name="Google Shape;1079;g274c83ec30d_0_56"/>
                <p:cNvSpPr/>
                <p:nvPr/>
              </p:nvSpPr>
              <p:spPr>
                <a:xfrm>
                  <a:off x="3415325" y="4484375"/>
                  <a:ext cx="263700" cy="263700"/>
                </a:xfrm>
                <a:prstGeom prst="ellipse">
                  <a:avLst/>
                </a:prstGeom>
                <a:solidFill>
                  <a:srgbClr val="8ED8F8"/>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FFFFFF"/>
                    </a:solidFill>
                    <a:latin typeface="Poppins"/>
                    <a:ea typeface="Poppins"/>
                    <a:cs typeface="Poppins"/>
                    <a:sym typeface="Poppins"/>
                  </a:endParaRPr>
                </a:p>
              </p:txBody>
            </p:sp>
            <p:sp>
              <p:nvSpPr>
                <p:cNvPr id="1080" name="Google Shape;1080;g274c83ec30d_0_56"/>
                <p:cNvSpPr/>
                <p:nvPr/>
              </p:nvSpPr>
              <p:spPr>
                <a:xfrm>
                  <a:off x="3467075" y="4536125"/>
                  <a:ext cx="160200" cy="160200"/>
                </a:xfrm>
                <a:prstGeom prst="mathPlus">
                  <a:avLst>
                    <a:gd name="adj1" fmla="val 23520"/>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cxnSp>
          <p:nvCxnSpPr>
            <p:cNvPr id="1081" name="Google Shape;1081;g274c83ec30d_0_56"/>
            <p:cNvCxnSpPr/>
            <p:nvPr/>
          </p:nvCxnSpPr>
          <p:spPr>
            <a:xfrm rot="10800000">
              <a:off x="2831475"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82" name="Google Shape;1082;g274c83ec30d_0_56"/>
            <p:cNvCxnSpPr/>
            <p:nvPr/>
          </p:nvCxnSpPr>
          <p:spPr>
            <a:xfrm rot="10800000">
              <a:off x="4730915"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83" name="Google Shape;1083;g274c83ec30d_0_56"/>
            <p:cNvCxnSpPr/>
            <p:nvPr/>
          </p:nvCxnSpPr>
          <p:spPr>
            <a:xfrm rot="10800000">
              <a:off x="5657322"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84" name="Google Shape;1084;g274c83ec30d_0_56"/>
            <p:cNvCxnSpPr/>
            <p:nvPr/>
          </p:nvCxnSpPr>
          <p:spPr>
            <a:xfrm rot="10800000">
              <a:off x="6496919" y="3614075"/>
              <a:ext cx="0" cy="1851900"/>
            </a:xfrm>
            <a:prstGeom prst="straightConnector1">
              <a:avLst/>
            </a:prstGeom>
            <a:noFill/>
            <a:ln w="28575" cap="flat" cmpd="sng">
              <a:solidFill>
                <a:srgbClr val="C2EDFF"/>
              </a:solidFill>
              <a:prstDash val="dash"/>
              <a:miter lim="800000"/>
              <a:headEnd type="none" w="sm" len="sm"/>
              <a:tailEnd type="none" w="sm" len="sm"/>
            </a:ln>
          </p:spPr>
        </p:cxnSp>
      </p:grpSp>
      <p:sp>
        <p:nvSpPr>
          <p:cNvPr id="1085" name="Google Shape;1085;g274c83ec30d_0_56"/>
          <p:cNvSpPr txBox="1"/>
          <p:nvPr/>
        </p:nvSpPr>
        <p:spPr>
          <a:xfrm>
            <a:off x="3941975" y="4064350"/>
            <a:ext cx="7464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f</a:t>
            </a:r>
            <a:endParaRPr sz="8500" b="0" i="0" u="none" strike="noStrike" cap="none">
              <a:solidFill>
                <a:srgbClr val="2356AF"/>
              </a:solidFill>
              <a:latin typeface="Jost"/>
              <a:ea typeface="Jost"/>
              <a:cs typeface="Jost"/>
              <a:sym typeface="Jost"/>
            </a:endParaRPr>
          </a:p>
        </p:txBody>
      </p:sp>
      <p:sp>
        <p:nvSpPr>
          <p:cNvPr id="1086" name="Google Shape;1086;g274c83ec30d_0_56"/>
          <p:cNvSpPr txBox="1"/>
          <p:nvPr/>
        </p:nvSpPr>
        <p:spPr>
          <a:xfrm>
            <a:off x="1852825" y="4064350"/>
            <a:ext cx="9144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ED1C24"/>
                </a:solidFill>
                <a:latin typeface="Jost"/>
                <a:ea typeface="Jost"/>
                <a:cs typeface="Jost"/>
                <a:sym typeface="Jost"/>
              </a:rPr>
              <a:t>u</a:t>
            </a:r>
            <a:endParaRPr sz="8500" b="0" i="0" u="none" strike="noStrike" cap="none">
              <a:solidFill>
                <a:srgbClr val="ED1C24"/>
              </a:solidFill>
              <a:latin typeface="Jost"/>
              <a:ea typeface="Jost"/>
              <a:cs typeface="Jost"/>
              <a:sym typeface="Jost"/>
            </a:endParaRPr>
          </a:p>
        </p:txBody>
      </p:sp>
      <p:sp>
        <p:nvSpPr>
          <p:cNvPr id="1087" name="Google Shape;1087;g274c83ec30d_0_56"/>
          <p:cNvSpPr txBox="1"/>
          <p:nvPr/>
        </p:nvSpPr>
        <p:spPr>
          <a:xfrm>
            <a:off x="2831475" y="4064350"/>
            <a:ext cx="8463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n</a:t>
            </a:r>
            <a:endParaRPr sz="8500" b="0" i="0" u="none" strike="noStrike" cap="none">
              <a:solidFill>
                <a:srgbClr val="2356AF"/>
              </a:solidFill>
              <a:latin typeface="Jost"/>
              <a:ea typeface="Jost"/>
              <a:cs typeface="Jost"/>
              <a:sym typeface="Jost"/>
            </a:endParaRPr>
          </a:p>
        </p:txBody>
      </p:sp>
      <p:sp>
        <p:nvSpPr>
          <p:cNvPr id="1088" name="Google Shape;1088;g274c83ec30d_0_56"/>
          <p:cNvSpPr txBox="1"/>
          <p:nvPr/>
        </p:nvSpPr>
        <p:spPr>
          <a:xfrm>
            <a:off x="5703925" y="4064350"/>
            <a:ext cx="7464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l</a:t>
            </a:r>
            <a:endParaRPr sz="8500" b="0" i="0" u="none" strike="noStrike" cap="none">
              <a:solidFill>
                <a:srgbClr val="2356AF"/>
              </a:solidFill>
              <a:latin typeface="Jost"/>
              <a:ea typeface="Jost"/>
              <a:cs typeface="Jost"/>
              <a:sym typeface="Jost"/>
            </a:endParaRPr>
          </a:p>
        </p:txBody>
      </p:sp>
      <p:sp>
        <p:nvSpPr>
          <p:cNvPr id="1089" name="Google Shape;1089;g274c83ec30d_0_56"/>
          <p:cNvSpPr txBox="1"/>
          <p:nvPr/>
        </p:nvSpPr>
        <p:spPr>
          <a:xfrm>
            <a:off x="6582984" y="4064350"/>
            <a:ext cx="7464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d</a:t>
            </a:r>
            <a:endParaRPr sz="8500" b="0" i="0" u="none" strike="noStrike" cap="none">
              <a:solidFill>
                <a:srgbClr val="2356AF"/>
              </a:solidFill>
              <a:latin typeface="Jost"/>
              <a:ea typeface="Jost"/>
              <a:cs typeface="Jost"/>
              <a:sym typeface="Jost"/>
            </a:endParaRPr>
          </a:p>
        </p:txBody>
      </p:sp>
      <p:sp>
        <p:nvSpPr>
          <p:cNvPr id="1090" name="Google Shape;1090;g274c83ec30d_0_56"/>
          <p:cNvSpPr txBox="1"/>
          <p:nvPr/>
        </p:nvSpPr>
        <p:spPr>
          <a:xfrm>
            <a:off x="4738950" y="4064350"/>
            <a:ext cx="9144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815137"/>
                </a:solidFill>
                <a:latin typeface="Jost"/>
                <a:ea typeface="Jost"/>
                <a:cs typeface="Jost"/>
                <a:sym typeface="Jost"/>
              </a:rPr>
              <a:t>o</a:t>
            </a:r>
            <a:endParaRPr sz="8500" b="0" i="0" u="none" strike="noStrike" cap="none">
              <a:solidFill>
                <a:srgbClr val="815137"/>
              </a:solidFill>
              <a:latin typeface="Jost"/>
              <a:ea typeface="Jost"/>
              <a:cs typeface="Jost"/>
              <a:sym typeface="Jos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95"/>
        <p:cNvGrpSpPr/>
        <p:nvPr/>
      </p:nvGrpSpPr>
      <p:grpSpPr>
        <a:xfrm>
          <a:off x="0" y="0"/>
          <a:ext cx="0" cy="0"/>
          <a:chOff x="0" y="0"/>
          <a:chExt cx="0" cy="0"/>
        </a:xfrm>
      </p:grpSpPr>
      <p:sp>
        <p:nvSpPr>
          <p:cNvPr id="1096" name="Google Shape;1096;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97" name="Google Shape;1097;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98" name="Google Shape;1098;g1f3daf8a844_0_64"/>
          <p:cNvGrpSpPr/>
          <p:nvPr/>
        </p:nvGrpSpPr>
        <p:grpSpPr>
          <a:xfrm>
            <a:off x="3024000" y="209875"/>
            <a:ext cx="3096000" cy="454800"/>
            <a:chOff x="3024000" y="209875"/>
            <a:chExt cx="3096000" cy="454800"/>
          </a:xfrm>
        </p:grpSpPr>
        <p:sp>
          <p:nvSpPr>
            <p:cNvPr id="1099" name="Google Shape;1099;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0" name="Google Shape;1100;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01" name="Google Shape;1101;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02" name="Google Shape;1102;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03" name="Google Shape;1103;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04" name="Google Shape;1104;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05" name="Google Shape;1105;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06" name="Google Shape;1106;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07" name="Google Shape;1107;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08" name="Google Shape;1108;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109" name="Google Shape;1109;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10" name="Google Shape;1110;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11" name="Google Shape;1111;g1f3daf8a844_0_64"/>
          <p:cNvSpPr txBox="1"/>
          <p:nvPr/>
        </p:nvSpPr>
        <p:spPr>
          <a:xfrm>
            <a:off x="28673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12" name="Google Shape;1112;g1f3daf8a844_0_64"/>
          <p:cNvSpPr txBox="1"/>
          <p:nvPr/>
        </p:nvSpPr>
        <p:spPr>
          <a:xfrm>
            <a:off x="632590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ll</a:t>
            </a:r>
            <a:endParaRPr sz="5500" b="0" i="0" u="none" strike="noStrike" cap="none">
              <a:solidFill>
                <a:srgbClr val="FFD400"/>
              </a:solidFill>
              <a:latin typeface="Jost"/>
              <a:ea typeface="Jost"/>
              <a:cs typeface="Jost"/>
              <a:sym typeface="Jost"/>
            </a:endParaRPr>
          </a:p>
        </p:txBody>
      </p:sp>
      <p:sp>
        <p:nvSpPr>
          <p:cNvPr id="1113" name="Google Shape;1113;g1f3daf8a844_0_64"/>
          <p:cNvSpPr txBox="1"/>
          <p:nvPr/>
        </p:nvSpPr>
        <p:spPr>
          <a:xfrm>
            <a:off x="17145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z</a:t>
            </a:r>
            <a:endParaRPr sz="5500" b="0" i="0" u="none" strike="noStrike" cap="none">
              <a:solidFill>
                <a:srgbClr val="2356AF"/>
              </a:solidFill>
              <a:latin typeface="Jost"/>
              <a:ea typeface="Jost"/>
              <a:cs typeface="Jost"/>
              <a:sym typeface="Jost"/>
            </a:endParaRPr>
          </a:p>
        </p:txBody>
      </p:sp>
      <p:sp>
        <p:nvSpPr>
          <p:cNvPr id="1114" name="Google Shape;1114;g1f3daf8a844_0_64"/>
          <p:cNvSpPr txBox="1"/>
          <p:nvPr/>
        </p:nvSpPr>
        <p:spPr>
          <a:xfrm>
            <a:off x="40202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15" name="Google Shape;1115;g1f3daf8a844_0_64"/>
          <p:cNvSpPr txBox="1"/>
          <p:nvPr/>
        </p:nvSpPr>
        <p:spPr>
          <a:xfrm>
            <a:off x="51730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16" name="Google Shape;1116;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cxnSp>
        <p:nvCxnSpPr>
          <p:cNvPr id="1117" name="Google Shape;1117;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22"/>
        <p:cNvGrpSpPr/>
        <p:nvPr/>
      </p:nvGrpSpPr>
      <p:grpSpPr>
        <a:xfrm>
          <a:off x="0" y="0"/>
          <a:ext cx="0" cy="0"/>
          <a:chOff x="0" y="0"/>
          <a:chExt cx="0" cy="0"/>
        </a:xfrm>
      </p:grpSpPr>
      <p:sp>
        <p:nvSpPr>
          <p:cNvPr id="1123" name="Google Shape;1123;g273d5d245fa_0_6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24" name="Google Shape;1124;g273d5d245fa_0_6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25" name="Google Shape;1125;g273d5d245fa_0_60"/>
          <p:cNvGrpSpPr/>
          <p:nvPr/>
        </p:nvGrpSpPr>
        <p:grpSpPr>
          <a:xfrm>
            <a:off x="3024000" y="209875"/>
            <a:ext cx="3096000" cy="454800"/>
            <a:chOff x="3024000" y="209875"/>
            <a:chExt cx="3096000" cy="454800"/>
          </a:xfrm>
        </p:grpSpPr>
        <p:sp>
          <p:nvSpPr>
            <p:cNvPr id="1126" name="Google Shape;1126;g273d5d245fa_0_60"/>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7" name="Google Shape;1127;g273d5d245fa_0_60"/>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28" name="Google Shape;1128;g273d5d245fa_0_60"/>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129" name="Google Shape;1129;g273d5d245fa_0_60"/>
          <p:cNvSpPr txBox="1">
            <a:spLocks noGrp="1"/>
          </p:cNvSpPr>
          <p:nvPr>
            <p:ph type="subTitle" idx="4294967295"/>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unroll unfold unzip</a:t>
            </a:r>
            <a:endParaRPr sz="1800" b="0" i="0" u="none" strike="noStrike" cap="none">
              <a:solidFill>
                <a:srgbClr val="B7B7B7"/>
              </a:solidFill>
              <a:latin typeface="Jost"/>
              <a:ea typeface="Jost"/>
              <a:cs typeface="Jost"/>
              <a:sym typeface="Jost"/>
            </a:endParaRPr>
          </a:p>
        </p:txBody>
      </p:sp>
      <p:cxnSp>
        <p:nvCxnSpPr>
          <p:cNvPr id="1130" name="Google Shape;1130;g273d5d245fa_0_60"/>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31" name="Google Shape;1131;g273d5d245fa_0_60"/>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2" name="Google Shape;1132;g273d5d245fa_0_60"/>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3" name="Google Shape;1133;g273d5d245fa_0_60"/>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34" name="Google Shape;1134;g273d5d245fa_0_60"/>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5" name="Google Shape;1135;g273d5d245fa_0_60"/>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36" name="Google Shape;1136;g273d5d245fa_0_60"/>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37" name="Google Shape;1137;g273d5d245fa_0_60"/>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38" name="Google Shape;1138;g273d5d245fa_0_60"/>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139" name="Google Shape;1139;g273d5d245fa_0_60"/>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40" name="Google Shape;1140;g273d5d245fa_0_60"/>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41" name="Google Shape;1141;g273d5d245fa_0_60"/>
          <p:cNvSpPr txBox="1"/>
          <p:nvPr/>
        </p:nvSpPr>
        <p:spPr>
          <a:xfrm>
            <a:off x="28673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42" name="Google Shape;1142;g273d5d245fa_0_60"/>
          <p:cNvSpPr txBox="1"/>
          <p:nvPr/>
        </p:nvSpPr>
        <p:spPr>
          <a:xfrm>
            <a:off x="632590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ll</a:t>
            </a:r>
            <a:endParaRPr sz="5500" b="0" i="0" u="none" strike="noStrike" cap="none">
              <a:solidFill>
                <a:srgbClr val="FFD400"/>
              </a:solidFill>
              <a:latin typeface="Jost"/>
              <a:ea typeface="Jost"/>
              <a:cs typeface="Jost"/>
              <a:sym typeface="Jost"/>
            </a:endParaRPr>
          </a:p>
        </p:txBody>
      </p:sp>
      <p:sp>
        <p:nvSpPr>
          <p:cNvPr id="1143" name="Google Shape;1143;g273d5d245fa_0_60"/>
          <p:cNvSpPr txBox="1"/>
          <p:nvPr/>
        </p:nvSpPr>
        <p:spPr>
          <a:xfrm>
            <a:off x="17145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z</a:t>
            </a:r>
            <a:endParaRPr sz="5500" b="0" i="0" u="none" strike="noStrike" cap="none">
              <a:solidFill>
                <a:srgbClr val="2356AF"/>
              </a:solidFill>
              <a:latin typeface="Jost"/>
              <a:ea typeface="Jost"/>
              <a:cs typeface="Jost"/>
              <a:sym typeface="Jost"/>
            </a:endParaRPr>
          </a:p>
        </p:txBody>
      </p:sp>
      <p:sp>
        <p:nvSpPr>
          <p:cNvPr id="1144" name="Google Shape;1144;g273d5d245fa_0_60"/>
          <p:cNvSpPr txBox="1"/>
          <p:nvPr/>
        </p:nvSpPr>
        <p:spPr>
          <a:xfrm>
            <a:off x="40202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45" name="Google Shape;1145;g273d5d245fa_0_60"/>
          <p:cNvSpPr txBox="1"/>
          <p:nvPr/>
        </p:nvSpPr>
        <p:spPr>
          <a:xfrm>
            <a:off x="51730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46" name="Google Shape;1146;g273d5d245fa_0_60"/>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371</Words>
  <Application>Microsoft Office PowerPoint</Application>
  <PresentationFormat>On-screen Show (4:3)</PresentationFormat>
  <Paragraphs>147</Paragraphs>
  <Slides>19</Slides>
  <Notes>19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Jost</vt:lpstr>
      <vt:lpstr>Poppins</vt:lpstr>
      <vt:lpstr>Nunito Black</vt:lpstr>
      <vt:lpstr>Arial</vt:lpstr>
      <vt:lpstr>Poppins SemiBold</vt:lpstr>
      <vt:lpstr>Calibri</vt:lpstr>
      <vt:lpstr>Poppins Medium</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5 Common Exception Words today house mouse hour because Mr Mrs Ms where should could would move use want.</vt:lpstr>
      <vt:lpstr>Teach Suffix Rule</vt:lpstr>
      <vt:lpstr>Demonstrate Using Examples</vt:lpstr>
      <vt:lpstr>Explain Decoding</vt:lpstr>
      <vt:lpstr>Model Blending Phonemes</vt:lpstr>
      <vt:lpstr>Model Blending Phonemes</vt:lpstr>
      <vt:lpstr>Model Blending Phonemes</vt:lpstr>
      <vt:lpstr>Model Blending Phonemes</vt:lpstr>
      <vt:lpstr>Explain Encoding</vt:lpstr>
      <vt:lpstr>Practise Adding Affixes</vt:lpstr>
      <vt:lpstr>Practise Adding Affixes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2026-06-03T01:18:47Z</dcterms:modified>
</cp:coreProperties>
</file>