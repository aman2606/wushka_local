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iCO8l5N9XDm7yZuJiP8OjIDWCua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EB16D0A-EE29-4992-BF74-7F6E353F5566}">
  <a:tblStyle styleId="{5EB16D0A-EE29-4992-BF74-7F6E353F5566}"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5" name="Google Shape;67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8" name="Google Shape;69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9" name="Google Shape;69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8" name="Google Shape;728;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9" name="Google Shape;809;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8" name="Google Shape;918;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cfde90bc70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cfde90bc70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cfde90bc70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cfde90bc70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cfde90bc70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cfde90bc70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4" name="Google Shape;104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5" name="Google Shape;104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3" name="Google Shape;105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4" name="Google Shape;105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3" name="Google Shape;1063;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1" name="Google Shape;107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2" name="Google Shape;107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0" name="Google Shape;1080;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1" name="Google Shape;1081;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2cfde90bc70_0_8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7" name="Google Shape;1107;g2cfde90bc70_0_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8" name="Google Shape;1108;g2cfde90bc70_0_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b="0" i="0" u="none" strike="noStrike" cap="none">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 name="Google Shape;52;p15"/>
          <p:cNvGrpSpPr/>
          <p:nvPr/>
        </p:nvGrpSpPr>
        <p:grpSpPr>
          <a:xfrm>
            <a:off x="8199150" y="5983875"/>
            <a:ext cx="586800" cy="571500"/>
            <a:chOff x="7894350" y="6212475"/>
            <a:chExt cx="586800" cy="571500"/>
          </a:xfrm>
        </p:grpSpPr>
        <p:sp>
          <p:nvSpPr>
            <p:cNvPr id="53" name="Google Shape;53;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 name="Google Shape;56;p15"/>
          <p:cNvSpPr txBox="1"/>
          <p:nvPr/>
        </p:nvSpPr>
        <p:spPr>
          <a:xfrm>
            <a:off x="856314" y="20482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7" name="Google Shape;57;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457084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457084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Split Digraph 'e-e'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5 - Tuesday</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22</a:t>
            </a:r>
            <a:endParaRPr sz="1800" b="0" i="0" u="none" strike="noStrike" cap="none">
              <a:solidFill>
                <a:srgbClr val="92278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600"/>
            <a:chOff x="-36800" y="-52000"/>
            <a:chExt cx="9236100" cy="54360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4570840" y="8810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5" name="Google Shape;25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56" name="Google Shape;256;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7" name="Google Shape;257;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8" name="Google Shape;258;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9" name="Google Shape;259;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2" name="Google Shape;262;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3" name="Google Shape;263;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7" name="Google Shape;267;g2c157a2fb06_0_53"/>
          <p:cNvGrpSpPr/>
          <p:nvPr/>
        </p:nvGrpSpPr>
        <p:grpSpPr>
          <a:xfrm>
            <a:off x="1403031" y="6958923"/>
            <a:ext cx="6774848" cy="1291477"/>
            <a:chOff x="717231" y="7263723"/>
            <a:chExt cx="6774848" cy="1291477"/>
          </a:xfrm>
        </p:grpSpPr>
        <p:sp>
          <p:nvSpPr>
            <p:cNvPr id="268" name="Google Shape;268;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69" name="Google Shape;269;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6" name="Google Shape;276;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79" name="Google Shape;279;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0" name="Google Shape;280;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1" name="Google Shape;281;g2c157a2fb06_0_53"/>
          <p:cNvGrpSpPr/>
          <p:nvPr/>
        </p:nvGrpSpPr>
        <p:grpSpPr>
          <a:xfrm>
            <a:off x="662575" y="6212475"/>
            <a:ext cx="586800" cy="571500"/>
            <a:chOff x="662575" y="6212475"/>
            <a:chExt cx="586800" cy="571500"/>
          </a:xfrm>
        </p:grpSpPr>
        <p:sp>
          <p:nvSpPr>
            <p:cNvPr id="282" name="Google Shape;28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5" name="Google Shape;285;g2c157a2fb06_0_53"/>
          <p:cNvGrpSpPr/>
          <p:nvPr/>
        </p:nvGrpSpPr>
        <p:grpSpPr>
          <a:xfrm>
            <a:off x="7894350" y="6212475"/>
            <a:ext cx="586800" cy="571500"/>
            <a:chOff x="7894350" y="6212475"/>
            <a:chExt cx="586800" cy="571500"/>
          </a:xfrm>
        </p:grpSpPr>
        <p:sp>
          <p:nvSpPr>
            <p:cNvPr id="286" name="Google Shape;28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89" name="Google Shape;289;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0" name="Google Shape;33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8"/>
          </p:nvPr>
        </p:nvSpPr>
        <p:spPr>
          <a:xfrm>
            <a:off x="5086375" y="4412425"/>
            <a:ext cx="2668800" cy="1291500"/>
          </a:xfrm>
          <a:prstGeom prst="rect">
            <a:avLst/>
          </a:prstGeom>
          <a:noFill/>
          <a:ln>
            <a:noFill/>
          </a:ln>
        </p:spPr>
      </p:sp>
      <p:sp>
        <p:nvSpPr>
          <p:cNvPr id="336" name="Google Shape;336;g2c157a2fb06_0_263"/>
          <p:cNvSpPr>
            <a:spLocks noGrp="1"/>
          </p:cNvSpPr>
          <p:nvPr>
            <p:ph type="pic" idx="9"/>
          </p:nvPr>
        </p:nvSpPr>
        <p:spPr>
          <a:xfrm>
            <a:off x="5086375" y="797675"/>
            <a:ext cx="2668800" cy="1291500"/>
          </a:xfrm>
          <a:prstGeom prst="rect">
            <a:avLst/>
          </a:prstGeom>
          <a:noFill/>
          <a:ln>
            <a:noFill/>
          </a:ln>
        </p:spPr>
      </p:sp>
      <p:sp>
        <p:nvSpPr>
          <p:cNvPr id="337" name="Google Shape;337;g2c157a2fb06_0_263"/>
          <p:cNvSpPr>
            <a:spLocks noGrp="1"/>
          </p:cNvSpPr>
          <p:nvPr>
            <p:ph type="pic" idx="13"/>
          </p:nvPr>
        </p:nvSpPr>
        <p:spPr>
          <a:xfrm>
            <a:off x="5086375" y="2002592"/>
            <a:ext cx="2668800" cy="1291500"/>
          </a:xfrm>
          <a:prstGeom prst="rect">
            <a:avLst/>
          </a:prstGeom>
          <a:noFill/>
          <a:ln>
            <a:noFill/>
          </a:ln>
        </p:spPr>
      </p:sp>
      <p:sp>
        <p:nvSpPr>
          <p:cNvPr id="338" name="Google Shape;338;g2c157a2fb06_0_263"/>
          <p:cNvSpPr>
            <a:spLocks noGrp="1"/>
          </p:cNvSpPr>
          <p:nvPr>
            <p:ph type="pic" idx="14"/>
          </p:nvPr>
        </p:nvSpPr>
        <p:spPr>
          <a:xfrm>
            <a:off x="5086375" y="3207508"/>
            <a:ext cx="2668800" cy="1291500"/>
          </a:xfrm>
          <a:prstGeom prst="rect">
            <a:avLst/>
          </a:prstGeom>
          <a:noFill/>
          <a:ln>
            <a:noFill/>
          </a:ln>
        </p:spPr>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08" name="Google Shape;50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2" name="Google Shape;582;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583" name="Google Shape;583;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09"/>
        <p:cNvGrpSpPr/>
        <p:nvPr/>
      </p:nvGrpSpPr>
      <p:grpSpPr>
        <a:xfrm>
          <a:off x="0" y="0"/>
          <a:ext cx="0" cy="0"/>
          <a:chOff x="0" y="0"/>
          <a:chExt cx="0" cy="0"/>
        </a:xfrm>
      </p:grpSpPr>
      <p:sp>
        <p:nvSpPr>
          <p:cNvPr id="610" name="Google Shape;6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1" name="Google Shape;6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14" name="Google Shape;6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17" name="Google Shape;6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18" name="Google Shape;6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19" name="Google Shape;6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20" name="Google Shape;6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21" name="Google Shape;6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22" name="Google Shape;6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23" name="Google Shape;623;p30"/>
          <p:cNvGrpSpPr/>
          <p:nvPr/>
        </p:nvGrpSpPr>
        <p:grpSpPr>
          <a:xfrm>
            <a:off x="6022940" y="5341706"/>
            <a:ext cx="594501" cy="305904"/>
            <a:chOff x="5672081" y="1914352"/>
            <a:chExt cx="792668" cy="305904"/>
          </a:xfrm>
        </p:grpSpPr>
        <p:sp>
          <p:nvSpPr>
            <p:cNvPr id="624" name="Google Shape;6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26" name="Google Shape;6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27" name="Google Shape;6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2" name="Google Shape;6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35" name="Google Shape;6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36" name="Google Shape;6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7" name="Google Shape;6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44" name="Google Shape;6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45" name="Google Shape;6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47" name="Google Shape;6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48" name="Google Shape;6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50" name="Google Shape;6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53" name="Google Shape;6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54" name="Google Shape;6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55"/>
        <p:cNvGrpSpPr/>
        <p:nvPr/>
      </p:nvGrpSpPr>
      <p:grpSpPr>
        <a:xfrm>
          <a:off x="0" y="0"/>
          <a:ext cx="0" cy="0"/>
          <a:chOff x="0" y="0"/>
          <a:chExt cx="0" cy="0"/>
        </a:xfrm>
      </p:grpSpPr>
      <p:sp>
        <p:nvSpPr>
          <p:cNvPr id="656" name="Google Shape;6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57" name="Google Shape;6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58" name="Google Shape;6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59"/>
        <p:cNvGrpSpPr/>
        <p:nvPr/>
      </p:nvGrpSpPr>
      <p:grpSpPr>
        <a:xfrm>
          <a:off x="0" y="0"/>
          <a:ext cx="0" cy="0"/>
          <a:chOff x="0" y="0"/>
          <a:chExt cx="0" cy="0"/>
        </a:xfrm>
      </p:grpSpPr>
      <p:sp>
        <p:nvSpPr>
          <p:cNvPr id="660" name="Google Shape;6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1" name="Google Shape;6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62" name="Google Shape;6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7.png"/><Relationship Id="rId7"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22.xml"/><Relationship Id="rId4" Type="http://schemas.openxmlformats.org/officeDocument/2006/relationships/image" Target="../media/image8.png"/><Relationship Id="rId9" Type="http://schemas.openxmlformats.org/officeDocument/2006/relationships/slide" Target="slide20.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7.png"/><Relationship Id="rId2" Type="http://schemas.openxmlformats.org/officeDocument/2006/relationships/notesSlide" Target="../notesSlides/notesSlide6.xml"/><Relationship Id="rId16" Type="http://schemas.openxmlformats.org/officeDocument/2006/relationships/image" Target="../media/image91.png"/><Relationship Id="rId1" Type="http://schemas.openxmlformats.org/officeDocument/2006/relationships/slideLayout" Target="../slideLayouts/slideLayout3.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5" Type="http://schemas.openxmlformats.org/officeDocument/2006/relationships/image" Target="../media/image9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 Id="rId14" Type="http://schemas.openxmlformats.org/officeDocument/2006/relationships/image" Target="../media/image89.png"/></Relationships>
</file>

<file path=ppt/slides/_rels/slide7.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102.png"/><Relationship Id="rId18" Type="http://schemas.openxmlformats.org/officeDocument/2006/relationships/image" Target="../media/image107.png"/><Relationship Id="rId26" Type="http://schemas.openxmlformats.org/officeDocument/2006/relationships/image" Target="../media/image115.png"/><Relationship Id="rId3" Type="http://schemas.openxmlformats.org/officeDocument/2006/relationships/image" Target="../media/image92.png"/><Relationship Id="rId21" Type="http://schemas.openxmlformats.org/officeDocument/2006/relationships/image" Target="../media/image110.png"/><Relationship Id="rId7" Type="http://schemas.openxmlformats.org/officeDocument/2006/relationships/image" Target="../media/image96.png"/><Relationship Id="rId12" Type="http://schemas.openxmlformats.org/officeDocument/2006/relationships/image" Target="../media/image101.png"/><Relationship Id="rId17" Type="http://schemas.openxmlformats.org/officeDocument/2006/relationships/image" Target="../media/image106.png"/><Relationship Id="rId25" Type="http://schemas.openxmlformats.org/officeDocument/2006/relationships/image" Target="../media/image114.png"/><Relationship Id="rId2" Type="http://schemas.openxmlformats.org/officeDocument/2006/relationships/notesSlide" Target="../notesSlides/notesSlide7.xml"/><Relationship Id="rId16" Type="http://schemas.openxmlformats.org/officeDocument/2006/relationships/image" Target="../media/image105.png"/><Relationship Id="rId20" Type="http://schemas.openxmlformats.org/officeDocument/2006/relationships/image" Target="../media/image109.png"/><Relationship Id="rId29" Type="http://schemas.openxmlformats.org/officeDocument/2006/relationships/image" Target="../media/image118.png"/><Relationship Id="rId1" Type="http://schemas.openxmlformats.org/officeDocument/2006/relationships/slideLayout" Target="../slideLayouts/slideLayout3.xml"/><Relationship Id="rId6" Type="http://schemas.openxmlformats.org/officeDocument/2006/relationships/image" Target="../media/image95.png"/><Relationship Id="rId11" Type="http://schemas.openxmlformats.org/officeDocument/2006/relationships/image" Target="../media/image100.png"/><Relationship Id="rId24" Type="http://schemas.openxmlformats.org/officeDocument/2006/relationships/image" Target="../media/image113.png"/><Relationship Id="rId5" Type="http://schemas.openxmlformats.org/officeDocument/2006/relationships/image" Target="../media/image94.png"/><Relationship Id="rId15" Type="http://schemas.openxmlformats.org/officeDocument/2006/relationships/image" Target="../media/image104.png"/><Relationship Id="rId23" Type="http://schemas.openxmlformats.org/officeDocument/2006/relationships/image" Target="../media/image112.png"/><Relationship Id="rId28" Type="http://schemas.openxmlformats.org/officeDocument/2006/relationships/image" Target="../media/image117.png"/><Relationship Id="rId10" Type="http://schemas.openxmlformats.org/officeDocument/2006/relationships/image" Target="../media/image99.png"/><Relationship Id="rId19" Type="http://schemas.openxmlformats.org/officeDocument/2006/relationships/image" Target="../media/image108.png"/><Relationship Id="rId4" Type="http://schemas.openxmlformats.org/officeDocument/2006/relationships/image" Target="../media/image93.png"/><Relationship Id="rId9" Type="http://schemas.openxmlformats.org/officeDocument/2006/relationships/image" Target="../media/image98.png"/><Relationship Id="rId14" Type="http://schemas.openxmlformats.org/officeDocument/2006/relationships/image" Target="../media/image103.png"/><Relationship Id="rId22" Type="http://schemas.openxmlformats.org/officeDocument/2006/relationships/image" Target="../media/image111.png"/><Relationship Id="rId27" Type="http://schemas.openxmlformats.org/officeDocument/2006/relationships/image" Target="../media/image116.png"/><Relationship Id="rId30" Type="http://schemas.openxmlformats.org/officeDocument/2006/relationships/image" Target="../media/image119.png"/></Relationships>
</file>

<file path=ppt/slides/_rels/slide8.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png"/><Relationship Id="rId3" Type="http://schemas.openxmlformats.org/officeDocument/2006/relationships/image" Target="../media/image120.png"/><Relationship Id="rId7" Type="http://schemas.openxmlformats.org/officeDocument/2006/relationships/image" Target="../media/image124.png"/><Relationship Id="rId12" Type="http://schemas.openxmlformats.org/officeDocument/2006/relationships/image" Target="../media/image129.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23.png"/><Relationship Id="rId11" Type="http://schemas.openxmlformats.org/officeDocument/2006/relationships/image" Target="../media/image128.png"/><Relationship Id="rId5" Type="http://schemas.openxmlformats.org/officeDocument/2006/relationships/image" Target="../media/image122.png"/><Relationship Id="rId15" Type="http://schemas.openxmlformats.org/officeDocument/2006/relationships/image" Target="../media/image132.png"/><Relationship Id="rId10" Type="http://schemas.openxmlformats.org/officeDocument/2006/relationships/image" Target="../media/image127.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s>
</file>

<file path=ppt/slides/_rels/slide9.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3.png"/><Relationship Id="rId3" Type="http://schemas.openxmlformats.org/officeDocument/2006/relationships/image" Target="../media/image133.png"/><Relationship Id="rId7" Type="http://schemas.openxmlformats.org/officeDocument/2006/relationships/image" Target="../media/image137.png"/><Relationship Id="rId12" Type="http://schemas.openxmlformats.org/officeDocument/2006/relationships/image" Target="../media/image14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35.pn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png"/><Relationship Id="rId14" Type="http://schemas.openxmlformats.org/officeDocument/2006/relationships/image" Target="../media/image14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Split Digraph 'e-e'</a:t>
            </a:r>
            <a:endParaRPr sz="3000"/>
          </a:p>
        </p:txBody>
      </p:sp>
      <p:sp>
        <p:nvSpPr>
          <p:cNvPr id="668" name="Google Shape;66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22</a:t>
            </a:r>
            <a:endParaRPr/>
          </a:p>
        </p:txBody>
      </p:sp>
      <p:graphicFrame>
        <p:nvGraphicFramePr>
          <p:cNvPr id="669" name="Google Shape;669;p1"/>
          <p:cNvGraphicFramePr/>
          <p:nvPr/>
        </p:nvGraphicFramePr>
        <p:xfrm>
          <a:off x="4844200" y="1891197"/>
          <a:ext cx="3785000" cy="1678950"/>
        </p:xfrm>
        <a:graphic>
          <a:graphicData uri="http://schemas.openxmlformats.org/drawingml/2006/table">
            <a:tbl>
              <a:tblPr firstRow="1" bandRow="1">
                <a:noFill/>
                <a:tableStyleId>{5EB16D0A-EE29-4992-BF74-7F6E353F5566}</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lt1"/>
                          </a:solidFill>
                          <a:latin typeface="Jost"/>
                          <a:ea typeface="Jost"/>
                          <a:cs typeface="Jost"/>
                          <a:sym typeface="Jost"/>
                        </a:rPr>
                        <a:t>e-e</a:t>
                      </a:r>
                      <a:endParaRPr sz="18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670" name="Google Shape;670;p1"/>
          <p:cNvPicPr preferRelativeResize="0"/>
          <p:nvPr/>
        </p:nvPicPr>
        <p:blipFill rotWithShape="1">
          <a:blip r:embed="rId3">
            <a:alphaModFix/>
          </a:blip>
          <a:srcRect/>
          <a:stretch/>
        </p:blipFill>
        <p:spPr>
          <a:xfrm rot="186068">
            <a:off x="4009466" y="4465909"/>
            <a:ext cx="2493520" cy="997851"/>
          </a:xfrm>
          <a:prstGeom prst="rect">
            <a:avLst/>
          </a:prstGeom>
          <a:noFill/>
          <a:ln>
            <a:noFill/>
          </a:ln>
          <a:effectLst>
            <a:outerShdw blurRad="71438" dist="38100" dir="5220000" algn="bl" rotWithShape="0">
              <a:srgbClr val="000000">
                <a:alpha val="20784"/>
              </a:srgbClr>
            </a:outerShdw>
          </a:effectLst>
        </p:spPr>
      </p:pic>
      <p:pic>
        <p:nvPicPr>
          <p:cNvPr id="671" name="Google Shape;671;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7647"/>
              </a:srgbClr>
            </a:outerShdw>
          </a:effectLst>
        </p:spPr>
      </p:pic>
      <p:pic>
        <p:nvPicPr>
          <p:cNvPr id="672" name="Google Shape;672;p1"/>
          <p:cNvPicPr preferRelativeResize="0"/>
          <p:nvPr/>
        </p:nvPicPr>
        <p:blipFill rotWithShape="1">
          <a:blip r:embed="rId5">
            <a:alphaModFix/>
          </a:blip>
          <a:srcRect l="19" r="19"/>
          <a:stretch/>
        </p:blipFill>
        <p:spPr>
          <a:xfrm rot="540305">
            <a:off x="7336183" y="3887252"/>
            <a:ext cx="1208040" cy="1709828"/>
          </a:xfrm>
          <a:prstGeom prst="rect">
            <a:avLst/>
          </a:prstGeom>
          <a:noFill/>
          <a:ln>
            <a:noFill/>
          </a:ln>
          <a:effectLst>
            <a:outerShdw blurRad="71438" dist="38100" dir="5220000" algn="bl" rotWithShape="0">
              <a:srgbClr val="000000">
                <a:alpha val="2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split digraph </a:t>
            </a:r>
            <a:r>
              <a:rPr lang="en-US">
                <a:solidFill>
                  <a:srgbClr val="8DC63F"/>
                </a:solidFill>
              </a:rPr>
              <a:t>e-e</a:t>
            </a:r>
            <a:r>
              <a:rPr lang="en-US"/>
              <a:t>.</a:t>
            </a:r>
            <a:endParaRPr/>
          </a:p>
        </p:txBody>
      </p:sp>
      <p:sp>
        <p:nvSpPr>
          <p:cNvPr id="679" name="Google Shape;679;g2bee4f4af4b_0_204"/>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Phase 3 Common Exception Words </a:t>
            </a:r>
            <a:r>
              <a:rPr lang="en-US">
                <a:solidFill>
                  <a:srgbClr val="2356AF"/>
                </a:solidFill>
              </a:rPr>
              <a:t>push they me we be he she my by looked you are there here were all sure.</a:t>
            </a:r>
            <a:endParaRPr>
              <a:solidFill>
                <a:srgbClr val="2356AF"/>
              </a:solidFill>
            </a:endParaRPr>
          </a:p>
        </p:txBody>
      </p:sp>
      <p:sp>
        <p:nvSpPr>
          <p:cNvPr id="680" name="Google Shape;680;g2bee4f4af4b_0_204"/>
          <p:cNvSpPr txBox="1"/>
          <p:nvPr/>
        </p:nvSpPr>
        <p:spPr>
          <a:xfrm>
            <a:off x="2506251"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81" name="Google Shape;681;g2bee4f4af4b_0_204"/>
          <p:cNvSpPr txBox="1"/>
          <p:nvPr/>
        </p:nvSpPr>
        <p:spPr>
          <a:xfrm>
            <a:off x="2298951" y="51041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82" name="Google Shape;682;g2bee4f4af4b_0_204"/>
          <p:cNvPicPr preferRelativeResize="0"/>
          <p:nvPr/>
        </p:nvPicPr>
        <p:blipFill rotWithShape="1">
          <a:blip r:embed="rId3">
            <a:alphaModFix/>
          </a:blip>
          <a:srcRect l="19" r="19"/>
          <a:stretch/>
        </p:blipFill>
        <p:spPr>
          <a:xfrm>
            <a:off x="2519626" y="3949460"/>
            <a:ext cx="786850" cy="1113688"/>
          </a:xfrm>
          <a:prstGeom prst="rect">
            <a:avLst/>
          </a:prstGeom>
          <a:noFill/>
          <a:ln>
            <a:noFill/>
          </a:ln>
          <a:effectLst>
            <a:outerShdw blurRad="71438" dist="19050" dir="5220000" algn="bl" rotWithShape="0">
              <a:srgbClr val="D8D8D8"/>
            </a:outerShdw>
          </a:effectLst>
        </p:spPr>
      </p:pic>
      <p:sp>
        <p:nvSpPr>
          <p:cNvPr id="683" name="Google Shape;683;g2bee4f4af4b_0_204"/>
          <p:cNvSpPr txBox="1"/>
          <p:nvPr/>
        </p:nvSpPr>
        <p:spPr>
          <a:xfrm>
            <a:off x="3786506"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84" name="Google Shape;684;g2bee4f4af4b_0_204"/>
          <p:cNvSpPr txBox="1"/>
          <p:nvPr/>
        </p:nvSpPr>
        <p:spPr>
          <a:xfrm>
            <a:off x="3579206" y="51041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85" name="Google Shape;685;g2bee4f4af4b_0_204"/>
          <p:cNvPicPr preferRelativeResize="0"/>
          <p:nvPr/>
        </p:nvPicPr>
        <p:blipFill rotWithShape="1">
          <a:blip r:embed="rId4">
            <a:alphaModFix/>
          </a:blip>
          <a:srcRect l="69" r="69"/>
          <a:stretch/>
        </p:blipFill>
        <p:spPr>
          <a:xfrm>
            <a:off x="3786506" y="4017588"/>
            <a:ext cx="813600" cy="977433"/>
          </a:xfrm>
          <a:prstGeom prst="rect">
            <a:avLst/>
          </a:prstGeom>
          <a:noFill/>
          <a:ln>
            <a:noFill/>
          </a:ln>
          <a:effectLst>
            <a:outerShdw blurRad="71438" dist="19050" dir="5220000" algn="bl" rotWithShape="0">
              <a:srgbClr val="D8D8D8"/>
            </a:outerShdw>
          </a:effectLst>
        </p:spPr>
      </p:pic>
      <p:sp>
        <p:nvSpPr>
          <p:cNvPr id="686" name="Google Shape;686;g2bee4f4af4b_0_204"/>
          <p:cNvSpPr txBox="1"/>
          <p:nvPr/>
        </p:nvSpPr>
        <p:spPr>
          <a:xfrm>
            <a:off x="1226076"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687" name="Google Shape;687;g2bee4f4af4b_0_204"/>
          <p:cNvSpPr txBox="1"/>
          <p:nvPr/>
        </p:nvSpPr>
        <p:spPr>
          <a:xfrm>
            <a:off x="894576" y="51041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688" name="Google Shape;688;g2bee4f4af4b_0_204"/>
          <p:cNvPicPr preferRelativeResize="0"/>
          <p:nvPr/>
        </p:nvPicPr>
        <p:blipFill rotWithShape="1">
          <a:blip r:embed="rId5">
            <a:alphaModFix/>
          </a:blip>
          <a:srcRect/>
          <a:stretch/>
        </p:blipFill>
        <p:spPr>
          <a:xfrm>
            <a:off x="946800" y="4231754"/>
            <a:ext cx="1372151" cy="549100"/>
          </a:xfrm>
          <a:prstGeom prst="rect">
            <a:avLst/>
          </a:prstGeom>
          <a:noFill/>
          <a:ln>
            <a:noFill/>
          </a:ln>
          <a:effectLst>
            <a:outerShdw blurRad="71438" dist="19050" dir="5220000" algn="bl" rotWithShape="0">
              <a:srgbClr val="D8D8D8"/>
            </a:outerShdw>
          </a:effectLst>
        </p:spPr>
      </p:pic>
      <p:sp>
        <p:nvSpPr>
          <p:cNvPr id="689" name="Google Shape;689;g2bee4f4af4b_0_204"/>
          <p:cNvSpPr txBox="1"/>
          <p:nvPr/>
        </p:nvSpPr>
        <p:spPr>
          <a:xfrm>
            <a:off x="4974061" y="5413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90" name="Google Shape;690;g2bee4f4af4b_0_204"/>
          <p:cNvSpPr txBox="1"/>
          <p:nvPr/>
        </p:nvSpPr>
        <p:spPr>
          <a:xfrm>
            <a:off x="4859461" y="51041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91" name="Google Shape;691;g2bee4f4af4b_0_204"/>
          <p:cNvPicPr preferRelativeResize="0"/>
          <p:nvPr/>
        </p:nvPicPr>
        <p:blipFill rotWithShape="1">
          <a:blip r:embed="rId6">
            <a:alphaModFix/>
          </a:blip>
          <a:srcRect/>
          <a:stretch/>
        </p:blipFill>
        <p:spPr>
          <a:xfrm>
            <a:off x="5073599" y="4079853"/>
            <a:ext cx="614525" cy="852902"/>
          </a:xfrm>
          <a:prstGeom prst="rect">
            <a:avLst/>
          </a:prstGeom>
          <a:noFill/>
          <a:ln>
            <a:noFill/>
          </a:ln>
          <a:effectLst>
            <a:outerShdw blurRad="71438" dist="19050" dir="5220000" algn="bl" rotWithShape="0">
              <a:srgbClr val="D8D8D8"/>
            </a:outerShdw>
          </a:effectLst>
        </p:spPr>
      </p:pic>
      <p:sp>
        <p:nvSpPr>
          <p:cNvPr id="692" name="Google Shape;692;g2bee4f4af4b_0_204">
            <a:hlinkClick r:id="rId7" action="ppaction://hlinksldjump"/>
          </p:cNvPr>
          <p:cNvSpPr/>
          <p:nvPr/>
        </p:nvSpPr>
        <p:spPr>
          <a:xfrm>
            <a:off x="996651" y="370453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3" name="Google Shape;693;g2bee4f4af4b_0_204">
            <a:hlinkClick r:id="rId8" action="ppaction://hlinksldjump"/>
          </p:cNvPr>
          <p:cNvSpPr/>
          <p:nvPr/>
        </p:nvSpPr>
        <p:spPr>
          <a:xfrm>
            <a:off x="2453226" y="358471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g2bee4f4af4b_0_204">
            <a:hlinkClick r:id="rId9" action="ppaction://hlinksldjump"/>
          </p:cNvPr>
          <p:cNvSpPr/>
          <p:nvPr/>
        </p:nvSpPr>
        <p:spPr>
          <a:xfrm>
            <a:off x="3605233" y="36021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g2bee4f4af4b_0_204">
            <a:hlinkClick r:id="rId10" action="ppaction://hlinksldjump"/>
          </p:cNvPr>
          <p:cNvSpPr/>
          <p:nvPr/>
        </p:nvSpPr>
        <p:spPr>
          <a:xfrm>
            <a:off x="4898821" y="356653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02" name="Google Shape;702;g26b641b03cd_0_165"/>
          <p:cNvGrpSpPr/>
          <p:nvPr/>
        </p:nvGrpSpPr>
        <p:grpSpPr>
          <a:xfrm>
            <a:off x="930400" y="2053244"/>
            <a:ext cx="7283200" cy="3724851"/>
            <a:chOff x="930400" y="2129444"/>
            <a:chExt cx="7283200" cy="3724851"/>
          </a:xfrm>
        </p:grpSpPr>
        <p:pic>
          <p:nvPicPr>
            <p:cNvPr id="703" name="Google Shape;70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09" name="Google Shape;70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10" name="Google Shape;71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1" name="Google Shape;71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12" name="Google Shape;71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3" name="Google Shape;71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4" name="Google Shape;71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2" name="Google Shape;732;g26b7edf6e71_0_26"/>
          <p:cNvGrpSpPr/>
          <p:nvPr/>
        </p:nvGrpSpPr>
        <p:grpSpPr>
          <a:xfrm>
            <a:off x="930400" y="2053250"/>
            <a:ext cx="7283201" cy="2971674"/>
            <a:chOff x="930400" y="2129450"/>
            <a:chExt cx="7283201" cy="2971674"/>
          </a:xfrm>
        </p:grpSpPr>
        <p:pic>
          <p:nvPicPr>
            <p:cNvPr id="733" name="Google Shape;733;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5" name="Google Shape;735;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36" name="Google Shape;736;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37" name="Google Shape;737;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38" name="Google Shape;738;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39" name="Google Shape;739;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0" name="Google Shape;740;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1" name="Google Shape;741;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2" name="Google Shape;742;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43" name="Google Shape;743;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44" name="Google Shape;744;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0" name="Google Shape;750;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1" name="Google Shape;751;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53" name="Google Shape;753;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55" name="Google Shape;755;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57" name="Google Shape;757;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58" name="Google Shape;758;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59" name="Google Shape;759;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8" name="Google Shape;768;g2c298da1f27_0_417"/>
          <p:cNvPicPr preferRelativeResize="0"/>
          <p:nvPr/>
        </p:nvPicPr>
        <p:blipFill rotWithShape="1">
          <a:blip r:embed="rId3">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4"/>
              </a:srgbClr>
            </a:outerShdw>
          </a:effectLst>
        </p:spPr>
      </p:pic>
      <p:pic>
        <p:nvPicPr>
          <p:cNvPr id="769" name="Google Shape;769;g2c298da1f27_0_417"/>
          <p:cNvPicPr preferRelativeResize="0"/>
          <p:nvPr/>
        </p:nvPicPr>
        <p:blipFill rotWithShape="1">
          <a:blip r:embed="rId4">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5">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6">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7">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8">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9">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10">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11">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12">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8" name="Google Shape;778;g2c298da1f27_0_417"/>
          <p:cNvPicPr preferRelativeResize="0"/>
          <p:nvPr/>
        </p:nvPicPr>
        <p:blipFill rotWithShape="1">
          <a:blip r:embed="rId13">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14">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15">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16">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17">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18">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19">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91" name="Google Shape;791;g26b7edf6e71_0_109"/>
          <p:cNvGrpSpPr/>
          <p:nvPr/>
        </p:nvGrpSpPr>
        <p:grpSpPr>
          <a:xfrm>
            <a:off x="865957" y="2135925"/>
            <a:ext cx="7282807" cy="2686611"/>
            <a:chOff x="867357" y="2129450"/>
            <a:chExt cx="7282807" cy="2686611"/>
          </a:xfrm>
        </p:grpSpPr>
        <p:pic>
          <p:nvPicPr>
            <p:cNvPr id="792" name="Google Shape;79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93" name="Google Shape;79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94" name="Google Shape;79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95" name="Google Shape;79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96" name="Google Shape;79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97" name="Google Shape;79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98" name="Google Shape;79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9" name="Google Shape;79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00" name="Google Shape;80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01" name="Google Shape;80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02" name="Google Shape;80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03" name="Google Shape;80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04" name="Google Shape;80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05" name="Google Shape;80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12" name="Google Shape;812;g2c298d33e0c_0_6"/>
          <p:cNvGrpSpPr/>
          <p:nvPr/>
        </p:nvGrpSpPr>
        <p:grpSpPr>
          <a:xfrm>
            <a:off x="866900" y="2079100"/>
            <a:ext cx="7281864" cy="2684601"/>
            <a:chOff x="868300" y="2129450"/>
            <a:chExt cx="7281864" cy="2684601"/>
          </a:xfrm>
        </p:grpSpPr>
        <p:pic>
          <p:nvPicPr>
            <p:cNvPr id="813" name="Google Shape;813;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14" name="Google Shape;814;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15" name="Google Shape;815;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16" name="Google Shape;816;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17" name="Google Shape;817;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18" name="Google Shape;818;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9" name="Google Shape;819;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0" name="Google Shape;820;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22" name="Google Shape;822;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3" name="Google Shape;823;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5" name="Google Shape;825;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6" name="Google Shape;826;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7" name="Google Shape;827;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8" name="Google Shape;828;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9" name="Google Shape;829;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0" name="Google Shape;830;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47" name="Google Shape;847;g2c298da1f27_0_455"/>
          <p:cNvGrpSpPr/>
          <p:nvPr/>
        </p:nvGrpSpPr>
        <p:grpSpPr>
          <a:xfrm>
            <a:off x="868300" y="2129450"/>
            <a:ext cx="7281864" cy="2684601"/>
            <a:chOff x="868300" y="2053250"/>
            <a:chExt cx="7281864" cy="2684601"/>
          </a:xfrm>
        </p:grpSpPr>
        <p:pic>
          <p:nvPicPr>
            <p:cNvPr id="848" name="Google Shape;848;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50" name="Google Shape;850;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51" name="Google Shape;851;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52" name="Google Shape;852;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53" name="Google Shape;853;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54" name="Google Shape;854;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55" name="Google Shape;855;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56" name="Google Shape;856;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57" name="Google Shape;857;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58" name="Google Shape;858;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59" name="Google Shape;859;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60" name="Google Shape;860;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a:t>
            </a:r>
            <a:r>
              <a:rPr lang="en-US"/>
              <a:t>.</a:t>
            </a:r>
            <a:endParaRPr/>
          </a:p>
        </p:txBody>
      </p:sp>
      <p:pic>
        <p:nvPicPr>
          <p:cNvPr id="867" name="Google Shape;867;g2c298da1f27_1_0"/>
          <p:cNvPicPr preferRelativeResize="0"/>
          <p:nvPr/>
        </p:nvPicPr>
        <p:blipFill rotWithShape="1">
          <a:blip r:embed="rId3">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68" name="Google Shape;868;g2c298da1f27_1_0"/>
          <p:cNvPicPr preferRelativeResize="0"/>
          <p:nvPr/>
        </p:nvPicPr>
        <p:blipFill rotWithShape="1">
          <a:blip r:embed="rId4">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1_0"/>
          <p:cNvPicPr preferRelativeResize="0"/>
          <p:nvPr/>
        </p:nvPicPr>
        <p:blipFill rotWithShape="1">
          <a:blip r:embed="rId5">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1_0"/>
          <p:cNvPicPr preferRelativeResize="0"/>
          <p:nvPr/>
        </p:nvPicPr>
        <p:blipFill rotWithShape="1">
          <a:blip r:embed="rId6">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1_0"/>
          <p:cNvPicPr preferRelativeResize="0"/>
          <p:nvPr/>
        </p:nvPicPr>
        <p:blipFill rotWithShape="1">
          <a:blip r:embed="rId7">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1_0"/>
          <p:cNvPicPr preferRelativeResize="0"/>
          <p:nvPr/>
        </p:nvPicPr>
        <p:blipFill rotWithShape="1">
          <a:blip r:embed="rId8">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1_0"/>
          <p:cNvPicPr preferRelativeResize="0"/>
          <p:nvPr/>
        </p:nvPicPr>
        <p:blipFill rotWithShape="1">
          <a:blip r:embed="rId9">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4" name="Google Shape;874;g2c298da1f27_1_0"/>
          <p:cNvPicPr preferRelativeResize="0"/>
          <p:nvPr/>
        </p:nvPicPr>
        <p:blipFill rotWithShape="1">
          <a:blip r:embed="rId10">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75" name="Google Shape;875;g2c298da1f27_1_0"/>
          <p:cNvPicPr preferRelativeResize="0"/>
          <p:nvPr/>
        </p:nvPicPr>
        <p:blipFill rotWithShape="1">
          <a:blip r:embed="rId11">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76" name="Google Shape;876;g2c298da1f27_1_0"/>
          <p:cNvPicPr preferRelativeResize="0"/>
          <p:nvPr/>
        </p:nvPicPr>
        <p:blipFill rotWithShape="1">
          <a:blip r:embed="rId1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1_0"/>
          <p:cNvPicPr preferRelativeResize="0"/>
          <p:nvPr/>
        </p:nvPicPr>
        <p:blipFill rotWithShape="1">
          <a:blip r:embed="rId1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78" name="Google Shape;878;g2c298da1f27_1_0"/>
          <p:cNvPicPr preferRelativeResize="0"/>
          <p:nvPr/>
        </p:nvPicPr>
        <p:blipFill rotWithShape="1">
          <a:blip r:embed="rId1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85" name="Google Shape;885;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86" name="Google Shape;886;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87" name="Google Shape;887;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94" name="Google Shape;894;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5" name="Google Shape;895;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896" name="Google Shape;896;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03" name="Google Shape;903;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04" name="Google Shape;904;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905" name="Google Shape;905;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2" name="Google Shape;912;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913" name="Google Shape;913;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450"/>
              </a:srgbClr>
            </a:outerShdw>
          </a:effectLst>
        </p:spPr>
      </p:pic>
      <p:sp>
        <p:nvSpPr>
          <p:cNvPr id="914" name="Google Shape;914;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1" name="Google Shape;92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8" name="Google Shape;928;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9" name="Google Shape;929;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0" name="Google Shape;930;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1" name="Google Shape;931;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2" name="Google Shape;932;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3" name="Google Shape;933;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4" name="Google Shape;934;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5" name="Google Shape;935;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6" name="Google Shape;936;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7" name="Google Shape;937;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8" name="Google Shape;938;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9" name="Google Shape;939;g2c4fb7f6616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0" name="Google Shape;940;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1" name="Google Shape;941;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42" name="Google Shape;942;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c4fb7f6616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4" name="Google Shape;944;g2c4fb7f6616_1_0"/>
          <p:cNvSpPr/>
          <p:nvPr/>
        </p:nvSpPr>
        <p:spPr>
          <a:xfrm>
            <a:off x="5183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cxnSp>
        <p:nvCxnSpPr>
          <p:cNvPr id="945" name="Google Shape;945;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46" name="Google Shape;946;g2c4fb7f6616_1_0"/>
          <p:cNvSpPr txBox="1">
            <a:spLocks noGrp="1"/>
          </p:cNvSpPr>
          <p:nvPr>
            <p:ph type="subTitle" idx="4294967295"/>
          </p:nvPr>
        </p:nvSpPr>
        <p:spPr>
          <a:xfrm>
            <a:off x="5550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sp>
        <p:nvSpPr>
          <p:cNvPr id="947" name="Google Shape;947;g2c4fb7f6616_1_0"/>
          <p:cNvSpPr txBox="1">
            <a:spLocks noGrp="1"/>
          </p:cNvSpPr>
          <p:nvPr>
            <p:ph type="subTitle" idx="4294967295"/>
          </p:nvPr>
        </p:nvSpPr>
        <p:spPr>
          <a:xfrm>
            <a:off x="3676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sp>
        <p:nvSpPr>
          <p:cNvPr id="948" name="Google Shape;948;g2c4fb7f6616_1_0"/>
          <p:cNvSpPr txBox="1">
            <a:spLocks noGrp="1"/>
          </p:cNvSpPr>
          <p:nvPr>
            <p:ph type="subTitle" idx="4294967295"/>
          </p:nvPr>
        </p:nvSpPr>
        <p:spPr>
          <a:xfrm>
            <a:off x="46137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49" name="Google Shape;949;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0" name="Google Shape;950;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1" name="Google Shape;951;g2c4fb7f6616_1_0"/>
          <p:cNvSpPr txBox="1">
            <a:spLocks noGrp="1"/>
          </p:cNvSpPr>
          <p:nvPr>
            <p:ph type="subTitle" idx="4294967295"/>
          </p:nvPr>
        </p:nvSpPr>
        <p:spPr>
          <a:xfrm>
            <a:off x="2337575" y="1308025"/>
            <a:ext cx="190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th</a:t>
            </a:r>
            <a:endParaRPr sz="15000" b="0" i="0" u="none" strike="noStrike" cap="none">
              <a:solidFill>
                <a:srgbClr val="FFD400"/>
              </a:solidFill>
              <a:latin typeface="Jost"/>
              <a:ea typeface="Jost"/>
              <a:cs typeface="Jost"/>
              <a:sym typeface="Jost"/>
            </a:endParaRPr>
          </a:p>
        </p:txBody>
      </p:sp>
      <p:sp>
        <p:nvSpPr>
          <p:cNvPr id="952" name="Google Shape;952;g2c4fb7f6616_1_0"/>
          <p:cNvSpPr/>
          <p:nvPr/>
        </p:nvSpPr>
        <p:spPr>
          <a:xfrm>
            <a:off x="2675075" y="4011900"/>
            <a:ext cx="1233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53" name="Google Shape;953;g2c4fb7f6616_1_0"/>
          <p:cNvGrpSpPr/>
          <p:nvPr/>
        </p:nvGrpSpPr>
        <p:grpSpPr>
          <a:xfrm>
            <a:off x="4372625" y="1094950"/>
            <a:ext cx="2011550" cy="933225"/>
            <a:chOff x="4372625" y="1094950"/>
            <a:chExt cx="2011550" cy="933225"/>
          </a:xfrm>
        </p:grpSpPr>
        <p:sp>
          <p:nvSpPr>
            <p:cNvPr id="954" name="Google Shape;954;g2c4fb7f6616_1_0"/>
            <p:cNvSpPr/>
            <p:nvPr/>
          </p:nvSpPr>
          <p:spPr>
            <a:xfrm rot="-5400000">
              <a:off x="4012925" y="1524900"/>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5" name="Google Shape;955;g2c4fb7f6616_1_0"/>
            <p:cNvSpPr/>
            <p:nvPr/>
          </p:nvSpPr>
          <p:spPr>
            <a:xfrm>
              <a:off x="4372625" y="1094950"/>
              <a:ext cx="20115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c4fb7f6616_1_0"/>
            <p:cNvSpPr/>
            <p:nvPr/>
          </p:nvSpPr>
          <p:spPr>
            <a:xfrm rot="5400000">
              <a:off x="5885425" y="1529425"/>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957" name="Google Shape;957;g2c4fb7f6616_1_0"/>
          <p:cNvSpPr/>
          <p:nvPr/>
        </p:nvSpPr>
        <p:spPr>
          <a:xfrm>
            <a:off x="4246175"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7941D"/>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cfde90bc70_0_45"/>
          <p:cNvSpPr txBox="1">
            <a:spLocks noGrp="1"/>
          </p:cNvSpPr>
          <p:nvPr>
            <p:ph type="subTitle" idx="4294967295"/>
          </p:nvPr>
        </p:nvSpPr>
        <p:spPr>
          <a:xfrm>
            <a:off x="50531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64" name="Google Shape;964;g2cfde90bc70_0_45"/>
          <p:cNvSpPr txBox="1">
            <a:spLocks noGrp="1"/>
          </p:cNvSpPr>
          <p:nvPr>
            <p:ph type="subTitle" idx="4294967295"/>
          </p:nvPr>
        </p:nvSpPr>
        <p:spPr>
          <a:xfrm>
            <a:off x="35291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65" name="Google Shape;965;g2cfde90bc70_0_45"/>
          <p:cNvSpPr txBox="1">
            <a:spLocks noGrp="1"/>
          </p:cNvSpPr>
          <p:nvPr>
            <p:ph type="subTitle" idx="4294967295"/>
          </p:nvPr>
        </p:nvSpPr>
        <p:spPr>
          <a:xfrm>
            <a:off x="27671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66" name="Google Shape;966;g2cfde90bc70_0_45"/>
          <p:cNvSpPr txBox="1">
            <a:spLocks noGrp="1"/>
          </p:cNvSpPr>
          <p:nvPr>
            <p:ph type="subTitle" idx="4294967295"/>
          </p:nvPr>
        </p:nvSpPr>
        <p:spPr>
          <a:xfrm>
            <a:off x="17765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67" name="Google Shape;967;g2cfde90bc70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8" name="Google Shape;968;g2cfde90bc70_0_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9" name="Google Shape;969;g2cfde90bc70_0_4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cfde90bc70_0_4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cfde90bc70_0_4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cfde90bc70_0_4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cfde90bc70_0_4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cfde90bc70_0_4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5" name="Google Shape;975;g2cfde90bc70_0_4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6" name="Google Shape;976;g2cfde90bc70_0_4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7" name="Google Shape;977;g2cfde90bc70_0_4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8" name="Google Shape;978;g2cfde90bc70_0_4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9" name="Google Shape;979;g2cfde90bc70_0_45"/>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0" name="Google Shape;980;g2cfde90bc70_0_4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1" name="Google Shape;981;g2cfde90bc70_0_4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2" name="Google Shape;982;g2cfde90bc70_0_4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cfde90bc70_0_45"/>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cfde90bc70_0_45"/>
          <p:cNvSpPr/>
          <p:nvPr/>
        </p:nvSpPr>
        <p:spPr>
          <a:xfrm>
            <a:off x="56228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cxnSp>
        <p:nvCxnSpPr>
          <p:cNvPr id="985" name="Google Shape;985;g2cfde90bc70_0_4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86" name="Google Shape;986;g2cfde90bc70_0_45"/>
          <p:cNvSpPr txBox="1">
            <a:spLocks noGrp="1"/>
          </p:cNvSpPr>
          <p:nvPr>
            <p:ph type="subTitle" idx="4294967295"/>
          </p:nvPr>
        </p:nvSpPr>
        <p:spPr>
          <a:xfrm>
            <a:off x="58380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F8F21"/>
                </a:solidFill>
                <a:latin typeface="Jost"/>
                <a:ea typeface="Jost"/>
                <a:cs typeface="Jost"/>
                <a:sym typeface="Jost"/>
              </a:rPr>
              <a:t>e</a:t>
            </a:r>
            <a:endParaRPr sz="15000" b="0" i="0" u="none" strike="noStrike" cap="none">
              <a:solidFill>
                <a:srgbClr val="EF8F21"/>
              </a:solidFill>
              <a:latin typeface="Jost"/>
              <a:ea typeface="Jost"/>
              <a:cs typeface="Jost"/>
              <a:sym typeface="Jost"/>
            </a:endParaRPr>
          </a:p>
        </p:txBody>
      </p:sp>
      <p:sp>
        <p:nvSpPr>
          <p:cNvPr id="987" name="Google Shape;987;g2cfde90bc70_0_45"/>
          <p:cNvSpPr txBox="1">
            <a:spLocks noGrp="1"/>
          </p:cNvSpPr>
          <p:nvPr>
            <p:ph type="subTitle" idx="4294967295"/>
          </p:nvPr>
        </p:nvSpPr>
        <p:spPr>
          <a:xfrm>
            <a:off x="42683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sp>
        <p:nvSpPr>
          <p:cNvPr id="988" name="Google Shape;988;g2cfde90bc70_0_4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9" name="Google Shape;989;g2cfde90bc70_0_4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90" name="Google Shape;990;g2cfde90bc70_0_45"/>
          <p:cNvSpPr/>
          <p:nvPr/>
        </p:nvSpPr>
        <p:spPr>
          <a:xfrm>
            <a:off x="40988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sp>
        <p:nvSpPr>
          <p:cNvPr id="991" name="Google Shape;991;g2cfde90bc70_0_45"/>
          <p:cNvSpPr/>
          <p:nvPr/>
        </p:nvSpPr>
        <p:spPr>
          <a:xfrm>
            <a:off x="333688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sp>
        <p:nvSpPr>
          <p:cNvPr id="992" name="Google Shape;992;g2cfde90bc70_0_45"/>
          <p:cNvSpPr/>
          <p:nvPr/>
        </p:nvSpPr>
        <p:spPr>
          <a:xfrm>
            <a:off x="23462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grpSp>
        <p:nvGrpSpPr>
          <p:cNvPr id="993" name="Google Shape;993;g2cfde90bc70_0_45"/>
          <p:cNvGrpSpPr/>
          <p:nvPr/>
        </p:nvGrpSpPr>
        <p:grpSpPr>
          <a:xfrm>
            <a:off x="4964513" y="1164625"/>
            <a:ext cx="1706750" cy="933225"/>
            <a:chOff x="4964513" y="1164625"/>
            <a:chExt cx="1706750" cy="933225"/>
          </a:xfrm>
        </p:grpSpPr>
        <p:sp>
          <p:nvSpPr>
            <p:cNvPr id="994" name="Google Shape;994;g2cfde90bc70_0_45"/>
            <p:cNvSpPr/>
            <p:nvPr/>
          </p:nvSpPr>
          <p:spPr>
            <a:xfrm rot="-5400000">
              <a:off x="4604813" y="1594575"/>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5" name="Google Shape;995;g2cfde90bc70_0_45"/>
            <p:cNvSpPr/>
            <p:nvPr/>
          </p:nvSpPr>
          <p:spPr>
            <a:xfrm>
              <a:off x="4964525" y="1164625"/>
              <a:ext cx="17067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6" name="Google Shape;996;g2cfde90bc70_0_45"/>
            <p:cNvSpPr/>
            <p:nvPr/>
          </p:nvSpPr>
          <p:spPr>
            <a:xfrm rot="5400000">
              <a:off x="6172513" y="1599100"/>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997" name="Google Shape;997;g2cfde90bc70_0_45"/>
          <p:cNvSpPr/>
          <p:nvPr/>
        </p:nvSpPr>
        <p:spPr>
          <a:xfrm>
            <a:off x="4838063"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sp>
        <p:nvSpPr>
          <p:cNvPr id="998" name="Google Shape;998;g2cfde90bc70_0_45"/>
          <p:cNvSpPr/>
          <p:nvPr/>
        </p:nvSpPr>
        <p:spPr>
          <a:xfrm>
            <a:off x="385050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cfde90bc70_0_13"/>
          <p:cNvSpPr txBox="1">
            <a:spLocks noGrp="1"/>
          </p:cNvSpPr>
          <p:nvPr>
            <p:ph type="subTitle" idx="4294967295"/>
          </p:nvPr>
        </p:nvSpPr>
        <p:spPr>
          <a:xfrm>
            <a:off x="45756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1005" name="Google Shape;1005;g2cfde90bc70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6" name="Google Shape;1006;g2cfde90bc70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7" name="Google Shape;1007;g2cfde90bc70_0_1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8" name="Google Shape;1008;g2cfde90bc70_0_1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cfde90bc70_0_1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cfde90bc70_0_1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1" name="Google Shape;1011;g2cfde90bc70_0_1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2" name="Google Shape;1012;g2cfde90bc70_0_1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3" name="Google Shape;1013;g2cfde90bc70_0_1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4" name="Google Shape;1014;g2cfde90bc70_0_1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5" name="Google Shape;1015;g2cfde90bc70_0_1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6" name="Google Shape;1016;g2cfde90bc70_0_1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7" name="Google Shape;1017;g2cfde90bc70_0_13"/>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8" name="Google Shape;1018;g2cfde90bc70_0_1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9" name="Google Shape;1019;g2cfde90bc70_0_1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0" name="Google Shape;1020;g2cfde90bc70_0_1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1" name="Google Shape;1021;g2cfde90bc70_0_13"/>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2" name="Google Shape;1022;g2cfde90bc70_0_13"/>
          <p:cNvSpPr/>
          <p:nvPr/>
        </p:nvSpPr>
        <p:spPr>
          <a:xfrm>
            <a:off x="51453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356AF"/>
              </a:solidFill>
              <a:latin typeface="Poppins"/>
              <a:ea typeface="Poppins"/>
              <a:cs typeface="Poppins"/>
              <a:sym typeface="Poppins"/>
            </a:endParaRPr>
          </a:p>
        </p:txBody>
      </p:sp>
      <p:cxnSp>
        <p:nvCxnSpPr>
          <p:cNvPr id="1023" name="Google Shape;1023;g2cfde90bc70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4" name="Google Shape;1024;g2cfde90bc70_0_13"/>
          <p:cNvSpPr txBox="1">
            <a:spLocks noGrp="1"/>
          </p:cNvSpPr>
          <p:nvPr>
            <p:ph type="subTitle" idx="4294967295"/>
          </p:nvPr>
        </p:nvSpPr>
        <p:spPr>
          <a:xfrm>
            <a:off x="58176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sp>
        <p:nvSpPr>
          <p:cNvPr id="1025" name="Google Shape;1025;g2cfde90bc70_0_13"/>
          <p:cNvSpPr txBox="1">
            <a:spLocks noGrp="1"/>
          </p:cNvSpPr>
          <p:nvPr>
            <p:ph type="subTitle" idx="4294967295"/>
          </p:nvPr>
        </p:nvSpPr>
        <p:spPr>
          <a:xfrm>
            <a:off x="34097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7941D"/>
                </a:solidFill>
                <a:latin typeface="Jost"/>
                <a:ea typeface="Jost"/>
                <a:cs typeface="Jost"/>
                <a:sym typeface="Jost"/>
              </a:rPr>
              <a:t>e</a:t>
            </a:r>
            <a:endParaRPr sz="15000" b="0" i="0" u="none" strike="noStrike" cap="none">
              <a:solidFill>
                <a:srgbClr val="F7941D"/>
              </a:solidFill>
              <a:latin typeface="Jost"/>
              <a:ea typeface="Jost"/>
              <a:cs typeface="Jost"/>
              <a:sym typeface="Jost"/>
            </a:endParaRPr>
          </a:p>
        </p:txBody>
      </p:sp>
      <p:sp>
        <p:nvSpPr>
          <p:cNvPr id="1026" name="Google Shape;1026;g2cfde90bc70_0_1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7" name="Google Shape;1027;g2cfde90bc70_0_1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28" name="Google Shape;1028;g2cfde90bc70_0_13"/>
          <p:cNvSpPr txBox="1">
            <a:spLocks noGrp="1"/>
          </p:cNvSpPr>
          <p:nvPr>
            <p:ph type="subTitle" idx="4294967295"/>
          </p:nvPr>
        </p:nvSpPr>
        <p:spPr>
          <a:xfrm>
            <a:off x="2070875" y="1308025"/>
            <a:ext cx="190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th</a:t>
            </a:r>
            <a:endParaRPr sz="15000" b="0" i="0" u="none" strike="noStrike" cap="none">
              <a:solidFill>
                <a:srgbClr val="FFD400"/>
              </a:solidFill>
              <a:latin typeface="Jost"/>
              <a:ea typeface="Jost"/>
              <a:cs typeface="Jost"/>
              <a:sym typeface="Jost"/>
            </a:endParaRPr>
          </a:p>
        </p:txBody>
      </p:sp>
      <p:sp>
        <p:nvSpPr>
          <p:cNvPr id="1029" name="Google Shape;1029;g2cfde90bc70_0_13"/>
          <p:cNvSpPr/>
          <p:nvPr/>
        </p:nvSpPr>
        <p:spPr>
          <a:xfrm>
            <a:off x="2408375" y="4011900"/>
            <a:ext cx="1233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30" name="Google Shape;1030;g2cfde90bc70_0_13"/>
          <p:cNvGrpSpPr/>
          <p:nvPr/>
        </p:nvGrpSpPr>
        <p:grpSpPr>
          <a:xfrm>
            <a:off x="4105925" y="1164625"/>
            <a:ext cx="2544950" cy="933225"/>
            <a:chOff x="4105925" y="1164625"/>
            <a:chExt cx="2544950" cy="933225"/>
          </a:xfrm>
        </p:grpSpPr>
        <p:sp>
          <p:nvSpPr>
            <p:cNvPr id="1031" name="Google Shape;1031;g2cfde90bc70_0_13"/>
            <p:cNvSpPr/>
            <p:nvPr/>
          </p:nvSpPr>
          <p:spPr>
            <a:xfrm rot="-5400000">
              <a:off x="3746225" y="1599100"/>
              <a:ext cx="8565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2" name="Google Shape;1032;g2cfde90bc70_0_13"/>
            <p:cNvSpPr/>
            <p:nvPr/>
          </p:nvSpPr>
          <p:spPr>
            <a:xfrm>
              <a:off x="4105925" y="1164625"/>
              <a:ext cx="2544900" cy="1371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3" name="Google Shape;1033;g2cfde90bc70_0_13"/>
            <p:cNvSpPr/>
            <p:nvPr/>
          </p:nvSpPr>
          <p:spPr>
            <a:xfrm rot="5400000">
              <a:off x="6152125" y="1599100"/>
              <a:ext cx="860400" cy="1371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1034" name="Google Shape;1034;g2cfde90bc70_0_13"/>
          <p:cNvSpPr/>
          <p:nvPr/>
        </p:nvSpPr>
        <p:spPr>
          <a:xfrm>
            <a:off x="3979475" y="3906888"/>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F8F2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41" name="Google Shape;104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48" name="Google Shape;104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9" name="Google Shape;1049;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50" name="Google Shape;105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57" name="Google Shape;105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58" name="Google Shape;1058;g2c186218c5a_0_48"/>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59" name="Google Shape;105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sp>
        <p:nvSpPr>
          <p:cNvPr id="1065" name="Google Shape;1065;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6" name="Google Shape;1066;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7" name="Google Shape;1067;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8" name="Google Shape;106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75" name="Google Shape;107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76" name="Google Shape;1076;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77" name="Google Shape;107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4" name="Google Shape;1084;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5" name="Google Shape;1085;g1f3daf8a844_0_64"/>
          <p:cNvGrpSpPr/>
          <p:nvPr/>
        </p:nvGrpSpPr>
        <p:grpSpPr>
          <a:xfrm>
            <a:off x="3024000" y="209875"/>
            <a:ext cx="3096000" cy="454800"/>
            <a:chOff x="3024000" y="209875"/>
            <a:chExt cx="3096000" cy="454800"/>
          </a:xfrm>
        </p:grpSpPr>
        <p:sp>
          <p:nvSpPr>
            <p:cNvPr id="1086" name="Google Shape;1086;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7" name="Google Shape;1087;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8" name="Google Shape;1088;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9" name="Google Shape;1089;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0" name="Google Shape;1090;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1" name="Google Shape;109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2" name="Google Shape;1092;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3" name="Google Shape;1093;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094" name="Google Shape;1094;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95" name="Google Shape;1095;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096" name="Google Shape;1096;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97" name="Google Shape;1097;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98" name="Google Shape;1098;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99" name="Google Shape;1099;g1f3daf8a844_0_64"/>
          <p:cNvSpPr txBox="1"/>
          <p:nvPr/>
        </p:nvSpPr>
        <p:spPr>
          <a:xfrm>
            <a:off x="279110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00" name="Google Shape;1100;g1f3daf8a844_0_64"/>
          <p:cNvSpPr txBox="1"/>
          <p:nvPr/>
        </p:nvSpPr>
        <p:spPr>
          <a:xfrm>
            <a:off x="6249649" y="2160375"/>
            <a:ext cx="1256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e-e</a:t>
            </a:r>
            <a:endParaRPr sz="5500" b="0" i="0" u="none" strike="noStrike" cap="none">
              <a:solidFill>
                <a:srgbClr val="F7941D"/>
              </a:solidFill>
              <a:latin typeface="Jost"/>
              <a:ea typeface="Jost"/>
              <a:cs typeface="Jost"/>
              <a:sym typeface="Jost"/>
            </a:endParaRPr>
          </a:p>
        </p:txBody>
      </p:sp>
      <p:sp>
        <p:nvSpPr>
          <p:cNvPr id="1101" name="Google Shape;1101;g1f3daf8a844_0_64"/>
          <p:cNvSpPr txBox="1"/>
          <p:nvPr/>
        </p:nvSpPr>
        <p:spPr>
          <a:xfrm>
            <a:off x="16382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02" name="Google Shape;1102;g1f3daf8a844_0_64"/>
          <p:cNvSpPr txBox="1"/>
          <p:nvPr/>
        </p:nvSpPr>
        <p:spPr>
          <a:xfrm>
            <a:off x="39439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03" name="Google Shape;1103;g1f3daf8a844_0_64"/>
          <p:cNvSpPr txBox="1"/>
          <p:nvPr/>
        </p:nvSpPr>
        <p:spPr>
          <a:xfrm>
            <a:off x="509680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cxnSp>
        <p:nvCxnSpPr>
          <p:cNvPr id="1104" name="Google Shape;1104;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g2cfde90bc70_0_8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11" name="Google Shape;1111;g2cfde90bc70_0_8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12" name="Google Shape;1112;g2cfde90bc70_0_84"/>
          <p:cNvGrpSpPr/>
          <p:nvPr/>
        </p:nvGrpSpPr>
        <p:grpSpPr>
          <a:xfrm>
            <a:off x="3024000" y="209875"/>
            <a:ext cx="3096000" cy="454800"/>
            <a:chOff x="3024000" y="209875"/>
            <a:chExt cx="3096000" cy="454800"/>
          </a:xfrm>
        </p:grpSpPr>
        <p:sp>
          <p:nvSpPr>
            <p:cNvPr id="1113" name="Google Shape;1113;g2cfde90bc70_0_8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4" name="Google Shape;1114;g2cfde90bc70_0_8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5" name="Google Shape;1115;g2cfde90bc70_0_8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16" name="Google Shape;1116;g2cfde90bc70_0_8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7" name="Google Shape;1117;g2cfde90bc70_0_8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8" name="Google Shape;1118;g2cfde90bc70_0_8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9" name="Google Shape;1119;g2cfde90bc70_0_8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0" name="Google Shape;1120;g2cfde90bc70_0_8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21" name="Google Shape;1121;g2cfde90bc70_0_84"/>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eve these theme scene complete</a:t>
            </a:r>
            <a:endParaRPr sz="1800" b="0" i="0" u="none" strike="noStrike" cap="none">
              <a:solidFill>
                <a:srgbClr val="B7B7B7"/>
              </a:solidFill>
              <a:latin typeface="Jost"/>
              <a:ea typeface="Jost"/>
              <a:cs typeface="Jost"/>
              <a:sym typeface="Jost"/>
            </a:endParaRPr>
          </a:p>
        </p:txBody>
      </p:sp>
      <p:sp>
        <p:nvSpPr>
          <p:cNvPr id="1122" name="Google Shape;1122;g2cfde90bc70_0_8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123" name="Google Shape;1123;g2cfde90bc70_0_8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24" name="Google Shape;1124;g2cfde90bc70_0_8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125" name="Google Shape;1125;g2cfde90bc70_0_8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6" name="Google Shape;1126;g2cfde90bc70_0_8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cxnSp>
        <p:nvCxnSpPr>
          <p:cNvPr id="1127" name="Google Shape;1127;g2cfde90bc70_0_8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8" name="Google Shape;1128;g2cfde90bc70_0_8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29" name="Google Shape;1129;g2cfde90bc70_0_84"/>
          <p:cNvSpPr txBox="1"/>
          <p:nvPr/>
        </p:nvSpPr>
        <p:spPr>
          <a:xfrm>
            <a:off x="279110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30" name="Google Shape;1130;g2cfde90bc70_0_84"/>
          <p:cNvSpPr txBox="1"/>
          <p:nvPr/>
        </p:nvSpPr>
        <p:spPr>
          <a:xfrm>
            <a:off x="6249649" y="2160375"/>
            <a:ext cx="12561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e-e</a:t>
            </a:r>
            <a:endParaRPr sz="5500" b="0" i="0" u="none" strike="noStrike" cap="none">
              <a:solidFill>
                <a:srgbClr val="F7941D"/>
              </a:solidFill>
              <a:latin typeface="Jost"/>
              <a:ea typeface="Jost"/>
              <a:cs typeface="Jost"/>
              <a:sym typeface="Jost"/>
            </a:endParaRPr>
          </a:p>
        </p:txBody>
      </p:sp>
      <p:sp>
        <p:nvSpPr>
          <p:cNvPr id="1131" name="Google Shape;1131;g2cfde90bc70_0_84"/>
          <p:cNvSpPr txBox="1"/>
          <p:nvPr/>
        </p:nvSpPr>
        <p:spPr>
          <a:xfrm>
            <a:off x="16382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32" name="Google Shape;1132;g2cfde90bc70_0_84"/>
          <p:cNvSpPr txBox="1"/>
          <p:nvPr/>
        </p:nvSpPr>
        <p:spPr>
          <a:xfrm>
            <a:off x="39439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33" name="Google Shape;1133;g2cfde90bc70_0_84"/>
          <p:cNvSpPr txBox="1"/>
          <p:nvPr/>
        </p:nvSpPr>
        <p:spPr>
          <a:xfrm>
            <a:off x="509680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402</Words>
  <Application>Microsoft Office PowerPoint</Application>
  <PresentationFormat>On-screen Show (4:3)</PresentationFormat>
  <Paragraphs>163</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Calibri</vt:lpstr>
      <vt:lpstr>Poppins</vt:lpstr>
      <vt:lpstr>Nunito Black</vt:lpstr>
      <vt:lpstr>Poppins Medium</vt:lpstr>
      <vt:lpstr>Jost</vt:lpstr>
      <vt:lpstr>Arial</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2026-05-20T06:37:02Z</dcterms:modified>
</cp:coreProperties>
</file>