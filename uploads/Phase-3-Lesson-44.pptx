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embeddedFontLst>
    <p:embeddedFont>
      <p:font typeface="Jost" panose="020B0604020202020204" charset="0"/>
      <p:regular r:id="rId22"/>
      <p:bold r:id="rId23"/>
      <p:italic r:id="rId24"/>
      <p:boldItalic r:id="rId25"/>
    </p:embeddedFont>
    <p:embeddedFont>
      <p:font typeface="Mulish"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g+Z0g44pAk+twnyiQKJu6sgLKtv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79C4E40-5733-43A5-9A97-7D89D9D3D8DA}">
  <a:tblStyle styleId="{479C4E40-5733-43A5-9A97-7D89D9D3D8DA}"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2" Type="http://schemas.openxmlformats.org/officeDocument/2006/relationships/font" Target="fonts/font21.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font" Target="fonts/font19.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font" Target="fonts/font22.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font" Target="fonts/font20.fntdata"/><Relationship Id="rId5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7" name="Google Shape;707;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0" name="Google Shape;720;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1" name="Google Shape;721;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3" name="Google Shape;773;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4" name="Google Shape;774;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2c71408be6c_0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1" name="Google Shape;801;g2c71408be6c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2" name="Google Shape;802;g2c71408be6c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9" name="Google Shape;809;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0" name="Google Shape;810;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0" name="Google Shape;820;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1" name="Google Shape;821;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7" name="Google Shape;837;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8" name="Google Shape;838;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9" name="Google Shape;849;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7" name="Google Shape;867;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8" name="Google Shape;868;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2d067646115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g2d067646115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8" name="Google Shape;898;g2d067646115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2d067646115_0_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5" name="Google Shape;925;g2d067646115_0_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6" name="Google Shape;926;g2d067646115_0_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g2d067646115_0_7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5" name="Google Shape;955;g2d067646115_0_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6" name="Google Shape;956;g2d067646115_0_7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3" name="Google Shape;983;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4" name="Google Shape;984;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1" name="Google Shape;99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2" name="Google Shape;99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2" name="Google Shape;1002;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3" name="Google Shape;1003;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3" name="Google Shape;1013;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4" name="Google Shape;1014;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p:cNvGrpSpPr/>
        <p:nvPr/>
      </p:nvGrpSpPr>
      <p:grpSpPr>
        <a:xfrm>
          <a:off x="0" y="0"/>
          <a:ext cx="0" cy="0"/>
          <a:chOff x="0" y="0"/>
          <a:chExt cx="0" cy="0"/>
        </a:xfrm>
      </p:grpSpPr>
      <p:sp>
        <p:nvSpPr>
          <p:cNvPr id="1023" name="Google Shape;1023;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4" name="Google Shape;1024;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5" name="Google Shape;1025;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93569"/>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b="0" i="0" u="none" strike="noStrike" cap="none">
                <a:solidFill>
                  <a:schemeClr val="lt1"/>
                </a:solidFill>
                <a:latin typeface="Poppins SemiBold"/>
                <a:ea typeface="Poppins SemiBold"/>
                <a:cs typeface="Poppins SemiBold"/>
                <a:sym typeface="Poppins SemiBold"/>
              </a:rPr>
              <a:t>Compare 'ow' and 'oa'</a:t>
            </a:r>
            <a:endParaRPr sz="1800" b="1"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9 - Thursday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44</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lt1"/>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7"/>
        <p:cNvGrpSpPr/>
        <p:nvPr/>
      </p:nvGrpSpPr>
      <p:grpSpPr>
        <a:xfrm>
          <a:off x="0" y="0"/>
          <a:ext cx="0" cy="0"/>
          <a:chOff x="0" y="0"/>
          <a:chExt cx="0" cy="0"/>
        </a:xfrm>
      </p:grpSpPr>
      <p:sp>
        <p:nvSpPr>
          <p:cNvPr id="188" name="Google Shape;188;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9" name="Google Shape;189;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90" name="Google Shape;190;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1" name="Google Shape;191;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3" name="Google Shape;193;g26b641b03cd_0_260"/>
          <p:cNvGrpSpPr/>
          <p:nvPr/>
        </p:nvGrpSpPr>
        <p:grpSpPr>
          <a:xfrm>
            <a:off x="8199150" y="5983875"/>
            <a:ext cx="586800" cy="571500"/>
            <a:chOff x="7894350" y="6212475"/>
            <a:chExt cx="586800" cy="571500"/>
          </a:xfrm>
        </p:grpSpPr>
        <p:sp>
          <p:nvSpPr>
            <p:cNvPr id="194" name="Google Shape;194;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8" name="Google Shape;198;g26b641b03cd_0_260"/>
          <p:cNvGrpSpPr/>
          <p:nvPr/>
        </p:nvGrpSpPr>
        <p:grpSpPr>
          <a:xfrm>
            <a:off x="-36800" y="-52000"/>
            <a:ext cx="9236100" cy="543750"/>
            <a:chOff x="-36800" y="-52000"/>
            <a:chExt cx="9236100" cy="543750"/>
          </a:xfrm>
        </p:grpSpPr>
        <p:sp>
          <p:nvSpPr>
            <p:cNvPr id="199" name="Google Shape;199;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0" name="Google Shape;200;g26b641b03cd_0_260"/>
            <p:cNvGrpSpPr/>
            <p:nvPr/>
          </p:nvGrpSpPr>
          <p:grpSpPr>
            <a:xfrm>
              <a:off x="1900680" y="88250"/>
              <a:ext cx="1337400" cy="403500"/>
              <a:chOff x="565600" y="88250"/>
              <a:chExt cx="1337400" cy="403500"/>
            </a:xfrm>
          </p:grpSpPr>
          <p:sp>
            <p:nvSpPr>
              <p:cNvPr id="201" name="Google Shape;201;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02" name="Google Shape;202;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203" name="Google Shape;20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204" name="Google Shape;204;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205" name="Google Shape;20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11" name="Google Shape;211;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3" name="Google Shape;213;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4"/>
        <p:cNvGrpSpPr/>
        <p:nvPr/>
      </p:nvGrpSpPr>
      <p:grpSpPr>
        <a:xfrm>
          <a:off x="0" y="0"/>
          <a:ext cx="0" cy="0"/>
          <a:chOff x="0" y="0"/>
          <a:chExt cx="0" cy="0"/>
        </a:xfrm>
      </p:grpSpPr>
      <p:sp>
        <p:nvSpPr>
          <p:cNvPr id="215" name="Google Shape;215;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8" name="Google Shape;218;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9" name="Google Shape;219;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20" name="Google Shape;220;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4" name="Google Shape;224;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25" name="Google Shape;225;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6" name="Google Shape;226;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8" name="Google Shape;228;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29" name="Google Shape;229;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0" name="Google Shape;230;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2c235dd0dad_1_87"/>
          <p:cNvGrpSpPr/>
          <p:nvPr/>
        </p:nvGrpSpPr>
        <p:grpSpPr>
          <a:xfrm>
            <a:off x="662575" y="6212475"/>
            <a:ext cx="586800" cy="571500"/>
            <a:chOff x="662575" y="6212475"/>
            <a:chExt cx="586800" cy="571500"/>
          </a:xfrm>
        </p:grpSpPr>
        <p:sp>
          <p:nvSpPr>
            <p:cNvPr id="239" name="Google Shape;23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2c235dd0dad_1_87"/>
          <p:cNvGrpSpPr/>
          <p:nvPr/>
        </p:nvGrpSpPr>
        <p:grpSpPr>
          <a:xfrm>
            <a:off x="7894350" y="6212475"/>
            <a:ext cx="586800" cy="571500"/>
            <a:chOff x="7894350" y="6212475"/>
            <a:chExt cx="586800" cy="571500"/>
          </a:xfrm>
        </p:grpSpPr>
        <p:sp>
          <p:nvSpPr>
            <p:cNvPr id="243" name="Google Shape;24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6"/>
        <p:cNvGrpSpPr/>
        <p:nvPr/>
      </p:nvGrpSpPr>
      <p:grpSpPr>
        <a:xfrm>
          <a:off x="0" y="0"/>
          <a:ext cx="0" cy="0"/>
          <a:chOff x="0" y="0"/>
          <a:chExt cx="0" cy="0"/>
        </a:xfrm>
      </p:grpSpPr>
      <p:sp>
        <p:nvSpPr>
          <p:cNvPr id="247" name="Google Shape;247;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51" name="Google Shape;251;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55" name="Google Shape;255;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6" name="Google Shape;25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7" name="Google Shape;25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58" name="Google Shape;258;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9" name="Google Shape;259;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61" name="Google Shape;26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62" name="Google Shape;26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3" name="Google Shape;26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4" name="Google Shape;26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5" name="Google Shape;26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6" name="Google Shape;26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7" name="Google Shape;26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8" name="Google Shape;26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9" name="Google Shape;269;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70" name="Google Shape;270;g1f3daf8a844_0_32"/>
          <p:cNvGrpSpPr/>
          <p:nvPr/>
        </p:nvGrpSpPr>
        <p:grpSpPr>
          <a:xfrm>
            <a:off x="662575" y="6212475"/>
            <a:ext cx="586800" cy="571500"/>
            <a:chOff x="662575" y="6212475"/>
            <a:chExt cx="586800" cy="571500"/>
          </a:xfrm>
        </p:grpSpPr>
        <p:sp>
          <p:nvSpPr>
            <p:cNvPr id="271" name="Google Shape;27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4" name="Google Shape;274;g1f3daf8a844_0_32"/>
          <p:cNvGrpSpPr/>
          <p:nvPr/>
        </p:nvGrpSpPr>
        <p:grpSpPr>
          <a:xfrm>
            <a:off x="7894350" y="6212475"/>
            <a:ext cx="586800" cy="571500"/>
            <a:chOff x="7894350" y="6212475"/>
            <a:chExt cx="586800" cy="571500"/>
          </a:xfrm>
        </p:grpSpPr>
        <p:sp>
          <p:nvSpPr>
            <p:cNvPr id="275" name="Google Shape;27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6" name="Google Shape;276;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8"/>
        <p:cNvGrpSpPr/>
        <p:nvPr/>
      </p:nvGrpSpPr>
      <p:grpSpPr>
        <a:xfrm>
          <a:off x="0" y="0"/>
          <a:ext cx="0" cy="0"/>
          <a:chOff x="0" y="0"/>
          <a:chExt cx="0" cy="0"/>
        </a:xfrm>
      </p:grpSpPr>
      <p:sp>
        <p:nvSpPr>
          <p:cNvPr id="279" name="Google Shape;279;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2" name="Google Shape;282;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83" name="Google Shape;283;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6" name="Google Shape;28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8" name="Google Shape;288;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9" name="Google Shape;289;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0" name="Google Shape;290;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91" name="Google Shape;291;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92" name="Google Shape;292;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3" name="Google Shape;293;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4" name="Google Shape;294;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5" name="Google Shape;295;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6" name="Google Shape;296;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7" name="Google Shape;297;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8" name="Google Shape;298;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 name="Google Shape;299;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 name="Google Shape;300;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01" name="Google Shape;301;g2c157a2fb06_0_53"/>
          <p:cNvGrpSpPr/>
          <p:nvPr/>
        </p:nvGrpSpPr>
        <p:grpSpPr>
          <a:xfrm>
            <a:off x="1403031" y="6958923"/>
            <a:ext cx="6774848" cy="1291477"/>
            <a:chOff x="717231" y="7263723"/>
            <a:chExt cx="6774848" cy="1291477"/>
          </a:xfrm>
        </p:grpSpPr>
        <p:sp>
          <p:nvSpPr>
            <p:cNvPr id="302" name="Google Shape;302;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03" name="Google Shape;303;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6" name="Google Shape;306;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7" name="Google Shape;307;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8" name="Google Shape;308;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09" name="Google Shape;309;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10" name="Google Shape;310;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1" name="Google Shape;311;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3" name="Google Shape;313;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4" name="Google Shape;314;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5" name="Google Shape;315;g2c157a2fb06_0_53"/>
          <p:cNvGrpSpPr/>
          <p:nvPr/>
        </p:nvGrpSpPr>
        <p:grpSpPr>
          <a:xfrm>
            <a:off x="662575" y="6212475"/>
            <a:ext cx="586800" cy="571500"/>
            <a:chOff x="662575" y="6212475"/>
            <a:chExt cx="586800" cy="571500"/>
          </a:xfrm>
        </p:grpSpPr>
        <p:sp>
          <p:nvSpPr>
            <p:cNvPr id="316" name="Google Shape;316;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9" name="Google Shape;319;g2c157a2fb06_0_53"/>
          <p:cNvGrpSpPr/>
          <p:nvPr/>
        </p:nvGrpSpPr>
        <p:grpSpPr>
          <a:xfrm>
            <a:off x="7894350" y="6212475"/>
            <a:ext cx="586800" cy="571500"/>
            <a:chOff x="7894350" y="6212475"/>
            <a:chExt cx="586800" cy="571500"/>
          </a:xfrm>
        </p:grpSpPr>
        <p:sp>
          <p:nvSpPr>
            <p:cNvPr id="320" name="Google Shape;320;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3"/>
        <p:cNvGrpSpPr/>
        <p:nvPr/>
      </p:nvGrpSpPr>
      <p:grpSpPr>
        <a:xfrm>
          <a:off x="0" y="0"/>
          <a:ext cx="0" cy="0"/>
          <a:chOff x="0" y="0"/>
          <a:chExt cx="0" cy="0"/>
        </a:xfrm>
      </p:grpSpPr>
      <p:sp>
        <p:nvSpPr>
          <p:cNvPr id="324" name="Google Shape;324;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7" name="Google Shape;32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28" name="Google Shape;328;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1" name="Google Shape;33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2" name="Google Shape;332;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3" name="Google Shape;333;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4" name="Google Shape;334;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5" name="Google Shape;335;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7" name="Google Shape;337;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38" name="Google Shape;338;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9" name="Google Shape;339;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3" name="Google Shape;343;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44" name="Google Shape;344;g2c157a2fb06_0_158"/>
          <p:cNvGrpSpPr/>
          <p:nvPr/>
        </p:nvGrpSpPr>
        <p:grpSpPr>
          <a:xfrm>
            <a:off x="662575" y="6212475"/>
            <a:ext cx="586800" cy="571500"/>
            <a:chOff x="662575" y="6212475"/>
            <a:chExt cx="586800" cy="571500"/>
          </a:xfrm>
        </p:grpSpPr>
        <p:sp>
          <p:nvSpPr>
            <p:cNvPr id="345" name="Google Shape;345;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8" name="Google Shape;348;g2c157a2fb06_0_158"/>
          <p:cNvGrpSpPr/>
          <p:nvPr/>
        </p:nvGrpSpPr>
        <p:grpSpPr>
          <a:xfrm>
            <a:off x="7894350" y="6212475"/>
            <a:ext cx="586800" cy="571500"/>
            <a:chOff x="7894350" y="6212475"/>
            <a:chExt cx="586800" cy="571500"/>
          </a:xfrm>
        </p:grpSpPr>
        <p:sp>
          <p:nvSpPr>
            <p:cNvPr id="349" name="Google Shape;349;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2"/>
        <p:cNvGrpSpPr/>
        <p:nvPr/>
      </p:nvGrpSpPr>
      <p:grpSpPr>
        <a:xfrm>
          <a:off x="0" y="0"/>
          <a:ext cx="0" cy="0"/>
          <a:chOff x="0" y="0"/>
          <a:chExt cx="0" cy="0"/>
        </a:xfrm>
      </p:grpSpPr>
      <p:sp>
        <p:nvSpPr>
          <p:cNvPr id="353" name="Google Shape;353;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57" name="Google Shape;357;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0" name="Google Shape;36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5" name="Google Shape;36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66" name="Google Shape;366;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7" name="Google Shape;367;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263"/>
          <p:cNvSpPr>
            <a:spLocks noGrp="1"/>
          </p:cNvSpPr>
          <p:nvPr>
            <p:ph type="pic" idx="8"/>
          </p:nvPr>
        </p:nvSpPr>
        <p:spPr>
          <a:xfrm>
            <a:off x="5086375" y="4412425"/>
            <a:ext cx="2668800" cy="1291500"/>
          </a:xfrm>
          <a:prstGeom prst="rect">
            <a:avLst/>
          </a:prstGeom>
          <a:noFill/>
          <a:ln>
            <a:noFill/>
          </a:ln>
        </p:spPr>
      </p:sp>
      <p:sp>
        <p:nvSpPr>
          <p:cNvPr id="371" name="Google Shape;371;g2c157a2fb06_0_263"/>
          <p:cNvSpPr>
            <a:spLocks noGrp="1"/>
          </p:cNvSpPr>
          <p:nvPr>
            <p:ph type="pic" idx="9"/>
          </p:nvPr>
        </p:nvSpPr>
        <p:spPr>
          <a:xfrm>
            <a:off x="5086375" y="797675"/>
            <a:ext cx="2668800" cy="1291500"/>
          </a:xfrm>
          <a:prstGeom prst="rect">
            <a:avLst/>
          </a:prstGeom>
          <a:noFill/>
          <a:ln>
            <a:noFill/>
          </a:ln>
        </p:spPr>
      </p:sp>
      <p:sp>
        <p:nvSpPr>
          <p:cNvPr id="372" name="Google Shape;372;g2c157a2fb06_0_263"/>
          <p:cNvSpPr>
            <a:spLocks noGrp="1"/>
          </p:cNvSpPr>
          <p:nvPr>
            <p:ph type="pic" idx="13"/>
          </p:nvPr>
        </p:nvSpPr>
        <p:spPr>
          <a:xfrm>
            <a:off x="5086375" y="2002592"/>
            <a:ext cx="2668800" cy="1291500"/>
          </a:xfrm>
          <a:prstGeom prst="rect">
            <a:avLst/>
          </a:prstGeom>
          <a:noFill/>
          <a:ln>
            <a:noFill/>
          </a:ln>
        </p:spPr>
      </p:sp>
      <p:sp>
        <p:nvSpPr>
          <p:cNvPr id="373" name="Google Shape;373;g2c157a2fb06_0_263"/>
          <p:cNvSpPr>
            <a:spLocks noGrp="1"/>
          </p:cNvSpPr>
          <p:nvPr>
            <p:ph type="pic" idx="14"/>
          </p:nvPr>
        </p:nvSpPr>
        <p:spPr>
          <a:xfrm>
            <a:off x="5086375" y="3207508"/>
            <a:ext cx="2668800" cy="1291500"/>
          </a:xfrm>
          <a:prstGeom prst="rect">
            <a:avLst/>
          </a:prstGeom>
          <a:noFill/>
          <a:ln>
            <a:noFill/>
          </a:ln>
        </p:spPr>
      </p:sp>
      <p:sp>
        <p:nvSpPr>
          <p:cNvPr id="374" name="Google Shape;37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263"/>
          <p:cNvGrpSpPr/>
          <p:nvPr/>
        </p:nvGrpSpPr>
        <p:grpSpPr>
          <a:xfrm>
            <a:off x="662575" y="6212475"/>
            <a:ext cx="586800" cy="571500"/>
            <a:chOff x="662575" y="6212475"/>
            <a:chExt cx="586800" cy="571500"/>
          </a:xfrm>
        </p:grpSpPr>
        <p:sp>
          <p:nvSpPr>
            <p:cNvPr id="377" name="Google Shape;37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263"/>
          <p:cNvGrpSpPr/>
          <p:nvPr/>
        </p:nvGrpSpPr>
        <p:grpSpPr>
          <a:xfrm>
            <a:off x="7894350" y="6212475"/>
            <a:ext cx="586800" cy="571500"/>
            <a:chOff x="7894350" y="6212475"/>
            <a:chExt cx="586800" cy="571500"/>
          </a:xfrm>
        </p:grpSpPr>
        <p:sp>
          <p:nvSpPr>
            <p:cNvPr id="381" name="Google Shape;38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4"/>
        <p:cNvGrpSpPr/>
        <p:nvPr/>
      </p:nvGrpSpPr>
      <p:grpSpPr>
        <a:xfrm>
          <a:off x="0" y="0"/>
          <a:ext cx="0" cy="0"/>
          <a:chOff x="0" y="0"/>
          <a:chExt cx="0" cy="0"/>
        </a:xfrm>
      </p:grpSpPr>
      <p:sp>
        <p:nvSpPr>
          <p:cNvPr id="385" name="Google Shape;385;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5" name="Google Shape;395;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6" name="Google Shape;396;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7" name="Google Shape;397;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9" name="Google Shape;39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0" name="Google Shape;40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01" name="Google Shape;40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467"/>
          <p:cNvGrpSpPr/>
          <p:nvPr/>
        </p:nvGrpSpPr>
        <p:grpSpPr>
          <a:xfrm>
            <a:off x="662575" y="6212475"/>
            <a:ext cx="586800" cy="571500"/>
            <a:chOff x="662575" y="6212475"/>
            <a:chExt cx="586800" cy="571500"/>
          </a:xfrm>
        </p:grpSpPr>
        <p:sp>
          <p:nvSpPr>
            <p:cNvPr id="404" name="Google Shape;404;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467"/>
          <p:cNvGrpSpPr/>
          <p:nvPr/>
        </p:nvGrpSpPr>
        <p:grpSpPr>
          <a:xfrm>
            <a:off x="7894350" y="6212475"/>
            <a:ext cx="586800" cy="571500"/>
            <a:chOff x="7894350" y="6212475"/>
            <a:chExt cx="586800" cy="571500"/>
          </a:xfrm>
        </p:grpSpPr>
        <p:sp>
          <p:nvSpPr>
            <p:cNvPr id="408" name="Google Shape;408;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1"/>
        <p:cNvGrpSpPr/>
        <p:nvPr/>
      </p:nvGrpSpPr>
      <p:grpSpPr>
        <a:xfrm>
          <a:off x="0" y="0"/>
          <a:ext cx="0" cy="0"/>
          <a:chOff x="0" y="0"/>
          <a:chExt cx="0" cy="0"/>
        </a:xfrm>
      </p:grpSpPr>
      <p:sp>
        <p:nvSpPr>
          <p:cNvPr id="412" name="Google Shape;412;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1" name="Google Shape;421;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2" name="Google Shape;422;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3" name="Google Shape;423;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4" name="Google Shape;424;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6" name="Google Shape;426;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27" name="Google Shape;427;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8" name="Google Shape;428;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9" name="Google Shape;429;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0" name="Google Shape;430;g2c157a2fb06_0_629"/>
          <p:cNvGrpSpPr/>
          <p:nvPr/>
        </p:nvGrpSpPr>
        <p:grpSpPr>
          <a:xfrm>
            <a:off x="662575" y="6212475"/>
            <a:ext cx="586800" cy="571500"/>
            <a:chOff x="662575" y="6212475"/>
            <a:chExt cx="586800" cy="571500"/>
          </a:xfrm>
        </p:grpSpPr>
        <p:sp>
          <p:nvSpPr>
            <p:cNvPr id="431" name="Google Shape;431;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4" name="Google Shape;434;g2c157a2fb06_0_629"/>
          <p:cNvGrpSpPr/>
          <p:nvPr/>
        </p:nvGrpSpPr>
        <p:grpSpPr>
          <a:xfrm>
            <a:off x="7894350" y="6212475"/>
            <a:ext cx="586800" cy="571500"/>
            <a:chOff x="7894350" y="6212475"/>
            <a:chExt cx="586800" cy="571500"/>
          </a:xfrm>
        </p:grpSpPr>
        <p:sp>
          <p:nvSpPr>
            <p:cNvPr id="435" name="Google Shape;435;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8"/>
        <p:cNvGrpSpPr/>
        <p:nvPr/>
      </p:nvGrpSpPr>
      <p:grpSpPr>
        <a:xfrm>
          <a:off x="0" y="0"/>
          <a:ext cx="0" cy="0"/>
          <a:chOff x="0" y="0"/>
          <a:chExt cx="0" cy="0"/>
        </a:xfrm>
      </p:grpSpPr>
      <p:sp>
        <p:nvSpPr>
          <p:cNvPr id="439" name="Google Shape;439;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0" name="Google Shape;440;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2" name="Google Shape;442;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43" name="Google Shape;443;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6" name="Google Shape;44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7" name="Google Shape;44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8" name="Google Shape;44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9" name="Google Shape;44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0" name="Google Shape;45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1" name="Google Shape;451;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2" name="Google Shape;452;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3" name="Google Shape;453;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5" name="Google Shape;455;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56" name="Google Shape;456;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7" name="Google Shape;457;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8" name="Google Shape;458;g2c157a2fb06_0_798"/>
          <p:cNvGrpSpPr/>
          <p:nvPr/>
        </p:nvGrpSpPr>
        <p:grpSpPr>
          <a:xfrm>
            <a:off x="662575" y="6212475"/>
            <a:ext cx="586800" cy="571500"/>
            <a:chOff x="662575" y="6212475"/>
            <a:chExt cx="586800" cy="571500"/>
          </a:xfrm>
        </p:grpSpPr>
        <p:sp>
          <p:nvSpPr>
            <p:cNvPr id="459" name="Google Shape;459;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2" name="Google Shape;462;g2c157a2fb06_0_798"/>
          <p:cNvGrpSpPr/>
          <p:nvPr/>
        </p:nvGrpSpPr>
        <p:grpSpPr>
          <a:xfrm>
            <a:off x="7894350" y="6212475"/>
            <a:ext cx="586800" cy="571500"/>
            <a:chOff x="7894350" y="6212475"/>
            <a:chExt cx="586800" cy="571500"/>
          </a:xfrm>
        </p:grpSpPr>
        <p:sp>
          <p:nvSpPr>
            <p:cNvPr id="463" name="Google Shape;463;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66"/>
        <p:cNvGrpSpPr/>
        <p:nvPr/>
      </p:nvGrpSpPr>
      <p:grpSpPr>
        <a:xfrm>
          <a:off x="0" y="0"/>
          <a:ext cx="0" cy="0"/>
          <a:chOff x="0" y="0"/>
          <a:chExt cx="0" cy="0"/>
        </a:xfrm>
      </p:grpSpPr>
      <p:sp>
        <p:nvSpPr>
          <p:cNvPr id="467" name="Google Shape;467;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0" name="Google Shape;470;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71" name="Google Shape;471;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4" name="Google Shape;47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5" name="Google Shape;47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6" name="Google Shape;47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7" name="Google Shape;47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8" name="Google Shape;47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79" name="Google Shape;479;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1" name="Google Shape;481;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3" name="Google Shape;483;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84" name="Google Shape;484;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5" name="Google Shape;485;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6" name="Google Shape;486;g2c157a2fb06_0_825"/>
          <p:cNvGrpSpPr/>
          <p:nvPr/>
        </p:nvGrpSpPr>
        <p:grpSpPr>
          <a:xfrm>
            <a:off x="662575" y="6212475"/>
            <a:ext cx="586800" cy="571500"/>
            <a:chOff x="662575" y="6212475"/>
            <a:chExt cx="586800" cy="571500"/>
          </a:xfrm>
        </p:grpSpPr>
        <p:sp>
          <p:nvSpPr>
            <p:cNvPr id="487" name="Google Shape;487;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0" name="Google Shape;490;g2c157a2fb06_0_825"/>
          <p:cNvGrpSpPr/>
          <p:nvPr/>
        </p:nvGrpSpPr>
        <p:grpSpPr>
          <a:xfrm>
            <a:off x="7894350" y="6212475"/>
            <a:ext cx="586800" cy="571500"/>
            <a:chOff x="7894350" y="6212475"/>
            <a:chExt cx="586800" cy="571500"/>
          </a:xfrm>
        </p:grpSpPr>
        <p:sp>
          <p:nvSpPr>
            <p:cNvPr id="491" name="Google Shape;491;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4"/>
        <p:cNvGrpSpPr/>
        <p:nvPr/>
      </p:nvGrpSpPr>
      <p:grpSpPr>
        <a:xfrm>
          <a:off x="0" y="0"/>
          <a:ext cx="0" cy="0"/>
          <a:chOff x="0" y="0"/>
          <a:chExt cx="0" cy="0"/>
        </a:xfrm>
      </p:grpSpPr>
      <p:sp>
        <p:nvSpPr>
          <p:cNvPr id="495" name="Google Shape;495;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8" name="Google Shape;498;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99" name="Google Shape;499;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7" name="Google Shape;507;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8" name="Google Shape;508;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9" name="Google Shape;509;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10" name="Google Shape;510;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1" name="Google Shape;511;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2" name="Google Shape;512;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6" name="Google Shape;516;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8" name="Google Shape;518;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0" name="Google Shape;520;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2" name="Google Shape;522;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4" name="Google Shape;524;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5" name="Google Shape;525;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6" name="Google Shape;526;g2c157a2fb06_0_700"/>
          <p:cNvGrpSpPr/>
          <p:nvPr/>
        </p:nvGrpSpPr>
        <p:grpSpPr>
          <a:xfrm>
            <a:off x="662575" y="6212475"/>
            <a:ext cx="586800" cy="571500"/>
            <a:chOff x="662575" y="6212475"/>
            <a:chExt cx="586800" cy="571500"/>
          </a:xfrm>
        </p:grpSpPr>
        <p:sp>
          <p:nvSpPr>
            <p:cNvPr id="527" name="Google Shape;527;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700"/>
          <p:cNvGrpSpPr/>
          <p:nvPr/>
        </p:nvGrpSpPr>
        <p:grpSpPr>
          <a:xfrm>
            <a:off x="7894350" y="6212475"/>
            <a:ext cx="586800" cy="571500"/>
            <a:chOff x="7894350" y="6212475"/>
            <a:chExt cx="586800" cy="571500"/>
          </a:xfrm>
        </p:grpSpPr>
        <p:sp>
          <p:nvSpPr>
            <p:cNvPr id="531" name="Google Shape;531;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4"/>
        <p:cNvGrpSpPr/>
        <p:nvPr/>
      </p:nvGrpSpPr>
      <p:grpSpPr>
        <a:xfrm>
          <a:off x="0" y="0"/>
          <a:ext cx="0" cy="0"/>
          <a:chOff x="0" y="0"/>
          <a:chExt cx="0" cy="0"/>
        </a:xfrm>
      </p:grpSpPr>
      <p:sp>
        <p:nvSpPr>
          <p:cNvPr id="535" name="Google Shape;535;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39" name="Google Shape;539;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4" name="Google Shape;54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5" name="Google Shape;54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6" name="Google Shape;54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47" name="Google Shape;54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8" name="Google Shape;54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4" name="Google Shape;55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5" name="Google Shape;55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6" name="Google Shape;55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7" name="Google Shape;55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8" name="Google Shape;55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5" name="Google Shape;56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6" name="Google Shape;566;g2c157a2fb06_0_932"/>
          <p:cNvGrpSpPr/>
          <p:nvPr/>
        </p:nvGrpSpPr>
        <p:grpSpPr>
          <a:xfrm>
            <a:off x="662575" y="6212475"/>
            <a:ext cx="586800" cy="571500"/>
            <a:chOff x="662575" y="6212475"/>
            <a:chExt cx="586800" cy="571500"/>
          </a:xfrm>
        </p:grpSpPr>
        <p:sp>
          <p:nvSpPr>
            <p:cNvPr id="567" name="Google Shape;56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0" name="Google Shape;570;g2c157a2fb06_0_932"/>
          <p:cNvGrpSpPr/>
          <p:nvPr/>
        </p:nvGrpSpPr>
        <p:grpSpPr>
          <a:xfrm>
            <a:off x="7894350" y="6212475"/>
            <a:ext cx="586800" cy="571500"/>
            <a:chOff x="7894350" y="6212475"/>
            <a:chExt cx="586800" cy="571500"/>
          </a:xfrm>
        </p:grpSpPr>
        <p:sp>
          <p:nvSpPr>
            <p:cNvPr id="571" name="Google Shape;57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4"/>
        <p:cNvGrpSpPr/>
        <p:nvPr/>
      </p:nvGrpSpPr>
      <p:grpSpPr>
        <a:xfrm>
          <a:off x="0" y="0"/>
          <a:ext cx="0" cy="0"/>
          <a:chOff x="0" y="0"/>
          <a:chExt cx="0" cy="0"/>
        </a:xfrm>
      </p:grpSpPr>
      <p:sp>
        <p:nvSpPr>
          <p:cNvPr id="575" name="Google Shape;575;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79" name="Google Shape;579;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2" name="Google Shape;58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83" name="Google Shape;583;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4" name="Google Shape;584;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5" name="Google Shape;585;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6" name="Google Shape;586;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7" name="Google Shape;597;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8" name="Google Shape;598;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99" name="Google Shape;599;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0" name="Google Shape;600;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1" name="Google Shape;601;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2" name="Google Shape;602;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3" name="Google Shape;603;g2c157a2fb06_0_1045"/>
          <p:cNvGrpSpPr/>
          <p:nvPr/>
        </p:nvGrpSpPr>
        <p:grpSpPr>
          <a:xfrm>
            <a:off x="662575" y="6212475"/>
            <a:ext cx="586800" cy="571500"/>
            <a:chOff x="662575" y="6212475"/>
            <a:chExt cx="586800" cy="571500"/>
          </a:xfrm>
        </p:grpSpPr>
        <p:sp>
          <p:nvSpPr>
            <p:cNvPr id="604" name="Google Shape;604;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7" name="Google Shape;607;g2c157a2fb06_0_1045"/>
          <p:cNvGrpSpPr/>
          <p:nvPr/>
        </p:nvGrpSpPr>
        <p:grpSpPr>
          <a:xfrm>
            <a:off x="7894350" y="6212475"/>
            <a:ext cx="586800" cy="571500"/>
            <a:chOff x="7894350" y="6212475"/>
            <a:chExt cx="586800" cy="571500"/>
          </a:xfrm>
        </p:grpSpPr>
        <p:sp>
          <p:nvSpPr>
            <p:cNvPr id="608" name="Google Shape;608;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9" name="Google Shape;609;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1"/>
        <p:cNvGrpSpPr/>
        <p:nvPr/>
      </p:nvGrpSpPr>
      <p:grpSpPr>
        <a:xfrm>
          <a:off x="0" y="0"/>
          <a:ext cx="0" cy="0"/>
          <a:chOff x="0" y="0"/>
          <a:chExt cx="0" cy="0"/>
        </a:xfrm>
      </p:grpSpPr>
      <p:sp>
        <p:nvSpPr>
          <p:cNvPr id="612" name="Google Shape;612;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5" name="Google Shape;615;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616" name="Google Shape;616;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9" name="Google Shape;61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1" name="Google Shape;621;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2" name="Google Shape;622;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3" name="Google Shape;623;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4" name="Google Shape;624;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25" name="Google Shape;625;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6" name="Google Shape;626;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8" name="Google Shape;628;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29" name="Google Shape;629;g2c157a2fb06_0_1110"/>
          <p:cNvGrpSpPr/>
          <p:nvPr/>
        </p:nvGrpSpPr>
        <p:grpSpPr>
          <a:xfrm>
            <a:off x="5806200" y="1807463"/>
            <a:ext cx="756300" cy="146700"/>
            <a:chOff x="5806200" y="1807463"/>
            <a:chExt cx="756300" cy="146700"/>
          </a:xfrm>
        </p:grpSpPr>
        <p:sp>
          <p:nvSpPr>
            <p:cNvPr id="630" name="Google Shape;630;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1" name="Google Shape;631;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3" name="Google Shape;633;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4" name="Google Shape;634;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5" name="Google Shape;635;g2c157a2fb06_0_1110"/>
          <p:cNvGrpSpPr/>
          <p:nvPr/>
        </p:nvGrpSpPr>
        <p:grpSpPr>
          <a:xfrm>
            <a:off x="5806200" y="2842438"/>
            <a:ext cx="756300" cy="146700"/>
            <a:chOff x="5806200" y="1807463"/>
            <a:chExt cx="756300" cy="146700"/>
          </a:xfrm>
        </p:grpSpPr>
        <p:sp>
          <p:nvSpPr>
            <p:cNvPr id="636" name="Google Shape;636;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9" name="Google Shape;639;g2c157a2fb06_0_1110"/>
          <p:cNvGrpSpPr/>
          <p:nvPr/>
        </p:nvGrpSpPr>
        <p:grpSpPr>
          <a:xfrm>
            <a:off x="5806200" y="3877413"/>
            <a:ext cx="756300" cy="146700"/>
            <a:chOff x="5806200" y="1807463"/>
            <a:chExt cx="756300" cy="146700"/>
          </a:xfrm>
        </p:grpSpPr>
        <p:sp>
          <p:nvSpPr>
            <p:cNvPr id="640" name="Google Shape;640;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1" name="Google Shape;641;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3" name="Google Shape;643;g2c157a2fb06_0_1110"/>
          <p:cNvGrpSpPr/>
          <p:nvPr/>
        </p:nvGrpSpPr>
        <p:grpSpPr>
          <a:xfrm>
            <a:off x="662575" y="6212475"/>
            <a:ext cx="586800" cy="571500"/>
            <a:chOff x="662575" y="6212475"/>
            <a:chExt cx="586800" cy="571500"/>
          </a:xfrm>
        </p:grpSpPr>
        <p:sp>
          <p:nvSpPr>
            <p:cNvPr id="644" name="Google Shape;644;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5" name="Google Shape;645;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7" name="Google Shape;647;g2c157a2fb06_0_1110"/>
          <p:cNvGrpSpPr/>
          <p:nvPr/>
        </p:nvGrpSpPr>
        <p:grpSpPr>
          <a:xfrm>
            <a:off x="7894350" y="6212475"/>
            <a:ext cx="586800" cy="571500"/>
            <a:chOff x="7894350" y="6212475"/>
            <a:chExt cx="586800" cy="571500"/>
          </a:xfrm>
        </p:grpSpPr>
        <p:sp>
          <p:nvSpPr>
            <p:cNvPr id="648" name="Google Shape;648;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9" name="Google Shape;649;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1"/>
        <p:cNvGrpSpPr/>
        <p:nvPr/>
      </p:nvGrpSpPr>
      <p:grpSpPr>
        <a:xfrm>
          <a:off x="0" y="0"/>
          <a:ext cx="0" cy="0"/>
          <a:chOff x="0" y="0"/>
          <a:chExt cx="0" cy="0"/>
        </a:xfrm>
      </p:grpSpPr>
      <p:sp>
        <p:nvSpPr>
          <p:cNvPr id="652" name="Google Shape;652;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6" name="Google Shape;656;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59" name="Google Shape;659;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0" name="Google Shape;660;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1" name="Google Shape;661;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5" name="Google Shape;665;p30"/>
          <p:cNvGrpSpPr/>
          <p:nvPr/>
        </p:nvGrpSpPr>
        <p:grpSpPr>
          <a:xfrm>
            <a:off x="6022940" y="5341706"/>
            <a:ext cx="594501" cy="305904"/>
            <a:chOff x="5672081" y="1914352"/>
            <a:chExt cx="792668" cy="305904"/>
          </a:xfrm>
        </p:grpSpPr>
        <p:sp>
          <p:nvSpPr>
            <p:cNvPr id="666" name="Google Shape;666;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7" name="Google Shape;667;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8" name="Google Shape;668;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69" name="Google Shape;669;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0" name="Google Shape;670;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77" name="Google Shape;677;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78" name="Google Shape;678;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6" name="Google Shape;686;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87" name="Google Shape;687;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88" name="Google Shape;688;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2" name="Google Shape;692;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3" name="Google Shape;693;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5" name="Google Shape;695;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6" name="Google Shape;696;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97"/>
        <p:cNvGrpSpPr/>
        <p:nvPr/>
      </p:nvGrpSpPr>
      <p:grpSpPr>
        <a:xfrm>
          <a:off x="0" y="0"/>
          <a:ext cx="0" cy="0"/>
          <a:chOff x="0" y="0"/>
          <a:chExt cx="0" cy="0"/>
        </a:xfrm>
      </p:grpSpPr>
      <p:sp>
        <p:nvSpPr>
          <p:cNvPr id="698" name="Google Shape;698;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99" name="Google Shape;699;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0" name="Google Shape;700;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1"/>
        <p:cNvGrpSpPr/>
        <p:nvPr/>
      </p:nvGrpSpPr>
      <p:grpSpPr>
        <a:xfrm>
          <a:off x="0" y="0"/>
          <a:ext cx="0" cy="0"/>
          <a:chOff x="0" y="0"/>
          <a:chExt cx="0" cy="0"/>
        </a:xfrm>
      </p:grpSpPr>
      <p:sp>
        <p:nvSpPr>
          <p:cNvPr id="702" name="Google Shape;702;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3" name="Google Shape;703;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4" name="Google Shape;704;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image" Target="../media/image6.png"/><Relationship Id="rId7" Type="http://schemas.openxmlformats.org/officeDocument/2006/relationships/slide" Target="slide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slide" Target="slide19.xml"/><Relationship Id="rId4" Type="http://schemas.openxmlformats.org/officeDocument/2006/relationships/image" Target="../media/image7.png"/><Relationship Id="rId9" Type="http://schemas.openxmlformats.org/officeDocument/2006/relationships/slide" Target="slide17.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41.png"/><Relationship Id="rId18" Type="http://schemas.openxmlformats.org/officeDocument/2006/relationships/image" Target="../media/image46.png"/><Relationship Id="rId3" Type="http://schemas.openxmlformats.org/officeDocument/2006/relationships/image" Target="../media/image6.png"/><Relationship Id="rId21" Type="http://schemas.openxmlformats.org/officeDocument/2006/relationships/image" Target="../media/image49.png"/><Relationship Id="rId7" Type="http://schemas.openxmlformats.org/officeDocument/2006/relationships/image" Target="../media/image36.png"/><Relationship Id="rId12" Type="http://schemas.openxmlformats.org/officeDocument/2006/relationships/image" Target="../media/image40.png"/><Relationship Id="rId17" Type="http://schemas.openxmlformats.org/officeDocument/2006/relationships/image" Target="../media/image45.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4.png"/><Relationship Id="rId15" Type="http://schemas.openxmlformats.org/officeDocument/2006/relationships/image" Target="../media/image43.png"/><Relationship Id="rId23" Type="http://schemas.openxmlformats.org/officeDocument/2006/relationships/image" Target="../media/image51.png"/><Relationship Id="rId10" Type="http://schemas.openxmlformats.org/officeDocument/2006/relationships/image" Target="../media/image38.png"/><Relationship Id="rId19" Type="http://schemas.openxmlformats.org/officeDocument/2006/relationships/image" Target="../media/image47.png"/><Relationship Id="rId4" Type="http://schemas.openxmlformats.org/officeDocument/2006/relationships/image" Target="../media/image33.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s>
</file>

<file path=ppt/slides/_rels/slide5.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54.png"/></Relationships>
</file>

<file path=ppt/slides/_rels/slide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57.png"/><Relationship Id="rId4" Type="http://schemas.openxmlformats.org/officeDocument/2006/relationships/image" Target="../media/image56.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59.png"/></Relationships>
</file>

<file path=ppt/slides/_rels/slide1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63.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64.png"/></Relationships>
</file>

<file path=ppt/slides/_rels/slide1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66.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6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1"/>
          <p:cNvSpPr txBox="1">
            <a:spLocks noGrp="1"/>
          </p:cNvSpPr>
          <p:nvPr>
            <p:ph type="subTitle" idx="1"/>
          </p:nvPr>
        </p:nvSpPr>
        <p:spPr>
          <a:xfrm>
            <a:off x="884101" y="2692947"/>
            <a:ext cx="37848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a:t>Compare 'ow' (/oa/) and 'oa'</a:t>
            </a:r>
            <a:endParaRPr/>
          </a:p>
        </p:txBody>
      </p:sp>
      <p:sp>
        <p:nvSpPr>
          <p:cNvPr id="710" name="Google Shape;710;p1"/>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44</a:t>
            </a:r>
            <a:endParaRPr/>
          </a:p>
        </p:txBody>
      </p:sp>
      <p:pic>
        <p:nvPicPr>
          <p:cNvPr id="711" name="Google Shape;711;p1"/>
          <p:cNvPicPr preferRelativeResize="0"/>
          <p:nvPr/>
        </p:nvPicPr>
        <p:blipFill rotWithShape="1">
          <a:blip r:embed="rId3">
            <a:alphaModFix/>
          </a:blip>
          <a:srcRect l="19" r="19"/>
          <a:stretch/>
        </p:blipFill>
        <p:spPr>
          <a:xfrm rot="540305">
            <a:off x="7336183" y="3915827"/>
            <a:ext cx="1208040" cy="1709828"/>
          </a:xfrm>
          <a:prstGeom prst="rect">
            <a:avLst/>
          </a:prstGeom>
          <a:noFill/>
          <a:ln>
            <a:noFill/>
          </a:ln>
          <a:effectLst>
            <a:outerShdw blurRad="71438" dist="38100" dir="5220000" algn="bl" rotWithShape="0">
              <a:srgbClr val="000000">
                <a:alpha val="20000"/>
              </a:srgbClr>
            </a:outerShdw>
          </a:effectLst>
        </p:spPr>
      </p:pic>
      <p:pic>
        <p:nvPicPr>
          <p:cNvPr id="712" name="Google Shape;712;p1"/>
          <p:cNvPicPr preferRelativeResize="0"/>
          <p:nvPr/>
        </p:nvPicPr>
        <p:blipFill rotWithShape="1">
          <a:blip r:embed="rId4">
            <a:alphaModFix/>
          </a:blip>
          <a:srcRect l="19" r="19"/>
          <a:stretch/>
        </p:blipFill>
        <p:spPr>
          <a:xfrm rot="-437250">
            <a:off x="5338057" y="3901527"/>
            <a:ext cx="1208038" cy="1709829"/>
          </a:xfrm>
          <a:prstGeom prst="rect">
            <a:avLst/>
          </a:prstGeom>
          <a:noFill/>
          <a:ln>
            <a:noFill/>
          </a:ln>
          <a:effectLst>
            <a:outerShdw blurRad="71438" dist="38100" dir="5220000" algn="bl" rotWithShape="0">
              <a:srgbClr val="000000">
                <a:alpha val="20000"/>
              </a:srgbClr>
            </a:outerShdw>
          </a:effectLst>
        </p:spPr>
      </p:pic>
      <p:sp>
        <p:nvSpPr>
          <p:cNvPr id="713" name="Google Shape;713;p1"/>
          <p:cNvSpPr txBox="1"/>
          <p:nvPr/>
        </p:nvSpPr>
        <p:spPr>
          <a:xfrm>
            <a:off x="6593800" y="4323275"/>
            <a:ext cx="655200" cy="44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2000" b="0" i="0" u="none" strike="noStrike" cap="none">
                <a:solidFill>
                  <a:srgbClr val="000000"/>
                </a:solidFill>
                <a:latin typeface="Jost"/>
                <a:ea typeface="Jost"/>
                <a:cs typeface="Jost"/>
                <a:sym typeface="Jost"/>
              </a:rPr>
              <a:t>vs.</a:t>
            </a:r>
            <a:endParaRPr sz="2000" b="0" i="0" u="none" strike="noStrike" cap="none">
              <a:solidFill>
                <a:srgbClr val="000000"/>
              </a:solidFill>
              <a:latin typeface="Jost"/>
              <a:ea typeface="Jost"/>
              <a:cs typeface="Jost"/>
              <a:sym typeface="Jost"/>
            </a:endParaRPr>
          </a:p>
        </p:txBody>
      </p:sp>
      <p:sp>
        <p:nvSpPr>
          <p:cNvPr id="714" name="Google Shape;714;p1"/>
          <p:cNvSpPr txBox="1"/>
          <p:nvPr/>
        </p:nvSpPr>
        <p:spPr>
          <a:xfrm>
            <a:off x="5362475" y="5751746"/>
            <a:ext cx="1311600" cy="262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B7B7B7"/>
              </a:solidFill>
              <a:latin typeface="Jost"/>
              <a:ea typeface="Jost"/>
              <a:cs typeface="Jost"/>
              <a:sym typeface="Jost"/>
            </a:endParaRPr>
          </a:p>
        </p:txBody>
      </p:sp>
      <p:sp>
        <p:nvSpPr>
          <p:cNvPr id="715" name="Google Shape;715;p1"/>
          <p:cNvSpPr txBox="1"/>
          <p:nvPr/>
        </p:nvSpPr>
        <p:spPr>
          <a:xfrm>
            <a:off x="7133625" y="5751746"/>
            <a:ext cx="1311600" cy="262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B7B7B7"/>
              </a:solidFill>
              <a:latin typeface="Jost"/>
              <a:ea typeface="Jost"/>
              <a:cs typeface="Jost"/>
              <a:sym typeface="Jost"/>
            </a:endParaRPr>
          </a:p>
        </p:txBody>
      </p:sp>
      <p:graphicFrame>
        <p:nvGraphicFramePr>
          <p:cNvPr id="716" name="Google Shape;716;p1"/>
          <p:cNvGraphicFramePr/>
          <p:nvPr/>
        </p:nvGraphicFramePr>
        <p:xfrm>
          <a:off x="4844200" y="1891197"/>
          <a:ext cx="3784950" cy="1678950"/>
        </p:xfrm>
        <a:graphic>
          <a:graphicData uri="http://schemas.openxmlformats.org/drawingml/2006/table">
            <a:tbl>
              <a:tblPr firstRow="1" bandRow="1">
                <a:noFill/>
                <a:tableStyleId>{479C4E40-5733-43A5-9A97-7D89D9D3D8DA}</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igh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o</a:t>
                      </a:r>
                      <a:r>
                        <a:rPr lang="en-US" sz="1500" u="none" strike="noStrike" cap="none">
                          <a:solidFill>
                            <a:srgbClr val="FFFFFF"/>
                          </a:solidFill>
                          <a:latin typeface="Poppins"/>
                          <a:ea typeface="Poppins"/>
                          <a:cs typeface="Poppins"/>
                          <a:sym typeface="Poppins"/>
                        </a:rPr>
                        <a:t>a</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ow</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717" name="Google Shape;717;p1"/>
          <p:cNvCxnSpPr/>
          <p:nvPr/>
        </p:nvCxnSpPr>
        <p:spPr>
          <a:xfrm rot="10800000" flipH="1">
            <a:off x="7974450" y="2287200"/>
            <a:ext cx="35400" cy="24000"/>
          </a:xfrm>
          <a:prstGeom prst="straightConnector1">
            <a:avLst/>
          </a:prstGeom>
          <a:noFill/>
          <a:ln w="19050" cap="flat" cmpd="sng">
            <a:solidFill>
              <a:srgbClr val="000000"/>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Compare digraphs </a:t>
            </a:r>
            <a:r>
              <a:rPr lang="en-US">
                <a:solidFill>
                  <a:srgbClr val="8DC63F"/>
                </a:solidFill>
              </a:rPr>
              <a:t>ow</a:t>
            </a:r>
            <a:r>
              <a:rPr lang="en-US"/>
              <a:t> (</a:t>
            </a:r>
            <a:r>
              <a:rPr lang="en-US">
                <a:solidFill>
                  <a:srgbClr val="8DC63F"/>
                </a:solidFill>
              </a:rPr>
              <a:t>/oa/</a:t>
            </a:r>
            <a:r>
              <a:rPr lang="en-US"/>
              <a:t>) and </a:t>
            </a:r>
            <a:r>
              <a:rPr lang="en-US">
                <a:solidFill>
                  <a:srgbClr val="8DC63F"/>
                </a:solidFill>
              </a:rPr>
              <a:t>oa</a:t>
            </a:r>
            <a:r>
              <a:rPr lang="en-US"/>
              <a:t>.</a:t>
            </a:r>
            <a:endParaRPr/>
          </a:p>
        </p:txBody>
      </p:sp>
      <p:sp>
        <p:nvSpPr>
          <p:cNvPr id="724" name="Google Shape;724;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725" name="Google Shape;725;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26" name="Google Shape;726;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27" name="Google Shape;727;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28" name="Google Shape;728;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29" name="Google Shape;729;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0" name="Google Shape;730;g2bee4f4af4b_0_204"/>
          <p:cNvPicPr preferRelativeResize="0"/>
          <p:nvPr/>
        </p:nvPicPr>
        <p:blipFill rotWithShape="1">
          <a:blip r:embed="rId4">
            <a:alphaModFix/>
          </a:blip>
          <a:srcRect l="159" r="14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731" name="Google Shape;731;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32" name="Google Shape;732;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3" name="Google Shape;733;g2bee4f4af4b_0_204"/>
          <p:cNvPicPr preferRelativeResize="0"/>
          <p:nvPr/>
        </p:nvPicPr>
        <p:blipFill rotWithShape="1">
          <a:blip r:embed="rId5">
            <a:alphaModFix/>
          </a:blip>
          <a:srcRect t="99" b="109"/>
          <a:stretch/>
        </p:blipFill>
        <p:spPr>
          <a:xfrm>
            <a:off x="946800" y="4384154"/>
            <a:ext cx="1372151" cy="549101"/>
          </a:xfrm>
          <a:prstGeom prst="rect">
            <a:avLst/>
          </a:prstGeom>
          <a:noFill/>
          <a:ln>
            <a:noFill/>
          </a:ln>
          <a:effectLst>
            <a:outerShdw blurRad="71438" dist="19050" dir="5220000" algn="bl" rotWithShape="0">
              <a:srgbClr val="D8D8D8"/>
            </a:outerShdw>
          </a:effectLst>
        </p:spPr>
      </p:pic>
      <p:sp>
        <p:nvSpPr>
          <p:cNvPr id="734" name="Google Shape;734;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35" name="Google Shape;735;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36" name="Google Shape;736;g2bee4f4af4b_0_204"/>
          <p:cNvPicPr preferRelativeResize="0"/>
          <p:nvPr/>
        </p:nvPicPr>
        <p:blipFill rotWithShape="1">
          <a:blip r:embed="rId6">
            <a:alphaModFix/>
          </a:blip>
          <a:srcRect t="89" b="9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37" name="Google Shape;737;g2bee4f4af4b_0_204">
            <a:hlinkClick r:id="rId7" action="ppaction://hlinksldjump"/>
          </p:cNvPr>
          <p:cNvSpPr/>
          <p:nvPr/>
        </p:nvSpPr>
        <p:spPr>
          <a:xfrm>
            <a:off x="920445" y="3952731"/>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8" name="Google Shape;738;g2bee4f4af4b_0_204">
            <a:hlinkClick r:id="rId8" action="ppaction://hlinksldjump"/>
          </p:cNvPr>
          <p:cNvSpPr/>
          <p:nvPr/>
        </p:nvSpPr>
        <p:spPr>
          <a:xfrm>
            <a:off x="2397045" y="3814731"/>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9" name="Google Shape;739;g2bee4f4af4b_0_204">
            <a:hlinkClick r:id="rId9" action="ppaction://hlinksldjump"/>
          </p:cNvPr>
          <p:cNvSpPr/>
          <p:nvPr/>
        </p:nvSpPr>
        <p:spPr>
          <a:xfrm>
            <a:off x="3693804" y="375450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0" name="Google Shape;740;g2bee4f4af4b_0_204">
            <a:hlinkClick r:id="rId10" action="ppaction://hlinksldjump"/>
          </p:cNvPr>
          <p:cNvSpPr/>
          <p:nvPr/>
        </p:nvSpPr>
        <p:spPr>
          <a:xfrm>
            <a:off x="4888273" y="3809621"/>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47" name="Google Shape;747;g26b641b03cd_0_165"/>
          <p:cNvGrpSpPr/>
          <p:nvPr/>
        </p:nvGrpSpPr>
        <p:grpSpPr>
          <a:xfrm>
            <a:off x="930400" y="2129444"/>
            <a:ext cx="7283200" cy="3724851"/>
            <a:chOff x="930400" y="2129444"/>
            <a:chExt cx="7283200" cy="3724851"/>
          </a:xfrm>
        </p:grpSpPr>
        <p:pic>
          <p:nvPicPr>
            <p:cNvPr id="748" name="Google Shape;74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7" name="Google Shape;777;g26b7edf6e71_0_26"/>
          <p:cNvPicPr preferRelativeResize="0"/>
          <p:nvPr/>
        </p:nvPicPr>
        <p:blipFill rotWithShape="1">
          <a:blip r:embed="rId3">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78" name="Google Shape;778;g26b7edf6e71_0_26"/>
          <p:cNvPicPr preferRelativeResize="0"/>
          <p:nvPr/>
        </p:nvPicPr>
        <p:blipFill rotWithShape="1">
          <a:blip r:embed="rId4">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86"/>
              </a:srgbClr>
            </a:outerShdw>
          </a:effectLst>
        </p:spPr>
      </p:pic>
      <p:pic>
        <p:nvPicPr>
          <p:cNvPr id="779" name="Google Shape;779;g26b7edf6e71_0_26"/>
          <p:cNvPicPr preferRelativeResize="0"/>
          <p:nvPr/>
        </p:nvPicPr>
        <p:blipFill rotWithShape="1">
          <a:blip r:embed="rId5">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80" name="Google Shape;780;g26b7edf6e71_0_26"/>
          <p:cNvPicPr preferRelativeResize="0"/>
          <p:nvPr/>
        </p:nvPicPr>
        <p:blipFill rotWithShape="1">
          <a:blip r:embed="rId6">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81" name="Google Shape;781;g26b7edf6e71_0_26"/>
          <p:cNvPicPr preferRelativeResize="0"/>
          <p:nvPr/>
        </p:nvPicPr>
        <p:blipFill rotWithShape="1">
          <a:blip r:embed="rId7">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2" name="Google Shape;782;g26b7edf6e71_0_26"/>
          <p:cNvPicPr preferRelativeResize="0"/>
          <p:nvPr/>
        </p:nvPicPr>
        <p:blipFill rotWithShape="1">
          <a:blip r:embed="rId8">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9">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10">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11">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12">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7" name="Google Shape;787;g26b7edf6e71_0_26"/>
          <p:cNvPicPr preferRelativeResize="0"/>
          <p:nvPr/>
        </p:nvPicPr>
        <p:blipFill rotWithShape="1">
          <a:blip r:embed="rId13">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6b7edf6e71_0_26"/>
          <p:cNvPicPr preferRelativeResize="0"/>
          <p:nvPr/>
        </p:nvPicPr>
        <p:blipFill rotWithShape="1">
          <a:blip r:embed="rId14">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6b7edf6e71_0_26"/>
          <p:cNvPicPr preferRelativeResize="0"/>
          <p:nvPr/>
        </p:nvPicPr>
        <p:blipFill rotWithShape="1">
          <a:blip r:embed="rId15">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90" name="Google Shape;790;g26b7edf6e71_0_26"/>
          <p:cNvPicPr preferRelativeResize="0"/>
          <p:nvPr/>
        </p:nvPicPr>
        <p:blipFill rotWithShape="1">
          <a:blip r:embed="rId16">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91" name="Google Shape;791;g26b7edf6e71_0_26"/>
          <p:cNvPicPr preferRelativeResize="0"/>
          <p:nvPr/>
        </p:nvPicPr>
        <p:blipFill rotWithShape="1">
          <a:blip r:embed="rId17">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6b7edf6e71_0_26"/>
          <p:cNvPicPr preferRelativeResize="0"/>
          <p:nvPr/>
        </p:nvPicPr>
        <p:blipFill rotWithShape="1">
          <a:blip r:embed="rId18">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93" name="Google Shape;793;g26b7edf6e71_0_26"/>
          <p:cNvPicPr preferRelativeResize="0"/>
          <p:nvPr/>
        </p:nvPicPr>
        <p:blipFill rotWithShape="1">
          <a:blip r:embed="rId19">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4" name="Google Shape;794;g26b7edf6e71_0_26"/>
          <p:cNvPicPr preferRelativeResize="0"/>
          <p:nvPr/>
        </p:nvPicPr>
        <p:blipFill rotWithShape="1">
          <a:blip r:embed="rId20">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95" name="Google Shape;795;g26b7edf6e71_0_26"/>
          <p:cNvPicPr preferRelativeResize="0"/>
          <p:nvPr/>
        </p:nvPicPr>
        <p:blipFill rotWithShape="1">
          <a:blip r:embed="rId21">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22">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23">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24">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g2c71408be6c_0_2"/>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805" name="Google Shape;805;g2c71408be6c_0_2"/>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06" name="Google Shape;806;g2c71408be6c_0_2"/>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13" name="Google Shape;813;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14" name="Google Shape;814;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15" name="Google Shape;815;g2c186218c5a_0_17"/>
          <p:cNvPicPr preferRelativeResize="0"/>
          <p:nvPr/>
        </p:nvPicPr>
        <p:blipFill rotWithShape="1">
          <a:blip r:embed="rId3">
            <a:alphaModFix/>
          </a:blip>
          <a:srcRect t="149" b="149"/>
          <a:stretch/>
        </p:blipFill>
        <p:spPr>
          <a:xfrm>
            <a:off x="1943800" y="827425"/>
            <a:ext cx="5256401" cy="2101675"/>
          </a:xfrm>
          <a:prstGeom prst="rect">
            <a:avLst/>
          </a:prstGeom>
          <a:noFill/>
          <a:ln>
            <a:noFill/>
          </a:ln>
          <a:effectLst>
            <a:outerShdw blurRad="71438" dist="19050" dir="5400000" algn="bl" rotWithShape="0">
              <a:srgbClr val="000000">
                <a:alpha val="20000"/>
              </a:srgbClr>
            </a:outerShdw>
          </a:effectLst>
        </p:spPr>
      </p:pic>
      <p:cxnSp>
        <p:nvCxnSpPr>
          <p:cNvPr id="816" name="Google Shape;816;g2c186218c5a_0_17"/>
          <p:cNvCxnSpPr/>
          <p:nvPr/>
        </p:nvCxnSpPr>
        <p:spPr>
          <a:xfrm>
            <a:off x="865586" y="3153385"/>
            <a:ext cx="7283100" cy="0"/>
          </a:xfrm>
          <a:prstGeom prst="straightConnector1">
            <a:avLst/>
          </a:prstGeom>
          <a:noFill/>
          <a:ln w="9525" cap="flat" cmpd="sng">
            <a:solidFill>
              <a:srgbClr val="BFBFBF"/>
            </a:solidFill>
            <a:prstDash val="solid"/>
            <a:miter lim="800000"/>
            <a:headEnd type="none" w="sm" len="sm"/>
            <a:tailEnd type="none" w="sm" len="sm"/>
          </a:ln>
        </p:spPr>
      </p:cxnSp>
      <p:pic>
        <p:nvPicPr>
          <p:cNvPr id="817" name="Google Shape;817;g2c186218c5a_0_17"/>
          <p:cNvPicPr preferRelativeResize="0"/>
          <p:nvPr/>
        </p:nvPicPr>
        <p:blipFill rotWithShape="1">
          <a:blip r:embed="rId4">
            <a:alphaModFix/>
          </a:blip>
          <a:srcRect t="39" b="39"/>
          <a:stretch/>
        </p:blipFill>
        <p:spPr>
          <a:xfrm>
            <a:off x="1943800" y="3310100"/>
            <a:ext cx="5256401" cy="2101675"/>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pic>
        <p:nvPicPr>
          <p:cNvPr id="823" name="Google Shape;823;g26b641b03cd_0_185"/>
          <p:cNvPicPr preferRelativeResize="0"/>
          <p:nvPr/>
        </p:nvPicPr>
        <p:blipFill rotWithShape="1">
          <a:blip r:embed="rId3">
            <a:alphaModFix/>
          </a:blip>
          <a:srcRect t="149" b="149"/>
          <a:stretch/>
        </p:blipFill>
        <p:spPr>
          <a:xfrm>
            <a:off x="1943800" y="827425"/>
            <a:ext cx="5256401" cy="2101675"/>
          </a:xfrm>
          <a:prstGeom prst="rect">
            <a:avLst/>
          </a:prstGeom>
          <a:noFill/>
          <a:ln>
            <a:noFill/>
          </a:ln>
          <a:effectLst>
            <a:outerShdw blurRad="71438" dist="19050" dir="5400000" algn="bl" rotWithShape="0">
              <a:srgbClr val="000000">
                <a:alpha val="20000"/>
              </a:srgbClr>
            </a:outerShdw>
          </a:effectLst>
        </p:spPr>
      </p:pic>
      <p:pic>
        <p:nvPicPr>
          <p:cNvPr id="824" name="Google Shape;824;g26b641b03cd_0_185"/>
          <p:cNvPicPr preferRelativeResize="0"/>
          <p:nvPr/>
        </p:nvPicPr>
        <p:blipFill rotWithShape="1">
          <a:blip r:embed="rId4">
            <a:alphaModFix/>
          </a:blip>
          <a:srcRect t="39" b="39"/>
          <a:stretch/>
        </p:blipFill>
        <p:spPr>
          <a:xfrm>
            <a:off x="1943800" y="3310100"/>
            <a:ext cx="5256401" cy="2101675"/>
          </a:xfrm>
          <a:prstGeom prst="rect">
            <a:avLst/>
          </a:prstGeom>
          <a:noFill/>
          <a:ln>
            <a:noFill/>
          </a:ln>
          <a:effectLst>
            <a:outerShdw blurRad="71438" dist="19050" dir="5400000" algn="bl" rotWithShape="0">
              <a:srgbClr val="000000">
                <a:alpha val="20000"/>
              </a:srgbClr>
            </a:outerShdw>
          </a:effectLst>
        </p:spPr>
      </p:pic>
      <p:sp>
        <p:nvSpPr>
          <p:cNvPr id="825" name="Google Shape;825;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26" name="Google Shape;826;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827" name="Google Shape;827;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cxnSp>
        <p:nvCxnSpPr>
          <p:cNvPr id="828" name="Google Shape;828;g26b641b03cd_0_185"/>
          <p:cNvCxnSpPr/>
          <p:nvPr/>
        </p:nvCxnSpPr>
        <p:spPr>
          <a:xfrm>
            <a:off x="865586" y="3153385"/>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29" name="Google Shape;829;g26b641b03cd_0_185"/>
          <p:cNvGrpSpPr/>
          <p:nvPr/>
        </p:nvGrpSpPr>
        <p:grpSpPr>
          <a:xfrm>
            <a:off x="6799775" y="3981075"/>
            <a:ext cx="1558225" cy="830250"/>
            <a:chOff x="3203200" y="2683688"/>
            <a:chExt cx="1558225" cy="830250"/>
          </a:xfrm>
        </p:grpSpPr>
        <p:pic>
          <p:nvPicPr>
            <p:cNvPr id="830" name="Google Shape;830;g26b641b03cd_0_185"/>
            <p:cNvPicPr preferRelativeResize="0"/>
            <p:nvPr/>
          </p:nvPicPr>
          <p:blipFill rotWithShape="1">
            <a:blip r:embed="rId5">
              <a:alphaModFix/>
            </a:blip>
            <a:srcRect/>
            <a:stretch/>
          </p:blipFill>
          <p:spPr>
            <a:xfrm flipH="1">
              <a:off x="3203200" y="2683688"/>
              <a:ext cx="1558225" cy="830250"/>
            </a:xfrm>
            <a:prstGeom prst="rect">
              <a:avLst/>
            </a:prstGeom>
            <a:noFill/>
            <a:ln>
              <a:noFill/>
            </a:ln>
          </p:spPr>
        </p:pic>
        <p:sp>
          <p:nvSpPr>
            <p:cNvPr id="831" name="Google Shape;831;g26b641b03cd_0_185"/>
            <p:cNvSpPr txBox="1"/>
            <p:nvPr/>
          </p:nvSpPr>
          <p:spPr>
            <a:xfrm>
              <a:off x="3470899" y="2689358"/>
              <a:ext cx="1208100" cy="558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3500"/>
                <a:buFont typeface="Arial"/>
                <a:buNone/>
              </a:pPr>
              <a:r>
                <a:rPr lang="en-US" sz="3500" b="0" i="0" u="none" strike="noStrike" cap="none">
                  <a:solidFill>
                    <a:srgbClr val="00904C"/>
                  </a:solidFill>
                  <a:latin typeface="Jost"/>
                  <a:ea typeface="Jost"/>
                  <a:cs typeface="Jost"/>
                  <a:sym typeface="Jost"/>
                </a:rPr>
                <a:t>/o</a:t>
              </a:r>
              <a:r>
                <a:rPr lang="en-US" sz="3000" b="0" i="0" u="none" strike="noStrike" cap="none">
                  <a:solidFill>
                    <a:srgbClr val="00904C"/>
                  </a:solidFill>
                  <a:latin typeface="Poppins"/>
                  <a:ea typeface="Poppins"/>
                  <a:cs typeface="Poppins"/>
                  <a:sym typeface="Poppins"/>
                </a:rPr>
                <a:t>a</a:t>
              </a:r>
              <a:r>
                <a:rPr lang="en-US" sz="3500" b="0" i="0" u="none" strike="noStrike" cap="none">
                  <a:solidFill>
                    <a:srgbClr val="00904C"/>
                  </a:solidFill>
                  <a:latin typeface="Jost"/>
                  <a:ea typeface="Jost"/>
                  <a:cs typeface="Jost"/>
                  <a:sym typeface="Jost"/>
                </a:rPr>
                <a:t>/</a:t>
              </a:r>
              <a:endParaRPr sz="3500" b="0" i="0" u="none" strike="noStrike" cap="none">
                <a:solidFill>
                  <a:srgbClr val="000000"/>
                </a:solidFill>
                <a:latin typeface="Jost"/>
                <a:ea typeface="Jost"/>
                <a:cs typeface="Jost"/>
                <a:sym typeface="Jost"/>
              </a:endParaRPr>
            </a:p>
          </p:txBody>
        </p:sp>
      </p:grpSp>
      <p:grpSp>
        <p:nvGrpSpPr>
          <p:cNvPr id="832" name="Google Shape;832;g26b641b03cd_0_185"/>
          <p:cNvGrpSpPr/>
          <p:nvPr/>
        </p:nvGrpSpPr>
        <p:grpSpPr>
          <a:xfrm>
            <a:off x="6799775" y="1463138"/>
            <a:ext cx="1558225" cy="830250"/>
            <a:chOff x="3203200" y="2683688"/>
            <a:chExt cx="1558225" cy="830250"/>
          </a:xfrm>
        </p:grpSpPr>
        <p:pic>
          <p:nvPicPr>
            <p:cNvPr id="833" name="Google Shape;833;g26b641b03cd_0_185"/>
            <p:cNvPicPr preferRelativeResize="0"/>
            <p:nvPr/>
          </p:nvPicPr>
          <p:blipFill rotWithShape="1">
            <a:blip r:embed="rId5">
              <a:alphaModFix/>
            </a:blip>
            <a:srcRect/>
            <a:stretch/>
          </p:blipFill>
          <p:spPr>
            <a:xfrm flipH="1">
              <a:off x="3203200" y="2683688"/>
              <a:ext cx="1558225" cy="830250"/>
            </a:xfrm>
            <a:prstGeom prst="rect">
              <a:avLst/>
            </a:prstGeom>
            <a:noFill/>
            <a:ln>
              <a:noFill/>
            </a:ln>
          </p:spPr>
        </p:pic>
        <p:sp>
          <p:nvSpPr>
            <p:cNvPr id="834" name="Google Shape;834;g26b641b03cd_0_185"/>
            <p:cNvSpPr txBox="1"/>
            <p:nvPr/>
          </p:nvSpPr>
          <p:spPr>
            <a:xfrm>
              <a:off x="3470899" y="2689358"/>
              <a:ext cx="1208100" cy="558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500"/>
                <a:buFont typeface="Arial"/>
                <a:buNone/>
              </a:pPr>
              <a:r>
                <a:rPr lang="en-US" sz="3500" b="0" i="0" u="none" strike="noStrike" cap="none">
                  <a:solidFill>
                    <a:srgbClr val="00904C"/>
                  </a:solidFill>
                  <a:latin typeface="Jost"/>
                  <a:ea typeface="Jost"/>
                  <a:cs typeface="Jost"/>
                  <a:sym typeface="Jost"/>
                </a:rPr>
                <a:t>/o</a:t>
              </a:r>
              <a:r>
                <a:rPr lang="en-US" sz="3000" b="0" i="0" u="none" strike="noStrike" cap="none">
                  <a:solidFill>
                    <a:srgbClr val="00904C"/>
                  </a:solidFill>
                  <a:latin typeface="Poppins"/>
                  <a:ea typeface="Poppins"/>
                  <a:cs typeface="Poppins"/>
                  <a:sym typeface="Poppins"/>
                </a:rPr>
                <a:t>a</a:t>
              </a:r>
              <a:r>
                <a:rPr lang="en-US" sz="3500" b="0" i="0" u="none" strike="noStrike" cap="none">
                  <a:solidFill>
                    <a:srgbClr val="00904C"/>
                  </a:solidFill>
                  <a:latin typeface="Jost"/>
                  <a:ea typeface="Jost"/>
                  <a:cs typeface="Jost"/>
                  <a:sym typeface="Jost"/>
                </a:rPr>
                <a:t>/</a:t>
              </a:r>
              <a:endParaRPr sz="3500" b="0" i="0" u="none" strike="noStrike" cap="none">
                <a:solidFill>
                  <a:srgbClr val="00904C"/>
                </a:solidFill>
                <a:latin typeface="Jost"/>
                <a:ea typeface="Jost"/>
                <a:cs typeface="Jost"/>
                <a:sym typeface="Jost"/>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41" name="Google Shape;841;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842" name="Google Shape;842;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843" name="Google Shape;843;g2c186218c5a_0_25"/>
          <p:cNvPicPr preferRelativeResize="0"/>
          <p:nvPr/>
        </p:nvPicPr>
        <p:blipFill rotWithShape="1">
          <a:blip r:embed="rId3">
            <a:alphaModFix/>
          </a:blip>
          <a:srcRect l="19" r="29"/>
          <a:stretch/>
        </p:blipFill>
        <p:spPr>
          <a:xfrm>
            <a:off x="1441162" y="1197025"/>
            <a:ext cx="2826422" cy="4000649"/>
          </a:xfrm>
          <a:prstGeom prst="rect">
            <a:avLst/>
          </a:prstGeom>
          <a:noFill/>
          <a:ln>
            <a:noFill/>
          </a:ln>
          <a:effectLst>
            <a:outerShdw blurRad="71438" dist="19050" dir="5400000" algn="bl" rotWithShape="0">
              <a:srgbClr val="000000">
                <a:alpha val="18039"/>
              </a:srgbClr>
            </a:outerShdw>
          </a:effectLst>
        </p:spPr>
      </p:pic>
      <p:cxnSp>
        <p:nvCxnSpPr>
          <p:cNvPr id="844" name="Google Shape;844;g2c186218c5a_0_25"/>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845" name="Google Shape;845;g2c186218c5a_0_25"/>
          <p:cNvPicPr preferRelativeResize="0"/>
          <p:nvPr/>
        </p:nvPicPr>
        <p:blipFill rotWithShape="1">
          <a:blip r:embed="rId4">
            <a:alphaModFix/>
          </a:blip>
          <a:srcRect l="19" r="29"/>
          <a:stretch/>
        </p:blipFill>
        <p:spPr>
          <a:xfrm>
            <a:off x="4876415" y="1197025"/>
            <a:ext cx="2826422" cy="4000649"/>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52" name="Google Shape;852;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853" name="Google Shape;853;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cxnSp>
        <p:nvCxnSpPr>
          <p:cNvPr id="854" name="Google Shape;854;g26b641b03cd_0_192"/>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855" name="Google Shape;855;g26b641b03cd_0_192"/>
          <p:cNvPicPr preferRelativeResize="0"/>
          <p:nvPr/>
        </p:nvPicPr>
        <p:blipFill rotWithShape="1">
          <a:blip r:embed="rId3">
            <a:alphaModFix/>
          </a:blip>
          <a:srcRect l="19" r="29"/>
          <a:stretch/>
        </p:blipFill>
        <p:spPr>
          <a:xfrm>
            <a:off x="1441162" y="1197025"/>
            <a:ext cx="2826422" cy="4000649"/>
          </a:xfrm>
          <a:prstGeom prst="rect">
            <a:avLst/>
          </a:prstGeom>
          <a:noFill/>
          <a:ln>
            <a:noFill/>
          </a:ln>
          <a:effectLst>
            <a:outerShdw blurRad="71438" dist="19050" dir="5400000" algn="bl" rotWithShape="0">
              <a:srgbClr val="000000">
                <a:alpha val="18039"/>
              </a:srgbClr>
            </a:outerShdw>
          </a:effectLst>
        </p:spPr>
      </p:pic>
      <p:pic>
        <p:nvPicPr>
          <p:cNvPr id="856" name="Google Shape;856;g26b641b03cd_0_192"/>
          <p:cNvPicPr preferRelativeResize="0"/>
          <p:nvPr/>
        </p:nvPicPr>
        <p:blipFill rotWithShape="1">
          <a:blip r:embed="rId4">
            <a:alphaModFix/>
          </a:blip>
          <a:srcRect l="19" r="29"/>
          <a:stretch/>
        </p:blipFill>
        <p:spPr>
          <a:xfrm>
            <a:off x="4876415" y="1197025"/>
            <a:ext cx="2826422" cy="4000649"/>
          </a:xfrm>
          <a:prstGeom prst="rect">
            <a:avLst/>
          </a:prstGeom>
          <a:noFill/>
          <a:ln>
            <a:noFill/>
          </a:ln>
          <a:effectLst>
            <a:outerShdw blurRad="71438" dist="19050" dir="5400000" algn="bl" rotWithShape="0">
              <a:srgbClr val="000000">
                <a:alpha val="18039"/>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63" name="Google Shape;863;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64" name="Google Shape;864;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71" name="Google Shape;871;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72" name="Google Shape;872;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3" name="Google Shape;873;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4" name="Google Shape;874;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5" name="Google Shape;875;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76" name="Google Shape;876;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77" name="Google Shape;877;g2c4fd7a3c22_2_0"/>
          <p:cNvGrpSpPr/>
          <p:nvPr/>
        </p:nvGrpSpPr>
        <p:grpSpPr>
          <a:xfrm>
            <a:off x="304250" y="6984600"/>
            <a:ext cx="8330829" cy="808600"/>
            <a:chOff x="-152950" y="7365600"/>
            <a:chExt cx="8330829" cy="808600"/>
          </a:xfrm>
        </p:grpSpPr>
        <p:sp>
          <p:nvSpPr>
            <p:cNvPr id="878" name="Google Shape;878;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79" name="Google Shape;879;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80" name="Google Shape;880;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81" name="Google Shape;881;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82" name="Google Shape;882;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83" name="Google Shape;883;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84" name="Google Shape;884;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85" name="Google Shape;885;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86" name="Google Shape;886;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7" name="Google Shape;887;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88" name="Google Shape;888;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9" name="Google Shape;889;g2c4fd7a3c22_2_0"/>
          <p:cNvSpPr/>
          <p:nvPr/>
        </p:nvSpPr>
        <p:spPr>
          <a:xfrm>
            <a:off x="27920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0" name="Google Shape;890;g2c4fd7a3c22_2_0"/>
          <p:cNvSpPr/>
          <p:nvPr/>
        </p:nvSpPr>
        <p:spPr>
          <a:xfrm>
            <a:off x="5961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1" name="Google Shape;891;g2c4fd7a3c22_2_0"/>
          <p:cNvSpPr txBox="1"/>
          <p:nvPr/>
        </p:nvSpPr>
        <p:spPr>
          <a:xfrm>
            <a:off x="5392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92" name="Google Shape;892;g2c4fd7a3c22_2_0"/>
          <p:cNvSpPr txBox="1"/>
          <p:nvPr/>
        </p:nvSpPr>
        <p:spPr>
          <a:xfrm>
            <a:off x="22223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893" name="Google Shape;893;g2c4fd7a3c22_2_0"/>
          <p:cNvSpPr txBox="1"/>
          <p:nvPr/>
        </p:nvSpPr>
        <p:spPr>
          <a:xfrm>
            <a:off x="3280800" y="1308025"/>
            <a:ext cx="265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00904C"/>
                </a:solidFill>
                <a:latin typeface="Jost"/>
                <a:ea typeface="Jost"/>
                <a:cs typeface="Jost"/>
                <a:sym typeface="Jost"/>
              </a:rPr>
              <a:t>o</a:t>
            </a:r>
            <a:r>
              <a:rPr lang="en-US" sz="12700" b="0" i="0" u="none" strike="noStrike" cap="none">
                <a:solidFill>
                  <a:srgbClr val="00904C"/>
                </a:solidFill>
                <a:latin typeface="Poppins"/>
                <a:ea typeface="Poppins"/>
                <a:cs typeface="Poppins"/>
                <a:sym typeface="Poppins"/>
              </a:rPr>
              <a:t>a</a:t>
            </a:r>
            <a:endParaRPr sz="12700" b="0" i="0" u="none" strike="noStrike" cap="none">
              <a:solidFill>
                <a:srgbClr val="00904C"/>
              </a:solidFill>
              <a:latin typeface="Poppins"/>
              <a:ea typeface="Poppins"/>
              <a:cs typeface="Poppins"/>
              <a:sym typeface="Poppins"/>
            </a:endParaRPr>
          </a:p>
        </p:txBody>
      </p:sp>
      <p:sp>
        <p:nvSpPr>
          <p:cNvPr id="894" name="Google Shape;894;g2c4fd7a3c22_2_0"/>
          <p:cNvSpPr/>
          <p:nvPr/>
        </p:nvSpPr>
        <p:spPr>
          <a:xfrm>
            <a:off x="3664955" y="4011888"/>
            <a:ext cx="18903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904C"/>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g2d067646115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1" name="Google Shape;901;g2d067646115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2" name="Google Shape;902;g2d067646115_0_6"/>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3" name="Google Shape;903;g2d067646115_0_6"/>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4" name="Google Shape;904;g2d067646115_0_6"/>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5" name="Google Shape;905;g2d067646115_0_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6" name="Google Shape;906;g2d067646115_0_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07" name="Google Shape;907;g2d067646115_0_6"/>
          <p:cNvGrpSpPr/>
          <p:nvPr/>
        </p:nvGrpSpPr>
        <p:grpSpPr>
          <a:xfrm>
            <a:off x="304250" y="6984600"/>
            <a:ext cx="8330829" cy="808600"/>
            <a:chOff x="-152950" y="7365600"/>
            <a:chExt cx="8330829" cy="808600"/>
          </a:xfrm>
        </p:grpSpPr>
        <p:sp>
          <p:nvSpPr>
            <p:cNvPr id="908" name="Google Shape;908;g2d067646115_0_6"/>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09" name="Google Shape;909;g2d067646115_0_6"/>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0" name="Google Shape;910;g2d067646115_0_6"/>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1" name="Google Shape;911;g2d067646115_0_6"/>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2" name="Google Shape;912;g2d067646115_0_6"/>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3" name="Google Shape;913;g2d067646115_0_6"/>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4" name="Google Shape;914;g2d067646115_0_6"/>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5" name="Google Shape;915;g2d067646115_0_6"/>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16" name="Google Shape;916;g2d067646115_0_6"/>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7" name="Google Shape;917;g2d067646115_0_6"/>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18" name="Google Shape;918;g2d067646115_0_6"/>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9" name="Google Shape;919;g2d067646115_0_6"/>
          <p:cNvSpPr/>
          <p:nvPr/>
        </p:nvSpPr>
        <p:spPr>
          <a:xfrm>
            <a:off x="33212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0" name="Google Shape;920;g2d067646115_0_6"/>
          <p:cNvSpPr txBox="1"/>
          <p:nvPr/>
        </p:nvSpPr>
        <p:spPr>
          <a:xfrm>
            <a:off x="27515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21" name="Google Shape;921;g2d067646115_0_6"/>
          <p:cNvSpPr txBox="1"/>
          <p:nvPr/>
        </p:nvSpPr>
        <p:spPr>
          <a:xfrm>
            <a:off x="3733813" y="1308025"/>
            <a:ext cx="265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6C4028"/>
                </a:solidFill>
                <a:latin typeface="Jost"/>
                <a:ea typeface="Jost"/>
                <a:cs typeface="Jost"/>
                <a:sym typeface="Jost"/>
              </a:rPr>
              <a:t>ow</a:t>
            </a:r>
            <a:endParaRPr sz="15000" b="0" i="0" u="none" strike="noStrike" cap="none">
              <a:solidFill>
                <a:srgbClr val="6C4028"/>
              </a:solidFill>
              <a:latin typeface="Jost"/>
              <a:ea typeface="Jost"/>
              <a:cs typeface="Jost"/>
              <a:sym typeface="Jost"/>
            </a:endParaRPr>
          </a:p>
        </p:txBody>
      </p:sp>
      <p:sp>
        <p:nvSpPr>
          <p:cNvPr id="922" name="Google Shape;922;g2d067646115_0_6"/>
          <p:cNvSpPr/>
          <p:nvPr/>
        </p:nvSpPr>
        <p:spPr>
          <a:xfrm>
            <a:off x="4117967" y="4011888"/>
            <a:ext cx="18903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g2d067646115_0_4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9" name="Google Shape;929;g2d067646115_0_4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0" name="Google Shape;930;g2d067646115_0_41"/>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1" name="Google Shape;931;g2d067646115_0_41"/>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2" name="Google Shape;932;g2d067646115_0_41"/>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3" name="Google Shape;933;g2d067646115_0_4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4" name="Google Shape;934;g2d067646115_0_4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35" name="Google Shape;935;g2d067646115_0_41"/>
          <p:cNvGrpSpPr/>
          <p:nvPr/>
        </p:nvGrpSpPr>
        <p:grpSpPr>
          <a:xfrm>
            <a:off x="304250" y="6984600"/>
            <a:ext cx="8330829" cy="808600"/>
            <a:chOff x="-152950" y="7365600"/>
            <a:chExt cx="8330829" cy="808600"/>
          </a:xfrm>
        </p:grpSpPr>
        <p:sp>
          <p:nvSpPr>
            <p:cNvPr id="936" name="Google Shape;936;g2d067646115_0_41"/>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37" name="Google Shape;937;g2d067646115_0_41"/>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38" name="Google Shape;938;g2d067646115_0_41"/>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9" name="Google Shape;939;g2d067646115_0_41"/>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0" name="Google Shape;940;g2d067646115_0_41"/>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1" name="Google Shape;941;g2d067646115_0_41"/>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2" name="Google Shape;942;g2d067646115_0_41"/>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3" name="Google Shape;943;g2d067646115_0_41"/>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44" name="Google Shape;944;g2d067646115_0_41"/>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5" name="Google Shape;945;g2d067646115_0_41"/>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46" name="Google Shape;946;g2d067646115_0_4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7" name="Google Shape;947;g2d067646115_0_41"/>
          <p:cNvSpPr/>
          <p:nvPr/>
        </p:nvSpPr>
        <p:spPr>
          <a:xfrm>
            <a:off x="2868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8" name="Google Shape;948;g2d067646115_0_41"/>
          <p:cNvSpPr/>
          <p:nvPr/>
        </p:nvSpPr>
        <p:spPr>
          <a:xfrm>
            <a:off x="5885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9" name="Google Shape;949;g2d067646115_0_41"/>
          <p:cNvSpPr txBox="1"/>
          <p:nvPr/>
        </p:nvSpPr>
        <p:spPr>
          <a:xfrm>
            <a:off x="5316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50" name="Google Shape;950;g2d067646115_0_41"/>
          <p:cNvSpPr txBox="1"/>
          <p:nvPr/>
        </p:nvSpPr>
        <p:spPr>
          <a:xfrm>
            <a:off x="2298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951" name="Google Shape;951;g2d067646115_0_41"/>
          <p:cNvSpPr txBox="1"/>
          <p:nvPr/>
        </p:nvSpPr>
        <p:spPr>
          <a:xfrm>
            <a:off x="3280800" y="1308025"/>
            <a:ext cx="265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00904C"/>
                </a:solidFill>
                <a:latin typeface="Jost"/>
                <a:ea typeface="Jost"/>
                <a:cs typeface="Jost"/>
                <a:sym typeface="Jost"/>
              </a:rPr>
              <a:t>o</a:t>
            </a:r>
            <a:r>
              <a:rPr lang="en-US" sz="12700" b="0" i="0" u="none" strike="noStrike" cap="none">
                <a:solidFill>
                  <a:srgbClr val="00904C"/>
                </a:solidFill>
                <a:latin typeface="Poppins"/>
                <a:ea typeface="Poppins"/>
                <a:cs typeface="Poppins"/>
                <a:sym typeface="Poppins"/>
              </a:rPr>
              <a:t>a</a:t>
            </a:r>
            <a:endParaRPr sz="12700" b="0" i="0" u="none" strike="noStrike" cap="none">
              <a:solidFill>
                <a:srgbClr val="00904C"/>
              </a:solidFill>
              <a:latin typeface="Poppins"/>
              <a:ea typeface="Poppins"/>
              <a:cs typeface="Poppins"/>
              <a:sym typeface="Poppins"/>
            </a:endParaRPr>
          </a:p>
        </p:txBody>
      </p:sp>
      <p:sp>
        <p:nvSpPr>
          <p:cNvPr id="952" name="Google Shape;952;g2d067646115_0_41"/>
          <p:cNvSpPr/>
          <p:nvPr/>
        </p:nvSpPr>
        <p:spPr>
          <a:xfrm>
            <a:off x="3664955" y="4011888"/>
            <a:ext cx="18903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904C"/>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g2d067646115_0_7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9" name="Google Shape;959;g2d067646115_0_7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0" name="Google Shape;960;g2d067646115_0_7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1" name="Google Shape;961;g2d067646115_0_7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2" name="Google Shape;962;g2d067646115_0_7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3" name="Google Shape;963;g2d067646115_0_7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4" name="Google Shape;964;g2d067646115_0_7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65" name="Google Shape;965;g2d067646115_0_70"/>
          <p:cNvGrpSpPr/>
          <p:nvPr/>
        </p:nvGrpSpPr>
        <p:grpSpPr>
          <a:xfrm>
            <a:off x="304250" y="6984600"/>
            <a:ext cx="8330829" cy="808600"/>
            <a:chOff x="-152950" y="7365600"/>
            <a:chExt cx="8330829" cy="808600"/>
          </a:xfrm>
        </p:grpSpPr>
        <p:sp>
          <p:nvSpPr>
            <p:cNvPr id="966" name="Google Shape;966;g2d067646115_0_7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7" name="Google Shape;967;g2d067646115_0_7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8" name="Google Shape;968;g2d067646115_0_7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9" name="Google Shape;969;g2d067646115_0_7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0" name="Google Shape;970;g2d067646115_0_7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1" name="Google Shape;971;g2d067646115_0_7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2" name="Google Shape;972;g2d067646115_0_7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3" name="Google Shape;973;g2d067646115_0_7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74" name="Google Shape;974;g2d067646115_0_7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5" name="Google Shape;975;g2d067646115_0_7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76" name="Google Shape;976;g2d067646115_0_7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7" name="Google Shape;977;g2d067646115_0_70"/>
          <p:cNvSpPr/>
          <p:nvPr/>
        </p:nvSpPr>
        <p:spPr>
          <a:xfrm>
            <a:off x="33593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8" name="Google Shape;978;g2d067646115_0_70"/>
          <p:cNvSpPr txBox="1"/>
          <p:nvPr/>
        </p:nvSpPr>
        <p:spPr>
          <a:xfrm>
            <a:off x="27896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79" name="Google Shape;979;g2d067646115_0_70"/>
          <p:cNvSpPr txBox="1"/>
          <p:nvPr/>
        </p:nvSpPr>
        <p:spPr>
          <a:xfrm>
            <a:off x="3695713" y="1308025"/>
            <a:ext cx="265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6C4028"/>
                </a:solidFill>
                <a:latin typeface="Jost"/>
                <a:ea typeface="Jost"/>
                <a:cs typeface="Jost"/>
                <a:sym typeface="Jost"/>
              </a:rPr>
              <a:t>ow</a:t>
            </a:r>
            <a:endParaRPr sz="15000" b="0" i="0" u="none" strike="noStrike" cap="none">
              <a:solidFill>
                <a:srgbClr val="6C4028"/>
              </a:solidFill>
              <a:latin typeface="Jost"/>
              <a:ea typeface="Jost"/>
              <a:cs typeface="Jost"/>
              <a:sym typeface="Jost"/>
            </a:endParaRPr>
          </a:p>
        </p:txBody>
      </p:sp>
      <p:sp>
        <p:nvSpPr>
          <p:cNvPr id="980" name="Google Shape;980;g2d067646115_0_70"/>
          <p:cNvSpPr/>
          <p:nvPr/>
        </p:nvSpPr>
        <p:spPr>
          <a:xfrm>
            <a:off x="4079867" y="4011888"/>
            <a:ext cx="18903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87" name="Google Shape;98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88" name="Google Shape;98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95" name="Google Shape;99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996" name="Google Shape;996;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97" name="Google Shape;997;g26b641b03cd_0_204"/>
          <p:cNvPicPr preferRelativeResize="0"/>
          <p:nvPr/>
        </p:nvPicPr>
        <p:blipFill rotWithShape="1">
          <a:blip r:embed="rId3">
            <a:alphaModFix/>
          </a:blip>
          <a:srcRect l="149" r="159"/>
          <a:stretch/>
        </p:blipFill>
        <p:spPr>
          <a:xfrm>
            <a:off x="1599678" y="1550800"/>
            <a:ext cx="2691198" cy="3233051"/>
          </a:xfrm>
          <a:prstGeom prst="rect">
            <a:avLst/>
          </a:prstGeom>
          <a:noFill/>
          <a:ln>
            <a:noFill/>
          </a:ln>
          <a:effectLst>
            <a:outerShdw blurRad="114300" dist="19050" dir="5400000" algn="bl" rotWithShape="0">
              <a:srgbClr val="000000">
                <a:alpha val="20000"/>
              </a:srgbClr>
            </a:outerShdw>
          </a:effectLst>
        </p:spPr>
      </p:pic>
      <p:cxnSp>
        <p:nvCxnSpPr>
          <p:cNvPr id="998" name="Google Shape;998;g26b641b03cd_0_204"/>
          <p:cNvCxnSpPr/>
          <p:nvPr/>
        </p:nvCxnSpPr>
        <p:spPr>
          <a:xfrm>
            <a:off x="457200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999" name="Google Shape;999;g26b641b03cd_0_204"/>
          <p:cNvPicPr preferRelativeResize="0"/>
          <p:nvPr/>
        </p:nvPicPr>
        <p:blipFill rotWithShape="1">
          <a:blip r:embed="rId4">
            <a:alphaModFix/>
          </a:blip>
          <a:srcRect l="79" r="89"/>
          <a:stretch/>
        </p:blipFill>
        <p:spPr>
          <a:xfrm>
            <a:off x="4853130" y="1550800"/>
            <a:ext cx="2691198" cy="323305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1006" name="Google Shape;1006;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07" name="Google Shape;100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cxnSp>
        <p:nvCxnSpPr>
          <p:cNvPr id="1008" name="Google Shape;1008;g2c186218c5a_0_48"/>
          <p:cNvCxnSpPr/>
          <p:nvPr/>
        </p:nvCxnSpPr>
        <p:spPr>
          <a:xfrm>
            <a:off x="4571997"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09" name="Google Shape;1009;g2c186218c5a_0_48"/>
          <p:cNvPicPr preferRelativeResize="0"/>
          <p:nvPr/>
        </p:nvPicPr>
        <p:blipFill rotWithShape="1">
          <a:blip r:embed="rId3">
            <a:alphaModFix/>
          </a:blip>
          <a:srcRect l="149" r="159"/>
          <a:stretch/>
        </p:blipFill>
        <p:spPr>
          <a:xfrm>
            <a:off x="1599678" y="1550800"/>
            <a:ext cx="2691198" cy="3233051"/>
          </a:xfrm>
          <a:prstGeom prst="rect">
            <a:avLst/>
          </a:prstGeom>
          <a:noFill/>
          <a:ln>
            <a:noFill/>
          </a:ln>
          <a:effectLst>
            <a:outerShdw blurRad="114300" dist="19050" dir="5400000" algn="bl" rotWithShape="0">
              <a:srgbClr val="000000">
                <a:alpha val="20000"/>
              </a:srgbClr>
            </a:outerShdw>
          </a:effectLst>
        </p:spPr>
      </p:pic>
      <p:pic>
        <p:nvPicPr>
          <p:cNvPr id="1010" name="Google Shape;1010;g2c186218c5a_0_48"/>
          <p:cNvPicPr preferRelativeResize="0"/>
          <p:nvPr/>
        </p:nvPicPr>
        <p:blipFill rotWithShape="1">
          <a:blip r:embed="rId4">
            <a:alphaModFix/>
          </a:blip>
          <a:srcRect l="79" r="89"/>
          <a:stretch/>
        </p:blipFill>
        <p:spPr>
          <a:xfrm>
            <a:off x="4853130" y="1550800"/>
            <a:ext cx="2691198" cy="323305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15"/>
        <p:cNvGrpSpPr/>
        <p:nvPr/>
      </p:nvGrpSpPr>
      <p:grpSpPr>
        <a:xfrm>
          <a:off x="0" y="0"/>
          <a:ext cx="0" cy="0"/>
          <a:chOff x="0" y="0"/>
          <a:chExt cx="0" cy="0"/>
        </a:xfrm>
      </p:grpSpPr>
      <p:sp>
        <p:nvSpPr>
          <p:cNvPr id="1016" name="Google Shape;1016;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17" name="Google Shape;1017;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18" name="Google Shape;1018;g26b641b03cd_0_213"/>
          <p:cNvPicPr preferRelativeResize="0"/>
          <p:nvPr/>
        </p:nvPicPr>
        <p:blipFill rotWithShape="1">
          <a:blip r:embed="rId3">
            <a:alphaModFix/>
          </a:blip>
          <a:srcRect l="129" r="139"/>
          <a:stretch/>
        </p:blipFill>
        <p:spPr>
          <a:xfrm>
            <a:off x="1645875" y="1365375"/>
            <a:ext cx="2597600" cy="3621551"/>
          </a:xfrm>
          <a:prstGeom prst="rect">
            <a:avLst/>
          </a:prstGeom>
          <a:noFill/>
          <a:ln>
            <a:noFill/>
          </a:ln>
          <a:effectLst>
            <a:outerShdw blurRad="85725" dist="19050" dir="5400000" algn="bl" rotWithShape="0">
              <a:srgbClr val="000000">
                <a:alpha val="20000"/>
              </a:srgbClr>
            </a:outerShdw>
          </a:effectLst>
        </p:spPr>
      </p:pic>
      <p:sp>
        <p:nvSpPr>
          <p:cNvPr id="1019" name="Google Shape;1019;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cxnSp>
        <p:nvCxnSpPr>
          <p:cNvPr id="1020" name="Google Shape;1020;g26b641b03cd_0_213"/>
          <p:cNvCxnSpPr/>
          <p:nvPr/>
        </p:nvCxnSpPr>
        <p:spPr>
          <a:xfrm>
            <a:off x="457201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21" name="Google Shape;1021;g26b641b03cd_0_213"/>
          <p:cNvPicPr preferRelativeResize="0"/>
          <p:nvPr/>
        </p:nvPicPr>
        <p:blipFill rotWithShape="1">
          <a:blip r:embed="rId4">
            <a:alphaModFix/>
          </a:blip>
          <a:srcRect l="228" r="228"/>
          <a:stretch/>
        </p:blipFill>
        <p:spPr>
          <a:xfrm>
            <a:off x="4900525"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1028" name="Google Shape;1028;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29" name="Google Shape;1029;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cxnSp>
        <p:nvCxnSpPr>
          <p:cNvPr id="1030" name="Google Shape;1030;g2c186218c5a_0_149"/>
          <p:cNvCxnSpPr/>
          <p:nvPr/>
        </p:nvCxnSpPr>
        <p:spPr>
          <a:xfrm>
            <a:off x="4572010" y="997375"/>
            <a:ext cx="0" cy="4407900"/>
          </a:xfrm>
          <a:prstGeom prst="straightConnector1">
            <a:avLst/>
          </a:prstGeom>
          <a:noFill/>
          <a:ln w="9525" cap="flat" cmpd="sng">
            <a:solidFill>
              <a:srgbClr val="BFBFBF"/>
            </a:solidFill>
            <a:prstDash val="solid"/>
            <a:miter lim="800000"/>
            <a:headEnd type="none" w="sm" len="sm"/>
            <a:tailEnd type="none" w="sm" len="sm"/>
          </a:ln>
        </p:spPr>
      </p:cxnSp>
      <p:pic>
        <p:nvPicPr>
          <p:cNvPr id="1031" name="Google Shape;1031;g2c186218c5a_0_149"/>
          <p:cNvPicPr preferRelativeResize="0"/>
          <p:nvPr/>
        </p:nvPicPr>
        <p:blipFill rotWithShape="1">
          <a:blip r:embed="rId3">
            <a:alphaModFix/>
          </a:blip>
          <a:srcRect l="129" r="139"/>
          <a:stretch/>
        </p:blipFill>
        <p:spPr>
          <a:xfrm>
            <a:off x="1645875" y="1365375"/>
            <a:ext cx="2597600" cy="3621551"/>
          </a:xfrm>
          <a:prstGeom prst="rect">
            <a:avLst/>
          </a:prstGeom>
          <a:noFill/>
          <a:ln>
            <a:noFill/>
          </a:ln>
          <a:effectLst>
            <a:outerShdw blurRad="85725" dist="19050" dir="5400000" algn="bl" rotWithShape="0">
              <a:srgbClr val="000000">
                <a:alpha val="20000"/>
              </a:srgbClr>
            </a:outerShdw>
          </a:effectLst>
        </p:spPr>
      </p:pic>
      <p:pic>
        <p:nvPicPr>
          <p:cNvPr id="1032" name="Google Shape;1032;g2c186218c5a_0_149"/>
          <p:cNvPicPr preferRelativeResize="0"/>
          <p:nvPr/>
        </p:nvPicPr>
        <p:blipFill rotWithShape="1">
          <a:blip r:embed="rId4">
            <a:alphaModFix/>
          </a:blip>
          <a:srcRect l="228" r="228"/>
          <a:stretch/>
        </p:blipFill>
        <p:spPr>
          <a:xfrm>
            <a:off x="4900525"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357</Words>
  <Application>Microsoft Office PowerPoint</Application>
  <PresentationFormat>On-screen Show (4:3)</PresentationFormat>
  <Paragraphs>146</Paragraphs>
  <Slides>19</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Nunito Black</vt:lpstr>
      <vt:lpstr>Jost</vt:lpstr>
      <vt:lpstr>Calibri</vt:lpstr>
      <vt:lpstr>Poppins Medium</vt:lpstr>
      <vt:lpstr>Poppins SemiBold</vt:lpstr>
      <vt:lpstr>Mulish</vt:lpstr>
      <vt:lpstr>Poppins</vt:lpstr>
      <vt:lpstr>Office Theme</vt:lpstr>
      <vt:lpstr>PowerPoint Presentation</vt:lpstr>
      <vt:lpstr>PowerPoint Presentation</vt:lpstr>
      <vt:lpstr>Recall all GPCs learned so far using flashcards.</vt:lpstr>
      <vt:lpstr>Recall all GPCs learned so far using flashcards.</vt:lpstr>
      <vt:lpstr>PowerPoint Presentation</vt:lpstr>
      <vt:lpstr>Hear Phonemes</vt:lpstr>
      <vt:lpstr>Hear Phonemes</vt:lpstr>
      <vt:lpstr>Review Grapheme Caption</vt:lpstr>
      <vt:lpstr>Review Lowercase Formation</vt:lpstr>
      <vt:lpstr>Explain Decoding</vt:lpstr>
      <vt:lpstr>Model Blending Phonemes</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2026-04-29T05:29:30Z</dcterms:modified>
</cp:coreProperties>
</file>