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Finger Paint" panose="020B0604020202020204" charset="0"/>
      <p:regular r:id="rId28"/>
    </p:embeddedFont>
    <p:embeddedFont>
      <p:font typeface="Jost" panose="020B0604020202020204" charset="0"/>
      <p:regular r:id="rId29"/>
      <p:bold r:id="rId30"/>
      <p:italic r:id="rId31"/>
      <p:boldItalic r:id="rId32"/>
    </p:embeddedFont>
    <p:embeddedFont>
      <p:font typeface="Mulish" panose="020B0604020202020204" charset="0"/>
      <p:regular r:id="rId33"/>
      <p:bold r:id="rId34"/>
      <p:italic r:id="rId35"/>
      <p:boldItalic r:id="rId36"/>
    </p:embeddedFont>
    <p:embeddedFont>
      <p:font typeface="Nunito Black" pitchFamily="2" charset="0"/>
      <p:bold r:id="rId37"/>
      <p:boldItalic r:id="rId38"/>
    </p:embeddedFont>
    <p:embeddedFont>
      <p:font typeface="Poppins" panose="00000500000000000000" pitchFamily="2" charset="0"/>
      <p:regular r:id="rId39"/>
      <p:bold r:id="rId40"/>
      <p:italic r:id="rId41"/>
      <p:boldItalic r:id="rId42"/>
    </p:embeddedFont>
    <p:embeddedFont>
      <p:font typeface="Poppins Medium" panose="00000600000000000000" pitchFamily="2" charset="0"/>
      <p:regular r:id="rId43"/>
      <p:bold r:id="rId44"/>
      <p:italic r:id="rId45"/>
      <p:boldItalic r:id="rId46"/>
    </p:embeddedFont>
    <p:embeddedFont>
      <p:font typeface="Poppins SemiBold" panose="00000700000000000000"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iUPX61hPbpg2EY0uLU52LVWsW0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C5608C-AF68-4433-B881-2FF1B2DADD4B}">
  <a:tblStyle styleId="{ECC5608C-AF68-4433-B881-2FF1B2DADD4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font" Target="fonts/font20.fntdata"/><Relationship Id="rId50" Type="http://schemas.openxmlformats.org/officeDocument/2006/relationships/font" Target="fonts/font2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font" Target="fonts/font2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font" Target="fonts/font22.fntdata"/><Relationship Id="rId5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1" name="Google Shape;681;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3" name="Google Shape;72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2c56cd37502_0_77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 name="Google Shape;750;g2c56cd37502_0_7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1" name="Google Shape;751;g2c56cd37502_0_7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2d9dbdce97b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9" name="Google Shape;769;g2d9dbdce97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0" name="Google Shape;770;g2d9dbdce97b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7" name="Google Shape;79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5" name="Google Shape;805;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6" name="Google Shape;806;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4" name="Google Shape;814;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5" name="Google Shape;815;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2" name="Google Shape;822;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3" name="Google Shape;823;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c56cd37502_0_8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c56cd37502_0_8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c56cd37502_0_8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2c56cd37502_0_85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2" name="Google Shape;882;g2c56cd37502_0_8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3" name="Google Shape;883;g2c56cd37502_0_8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0" name="Google Shape;920;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1" name="Google Shape;921;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8" name="Google Shape;938;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9" name="Google Shape;939;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8" name="Google Shape;94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 name="Google Shape;956;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7" name="Google Shape;957;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5" name="Google Shape;965;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2c56cd37502_0_88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4" name="Google Shape;974;g2c56cd37502_0_8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5" name="Google Shape;975;g2c56cd37502_0_88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c56cd37502_0_88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g2c56cd37502_0_8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4" name="Google Shape;984;g2c56cd37502_0_8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2" name="Google Shape;992;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3" name="Google Shape;993;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c56cd37502_0_9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2c56cd37502_0_9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2c56cd37502_0_9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 name="Google Shape;1048;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9" name="Google Shape;1049;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1895358"/>
            <a:ext cx="4850100" cy="10731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 name="Google Shape;59;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grpSp>
        <p:nvGrpSpPr>
          <p:cNvPr id="88" name="Google Shape;88;g26b641b03cd_1_92"/>
          <p:cNvGrpSpPr/>
          <p:nvPr/>
        </p:nvGrpSpPr>
        <p:grpSpPr>
          <a:xfrm>
            <a:off x="-36800" y="-52000"/>
            <a:ext cx="9236100" cy="543750"/>
            <a:chOff x="-36800" y="-52000"/>
            <a:chExt cx="9236100" cy="54375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565600" y="88250"/>
              <a:ext cx="1337400" cy="403500"/>
              <a:chOff x="565600" y="88250"/>
              <a:chExt cx="1337400" cy="403500"/>
            </a:xfrm>
          </p:grpSpPr>
          <p:grpSp>
            <p:nvGrpSpPr>
              <p:cNvPr id="91" name="Google Shape;91;g26b641b03cd_1_92"/>
              <p:cNvGrpSpPr/>
              <p:nvPr/>
            </p:nvGrpSpPr>
            <p:grpSpPr>
              <a:xfrm>
                <a:off x="565600" y="88250"/>
                <a:ext cx="1337400" cy="403500"/>
                <a:chOff x="565600" y="88250"/>
                <a:chExt cx="1337400" cy="403500"/>
              </a:xfrm>
            </p:grpSpPr>
            <p:sp>
              <p:nvSpPr>
                <p:cNvPr id="92" name="Google Shape;92;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 name="Google Shape;93;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4" name="Google Shape;94;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5" name="Google Shape;95;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5"/>
        <p:cNvGrpSpPr/>
        <p:nvPr/>
      </p:nvGrpSpPr>
      <p:grpSpPr>
        <a:xfrm>
          <a:off x="0" y="0"/>
          <a:ext cx="0" cy="0"/>
          <a:chOff x="0" y="0"/>
          <a:chExt cx="0" cy="0"/>
        </a:xfrm>
      </p:grpSpPr>
      <p:sp>
        <p:nvSpPr>
          <p:cNvPr id="106" name="Google Shape;106;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 name="Google Shape;111;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2" name="Google Shape;112;g26b641b03cd_0_33"/>
          <p:cNvGrpSpPr/>
          <p:nvPr/>
        </p:nvGrpSpPr>
        <p:grpSpPr>
          <a:xfrm>
            <a:off x="662575" y="6212475"/>
            <a:ext cx="586800" cy="571500"/>
            <a:chOff x="662575" y="6212475"/>
            <a:chExt cx="586800" cy="571500"/>
          </a:xfrm>
        </p:grpSpPr>
        <p:sp>
          <p:nvSpPr>
            <p:cNvPr id="113" name="Google Shape;113;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6" name="Google Shape;116;g26b641b03cd_0_33"/>
          <p:cNvGrpSpPr/>
          <p:nvPr/>
        </p:nvGrpSpPr>
        <p:grpSpPr>
          <a:xfrm>
            <a:off x="7894350" y="6212475"/>
            <a:ext cx="586800" cy="571500"/>
            <a:chOff x="7894350" y="6212475"/>
            <a:chExt cx="586800" cy="571500"/>
          </a:xfrm>
        </p:grpSpPr>
        <p:sp>
          <p:nvSpPr>
            <p:cNvPr id="117" name="Google Shape;117;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8" name="Google Shape;118;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0" name="Google Shape;12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'll'</a:t>
            </a:r>
            <a:endParaRPr sz="1800" b="0" i="0" u="none" strike="noStrike" cap="none">
              <a:solidFill>
                <a:srgbClr val="FFFFFF"/>
              </a:solidFill>
              <a:latin typeface="Poppins SemiBold"/>
              <a:ea typeface="Poppins SemiBold"/>
              <a:cs typeface="Poppins SemiBold"/>
              <a:sym typeface="Poppins SemiBold"/>
            </a:endParaRPr>
          </a:p>
        </p:txBody>
      </p:sp>
      <p:sp>
        <p:nvSpPr>
          <p:cNvPr id="121" name="Google Shape;12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6 - Tuesday </a:t>
            </a:r>
            <a:endParaRPr sz="1800" b="0" i="0" u="none" strike="noStrike" cap="none">
              <a:solidFill>
                <a:srgbClr val="F7941D"/>
              </a:solidFill>
              <a:latin typeface="Poppins Medium"/>
              <a:ea typeface="Poppins Medium"/>
              <a:cs typeface="Poppins Medium"/>
              <a:sym typeface="Poppins Medium"/>
            </a:endParaRPr>
          </a:p>
        </p:txBody>
      </p:sp>
      <p:sp>
        <p:nvSpPr>
          <p:cNvPr id="122" name="Google Shape;12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27</a:t>
            </a:r>
            <a:endParaRPr sz="1800" b="0" i="0" u="none" strike="noStrike" cap="none">
              <a:solidFill>
                <a:srgbClr val="F7941D"/>
              </a:solidFill>
              <a:latin typeface="Poppins Medium"/>
              <a:ea typeface="Poppins Medium"/>
              <a:cs typeface="Poppins Medium"/>
              <a:sym typeface="Poppins Medium"/>
            </a:endParaRPr>
          </a:p>
        </p:txBody>
      </p:sp>
      <p:sp>
        <p:nvSpPr>
          <p:cNvPr id="123" name="Google Shape;123;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4" name="Google Shape;12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5" name="Google Shape;12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6" name="Google Shape;12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7" name="Google Shape;12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8"/>
        <p:cNvGrpSpPr/>
        <p:nvPr/>
      </p:nvGrpSpPr>
      <p:grpSpPr>
        <a:xfrm>
          <a:off x="0" y="0"/>
          <a:ext cx="0" cy="0"/>
          <a:chOff x="0" y="0"/>
          <a:chExt cx="0" cy="0"/>
        </a:xfrm>
      </p:grpSpPr>
      <p:sp>
        <p:nvSpPr>
          <p:cNvPr id="129" name="Google Shape;12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0" name="Google Shape;13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1" name="Google Shape;13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2" name="Google Shape;13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33" name="Google Shape;133;g26b641b03cd_0_260"/>
          <p:cNvPicPr preferRelativeResize="0"/>
          <p:nvPr/>
        </p:nvPicPr>
        <p:blipFill rotWithShape="1">
          <a:blip r:embed="rId2">
            <a:alphaModFix/>
          </a:blip>
          <a:srcRect/>
          <a:stretch/>
        </p:blipFill>
        <p:spPr>
          <a:xfrm>
            <a:off x="485725" y="5274400"/>
            <a:ext cx="2884177" cy="1390200"/>
          </a:xfrm>
          <a:prstGeom prst="rect">
            <a:avLst/>
          </a:prstGeom>
          <a:noFill/>
          <a:ln>
            <a:noFill/>
          </a:ln>
          <a:effectLst>
            <a:outerShdw blurRad="57150" dist="19050" dir="5400000" algn="bl" rotWithShape="0">
              <a:srgbClr val="000000">
                <a:alpha val="48235"/>
              </a:srgbClr>
            </a:outerShdw>
          </a:effectLst>
        </p:spPr>
      </p:pic>
      <p:grpSp>
        <p:nvGrpSpPr>
          <p:cNvPr id="134" name="Google Shape;134;g26b641b03cd_0_260"/>
          <p:cNvGrpSpPr/>
          <p:nvPr/>
        </p:nvGrpSpPr>
        <p:grpSpPr>
          <a:xfrm>
            <a:off x="8199150" y="5983875"/>
            <a:ext cx="586800" cy="571500"/>
            <a:chOff x="7894350" y="6212475"/>
            <a:chExt cx="586800" cy="571500"/>
          </a:xfrm>
        </p:grpSpPr>
        <p:sp>
          <p:nvSpPr>
            <p:cNvPr id="135" name="Google Shape;13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8" name="Google Shape;138;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9" name="Google Shape;139;g26b641b03cd_0_260"/>
          <p:cNvGrpSpPr/>
          <p:nvPr/>
        </p:nvGrpSpPr>
        <p:grpSpPr>
          <a:xfrm>
            <a:off x="-36800" y="-52000"/>
            <a:ext cx="9236100" cy="543750"/>
            <a:chOff x="-36800" y="-52000"/>
            <a:chExt cx="9236100" cy="543750"/>
          </a:xfrm>
        </p:grpSpPr>
        <p:sp>
          <p:nvSpPr>
            <p:cNvPr id="140" name="Google Shape;14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1" name="Google Shape;141;g26b641b03cd_0_260"/>
            <p:cNvGrpSpPr/>
            <p:nvPr/>
          </p:nvGrpSpPr>
          <p:grpSpPr>
            <a:xfrm>
              <a:off x="565600" y="88250"/>
              <a:ext cx="1337400" cy="403500"/>
              <a:chOff x="565600" y="88250"/>
              <a:chExt cx="1337400" cy="403500"/>
            </a:xfrm>
          </p:grpSpPr>
          <p:grpSp>
            <p:nvGrpSpPr>
              <p:cNvPr id="142" name="Google Shape;142;g26b641b03cd_0_260"/>
              <p:cNvGrpSpPr/>
              <p:nvPr/>
            </p:nvGrpSpPr>
            <p:grpSpPr>
              <a:xfrm>
                <a:off x="565600" y="88250"/>
                <a:ext cx="1337400" cy="403500"/>
                <a:chOff x="565600" y="88250"/>
                <a:chExt cx="1337400" cy="403500"/>
              </a:xfrm>
            </p:grpSpPr>
            <p:sp>
              <p:nvSpPr>
                <p:cNvPr id="143" name="Google Shape;143;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4" name="Google Shape;144;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5" name="Google Shape;145;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6" name="Google Shape;14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7" name="Google Shape;147;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0"/>
        <p:cNvGrpSpPr/>
        <p:nvPr/>
      </p:nvGrpSpPr>
      <p:grpSpPr>
        <a:xfrm>
          <a:off x="0" y="0"/>
          <a:ext cx="0" cy="0"/>
          <a:chOff x="0" y="0"/>
          <a:chExt cx="0" cy="0"/>
        </a:xfrm>
      </p:grpSpPr>
      <p:sp>
        <p:nvSpPr>
          <p:cNvPr id="191" name="Google Shape;191;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2" name="Google Shape;192;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5" name="Google Shape;195;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98" name="Google Shape;198;g2c235dd0dad_1_87"/>
          <p:cNvGrpSpPr/>
          <p:nvPr/>
        </p:nvGrpSpPr>
        <p:grpSpPr>
          <a:xfrm>
            <a:off x="662575" y="6212475"/>
            <a:ext cx="586800" cy="571500"/>
            <a:chOff x="662575" y="6212475"/>
            <a:chExt cx="586800" cy="571500"/>
          </a:xfrm>
        </p:grpSpPr>
        <p:sp>
          <p:nvSpPr>
            <p:cNvPr id="199" name="Google Shape;19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0" name="Google Shape;200;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2" name="Google Shape;202;g2c235dd0dad_1_87"/>
          <p:cNvGrpSpPr/>
          <p:nvPr/>
        </p:nvGrpSpPr>
        <p:grpSpPr>
          <a:xfrm>
            <a:off x="7894350" y="6212475"/>
            <a:ext cx="586800" cy="571500"/>
            <a:chOff x="7894350" y="6212475"/>
            <a:chExt cx="586800" cy="571500"/>
          </a:xfrm>
        </p:grpSpPr>
        <p:sp>
          <p:nvSpPr>
            <p:cNvPr id="203" name="Google Shape;20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6" name="Google Shape;206;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8" name="Google Shape;208;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0" name="Google Shape;210;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1" name="Google Shape;211;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2" name="Google Shape;212;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3" name="Google Shape;213;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4" name="Google Shape;214;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5" name="Google Shape;215;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6" name="Google Shape;216;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7" name="Google Shape;217;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18" name="Google Shape;218;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19" name="Google Shape;219;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0" name="Google Shape;220;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1" name="Google Shape;221;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2"/>
        <p:cNvGrpSpPr/>
        <p:nvPr/>
      </p:nvGrpSpPr>
      <p:grpSpPr>
        <a:xfrm>
          <a:off x="0" y="0"/>
          <a:ext cx="0" cy="0"/>
          <a:chOff x="0" y="0"/>
          <a:chExt cx="0" cy="0"/>
        </a:xfrm>
      </p:grpSpPr>
      <p:sp>
        <p:nvSpPr>
          <p:cNvPr id="223" name="Google Shape;223;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6" name="Google Shape;226;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38" name="Google Shape;238;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9" name="Google Shape;239;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1" name="Google Shape;241;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2" name="Google Shape;242;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3" name="Google Shape;243;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4" name="Google Shape;244;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5" name="Google Shape;245;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6" name="Google Shape;246;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7" name="Google Shape;247;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8" name="Google Shape;248;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9" name="Google Shape;249;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0" name="Google Shape;250;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1" name="Google Shape;251;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2"/>
        <p:cNvGrpSpPr/>
        <p:nvPr/>
      </p:nvGrpSpPr>
      <p:grpSpPr>
        <a:xfrm>
          <a:off x="0" y="0"/>
          <a:ext cx="0" cy="0"/>
          <a:chOff x="0" y="0"/>
          <a:chExt cx="0" cy="0"/>
        </a:xfrm>
      </p:grpSpPr>
      <p:sp>
        <p:nvSpPr>
          <p:cNvPr id="253" name="Google Shape;253;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5" name="Google Shape;255;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6" name="Google Shape;256;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59" name="Google Shape;259;g2c157a2fb06_0_53"/>
          <p:cNvGrpSpPr/>
          <p:nvPr/>
        </p:nvGrpSpPr>
        <p:grpSpPr>
          <a:xfrm>
            <a:off x="662575" y="6212475"/>
            <a:ext cx="586800" cy="571500"/>
            <a:chOff x="662575" y="6212475"/>
            <a:chExt cx="586800" cy="571500"/>
          </a:xfrm>
        </p:grpSpPr>
        <p:sp>
          <p:nvSpPr>
            <p:cNvPr id="260" name="Google Shape;260;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3" name="Google Shape;263;g2c157a2fb06_0_53"/>
          <p:cNvGrpSpPr/>
          <p:nvPr/>
        </p:nvGrpSpPr>
        <p:grpSpPr>
          <a:xfrm>
            <a:off x="7894350" y="6212475"/>
            <a:ext cx="586800" cy="571500"/>
            <a:chOff x="7894350" y="6212475"/>
            <a:chExt cx="586800" cy="571500"/>
          </a:xfrm>
        </p:grpSpPr>
        <p:sp>
          <p:nvSpPr>
            <p:cNvPr id="264" name="Google Shape;264;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7" name="Google Shape;267;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68" name="Google Shape;26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0" name="Google Shape;270;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1" name="Google Shape;271;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2" name="Google Shape;272;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3" name="Google Shape;273;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4" name="Google Shape;274;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5" name="Google Shape;275;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6" name="Google Shape;276;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8" name="Google Shape;278;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9" name="Google Shape;279;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0" name="Google Shape;280;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3" name="Google Shape;283;g2c157a2fb06_0_53"/>
          <p:cNvGrpSpPr/>
          <p:nvPr/>
        </p:nvGrpSpPr>
        <p:grpSpPr>
          <a:xfrm>
            <a:off x="1403031" y="6958923"/>
            <a:ext cx="6774848" cy="1291477"/>
            <a:chOff x="717231" y="7263723"/>
            <a:chExt cx="6774848" cy="1291477"/>
          </a:xfrm>
        </p:grpSpPr>
        <p:sp>
          <p:nvSpPr>
            <p:cNvPr id="284" name="Google Shape;284;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5" name="Google Shape;285;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6" name="Google Shape;286;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2" name="Google Shape;292;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5" name="Google Shape;29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6" name="Google Shape;29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7"/>
        <p:cNvGrpSpPr/>
        <p:nvPr/>
      </p:nvGrpSpPr>
      <p:grpSpPr>
        <a:xfrm>
          <a:off x="0" y="0"/>
          <a:ext cx="0" cy="0"/>
          <a:chOff x="0" y="0"/>
          <a:chExt cx="0" cy="0"/>
        </a:xfrm>
      </p:grpSpPr>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2" name="Google Shape;302;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5" name="Google Shape;305;g2c157a2fb06_0_158"/>
          <p:cNvGrpSpPr/>
          <p:nvPr/>
        </p:nvGrpSpPr>
        <p:grpSpPr>
          <a:xfrm>
            <a:off x="662575" y="6212475"/>
            <a:ext cx="586800" cy="571500"/>
            <a:chOff x="662575" y="6212475"/>
            <a:chExt cx="586800" cy="571500"/>
          </a:xfrm>
        </p:grpSpPr>
        <p:sp>
          <p:nvSpPr>
            <p:cNvPr id="306" name="Google Shape;30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7" name="Google Shape;307;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8" name="Google Shape;308;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09" name="Google Shape;309;g2c157a2fb06_0_158"/>
          <p:cNvGrpSpPr/>
          <p:nvPr/>
        </p:nvGrpSpPr>
        <p:grpSpPr>
          <a:xfrm>
            <a:off x="7894350" y="6212475"/>
            <a:ext cx="586800" cy="571500"/>
            <a:chOff x="7894350" y="6212475"/>
            <a:chExt cx="586800" cy="571500"/>
          </a:xfrm>
        </p:grpSpPr>
        <p:sp>
          <p:nvSpPr>
            <p:cNvPr id="310" name="Google Shape;31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3" name="Google Shape;313;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14" name="Google Shape;31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5" name="Google Shape;315;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16" name="Google Shape;316;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7" name="Google Shape;317;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8" name="Google Shape;31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9" name="Google Shape;31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0" name="Google Shape;320;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1" name="Google Shape;321;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2" name="Google Shape;322;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5" name="Google Shape;32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6"/>
        <p:cNvGrpSpPr/>
        <p:nvPr/>
      </p:nvGrpSpPr>
      <p:grpSpPr>
        <a:xfrm>
          <a:off x="0" y="0"/>
          <a:ext cx="0" cy="0"/>
          <a:chOff x="0" y="0"/>
          <a:chExt cx="0" cy="0"/>
        </a:xfrm>
      </p:grpSpPr>
      <p:sp>
        <p:nvSpPr>
          <p:cNvPr id="327" name="Google Shape;327;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3" name="Google Shape;333;g2c157a2fb06_0_263"/>
          <p:cNvGrpSpPr/>
          <p:nvPr/>
        </p:nvGrpSpPr>
        <p:grpSpPr>
          <a:xfrm>
            <a:off x="662575" y="6212475"/>
            <a:ext cx="586800" cy="571500"/>
            <a:chOff x="662575" y="6212475"/>
            <a:chExt cx="586800" cy="571500"/>
          </a:xfrm>
        </p:grpSpPr>
        <p:sp>
          <p:nvSpPr>
            <p:cNvPr id="334" name="Google Shape;33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5" name="Google Shape;335;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6" name="Google Shape;336;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7" name="Google Shape;337;g2c157a2fb06_0_263"/>
          <p:cNvGrpSpPr/>
          <p:nvPr/>
        </p:nvGrpSpPr>
        <p:grpSpPr>
          <a:xfrm>
            <a:off x="7894350" y="6212475"/>
            <a:ext cx="586800" cy="571500"/>
            <a:chOff x="7894350" y="6212475"/>
            <a:chExt cx="586800" cy="571500"/>
          </a:xfrm>
        </p:grpSpPr>
        <p:sp>
          <p:nvSpPr>
            <p:cNvPr id="338" name="Google Shape;33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1" name="Google Shape;341;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2" name="Google Shape;34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3" name="Google Shape;343;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5" name="Google Shape;34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6" name="Google Shape;34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7" name="Google Shape;34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48" name="Google Shape;34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9" name="Google Shape;34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0" name="Google Shape;35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a:spLocks noGrp="1"/>
          </p:cNvSpPr>
          <p:nvPr>
            <p:ph type="pic" idx="8"/>
          </p:nvPr>
        </p:nvSpPr>
        <p:spPr>
          <a:xfrm>
            <a:off x="5086375" y="4412425"/>
            <a:ext cx="2668800" cy="1291500"/>
          </a:xfrm>
          <a:prstGeom prst="rect">
            <a:avLst/>
          </a:prstGeom>
          <a:noFill/>
          <a:ln>
            <a:noFill/>
          </a:ln>
        </p:spPr>
      </p:sp>
      <p:sp>
        <p:nvSpPr>
          <p:cNvPr id="353" name="Google Shape;353;g2c157a2fb06_0_263"/>
          <p:cNvSpPr>
            <a:spLocks noGrp="1"/>
          </p:cNvSpPr>
          <p:nvPr>
            <p:ph type="pic" idx="9"/>
          </p:nvPr>
        </p:nvSpPr>
        <p:spPr>
          <a:xfrm>
            <a:off x="5086375" y="797675"/>
            <a:ext cx="2668800" cy="1291500"/>
          </a:xfrm>
          <a:prstGeom prst="rect">
            <a:avLst/>
          </a:prstGeom>
          <a:noFill/>
          <a:ln>
            <a:noFill/>
          </a:ln>
        </p:spPr>
      </p:sp>
      <p:sp>
        <p:nvSpPr>
          <p:cNvPr id="354" name="Google Shape;354;g2c157a2fb06_0_263"/>
          <p:cNvSpPr>
            <a:spLocks noGrp="1"/>
          </p:cNvSpPr>
          <p:nvPr>
            <p:ph type="pic" idx="13"/>
          </p:nvPr>
        </p:nvSpPr>
        <p:spPr>
          <a:xfrm>
            <a:off x="5086375" y="2002592"/>
            <a:ext cx="2668800" cy="1291500"/>
          </a:xfrm>
          <a:prstGeom prst="rect">
            <a:avLst/>
          </a:prstGeom>
          <a:noFill/>
          <a:ln>
            <a:noFill/>
          </a:ln>
        </p:spPr>
      </p:sp>
      <p:sp>
        <p:nvSpPr>
          <p:cNvPr id="355" name="Google Shape;355;g2c157a2fb06_0_263"/>
          <p:cNvSpPr>
            <a:spLocks noGrp="1"/>
          </p:cNvSpPr>
          <p:nvPr>
            <p:ph type="pic" idx="14"/>
          </p:nvPr>
        </p:nvSpPr>
        <p:spPr>
          <a:xfrm>
            <a:off x="5086375" y="3207508"/>
            <a:ext cx="2668800" cy="1291500"/>
          </a:xfrm>
          <a:prstGeom prst="rect">
            <a:avLst/>
          </a:prstGeom>
          <a:noFill/>
          <a:ln>
            <a:noFill/>
          </a:ln>
        </p:spPr>
      </p:sp>
      <p:sp>
        <p:nvSpPr>
          <p:cNvPr id="356" name="Google Shape;35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7" name="Google Shape;35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8"/>
        <p:cNvGrpSpPr/>
        <p:nvPr/>
      </p:nvGrpSpPr>
      <p:grpSpPr>
        <a:xfrm>
          <a:off x="0" y="0"/>
          <a:ext cx="0" cy="0"/>
          <a:chOff x="0" y="0"/>
          <a:chExt cx="0" cy="0"/>
        </a:xfrm>
      </p:grpSpPr>
      <p:cxnSp>
        <p:nvCxnSpPr>
          <p:cNvPr id="359" name="Google Shape;359;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0" name="Google Shape;360;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1" name="Google Shape;361;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2" name="Google Shape;362;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7" name="Google Shape;37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8" name="Google Shape;378;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0" name="Google Shape;380;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1" name="Google Shape;381;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2" name="Google Shape;382;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3" name="Google Shape;383;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4" name="Google Shape;384;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5"/>
        <p:cNvGrpSpPr/>
        <p:nvPr/>
      </p:nvGrpSpPr>
      <p:grpSpPr>
        <a:xfrm>
          <a:off x="0" y="0"/>
          <a:ext cx="0" cy="0"/>
          <a:chOff x="0" y="0"/>
          <a:chExt cx="0" cy="0"/>
        </a:xfrm>
      </p:grpSpPr>
      <p:cxnSp>
        <p:nvCxnSpPr>
          <p:cNvPr id="386" name="Google Shape;386;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7" name="Google Shape;387;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8" name="Google Shape;388;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1" name="Google Shape;391;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3" name="Google Shape;39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2" name="Google Shape;402;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3" name="Google Shape;40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4" name="Google Shape;404;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5" name="Google Shape;40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6" name="Google Shape;40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7" name="Google Shape;40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08" name="Google Shape;40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09" name="Google Shape;40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0" name="Google Shape;41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1" name="Google Shape;41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2"/>
        <p:cNvGrpSpPr/>
        <p:nvPr/>
      </p:nvGrpSpPr>
      <p:grpSpPr>
        <a:xfrm>
          <a:off x="0" y="0"/>
          <a:ext cx="0" cy="0"/>
          <a:chOff x="0" y="0"/>
          <a:chExt cx="0" cy="0"/>
        </a:xfrm>
      </p:grpSpPr>
      <p:cxnSp>
        <p:nvCxnSpPr>
          <p:cNvPr id="413" name="Google Shape;413;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4" name="Google Shape;414;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5" name="Google Shape;415;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6" name="Google Shape;416;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7" name="Google Shape;417;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3" name="Google Shape;423;g2c157a2fb06_0_798"/>
          <p:cNvGrpSpPr/>
          <p:nvPr/>
        </p:nvGrpSpPr>
        <p:grpSpPr>
          <a:xfrm>
            <a:off x="662575" y="6212475"/>
            <a:ext cx="586800" cy="571500"/>
            <a:chOff x="662575" y="6212475"/>
            <a:chExt cx="586800" cy="571500"/>
          </a:xfrm>
        </p:grpSpPr>
        <p:sp>
          <p:nvSpPr>
            <p:cNvPr id="424" name="Google Shape;424;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7" name="Google Shape;427;g2c157a2fb06_0_798"/>
          <p:cNvGrpSpPr/>
          <p:nvPr/>
        </p:nvGrpSpPr>
        <p:grpSpPr>
          <a:xfrm>
            <a:off x="7894350" y="6212475"/>
            <a:ext cx="586800" cy="571500"/>
            <a:chOff x="7894350" y="6212475"/>
            <a:chExt cx="586800" cy="571500"/>
          </a:xfrm>
        </p:grpSpPr>
        <p:sp>
          <p:nvSpPr>
            <p:cNvPr id="428" name="Google Shape;428;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1" name="Google Shape;431;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2" name="Google Shape;43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3" name="Google Shape;433;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5" name="Google Shape;43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6" name="Google Shape;43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7" name="Google Shape;43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38" name="Google Shape;43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9" name="Google Shape;43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2" name="Google Shape;44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3" name="Google Shape;44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5" name="Google Shape;445;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7" name="Google Shape;44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8" name="Google Shape;448;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1" name="Google Shape;451;g2c157a2fb06_0_825"/>
          <p:cNvGrpSpPr/>
          <p:nvPr/>
        </p:nvGrpSpPr>
        <p:grpSpPr>
          <a:xfrm>
            <a:off x="662575" y="6212475"/>
            <a:ext cx="586800" cy="571500"/>
            <a:chOff x="662575" y="6212475"/>
            <a:chExt cx="586800" cy="571500"/>
          </a:xfrm>
        </p:grpSpPr>
        <p:sp>
          <p:nvSpPr>
            <p:cNvPr id="452" name="Google Shape;452;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5" name="Google Shape;455;g2c157a2fb06_0_825"/>
          <p:cNvGrpSpPr/>
          <p:nvPr/>
        </p:nvGrpSpPr>
        <p:grpSpPr>
          <a:xfrm>
            <a:off x="7894350" y="6212475"/>
            <a:ext cx="586800" cy="571500"/>
            <a:chOff x="7894350" y="6212475"/>
            <a:chExt cx="586800" cy="571500"/>
          </a:xfrm>
        </p:grpSpPr>
        <p:sp>
          <p:nvSpPr>
            <p:cNvPr id="456" name="Google Shape;456;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59" name="Google Shape;459;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0" name="Google Shape;46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1" name="Google Shape;461;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3" name="Google Shape;46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4" name="Google Shape;46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5" name="Google Shape;46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6" name="Google Shape;46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7" name="Google Shape;46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8"/>
        <p:cNvGrpSpPr/>
        <p:nvPr/>
      </p:nvGrpSpPr>
      <p:grpSpPr>
        <a:xfrm>
          <a:off x="0" y="0"/>
          <a:ext cx="0" cy="0"/>
          <a:chOff x="0" y="0"/>
          <a:chExt cx="0" cy="0"/>
        </a:xfrm>
      </p:grpSpPr>
      <p:sp>
        <p:nvSpPr>
          <p:cNvPr id="469" name="Google Shape;469;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78" name="Google Shape;478;g2c157a2fb06_0_700"/>
          <p:cNvGrpSpPr/>
          <p:nvPr/>
        </p:nvGrpSpPr>
        <p:grpSpPr>
          <a:xfrm>
            <a:off x="662575" y="6212475"/>
            <a:ext cx="586800" cy="571500"/>
            <a:chOff x="662575" y="6212475"/>
            <a:chExt cx="586800" cy="571500"/>
          </a:xfrm>
        </p:grpSpPr>
        <p:sp>
          <p:nvSpPr>
            <p:cNvPr id="479" name="Google Shape;47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2" name="Google Shape;482;g2c157a2fb06_0_700"/>
          <p:cNvGrpSpPr/>
          <p:nvPr/>
        </p:nvGrpSpPr>
        <p:grpSpPr>
          <a:xfrm>
            <a:off x="7894350" y="6212475"/>
            <a:ext cx="586800" cy="571500"/>
            <a:chOff x="7894350" y="6212475"/>
            <a:chExt cx="586800" cy="571500"/>
          </a:xfrm>
        </p:grpSpPr>
        <p:sp>
          <p:nvSpPr>
            <p:cNvPr id="483" name="Google Shape;48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6" name="Google Shape;486;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7" name="Google Shape;48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8" name="Google Shape;488;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0" name="Google Shape;490;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1" name="Google Shape;49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2" name="Google Shape;49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3" name="Google Shape;493;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4" name="Google Shape;494;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8" name="Google Shape;49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7" name="Google Shape;50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8"/>
        <p:cNvGrpSpPr/>
        <p:nvPr/>
      </p:nvGrpSpPr>
      <p:grpSpPr>
        <a:xfrm>
          <a:off x="0" y="0"/>
          <a:ext cx="0" cy="0"/>
          <a:chOff x="0" y="0"/>
          <a:chExt cx="0" cy="0"/>
        </a:xfrm>
      </p:grpSpPr>
      <p:sp>
        <p:nvSpPr>
          <p:cNvPr id="509" name="Google Shape;509;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2" name="Google Shape;512;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5" name="Google Shape;515;g2c157a2fb06_0_932"/>
          <p:cNvGrpSpPr/>
          <p:nvPr/>
        </p:nvGrpSpPr>
        <p:grpSpPr>
          <a:xfrm>
            <a:off x="662575" y="6212475"/>
            <a:ext cx="586800" cy="571500"/>
            <a:chOff x="662575" y="6212475"/>
            <a:chExt cx="586800" cy="571500"/>
          </a:xfrm>
        </p:grpSpPr>
        <p:sp>
          <p:nvSpPr>
            <p:cNvPr id="516" name="Google Shape;51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9" name="Google Shape;519;g2c157a2fb06_0_932"/>
          <p:cNvGrpSpPr/>
          <p:nvPr/>
        </p:nvGrpSpPr>
        <p:grpSpPr>
          <a:xfrm>
            <a:off x="7894350" y="6212475"/>
            <a:ext cx="586800" cy="571500"/>
            <a:chOff x="7894350" y="6212475"/>
            <a:chExt cx="586800" cy="571500"/>
          </a:xfrm>
        </p:grpSpPr>
        <p:sp>
          <p:nvSpPr>
            <p:cNvPr id="520" name="Google Shape;52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3" name="Google Shape;523;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24" name="Google Shape;52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6" name="Google Shape;526;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7" name="Google Shape;527;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8" name="Google Shape;528;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29" name="Google Shape;529;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0" name="Google Shape;530;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1" name="Google Shape;531;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7" name="Google Shape;537;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8" name="Google Shape;538;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9" name="Google Shape;539;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0" name="Google Shape;540;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1" name="Google Shape;541;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8"/>
        <p:cNvGrpSpPr/>
        <p:nvPr/>
      </p:nvGrpSpPr>
      <p:grpSpPr>
        <a:xfrm>
          <a:off x="0" y="0"/>
          <a:ext cx="0" cy="0"/>
          <a:chOff x="0" y="0"/>
          <a:chExt cx="0" cy="0"/>
        </a:xfrm>
      </p:grpSpPr>
      <p:cxnSp>
        <p:nvCxnSpPr>
          <p:cNvPr id="549" name="Google Shape;54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0" name="Google Shape;55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1" name="Google Shape;55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3" name="Google Shape;563;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6" name="Google Shape;566;g2c157a2fb06_0_1045"/>
          <p:cNvGrpSpPr/>
          <p:nvPr/>
        </p:nvGrpSpPr>
        <p:grpSpPr>
          <a:xfrm>
            <a:off x="662575" y="6212475"/>
            <a:ext cx="586800" cy="571500"/>
            <a:chOff x="662575" y="6212475"/>
            <a:chExt cx="586800" cy="571500"/>
          </a:xfrm>
        </p:grpSpPr>
        <p:sp>
          <p:nvSpPr>
            <p:cNvPr id="567" name="Google Shape;56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0" name="Google Shape;570;g2c157a2fb06_0_1045"/>
          <p:cNvGrpSpPr/>
          <p:nvPr/>
        </p:nvGrpSpPr>
        <p:grpSpPr>
          <a:xfrm>
            <a:off x="7894350" y="6212475"/>
            <a:ext cx="586800" cy="571500"/>
            <a:chOff x="7894350" y="6212475"/>
            <a:chExt cx="586800" cy="571500"/>
          </a:xfrm>
        </p:grpSpPr>
        <p:sp>
          <p:nvSpPr>
            <p:cNvPr id="571" name="Google Shape;57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4" name="Google Shape;574;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5" name="Google Shape;57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9" name="Google Shape;57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0" name="Google Shape;58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1" name="Google Shape;581;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2" name="Google Shape;58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3" name="Google Shape;58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4" name="Google Shape;58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5"/>
        <p:cNvGrpSpPr/>
        <p:nvPr/>
      </p:nvGrpSpPr>
      <p:grpSpPr>
        <a:xfrm>
          <a:off x="0" y="0"/>
          <a:ext cx="0" cy="0"/>
          <a:chOff x="0" y="0"/>
          <a:chExt cx="0" cy="0"/>
        </a:xfrm>
      </p:grpSpPr>
      <p:sp>
        <p:nvSpPr>
          <p:cNvPr id="586" name="Google Shape;586;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2" name="Google Shape;592;g2c157a2fb06_0_1110"/>
          <p:cNvGrpSpPr/>
          <p:nvPr/>
        </p:nvGrpSpPr>
        <p:grpSpPr>
          <a:xfrm>
            <a:off x="662575" y="6212475"/>
            <a:ext cx="586800" cy="571500"/>
            <a:chOff x="662575" y="6212475"/>
            <a:chExt cx="586800" cy="571500"/>
          </a:xfrm>
        </p:grpSpPr>
        <p:sp>
          <p:nvSpPr>
            <p:cNvPr id="593" name="Google Shape;59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4" name="Google Shape;594;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6" name="Google Shape;596;g2c157a2fb06_0_1110"/>
          <p:cNvGrpSpPr/>
          <p:nvPr/>
        </p:nvGrpSpPr>
        <p:grpSpPr>
          <a:xfrm>
            <a:off x="7894350" y="6212475"/>
            <a:ext cx="586800" cy="571500"/>
            <a:chOff x="7894350" y="6212475"/>
            <a:chExt cx="586800" cy="571500"/>
          </a:xfrm>
        </p:grpSpPr>
        <p:sp>
          <p:nvSpPr>
            <p:cNvPr id="597" name="Google Shape;59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0" name="Google Shape;600;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1" name="Google Shape;60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2" name="Google Shape;602;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4" name="Google Shape;604;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5" name="Google Shape;60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6" name="Google Shape;60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7" name="Google Shape;607;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8" name="Google Shape;608;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9" name="Google Shape;609;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1" name="Google Shape;611;g2c157a2fb06_0_1110"/>
          <p:cNvGrpSpPr/>
          <p:nvPr/>
        </p:nvGrpSpPr>
        <p:grpSpPr>
          <a:xfrm>
            <a:off x="5806200" y="1807463"/>
            <a:ext cx="756300" cy="146700"/>
            <a:chOff x="5806200" y="1807463"/>
            <a:chExt cx="756300" cy="146700"/>
          </a:xfrm>
        </p:grpSpPr>
        <p:sp>
          <p:nvSpPr>
            <p:cNvPr id="612" name="Google Shape;61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5" name="Google Shape;61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6" name="Google Shape;61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7" name="Google Shape;617;g2c157a2fb06_0_1110"/>
          <p:cNvGrpSpPr/>
          <p:nvPr/>
        </p:nvGrpSpPr>
        <p:grpSpPr>
          <a:xfrm>
            <a:off x="5806200" y="2842438"/>
            <a:ext cx="756300" cy="146700"/>
            <a:chOff x="5806200" y="1807463"/>
            <a:chExt cx="756300" cy="146700"/>
          </a:xfrm>
        </p:grpSpPr>
        <p:sp>
          <p:nvSpPr>
            <p:cNvPr id="618" name="Google Shape;618;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1" name="Google Shape;621;g2c157a2fb06_0_1110"/>
          <p:cNvGrpSpPr/>
          <p:nvPr/>
        </p:nvGrpSpPr>
        <p:grpSpPr>
          <a:xfrm>
            <a:off x="5806200" y="3877413"/>
            <a:ext cx="756300" cy="146700"/>
            <a:chOff x="5806200" y="1807463"/>
            <a:chExt cx="756300" cy="146700"/>
          </a:xfrm>
        </p:grpSpPr>
        <p:sp>
          <p:nvSpPr>
            <p:cNvPr id="622" name="Google Shape;62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5"/>
        <p:cNvGrpSpPr/>
        <p:nvPr/>
      </p:nvGrpSpPr>
      <p:grpSpPr>
        <a:xfrm>
          <a:off x="0" y="0"/>
          <a:ext cx="0" cy="0"/>
          <a:chOff x="0" y="0"/>
          <a:chExt cx="0" cy="0"/>
        </a:xfrm>
      </p:grpSpPr>
      <p:sp>
        <p:nvSpPr>
          <p:cNvPr id="626" name="Google Shape;626;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0" name="Google Shape;630;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9" name="Google Shape;639;p30"/>
          <p:cNvGrpSpPr/>
          <p:nvPr/>
        </p:nvGrpSpPr>
        <p:grpSpPr>
          <a:xfrm>
            <a:off x="6022940" y="5341706"/>
            <a:ext cx="594501" cy="305904"/>
            <a:chOff x="5672081" y="1914352"/>
            <a:chExt cx="792668" cy="305904"/>
          </a:xfrm>
        </p:grpSpPr>
        <p:sp>
          <p:nvSpPr>
            <p:cNvPr id="640" name="Google Shape;640;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2" name="Google Shape;642;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3" name="Google Shape;643;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1" name="Google Shape;651;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2" name="Google Shape;652;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8" name="Google Shape;668;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9" name="Google Shape;669;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0" name="Google Shape;670;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1"/>
        <p:cNvGrpSpPr/>
        <p:nvPr/>
      </p:nvGrpSpPr>
      <p:grpSpPr>
        <a:xfrm>
          <a:off x="0" y="0"/>
          <a:ext cx="0" cy="0"/>
          <a:chOff x="0" y="0"/>
          <a:chExt cx="0" cy="0"/>
        </a:xfrm>
      </p:grpSpPr>
      <p:sp>
        <p:nvSpPr>
          <p:cNvPr id="672" name="Google Shape;672;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3" name="Google Shape;673;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4" name="Google Shape;674;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5"/>
        <p:cNvGrpSpPr/>
        <p:nvPr/>
      </p:nvGrpSpPr>
      <p:grpSpPr>
        <a:xfrm>
          <a:off x="0" y="0"/>
          <a:ext cx="0" cy="0"/>
          <a:chOff x="0" y="0"/>
          <a:chExt cx="0" cy="0"/>
        </a:xfrm>
      </p:grpSpPr>
      <p:sp>
        <p:nvSpPr>
          <p:cNvPr id="676" name="Google Shape;676;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7" name="Google Shape;677;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8" name="Google Shape;678;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9.png"/><Relationship Id="rId7" Type="http://schemas.openxmlformats.org/officeDocument/2006/relationships/image" Target="../media/image8.png"/><Relationship Id="rId12"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slide" Target="slide18.xml"/><Relationship Id="rId5" Type="http://schemas.openxmlformats.org/officeDocument/2006/relationships/image" Target="../media/image6.png"/><Relationship Id="rId10" Type="http://schemas.openxmlformats.org/officeDocument/2006/relationships/slide" Target="slide16.xml"/><Relationship Id="rId4" Type="http://schemas.openxmlformats.org/officeDocument/2006/relationships/image" Target="../media/image10.png"/><Relationship Id="rId9" Type="http://schemas.openxmlformats.org/officeDocument/2006/relationships/slide" Target="slide8.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s>
</file>

<file path=ppt/slides/_rels/slide5.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'll'</a:t>
            </a:r>
            <a:endParaRPr/>
          </a:p>
        </p:txBody>
      </p:sp>
      <p:sp>
        <p:nvSpPr>
          <p:cNvPr id="684" name="Google Shape;684;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27</a:t>
            </a:r>
            <a:endParaRPr/>
          </a:p>
        </p:txBody>
      </p:sp>
      <p:pic>
        <p:nvPicPr>
          <p:cNvPr id="687" name="Google Shape;687;p1"/>
          <p:cNvPicPr preferRelativeResize="0"/>
          <p:nvPr/>
        </p:nvPicPr>
        <p:blipFill rotWithShape="1">
          <a:blip r:embed="rId3">
            <a:alphaModFix/>
          </a:blip>
          <a:srcRect t="99" b="109"/>
          <a:stretch/>
        </p:blipFill>
        <p:spPr>
          <a:xfrm rot="-149497">
            <a:off x="3185766" y="4326235"/>
            <a:ext cx="2493520" cy="997851"/>
          </a:xfrm>
          <a:prstGeom prst="rect">
            <a:avLst/>
          </a:prstGeom>
          <a:noFill/>
          <a:ln>
            <a:noFill/>
          </a:ln>
          <a:effectLst>
            <a:outerShdw blurRad="71438" dist="38100" dir="5220000" algn="bl" rotWithShape="0">
              <a:srgbClr val="000000">
                <a:alpha val="21176"/>
              </a:srgbClr>
            </a:outerShdw>
          </a:effectLst>
        </p:spPr>
      </p:pic>
      <p:pic>
        <p:nvPicPr>
          <p:cNvPr id="688" name="Google Shape;688;p1"/>
          <p:cNvPicPr preferRelativeResize="0"/>
          <p:nvPr/>
        </p:nvPicPr>
        <p:blipFill rotWithShape="1">
          <a:blip r:embed="rId4">
            <a:alphaModFix/>
          </a:blip>
          <a:srcRect l="59" r="59"/>
          <a:stretch/>
        </p:blipFill>
        <p:spPr>
          <a:xfrm rot="342607">
            <a:off x="4903837" y="4228652"/>
            <a:ext cx="1800026" cy="1288524"/>
          </a:xfrm>
          <a:prstGeom prst="rect">
            <a:avLst/>
          </a:prstGeom>
          <a:noFill/>
          <a:ln>
            <a:noFill/>
          </a:ln>
          <a:effectLst>
            <a:outerShdw blurRad="57150" dist="38100" dir="5400000" algn="bl" rotWithShape="0">
              <a:srgbClr val="000000">
                <a:alpha val="20000"/>
              </a:srgbClr>
            </a:outerShdw>
          </a:effectLst>
        </p:spPr>
      </p:pic>
      <p:pic>
        <p:nvPicPr>
          <p:cNvPr id="689" name="Google Shape;689;p1"/>
          <p:cNvPicPr preferRelativeResize="0"/>
          <p:nvPr/>
        </p:nvPicPr>
        <p:blipFill rotWithShape="1">
          <a:blip r:embed="rId5">
            <a:alphaModFix/>
          </a:blip>
          <a:srcRect t="89" b="99"/>
          <a:stretch/>
        </p:blipFill>
        <p:spPr>
          <a:xfrm rot="-172072">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690" name="Google Shape;690;p1"/>
          <p:cNvPicPr preferRelativeResize="0"/>
          <p:nvPr/>
        </p:nvPicPr>
        <p:blipFill rotWithShape="1">
          <a:blip r:embed="rId6">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graphicFrame>
        <p:nvGraphicFramePr>
          <p:cNvPr id="691" name="Google Shape;691;p1"/>
          <p:cNvGraphicFramePr/>
          <p:nvPr/>
        </p:nvGraphicFramePr>
        <p:xfrm>
          <a:off x="4844200" y="1891197"/>
          <a:ext cx="3785000" cy="1678950"/>
        </p:xfrm>
        <a:graphic>
          <a:graphicData uri="http://schemas.openxmlformats.org/drawingml/2006/table">
            <a:tbl>
              <a:tblPr firstRow="1" bandRow="1">
                <a:noFill/>
                <a:tableStyleId>{ECC5608C-AF68-4433-B881-2FF1B2DADD4B}</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b</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latin typeface="Jost"/>
                          <a:ea typeface="Jost"/>
                          <a:cs typeface="Jost"/>
                          <a:sym typeface="Jost"/>
                        </a:rPr>
                        <a:t>f</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latin typeface="Jost"/>
                          <a:ea typeface="Jost"/>
                          <a:cs typeface="Jost"/>
                          <a:sym typeface="Jost"/>
                        </a:rPr>
                        <a:t>ff</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l</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ll</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consonant digraph </a:t>
            </a:r>
            <a:r>
              <a:rPr lang="en-US">
                <a:solidFill>
                  <a:srgbClr val="8DC63F"/>
                </a:solidFill>
              </a:rPr>
              <a:t>ll</a:t>
            </a:r>
            <a:r>
              <a:rPr lang="en-US"/>
              <a:t>.</a:t>
            </a:r>
            <a:endParaRPr/>
          </a:p>
        </p:txBody>
      </p:sp>
      <p:sp>
        <p:nvSpPr>
          <p:cNvPr id="698" name="Google Shape;698;g2bee4f4af4b_0_204"/>
          <p:cNvSpPr txBox="1">
            <a:spLocks noGrp="1"/>
          </p:cNvSpPr>
          <p:nvPr>
            <p:ph type="body" idx="2"/>
          </p:nvPr>
        </p:nvSpPr>
        <p:spPr>
          <a:xfrm>
            <a:off x="3298550" y="1895350"/>
            <a:ext cx="4639800" cy="10731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t>
            </a:r>
            <a:r>
              <a:rPr lang="en-US">
                <a:solidFill>
                  <a:srgbClr val="8DC63F"/>
                </a:solidFill>
              </a:rPr>
              <a:t>s a t p i n m d g o c k ck e u r h b f ff l</a:t>
            </a:r>
            <a:r>
              <a:rPr lang="en-US"/>
              <a:t> using flashcards.</a:t>
            </a:r>
            <a:endParaRPr/>
          </a:p>
          <a:p>
            <a:pPr marL="457200" lvl="0" indent="-330200" algn="l" rtl="0">
              <a:lnSpc>
                <a:spcPct val="100000"/>
              </a:lnSpc>
              <a:spcBef>
                <a:spcPts val="0"/>
              </a:spcBef>
              <a:spcAft>
                <a:spcPts val="0"/>
              </a:spcAft>
              <a:buSzPts val="1600"/>
              <a:buChar char="•"/>
            </a:pPr>
            <a:r>
              <a:rPr lang="en-US"/>
              <a:t>Recall Common Exception Words </a:t>
            </a:r>
            <a:r>
              <a:rPr lang="en-US">
                <a:solidFill>
                  <a:srgbClr val="2356AF"/>
                </a:solidFill>
              </a:rPr>
              <a:t>as I is no go to into the put has his of</a:t>
            </a:r>
            <a:r>
              <a:rPr lang="en-US">
                <a:solidFill>
                  <a:srgbClr val="163B7E"/>
                </a:solidFill>
              </a:rPr>
              <a:t>.</a:t>
            </a:r>
            <a:endParaRPr>
              <a:solidFill>
                <a:srgbClr val="163B7E"/>
              </a:solidFill>
            </a:endParaRPr>
          </a:p>
        </p:txBody>
      </p:sp>
      <p:sp>
        <p:nvSpPr>
          <p:cNvPr id="699" name="Google Shape;699;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58301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12" name="Google Shape;712;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3" name="Google Shape;713;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4" name="Google Shape;714;g2bee4f4af4b_0_204"/>
          <p:cNvPicPr preferRelativeResize="0"/>
          <p:nvPr/>
        </p:nvPicPr>
        <p:blipFill rotWithShape="1">
          <a:blip r:embed="rId7">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5" name="Google Shape;715;g2bee4f4af4b_0_204">
            <a:hlinkClick r:id="rId8" action="ppaction://hlinksldjump"/>
          </p:cNvPr>
          <p:cNvSpPr/>
          <p:nvPr/>
        </p:nvSpPr>
        <p:spPr>
          <a:xfrm>
            <a:off x="979654" y="395542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9" action="ppaction://hlinksldjump"/>
          </p:cNvPr>
          <p:cNvSpPr/>
          <p:nvPr/>
        </p:nvSpPr>
        <p:spPr>
          <a:xfrm>
            <a:off x="2468298" y="381742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10" action="ppaction://hlinksldjump"/>
          </p:cNvPr>
          <p:cNvSpPr/>
          <p:nvPr/>
        </p:nvSpPr>
        <p:spPr>
          <a:xfrm>
            <a:off x="3561720" y="377417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1" action="ppaction://hlinksldjump"/>
          </p:cNvPr>
          <p:cNvSpPr/>
          <p:nvPr/>
        </p:nvSpPr>
        <p:spPr>
          <a:xfrm>
            <a:off x="4921567" y="3808868"/>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2" action="ppaction://hlinksldjump"/>
          </p:cNvPr>
          <p:cNvSpPr/>
          <p:nvPr/>
        </p:nvSpPr>
        <p:spPr>
          <a:xfrm>
            <a:off x="5954312" y="377548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a t p i n m d g o c k ck e u r h b f ff l </a:t>
            </a:r>
            <a:r>
              <a:rPr lang="en-US"/>
              <a:t>using flashcards.</a:t>
            </a:r>
            <a:endParaRPr/>
          </a:p>
        </p:txBody>
      </p:sp>
      <p:pic>
        <p:nvPicPr>
          <p:cNvPr id="726" name="Google Shape;72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686"/>
              </a:srgbClr>
            </a:outerShdw>
          </a:effectLst>
        </p:spPr>
      </p:pic>
      <p:pic>
        <p:nvPicPr>
          <p:cNvPr id="727" name="Google Shape;72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686"/>
              </a:srgbClr>
            </a:outerShdw>
          </a:effectLst>
        </p:spPr>
      </p:pic>
      <p:pic>
        <p:nvPicPr>
          <p:cNvPr id="728" name="Google Shape;72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686"/>
              </a:srgbClr>
            </a:outerShdw>
          </a:effectLst>
        </p:spPr>
      </p:pic>
      <p:pic>
        <p:nvPicPr>
          <p:cNvPr id="729" name="Google Shape;72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686"/>
              </a:srgbClr>
            </a:outerShdw>
          </a:effectLst>
        </p:spPr>
      </p:pic>
      <p:pic>
        <p:nvPicPr>
          <p:cNvPr id="730" name="Google Shape;73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686"/>
              </a:srgbClr>
            </a:outerShdw>
          </a:effectLst>
        </p:spPr>
      </p:pic>
      <p:pic>
        <p:nvPicPr>
          <p:cNvPr id="731" name="Google Shape;73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686"/>
              </a:srgbClr>
            </a:outerShdw>
          </a:effectLst>
        </p:spPr>
      </p:pic>
      <p:pic>
        <p:nvPicPr>
          <p:cNvPr id="732" name="Google Shape;73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686"/>
              </a:srgbClr>
            </a:outerShdw>
          </a:effectLst>
        </p:spPr>
      </p:pic>
      <p:pic>
        <p:nvPicPr>
          <p:cNvPr id="733" name="Google Shape;73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686"/>
              </a:srgbClr>
            </a:outerShdw>
          </a:effectLst>
        </p:spPr>
      </p:pic>
      <p:pic>
        <p:nvPicPr>
          <p:cNvPr id="734" name="Google Shape;73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686"/>
              </a:srgbClr>
            </a:outerShdw>
          </a:effectLst>
        </p:spPr>
      </p:pic>
      <p:pic>
        <p:nvPicPr>
          <p:cNvPr id="735" name="Google Shape;73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686"/>
              </a:srgbClr>
            </a:outerShdw>
          </a:effectLst>
        </p:spPr>
      </p:pic>
      <p:pic>
        <p:nvPicPr>
          <p:cNvPr id="736" name="Google Shape;73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686"/>
              </a:srgbClr>
            </a:outerShdw>
          </a:effectLst>
        </p:spPr>
      </p:pic>
      <p:pic>
        <p:nvPicPr>
          <p:cNvPr id="737" name="Google Shape;73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686"/>
              </a:srgbClr>
            </a:outerShdw>
          </a:effectLst>
        </p:spPr>
      </p:pic>
      <p:pic>
        <p:nvPicPr>
          <p:cNvPr id="738" name="Google Shape;73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686"/>
              </a:srgbClr>
            </a:outerShdw>
          </a:effectLst>
        </p:spPr>
      </p:pic>
      <p:pic>
        <p:nvPicPr>
          <p:cNvPr id="739" name="Google Shape;73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686"/>
              </a:srgbClr>
            </a:outerShdw>
          </a:effectLst>
        </p:spPr>
      </p:pic>
      <p:pic>
        <p:nvPicPr>
          <p:cNvPr id="740" name="Google Shape;74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686"/>
              </a:srgbClr>
            </a:outerShdw>
          </a:effectLst>
        </p:spPr>
      </p:pic>
      <p:pic>
        <p:nvPicPr>
          <p:cNvPr id="741" name="Google Shape;74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686"/>
              </a:srgbClr>
            </a:outerShdw>
          </a:effectLst>
        </p:spPr>
      </p:pic>
      <p:pic>
        <p:nvPicPr>
          <p:cNvPr id="742" name="Google Shape;74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686"/>
              </a:srgbClr>
            </a:outerShdw>
          </a:effectLst>
        </p:spPr>
      </p:pic>
      <p:pic>
        <p:nvPicPr>
          <p:cNvPr id="743" name="Google Shape;74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686"/>
              </a:srgbClr>
            </a:outerShdw>
          </a:effectLst>
        </p:spPr>
      </p:pic>
      <p:pic>
        <p:nvPicPr>
          <p:cNvPr id="744" name="Google Shape;74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686"/>
              </a:srgbClr>
            </a:outerShdw>
          </a:effectLst>
        </p:spPr>
      </p:pic>
      <p:pic>
        <p:nvPicPr>
          <p:cNvPr id="745" name="Google Shape;74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686"/>
              </a:srgbClr>
            </a:outerShdw>
          </a:effectLst>
        </p:spPr>
      </p:pic>
      <p:pic>
        <p:nvPicPr>
          <p:cNvPr id="746" name="Google Shape;74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686"/>
              </a:srgbClr>
            </a:outerShdw>
          </a:effectLst>
        </p:spPr>
      </p:pic>
      <p:cxnSp>
        <p:nvCxnSpPr>
          <p:cNvPr id="747" name="Google Shape;747;g26b641b03cd_0_16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2c56cd37502_0_778"/>
          <p:cNvSpPr txBox="1">
            <a:spLocks noGrp="1"/>
          </p:cNvSpPr>
          <p:nvPr>
            <p:ph type="title"/>
          </p:nvPr>
        </p:nvSpPr>
        <p:spPr>
          <a:xfrm>
            <a:off x="1191525" y="582900"/>
            <a:ext cx="67611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Common Exception Words </a:t>
            </a:r>
            <a:r>
              <a:rPr lang="en-US">
                <a:solidFill>
                  <a:srgbClr val="2356AF"/>
                </a:solidFill>
              </a:rPr>
              <a:t>as I is no go to into the put has his of</a:t>
            </a:r>
            <a:r>
              <a:rPr lang="en-US"/>
              <a:t>.</a:t>
            </a:r>
            <a:endParaRPr/>
          </a:p>
        </p:txBody>
      </p:sp>
      <p:pic>
        <p:nvPicPr>
          <p:cNvPr id="754" name="Google Shape;754;g2c56cd37502_0_778"/>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823"/>
              </a:srgbClr>
            </a:outerShdw>
          </a:effectLst>
        </p:spPr>
      </p:pic>
      <p:pic>
        <p:nvPicPr>
          <p:cNvPr id="755" name="Google Shape;755;g2c56cd37502_0_778"/>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823"/>
              </a:srgbClr>
            </a:outerShdw>
          </a:effectLst>
        </p:spPr>
      </p:pic>
      <p:pic>
        <p:nvPicPr>
          <p:cNvPr id="756" name="Google Shape;756;g2c56cd37502_0_778"/>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823"/>
              </a:srgbClr>
            </a:outerShdw>
          </a:effectLst>
        </p:spPr>
      </p:pic>
      <p:pic>
        <p:nvPicPr>
          <p:cNvPr id="757" name="Google Shape;757;g2c56cd37502_0_778"/>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823"/>
              </a:srgbClr>
            </a:outerShdw>
          </a:effectLst>
        </p:spPr>
      </p:pic>
      <p:pic>
        <p:nvPicPr>
          <p:cNvPr id="758" name="Google Shape;758;g2c56cd37502_0_778"/>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823"/>
              </a:srgbClr>
            </a:outerShdw>
          </a:effectLst>
        </p:spPr>
      </p:pic>
      <p:pic>
        <p:nvPicPr>
          <p:cNvPr id="759" name="Google Shape;759;g2c56cd37502_0_778"/>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823"/>
              </a:srgbClr>
            </a:outerShdw>
          </a:effectLst>
        </p:spPr>
      </p:pic>
      <p:pic>
        <p:nvPicPr>
          <p:cNvPr id="760" name="Google Shape;760;g2c56cd37502_0_778"/>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823"/>
              </a:srgbClr>
            </a:outerShdw>
          </a:effectLst>
        </p:spPr>
      </p:pic>
      <p:pic>
        <p:nvPicPr>
          <p:cNvPr id="761" name="Google Shape;761;g2c56cd37502_0_778"/>
          <p:cNvPicPr preferRelativeResize="0"/>
          <p:nvPr/>
        </p:nvPicPr>
        <p:blipFill rotWithShape="1">
          <a:blip r:embed="rId10">
            <a:alphaModFix/>
          </a:blip>
          <a:srcRect l="99" r="99"/>
          <a:stretch/>
        </p:blipFill>
        <p:spPr>
          <a:xfrm>
            <a:off x="3321246" y="3060270"/>
            <a:ext cx="1148707" cy="821565"/>
          </a:xfrm>
          <a:prstGeom prst="rect">
            <a:avLst/>
          </a:prstGeom>
          <a:noFill/>
          <a:ln>
            <a:noFill/>
          </a:ln>
          <a:effectLst>
            <a:outerShdw blurRad="71438" dist="19050" dir="5400000" algn="bl" rotWithShape="0">
              <a:srgbClr val="000000">
                <a:alpha val="18823"/>
              </a:srgbClr>
            </a:outerShdw>
          </a:effectLst>
        </p:spPr>
      </p:pic>
      <p:pic>
        <p:nvPicPr>
          <p:cNvPr id="762" name="Google Shape;762;g2c56cd37502_0_778"/>
          <p:cNvPicPr preferRelativeResize="0"/>
          <p:nvPr/>
        </p:nvPicPr>
        <p:blipFill rotWithShape="1">
          <a:blip r:embed="rId11">
            <a:alphaModFix/>
          </a:blip>
          <a:srcRect l="99" r="99"/>
          <a:stretch/>
        </p:blipFill>
        <p:spPr>
          <a:xfrm>
            <a:off x="4548155" y="3060270"/>
            <a:ext cx="1148707" cy="822955"/>
          </a:xfrm>
          <a:prstGeom prst="rect">
            <a:avLst/>
          </a:prstGeom>
          <a:noFill/>
          <a:ln>
            <a:noFill/>
          </a:ln>
          <a:effectLst>
            <a:outerShdw blurRad="71438" dist="19050" dir="5400000" algn="bl" rotWithShape="0">
              <a:srgbClr val="000000">
                <a:alpha val="18823"/>
              </a:srgbClr>
            </a:outerShdw>
          </a:effectLst>
        </p:spPr>
      </p:pic>
      <p:pic>
        <p:nvPicPr>
          <p:cNvPr id="763" name="Google Shape;763;g2c56cd37502_0_778"/>
          <p:cNvPicPr preferRelativeResize="0"/>
          <p:nvPr/>
        </p:nvPicPr>
        <p:blipFill rotWithShape="1">
          <a:blip r:embed="rId12">
            <a:alphaModFix/>
          </a:blip>
          <a:srcRect l="189" r="179"/>
          <a:stretch/>
        </p:blipFill>
        <p:spPr>
          <a:xfrm>
            <a:off x="5775064" y="3060270"/>
            <a:ext cx="1148707" cy="822956"/>
          </a:xfrm>
          <a:prstGeom prst="rect">
            <a:avLst/>
          </a:prstGeom>
          <a:noFill/>
          <a:ln>
            <a:noFill/>
          </a:ln>
          <a:effectLst>
            <a:outerShdw blurRad="71438" dist="19050" dir="5400000" algn="bl" rotWithShape="0">
              <a:srgbClr val="000000">
                <a:alpha val="18823"/>
              </a:srgbClr>
            </a:outerShdw>
          </a:effectLst>
        </p:spPr>
      </p:pic>
      <p:cxnSp>
        <p:nvCxnSpPr>
          <p:cNvPr id="764" name="Google Shape;764;g2c56cd37502_0_778"/>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pic>
        <p:nvPicPr>
          <p:cNvPr id="765" name="Google Shape;765;g2c56cd37502_0_778"/>
          <p:cNvPicPr preferRelativeResize="0"/>
          <p:nvPr/>
        </p:nvPicPr>
        <p:blipFill rotWithShape="1">
          <a:blip r:embed="rId13">
            <a:alphaModFix/>
          </a:blip>
          <a:srcRect l="99" r="99"/>
          <a:stretch/>
        </p:blipFill>
        <p:spPr>
          <a:xfrm>
            <a:off x="7000762" y="3060270"/>
            <a:ext cx="1148707" cy="822955"/>
          </a:xfrm>
          <a:prstGeom prst="rect">
            <a:avLst/>
          </a:prstGeom>
          <a:noFill/>
          <a:ln>
            <a:noFill/>
          </a:ln>
          <a:effectLst>
            <a:outerShdw blurRad="71438" dist="19050" dir="5400000" algn="bl" rotWithShape="0">
              <a:srgbClr val="000000">
                <a:alpha val="18820"/>
              </a:srgbClr>
            </a:outerShdw>
          </a:effectLst>
        </p:spPr>
      </p:pic>
      <p:pic>
        <p:nvPicPr>
          <p:cNvPr id="766" name="Google Shape;766;g2c56cd37502_0_778"/>
          <p:cNvPicPr preferRelativeResize="0"/>
          <p:nvPr/>
        </p:nvPicPr>
        <p:blipFill rotWithShape="1">
          <a:blip r:embed="rId14">
            <a:alphaModFix/>
          </a:blip>
          <a:srcRect l="99" r="99"/>
          <a:stretch/>
        </p:blipFill>
        <p:spPr>
          <a:xfrm>
            <a:off x="2094526" y="3060270"/>
            <a:ext cx="1148707" cy="821565"/>
          </a:xfrm>
          <a:prstGeom prst="rect">
            <a:avLst/>
          </a:prstGeom>
          <a:noFill/>
          <a:ln>
            <a:noFill/>
          </a:ln>
          <a:effectLst>
            <a:outerShdw blurRad="71438" dist="19050" dir="5400000" algn="bl" rotWithShape="0">
              <a:srgbClr val="000000">
                <a:alpha val="1882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g2d9dbdce97b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73" name="Google Shape;773;g2d9dbdce97b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774" name="Google Shape;774;g2d9dbdce97b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cxnSp>
        <p:nvCxnSpPr>
          <p:cNvPr id="775" name="Google Shape;775;g2d9dbdce97b_0_0"/>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2" name="Google Shape;782;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3" name="Google Shape;783;g2c186218c5a_0_17"/>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84" name="Google Shape;784;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91" name="Google Shape;791;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92" name="Google Shape;792;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93" name="Google Shape;793;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0" name="Google Shape;80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01" name="Google Shape;801;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802" name="Google Shape;80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dirty="0"/>
              <a:t>USING JL686</a:t>
            </a:r>
            <a:endParaRPr dirty="0"/>
          </a:p>
        </p:txBody>
      </p:sp>
      <p:sp>
        <p:nvSpPr>
          <p:cNvPr id="809" name="Google Shape;809;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10" name="Google Shape;810;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811" name="Google Shape;811;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18" name="Google Shape;818;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19" name="Google Shape;819;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6" name="Google Shape;826;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27" name="Google Shape;827;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8" name="Google Shape;828;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9" name="Google Shape;829;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0" name="Google Shape;830;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1" name="Google Shape;831;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2" name="Google Shape;832;g2c2ffdd0de5_0_0"/>
          <p:cNvGrpSpPr/>
          <p:nvPr/>
        </p:nvGrpSpPr>
        <p:grpSpPr>
          <a:xfrm>
            <a:off x="304250" y="6984600"/>
            <a:ext cx="8330829" cy="808600"/>
            <a:chOff x="-152950" y="7365600"/>
            <a:chExt cx="8330829" cy="808600"/>
          </a:xfrm>
        </p:grpSpPr>
        <p:sp>
          <p:nvSpPr>
            <p:cNvPr id="833" name="Google Shape;833;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4" name="Google Shape;834;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5" name="Google Shape;835;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6" name="Google Shape;836;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37" name="Google Shape;837;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38" name="Google Shape;838;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39" name="Google Shape;839;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0" name="Google Shape;840;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1" name="Google Shape;841;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2" name="Google Shape;842;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3" name="Google Shape;843;g2c2ffdd0de5_0_0"/>
          <p:cNvSpPr/>
          <p:nvPr/>
        </p:nvSpPr>
        <p:spPr>
          <a:xfrm>
            <a:off x="3249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4" name="Google Shape;844;g2c2ffdd0de5_0_0"/>
          <p:cNvSpPr/>
          <p:nvPr/>
        </p:nvSpPr>
        <p:spPr>
          <a:xfrm>
            <a:off x="43388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5" name="Google Shape;845;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6" name="Google Shape;846;g2c2ffdd0de5_0_0"/>
          <p:cNvSpPr txBox="1">
            <a:spLocks noGrp="1"/>
          </p:cNvSpPr>
          <p:nvPr>
            <p:ph type="subTitle" idx="4294967295"/>
          </p:nvPr>
        </p:nvSpPr>
        <p:spPr>
          <a:xfrm>
            <a:off x="4935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ll</a:t>
            </a:r>
            <a:endParaRPr sz="15000" b="0" i="0" u="none" strike="noStrike" cap="none">
              <a:solidFill>
                <a:srgbClr val="FFD400"/>
              </a:solidFill>
              <a:latin typeface="Jost"/>
              <a:ea typeface="Jost"/>
              <a:cs typeface="Jost"/>
              <a:sym typeface="Jost"/>
            </a:endParaRPr>
          </a:p>
        </p:txBody>
      </p:sp>
      <p:sp>
        <p:nvSpPr>
          <p:cNvPr id="847" name="Google Shape;847;g2c2ffdd0de5_0_0"/>
          <p:cNvSpPr txBox="1">
            <a:spLocks noGrp="1"/>
          </p:cNvSpPr>
          <p:nvPr>
            <p:ph type="subTitle" idx="4294967295"/>
          </p:nvPr>
        </p:nvSpPr>
        <p:spPr>
          <a:xfrm>
            <a:off x="2679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48" name="Google Shape;848;g2c2ffdd0de5_0_0"/>
          <p:cNvSpPr txBox="1">
            <a:spLocks noGrp="1"/>
          </p:cNvSpPr>
          <p:nvPr>
            <p:ph type="subTitle" idx="4294967295"/>
          </p:nvPr>
        </p:nvSpPr>
        <p:spPr>
          <a:xfrm>
            <a:off x="37692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849" name="Google Shape;849;g2c2ffdd0de5_0_0"/>
          <p:cNvSpPr/>
          <p:nvPr/>
        </p:nvSpPr>
        <p:spPr>
          <a:xfrm>
            <a:off x="5189834" y="4011888"/>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c56cd37502_0_8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6" name="Google Shape;856;g2c56cd37502_0_82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57" name="Google Shape;857;g2c56cd37502_0_82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8" name="Google Shape;858;g2c56cd37502_0_82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9" name="Google Shape;859;g2c56cd37502_0_82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0" name="Google Shape;860;g2c56cd37502_0_82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1" name="Google Shape;861;g2c56cd37502_0_82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2" name="Google Shape;862;g2c56cd37502_0_822"/>
          <p:cNvGrpSpPr/>
          <p:nvPr/>
        </p:nvGrpSpPr>
        <p:grpSpPr>
          <a:xfrm>
            <a:off x="304250" y="6984600"/>
            <a:ext cx="8330829" cy="808600"/>
            <a:chOff x="-152950" y="7365600"/>
            <a:chExt cx="8330829" cy="808600"/>
          </a:xfrm>
        </p:grpSpPr>
        <p:sp>
          <p:nvSpPr>
            <p:cNvPr id="863" name="Google Shape;863;g2c56cd37502_0_82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4" name="Google Shape;864;g2c56cd37502_0_82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5" name="Google Shape;865;g2c56cd37502_0_82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6" name="Google Shape;866;g2c56cd37502_0_82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7" name="Google Shape;867;g2c56cd37502_0_82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68" name="Google Shape;868;g2c56cd37502_0_82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69" name="Google Shape;869;g2c56cd37502_0_82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0" name="Google Shape;870;g2c56cd37502_0_82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1" name="Google Shape;871;g2c56cd37502_0_82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2" name="Google Shape;872;g2c56cd37502_0_82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3" name="Google Shape;873;g2c56cd37502_0_822"/>
          <p:cNvSpPr/>
          <p:nvPr/>
        </p:nvSpPr>
        <p:spPr>
          <a:xfrm>
            <a:off x="32112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4" name="Google Shape;874;g2c56cd37502_0_822"/>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5" name="Google Shape;875;g2c56cd37502_0_82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6" name="Google Shape;876;g2c56cd37502_0_822"/>
          <p:cNvSpPr txBox="1">
            <a:spLocks noGrp="1"/>
          </p:cNvSpPr>
          <p:nvPr>
            <p:ph type="subTitle" idx="4294967295"/>
          </p:nvPr>
        </p:nvSpPr>
        <p:spPr>
          <a:xfrm>
            <a:off x="49731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ll</a:t>
            </a:r>
            <a:endParaRPr sz="15000" b="0" i="0" u="none" strike="noStrike" cap="none">
              <a:solidFill>
                <a:srgbClr val="FFD400"/>
              </a:solidFill>
              <a:latin typeface="Jost"/>
              <a:ea typeface="Jost"/>
              <a:cs typeface="Jost"/>
              <a:sym typeface="Jost"/>
            </a:endParaRPr>
          </a:p>
        </p:txBody>
      </p:sp>
      <p:sp>
        <p:nvSpPr>
          <p:cNvPr id="877" name="Google Shape;877;g2c56cd37502_0_822"/>
          <p:cNvSpPr txBox="1">
            <a:spLocks noGrp="1"/>
          </p:cNvSpPr>
          <p:nvPr>
            <p:ph type="subTitle" idx="4294967295"/>
          </p:nvPr>
        </p:nvSpPr>
        <p:spPr>
          <a:xfrm>
            <a:off x="26415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878" name="Google Shape;878;g2c56cd37502_0_822"/>
          <p:cNvSpPr txBox="1">
            <a:spLocks noGrp="1"/>
          </p:cNvSpPr>
          <p:nvPr>
            <p:ph type="subTitle" idx="4294967295"/>
          </p:nvPr>
        </p:nvSpPr>
        <p:spPr>
          <a:xfrm>
            <a:off x="380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879" name="Google Shape;879;g2c56cd37502_0_822"/>
          <p:cNvSpPr/>
          <p:nvPr/>
        </p:nvSpPr>
        <p:spPr>
          <a:xfrm>
            <a:off x="5227959" y="4011888"/>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g2c56cd37502_0_85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6" name="Google Shape;886;g2c56cd37502_0_85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87" name="Google Shape;887;g2c56cd37502_0_851"/>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8" name="Google Shape;888;g2c56cd37502_0_851"/>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9" name="Google Shape;889;g2c56cd37502_0_851"/>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0" name="Google Shape;890;g2c56cd37502_0_85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1" name="Google Shape;891;g2c56cd37502_0_85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2" name="Google Shape;892;g2c56cd37502_0_851"/>
          <p:cNvGrpSpPr/>
          <p:nvPr/>
        </p:nvGrpSpPr>
        <p:grpSpPr>
          <a:xfrm>
            <a:off x="304250" y="6984600"/>
            <a:ext cx="8330829" cy="808600"/>
            <a:chOff x="-152950" y="7365600"/>
            <a:chExt cx="8330829" cy="808600"/>
          </a:xfrm>
        </p:grpSpPr>
        <p:sp>
          <p:nvSpPr>
            <p:cNvPr id="893" name="Google Shape;893;g2c56cd37502_0_851"/>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4" name="Google Shape;894;g2c56cd37502_0_851"/>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5" name="Google Shape;895;g2c56cd37502_0_851"/>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6" name="Google Shape;896;g2c56cd37502_0_851"/>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97" name="Google Shape;897;g2c56cd37502_0_851"/>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98" name="Google Shape;898;g2c56cd37502_0_851"/>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99" name="Google Shape;899;g2c56cd37502_0_851"/>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00" name="Google Shape;900;g2c56cd37502_0_851"/>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01" name="Google Shape;901;g2c56cd37502_0_851"/>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2" name="Google Shape;902;g2c56cd37502_0_851"/>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3" name="Google Shape;903;g2c56cd37502_0_851"/>
          <p:cNvSpPr/>
          <p:nvPr/>
        </p:nvSpPr>
        <p:spPr>
          <a:xfrm>
            <a:off x="3211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4" name="Google Shape;904;g2c56cd37502_0_851"/>
          <p:cNvSpPr/>
          <p:nvPr/>
        </p:nvSpPr>
        <p:spPr>
          <a:xfrm>
            <a:off x="43769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5" name="Google Shape;905;g2c56cd37502_0_85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6" name="Google Shape;906;g2c56cd37502_0_851"/>
          <p:cNvSpPr txBox="1">
            <a:spLocks noGrp="1"/>
          </p:cNvSpPr>
          <p:nvPr>
            <p:ph type="subTitle" idx="4294967295"/>
          </p:nvPr>
        </p:nvSpPr>
        <p:spPr>
          <a:xfrm>
            <a:off x="4973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ll</a:t>
            </a:r>
            <a:endParaRPr sz="15000" b="0" i="0" u="none" strike="noStrike" cap="none">
              <a:solidFill>
                <a:srgbClr val="FFD400"/>
              </a:solidFill>
              <a:latin typeface="Jost"/>
              <a:ea typeface="Jost"/>
              <a:cs typeface="Jost"/>
              <a:sym typeface="Jost"/>
            </a:endParaRPr>
          </a:p>
        </p:txBody>
      </p:sp>
      <p:sp>
        <p:nvSpPr>
          <p:cNvPr id="907" name="Google Shape;907;g2c56cd37502_0_851"/>
          <p:cNvSpPr txBox="1">
            <a:spLocks noGrp="1"/>
          </p:cNvSpPr>
          <p:nvPr>
            <p:ph type="subTitle" idx="4294967295"/>
          </p:nvPr>
        </p:nvSpPr>
        <p:spPr>
          <a:xfrm>
            <a:off x="2641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08" name="Google Shape;908;g2c56cd37502_0_851"/>
          <p:cNvSpPr txBox="1">
            <a:spLocks noGrp="1"/>
          </p:cNvSpPr>
          <p:nvPr>
            <p:ph type="subTitle" idx="4294967295"/>
          </p:nvPr>
        </p:nvSpPr>
        <p:spPr>
          <a:xfrm>
            <a:off x="3807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909" name="Google Shape;909;g2c56cd37502_0_851"/>
          <p:cNvSpPr/>
          <p:nvPr/>
        </p:nvSpPr>
        <p:spPr>
          <a:xfrm>
            <a:off x="5227934" y="4011888"/>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916" name="Google Shape;916;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17" name="Google Shape;917;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24" name="Google Shape;924;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25" name="Google Shape;925;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26" name="Google Shape;92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33" name="Google Shape;93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34" name="Google Shape;934;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35" name="Google Shape;935;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42" name="Google Shape;942;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43" name="Google Shape;943;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44" name="Google Shape;944;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51" name="Google Shape;95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52" name="Google Shape;952;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53" name="Google Shape;95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g26b641b03cd_0_301"/>
          <p:cNvSpPr txBox="1">
            <a:spLocks noGrp="1"/>
          </p:cNvSpPr>
          <p:nvPr>
            <p:ph type="title"/>
          </p:nvPr>
        </p:nvSpPr>
        <p:spPr>
          <a:xfrm>
            <a:off x="976950" y="5568500"/>
            <a:ext cx="7190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60" name="Google Shape;960;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61" name="Google Shape;961;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62" name="Google Shape;962;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g26b641b03cd_0_308"/>
          <p:cNvSpPr txBox="1">
            <a:spLocks noGrp="1"/>
          </p:cNvSpPr>
          <p:nvPr>
            <p:ph type="title"/>
          </p:nvPr>
        </p:nvSpPr>
        <p:spPr>
          <a:xfrm>
            <a:off x="933125" y="5568500"/>
            <a:ext cx="72777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69" name="Google Shape;969;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70" name="Google Shape;970;g26b641b03cd_0_308"/>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71" name="Google Shape;971;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g2c56cd37502_0_880"/>
          <p:cNvSpPr txBox="1">
            <a:spLocks noGrp="1"/>
          </p:cNvSpPr>
          <p:nvPr>
            <p:ph type="title"/>
          </p:nvPr>
        </p:nvSpPr>
        <p:spPr>
          <a:xfrm>
            <a:off x="939375" y="5568500"/>
            <a:ext cx="7265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78" name="Google Shape;978;g2c56cd37502_0_88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79" name="Google Shape;979;g2c56cd37502_0_880"/>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80" name="Google Shape;980;g2c56cd37502_0_88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g2c56cd37502_0_888"/>
          <p:cNvSpPr txBox="1">
            <a:spLocks noGrp="1"/>
          </p:cNvSpPr>
          <p:nvPr>
            <p:ph type="title"/>
          </p:nvPr>
        </p:nvSpPr>
        <p:spPr>
          <a:xfrm>
            <a:off x="951900" y="5568500"/>
            <a:ext cx="7240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87" name="Google Shape;987;g2c56cd37502_0_88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88" name="Google Shape;988;g2c56cd37502_0_888"/>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89" name="Google Shape;989;g2c56cd37502_0_88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96" name="Google Shape;996;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997" name="Google Shape;997;g1f3daf8a844_0_64"/>
          <p:cNvGrpSpPr/>
          <p:nvPr/>
        </p:nvGrpSpPr>
        <p:grpSpPr>
          <a:xfrm>
            <a:off x="3024000" y="209875"/>
            <a:ext cx="3096000" cy="454800"/>
            <a:chOff x="3024000" y="209875"/>
            <a:chExt cx="3096000" cy="454800"/>
          </a:xfrm>
        </p:grpSpPr>
        <p:sp>
          <p:nvSpPr>
            <p:cNvPr id="998" name="Google Shape;998;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9" name="Google Shape;999;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00" name="Google Shape;1000;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01" name="Google Shape;1001;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2" name="Google Shape;1002;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3" name="Google Shape;1003;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04" name="Google Shape;1004;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05" name="Google Shape;1005;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06" name="Google Shape;1006;g1f3daf8a844_0_64"/>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07" name="Google Shape;1007;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08" name="Google Shape;1008;g1f3daf8a844_0_64"/>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09" name="Google Shape;1009;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2356AF"/>
              </a:solidFill>
              <a:latin typeface="Jost"/>
              <a:ea typeface="Jost"/>
              <a:cs typeface="Jost"/>
              <a:sym typeface="Jost"/>
            </a:endParaRPr>
          </a:p>
        </p:txBody>
      </p:sp>
      <p:sp>
        <p:nvSpPr>
          <p:cNvPr id="1010" name="Google Shape;1010;g1f3daf8a844_0_64"/>
          <p:cNvSpPr txBox="1"/>
          <p:nvPr/>
        </p:nvSpPr>
        <p:spPr>
          <a:xfrm>
            <a:off x="406322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sp>
        <p:nvSpPr>
          <p:cNvPr id="1011" name="Google Shape;1011;g1f3daf8a844_0_64"/>
          <p:cNvSpPr txBox="1"/>
          <p:nvPr/>
        </p:nvSpPr>
        <p:spPr>
          <a:xfrm>
            <a:off x="291037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12" name="Google Shape;1012;g1f3daf8a844_0_64"/>
          <p:cNvSpPr txBox="1"/>
          <p:nvPr/>
        </p:nvSpPr>
        <p:spPr>
          <a:xfrm>
            <a:off x="521607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13" name="Google Shape;1013;g1f3daf8a844_0_64"/>
          <p:cNvSpPr txBox="1"/>
          <p:nvPr/>
        </p:nvSpPr>
        <p:spPr>
          <a:xfrm>
            <a:off x="4639653"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
        <p:nvSpPr>
          <p:cNvPr id="1014" name="Google Shape;1014;g1f3daf8a844_0_64"/>
          <p:cNvSpPr txBox="1"/>
          <p:nvPr/>
        </p:nvSpPr>
        <p:spPr>
          <a:xfrm>
            <a:off x="175752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15" name="Google Shape;1015;g1f3daf8a844_0_64"/>
          <p:cNvSpPr txBox="1"/>
          <p:nvPr/>
        </p:nvSpPr>
        <p:spPr>
          <a:xfrm>
            <a:off x="636892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cxnSp>
        <p:nvCxnSpPr>
          <p:cNvPr id="1016" name="Google Shape;1016;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c56cd37502_0_91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23" name="Google Shape;1023;g2c56cd37502_0_91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1024" name="Google Shape;1024;g2c56cd37502_0_914"/>
          <p:cNvGrpSpPr/>
          <p:nvPr/>
        </p:nvGrpSpPr>
        <p:grpSpPr>
          <a:xfrm>
            <a:off x="3024000" y="209875"/>
            <a:ext cx="3096000" cy="454800"/>
            <a:chOff x="3024000" y="209875"/>
            <a:chExt cx="3096000" cy="454800"/>
          </a:xfrm>
        </p:grpSpPr>
        <p:sp>
          <p:nvSpPr>
            <p:cNvPr id="1025" name="Google Shape;1025;g2c56cd37502_0_91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6" name="Google Shape;1026;g2c56cd37502_0_91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27" name="Google Shape;1027;g2c56cd37502_0_91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28" name="Google Shape;1028;g2c56cd37502_0_914"/>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29" name="Google Shape;1029;g2c56cd37502_0_91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0" name="Google Shape;1030;g2c56cd37502_0_91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1" name="Google Shape;1031;g2c56cd37502_0_91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32" name="Google Shape;1032;g2c56cd37502_0_91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33" name="Google Shape;1033;g2c56cd37502_0_914"/>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bell tell pull fell bull doll pill</a:t>
            </a:r>
            <a:endParaRPr sz="1800" b="0" i="0" u="none" strike="noStrike" cap="none">
              <a:solidFill>
                <a:srgbClr val="B7B7B7"/>
              </a:solidFill>
              <a:latin typeface="Jost"/>
              <a:ea typeface="Jost"/>
              <a:cs typeface="Jost"/>
              <a:sym typeface="Jost"/>
            </a:endParaRPr>
          </a:p>
        </p:txBody>
      </p:sp>
      <p:sp>
        <p:nvSpPr>
          <p:cNvPr id="1034" name="Google Shape;1034;g2c56cd37502_0_91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35" name="Google Shape;1035;g2c56cd37502_0_914"/>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36" name="Google Shape;1036;g2c56cd37502_0_91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37" name="Google Shape;1037;g2c56cd37502_0_914"/>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cxnSp>
        <p:nvCxnSpPr>
          <p:cNvPr id="1038" name="Google Shape;1038;g2c56cd37502_0_914"/>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39" name="Google Shape;1039;g2c56cd37502_0_91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2356AF"/>
              </a:solidFill>
              <a:latin typeface="Jost"/>
              <a:ea typeface="Jost"/>
              <a:cs typeface="Jost"/>
              <a:sym typeface="Jost"/>
            </a:endParaRPr>
          </a:p>
        </p:txBody>
      </p:sp>
      <p:sp>
        <p:nvSpPr>
          <p:cNvPr id="1040" name="Google Shape;1040;g2c56cd37502_0_914"/>
          <p:cNvSpPr txBox="1"/>
          <p:nvPr/>
        </p:nvSpPr>
        <p:spPr>
          <a:xfrm>
            <a:off x="406322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sp>
        <p:nvSpPr>
          <p:cNvPr id="1041" name="Google Shape;1041;g2c56cd37502_0_914"/>
          <p:cNvSpPr txBox="1"/>
          <p:nvPr/>
        </p:nvSpPr>
        <p:spPr>
          <a:xfrm>
            <a:off x="291037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42" name="Google Shape;1042;g2c56cd37502_0_914"/>
          <p:cNvSpPr txBox="1"/>
          <p:nvPr/>
        </p:nvSpPr>
        <p:spPr>
          <a:xfrm>
            <a:off x="521607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43" name="Google Shape;1043;g2c56cd37502_0_914"/>
          <p:cNvSpPr txBox="1"/>
          <p:nvPr/>
        </p:nvSpPr>
        <p:spPr>
          <a:xfrm>
            <a:off x="4639653"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
        <p:nvSpPr>
          <p:cNvPr id="1044" name="Google Shape;1044;g2c56cd37502_0_914"/>
          <p:cNvSpPr txBox="1"/>
          <p:nvPr/>
        </p:nvSpPr>
        <p:spPr>
          <a:xfrm>
            <a:off x="175752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45" name="Google Shape;1045;g2c56cd37502_0_914"/>
          <p:cNvSpPr txBox="1"/>
          <p:nvPr/>
        </p:nvSpPr>
        <p:spPr>
          <a:xfrm>
            <a:off x="636892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‘Jack and Jill’.</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ll</a:t>
            </a:r>
            <a:r>
              <a:rPr lang="en-US"/>
              <a:t>’ in a variety of sizes and media, for example using chalk to 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p:txBody>
      </p:sp>
      <p:pic>
        <p:nvPicPr>
          <p:cNvPr id="1052" name="Google Shape;1052;g2c186218c5a_0_118"/>
          <p:cNvPicPr preferRelativeResize="0"/>
          <p:nvPr/>
        </p:nvPicPr>
        <p:blipFill rotWithShape="1">
          <a:blip r:embed="rId3">
            <a:alphaModFix/>
          </a:blip>
          <a:srcRect t="268" b="278"/>
          <a:stretch/>
        </p:blipFill>
        <p:spPr>
          <a:xfrm rot="-385541">
            <a:off x="501174" y="1424049"/>
            <a:ext cx="2613275" cy="3696149"/>
          </a:xfrm>
          <a:prstGeom prst="rect">
            <a:avLst/>
          </a:prstGeom>
          <a:noFill/>
          <a:ln>
            <a:noFill/>
          </a:ln>
        </p:spPr>
      </p:pic>
      <p:sp>
        <p:nvSpPr>
          <p:cNvPr id="1053" name="Google Shape;1053;g2c186218c5a_0_118"/>
          <p:cNvSpPr txBox="1"/>
          <p:nvPr/>
        </p:nvSpPr>
        <p:spPr>
          <a:xfrm rot="363539">
            <a:off x="3040039" y="2105158"/>
            <a:ext cx="810025"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6000"/>
              <a:buFont typeface="Arial"/>
              <a:buNone/>
            </a:pPr>
            <a:r>
              <a:rPr lang="en-US" sz="6000" b="0" i="0" u="none" strike="noStrike" cap="none">
                <a:solidFill>
                  <a:srgbClr val="FFD400"/>
                </a:solidFill>
                <a:latin typeface="Finger Paint"/>
                <a:ea typeface="Finger Paint"/>
                <a:cs typeface="Finger Paint"/>
                <a:sym typeface="Finger Paint"/>
              </a:rPr>
              <a:t>ll</a:t>
            </a:r>
            <a:endParaRPr sz="6000" b="0" i="0" u="none" strike="noStrike" cap="none">
              <a:solidFill>
                <a:srgbClr val="FFD400"/>
              </a:solidFill>
              <a:latin typeface="Finger Paint"/>
              <a:ea typeface="Finger Paint"/>
              <a:cs typeface="Finger Paint"/>
              <a:sym typeface="Finger Pain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499</Words>
  <Application>Microsoft Office PowerPoint</Application>
  <PresentationFormat>On-screen Show (4:3)</PresentationFormat>
  <Paragraphs>181</Paragraphs>
  <Slides>25</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Poppins SemiBold</vt:lpstr>
      <vt:lpstr>Calibri</vt:lpstr>
      <vt:lpstr>Jost</vt:lpstr>
      <vt:lpstr>Finger Paint</vt:lpstr>
      <vt:lpstr>Poppins</vt:lpstr>
      <vt:lpstr>Poppins Medium</vt:lpstr>
      <vt:lpstr>Arial</vt:lpstr>
      <vt:lpstr>Mulish</vt:lpstr>
      <vt:lpstr>Nunito Black</vt:lpstr>
      <vt:lpstr>Office Theme</vt:lpstr>
      <vt:lpstr>PowerPoint Presentation</vt:lpstr>
      <vt:lpstr>PowerPoint Presentation</vt:lpstr>
      <vt:lpstr>Recall s a t p i n m d g o c k ck e u r h b f ff l using flashcards.</vt:lpstr>
      <vt:lpstr>Recall Common Exception Words as I is no go to into the put has his of.</vt:lpstr>
      <vt:lpstr>PowerPoint Presentation</vt:lpstr>
      <vt:lpstr>Hear Phonemes</vt:lpstr>
      <vt:lpstr>Hear Phonemes</vt:lpstr>
      <vt:lpstr>Teach Grapheme Caption</vt:lpstr>
      <vt:lpstr>Review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2026-04-28T02:33:15Z</dcterms:modified>
</cp:coreProperties>
</file>