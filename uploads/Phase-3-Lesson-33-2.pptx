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embeddedFontLst>
    <p:embeddedFont>
      <p:font typeface="Jost" panose="020B0604020202020204" charset="0"/>
      <p:regular r:id="rId26"/>
      <p:bold r:id="rId27"/>
      <p:italic r:id="rId28"/>
      <p:boldItalic r:id="rId29"/>
    </p:embeddedFont>
    <p:embeddedFont>
      <p:font typeface="Mulish" panose="020B0604020202020204" charset="0"/>
      <p:regular r:id="rId30"/>
      <p:bold r:id="rId31"/>
      <p:italic r:id="rId32"/>
      <p:boldItalic r:id="rId33"/>
    </p:embeddedFont>
    <p:embeddedFont>
      <p:font typeface="Nunito Black" pitchFamily="2" charset="0"/>
      <p:bold r:id="rId34"/>
      <p:boldItalic r:id="rId35"/>
    </p:embeddedFont>
    <p:embeddedFont>
      <p:font typeface="Poppins" panose="00000500000000000000" pitchFamily="2" charset="0"/>
      <p:regular r:id="rId36"/>
      <p:bold r:id="rId37"/>
      <p:italic r:id="rId38"/>
      <p:boldItalic r:id="rId39"/>
    </p:embeddedFont>
    <p:embeddedFont>
      <p:font typeface="Poppins Medium" panose="00000600000000000000" pitchFamily="2" charset="0"/>
      <p:regular r:id="rId40"/>
      <p:bold r:id="rId41"/>
      <p:italic r:id="rId42"/>
      <p:boldItalic r:id="rId43"/>
    </p:embeddedFont>
    <p:embeddedFont>
      <p:font typeface="Poppins SemiBold" panose="00000700000000000000" pitchFamily="2"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4" roundtripDataSignature="AMtx7mjS8ClOtbMIESvhemOK1DBuFUkKv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729F011-47DE-483A-9F66-993F4F8FCFD7}">
  <a:tblStyle styleId="{6729F011-47DE-483A-9F66-993F4F8FCFD7}"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1794" y="-35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47" Type="http://schemas.openxmlformats.org/officeDocument/2006/relationships/font" Target="fonts/font22.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font" Target="fonts/font20.fntdata"/><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4" Type="http://schemas.openxmlformats.org/officeDocument/2006/relationships/font" Target="fonts/font1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56"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46" Type="http://schemas.openxmlformats.org/officeDocument/2006/relationships/font" Target="fonts/font21.fntdata"/><Relationship Id="rId20" Type="http://schemas.openxmlformats.org/officeDocument/2006/relationships/slide" Target="slides/slide19.xml"/><Relationship Id="rId41" Type="http://schemas.openxmlformats.org/officeDocument/2006/relationships/font" Target="fonts/font16.fntdata"/><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0" name="Google Shape;68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5" name="Google Shape;69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6" name="Google Shape;69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3" name="Google Shape;723;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4" name="Google Shape;724;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3" name="Google Shape;753;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4" name="Google Shape;754;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g26ca6ebb2f9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4" name="Google Shape;774;g26ca6ebb2f9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5" name="Google Shape;775;g26ca6ebb2f9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0"/>
        <p:cNvGrpSpPr/>
        <p:nvPr/>
      </p:nvGrpSpPr>
      <p:grpSpPr>
        <a:xfrm>
          <a:off x="0" y="0"/>
          <a:ext cx="0" cy="0"/>
          <a:chOff x="0" y="0"/>
          <a:chExt cx="0" cy="0"/>
        </a:xfrm>
      </p:grpSpPr>
      <p:sp>
        <p:nvSpPr>
          <p:cNvPr id="781" name="Google Shape;781;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2" name="Google Shape;782;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3" name="Google Shape;783;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1" name="Google Shape;791;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2" name="Google Shape;792;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0" name="Google Shape;800;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1" name="Google Shape;801;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7"/>
        <p:cNvGrpSpPr/>
        <p:nvPr/>
      </p:nvGrpSpPr>
      <p:grpSpPr>
        <a:xfrm>
          <a:off x="0" y="0"/>
          <a:ext cx="0" cy="0"/>
          <a:chOff x="0" y="0"/>
          <a:chExt cx="0" cy="0"/>
        </a:xfrm>
      </p:grpSpPr>
      <p:sp>
        <p:nvSpPr>
          <p:cNvPr id="808" name="Google Shape;808;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9" name="Google Shape;809;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0" name="Google Shape;810;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6"/>
        <p:cNvGrpSpPr/>
        <p:nvPr/>
      </p:nvGrpSpPr>
      <p:grpSpPr>
        <a:xfrm>
          <a:off x="0" y="0"/>
          <a:ext cx="0" cy="0"/>
          <a:chOff x="0" y="0"/>
          <a:chExt cx="0" cy="0"/>
        </a:xfrm>
      </p:grpSpPr>
      <p:sp>
        <p:nvSpPr>
          <p:cNvPr id="817" name="Google Shape;817;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8" name="Google Shape;818;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9" name="Google Shape;819;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g2c4fd7a3c22_2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6" name="Google Shape;826;g2c4fd7a3c2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7" name="Google Shape;827;g2c4fd7a3c22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4"/>
        <p:cNvGrpSpPr/>
        <p:nvPr/>
      </p:nvGrpSpPr>
      <p:grpSpPr>
        <a:xfrm>
          <a:off x="0" y="0"/>
          <a:ext cx="0" cy="0"/>
          <a:chOff x="0" y="0"/>
          <a:chExt cx="0" cy="0"/>
        </a:xfrm>
      </p:grpSpPr>
      <p:sp>
        <p:nvSpPr>
          <p:cNvPr id="855" name="Google Shape;855;g26ca6ebb48c_0_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6" name="Google Shape;856;g26ca6ebb48c_0_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7" name="Google Shape;857;g26ca6ebb48c_0_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p:cNvGrpSpPr/>
        <p:nvPr/>
      </p:nvGrpSpPr>
      <p:grpSpPr>
        <a:xfrm>
          <a:off x="0" y="0"/>
          <a:ext cx="0" cy="0"/>
          <a:chOff x="0" y="0"/>
          <a:chExt cx="0" cy="0"/>
        </a:xfrm>
      </p:grpSpPr>
      <p:sp>
        <p:nvSpPr>
          <p:cNvPr id="885" name="Google Shape;885;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6" name="Google Shape;886;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7" name="Google Shape;887;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4" name="Google Shape;894;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5" name="Google Shape;895;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3" name="Google Shape;903;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4" name="Google Shape;904;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2" name="Google Shape;912;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3" name="Google Shape;913;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9"/>
        <p:cNvGrpSpPr/>
        <p:nvPr/>
      </p:nvGrpSpPr>
      <p:grpSpPr>
        <a:xfrm>
          <a:off x="0" y="0"/>
          <a:ext cx="0" cy="0"/>
          <a:chOff x="0" y="0"/>
          <a:chExt cx="0" cy="0"/>
        </a:xfrm>
      </p:grpSpPr>
      <p:sp>
        <p:nvSpPr>
          <p:cNvPr id="920" name="Google Shape;920;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1" name="Google Shape;921;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2" name="Google Shape;922;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8"/>
        <p:cNvGrpSpPr/>
        <p:nvPr/>
      </p:nvGrpSpPr>
      <p:grpSpPr>
        <a:xfrm>
          <a:off x="0" y="0"/>
          <a:ext cx="0" cy="0"/>
          <a:chOff x="0" y="0"/>
          <a:chExt cx="0" cy="0"/>
        </a:xfrm>
      </p:grpSpPr>
      <p:sp>
        <p:nvSpPr>
          <p:cNvPr id="929" name="Google Shape;929;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0" name="Google Shape;930;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1" name="Google Shape;931;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
        <p:cNvGrpSpPr/>
        <p:nvPr/>
      </p:nvGrpSpPr>
      <p:grpSpPr>
        <a:xfrm>
          <a:off x="0" y="0"/>
          <a:ext cx="0" cy="0"/>
          <a:chOff x="0" y="0"/>
          <a:chExt cx="0" cy="0"/>
        </a:xfrm>
      </p:grpSpPr>
      <p:sp>
        <p:nvSpPr>
          <p:cNvPr id="938" name="Google Shape;938;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9" name="Google Shape;939;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0" name="Google Shape;940;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6"/>
        <p:cNvGrpSpPr/>
        <p:nvPr/>
      </p:nvGrpSpPr>
      <p:grpSpPr>
        <a:xfrm>
          <a:off x="0" y="0"/>
          <a:ext cx="0" cy="0"/>
          <a:chOff x="0" y="0"/>
          <a:chExt cx="0" cy="0"/>
        </a:xfrm>
      </p:grpSpPr>
      <p:sp>
        <p:nvSpPr>
          <p:cNvPr id="947" name="Google Shape;947;g26ca6ebb48c_0_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8" name="Google Shape;948;g26ca6ebb48c_0_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9" name="Google Shape;949;g26ca6ebb48c_0_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5"/>
        <p:cNvGrpSpPr/>
        <p:nvPr/>
      </p:nvGrpSpPr>
      <p:grpSpPr>
        <a:xfrm>
          <a:off x="0" y="0"/>
          <a:ext cx="0" cy="0"/>
          <a:chOff x="0" y="0"/>
          <a:chExt cx="0" cy="0"/>
        </a:xfrm>
      </p:grpSpPr>
      <p:sp>
        <p:nvSpPr>
          <p:cNvPr id="956" name="Google Shape;956;g26ca6ebb48c_0_3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7" name="Google Shape;957;g26ca6ebb48c_0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8" name="Google Shape;958;g26ca6ebb48c_0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6" name="Google Shape;966;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7" name="Google Shape;967;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
        <p:cNvGrpSpPr/>
        <p:nvPr/>
      </p:nvGrpSpPr>
      <p:grpSpPr>
        <a:xfrm>
          <a:off x="0" y="0"/>
          <a:ext cx="0" cy="0"/>
          <a:chOff x="0" y="0"/>
          <a:chExt cx="0" cy="0"/>
        </a:xfrm>
      </p:grpSpPr>
      <p:sp>
        <p:nvSpPr>
          <p:cNvPr id="991" name="Google Shape;991;g26ca6ebb48c_0_4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2" name="Google Shape;992;g26ca6ebb48c_0_4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3" name="Google Shape;993;g26ca6ebb48c_0_4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Trigraph 'igh'</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7 - Wednesday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33</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pic>
        <p:nvPicPr>
          <p:cNvPr id="170" name="Google Shape;170;g26b641b03cd_0_260"/>
          <p:cNvPicPr preferRelativeResize="0"/>
          <p:nvPr/>
        </p:nvPicPr>
        <p:blipFill rotWithShape="1">
          <a:blip r:embed="rId2">
            <a:alphaModFix/>
          </a:blip>
          <a:srcRect/>
          <a:stretch/>
        </p:blipFill>
        <p:spPr>
          <a:xfrm>
            <a:off x="485725" y="5274624"/>
            <a:ext cx="2884175" cy="1389976"/>
          </a:xfrm>
          <a:prstGeom prst="rect">
            <a:avLst/>
          </a:prstGeom>
          <a:noFill/>
          <a:ln>
            <a:noFill/>
          </a:ln>
          <a:effectLst>
            <a:outerShdw blurRad="57150" dist="19050" dir="5400000" algn="bl" rotWithShape="0">
              <a:srgbClr val="000000">
                <a:alpha val="48235"/>
              </a:srgbClr>
            </a:outerShdw>
          </a:effectLst>
        </p:spPr>
      </p:pic>
      <p:grpSp>
        <p:nvGrpSpPr>
          <p:cNvPr id="171" name="Google Shape;171;g26b641b03cd_0_260"/>
          <p:cNvGrpSpPr/>
          <p:nvPr/>
        </p:nvGrpSpPr>
        <p:grpSpPr>
          <a:xfrm>
            <a:off x="-36800" y="-52000"/>
            <a:ext cx="9236100" cy="543750"/>
            <a:chOff x="-36800" y="-52000"/>
            <a:chExt cx="9236100" cy="54375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1900680" y="8825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76" name="Google Shape;176;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4" name="Google Shape;184;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6" name="Google Shape;186;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0" name="Google Shape;190;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1" name="Google Shape;191;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2" name="Google Shape;192;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93" name="Google Shape;193;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98" name="Google Shape;198;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00" name="Google Shape;20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1" name="Google Shape;20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02" name="Google Shape;202;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3" name="Google Shape;20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4" name="Google Shape;20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5" name="Google Shape;20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6" name="Google Shape;20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8" name="Google Shape;20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9" name="Google Shape;20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10" name="Google Shape;210;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1" name="Google Shape;211;g2c235dd0dad_1_87"/>
          <p:cNvGrpSpPr/>
          <p:nvPr/>
        </p:nvGrpSpPr>
        <p:grpSpPr>
          <a:xfrm>
            <a:off x="662575" y="6212475"/>
            <a:ext cx="586800" cy="571500"/>
            <a:chOff x="662575" y="6212475"/>
            <a:chExt cx="586800" cy="571500"/>
          </a:xfrm>
        </p:grpSpPr>
        <p:sp>
          <p:nvSpPr>
            <p:cNvPr id="212" name="Google Shape;21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5" name="Google Shape;215;g2c235dd0dad_1_87"/>
          <p:cNvGrpSpPr/>
          <p:nvPr/>
        </p:nvGrpSpPr>
        <p:grpSpPr>
          <a:xfrm>
            <a:off x="7894350" y="6212475"/>
            <a:ext cx="586800" cy="571500"/>
            <a:chOff x="7894350" y="6212475"/>
            <a:chExt cx="586800" cy="571500"/>
          </a:xfrm>
        </p:grpSpPr>
        <p:sp>
          <p:nvSpPr>
            <p:cNvPr id="216" name="Google Shape;21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3" name="Google Shape;223;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4" name="Google Shape;224;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7" name="Google Shape;227;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8" name="Google Shape;22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9" name="Google Shape;229;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30" name="Google Shape;230;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31" name="Google Shape;231;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2" name="Google Shape;232;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3" name="Google Shape;233;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4" name="Google Shape;234;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35" name="Google Shape;235;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6" name="Google Shape;236;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7" name="Google Shape;237;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8" name="Google Shape;238;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9" name="Google Shape;239;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0" name="Google Shape;240;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41" name="Google Shape;241;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42" name="Google Shape;242;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43" name="Google Shape;243;g1f3daf8a844_0_32"/>
          <p:cNvGrpSpPr/>
          <p:nvPr/>
        </p:nvGrpSpPr>
        <p:grpSpPr>
          <a:xfrm>
            <a:off x="662575" y="6212475"/>
            <a:ext cx="586800" cy="571500"/>
            <a:chOff x="662575" y="6212475"/>
            <a:chExt cx="586800" cy="571500"/>
          </a:xfrm>
        </p:grpSpPr>
        <p:sp>
          <p:nvSpPr>
            <p:cNvPr id="244" name="Google Shape;244;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7" name="Google Shape;247;g1f3daf8a844_0_32"/>
          <p:cNvGrpSpPr/>
          <p:nvPr/>
        </p:nvGrpSpPr>
        <p:grpSpPr>
          <a:xfrm>
            <a:off x="7894350" y="6212475"/>
            <a:ext cx="586800" cy="571500"/>
            <a:chOff x="7894350" y="6212475"/>
            <a:chExt cx="586800" cy="571500"/>
          </a:xfrm>
        </p:grpSpPr>
        <p:sp>
          <p:nvSpPr>
            <p:cNvPr id="248" name="Google Shape;248;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1"/>
        <p:cNvGrpSpPr/>
        <p:nvPr/>
      </p:nvGrpSpPr>
      <p:grpSpPr>
        <a:xfrm>
          <a:off x="0" y="0"/>
          <a:ext cx="0" cy="0"/>
          <a:chOff x="0" y="0"/>
          <a:chExt cx="0" cy="0"/>
        </a:xfrm>
      </p:grpSpPr>
      <p:sp>
        <p:nvSpPr>
          <p:cNvPr id="252" name="Google Shape;252;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2" name="Google Shape;262;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3" name="Google Shape;26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64" name="Google Shape;26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65" name="Google Shape;265;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6" name="Google Shape;266;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7" name="Google Shape;267;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8" name="Google Shape;268;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9" name="Google Shape;26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0" name="Google Shape;27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1" name="Google Shape;27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2" name="Google Shape;27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3" name="Google Shape;27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74" name="Google Shape;274;g2c157a2fb06_0_53"/>
          <p:cNvGrpSpPr/>
          <p:nvPr/>
        </p:nvGrpSpPr>
        <p:grpSpPr>
          <a:xfrm>
            <a:off x="1403031" y="6958923"/>
            <a:ext cx="6774848" cy="1291477"/>
            <a:chOff x="717231" y="7263723"/>
            <a:chExt cx="6774848" cy="1291477"/>
          </a:xfrm>
        </p:grpSpPr>
        <p:sp>
          <p:nvSpPr>
            <p:cNvPr id="275" name="Google Shape;27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8" name="Google Shape;27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9" name="Google Shape;27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80" name="Google Shape;28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81" name="Google Shape;28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82" name="Google Shape;28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83" name="Google Shape;28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6" name="Google Shape;28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7" name="Google Shape;28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8" name="Google Shape;288;g2c157a2fb06_0_53"/>
          <p:cNvGrpSpPr/>
          <p:nvPr/>
        </p:nvGrpSpPr>
        <p:grpSpPr>
          <a:xfrm>
            <a:off x="662575" y="6212475"/>
            <a:ext cx="586800" cy="571500"/>
            <a:chOff x="662575" y="6212475"/>
            <a:chExt cx="586800" cy="571500"/>
          </a:xfrm>
        </p:grpSpPr>
        <p:sp>
          <p:nvSpPr>
            <p:cNvPr id="289" name="Google Shape;28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2" name="Google Shape;292;g2c157a2fb06_0_53"/>
          <p:cNvGrpSpPr/>
          <p:nvPr/>
        </p:nvGrpSpPr>
        <p:grpSpPr>
          <a:xfrm>
            <a:off x="7894350" y="6212475"/>
            <a:ext cx="586800" cy="571500"/>
            <a:chOff x="7894350" y="6212475"/>
            <a:chExt cx="586800" cy="571500"/>
          </a:xfrm>
        </p:grpSpPr>
        <p:sp>
          <p:nvSpPr>
            <p:cNvPr id="293" name="Google Shape;29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6"/>
        <p:cNvGrpSpPr/>
        <p:nvPr/>
      </p:nvGrpSpPr>
      <p:grpSpPr>
        <a:xfrm>
          <a:off x="0" y="0"/>
          <a:ext cx="0" cy="0"/>
          <a:chOff x="0" y="0"/>
          <a:chExt cx="0" cy="0"/>
        </a:xfrm>
      </p:grpSpPr>
      <p:sp>
        <p:nvSpPr>
          <p:cNvPr id="297" name="Google Shape;297;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0" name="Google Shape;300;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05" name="Google Shape;30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6" name="Google Shape;30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7" name="Google Shape;30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8" name="Google Shape;30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9" name="Google Shape;30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0" name="Google Shape;31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11" name="Google Shape;31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2" name="Google Shape;31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3" name="Google Shape;31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4" name="Google Shape;31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5" name="Google Shape;31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7" name="Google Shape;317;g2c157a2fb06_0_158"/>
          <p:cNvGrpSpPr/>
          <p:nvPr/>
        </p:nvGrpSpPr>
        <p:grpSpPr>
          <a:xfrm>
            <a:off x="662575" y="6212475"/>
            <a:ext cx="586800" cy="571500"/>
            <a:chOff x="662575" y="6212475"/>
            <a:chExt cx="586800" cy="571500"/>
          </a:xfrm>
        </p:grpSpPr>
        <p:sp>
          <p:nvSpPr>
            <p:cNvPr id="318" name="Google Shape;31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158"/>
          <p:cNvGrpSpPr/>
          <p:nvPr/>
        </p:nvGrpSpPr>
        <p:grpSpPr>
          <a:xfrm>
            <a:off x="7894350" y="6212475"/>
            <a:ext cx="586800" cy="571500"/>
            <a:chOff x="7894350" y="6212475"/>
            <a:chExt cx="586800" cy="571500"/>
          </a:xfrm>
        </p:grpSpPr>
        <p:sp>
          <p:nvSpPr>
            <p:cNvPr id="322" name="Google Shape;32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5"/>
        <p:cNvGrpSpPr/>
        <p:nvPr/>
      </p:nvGrpSpPr>
      <p:grpSpPr>
        <a:xfrm>
          <a:off x="0" y="0"/>
          <a:ext cx="0" cy="0"/>
          <a:chOff x="0" y="0"/>
          <a:chExt cx="0" cy="0"/>
        </a:xfrm>
      </p:grpSpPr>
      <p:sp>
        <p:nvSpPr>
          <p:cNvPr id="326" name="Google Shape;326;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9" name="Google Shape;329;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30" name="Google Shape;330;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4" name="Google Shape;33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8" name="Google Shape;33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263"/>
          <p:cNvSpPr>
            <a:spLocks noGrp="1"/>
          </p:cNvSpPr>
          <p:nvPr>
            <p:ph type="pic" idx="8"/>
          </p:nvPr>
        </p:nvSpPr>
        <p:spPr>
          <a:xfrm>
            <a:off x="5086375" y="4412425"/>
            <a:ext cx="2668800" cy="1291500"/>
          </a:xfrm>
          <a:prstGeom prst="rect">
            <a:avLst/>
          </a:prstGeom>
          <a:noFill/>
          <a:ln>
            <a:noFill/>
          </a:ln>
        </p:spPr>
      </p:sp>
      <p:sp>
        <p:nvSpPr>
          <p:cNvPr id="344" name="Google Shape;344;g2c157a2fb06_0_263"/>
          <p:cNvSpPr>
            <a:spLocks noGrp="1"/>
          </p:cNvSpPr>
          <p:nvPr>
            <p:ph type="pic" idx="9"/>
          </p:nvPr>
        </p:nvSpPr>
        <p:spPr>
          <a:xfrm>
            <a:off x="5086375" y="797675"/>
            <a:ext cx="2668800" cy="1291500"/>
          </a:xfrm>
          <a:prstGeom prst="rect">
            <a:avLst/>
          </a:prstGeom>
          <a:noFill/>
          <a:ln>
            <a:noFill/>
          </a:ln>
        </p:spPr>
      </p:sp>
      <p:sp>
        <p:nvSpPr>
          <p:cNvPr id="345" name="Google Shape;345;g2c157a2fb06_0_263"/>
          <p:cNvSpPr>
            <a:spLocks noGrp="1"/>
          </p:cNvSpPr>
          <p:nvPr>
            <p:ph type="pic" idx="13"/>
          </p:nvPr>
        </p:nvSpPr>
        <p:spPr>
          <a:xfrm>
            <a:off x="5086375" y="2002592"/>
            <a:ext cx="2668800" cy="1291500"/>
          </a:xfrm>
          <a:prstGeom prst="rect">
            <a:avLst/>
          </a:prstGeom>
          <a:noFill/>
          <a:ln>
            <a:noFill/>
          </a:ln>
        </p:spPr>
      </p:sp>
      <p:sp>
        <p:nvSpPr>
          <p:cNvPr id="346" name="Google Shape;346;g2c157a2fb06_0_263"/>
          <p:cNvSpPr>
            <a:spLocks noGrp="1"/>
          </p:cNvSpPr>
          <p:nvPr>
            <p:ph type="pic" idx="14"/>
          </p:nvPr>
        </p:nvSpPr>
        <p:spPr>
          <a:xfrm>
            <a:off x="5086375" y="3207508"/>
            <a:ext cx="2668800" cy="1291500"/>
          </a:xfrm>
          <a:prstGeom prst="rect">
            <a:avLst/>
          </a:prstGeom>
          <a:noFill/>
          <a:ln>
            <a:noFill/>
          </a:ln>
        </p:spPr>
      </p:sp>
      <p:sp>
        <p:nvSpPr>
          <p:cNvPr id="347" name="Google Shape;347;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8" name="Google Shape;348;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9" name="Google Shape;349;g2c157a2fb06_0_263"/>
          <p:cNvGrpSpPr/>
          <p:nvPr/>
        </p:nvGrpSpPr>
        <p:grpSpPr>
          <a:xfrm>
            <a:off x="662575" y="6212475"/>
            <a:ext cx="586800" cy="571500"/>
            <a:chOff x="662575" y="6212475"/>
            <a:chExt cx="586800" cy="571500"/>
          </a:xfrm>
        </p:grpSpPr>
        <p:sp>
          <p:nvSpPr>
            <p:cNvPr id="350" name="Google Shape;350;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3" name="Google Shape;353;g2c157a2fb06_0_263"/>
          <p:cNvGrpSpPr/>
          <p:nvPr/>
        </p:nvGrpSpPr>
        <p:grpSpPr>
          <a:xfrm>
            <a:off x="7894350" y="6212475"/>
            <a:ext cx="586800" cy="571500"/>
            <a:chOff x="7894350" y="6212475"/>
            <a:chExt cx="586800" cy="571500"/>
          </a:xfrm>
        </p:grpSpPr>
        <p:sp>
          <p:nvSpPr>
            <p:cNvPr id="354" name="Google Shape;354;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7"/>
        <p:cNvGrpSpPr/>
        <p:nvPr/>
      </p:nvGrpSpPr>
      <p:grpSpPr>
        <a:xfrm>
          <a:off x="0" y="0"/>
          <a:ext cx="0" cy="0"/>
          <a:chOff x="0" y="0"/>
          <a:chExt cx="0" cy="0"/>
        </a:xfrm>
      </p:grpSpPr>
      <p:sp>
        <p:nvSpPr>
          <p:cNvPr id="358" name="Google Shape;358;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62" name="Google Shape;362;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66" name="Google Shape;36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7" name="Google Shape;36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8" name="Google Shape;36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9" name="Google Shape;36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0" name="Google Shape;37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1" name="Google Shape;37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2" name="Google Shape;37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73" name="Google Shape;37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374" name="Google Shape;37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5" name="Google Shape;37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6" name="Google Shape;376;g2c157a2fb06_0_467"/>
          <p:cNvGrpSpPr/>
          <p:nvPr/>
        </p:nvGrpSpPr>
        <p:grpSpPr>
          <a:xfrm>
            <a:off x="662575" y="6212475"/>
            <a:ext cx="586800" cy="571500"/>
            <a:chOff x="662575" y="6212475"/>
            <a:chExt cx="586800" cy="571500"/>
          </a:xfrm>
        </p:grpSpPr>
        <p:sp>
          <p:nvSpPr>
            <p:cNvPr id="377" name="Google Shape;37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0" name="Google Shape;380;g2c157a2fb06_0_467"/>
          <p:cNvGrpSpPr/>
          <p:nvPr/>
        </p:nvGrpSpPr>
        <p:grpSpPr>
          <a:xfrm>
            <a:off x="7894350" y="6212475"/>
            <a:ext cx="586800" cy="571500"/>
            <a:chOff x="7894350" y="6212475"/>
            <a:chExt cx="586800" cy="571500"/>
          </a:xfrm>
        </p:grpSpPr>
        <p:sp>
          <p:nvSpPr>
            <p:cNvPr id="381" name="Google Shape;38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4"/>
        <p:cNvGrpSpPr/>
        <p:nvPr/>
      </p:nvGrpSpPr>
      <p:grpSpPr>
        <a:xfrm>
          <a:off x="0" y="0"/>
          <a:ext cx="0" cy="0"/>
          <a:chOff x="0" y="0"/>
          <a:chExt cx="0" cy="0"/>
        </a:xfrm>
      </p:grpSpPr>
      <p:sp>
        <p:nvSpPr>
          <p:cNvPr id="385" name="Google Shape;385;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89" name="Google Shape;389;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3" name="Google Shape;39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4" name="Google Shape;39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5" name="Google Shape;39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6" name="Google Shape;39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7" name="Google Shape;39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8" name="Google Shape;39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9" name="Google Shape;39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00" name="Google Shape;40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1" name="Google Shape;40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629"/>
          <p:cNvGrpSpPr/>
          <p:nvPr/>
        </p:nvGrpSpPr>
        <p:grpSpPr>
          <a:xfrm>
            <a:off x="662575" y="6212475"/>
            <a:ext cx="586800" cy="571500"/>
            <a:chOff x="662575" y="6212475"/>
            <a:chExt cx="586800" cy="571500"/>
          </a:xfrm>
        </p:grpSpPr>
        <p:sp>
          <p:nvSpPr>
            <p:cNvPr id="404" name="Google Shape;40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629"/>
          <p:cNvGrpSpPr/>
          <p:nvPr/>
        </p:nvGrpSpPr>
        <p:grpSpPr>
          <a:xfrm>
            <a:off x="7894350" y="6212475"/>
            <a:ext cx="586800" cy="571500"/>
            <a:chOff x="7894350" y="6212475"/>
            <a:chExt cx="586800" cy="571500"/>
          </a:xfrm>
        </p:grpSpPr>
        <p:sp>
          <p:nvSpPr>
            <p:cNvPr id="408" name="Google Shape;40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1"/>
        <p:cNvGrpSpPr/>
        <p:nvPr/>
      </p:nvGrpSpPr>
      <p:grpSpPr>
        <a:xfrm>
          <a:off x="0" y="0"/>
          <a:ext cx="0" cy="0"/>
          <a:chOff x="0" y="0"/>
          <a:chExt cx="0" cy="0"/>
        </a:xfrm>
      </p:grpSpPr>
      <p:sp>
        <p:nvSpPr>
          <p:cNvPr id="412" name="Google Shape;412;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5" name="Google Shape;415;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6" name="Google Shape;416;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9" name="Google Shape;41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0" name="Google Shape;42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1" name="Google Shape;42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3" name="Google Shape;42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24" name="Google Shape;42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5" name="Google Shape;42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7" name="Google Shape;42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8" name="Google Shape;42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29" name="Google Shape;42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798"/>
          <p:cNvGrpSpPr/>
          <p:nvPr/>
        </p:nvGrpSpPr>
        <p:grpSpPr>
          <a:xfrm>
            <a:off x="662575" y="6212475"/>
            <a:ext cx="586800" cy="571500"/>
            <a:chOff x="662575" y="6212475"/>
            <a:chExt cx="586800" cy="571500"/>
          </a:xfrm>
        </p:grpSpPr>
        <p:sp>
          <p:nvSpPr>
            <p:cNvPr id="432" name="Google Shape;43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798"/>
          <p:cNvGrpSpPr/>
          <p:nvPr/>
        </p:nvGrpSpPr>
        <p:grpSpPr>
          <a:xfrm>
            <a:off x="7894350" y="6212475"/>
            <a:ext cx="586800" cy="571500"/>
            <a:chOff x="7894350" y="6212475"/>
            <a:chExt cx="586800" cy="571500"/>
          </a:xfrm>
        </p:grpSpPr>
        <p:sp>
          <p:nvSpPr>
            <p:cNvPr id="436" name="Google Shape;43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39"/>
        <p:cNvGrpSpPr/>
        <p:nvPr/>
      </p:nvGrpSpPr>
      <p:grpSpPr>
        <a:xfrm>
          <a:off x="0" y="0"/>
          <a:ext cx="0" cy="0"/>
          <a:chOff x="0" y="0"/>
          <a:chExt cx="0" cy="0"/>
        </a:xfrm>
      </p:grpSpPr>
      <p:sp>
        <p:nvSpPr>
          <p:cNvPr id="440" name="Google Shape;440;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54" name="Google Shape;45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0" name="Google Shape;480;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1" name="Google Shape;481;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2" name="Google Shape;482;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483" name="Google Shape;483;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7" name="Google Shape;487;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9" name="Google Shape;489;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1" name="Google Shape;491;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3" name="Google Shape;493;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5" name="Google Shape;495;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8" name="Google Shape;498;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99" name="Google Shape;499;g2c157a2fb06_0_700"/>
          <p:cNvGrpSpPr/>
          <p:nvPr/>
        </p:nvGrpSpPr>
        <p:grpSpPr>
          <a:xfrm>
            <a:off x="662575" y="6212475"/>
            <a:ext cx="586800" cy="571500"/>
            <a:chOff x="662575" y="6212475"/>
            <a:chExt cx="586800" cy="571500"/>
          </a:xfrm>
        </p:grpSpPr>
        <p:sp>
          <p:nvSpPr>
            <p:cNvPr id="500" name="Google Shape;500;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3" name="Google Shape;503;g2c157a2fb06_0_700"/>
          <p:cNvGrpSpPr/>
          <p:nvPr/>
        </p:nvGrpSpPr>
        <p:grpSpPr>
          <a:xfrm>
            <a:off x="7894350" y="6212475"/>
            <a:ext cx="586800" cy="571500"/>
            <a:chOff x="7894350" y="6212475"/>
            <a:chExt cx="586800" cy="571500"/>
          </a:xfrm>
        </p:grpSpPr>
        <p:sp>
          <p:nvSpPr>
            <p:cNvPr id="504" name="Google Shape;504;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7"/>
        <p:cNvGrpSpPr/>
        <p:nvPr/>
      </p:nvGrpSpPr>
      <p:grpSpPr>
        <a:xfrm>
          <a:off x="0" y="0"/>
          <a:ext cx="0" cy="0"/>
          <a:chOff x="0" y="0"/>
          <a:chExt cx="0" cy="0"/>
        </a:xfrm>
      </p:grpSpPr>
      <p:sp>
        <p:nvSpPr>
          <p:cNvPr id="508" name="Google Shape;508;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12" name="Google Shape;512;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6" name="Google Shape;51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7" name="Google Shape;517;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8" name="Google Shape;51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9" name="Google Shape;51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20" name="Google Shape;52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1" name="Google Shape;52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2" name="Google Shape;52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3" name="Google Shape;52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4" name="Google Shape;52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5" name="Google Shape;52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6" name="Google Shape;52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7" name="Google Shape;52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28" name="Google Shape;52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9" name="Google Shape;52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30" name="Google Shape;530;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2" name="Google Shape;532;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3" name="Google Shape;533;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5" name="Google Shape;535;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6" name="Google Shape;536;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7" name="Google Shape;537;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8" name="Google Shape;538;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39" name="Google Shape;539;g2c157a2fb06_0_932"/>
          <p:cNvGrpSpPr/>
          <p:nvPr/>
        </p:nvGrpSpPr>
        <p:grpSpPr>
          <a:xfrm>
            <a:off x="662575" y="6212475"/>
            <a:ext cx="586800" cy="571500"/>
            <a:chOff x="662575" y="6212475"/>
            <a:chExt cx="586800" cy="571500"/>
          </a:xfrm>
        </p:grpSpPr>
        <p:sp>
          <p:nvSpPr>
            <p:cNvPr id="540" name="Google Shape;540;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3" name="Google Shape;543;g2c157a2fb06_0_932"/>
          <p:cNvGrpSpPr/>
          <p:nvPr/>
        </p:nvGrpSpPr>
        <p:grpSpPr>
          <a:xfrm>
            <a:off x="7894350" y="6212475"/>
            <a:ext cx="586800" cy="571500"/>
            <a:chOff x="7894350" y="6212475"/>
            <a:chExt cx="586800" cy="571500"/>
          </a:xfrm>
        </p:grpSpPr>
        <p:sp>
          <p:nvSpPr>
            <p:cNvPr id="544" name="Google Shape;544;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7"/>
        <p:cNvGrpSpPr/>
        <p:nvPr/>
      </p:nvGrpSpPr>
      <p:grpSpPr>
        <a:xfrm>
          <a:off x="0" y="0"/>
          <a:ext cx="0" cy="0"/>
          <a:chOff x="0" y="0"/>
          <a:chExt cx="0" cy="0"/>
        </a:xfrm>
      </p:grpSpPr>
      <p:sp>
        <p:nvSpPr>
          <p:cNvPr id="548" name="Google Shape;548;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1" name="Google Shape;55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52" name="Google Shape;552;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5" name="Google Shape;55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56" name="Google Shape;55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7" name="Google Shape;55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8" name="Google Shape;55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4" name="Google Shape;56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5" name="Google Shape;56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6" name="Google Shape;56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7" name="Google Shape;56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8" name="Google Shape;568;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9" name="Google Shape;569;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0" name="Google Shape;57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71" name="Google Shape;57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72" name="Google Shape;572;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74" name="Google Shape;57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5" name="Google Shape;57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76" name="Google Shape;576;g2c157a2fb06_0_1045"/>
          <p:cNvGrpSpPr/>
          <p:nvPr/>
        </p:nvGrpSpPr>
        <p:grpSpPr>
          <a:xfrm>
            <a:off x="662575" y="6212475"/>
            <a:ext cx="586800" cy="571500"/>
            <a:chOff x="662575" y="6212475"/>
            <a:chExt cx="586800" cy="571500"/>
          </a:xfrm>
        </p:grpSpPr>
        <p:sp>
          <p:nvSpPr>
            <p:cNvPr id="577" name="Google Shape;57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0" name="Google Shape;580;g2c157a2fb06_0_1045"/>
          <p:cNvGrpSpPr/>
          <p:nvPr/>
        </p:nvGrpSpPr>
        <p:grpSpPr>
          <a:xfrm>
            <a:off x="7894350" y="6212475"/>
            <a:ext cx="586800" cy="571500"/>
            <a:chOff x="7894350" y="6212475"/>
            <a:chExt cx="586800" cy="571500"/>
          </a:xfrm>
        </p:grpSpPr>
        <p:sp>
          <p:nvSpPr>
            <p:cNvPr id="581" name="Google Shape;58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4"/>
        <p:cNvGrpSpPr/>
        <p:nvPr/>
      </p:nvGrpSpPr>
      <p:grpSpPr>
        <a:xfrm>
          <a:off x="0" y="0"/>
          <a:ext cx="0" cy="0"/>
          <a:chOff x="0" y="0"/>
          <a:chExt cx="0" cy="0"/>
        </a:xfrm>
      </p:grpSpPr>
      <p:sp>
        <p:nvSpPr>
          <p:cNvPr id="585" name="Google Shape;585;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8" name="Google Shape;588;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9" name="Google Shape;589;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2" name="Google Shape;592;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3" name="Google Shape;59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5" name="Google Shape;595;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6" name="Google Shape;59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97" name="Google Shape;59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598" name="Google Shape;598;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9" name="Google Shape;599;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0" name="Google Shape;600;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1" name="Google Shape;601;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02" name="Google Shape;602;g2c157a2fb06_0_1110"/>
          <p:cNvGrpSpPr/>
          <p:nvPr/>
        </p:nvGrpSpPr>
        <p:grpSpPr>
          <a:xfrm>
            <a:off x="5806200" y="1807463"/>
            <a:ext cx="756300" cy="146700"/>
            <a:chOff x="5806200" y="1807463"/>
            <a:chExt cx="756300" cy="146700"/>
          </a:xfrm>
        </p:grpSpPr>
        <p:sp>
          <p:nvSpPr>
            <p:cNvPr id="603" name="Google Shape;60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6" name="Google Shape;60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7" name="Google Shape;60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08" name="Google Shape;608;g2c157a2fb06_0_1110"/>
          <p:cNvGrpSpPr/>
          <p:nvPr/>
        </p:nvGrpSpPr>
        <p:grpSpPr>
          <a:xfrm>
            <a:off x="5806200" y="2842438"/>
            <a:ext cx="756300" cy="146700"/>
            <a:chOff x="5806200" y="1807463"/>
            <a:chExt cx="756300" cy="146700"/>
          </a:xfrm>
        </p:grpSpPr>
        <p:sp>
          <p:nvSpPr>
            <p:cNvPr id="609" name="Google Shape;609;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2" name="Google Shape;612;g2c157a2fb06_0_1110"/>
          <p:cNvGrpSpPr/>
          <p:nvPr/>
        </p:nvGrpSpPr>
        <p:grpSpPr>
          <a:xfrm>
            <a:off x="5806200" y="3877413"/>
            <a:ext cx="756300" cy="146700"/>
            <a:chOff x="5806200" y="1807463"/>
            <a:chExt cx="756300" cy="146700"/>
          </a:xfrm>
        </p:grpSpPr>
        <p:sp>
          <p:nvSpPr>
            <p:cNvPr id="613" name="Google Shape;61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662575" y="6212475"/>
            <a:ext cx="586800" cy="571500"/>
            <a:chOff x="662575" y="6212475"/>
            <a:chExt cx="586800" cy="571500"/>
          </a:xfrm>
        </p:grpSpPr>
        <p:sp>
          <p:nvSpPr>
            <p:cNvPr id="617" name="Google Shape;61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0" name="Google Shape;620;g2c157a2fb06_0_1110"/>
          <p:cNvGrpSpPr/>
          <p:nvPr/>
        </p:nvGrpSpPr>
        <p:grpSpPr>
          <a:xfrm>
            <a:off x="7894350" y="6212475"/>
            <a:ext cx="586800" cy="571500"/>
            <a:chOff x="7894350" y="6212475"/>
            <a:chExt cx="586800" cy="571500"/>
          </a:xfrm>
        </p:grpSpPr>
        <p:sp>
          <p:nvSpPr>
            <p:cNvPr id="621" name="Google Shape;62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4"/>
        <p:cNvGrpSpPr/>
        <p:nvPr/>
      </p:nvGrpSpPr>
      <p:grpSpPr>
        <a:xfrm>
          <a:off x="0" y="0"/>
          <a:ext cx="0" cy="0"/>
          <a:chOff x="0" y="0"/>
          <a:chExt cx="0" cy="0"/>
        </a:xfrm>
      </p:grpSpPr>
      <p:sp>
        <p:nvSpPr>
          <p:cNvPr id="625" name="Google Shape;62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9" name="Google Shape;62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8" name="Google Shape;638;p30"/>
          <p:cNvGrpSpPr/>
          <p:nvPr/>
        </p:nvGrpSpPr>
        <p:grpSpPr>
          <a:xfrm>
            <a:off x="6022940" y="5341706"/>
            <a:ext cx="594501" cy="305904"/>
            <a:chOff x="5672081" y="1914352"/>
            <a:chExt cx="792668" cy="305904"/>
          </a:xfrm>
        </p:grpSpPr>
        <p:sp>
          <p:nvSpPr>
            <p:cNvPr id="639" name="Google Shape;63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1" name="Google Shape;64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2" name="Google Shape;64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0" name="Google Shape;65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1" name="Google Shape;65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5" name="Google Shape;66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8" name="Google Shape;66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9" name="Google Shape;66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0"/>
        <p:cNvGrpSpPr/>
        <p:nvPr/>
      </p:nvGrpSpPr>
      <p:grpSpPr>
        <a:xfrm>
          <a:off x="0" y="0"/>
          <a:ext cx="0" cy="0"/>
          <a:chOff x="0" y="0"/>
          <a:chExt cx="0" cy="0"/>
        </a:xfrm>
      </p:grpSpPr>
      <p:sp>
        <p:nvSpPr>
          <p:cNvPr id="671" name="Google Shape;67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3" name="Google Shape;67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4"/>
        <p:cNvGrpSpPr/>
        <p:nvPr/>
      </p:nvGrpSpPr>
      <p:grpSpPr>
        <a:xfrm>
          <a:off x="0" y="0"/>
          <a:ext cx="0" cy="0"/>
          <a:chOff x="0" y="0"/>
          <a:chExt cx="0" cy="0"/>
        </a:xfrm>
      </p:grpSpPr>
      <p:sp>
        <p:nvSpPr>
          <p:cNvPr id="675" name="Google Shape;67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6" name="Google Shape;67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7" name="Google Shape;67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image" Target="../media/image9.png"/><Relationship Id="rId7" Type="http://schemas.openxmlformats.org/officeDocument/2006/relationships/image" Target="../media/image8.png"/><Relationship Id="rId12" Type="http://schemas.openxmlformats.org/officeDocument/2006/relationships/slide" Target="slide18.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slide" Target="slide17.xml"/><Relationship Id="rId5" Type="http://schemas.openxmlformats.org/officeDocument/2006/relationships/image" Target="../media/image6.png"/><Relationship Id="rId10" Type="http://schemas.openxmlformats.org/officeDocument/2006/relationships/slide" Target="slide15.xml"/><Relationship Id="rId4" Type="http://schemas.openxmlformats.org/officeDocument/2006/relationships/image" Target="../media/image10.png"/><Relationship Id="rId9" Type="http://schemas.openxmlformats.org/officeDocument/2006/relationships/slide" Target="slide8.xml"/></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2" Type="http://schemas.openxmlformats.org/officeDocument/2006/relationships/notesSlide" Target="../notesSlides/notesSlide3.xml"/><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3.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2.pn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image" Target="../media/image31.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s>
</file>

<file path=ppt/slides/_rels/slide4.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3" Type="http://schemas.openxmlformats.org/officeDocument/2006/relationships/image" Target="../media/image34.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48.png"/><Relationship Id="rId2" Type="http://schemas.openxmlformats.org/officeDocument/2006/relationships/notesSlide" Target="../notesSlides/notesSlide4.xml"/><Relationship Id="rId16" Type="http://schemas.openxmlformats.org/officeDocument/2006/relationships/image" Target="../media/image47.png"/><Relationship Id="rId1" Type="http://schemas.openxmlformats.org/officeDocument/2006/relationships/slideLayout" Target="../slideLayouts/slideLayout3.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5" Type="http://schemas.openxmlformats.org/officeDocument/2006/relationships/image" Target="../media/image4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s>
</file>

<file path=ppt/slides/_rels/slide5.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Trigraph 'igh'</a:t>
            </a:r>
            <a:endParaRPr/>
          </a:p>
        </p:txBody>
      </p:sp>
      <p:sp>
        <p:nvSpPr>
          <p:cNvPr id="683" name="Google Shape;683;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1"/>
          <p:cNvSpPr txBox="1">
            <a:spLocks noGrp="1"/>
          </p:cNvSpPr>
          <p:nvPr>
            <p:ph type="subTitle" idx="2"/>
          </p:nvPr>
        </p:nvSpPr>
        <p:spPr>
          <a:xfrm>
            <a:off x="884092" y="32207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33</a:t>
            </a:r>
            <a:endParaRPr/>
          </a:p>
        </p:txBody>
      </p:sp>
      <p:graphicFrame>
        <p:nvGraphicFramePr>
          <p:cNvPr id="686" name="Google Shape;686;p1"/>
          <p:cNvGraphicFramePr/>
          <p:nvPr/>
        </p:nvGraphicFramePr>
        <p:xfrm>
          <a:off x="4844200" y="1891197"/>
          <a:ext cx="3784950" cy="1678950"/>
        </p:xfrm>
        <a:graphic>
          <a:graphicData uri="http://schemas.openxmlformats.org/drawingml/2006/table">
            <a:tbl>
              <a:tblPr firstRow="1" bandRow="1">
                <a:noFill/>
                <a:tableStyleId>{6729F011-47DE-483A-9F66-993F4F8FCFD7}</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qu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sh</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ng</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igh</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a:t>
                      </a:r>
                      <a:r>
                        <a:rPr lang="en-US" sz="1500" u="none" strike="noStrike" cap="none">
                          <a:solidFill>
                            <a:srgbClr val="D9D9D9"/>
                          </a:solidFill>
                          <a:latin typeface="Poppins"/>
                          <a:ea typeface="Poppins"/>
                          <a:cs typeface="Poppins"/>
                          <a:sym typeface="Poppins"/>
                        </a:rPr>
                        <a:t>a</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687" name="Google Shape;687;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88" name="Google Shape;688;p1"/>
          <p:cNvPicPr preferRelativeResize="0"/>
          <p:nvPr/>
        </p:nvPicPr>
        <p:blipFill rotWithShape="1">
          <a:blip r:embed="rId3">
            <a:alphaModFix/>
          </a:blip>
          <a:srcRect/>
          <a:stretch/>
        </p:blipFill>
        <p:spPr>
          <a:xfrm rot="-149497">
            <a:off x="3185766" y="4326235"/>
            <a:ext cx="2493520" cy="997851"/>
          </a:xfrm>
          <a:prstGeom prst="rect">
            <a:avLst/>
          </a:prstGeom>
          <a:noFill/>
          <a:ln>
            <a:noFill/>
          </a:ln>
          <a:effectLst>
            <a:outerShdw blurRad="71438" dist="38100" dir="5220000" algn="bl" rotWithShape="0">
              <a:srgbClr val="000000">
                <a:alpha val="20784"/>
              </a:srgbClr>
            </a:outerShdw>
          </a:effectLst>
        </p:spPr>
      </p:pic>
      <p:pic>
        <p:nvPicPr>
          <p:cNvPr id="689" name="Google Shape;689;p1"/>
          <p:cNvPicPr preferRelativeResize="0"/>
          <p:nvPr/>
        </p:nvPicPr>
        <p:blipFill rotWithShape="1">
          <a:blip r:embed="rId4">
            <a:alphaModFix/>
          </a:blip>
          <a:srcRect l="59" r="59"/>
          <a:stretch/>
        </p:blipFill>
        <p:spPr>
          <a:xfrm rot="342607">
            <a:off x="4903837" y="4228652"/>
            <a:ext cx="1800026" cy="1288524"/>
          </a:xfrm>
          <a:prstGeom prst="rect">
            <a:avLst/>
          </a:prstGeom>
          <a:noFill/>
          <a:ln>
            <a:noFill/>
          </a:ln>
          <a:effectLst>
            <a:outerShdw blurRad="57150" dist="38100" dir="5400000" algn="bl" rotWithShape="0">
              <a:srgbClr val="000000">
                <a:alpha val="20000"/>
              </a:srgbClr>
            </a:outerShdw>
          </a:effectLst>
        </p:spPr>
      </p:pic>
      <p:pic>
        <p:nvPicPr>
          <p:cNvPr id="690" name="Google Shape;690;p1"/>
          <p:cNvPicPr preferRelativeResize="0"/>
          <p:nvPr/>
        </p:nvPicPr>
        <p:blipFill rotWithShape="1">
          <a:blip r:embed="rId5">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91" name="Google Shape;691;p1"/>
          <p:cNvPicPr preferRelativeResize="0"/>
          <p:nvPr/>
        </p:nvPicPr>
        <p:blipFill rotWithShape="1">
          <a:blip r:embed="rId6">
            <a:alphaModFix/>
          </a:blip>
          <a:srcRect l="79" r="69"/>
          <a:stretch/>
        </p:blipFill>
        <p:spPr>
          <a:xfrm rot="540305">
            <a:off x="7336183" y="3887252"/>
            <a:ext cx="1208040" cy="1709827"/>
          </a:xfrm>
          <a:prstGeom prst="rect">
            <a:avLst/>
          </a:prstGeom>
          <a:noFill/>
          <a:ln>
            <a:noFill/>
          </a:ln>
          <a:effectLst>
            <a:outerShdw blurRad="71438" dist="38100" dir="5220000" algn="bl" rotWithShape="0">
              <a:srgbClr val="000000">
                <a:alpha val="20000"/>
              </a:srgbClr>
            </a:outerShdw>
          </a:effectLst>
        </p:spPr>
      </p:pic>
      <p:cxnSp>
        <p:nvCxnSpPr>
          <p:cNvPr id="692" name="Google Shape;692;p1"/>
          <p:cNvCxnSpPr/>
          <p:nvPr/>
        </p:nvCxnSpPr>
        <p:spPr>
          <a:xfrm rot="10800000" flipH="1">
            <a:off x="7974450" y="2287200"/>
            <a:ext cx="35400" cy="24000"/>
          </a:xfrm>
          <a:prstGeom prst="straightConnector1">
            <a:avLst/>
          </a:prstGeom>
          <a:noFill/>
          <a:ln w="19050" cap="flat" cmpd="sng">
            <a:solidFill>
              <a:srgbClr val="000000"/>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trigraph </a:t>
            </a:r>
            <a:r>
              <a:rPr lang="en-US">
                <a:solidFill>
                  <a:srgbClr val="8DC63F"/>
                </a:solidFill>
              </a:rPr>
              <a:t>igh</a:t>
            </a:r>
            <a:r>
              <a:rPr lang="en-US"/>
              <a:t>.</a:t>
            </a:r>
            <a:endParaRPr/>
          </a:p>
        </p:txBody>
      </p:sp>
      <p:sp>
        <p:nvSpPr>
          <p:cNvPr id="699" name="Google Shape;699;g2bee4f4af4b_0_204"/>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Review Alphabet Song.</a:t>
            </a:r>
            <a:endParaRPr/>
          </a:p>
        </p:txBody>
      </p:sp>
      <p:sp>
        <p:nvSpPr>
          <p:cNvPr id="700" name="Google Shape;700;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01" name="Google Shape;701;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02" name="Google Shape;702;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3" name="Google Shape;703;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04" name="Google Shape;704;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05" name="Google Shape;705;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6" name="Google Shape;706;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07" name="Google Shape;707;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08" name="Google Shape;708;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09" name="Google Shape;709;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710" name="Google Shape;710;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711" name="Google Shape;711;g2bee4f4af4b_0_204"/>
          <p:cNvSpPr txBox="1"/>
          <p:nvPr/>
        </p:nvSpPr>
        <p:spPr>
          <a:xfrm>
            <a:off x="5830112" y="5256525"/>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12" name="Google Shape;712;g2bee4f4af4b_0_204"/>
          <p:cNvPicPr preferRelativeResize="0"/>
          <p:nvPr/>
        </p:nvPicPr>
        <p:blipFill rotWithShape="1">
          <a:blip r:embed="rId6">
            <a:alphaModFix/>
          </a:blip>
          <a:srcRect t="89" b="79"/>
          <a:stretch/>
        </p:blipFill>
        <p:spPr>
          <a:xfrm>
            <a:off x="6102429" y="4326104"/>
            <a:ext cx="931974" cy="665199"/>
          </a:xfrm>
          <a:prstGeom prst="rect">
            <a:avLst/>
          </a:prstGeom>
          <a:noFill/>
          <a:ln>
            <a:noFill/>
          </a:ln>
          <a:effectLst>
            <a:outerShdw blurRad="71438" dist="19050" dir="5220000" algn="bl" rotWithShape="0">
              <a:srgbClr val="D8D8D8"/>
            </a:outerShdw>
          </a:effectLst>
        </p:spPr>
      </p:pic>
      <p:sp>
        <p:nvSpPr>
          <p:cNvPr id="713" name="Google Shape;713;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14" name="Google Shape;714;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5" name="Google Shape;715;g2bee4f4af4b_0_204"/>
          <p:cNvPicPr preferRelativeResize="0"/>
          <p:nvPr/>
        </p:nvPicPr>
        <p:blipFill rotWithShape="1">
          <a:blip r:embed="rId7">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16" name="Google Shape;716;g2bee4f4af4b_0_204">
            <a:hlinkClick r:id="rId8" action="ppaction://hlinksldjump"/>
          </p:cNvPr>
          <p:cNvSpPr/>
          <p:nvPr/>
        </p:nvSpPr>
        <p:spPr>
          <a:xfrm>
            <a:off x="985351" y="3914851"/>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7" name="Google Shape;717;g2bee4f4af4b_0_204">
            <a:hlinkClick r:id="rId9" action="ppaction://hlinksldjump"/>
          </p:cNvPr>
          <p:cNvSpPr/>
          <p:nvPr/>
        </p:nvSpPr>
        <p:spPr>
          <a:xfrm>
            <a:off x="2475832" y="3803192"/>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8" name="Google Shape;718;g2bee4f4af4b_0_204">
            <a:hlinkClick r:id="rId10" action="ppaction://hlinksldjump"/>
          </p:cNvPr>
          <p:cNvSpPr/>
          <p:nvPr/>
        </p:nvSpPr>
        <p:spPr>
          <a:xfrm>
            <a:off x="3653255" y="3803192"/>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9" name="Google Shape;719;g2bee4f4af4b_0_204">
            <a:hlinkClick r:id="rId11" action="ppaction://hlinksldjump"/>
          </p:cNvPr>
          <p:cNvSpPr/>
          <p:nvPr/>
        </p:nvSpPr>
        <p:spPr>
          <a:xfrm>
            <a:off x="4885481" y="3762770"/>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0" name="Google Shape;720;g2bee4f4af4b_0_204">
            <a:hlinkClick r:id="rId12" action="ppaction://hlinksldjump"/>
          </p:cNvPr>
          <p:cNvSpPr/>
          <p:nvPr/>
        </p:nvSpPr>
        <p:spPr>
          <a:xfrm>
            <a:off x="5982896" y="3774175"/>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27" name="Google Shape;727;g26b641b03cd_0_165"/>
          <p:cNvGrpSpPr/>
          <p:nvPr/>
        </p:nvGrpSpPr>
        <p:grpSpPr>
          <a:xfrm>
            <a:off x="930400" y="2129444"/>
            <a:ext cx="7283200" cy="3724851"/>
            <a:chOff x="930400" y="2129444"/>
            <a:chExt cx="7283200" cy="3724851"/>
          </a:xfrm>
        </p:grpSpPr>
        <p:pic>
          <p:nvPicPr>
            <p:cNvPr id="728" name="Google Shape;728;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46" name="Google Shape;746;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7" name="Google Shape;747;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48" name="Google Shape;748;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9" name="Google Shape;749;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50" name="Google Shape;750;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57" name="Google Shape;757;g26b7edf6e71_0_26"/>
          <p:cNvPicPr preferRelativeResize="0"/>
          <p:nvPr/>
        </p:nvPicPr>
        <p:blipFill rotWithShape="1">
          <a:blip r:embed="rId3">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86"/>
              </a:srgbClr>
            </a:outerShdw>
          </a:effectLst>
        </p:spPr>
      </p:pic>
      <p:pic>
        <p:nvPicPr>
          <p:cNvPr id="758" name="Google Shape;758;g26b7edf6e71_0_26"/>
          <p:cNvPicPr preferRelativeResize="0"/>
          <p:nvPr/>
        </p:nvPicPr>
        <p:blipFill rotWithShape="1">
          <a:blip r:embed="rId4">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86"/>
              </a:srgbClr>
            </a:outerShdw>
          </a:effectLst>
        </p:spPr>
      </p:pic>
      <p:pic>
        <p:nvPicPr>
          <p:cNvPr id="759" name="Google Shape;759;g26b7edf6e71_0_26"/>
          <p:cNvPicPr preferRelativeResize="0"/>
          <p:nvPr/>
        </p:nvPicPr>
        <p:blipFill rotWithShape="1">
          <a:blip r:embed="rId5">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0" name="Google Shape;760;g26b7edf6e71_0_26"/>
          <p:cNvPicPr preferRelativeResize="0"/>
          <p:nvPr/>
        </p:nvPicPr>
        <p:blipFill rotWithShape="1">
          <a:blip r:embed="rId6">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1" name="Google Shape;761;g26b7edf6e71_0_26"/>
          <p:cNvPicPr preferRelativeResize="0"/>
          <p:nvPr/>
        </p:nvPicPr>
        <p:blipFill rotWithShape="1">
          <a:blip r:embed="rId7">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62" name="Google Shape;762;g26b7edf6e71_0_26"/>
          <p:cNvPicPr preferRelativeResize="0"/>
          <p:nvPr/>
        </p:nvPicPr>
        <p:blipFill rotWithShape="1">
          <a:blip r:embed="rId8">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63" name="Google Shape;763;g26b7edf6e71_0_26"/>
          <p:cNvPicPr preferRelativeResize="0"/>
          <p:nvPr/>
        </p:nvPicPr>
        <p:blipFill rotWithShape="1">
          <a:blip r:embed="rId9">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64" name="Google Shape;764;g26b7edf6e71_0_26"/>
          <p:cNvPicPr preferRelativeResize="0"/>
          <p:nvPr/>
        </p:nvPicPr>
        <p:blipFill rotWithShape="1">
          <a:blip r:embed="rId10">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65" name="Google Shape;765;g26b7edf6e71_0_26"/>
          <p:cNvPicPr preferRelativeResize="0"/>
          <p:nvPr/>
        </p:nvPicPr>
        <p:blipFill rotWithShape="1">
          <a:blip r:embed="rId11">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66" name="Google Shape;766;g26b7edf6e71_0_26"/>
          <p:cNvPicPr preferRelativeResize="0"/>
          <p:nvPr/>
        </p:nvPicPr>
        <p:blipFill rotWithShape="1">
          <a:blip r:embed="rId12">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7" name="Google Shape;767;g26b7edf6e71_0_26"/>
          <p:cNvPicPr preferRelativeResize="0"/>
          <p:nvPr/>
        </p:nvPicPr>
        <p:blipFill rotWithShape="1">
          <a:blip r:embed="rId13">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68" name="Google Shape;768;g26b7edf6e71_0_26"/>
          <p:cNvPicPr preferRelativeResize="0"/>
          <p:nvPr/>
        </p:nvPicPr>
        <p:blipFill rotWithShape="1">
          <a:blip r:embed="rId14">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69" name="Google Shape;769;g26b7edf6e71_0_26"/>
          <p:cNvPicPr preferRelativeResize="0"/>
          <p:nvPr/>
        </p:nvPicPr>
        <p:blipFill rotWithShape="1">
          <a:blip r:embed="rId15">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70" name="Google Shape;770;g26b7edf6e71_0_26"/>
          <p:cNvPicPr preferRelativeResize="0"/>
          <p:nvPr/>
        </p:nvPicPr>
        <p:blipFill rotWithShape="1">
          <a:blip r:embed="rId16">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71" name="Google Shape;771;g26b7edf6e71_0_26"/>
          <p:cNvPicPr preferRelativeResize="0"/>
          <p:nvPr/>
        </p:nvPicPr>
        <p:blipFill rotWithShape="1">
          <a:blip r:embed="rId17">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g26ca6ebb2f9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
        <p:nvSpPr>
          <p:cNvPr id="778" name="Google Shape;778;g26ca6ebb2f9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779" name="Google Shape;779;g26ca6ebb2f9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Google Shape;785;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86" name="Google Shape;786;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87" name="Google Shape;787;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88" name="Google Shape;788;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95" name="Google Shape;795;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96" name="Google Shape;796;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97" name="Google Shape;797;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02"/>
        <p:cNvGrpSpPr/>
        <p:nvPr/>
      </p:nvGrpSpPr>
      <p:grpSpPr>
        <a:xfrm>
          <a:off x="0" y="0"/>
          <a:ext cx="0" cy="0"/>
          <a:chOff x="0" y="0"/>
          <a:chExt cx="0" cy="0"/>
        </a:xfrm>
      </p:grpSpPr>
      <p:sp>
        <p:nvSpPr>
          <p:cNvPr id="803" name="Google Shape;803;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04" name="Google Shape;804;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05" name="Google Shape;805;g2c186218c5a_0_2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06" name="Google Shape;806;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11"/>
        <p:cNvGrpSpPr/>
        <p:nvPr/>
      </p:nvGrpSpPr>
      <p:grpSpPr>
        <a:xfrm>
          <a:off x="0" y="0"/>
          <a:ext cx="0" cy="0"/>
          <a:chOff x="0" y="0"/>
          <a:chExt cx="0" cy="0"/>
        </a:xfrm>
      </p:grpSpPr>
      <p:sp>
        <p:nvSpPr>
          <p:cNvPr id="812" name="Google Shape;812;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13" name="Google Shape;813;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pic>
        <p:nvPicPr>
          <p:cNvPr id="814" name="Google Shape;814;g26b641b03cd_0_192"/>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15" name="Google Shape;815;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20"/>
        <p:cNvGrpSpPr/>
        <p:nvPr/>
      </p:nvGrpSpPr>
      <p:grpSpPr>
        <a:xfrm>
          <a:off x="0" y="0"/>
          <a:ext cx="0" cy="0"/>
          <a:chOff x="0" y="0"/>
          <a:chExt cx="0" cy="0"/>
        </a:xfrm>
      </p:grpSpPr>
      <p:sp>
        <p:nvSpPr>
          <p:cNvPr id="821" name="Google Shape;821;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22" name="Google Shape;822;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23" name="Google Shape;823;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28"/>
        <p:cNvGrpSpPr/>
        <p:nvPr/>
      </p:nvGrpSpPr>
      <p:grpSpPr>
        <a:xfrm>
          <a:off x="0" y="0"/>
          <a:ext cx="0" cy="0"/>
          <a:chOff x="0" y="0"/>
          <a:chExt cx="0" cy="0"/>
        </a:xfrm>
      </p:grpSpPr>
      <p:sp>
        <p:nvSpPr>
          <p:cNvPr id="829" name="Google Shape;829;g2c4fd7a3c22_2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30" name="Google Shape;830;g2c4fd7a3c22_2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31" name="Google Shape;831;g2c4fd7a3c22_2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2" name="Google Shape;832;g2c4fd7a3c22_2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3" name="Google Shape;833;g2c4fd7a3c22_2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4" name="Google Shape;834;g2c4fd7a3c22_2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5" name="Google Shape;835;g2c4fd7a3c22_2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36" name="Google Shape;836;g2c4fd7a3c22_2_0"/>
          <p:cNvGrpSpPr/>
          <p:nvPr/>
        </p:nvGrpSpPr>
        <p:grpSpPr>
          <a:xfrm>
            <a:off x="304250" y="6984600"/>
            <a:ext cx="8330829" cy="808600"/>
            <a:chOff x="-152950" y="7365600"/>
            <a:chExt cx="8330829" cy="808600"/>
          </a:xfrm>
        </p:grpSpPr>
        <p:sp>
          <p:nvSpPr>
            <p:cNvPr id="837" name="Google Shape;837;g2c4fd7a3c22_2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38" name="Google Shape;838;g2c4fd7a3c22_2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39" name="Google Shape;839;g2c4fd7a3c22_2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40" name="Google Shape;840;g2c4fd7a3c22_2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41" name="Google Shape;841;g2c4fd7a3c22_2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42" name="Google Shape;842;g2c4fd7a3c22_2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43" name="Google Shape;843;g2c4fd7a3c22_2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44" name="Google Shape;844;g2c4fd7a3c22_2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45" name="Google Shape;845;g2c4fd7a3c22_2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6" name="Google Shape;846;g2c4fd7a3c22_2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7" name="Google Shape;847;g2c4fd7a3c22_2_0"/>
          <p:cNvSpPr/>
          <p:nvPr/>
        </p:nvSpPr>
        <p:spPr>
          <a:xfrm>
            <a:off x="26159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8" name="Google Shape;848;g2c4fd7a3c22_2_0"/>
          <p:cNvSpPr/>
          <p:nvPr/>
        </p:nvSpPr>
        <p:spPr>
          <a:xfrm>
            <a:off x="61379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49" name="Google Shape;849;g2c4fd7a3c22_2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50" name="Google Shape;850;g2c4fd7a3c22_2_0"/>
          <p:cNvSpPr txBox="1">
            <a:spLocks noGrp="1"/>
          </p:cNvSpPr>
          <p:nvPr>
            <p:ph type="subTitle" idx="4294967295"/>
          </p:nvPr>
        </p:nvSpPr>
        <p:spPr>
          <a:xfrm>
            <a:off x="55683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851" name="Google Shape;851;g2c4fd7a3c22_2_0"/>
          <p:cNvSpPr txBox="1">
            <a:spLocks noGrp="1"/>
          </p:cNvSpPr>
          <p:nvPr>
            <p:ph type="subTitle" idx="4294967295"/>
          </p:nvPr>
        </p:nvSpPr>
        <p:spPr>
          <a:xfrm>
            <a:off x="20462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852" name="Google Shape;852;g2c4fd7a3c22_2_0"/>
          <p:cNvSpPr txBox="1">
            <a:spLocks noGrp="1"/>
          </p:cNvSpPr>
          <p:nvPr>
            <p:ph type="subTitle" idx="4294967295"/>
          </p:nvPr>
        </p:nvSpPr>
        <p:spPr>
          <a:xfrm>
            <a:off x="2955400" y="1308025"/>
            <a:ext cx="3356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00904C"/>
                </a:solidFill>
                <a:latin typeface="Jost"/>
                <a:ea typeface="Jost"/>
                <a:cs typeface="Jost"/>
                <a:sym typeface="Jost"/>
              </a:rPr>
              <a:t>igh</a:t>
            </a:r>
            <a:endParaRPr sz="15000" b="0" i="0" u="none" strike="noStrike" cap="none">
              <a:solidFill>
                <a:srgbClr val="00904C"/>
              </a:solidFill>
              <a:latin typeface="Jost"/>
              <a:ea typeface="Jost"/>
              <a:cs typeface="Jost"/>
              <a:sym typeface="Jost"/>
            </a:endParaRPr>
          </a:p>
        </p:txBody>
      </p:sp>
      <p:sp>
        <p:nvSpPr>
          <p:cNvPr id="853" name="Google Shape;853;g2c4fd7a3c22_2_0"/>
          <p:cNvSpPr/>
          <p:nvPr/>
        </p:nvSpPr>
        <p:spPr>
          <a:xfrm>
            <a:off x="3430253" y="4011888"/>
            <a:ext cx="24069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g26ca6ebb48c_0_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60" name="Google Shape;860;g26ca6ebb48c_0_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61" name="Google Shape;861;g26ca6ebb48c_0_2"/>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2" name="Google Shape;862;g26ca6ebb48c_0_2"/>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3" name="Google Shape;863;g26ca6ebb48c_0_2"/>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4" name="Google Shape;864;g26ca6ebb48c_0_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5" name="Google Shape;865;g26ca6ebb48c_0_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66" name="Google Shape;866;g26ca6ebb48c_0_2"/>
          <p:cNvGrpSpPr/>
          <p:nvPr/>
        </p:nvGrpSpPr>
        <p:grpSpPr>
          <a:xfrm>
            <a:off x="304250" y="6984600"/>
            <a:ext cx="8330829" cy="808600"/>
            <a:chOff x="-152950" y="7365600"/>
            <a:chExt cx="8330829" cy="808600"/>
          </a:xfrm>
        </p:grpSpPr>
        <p:sp>
          <p:nvSpPr>
            <p:cNvPr id="867" name="Google Shape;867;g26ca6ebb48c_0_2"/>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68" name="Google Shape;868;g26ca6ebb48c_0_2"/>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69" name="Google Shape;869;g26ca6ebb48c_0_2"/>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70" name="Google Shape;870;g26ca6ebb48c_0_2"/>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71" name="Google Shape;871;g26ca6ebb48c_0_2"/>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72" name="Google Shape;872;g26ca6ebb48c_0_2"/>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73" name="Google Shape;873;g26ca6ebb48c_0_2"/>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74" name="Google Shape;874;g26ca6ebb48c_0_2"/>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75" name="Google Shape;875;g26ca6ebb48c_0_2"/>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6" name="Google Shape;876;g26ca6ebb48c_0_2"/>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7" name="Google Shape;877;g26ca6ebb48c_0_2"/>
          <p:cNvSpPr/>
          <p:nvPr/>
        </p:nvSpPr>
        <p:spPr>
          <a:xfrm>
            <a:off x="26396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8" name="Google Shape;878;g26ca6ebb48c_0_2"/>
          <p:cNvSpPr/>
          <p:nvPr/>
        </p:nvSpPr>
        <p:spPr>
          <a:xfrm>
            <a:off x="61142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79" name="Google Shape;879;g26ca6ebb48c_0_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80" name="Google Shape;880;g26ca6ebb48c_0_2"/>
          <p:cNvSpPr txBox="1">
            <a:spLocks noGrp="1"/>
          </p:cNvSpPr>
          <p:nvPr>
            <p:ph type="subTitle" idx="4294967295"/>
          </p:nvPr>
        </p:nvSpPr>
        <p:spPr>
          <a:xfrm>
            <a:off x="55446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881" name="Google Shape;881;g26ca6ebb48c_0_2"/>
          <p:cNvSpPr txBox="1">
            <a:spLocks noGrp="1"/>
          </p:cNvSpPr>
          <p:nvPr>
            <p:ph type="subTitle" idx="4294967295"/>
          </p:nvPr>
        </p:nvSpPr>
        <p:spPr>
          <a:xfrm>
            <a:off x="20699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882" name="Google Shape;882;g26ca6ebb48c_0_2"/>
          <p:cNvSpPr txBox="1">
            <a:spLocks noGrp="1"/>
          </p:cNvSpPr>
          <p:nvPr>
            <p:ph type="subTitle" idx="4294967295"/>
          </p:nvPr>
        </p:nvSpPr>
        <p:spPr>
          <a:xfrm>
            <a:off x="2931700" y="1308025"/>
            <a:ext cx="3356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00904C"/>
                </a:solidFill>
                <a:latin typeface="Jost"/>
                <a:ea typeface="Jost"/>
                <a:cs typeface="Jost"/>
                <a:sym typeface="Jost"/>
              </a:rPr>
              <a:t>igh</a:t>
            </a:r>
            <a:endParaRPr sz="15000" b="0" i="0" u="none" strike="noStrike" cap="none">
              <a:solidFill>
                <a:srgbClr val="00904C"/>
              </a:solidFill>
              <a:latin typeface="Jost"/>
              <a:ea typeface="Jost"/>
              <a:cs typeface="Jost"/>
              <a:sym typeface="Jost"/>
            </a:endParaRPr>
          </a:p>
        </p:txBody>
      </p:sp>
      <p:sp>
        <p:nvSpPr>
          <p:cNvPr id="883" name="Google Shape;883;g26ca6ebb48c_0_2"/>
          <p:cNvSpPr/>
          <p:nvPr/>
        </p:nvSpPr>
        <p:spPr>
          <a:xfrm>
            <a:off x="3406553" y="4011888"/>
            <a:ext cx="24069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88"/>
        <p:cNvGrpSpPr/>
        <p:nvPr/>
      </p:nvGrpSpPr>
      <p:grpSpPr>
        <a:xfrm>
          <a:off x="0" y="0"/>
          <a:ext cx="0" cy="0"/>
          <a:chOff x="0" y="0"/>
          <a:chExt cx="0" cy="0"/>
        </a:xfrm>
      </p:grpSpPr>
      <p:sp>
        <p:nvSpPr>
          <p:cNvPr id="889" name="Google Shape;889;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90" name="Google Shape;890;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891" name="Google Shape;891;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6"/>
        <p:cNvGrpSpPr/>
        <p:nvPr/>
      </p:nvGrpSpPr>
      <p:grpSpPr>
        <a:xfrm>
          <a:off x="0" y="0"/>
          <a:ext cx="0" cy="0"/>
          <a:chOff x="0" y="0"/>
          <a:chExt cx="0" cy="0"/>
        </a:xfrm>
      </p:grpSpPr>
      <p:sp>
        <p:nvSpPr>
          <p:cNvPr id="897" name="Google Shape;897;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98" name="Google Shape;898;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899" name="Google Shape;899;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00" name="Google Shape;900;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sp>
        <p:nvSpPr>
          <p:cNvPr id="906" name="Google Shape;906;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07" name="Google Shape;907;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08" name="Google Shape;908;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09" name="Google Shape;909;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14"/>
        <p:cNvGrpSpPr/>
        <p:nvPr/>
      </p:nvGrpSpPr>
      <p:grpSpPr>
        <a:xfrm>
          <a:off x="0" y="0"/>
          <a:ext cx="0" cy="0"/>
          <a:chOff x="0" y="0"/>
          <a:chExt cx="0" cy="0"/>
        </a:xfrm>
      </p:grpSpPr>
      <p:sp>
        <p:nvSpPr>
          <p:cNvPr id="915" name="Google Shape;915;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16" name="Google Shape;916;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17" name="Google Shape;917;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18" name="Google Shape;918;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23"/>
        <p:cNvGrpSpPr/>
        <p:nvPr/>
      </p:nvGrpSpPr>
      <p:grpSpPr>
        <a:xfrm>
          <a:off x="0" y="0"/>
          <a:ext cx="0" cy="0"/>
          <a:chOff x="0" y="0"/>
          <a:chExt cx="0" cy="0"/>
        </a:xfrm>
      </p:grpSpPr>
      <p:sp>
        <p:nvSpPr>
          <p:cNvPr id="924" name="Google Shape;924;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JL692</a:t>
            </a:r>
            <a:endParaRPr/>
          </a:p>
        </p:txBody>
      </p:sp>
      <p:sp>
        <p:nvSpPr>
          <p:cNvPr id="925" name="Google Shape;925;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26" name="Google Shape;926;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27" name="Google Shape;927;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32"/>
        <p:cNvGrpSpPr/>
        <p:nvPr/>
      </p:nvGrpSpPr>
      <p:grpSpPr>
        <a:xfrm>
          <a:off x="0" y="0"/>
          <a:ext cx="0" cy="0"/>
          <a:chOff x="0" y="0"/>
          <a:chExt cx="0" cy="0"/>
        </a:xfrm>
      </p:grpSpPr>
      <p:sp>
        <p:nvSpPr>
          <p:cNvPr id="933" name="Google Shape;933;g26b641b03cd_0_301"/>
          <p:cNvSpPr txBox="1">
            <a:spLocks noGrp="1"/>
          </p:cNvSpPr>
          <p:nvPr>
            <p:ph type="title"/>
          </p:nvPr>
        </p:nvSpPr>
        <p:spPr>
          <a:xfrm>
            <a:off x="749225" y="5568500"/>
            <a:ext cx="76455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934" name="Google Shape;934;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JL687</a:t>
            </a:r>
            <a:endParaRPr/>
          </a:p>
        </p:txBody>
      </p:sp>
      <p:pic>
        <p:nvPicPr>
          <p:cNvPr id="935" name="Google Shape;935;g26b641b03cd_0_301"/>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36" name="Google Shape;936;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sp>
        <p:nvSpPr>
          <p:cNvPr id="942" name="Google Shape;942;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JL687</a:t>
            </a:r>
            <a:endParaRPr/>
          </a:p>
        </p:txBody>
      </p:sp>
      <p:pic>
        <p:nvPicPr>
          <p:cNvPr id="943" name="Google Shape;943;g26b641b03cd_0_308"/>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44" name="Google Shape;944;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945" name="Google Shape;945;g26b641b03cd_0_308"/>
          <p:cNvSpPr txBox="1">
            <a:spLocks noGrp="1"/>
          </p:cNvSpPr>
          <p:nvPr>
            <p:ph type="title"/>
          </p:nvPr>
        </p:nvSpPr>
        <p:spPr>
          <a:xfrm>
            <a:off x="749225" y="5568500"/>
            <a:ext cx="76455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50"/>
        <p:cNvGrpSpPr/>
        <p:nvPr/>
      </p:nvGrpSpPr>
      <p:grpSpPr>
        <a:xfrm>
          <a:off x="0" y="0"/>
          <a:ext cx="0" cy="0"/>
          <a:chOff x="0" y="0"/>
          <a:chExt cx="0" cy="0"/>
        </a:xfrm>
      </p:grpSpPr>
      <p:sp>
        <p:nvSpPr>
          <p:cNvPr id="951" name="Google Shape;951;g26ca6ebb48c_0_3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JL687</a:t>
            </a:r>
            <a:endParaRPr/>
          </a:p>
        </p:txBody>
      </p:sp>
      <p:pic>
        <p:nvPicPr>
          <p:cNvPr id="952" name="Google Shape;952;g26ca6ebb48c_0_31"/>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53" name="Google Shape;953;g26ca6ebb48c_0_3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54" name="Google Shape;954;g26ca6ebb48c_0_31"/>
          <p:cNvSpPr txBox="1">
            <a:spLocks noGrp="1"/>
          </p:cNvSpPr>
          <p:nvPr>
            <p:ph type="title"/>
          </p:nvPr>
        </p:nvSpPr>
        <p:spPr>
          <a:xfrm>
            <a:off x="749225" y="5568500"/>
            <a:ext cx="76455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59"/>
        <p:cNvGrpSpPr/>
        <p:nvPr/>
      </p:nvGrpSpPr>
      <p:grpSpPr>
        <a:xfrm>
          <a:off x="0" y="0"/>
          <a:ext cx="0" cy="0"/>
          <a:chOff x="0" y="0"/>
          <a:chExt cx="0" cy="0"/>
        </a:xfrm>
      </p:grpSpPr>
      <p:sp>
        <p:nvSpPr>
          <p:cNvPr id="960" name="Google Shape;960;g26ca6ebb48c_0_3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JL687</a:t>
            </a:r>
            <a:endParaRPr/>
          </a:p>
        </p:txBody>
      </p:sp>
      <p:pic>
        <p:nvPicPr>
          <p:cNvPr id="961" name="Google Shape;961;g26ca6ebb48c_0_39"/>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62" name="Google Shape;962;g26ca6ebb48c_0_3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963" name="Google Shape;963;g26ca6ebb48c_0_39"/>
          <p:cNvSpPr txBox="1">
            <a:spLocks noGrp="1"/>
          </p:cNvSpPr>
          <p:nvPr>
            <p:ph type="title"/>
          </p:nvPr>
        </p:nvSpPr>
        <p:spPr>
          <a:xfrm>
            <a:off x="749225" y="5568500"/>
            <a:ext cx="76455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70" name="Google Shape;970;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71" name="Google Shape;971;g1f3daf8a844_0_64"/>
          <p:cNvGrpSpPr/>
          <p:nvPr/>
        </p:nvGrpSpPr>
        <p:grpSpPr>
          <a:xfrm>
            <a:off x="3024000" y="209875"/>
            <a:ext cx="3096000" cy="454800"/>
            <a:chOff x="3024000" y="209875"/>
            <a:chExt cx="3096000" cy="454800"/>
          </a:xfrm>
        </p:grpSpPr>
        <p:sp>
          <p:nvSpPr>
            <p:cNvPr id="972" name="Google Shape;972;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3" name="Google Shape;973;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74" name="Google Shape;974;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75" name="Google Shape;975;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76" name="Google Shape;976;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77" name="Google Shape;977;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78" name="Google Shape;978;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79" name="Google Shape;979;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980" name="Google Shape;980;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981" name="Google Shape;981;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982" name="Google Shape;982;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983" name="Google Shape;983;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984" name="Google Shape;984;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985" name="Google Shape;985;g1f3daf8a844_0_64"/>
          <p:cNvSpPr txBox="1"/>
          <p:nvPr/>
        </p:nvSpPr>
        <p:spPr>
          <a:xfrm>
            <a:off x="334727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986" name="Google Shape;986;g1f3daf8a844_0_64"/>
          <p:cNvSpPr txBox="1"/>
          <p:nvPr/>
        </p:nvSpPr>
        <p:spPr>
          <a:xfrm>
            <a:off x="219442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987" name="Google Shape;987;g1f3daf8a844_0_64"/>
          <p:cNvSpPr txBox="1"/>
          <p:nvPr/>
        </p:nvSpPr>
        <p:spPr>
          <a:xfrm>
            <a:off x="450012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988" name="Google Shape;988;g1f3daf8a844_0_64"/>
          <p:cNvSpPr txBox="1"/>
          <p:nvPr/>
        </p:nvSpPr>
        <p:spPr>
          <a:xfrm>
            <a:off x="5652974" y="2160375"/>
            <a:ext cx="1296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igh</a:t>
            </a:r>
            <a:endParaRPr sz="5500" b="0" i="0" u="none" strike="noStrike" cap="none">
              <a:solidFill>
                <a:srgbClr val="00904C"/>
              </a:solidFill>
              <a:latin typeface="Jost"/>
              <a:ea typeface="Jost"/>
              <a:cs typeface="Jost"/>
              <a:sym typeface="Jost"/>
            </a:endParaRPr>
          </a:p>
        </p:txBody>
      </p:sp>
      <p:cxnSp>
        <p:nvCxnSpPr>
          <p:cNvPr id="989" name="Google Shape;989;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94"/>
        <p:cNvGrpSpPr/>
        <p:nvPr/>
      </p:nvGrpSpPr>
      <p:grpSpPr>
        <a:xfrm>
          <a:off x="0" y="0"/>
          <a:ext cx="0" cy="0"/>
          <a:chOff x="0" y="0"/>
          <a:chExt cx="0" cy="0"/>
        </a:xfrm>
      </p:grpSpPr>
      <p:sp>
        <p:nvSpPr>
          <p:cNvPr id="995" name="Google Shape;995;g26ca6ebb48c_0_4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96" name="Google Shape;996;g26ca6ebb48c_0_4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97" name="Google Shape;997;g26ca6ebb48c_0_47"/>
          <p:cNvGrpSpPr/>
          <p:nvPr/>
        </p:nvGrpSpPr>
        <p:grpSpPr>
          <a:xfrm>
            <a:off x="3024000" y="209875"/>
            <a:ext cx="3096000" cy="454800"/>
            <a:chOff x="3024000" y="209875"/>
            <a:chExt cx="3096000" cy="454800"/>
          </a:xfrm>
        </p:grpSpPr>
        <p:sp>
          <p:nvSpPr>
            <p:cNvPr id="998" name="Google Shape;998;g26ca6ebb48c_0_47"/>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9" name="Google Shape;999;g26ca6ebb48c_0_47"/>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00" name="Google Shape;1000;g26ca6ebb48c_0_47"/>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01" name="Google Shape;1001;g26ca6ebb48c_0_47"/>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02" name="Google Shape;1002;g26ca6ebb48c_0_47"/>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03" name="Google Shape;1003;g26ca6ebb48c_0_47"/>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04" name="Google Shape;1004;g26ca6ebb48c_0_47"/>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05" name="Google Shape;1005;g26ca6ebb48c_0_47"/>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06" name="Google Shape;1006;g26ca6ebb48c_0_47"/>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light might sight night right tight fight high sigh</a:t>
            </a:r>
            <a:endParaRPr sz="1800" b="0" i="0" u="none" strike="noStrike" cap="none">
              <a:solidFill>
                <a:srgbClr val="B7B7B7"/>
              </a:solidFill>
              <a:latin typeface="Jost"/>
              <a:ea typeface="Jost"/>
              <a:cs typeface="Jost"/>
              <a:sym typeface="Jost"/>
            </a:endParaRPr>
          </a:p>
        </p:txBody>
      </p:sp>
      <p:sp>
        <p:nvSpPr>
          <p:cNvPr id="1007" name="Google Shape;1007;g26ca6ebb48c_0_47"/>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08" name="Google Shape;1008;g26ca6ebb48c_0_47"/>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09" name="Google Shape;1009;g26ca6ebb48c_0_47"/>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10" name="Google Shape;1010;g26ca6ebb48c_0_47"/>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11" name="Google Shape;1011;g26ca6ebb48c_0_47"/>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cxnSp>
        <p:nvCxnSpPr>
          <p:cNvPr id="1012" name="Google Shape;1012;g26ca6ebb48c_0_47"/>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13" name="Google Shape;1013;g26ca6ebb48c_0_47"/>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014" name="Google Shape;1014;g26ca6ebb48c_0_47"/>
          <p:cNvSpPr txBox="1"/>
          <p:nvPr/>
        </p:nvSpPr>
        <p:spPr>
          <a:xfrm>
            <a:off x="334727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15" name="Google Shape;1015;g26ca6ebb48c_0_47"/>
          <p:cNvSpPr txBox="1"/>
          <p:nvPr/>
        </p:nvSpPr>
        <p:spPr>
          <a:xfrm>
            <a:off x="219442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16" name="Google Shape;1016;g26ca6ebb48c_0_47"/>
          <p:cNvSpPr txBox="1"/>
          <p:nvPr/>
        </p:nvSpPr>
        <p:spPr>
          <a:xfrm>
            <a:off x="450012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17" name="Google Shape;1017;g26ca6ebb48c_0_47"/>
          <p:cNvSpPr txBox="1"/>
          <p:nvPr/>
        </p:nvSpPr>
        <p:spPr>
          <a:xfrm>
            <a:off x="5652974" y="2160375"/>
            <a:ext cx="1296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igh</a:t>
            </a:r>
            <a:endParaRPr sz="5500" b="0" i="0" u="none" strike="noStrike" cap="none">
              <a:solidFill>
                <a:srgbClr val="00904C"/>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379</Words>
  <Application>Microsoft Office PowerPoint</Application>
  <PresentationFormat>On-screen Show (4:3)</PresentationFormat>
  <Paragraphs>162</Paragraphs>
  <Slides>23</Slides>
  <Notes>23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vt:lpstr>
      <vt:lpstr>Poppins Medium</vt:lpstr>
      <vt:lpstr>Poppins</vt:lpstr>
      <vt:lpstr>Calibri</vt:lpstr>
      <vt:lpstr>Nunito Black</vt:lpstr>
      <vt:lpstr>Jost</vt:lpstr>
      <vt:lpstr>Poppins SemiBold</vt:lpstr>
      <vt:lpstr>Mulish</vt:lpstr>
      <vt:lpstr>Office Theme</vt:lpstr>
      <vt:lpstr>PowerPoint Presentation</vt:lpstr>
      <vt:lpstr>PowerPoint Presentation</vt:lpstr>
      <vt:lpstr>Recall all GPCs learned so far using flashcards.</vt:lpstr>
      <vt:lpstr>Recall all GPCs learned so far using flashcards.</vt:lpstr>
      <vt:lpstr>PowerPoint Presentation</vt:lpstr>
      <vt:lpstr>Hear Phonemes</vt:lpstr>
      <vt:lpstr>Hear Phonemes</vt:lpstr>
      <vt:lpstr>Teach Grapheme Caption</vt:lpstr>
      <vt:lpstr>Review Lowercase Formation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2026-04-29T03:38:36Z</dcterms:modified>
</cp:coreProperties>
</file>