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Jost"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ghXB5M+CbKIRK0Nnj9maAeJgrZB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AF3F54B-B9EA-4846-A983-10C11D947671}">
  <a:tblStyle styleId="{AAF3F54B-B9EA-4846-A983-10C11D947671}"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0" name="Google Shape;65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0" name="Google Shape;66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1" name="Google Shape;66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4" name="Google Shape;68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5" name="Google Shape;68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4" name="Google Shape;71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5" name="Google Shape;71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 name="Google Shape;75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1" name="Google Shape;75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8" name="Google Shape;798;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9" name="Google Shape;799;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7" name="Google Shape;837;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7" name="Google Shape;857;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8" name="Google Shape;858;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31d111e6b28_1_90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3" name="Google Shape;933;g31d111e6b28_1_9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4" name="Google Shape;934;g31d111e6b28_1_9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2cdbdd193bb_0_3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g2cdbdd193bb_0_3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4" name="Google Shape;964;g2cdbdd193bb_0_3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g31d1479c8a7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2" name="Google Shape;982;g31d1479c8a7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3" name="Google Shape;983;g31d1479c8a7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5" name="Google Shape;995;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6" name="Google Shape;996;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8" name="Google Shape;1008;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9" name="Google Shape;1009;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7" name="Google Shape;1017;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8" name="Google Shape;1018;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31d1479c8a7_0_6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1" name="Google Shape;1051;g31d1479c8a7_0_6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2" name="Google Shape;1052;g31d1479c8a7_0_6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5" name="Google Shape;108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6" name="Google Shape;108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4" name="Google Shape;109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5" name="Google Shape;109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3" name="Google Shape;110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4" name="Google Shape;110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2" name="Google Shape;1112;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3" name="Google Shape;1113;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1" name="Google Shape;1121;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2" name="Google Shape;1122;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0" name="Google Shape;1130;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1" name="Google Shape;1131;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9" name="Google Shape;1139;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0" name="Google Shape;1140;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8" name="Google Shape;1148;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9" name="Google Shape;1149;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4"/>
        <p:cNvGrpSpPr/>
        <p:nvPr/>
      </p:nvGrpSpPr>
      <p:grpSpPr>
        <a:xfrm>
          <a:off x="0" y="0"/>
          <a:ext cx="0" cy="0"/>
          <a:chOff x="0" y="0"/>
          <a:chExt cx="0" cy="0"/>
        </a:xfrm>
      </p:grpSpPr>
      <p:sp>
        <p:nvSpPr>
          <p:cNvPr id="1175" name="Google Shape;1175;g31d1479c8a7_0_7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6" name="Google Shape;1176;g31d1479c8a7_0_7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7" name="Google Shape;1177;g31d1479c8a7_0_7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8501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FFFFFF"/>
                </a:solidFill>
                <a:latin typeface="Poppins SemiBold"/>
                <a:ea typeface="Poppins SemiBold"/>
                <a:cs typeface="Poppins SemiBold"/>
                <a:sym typeface="Poppins SemiBold"/>
              </a:rPr>
              <a:t>Sound Family /ar/ - al</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14 - Tuesday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67</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1"/>
        <p:cNvGrpSpPr/>
        <p:nvPr/>
      </p:nvGrpSpPr>
      <p:grpSpPr>
        <a:xfrm>
          <a:off x="0" y="0"/>
          <a:ext cx="0" cy="0"/>
          <a:chOff x="0" y="0"/>
          <a:chExt cx="0" cy="0"/>
        </a:xfrm>
      </p:grpSpPr>
      <p:sp>
        <p:nvSpPr>
          <p:cNvPr id="162" name="Google Shape;162;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3" name="Google Shape;163;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4" name="Google Shape;164;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5" name="Google Shape;165;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8" name="Google Shape;168;g26b641b03cd_0_260"/>
          <p:cNvGrpSpPr/>
          <p:nvPr/>
        </p:nvGrpSpPr>
        <p:grpSpPr>
          <a:xfrm>
            <a:off x="8199150" y="5983875"/>
            <a:ext cx="586800" cy="571500"/>
            <a:chOff x="7894350" y="6212475"/>
            <a:chExt cx="586800" cy="571500"/>
          </a:xfrm>
        </p:grpSpPr>
        <p:sp>
          <p:nvSpPr>
            <p:cNvPr id="169" name="Google Shape;169;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1" name="Google Shape;171;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2" name="Google Shape;172;g26b641b03cd_0_260"/>
          <p:cNvGrpSpPr/>
          <p:nvPr/>
        </p:nvGrpSpPr>
        <p:grpSpPr>
          <a:xfrm>
            <a:off x="-36800" y="-52000"/>
            <a:ext cx="9236100" cy="543600"/>
            <a:chOff x="-36800" y="-52000"/>
            <a:chExt cx="9236100" cy="543600"/>
          </a:xfrm>
        </p:grpSpPr>
        <p:sp>
          <p:nvSpPr>
            <p:cNvPr id="173" name="Google Shape;173;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4" name="Google Shape;174;g26b641b03cd_0_260"/>
            <p:cNvGrpSpPr/>
            <p:nvPr/>
          </p:nvGrpSpPr>
          <p:grpSpPr>
            <a:xfrm>
              <a:off x="5905920" y="88100"/>
              <a:ext cx="1337400" cy="403500"/>
              <a:chOff x="565600" y="88250"/>
              <a:chExt cx="1337400" cy="403500"/>
            </a:xfrm>
          </p:grpSpPr>
          <p:sp>
            <p:nvSpPr>
              <p:cNvPr id="175" name="Google Shape;175;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6" name="Google Shape;176;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7" name="Google Shape;177;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7" name="Google Shape;187;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8"/>
        <p:cNvGrpSpPr/>
        <p:nvPr/>
      </p:nvGrpSpPr>
      <p:grpSpPr>
        <a:xfrm>
          <a:off x="0" y="0"/>
          <a:ext cx="0" cy="0"/>
          <a:chOff x="0" y="0"/>
          <a:chExt cx="0" cy="0"/>
        </a:xfrm>
      </p:grpSpPr>
      <p:sp>
        <p:nvSpPr>
          <p:cNvPr id="189" name="Google Shape;18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1" name="Google Shape;19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Practise Building Words</a:t>
            </a:r>
            <a:endParaRPr sz="3000" b="0" i="0" u="none" strike="noStrike" cap="none">
              <a:solidFill>
                <a:srgbClr val="CB3D85"/>
              </a:solidFill>
              <a:latin typeface="Poppins Medium"/>
              <a:ea typeface="Poppins Medium"/>
              <a:cs typeface="Poppins Medium"/>
              <a:sym typeface="Poppins Medium"/>
            </a:endParaRPr>
          </a:p>
        </p:txBody>
      </p:sp>
      <p:sp>
        <p:nvSpPr>
          <p:cNvPr id="192" name="Google Shape;192;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3" name="Google Shape;19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4" name="Google Shape;19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95" name="Google Shape;19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6" name="Google Shape;19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8" name="Google Shape;19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9" name="Google Shape;19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0" name="Google Shape;200;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1" name="Google Shape;201;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3" name="Google Shape;203;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4" name="Google Shape;204;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7" name="Google Shape;207;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8" name="Google Shape;208;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10" name="Google Shape;210;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1" name="Google Shape;22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Practise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2" name="Google Shape;22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3" name="Google Shape;22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224" name="Google Shape;22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5" name="Google Shape;22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7" name="Google Shape;22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8" name="Google Shape;22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9" name="Google Shape;229;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0" name="Google Shape;230;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2" name="Google Shape;232;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6" name="Google Shape;236;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7" name="Google Shape;237;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9" name="Google Shape;239;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40" name="Google Shape;240;g1f3daf8a844_0_32"/>
          <p:cNvGrpSpPr/>
          <p:nvPr/>
        </p:nvGrpSpPr>
        <p:grpSpPr>
          <a:xfrm>
            <a:off x="662575" y="6212475"/>
            <a:ext cx="586800" cy="571500"/>
            <a:chOff x="662575" y="6212475"/>
            <a:chExt cx="586800" cy="571500"/>
          </a:xfrm>
        </p:grpSpPr>
        <p:sp>
          <p:nvSpPr>
            <p:cNvPr id="241" name="Google Shape;24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4" name="Google Shape;244;g1f3daf8a844_0_32"/>
          <p:cNvGrpSpPr/>
          <p:nvPr/>
        </p:nvGrpSpPr>
        <p:grpSpPr>
          <a:xfrm>
            <a:off x="7894350" y="6212475"/>
            <a:ext cx="586800" cy="571500"/>
            <a:chOff x="7894350" y="6212475"/>
            <a:chExt cx="586800" cy="571500"/>
          </a:xfrm>
        </p:grpSpPr>
        <p:sp>
          <p:nvSpPr>
            <p:cNvPr id="245" name="Google Shape;24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7" name="Google Shape;247;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8"/>
        <p:cNvGrpSpPr/>
        <p:nvPr/>
      </p:nvGrpSpPr>
      <p:grpSpPr>
        <a:xfrm>
          <a:off x="0" y="0"/>
          <a:ext cx="0" cy="0"/>
          <a:chOff x="0" y="0"/>
          <a:chExt cx="0" cy="0"/>
        </a:xfrm>
      </p:grpSpPr>
      <p:sp>
        <p:nvSpPr>
          <p:cNvPr id="249" name="Google Shape;24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0" name="Google Shape;25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1" name="Google Shape;251;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4" name="Google Shape;254;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6" name="Google Shape;25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7" name="Google Shape;25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8" name="Google Shape;258;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0" name="Google Shape;260;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1" name="Google Shape;261;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4" name="Google Shape;264;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5" name="Google Shape;265;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7" name="Google Shape;267;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8" name="Google Shape;268;g2c157a2fb06_0_53"/>
          <p:cNvGrpSpPr/>
          <p:nvPr/>
        </p:nvGrpSpPr>
        <p:grpSpPr>
          <a:xfrm>
            <a:off x="662575" y="6212475"/>
            <a:ext cx="586800" cy="571500"/>
            <a:chOff x="662575" y="6212475"/>
            <a:chExt cx="586800" cy="571500"/>
          </a:xfrm>
        </p:grpSpPr>
        <p:sp>
          <p:nvSpPr>
            <p:cNvPr id="269" name="Google Shape;26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2" name="Google Shape;272;g2c157a2fb06_0_53"/>
          <p:cNvGrpSpPr/>
          <p:nvPr/>
        </p:nvGrpSpPr>
        <p:grpSpPr>
          <a:xfrm>
            <a:off x="7894350" y="6212475"/>
            <a:ext cx="586800" cy="571500"/>
            <a:chOff x="7894350" y="6212475"/>
            <a:chExt cx="586800" cy="571500"/>
          </a:xfrm>
        </p:grpSpPr>
        <p:sp>
          <p:nvSpPr>
            <p:cNvPr id="273" name="Google Shape;27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5" name="Google Shape;275;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6"/>
        <p:cNvGrpSpPr/>
        <p:nvPr/>
      </p:nvGrpSpPr>
      <p:grpSpPr>
        <a:xfrm>
          <a:off x="0" y="0"/>
          <a:ext cx="0" cy="0"/>
          <a:chOff x="0" y="0"/>
          <a:chExt cx="0" cy="0"/>
        </a:xfrm>
      </p:grpSpPr>
      <p:pic>
        <p:nvPicPr>
          <p:cNvPr id="277" name="Google Shape;27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8" name="Google Shape;27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9" name="Google Shape;27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80" name="Google Shape;280;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4" name="Google Shape;28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6" name="Google Shape;286;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8" name="Google Shape;288;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9" name="Google Shape;289;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2" name="Google Shape;292;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3" name="Google Shape;293;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5" name="Google Shape;295;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6" name="Google Shape;296;g2c157a2fb06_0_158"/>
          <p:cNvGrpSpPr/>
          <p:nvPr/>
        </p:nvGrpSpPr>
        <p:grpSpPr>
          <a:xfrm>
            <a:off x="662575" y="6212475"/>
            <a:ext cx="586800" cy="571500"/>
            <a:chOff x="662575" y="6212475"/>
            <a:chExt cx="586800" cy="571500"/>
          </a:xfrm>
        </p:grpSpPr>
        <p:sp>
          <p:nvSpPr>
            <p:cNvPr id="297" name="Google Shape;29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00" name="Google Shape;300;g2c157a2fb06_0_158"/>
          <p:cNvGrpSpPr/>
          <p:nvPr/>
        </p:nvGrpSpPr>
        <p:grpSpPr>
          <a:xfrm>
            <a:off x="7894350" y="6212475"/>
            <a:ext cx="586800" cy="571500"/>
            <a:chOff x="7894350" y="6212475"/>
            <a:chExt cx="586800" cy="571500"/>
          </a:xfrm>
        </p:grpSpPr>
        <p:sp>
          <p:nvSpPr>
            <p:cNvPr id="301" name="Google Shape;30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4"/>
        <p:cNvGrpSpPr/>
        <p:nvPr/>
      </p:nvGrpSpPr>
      <p:grpSpPr>
        <a:xfrm>
          <a:off x="0" y="0"/>
          <a:ext cx="0" cy="0"/>
          <a:chOff x="0" y="0"/>
          <a:chExt cx="0" cy="0"/>
        </a:xfrm>
      </p:grpSpPr>
      <p:sp>
        <p:nvSpPr>
          <p:cNvPr id="305" name="Google Shape;30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6" name="Google Shape;30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7" name="Google Shape;30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263"/>
          <p:cNvSpPr>
            <a:spLocks noGrp="1"/>
          </p:cNvSpPr>
          <p:nvPr>
            <p:ph type="pic" idx="5"/>
          </p:nvPr>
        </p:nvSpPr>
        <p:spPr>
          <a:xfrm>
            <a:off x="5086375" y="4412425"/>
            <a:ext cx="2668800" cy="1291500"/>
          </a:xfrm>
          <a:prstGeom prst="rect">
            <a:avLst/>
          </a:prstGeom>
          <a:noFill/>
          <a:ln>
            <a:noFill/>
          </a:ln>
        </p:spPr>
      </p:sp>
      <p:sp>
        <p:nvSpPr>
          <p:cNvPr id="312" name="Google Shape;312;g2c157a2fb06_0_263"/>
          <p:cNvSpPr>
            <a:spLocks noGrp="1"/>
          </p:cNvSpPr>
          <p:nvPr>
            <p:ph type="pic" idx="6"/>
          </p:nvPr>
        </p:nvSpPr>
        <p:spPr>
          <a:xfrm>
            <a:off x="5086375" y="797675"/>
            <a:ext cx="2668800" cy="1291500"/>
          </a:xfrm>
          <a:prstGeom prst="rect">
            <a:avLst/>
          </a:prstGeom>
          <a:noFill/>
          <a:ln>
            <a:noFill/>
          </a:ln>
        </p:spPr>
      </p:sp>
      <p:sp>
        <p:nvSpPr>
          <p:cNvPr id="313" name="Google Shape;313;g2c157a2fb06_0_263"/>
          <p:cNvSpPr>
            <a:spLocks noGrp="1"/>
          </p:cNvSpPr>
          <p:nvPr>
            <p:ph type="pic" idx="7"/>
          </p:nvPr>
        </p:nvSpPr>
        <p:spPr>
          <a:xfrm>
            <a:off x="5086375" y="2002592"/>
            <a:ext cx="2668800" cy="1291500"/>
          </a:xfrm>
          <a:prstGeom prst="rect">
            <a:avLst/>
          </a:prstGeom>
          <a:noFill/>
          <a:ln>
            <a:noFill/>
          </a:ln>
        </p:spPr>
      </p:sp>
      <p:sp>
        <p:nvSpPr>
          <p:cNvPr id="314" name="Google Shape;314;g2c157a2fb06_0_263"/>
          <p:cNvSpPr>
            <a:spLocks noGrp="1"/>
          </p:cNvSpPr>
          <p:nvPr>
            <p:ph type="pic" idx="8"/>
          </p:nvPr>
        </p:nvSpPr>
        <p:spPr>
          <a:xfrm>
            <a:off x="5086375" y="3207508"/>
            <a:ext cx="2668800" cy="1291500"/>
          </a:xfrm>
          <a:prstGeom prst="rect">
            <a:avLst/>
          </a:prstGeom>
          <a:noFill/>
          <a:ln>
            <a:noFill/>
          </a:ln>
        </p:spPr>
      </p:sp>
      <p:sp>
        <p:nvSpPr>
          <p:cNvPr id="315" name="Google Shape;31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7" name="Google Shape;317;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9" name="Google Shape;319;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0" name="Google Shape;320;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4" name="Google Shape;324;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6" name="Google Shape;326;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7" name="Google Shape;327;g2c157a2fb06_0_263"/>
          <p:cNvGrpSpPr/>
          <p:nvPr/>
        </p:nvGrpSpPr>
        <p:grpSpPr>
          <a:xfrm>
            <a:off x="662575" y="6212475"/>
            <a:ext cx="586800" cy="571500"/>
            <a:chOff x="662575" y="6212475"/>
            <a:chExt cx="586800" cy="571500"/>
          </a:xfrm>
        </p:grpSpPr>
        <p:sp>
          <p:nvSpPr>
            <p:cNvPr id="328" name="Google Shape;32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1" name="Google Shape;331;g2c157a2fb06_0_263"/>
          <p:cNvGrpSpPr/>
          <p:nvPr/>
        </p:nvGrpSpPr>
        <p:grpSpPr>
          <a:xfrm>
            <a:off x="7894350" y="6212475"/>
            <a:ext cx="586800" cy="571500"/>
            <a:chOff x="7894350" y="6212475"/>
            <a:chExt cx="586800" cy="571500"/>
          </a:xfrm>
        </p:grpSpPr>
        <p:sp>
          <p:nvSpPr>
            <p:cNvPr id="332" name="Google Shape;33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5"/>
        <p:cNvGrpSpPr/>
        <p:nvPr/>
      </p:nvGrpSpPr>
      <p:grpSpPr>
        <a:xfrm>
          <a:off x="0" y="0"/>
          <a:ext cx="0" cy="0"/>
          <a:chOff x="0" y="0"/>
          <a:chExt cx="0" cy="0"/>
        </a:xfrm>
      </p:grpSpPr>
      <p:cxnSp>
        <p:nvCxnSpPr>
          <p:cNvPr id="336" name="Google Shape;33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7" name="Google Shape;33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8" name="Google Shape;33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9" name="Google Shape;3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40" name="Google Shape;3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1" name="Google Shape;3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467"/>
          <p:cNvGrpSpPr/>
          <p:nvPr/>
        </p:nvGrpSpPr>
        <p:grpSpPr>
          <a:xfrm>
            <a:off x="662575" y="6212475"/>
            <a:ext cx="586800" cy="571500"/>
            <a:chOff x="662575" y="6212475"/>
            <a:chExt cx="586800" cy="571500"/>
          </a:xfrm>
        </p:grpSpPr>
        <p:sp>
          <p:nvSpPr>
            <p:cNvPr id="354" name="Google Shape;35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467"/>
          <p:cNvGrpSpPr/>
          <p:nvPr/>
        </p:nvGrpSpPr>
        <p:grpSpPr>
          <a:xfrm>
            <a:off x="7894350" y="6212475"/>
            <a:ext cx="586800" cy="571500"/>
            <a:chOff x="7894350" y="6212475"/>
            <a:chExt cx="586800" cy="571500"/>
          </a:xfrm>
        </p:grpSpPr>
        <p:sp>
          <p:nvSpPr>
            <p:cNvPr id="358" name="Google Shape;35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1"/>
        <p:cNvGrpSpPr/>
        <p:nvPr/>
      </p:nvGrpSpPr>
      <p:grpSpPr>
        <a:xfrm>
          <a:off x="0" y="0"/>
          <a:ext cx="0" cy="0"/>
          <a:chOff x="0" y="0"/>
          <a:chExt cx="0" cy="0"/>
        </a:xfrm>
      </p:grpSpPr>
      <p:cxnSp>
        <p:nvCxnSpPr>
          <p:cNvPr id="362" name="Google Shape;36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6" name="Google Shape;366;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629"/>
          <p:cNvGrpSpPr/>
          <p:nvPr/>
        </p:nvGrpSpPr>
        <p:grpSpPr>
          <a:xfrm>
            <a:off x="662575" y="6212475"/>
            <a:ext cx="586800" cy="571500"/>
            <a:chOff x="662575" y="6212475"/>
            <a:chExt cx="586800" cy="571500"/>
          </a:xfrm>
        </p:grpSpPr>
        <p:sp>
          <p:nvSpPr>
            <p:cNvPr id="380" name="Google Shape;38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629"/>
          <p:cNvGrpSpPr/>
          <p:nvPr/>
        </p:nvGrpSpPr>
        <p:grpSpPr>
          <a:xfrm>
            <a:off x="7894350" y="6212475"/>
            <a:ext cx="586800" cy="571500"/>
            <a:chOff x="7894350" y="6212475"/>
            <a:chExt cx="586800" cy="571500"/>
          </a:xfrm>
        </p:grpSpPr>
        <p:sp>
          <p:nvSpPr>
            <p:cNvPr id="384" name="Google Shape;38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7"/>
        <p:cNvGrpSpPr/>
        <p:nvPr/>
      </p:nvGrpSpPr>
      <p:grpSpPr>
        <a:xfrm>
          <a:off x="0" y="0"/>
          <a:ext cx="0" cy="0"/>
          <a:chOff x="0" y="0"/>
          <a:chExt cx="0" cy="0"/>
        </a:xfrm>
      </p:grpSpPr>
      <p:cxnSp>
        <p:nvCxnSpPr>
          <p:cNvPr id="388" name="Google Shape;38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9" name="Google Shape;38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0" name="Google Shape;39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2" name="Google Shape;39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4" name="Google Shape;39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6" name="Google Shape;396;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8" name="Google Shape;398;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9" name="Google Shape;399;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2" name="Google Shape;402;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3" name="Google Shape;403;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5" name="Google Shape;405;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6" name="Google Shape;406;g2c157a2fb06_0_798"/>
          <p:cNvGrpSpPr/>
          <p:nvPr/>
        </p:nvGrpSpPr>
        <p:grpSpPr>
          <a:xfrm>
            <a:off x="662575" y="6212475"/>
            <a:ext cx="586800" cy="571500"/>
            <a:chOff x="662575" y="6212475"/>
            <a:chExt cx="586800" cy="571500"/>
          </a:xfrm>
        </p:grpSpPr>
        <p:sp>
          <p:nvSpPr>
            <p:cNvPr id="407" name="Google Shape;40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10" name="Google Shape;410;g2c157a2fb06_0_798"/>
          <p:cNvGrpSpPr/>
          <p:nvPr/>
        </p:nvGrpSpPr>
        <p:grpSpPr>
          <a:xfrm>
            <a:off x="7894350" y="6212475"/>
            <a:ext cx="586800" cy="571500"/>
            <a:chOff x="7894350" y="6212475"/>
            <a:chExt cx="586800" cy="571500"/>
          </a:xfrm>
        </p:grpSpPr>
        <p:sp>
          <p:nvSpPr>
            <p:cNvPr id="411" name="Google Shape;41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4"/>
        <p:cNvGrpSpPr/>
        <p:nvPr/>
      </p:nvGrpSpPr>
      <p:grpSpPr>
        <a:xfrm>
          <a:off x="0" y="0"/>
          <a:ext cx="0" cy="0"/>
          <a:chOff x="0" y="0"/>
          <a:chExt cx="0" cy="0"/>
        </a:xfrm>
      </p:grpSpPr>
      <p:cxnSp>
        <p:nvCxnSpPr>
          <p:cNvPr id="415" name="Google Shape;41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0" name="Google Shape;420;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1" name="Google Shape;421;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2" name="Google Shape;422;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3" name="Google Shape;423;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5" name="Google Shape;425;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6" name="Google Shape;426;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9" name="Google Shape;429;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0" name="Google Shape;430;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2" name="Google Shape;432;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3" name="Google Shape;433;g2c157a2fb06_0_825"/>
          <p:cNvGrpSpPr/>
          <p:nvPr/>
        </p:nvGrpSpPr>
        <p:grpSpPr>
          <a:xfrm>
            <a:off x="662575" y="6212475"/>
            <a:ext cx="586800" cy="571500"/>
            <a:chOff x="662575" y="6212475"/>
            <a:chExt cx="586800" cy="571500"/>
          </a:xfrm>
        </p:grpSpPr>
        <p:sp>
          <p:nvSpPr>
            <p:cNvPr id="434" name="Google Shape;43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7" name="Google Shape;437;g2c157a2fb06_0_825"/>
          <p:cNvGrpSpPr/>
          <p:nvPr/>
        </p:nvGrpSpPr>
        <p:grpSpPr>
          <a:xfrm>
            <a:off x="7894350" y="6212475"/>
            <a:ext cx="586800" cy="571500"/>
            <a:chOff x="7894350" y="6212475"/>
            <a:chExt cx="586800" cy="571500"/>
          </a:xfrm>
        </p:grpSpPr>
        <p:sp>
          <p:nvSpPr>
            <p:cNvPr id="438" name="Google Shape;43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1"/>
        <p:cNvGrpSpPr/>
        <p:nvPr/>
      </p:nvGrpSpPr>
      <p:grpSpPr>
        <a:xfrm>
          <a:off x="0" y="0"/>
          <a:ext cx="0" cy="0"/>
          <a:chOff x="0" y="0"/>
          <a:chExt cx="0" cy="0"/>
        </a:xfrm>
      </p:grpSpPr>
      <p:sp>
        <p:nvSpPr>
          <p:cNvPr id="442" name="Google Shape;44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6" name="Google Shape;446;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7" name="Google Shape;447;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0" name="Google Shape;460;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1" name="Google Shape;461;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2" name="Google Shape;462;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4" name="Google Shape;464;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5" name="Google Shape;465;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8" name="Google Shape;468;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9" name="Google Shape;469;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1" name="Google Shape;471;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2" name="Google Shape;472;g2c157a2fb06_0_700"/>
          <p:cNvGrpSpPr/>
          <p:nvPr/>
        </p:nvGrpSpPr>
        <p:grpSpPr>
          <a:xfrm>
            <a:off x="662575" y="6212475"/>
            <a:ext cx="586800" cy="571500"/>
            <a:chOff x="662575" y="6212475"/>
            <a:chExt cx="586800" cy="571500"/>
          </a:xfrm>
        </p:grpSpPr>
        <p:sp>
          <p:nvSpPr>
            <p:cNvPr id="473" name="Google Shape;473;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6" name="Google Shape;476;g2c157a2fb06_0_700"/>
          <p:cNvGrpSpPr/>
          <p:nvPr/>
        </p:nvGrpSpPr>
        <p:grpSpPr>
          <a:xfrm>
            <a:off x="7894350" y="6212475"/>
            <a:ext cx="586800" cy="571500"/>
            <a:chOff x="7894350" y="6212475"/>
            <a:chExt cx="586800" cy="571500"/>
          </a:xfrm>
        </p:grpSpPr>
        <p:sp>
          <p:nvSpPr>
            <p:cNvPr id="477" name="Google Shape;477;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80"/>
        <p:cNvGrpSpPr/>
        <p:nvPr/>
      </p:nvGrpSpPr>
      <p:grpSpPr>
        <a:xfrm>
          <a:off x="0" y="0"/>
          <a:ext cx="0" cy="0"/>
          <a:chOff x="0" y="0"/>
          <a:chExt cx="0" cy="0"/>
        </a:xfrm>
      </p:grpSpPr>
      <p:sp>
        <p:nvSpPr>
          <p:cNvPr id="481" name="Google Shape;481;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2" name="Google Shape;482;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9" name="Google Shape;489;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90" name="Google Shape;490;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1" name="Google Shape;491;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2" name="Google Shape;492;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1" name="Google Shape;501;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3" name="Google Shape;503;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7" name="Google Shape;507;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8" name="Google Shape;508;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10" name="Google Shape;510;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1" name="Google Shape;511;g2c157a2fb06_0_932"/>
          <p:cNvGrpSpPr/>
          <p:nvPr/>
        </p:nvGrpSpPr>
        <p:grpSpPr>
          <a:xfrm>
            <a:off x="662575" y="6212475"/>
            <a:ext cx="586800" cy="571500"/>
            <a:chOff x="662575" y="6212475"/>
            <a:chExt cx="586800" cy="571500"/>
          </a:xfrm>
        </p:grpSpPr>
        <p:sp>
          <p:nvSpPr>
            <p:cNvPr id="512" name="Google Shape;512;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5" name="Google Shape;515;g2c157a2fb06_0_932"/>
          <p:cNvGrpSpPr/>
          <p:nvPr/>
        </p:nvGrpSpPr>
        <p:grpSpPr>
          <a:xfrm>
            <a:off x="7894350" y="6212475"/>
            <a:ext cx="586800" cy="571500"/>
            <a:chOff x="7894350" y="6212475"/>
            <a:chExt cx="586800" cy="571500"/>
          </a:xfrm>
        </p:grpSpPr>
        <p:sp>
          <p:nvSpPr>
            <p:cNvPr id="516" name="Google Shape;516;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9"/>
        <p:cNvGrpSpPr/>
        <p:nvPr/>
      </p:nvGrpSpPr>
      <p:grpSpPr>
        <a:xfrm>
          <a:off x="0" y="0"/>
          <a:ext cx="0" cy="0"/>
          <a:chOff x="0" y="0"/>
          <a:chExt cx="0" cy="0"/>
        </a:xfrm>
      </p:grpSpPr>
      <p:cxnSp>
        <p:nvCxnSpPr>
          <p:cNvPr id="520" name="Google Shape;52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1" name="Google Shape;52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2" name="Google Shape;52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2" name="Google Shape;53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3" name="Google Shape;533;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4" name="Google Shape;53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5" name="Google Shape;53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6" name="Google Shape;53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7" name="Google Shape;537;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9" name="Google Shape;539;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0" name="Google Shape;540;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4" name="Google Shape;544;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6" name="Google Shape;546;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7" name="Google Shape;547;g2c157a2fb06_0_1045"/>
          <p:cNvGrpSpPr/>
          <p:nvPr/>
        </p:nvGrpSpPr>
        <p:grpSpPr>
          <a:xfrm>
            <a:off x="662575" y="6212475"/>
            <a:ext cx="586800" cy="571500"/>
            <a:chOff x="662575" y="6212475"/>
            <a:chExt cx="586800" cy="571500"/>
          </a:xfrm>
        </p:grpSpPr>
        <p:sp>
          <p:nvSpPr>
            <p:cNvPr id="548" name="Google Shape;54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1" name="Google Shape;551;g2c157a2fb06_0_1045"/>
          <p:cNvGrpSpPr/>
          <p:nvPr/>
        </p:nvGrpSpPr>
        <p:grpSpPr>
          <a:xfrm>
            <a:off x="7894350" y="6212475"/>
            <a:ext cx="586800" cy="571500"/>
            <a:chOff x="7894350" y="6212475"/>
            <a:chExt cx="586800" cy="571500"/>
          </a:xfrm>
        </p:grpSpPr>
        <p:sp>
          <p:nvSpPr>
            <p:cNvPr id="552" name="Google Shape;55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5"/>
        <p:cNvGrpSpPr/>
        <p:nvPr/>
      </p:nvGrpSpPr>
      <p:grpSpPr>
        <a:xfrm>
          <a:off x="0" y="0"/>
          <a:ext cx="0" cy="0"/>
          <a:chOff x="0" y="0"/>
          <a:chExt cx="0" cy="0"/>
        </a:xfrm>
      </p:grpSpPr>
      <p:sp>
        <p:nvSpPr>
          <p:cNvPr id="556" name="Google Shape;55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7" name="Google Shape;55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8" name="Google Shape;558;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1" name="Google Shape;561;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2" name="Google Shape;562;g2c157a2fb06_0_1110"/>
          <p:cNvGrpSpPr/>
          <p:nvPr/>
        </p:nvGrpSpPr>
        <p:grpSpPr>
          <a:xfrm>
            <a:off x="5806200" y="1807463"/>
            <a:ext cx="756300" cy="146700"/>
            <a:chOff x="5806200" y="1807463"/>
            <a:chExt cx="756300" cy="146700"/>
          </a:xfrm>
        </p:grpSpPr>
        <p:sp>
          <p:nvSpPr>
            <p:cNvPr id="563" name="Google Shape;563;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6" name="Google Shape;56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7" name="Google Shape;56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8" name="Google Shape;568;g2c157a2fb06_0_1110"/>
          <p:cNvGrpSpPr/>
          <p:nvPr/>
        </p:nvGrpSpPr>
        <p:grpSpPr>
          <a:xfrm>
            <a:off x="5806200" y="2842438"/>
            <a:ext cx="756300" cy="146700"/>
            <a:chOff x="5806200" y="1807463"/>
            <a:chExt cx="756300" cy="146700"/>
          </a:xfrm>
        </p:grpSpPr>
        <p:sp>
          <p:nvSpPr>
            <p:cNvPr id="569" name="Google Shape;56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110"/>
          <p:cNvGrpSpPr/>
          <p:nvPr/>
        </p:nvGrpSpPr>
        <p:grpSpPr>
          <a:xfrm>
            <a:off x="5806200" y="3877413"/>
            <a:ext cx="756300" cy="146700"/>
            <a:chOff x="5806200" y="1807463"/>
            <a:chExt cx="756300" cy="146700"/>
          </a:xfrm>
        </p:grpSpPr>
        <p:sp>
          <p:nvSpPr>
            <p:cNvPr id="573" name="Google Shape;573;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8" name="Google Shape;578;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3" name="Google Shape;583;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5" name="Google Shape;585;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6" name="Google Shape;586;g2c157a2fb06_0_1110"/>
          <p:cNvGrpSpPr/>
          <p:nvPr/>
        </p:nvGrpSpPr>
        <p:grpSpPr>
          <a:xfrm>
            <a:off x="662575" y="6212475"/>
            <a:ext cx="586800" cy="571500"/>
            <a:chOff x="662575" y="6212475"/>
            <a:chExt cx="586800" cy="571500"/>
          </a:xfrm>
        </p:grpSpPr>
        <p:sp>
          <p:nvSpPr>
            <p:cNvPr id="587" name="Google Shape;58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0" name="Google Shape;590;g2c157a2fb06_0_1110"/>
          <p:cNvGrpSpPr/>
          <p:nvPr/>
        </p:nvGrpSpPr>
        <p:grpSpPr>
          <a:xfrm>
            <a:off x="7894350" y="6212475"/>
            <a:ext cx="586800" cy="571500"/>
            <a:chOff x="7894350" y="6212475"/>
            <a:chExt cx="586800" cy="571500"/>
          </a:xfrm>
        </p:grpSpPr>
        <p:sp>
          <p:nvSpPr>
            <p:cNvPr id="591" name="Google Shape;59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4"/>
        <p:cNvGrpSpPr/>
        <p:nvPr/>
      </p:nvGrpSpPr>
      <p:grpSpPr>
        <a:xfrm>
          <a:off x="0" y="0"/>
          <a:ext cx="0" cy="0"/>
          <a:chOff x="0" y="0"/>
          <a:chExt cx="0" cy="0"/>
        </a:xfrm>
      </p:grpSpPr>
      <p:sp>
        <p:nvSpPr>
          <p:cNvPr id="595" name="Google Shape;59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9" name="Google Shape;59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7" name="Google Shape;60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8" name="Google Shape;608;p30"/>
          <p:cNvGrpSpPr/>
          <p:nvPr/>
        </p:nvGrpSpPr>
        <p:grpSpPr>
          <a:xfrm>
            <a:off x="6022940" y="5341706"/>
            <a:ext cx="594501" cy="305904"/>
            <a:chOff x="5672081" y="1914352"/>
            <a:chExt cx="792668" cy="305904"/>
          </a:xfrm>
        </p:grpSpPr>
        <p:sp>
          <p:nvSpPr>
            <p:cNvPr id="609" name="Google Shape;60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1" name="Google Shape;61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2" name="Google Shape;61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9" name="Google Shape;61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20" name="Google Shape;62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1" name="Google Shape;62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4" name="Google Shape;63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8" name="Google Shape;63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9" name="Google Shape;63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40"/>
        <p:cNvGrpSpPr/>
        <p:nvPr/>
      </p:nvGrpSpPr>
      <p:grpSpPr>
        <a:xfrm>
          <a:off x="0" y="0"/>
          <a:ext cx="0" cy="0"/>
          <a:chOff x="0" y="0"/>
          <a:chExt cx="0" cy="0"/>
        </a:xfrm>
      </p:grpSpPr>
      <p:sp>
        <p:nvSpPr>
          <p:cNvPr id="641" name="Google Shape;64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2" name="Google Shape;64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3" name="Google Shape;64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4"/>
        <p:cNvGrpSpPr/>
        <p:nvPr/>
      </p:nvGrpSpPr>
      <p:grpSpPr>
        <a:xfrm>
          <a:off x="0" y="0"/>
          <a:ext cx="0" cy="0"/>
          <a:chOff x="0" y="0"/>
          <a:chExt cx="0" cy="0"/>
        </a:xfrm>
      </p:grpSpPr>
      <p:sp>
        <p:nvSpPr>
          <p:cNvPr id="645" name="Google Shape;64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6" name="Google Shape;64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7" name="Google Shape;64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image" Target="../media/image6.png"/><Relationship Id="rId7" Type="http://schemas.openxmlformats.org/officeDocument/2006/relationships/slide" Target="slide1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23.xml"/><Relationship Id="rId4" Type="http://schemas.openxmlformats.org/officeDocument/2006/relationships/image" Target="../media/image7.png"/><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3.png"/><Relationship Id="rId21" Type="http://schemas.openxmlformats.org/officeDocument/2006/relationships/image" Target="../media/image50.png"/><Relationship Id="rId7" Type="http://schemas.openxmlformats.org/officeDocument/2006/relationships/image" Target="../media/image37.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5.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4.png"/><Relationship Id="rId9" Type="http://schemas.openxmlformats.org/officeDocument/2006/relationships/image" Target="../media/image6.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7.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100.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9.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1.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13" Type="http://schemas.openxmlformats.org/officeDocument/2006/relationships/image" Target="../media/image112.png"/><Relationship Id="rId18" Type="http://schemas.openxmlformats.org/officeDocument/2006/relationships/image" Target="../media/image117.png"/><Relationship Id="rId26" Type="http://schemas.openxmlformats.org/officeDocument/2006/relationships/image" Target="../media/image125.png"/><Relationship Id="rId3" Type="http://schemas.openxmlformats.org/officeDocument/2006/relationships/image" Target="../media/image102.png"/><Relationship Id="rId21" Type="http://schemas.openxmlformats.org/officeDocument/2006/relationships/image" Target="../media/image120.png"/><Relationship Id="rId34" Type="http://schemas.openxmlformats.org/officeDocument/2006/relationships/image" Target="../media/image133.png"/><Relationship Id="rId7" Type="http://schemas.openxmlformats.org/officeDocument/2006/relationships/image" Target="../media/image106.png"/><Relationship Id="rId12" Type="http://schemas.openxmlformats.org/officeDocument/2006/relationships/image" Target="../media/image111.png"/><Relationship Id="rId17" Type="http://schemas.openxmlformats.org/officeDocument/2006/relationships/image" Target="../media/image116.png"/><Relationship Id="rId25" Type="http://schemas.openxmlformats.org/officeDocument/2006/relationships/image" Target="../media/image124.png"/><Relationship Id="rId33" Type="http://schemas.openxmlformats.org/officeDocument/2006/relationships/image" Target="../media/image132.png"/><Relationship Id="rId2" Type="http://schemas.openxmlformats.org/officeDocument/2006/relationships/notesSlide" Target="../notesSlides/notesSlide6.xml"/><Relationship Id="rId16" Type="http://schemas.openxmlformats.org/officeDocument/2006/relationships/image" Target="../media/image115.png"/><Relationship Id="rId20" Type="http://schemas.openxmlformats.org/officeDocument/2006/relationships/image" Target="../media/image119.png"/><Relationship Id="rId29" Type="http://schemas.openxmlformats.org/officeDocument/2006/relationships/image" Target="../media/image128.png"/><Relationship Id="rId1" Type="http://schemas.openxmlformats.org/officeDocument/2006/relationships/slideLayout" Target="../slideLayouts/slideLayout3.xml"/><Relationship Id="rId6" Type="http://schemas.openxmlformats.org/officeDocument/2006/relationships/image" Target="../media/image105.png"/><Relationship Id="rId11" Type="http://schemas.openxmlformats.org/officeDocument/2006/relationships/image" Target="../media/image110.png"/><Relationship Id="rId24" Type="http://schemas.openxmlformats.org/officeDocument/2006/relationships/image" Target="../media/image123.png"/><Relationship Id="rId32" Type="http://schemas.openxmlformats.org/officeDocument/2006/relationships/image" Target="../media/image131.png"/><Relationship Id="rId5" Type="http://schemas.openxmlformats.org/officeDocument/2006/relationships/image" Target="../media/image104.png"/><Relationship Id="rId15" Type="http://schemas.openxmlformats.org/officeDocument/2006/relationships/image" Target="../media/image114.png"/><Relationship Id="rId23" Type="http://schemas.openxmlformats.org/officeDocument/2006/relationships/image" Target="../media/image122.png"/><Relationship Id="rId28" Type="http://schemas.openxmlformats.org/officeDocument/2006/relationships/image" Target="../media/image127.png"/><Relationship Id="rId10" Type="http://schemas.openxmlformats.org/officeDocument/2006/relationships/image" Target="../media/image109.png"/><Relationship Id="rId19" Type="http://schemas.openxmlformats.org/officeDocument/2006/relationships/image" Target="../media/image118.png"/><Relationship Id="rId31" Type="http://schemas.openxmlformats.org/officeDocument/2006/relationships/image" Target="../media/image130.png"/><Relationship Id="rId4" Type="http://schemas.openxmlformats.org/officeDocument/2006/relationships/image" Target="../media/image103.png"/><Relationship Id="rId9" Type="http://schemas.openxmlformats.org/officeDocument/2006/relationships/image" Target="../media/image108.png"/><Relationship Id="rId14" Type="http://schemas.openxmlformats.org/officeDocument/2006/relationships/image" Target="../media/image113.png"/><Relationship Id="rId22" Type="http://schemas.openxmlformats.org/officeDocument/2006/relationships/image" Target="../media/image121.png"/><Relationship Id="rId27" Type="http://schemas.openxmlformats.org/officeDocument/2006/relationships/image" Target="../media/image126.png"/><Relationship Id="rId30" Type="http://schemas.openxmlformats.org/officeDocument/2006/relationships/image" Target="../media/image129.png"/><Relationship Id="rId8" Type="http://schemas.openxmlformats.org/officeDocument/2006/relationships/image" Target="../media/image107.png"/></Relationships>
</file>

<file path=ppt/slides/_rels/slide7.xml.rels><?xml version="1.0" encoding="UTF-8" standalone="yes"?>
<Relationships xmlns="http://schemas.openxmlformats.org/package/2006/relationships"><Relationship Id="rId8" Type="http://schemas.openxmlformats.org/officeDocument/2006/relationships/image" Target="../media/image139.png"/><Relationship Id="rId13" Type="http://schemas.openxmlformats.org/officeDocument/2006/relationships/image" Target="../media/image144.png"/><Relationship Id="rId3" Type="http://schemas.openxmlformats.org/officeDocument/2006/relationships/image" Target="../media/image134.png"/><Relationship Id="rId7" Type="http://schemas.openxmlformats.org/officeDocument/2006/relationships/image" Target="../media/image138.png"/><Relationship Id="rId12" Type="http://schemas.openxmlformats.org/officeDocument/2006/relationships/image" Target="../media/image143.png"/><Relationship Id="rId2" Type="http://schemas.openxmlformats.org/officeDocument/2006/relationships/notesSlide" Target="../notesSlides/notesSlide7.xml"/><Relationship Id="rId16" Type="http://schemas.openxmlformats.org/officeDocument/2006/relationships/image" Target="../media/image147.png"/><Relationship Id="rId1" Type="http://schemas.openxmlformats.org/officeDocument/2006/relationships/slideLayout" Target="../slideLayouts/slideLayout3.xml"/><Relationship Id="rId6" Type="http://schemas.openxmlformats.org/officeDocument/2006/relationships/image" Target="../media/image137.png"/><Relationship Id="rId11" Type="http://schemas.openxmlformats.org/officeDocument/2006/relationships/image" Target="../media/image142.png"/><Relationship Id="rId5" Type="http://schemas.openxmlformats.org/officeDocument/2006/relationships/image" Target="../media/image136.png"/><Relationship Id="rId15" Type="http://schemas.openxmlformats.org/officeDocument/2006/relationships/image" Target="../media/image146.png"/><Relationship Id="rId10" Type="http://schemas.openxmlformats.org/officeDocument/2006/relationships/image" Target="../media/image141.png"/><Relationship Id="rId4" Type="http://schemas.openxmlformats.org/officeDocument/2006/relationships/image" Target="../media/image135.png"/><Relationship Id="rId9" Type="http://schemas.openxmlformats.org/officeDocument/2006/relationships/image" Target="../media/image140.png"/><Relationship Id="rId14" Type="http://schemas.openxmlformats.org/officeDocument/2006/relationships/image" Target="../media/image145.png"/></Relationships>
</file>

<file path=ppt/slides/_rels/slide8.xml.rels><?xml version="1.0" encoding="UTF-8" standalone="yes"?>
<Relationships xmlns="http://schemas.openxmlformats.org/package/2006/relationships"><Relationship Id="rId8" Type="http://schemas.openxmlformats.org/officeDocument/2006/relationships/image" Target="../media/image153.png"/><Relationship Id="rId13" Type="http://schemas.openxmlformats.org/officeDocument/2006/relationships/image" Target="../media/image158.png"/><Relationship Id="rId18" Type="http://schemas.openxmlformats.org/officeDocument/2006/relationships/image" Target="../media/image163.png"/><Relationship Id="rId26" Type="http://schemas.openxmlformats.org/officeDocument/2006/relationships/image" Target="../media/image171.png"/><Relationship Id="rId3" Type="http://schemas.openxmlformats.org/officeDocument/2006/relationships/image" Target="../media/image148.png"/><Relationship Id="rId21" Type="http://schemas.openxmlformats.org/officeDocument/2006/relationships/image" Target="../media/image166.png"/><Relationship Id="rId7" Type="http://schemas.openxmlformats.org/officeDocument/2006/relationships/image" Target="../media/image152.png"/><Relationship Id="rId12" Type="http://schemas.openxmlformats.org/officeDocument/2006/relationships/image" Target="../media/image157.png"/><Relationship Id="rId17" Type="http://schemas.openxmlformats.org/officeDocument/2006/relationships/image" Target="../media/image162.png"/><Relationship Id="rId25" Type="http://schemas.openxmlformats.org/officeDocument/2006/relationships/image" Target="../media/image170.png"/><Relationship Id="rId2" Type="http://schemas.openxmlformats.org/officeDocument/2006/relationships/notesSlide" Target="../notesSlides/notesSlide8.xml"/><Relationship Id="rId16" Type="http://schemas.openxmlformats.org/officeDocument/2006/relationships/image" Target="../media/image161.png"/><Relationship Id="rId20" Type="http://schemas.openxmlformats.org/officeDocument/2006/relationships/image" Target="../media/image165.png"/><Relationship Id="rId29" Type="http://schemas.openxmlformats.org/officeDocument/2006/relationships/image" Target="../media/image174.png"/><Relationship Id="rId1" Type="http://schemas.openxmlformats.org/officeDocument/2006/relationships/slideLayout" Target="../slideLayouts/slideLayout3.xml"/><Relationship Id="rId6" Type="http://schemas.openxmlformats.org/officeDocument/2006/relationships/image" Target="../media/image151.png"/><Relationship Id="rId11" Type="http://schemas.openxmlformats.org/officeDocument/2006/relationships/image" Target="../media/image156.png"/><Relationship Id="rId24" Type="http://schemas.openxmlformats.org/officeDocument/2006/relationships/image" Target="../media/image169.png"/><Relationship Id="rId5" Type="http://schemas.openxmlformats.org/officeDocument/2006/relationships/image" Target="../media/image150.png"/><Relationship Id="rId15" Type="http://schemas.openxmlformats.org/officeDocument/2006/relationships/image" Target="../media/image160.png"/><Relationship Id="rId23" Type="http://schemas.openxmlformats.org/officeDocument/2006/relationships/image" Target="../media/image168.png"/><Relationship Id="rId28" Type="http://schemas.openxmlformats.org/officeDocument/2006/relationships/image" Target="../media/image173.png"/><Relationship Id="rId10" Type="http://schemas.openxmlformats.org/officeDocument/2006/relationships/image" Target="../media/image155.png"/><Relationship Id="rId19" Type="http://schemas.openxmlformats.org/officeDocument/2006/relationships/image" Target="../media/image164.png"/><Relationship Id="rId4" Type="http://schemas.openxmlformats.org/officeDocument/2006/relationships/image" Target="../media/image149.png"/><Relationship Id="rId9" Type="http://schemas.openxmlformats.org/officeDocument/2006/relationships/image" Target="../media/image154.png"/><Relationship Id="rId14" Type="http://schemas.openxmlformats.org/officeDocument/2006/relationships/image" Target="../media/image159.png"/><Relationship Id="rId22" Type="http://schemas.openxmlformats.org/officeDocument/2006/relationships/image" Target="../media/image167.png"/><Relationship Id="rId27" Type="http://schemas.openxmlformats.org/officeDocument/2006/relationships/image" Target="../media/image172.png"/><Relationship Id="rId30" Type="http://schemas.openxmlformats.org/officeDocument/2006/relationships/image" Target="../media/image175.png"/></Relationships>
</file>

<file path=ppt/slides/_rels/slide9.xml.rels><?xml version="1.0" encoding="UTF-8" standalone="yes"?>
<Relationships xmlns="http://schemas.openxmlformats.org/package/2006/relationships"><Relationship Id="rId8" Type="http://schemas.openxmlformats.org/officeDocument/2006/relationships/image" Target="../media/image181.png"/><Relationship Id="rId13" Type="http://schemas.openxmlformats.org/officeDocument/2006/relationships/image" Target="../media/image186.png"/><Relationship Id="rId3" Type="http://schemas.openxmlformats.org/officeDocument/2006/relationships/image" Target="../media/image176.png"/><Relationship Id="rId7" Type="http://schemas.openxmlformats.org/officeDocument/2006/relationships/image" Target="../media/image180.png"/><Relationship Id="rId12" Type="http://schemas.openxmlformats.org/officeDocument/2006/relationships/image" Target="../media/image18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9.png"/><Relationship Id="rId11" Type="http://schemas.openxmlformats.org/officeDocument/2006/relationships/image" Target="../media/image184.png"/><Relationship Id="rId5" Type="http://schemas.openxmlformats.org/officeDocument/2006/relationships/image" Target="../media/image178.png"/><Relationship Id="rId15" Type="http://schemas.openxmlformats.org/officeDocument/2006/relationships/image" Target="../media/image188.png"/><Relationship Id="rId10" Type="http://schemas.openxmlformats.org/officeDocument/2006/relationships/image" Target="../media/image183.png"/><Relationship Id="rId4" Type="http://schemas.openxmlformats.org/officeDocument/2006/relationships/image" Target="../media/image177.png"/><Relationship Id="rId9" Type="http://schemas.openxmlformats.org/officeDocument/2006/relationships/image" Target="../media/image182.png"/><Relationship Id="rId14" Type="http://schemas.openxmlformats.org/officeDocument/2006/relationships/image" Target="../media/image187.png"/></Relationships>
</file>

<file path=ppt/slides/_rels/slide10.xml.rels><?xml version="1.0" encoding="UTF-8" standalone="yes"?>
<Relationships xmlns="http://schemas.openxmlformats.org/package/2006/relationships"><Relationship Id="rId8" Type="http://schemas.openxmlformats.org/officeDocument/2006/relationships/image" Target="../media/image194.png"/><Relationship Id="rId13" Type="http://schemas.openxmlformats.org/officeDocument/2006/relationships/image" Target="../media/image199.png"/><Relationship Id="rId3" Type="http://schemas.openxmlformats.org/officeDocument/2006/relationships/image" Target="../media/image189.png"/><Relationship Id="rId7" Type="http://schemas.openxmlformats.org/officeDocument/2006/relationships/image" Target="../media/image193.png"/><Relationship Id="rId12" Type="http://schemas.openxmlformats.org/officeDocument/2006/relationships/image" Target="../media/image198.png"/><Relationship Id="rId17" Type="http://schemas.openxmlformats.org/officeDocument/2006/relationships/image" Target="../media/image203.png"/><Relationship Id="rId2" Type="http://schemas.openxmlformats.org/officeDocument/2006/relationships/notesSlide" Target="../notesSlides/notesSlide10.xml"/><Relationship Id="rId16" Type="http://schemas.openxmlformats.org/officeDocument/2006/relationships/image" Target="../media/image202.png"/><Relationship Id="rId1" Type="http://schemas.openxmlformats.org/officeDocument/2006/relationships/slideLayout" Target="../slideLayouts/slideLayout3.xml"/><Relationship Id="rId6" Type="http://schemas.openxmlformats.org/officeDocument/2006/relationships/image" Target="../media/image192.png"/><Relationship Id="rId11" Type="http://schemas.openxmlformats.org/officeDocument/2006/relationships/image" Target="../media/image197.png"/><Relationship Id="rId5" Type="http://schemas.openxmlformats.org/officeDocument/2006/relationships/image" Target="../media/image191.png"/><Relationship Id="rId15" Type="http://schemas.openxmlformats.org/officeDocument/2006/relationships/image" Target="../media/image201.png"/><Relationship Id="rId10" Type="http://schemas.openxmlformats.org/officeDocument/2006/relationships/image" Target="../media/image196.png"/><Relationship Id="rId4" Type="http://schemas.openxmlformats.org/officeDocument/2006/relationships/image" Target="../media/image190.png"/><Relationship Id="rId9" Type="http://schemas.openxmlformats.org/officeDocument/2006/relationships/image" Target="../media/image195.png"/><Relationship Id="rId14" Type="http://schemas.openxmlformats.org/officeDocument/2006/relationships/image" Target="../media/image200.png"/></Relationships>
</file>

<file path=ppt/slides/_rels/slide11.xml.rels><?xml version="1.0" encoding="UTF-8" standalone="yes"?>
<Relationships xmlns="http://schemas.openxmlformats.org/package/2006/relationships"><Relationship Id="rId8" Type="http://schemas.openxmlformats.org/officeDocument/2006/relationships/image" Target="../media/image209.png"/><Relationship Id="rId13" Type="http://schemas.openxmlformats.org/officeDocument/2006/relationships/image" Target="../media/image214.png"/><Relationship Id="rId18" Type="http://schemas.openxmlformats.org/officeDocument/2006/relationships/image" Target="../media/image219.png"/><Relationship Id="rId26" Type="http://schemas.openxmlformats.org/officeDocument/2006/relationships/image" Target="../media/image227.png"/><Relationship Id="rId3" Type="http://schemas.openxmlformats.org/officeDocument/2006/relationships/image" Target="../media/image204.png"/><Relationship Id="rId21" Type="http://schemas.openxmlformats.org/officeDocument/2006/relationships/image" Target="../media/image222.png"/><Relationship Id="rId7" Type="http://schemas.openxmlformats.org/officeDocument/2006/relationships/image" Target="../media/image208.png"/><Relationship Id="rId12" Type="http://schemas.openxmlformats.org/officeDocument/2006/relationships/image" Target="../media/image213.png"/><Relationship Id="rId17" Type="http://schemas.openxmlformats.org/officeDocument/2006/relationships/image" Target="../media/image218.png"/><Relationship Id="rId25" Type="http://schemas.openxmlformats.org/officeDocument/2006/relationships/image" Target="../media/image226.png"/><Relationship Id="rId2" Type="http://schemas.openxmlformats.org/officeDocument/2006/relationships/notesSlide" Target="../notesSlides/notesSlide11.xml"/><Relationship Id="rId16" Type="http://schemas.openxmlformats.org/officeDocument/2006/relationships/image" Target="../media/image217.png"/><Relationship Id="rId20" Type="http://schemas.openxmlformats.org/officeDocument/2006/relationships/image" Target="../media/image221.png"/><Relationship Id="rId1" Type="http://schemas.openxmlformats.org/officeDocument/2006/relationships/slideLayout" Target="../slideLayouts/slideLayout3.xml"/><Relationship Id="rId6" Type="http://schemas.openxmlformats.org/officeDocument/2006/relationships/image" Target="../media/image207.png"/><Relationship Id="rId11" Type="http://schemas.openxmlformats.org/officeDocument/2006/relationships/image" Target="../media/image212.png"/><Relationship Id="rId24" Type="http://schemas.openxmlformats.org/officeDocument/2006/relationships/image" Target="../media/image225.png"/><Relationship Id="rId5" Type="http://schemas.openxmlformats.org/officeDocument/2006/relationships/image" Target="../media/image206.png"/><Relationship Id="rId15" Type="http://schemas.openxmlformats.org/officeDocument/2006/relationships/image" Target="../media/image216.png"/><Relationship Id="rId23" Type="http://schemas.openxmlformats.org/officeDocument/2006/relationships/image" Target="../media/image224.png"/><Relationship Id="rId10" Type="http://schemas.openxmlformats.org/officeDocument/2006/relationships/image" Target="../media/image211.png"/><Relationship Id="rId19" Type="http://schemas.openxmlformats.org/officeDocument/2006/relationships/image" Target="../media/image220.png"/><Relationship Id="rId4" Type="http://schemas.openxmlformats.org/officeDocument/2006/relationships/image" Target="../media/image205.png"/><Relationship Id="rId9" Type="http://schemas.openxmlformats.org/officeDocument/2006/relationships/image" Target="../media/image210.png"/><Relationship Id="rId14" Type="http://schemas.openxmlformats.org/officeDocument/2006/relationships/image" Target="../media/image215.png"/><Relationship Id="rId22" Type="http://schemas.openxmlformats.org/officeDocument/2006/relationships/image" Target="../media/image223.png"/></Relationships>
</file>

<file path=ppt/slides/_rels/slide12.xml.rels><?xml version="1.0" encoding="UTF-8" standalone="yes"?>
<Relationships xmlns="http://schemas.openxmlformats.org/package/2006/relationships"><Relationship Id="rId8" Type="http://schemas.openxmlformats.org/officeDocument/2006/relationships/image" Target="../media/image233.png"/><Relationship Id="rId13" Type="http://schemas.openxmlformats.org/officeDocument/2006/relationships/image" Target="../media/image238.png"/><Relationship Id="rId3" Type="http://schemas.openxmlformats.org/officeDocument/2006/relationships/image" Target="../media/image228.png"/><Relationship Id="rId7" Type="http://schemas.openxmlformats.org/officeDocument/2006/relationships/image" Target="../media/image232.png"/><Relationship Id="rId12" Type="http://schemas.openxmlformats.org/officeDocument/2006/relationships/image" Target="../media/image237.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31.png"/><Relationship Id="rId11" Type="http://schemas.openxmlformats.org/officeDocument/2006/relationships/image" Target="../media/image236.png"/><Relationship Id="rId5" Type="http://schemas.openxmlformats.org/officeDocument/2006/relationships/image" Target="../media/image230.png"/><Relationship Id="rId15" Type="http://schemas.openxmlformats.org/officeDocument/2006/relationships/image" Target="../media/image240.png"/><Relationship Id="rId10" Type="http://schemas.openxmlformats.org/officeDocument/2006/relationships/image" Target="../media/image235.png"/><Relationship Id="rId4" Type="http://schemas.openxmlformats.org/officeDocument/2006/relationships/image" Target="../media/image229.png"/><Relationship Id="rId9" Type="http://schemas.openxmlformats.org/officeDocument/2006/relationships/image" Target="../media/image234.png"/><Relationship Id="rId14" Type="http://schemas.openxmlformats.org/officeDocument/2006/relationships/image" Target="../media/image239.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4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/ar/; al</a:t>
            </a:r>
            <a:endParaRPr sz="3000"/>
          </a:p>
        </p:txBody>
      </p:sp>
      <p:sp>
        <p:nvSpPr>
          <p:cNvPr id="653" name="Google Shape;653;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67</a:t>
            </a:r>
            <a:endParaRPr/>
          </a:p>
        </p:txBody>
      </p:sp>
      <p:grpSp>
        <p:nvGrpSpPr>
          <p:cNvPr id="654" name="Google Shape;654;p1"/>
          <p:cNvGrpSpPr/>
          <p:nvPr/>
        </p:nvGrpSpPr>
        <p:grpSpPr>
          <a:xfrm>
            <a:off x="5485189" y="3866198"/>
            <a:ext cx="2544947" cy="1877837"/>
            <a:chOff x="5485189" y="3866198"/>
            <a:chExt cx="2544947" cy="1877837"/>
          </a:xfrm>
        </p:grpSpPr>
        <p:pic>
          <p:nvPicPr>
            <p:cNvPr id="655" name="Google Shape;655;p1"/>
            <p:cNvPicPr preferRelativeResize="0"/>
            <p:nvPr/>
          </p:nvPicPr>
          <p:blipFill rotWithShape="1">
            <a:blip r:embed="rId3">
              <a:alphaModFix/>
            </a:blip>
            <a:srcRect l="79" r="69"/>
            <a:stretch/>
          </p:blipFill>
          <p:spPr>
            <a:xfrm rot="540305">
              <a:off x="6695729"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6" name="Google Shape;656;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pSp>
      <p:graphicFrame>
        <p:nvGraphicFramePr>
          <p:cNvPr id="657" name="Google Shape;657;p1"/>
          <p:cNvGraphicFramePr/>
          <p:nvPr/>
        </p:nvGraphicFramePr>
        <p:xfrm>
          <a:off x="4844200" y="1646527"/>
          <a:ext cx="3784875" cy="2032200"/>
        </p:xfrm>
        <a:graphic>
          <a:graphicData uri="http://schemas.openxmlformats.org/drawingml/2006/table">
            <a:tbl>
              <a:tblPr firstRow="1" bandRow="1">
                <a:noFill/>
                <a:tableStyleId>{AAF3F54B-B9EA-4846-A983-10C11D947671}</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/zh/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/z/</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FFFFFF"/>
                          </a:solidFill>
                          <a:latin typeface="Jost"/>
                          <a:ea typeface="Jost"/>
                          <a:cs typeface="Jost"/>
                          <a:sym typeface="Jost"/>
                        </a:rPr>
                        <a:t>/</a:t>
                      </a:r>
                      <a:r>
                        <a:rPr lang="en-US" sz="1350">
                          <a:solidFill>
                            <a:srgbClr val="FFFFFF"/>
                          </a:solidFill>
                          <a:latin typeface="Poppins"/>
                          <a:ea typeface="Poppins"/>
                          <a:cs typeface="Poppins"/>
                          <a:sym typeface="Poppins"/>
                        </a:rPr>
                        <a:t>a</a:t>
                      </a:r>
                      <a:r>
                        <a:rPr lang="en-US" sz="1600">
                          <a:solidFill>
                            <a:srgbClr val="FFFFFF"/>
                          </a:solidFill>
                          <a:latin typeface="Jost"/>
                          <a:ea typeface="Jost"/>
                          <a:cs typeface="Jost"/>
                          <a:sym typeface="Jost"/>
                        </a:rPr>
                        <a:t>r/</a:t>
                      </a:r>
                      <a:endParaRPr sz="1600">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pic>
        <p:nvPicPr>
          <p:cNvPr id="663" name="Google Shape;663;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pic>
        <p:nvPicPr>
          <p:cNvPr id="664" name="Google Shape;664;g2bee4f4af4b_0_204"/>
          <p:cNvPicPr preferRelativeResize="0"/>
          <p:nvPr/>
        </p:nvPicPr>
        <p:blipFill rotWithShape="1">
          <a:blip r:embed="rId4">
            <a:alphaModFix/>
          </a:blip>
          <a:srcRect l="159" r="149"/>
          <a:stretch/>
        </p:blipFill>
        <p:spPr>
          <a:xfrm>
            <a:off x="2262506" y="4169988"/>
            <a:ext cx="813600" cy="977433"/>
          </a:xfrm>
          <a:prstGeom prst="rect">
            <a:avLst/>
          </a:prstGeom>
          <a:noFill/>
          <a:ln>
            <a:noFill/>
          </a:ln>
          <a:effectLst>
            <a:outerShdw blurRad="71438" dist="19050" dir="5220000" algn="bl" rotWithShape="0">
              <a:srgbClr val="D8D8D8"/>
            </a:outerShdw>
          </a:effectLst>
        </p:spPr>
      </p:pic>
      <p:pic>
        <p:nvPicPr>
          <p:cNvPr id="665" name="Google Shape;665;g2bee4f4af4b_0_204"/>
          <p:cNvPicPr preferRelativeResize="0"/>
          <p:nvPr/>
        </p:nvPicPr>
        <p:blipFill rotWithShape="1">
          <a:blip r:embed="rId5">
            <a:alphaModFix/>
          </a:blip>
          <a:srcRect/>
          <a:stretch/>
        </p:blipFill>
        <p:spPr>
          <a:xfrm>
            <a:off x="4578429" y="4326104"/>
            <a:ext cx="931974" cy="665200"/>
          </a:xfrm>
          <a:prstGeom prst="rect">
            <a:avLst/>
          </a:prstGeom>
          <a:noFill/>
          <a:ln>
            <a:noFill/>
          </a:ln>
          <a:effectLst>
            <a:outerShdw blurRad="71438" dist="19050" dir="5220000" algn="bl" rotWithShape="0">
              <a:srgbClr val="D8D8D8"/>
            </a:outerShdw>
          </a:effectLst>
        </p:spPr>
      </p:pic>
      <p:pic>
        <p:nvPicPr>
          <p:cNvPr id="666" name="Google Shape;666;g2bee4f4af4b_0_204"/>
          <p:cNvPicPr preferRelativeResize="0"/>
          <p:nvPr/>
        </p:nvPicPr>
        <p:blipFill rotWithShape="1">
          <a:blip r:embed="rId6">
            <a:alphaModFix/>
          </a:blip>
          <a:srcRect t="89" b="99"/>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67" name="Google Shape;66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/ar/</a:t>
            </a:r>
            <a:r>
              <a:rPr lang="en-US"/>
              <a:t> sound family spelling patterns.</a:t>
            </a:r>
            <a:endParaRPr/>
          </a:p>
        </p:txBody>
      </p:sp>
      <p:sp>
        <p:nvSpPr>
          <p:cNvPr id="668" name="Google Shape;668;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9" name="Google Shape;669;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670" name="Google Shape;670;g2bee4f4af4b_0_204">
            <a:hlinkClick r:id="rId7" action="ppaction://hlinksldjump"/>
          </p:cNvPr>
          <p:cNvSpPr/>
          <p:nvPr/>
        </p:nvSpPr>
        <p:spPr>
          <a:xfrm>
            <a:off x="898575"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1" name="Google Shape;671;g2bee4f4af4b_0_204">
            <a:hlinkClick r:id="rId8" action="ppaction://hlinksldjump"/>
          </p:cNvPr>
          <p:cNvSpPr/>
          <p:nvPr/>
        </p:nvSpPr>
        <p:spPr>
          <a:xfrm>
            <a:off x="20552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2" name="Google Shape;672;g2bee4f4af4b_0_204">
            <a:hlinkClick r:id="rId9" action="ppaction://hlinksldjump"/>
          </p:cNvPr>
          <p:cNvSpPr/>
          <p:nvPr/>
        </p:nvSpPr>
        <p:spPr>
          <a:xfrm>
            <a:off x="3335463" y="412775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10" action="ppaction://hlinksldjump"/>
          </p:cNvPr>
          <p:cNvSpPr/>
          <p:nvPr/>
        </p:nvSpPr>
        <p:spPr>
          <a:xfrm>
            <a:off x="44303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75" name="Google Shape;675;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sp>
        <p:nvSpPr>
          <p:cNvPr id="676" name="Google Shape;67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77" name="Google Shape;67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sp>
        <p:nvSpPr>
          <p:cNvPr id="678" name="Google Shape;678;g2bee4f4af4b_0_204"/>
          <p:cNvSpPr txBox="1"/>
          <p:nvPr/>
        </p:nvSpPr>
        <p:spPr>
          <a:xfrm>
            <a:off x="46375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9" name="Google Shape;679;g2bee4f4af4b_0_204"/>
          <p:cNvSpPr txBox="1"/>
          <p:nvPr/>
        </p:nvSpPr>
        <p:spPr>
          <a:xfrm>
            <a:off x="4279099" y="5256525"/>
            <a:ext cx="1530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sp>
        <p:nvSpPr>
          <p:cNvPr id="680" name="Google Shape;680;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81" name="Google Shape;681;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8" name="Google Shape;688;g26b641b03cd_0_165"/>
          <p:cNvGrpSpPr/>
          <p:nvPr/>
        </p:nvGrpSpPr>
        <p:grpSpPr>
          <a:xfrm>
            <a:off x="930400" y="2053244"/>
            <a:ext cx="7283200" cy="3724851"/>
            <a:chOff x="930400" y="2129444"/>
            <a:chExt cx="7283200" cy="3724851"/>
          </a:xfrm>
        </p:grpSpPr>
        <p:pic>
          <p:nvPicPr>
            <p:cNvPr id="689" name="Google Shape;68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4901"/>
                </a:srgbClr>
              </a:outerShdw>
            </a:effectLst>
          </p:spPr>
        </p:pic>
        <p:pic>
          <p:nvPicPr>
            <p:cNvPr id="690" name="Google Shape;690;g26b641b03cd_0_165"/>
            <p:cNvPicPr preferRelativeResize="0"/>
            <p:nvPr/>
          </p:nvPicPr>
          <p:blipFill rotWithShape="1">
            <a:blip r:embed="rId4">
              <a:alphaModFix/>
            </a:blip>
            <a:srcRect l="19" r="28"/>
            <a:stretch/>
          </p:blipFill>
          <p:spPr>
            <a:xfrm>
              <a:off x="3699261" y="2129444"/>
              <a:ext cx="822525" cy="1164251"/>
            </a:xfrm>
            <a:prstGeom prst="rect">
              <a:avLst/>
            </a:prstGeom>
            <a:noFill/>
            <a:ln>
              <a:noFill/>
            </a:ln>
            <a:effectLst>
              <a:outerShdw blurRad="71438" dist="28575" dir="5400000" algn="bl" rotWithShape="0">
                <a:srgbClr val="000000">
                  <a:alpha val="14901"/>
                </a:srgbClr>
              </a:outerShdw>
            </a:effectLst>
          </p:spPr>
        </p:pic>
        <p:pic>
          <p:nvPicPr>
            <p:cNvPr id="691" name="Google Shape;691;g26b641b03cd_0_165"/>
            <p:cNvPicPr preferRelativeResize="0"/>
            <p:nvPr/>
          </p:nvPicPr>
          <p:blipFill rotWithShape="1">
            <a:blip r:embed="rId5">
              <a:alphaModFix/>
            </a:blip>
            <a:srcRect l="19" r="28"/>
            <a:stretch/>
          </p:blipFill>
          <p:spPr>
            <a:xfrm>
              <a:off x="1853354" y="2129444"/>
              <a:ext cx="822525" cy="1164251"/>
            </a:xfrm>
            <a:prstGeom prst="rect">
              <a:avLst/>
            </a:prstGeom>
            <a:noFill/>
            <a:ln>
              <a:noFill/>
            </a:ln>
            <a:effectLst>
              <a:outerShdw blurRad="71438" dist="28575" dir="5400000" algn="bl" rotWithShape="0">
                <a:srgbClr val="000000">
                  <a:alpha val="14901"/>
                </a:srgbClr>
              </a:outerShdw>
            </a:effectLst>
          </p:spPr>
        </p:pic>
        <p:pic>
          <p:nvPicPr>
            <p:cNvPr id="692" name="Google Shape;692;g26b641b03cd_0_165"/>
            <p:cNvPicPr preferRelativeResize="0"/>
            <p:nvPr/>
          </p:nvPicPr>
          <p:blipFill rotWithShape="1">
            <a:blip r:embed="rId6">
              <a:alphaModFix/>
            </a:blip>
            <a:srcRect l="19" r="28"/>
            <a:stretch/>
          </p:blipFill>
          <p:spPr>
            <a:xfrm>
              <a:off x="2776307" y="2129444"/>
              <a:ext cx="822525" cy="1164251"/>
            </a:xfrm>
            <a:prstGeom prst="rect">
              <a:avLst/>
            </a:prstGeom>
            <a:noFill/>
            <a:ln>
              <a:noFill/>
            </a:ln>
            <a:effectLst>
              <a:outerShdw blurRad="71438" dist="28575" dir="5400000" algn="bl" rotWithShape="0">
                <a:srgbClr val="000000">
                  <a:alpha val="14901"/>
                </a:srgbClr>
              </a:outerShdw>
            </a:effectLst>
          </p:spPr>
        </p:pic>
        <p:pic>
          <p:nvPicPr>
            <p:cNvPr id="693" name="Google Shape;69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4901"/>
                </a:srgbClr>
              </a:outerShdw>
            </a:effectLst>
          </p:spPr>
        </p:pic>
        <p:pic>
          <p:nvPicPr>
            <p:cNvPr id="694" name="Google Shape;69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4901"/>
                </a:srgbClr>
              </a:outerShdw>
            </a:effectLst>
          </p:spPr>
        </p:pic>
        <p:pic>
          <p:nvPicPr>
            <p:cNvPr id="695" name="Google Shape;69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4901"/>
                </a:srgbClr>
              </a:outerShdw>
            </a:effectLst>
          </p:spPr>
        </p:pic>
        <p:pic>
          <p:nvPicPr>
            <p:cNvPr id="696" name="Google Shape;696;g26b641b03cd_0_165"/>
            <p:cNvPicPr preferRelativeResize="0"/>
            <p:nvPr/>
          </p:nvPicPr>
          <p:blipFill rotWithShape="1">
            <a:blip r:embed="rId10">
              <a:alphaModFix/>
            </a:blip>
            <a:srcRect l="19" r="28"/>
            <a:stretch/>
          </p:blipFill>
          <p:spPr>
            <a:xfrm>
              <a:off x="6468121" y="2129444"/>
              <a:ext cx="822525" cy="1164251"/>
            </a:xfrm>
            <a:prstGeom prst="rect">
              <a:avLst/>
            </a:prstGeom>
            <a:noFill/>
            <a:ln>
              <a:noFill/>
            </a:ln>
            <a:effectLst>
              <a:outerShdw blurRad="71438" dist="28575" dir="5400000" algn="bl" rotWithShape="0">
                <a:srgbClr val="000000">
                  <a:alpha val="14901"/>
                </a:srgbClr>
              </a:outerShdw>
            </a:effectLst>
          </p:spPr>
        </p:pic>
        <p:pic>
          <p:nvPicPr>
            <p:cNvPr id="697" name="Google Shape;69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4901"/>
                </a:srgbClr>
              </a:outerShdw>
            </a:effectLst>
          </p:spPr>
        </p:pic>
        <p:pic>
          <p:nvPicPr>
            <p:cNvPr id="698" name="Google Shape;698;g26b641b03cd_0_165"/>
            <p:cNvPicPr preferRelativeResize="0"/>
            <p:nvPr/>
          </p:nvPicPr>
          <p:blipFill rotWithShape="1">
            <a:blip r:embed="rId12">
              <a:alphaModFix/>
            </a:blip>
            <a:srcRect l="19" r="28"/>
            <a:stretch/>
          </p:blipFill>
          <p:spPr>
            <a:xfrm>
              <a:off x="3699261" y="3409744"/>
              <a:ext cx="822525" cy="1164251"/>
            </a:xfrm>
            <a:prstGeom prst="rect">
              <a:avLst/>
            </a:prstGeom>
            <a:noFill/>
            <a:ln>
              <a:noFill/>
            </a:ln>
            <a:effectLst>
              <a:outerShdw blurRad="71438" dist="28575" dir="5400000" algn="bl" rotWithShape="0">
                <a:srgbClr val="000000">
                  <a:alpha val="14901"/>
                </a:srgbClr>
              </a:outerShdw>
            </a:effectLst>
          </p:spPr>
        </p:pic>
        <p:pic>
          <p:nvPicPr>
            <p:cNvPr id="699" name="Google Shape;699;g26b641b03cd_0_165"/>
            <p:cNvPicPr preferRelativeResize="0"/>
            <p:nvPr/>
          </p:nvPicPr>
          <p:blipFill rotWithShape="1">
            <a:blip r:embed="rId13">
              <a:alphaModFix/>
            </a:blip>
            <a:srcRect l="19" r="28"/>
            <a:stretch/>
          </p:blipFill>
          <p:spPr>
            <a:xfrm>
              <a:off x="1853354" y="3409744"/>
              <a:ext cx="822525" cy="1164251"/>
            </a:xfrm>
            <a:prstGeom prst="rect">
              <a:avLst/>
            </a:prstGeom>
            <a:noFill/>
            <a:ln>
              <a:noFill/>
            </a:ln>
            <a:effectLst>
              <a:outerShdw blurRad="71438" dist="28575" dir="5400000" algn="bl" rotWithShape="0">
                <a:srgbClr val="000000">
                  <a:alpha val="14901"/>
                </a:srgbClr>
              </a:outerShdw>
            </a:effectLst>
          </p:spPr>
        </p:pic>
        <p:pic>
          <p:nvPicPr>
            <p:cNvPr id="700" name="Google Shape;700;g26b641b03cd_0_165"/>
            <p:cNvPicPr preferRelativeResize="0"/>
            <p:nvPr/>
          </p:nvPicPr>
          <p:blipFill rotWithShape="1">
            <a:blip r:embed="rId14">
              <a:alphaModFix/>
            </a:blip>
            <a:srcRect l="19" r="28"/>
            <a:stretch/>
          </p:blipFill>
          <p:spPr>
            <a:xfrm>
              <a:off x="2776307" y="3409744"/>
              <a:ext cx="822525" cy="1164251"/>
            </a:xfrm>
            <a:prstGeom prst="rect">
              <a:avLst/>
            </a:prstGeom>
            <a:noFill/>
            <a:ln>
              <a:noFill/>
            </a:ln>
            <a:effectLst>
              <a:outerShdw blurRad="71438" dist="28575" dir="5400000" algn="bl" rotWithShape="0">
                <a:srgbClr val="000000">
                  <a:alpha val="14901"/>
                </a:srgbClr>
              </a:outerShdw>
            </a:effectLst>
          </p:spPr>
        </p:pic>
        <p:pic>
          <p:nvPicPr>
            <p:cNvPr id="701" name="Google Shape;70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4901"/>
                </a:srgbClr>
              </a:outerShdw>
            </a:effectLst>
          </p:spPr>
        </p:pic>
        <p:pic>
          <p:nvPicPr>
            <p:cNvPr id="702" name="Google Shape;70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4901"/>
                </a:srgbClr>
              </a:outerShdw>
            </a:effectLst>
          </p:spPr>
        </p:pic>
        <p:pic>
          <p:nvPicPr>
            <p:cNvPr id="703" name="Google Shape;70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4901"/>
                </a:srgbClr>
              </a:outerShdw>
            </a:effectLst>
          </p:spPr>
        </p:pic>
        <p:pic>
          <p:nvPicPr>
            <p:cNvPr id="704" name="Google Shape;704;g26b641b03cd_0_165"/>
            <p:cNvPicPr preferRelativeResize="0"/>
            <p:nvPr/>
          </p:nvPicPr>
          <p:blipFill rotWithShape="1">
            <a:blip r:embed="rId18">
              <a:alphaModFix/>
            </a:blip>
            <a:srcRect l="19" r="28"/>
            <a:stretch/>
          </p:blipFill>
          <p:spPr>
            <a:xfrm>
              <a:off x="6468121" y="3409744"/>
              <a:ext cx="822525" cy="1164251"/>
            </a:xfrm>
            <a:prstGeom prst="rect">
              <a:avLst/>
            </a:prstGeom>
            <a:noFill/>
            <a:ln>
              <a:noFill/>
            </a:ln>
            <a:effectLst>
              <a:outerShdw blurRad="71438" dist="28575" dir="5400000" algn="bl" rotWithShape="0">
                <a:srgbClr val="000000">
                  <a:alpha val="14901"/>
                </a:srgbClr>
              </a:outerShdw>
            </a:effectLst>
          </p:spPr>
        </p:pic>
        <p:pic>
          <p:nvPicPr>
            <p:cNvPr id="705" name="Google Shape;70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4901"/>
                </a:srgbClr>
              </a:outerShdw>
            </a:effectLst>
          </p:spPr>
        </p:pic>
        <p:pic>
          <p:nvPicPr>
            <p:cNvPr id="706" name="Google Shape;706;g26b641b03cd_0_165"/>
            <p:cNvPicPr preferRelativeResize="0"/>
            <p:nvPr/>
          </p:nvPicPr>
          <p:blipFill rotWithShape="1">
            <a:blip r:embed="rId20">
              <a:alphaModFix/>
            </a:blip>
            <a:srcRect l="19" r="28"/>
            <a:stretch/>
          </p:blipFill>
          <p:spPr>
            <a:xfrm>
              <a:off x="3699261" y="4690044"/>
              <a:ext cx="822525" cy="1164251"/>
            </a:xfrm>
            <a:prstGeom prst="rect">
              <a:avLst/>
            </a:prstGeom>
            <a:noFill/>
            <a:ln>
              <a:noFill/>
            </a:ln>
            <a:effectLst>
              <a:outerShdw blurRad="71438" dist="28575" dir="5400000" algn="bl" rotWithShape="0">
                <a:srgbClr val="000000">
                  <a:alpha val="14901"/>
                </a:srgbClr>
              </a:outerShdw>
            </a:effectLst>
          </p:spPr>
        </p:pic>
        <p:pic>
          <p:nvPicPr>
            <p:cNvPr id="707" name="Google Shape;707;g26b641b03cd_0_165"/>
            <p:cNvPicPr preferRelativeResize="0"/>
            <p:nvPr/>
          </p:nvPicPr>
          <p:blipFill rotWithShape="1">
            <a:blip r:embed="rId21">
              <a:alphaModFix/>
            </a:blip>
            <a:srcRect l="19" r="28"/>
            <a:stretch/>
          </p:blipFill>
          <p:spPr>
            <a:xfrm>
              <a:off x="1853354" y="4690044"/>
              <a:ext cx="822525" cy="1164251"/>
            </a:xfrm>
            <a:prstGeom prst="rect">
              <a:avLst/>
            </a:prstGeom>
            <a:noFill/>
            <a:ln>
              <a:noFill/>
            </a:ln>
            <a:effectLst>
              <a:outerShdw blurRad="71438" dist="28575" dir="5400000" algn="bl" rotWithShape="0">
                <a:srgbClr val="000000">
                  <a:alpha val="14901"/>
                </a:srgbClr>
              </a:outerShdw>
            </a:effectLst>
          </p:spPr>
        </p:pic>
        <p:pic>
          <p:nvPicPr>
            <p:cNvPr id="708" name="Google Shape;708;g26b641b03cd_0_165"/>
            <p:cNvPicPr preferRelativeResize="0"/>
            <p:nvPr/>
          </p:nvPicPr>
          <p:blipFill rotWithShape="1">
            <a:blip r:embed="rId22">
              <a:alphaModFix/>
            </a:blip>
            <a:srcRect l="19" r="28"/>
            <a:stretch/>
          </p:blipFill>
          <p:spPr>
            <a:xfrm>
              <a:off x="2776307" y="4690044"/>
              <a:ext cx="822525" cy="1164251"/>
            </a:xfrm>
            <a:prstGeom prst="rect">
              <a:avLst/>
            </a:prstGeom>
            <a:noFill/>
            <a:ln>
              <a:noFill/>
            </a:ln>
            <a:effectLst>
              <a:outerShdw blurRad="71438" dist="28575" dir="5400000" algn="bl" rotWithShape="0">
                <a:srgbClr val="000000">
                  <a:alpha val="14901"/>
                </a:srgbClr>
              </a:outerShdw>
            </a:effectLst>
          </p:spPr>
        </p:pic>
        <p:pic>
          <p:nvPicPr>
            <p:cNvPr id="709" name="Google Shape;70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4901"/>
                </a:srgbClr>
              </a:outerShdw>
            </a:effectLst>
          </p:spPr>
        </p:pic>
        <p:pic>
          <p:nvPicPr>
            <p:cNvPr id="710" name="Google Shape;71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4901"/>
                </a:srgbClr>
              </a:outerShdw>
            </a:effectLst>
          </p:spPr>
        </p:pic>
        <p:pic>
          <p:nvPicPr>
            <p:cNvPr id="711" name="Google Shape;711;g26b641b03cd_0_165"/>
            <p:cNvPicPr preferRelativeResize="0"/>
            <p:nvPr/>
          </p:nvPicPr>
          <p:blipFill rotWithShape="1">
            <a:blip r:embed="rId25">
              <a:alphaModFix/>
            </a:blip>
            <a:srcRect l="19" r="28"/>
            <a:stretch/>
          </p:blipFill>
          <p:spPr>
            <a:xfrm>
              <a:off x="6468121" y="4690044"/>
              <a:ext cx="822525" cy="1164251"/>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8" name="Google Shape;718;g26b7edf6e71_0_26"/>
          <p:cNvGrpSpPr/>
          <p:nvPr/>
        </p:nvGrpSpPr>
        <p:grpSpPr>
          <a:xfrm>
            <a:off x="930400" y="2053250"/>
            <a:ext cx="7283201" cy="2971674"/>
            <a:chOff x="930400" y="2129450"/>
            <a:chExt cx="7283201" cy="2971674"/>
          </a:xfrm>
        </p:grpSpPr>
        <p:pic>
          <p:nvPicPr>
            <p:cNvPr id="719" name="Google Shape;71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4901"/>
                </a:srgbClr>
              </a:outerShdw>
            </a:effectLst>
          </p:spPr>
        </p:pic>
        <p:pic>
          <p:nvPicPr>
            <p:cNvPr id="720" name="Google Shape;720;g26b7edf6e71_0_26"/>
            <p:cNvPicPr preferRelativeResize="0"/>
            <p:nvPr/>
          </p:nvPicPr>
          <p:blipFill rotWithShape="1">
            <a:blip r:embed="rId4">
              <a:alphaModFix/>
            </a:blip>
            <a:srcRect l="19" r="28"/>
            <a:stretch/>
          </p:blipFill>
          <p:spPr>
            <a:xfrm>
              <a:off x="6084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21" name="Google Shape;72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86"/>
                </a:srgbClr>
              </a:outerShdw>
            </a:effectLst>
          </p:spPr>
        </p:pic>
        <p:pic>
          <p:nvPicPr>
            <p:cNvPr id="722" name="Google Shape;72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86"/>
                </a:srgbClr>
              </a:outerShdw>
            </a:effectLst>
          </p:spPr>
        </p:pic>
        <p:pic>
          <p:nvPicPr>
            <p:cNvPr id="723" name="Google Shape;723;g26b7edf6e71_0_26"/>
            <p:cNvPicPr preferRelativeResize="0"/>
            <p:nvPr/>
          </p:nvPicPr>
          <p:blipFill rotWithShape="1">
            <a:blip r:embed="rId7">
              <a:alphaModFix/>
            </a:blip>
            <a:srcRect l="19" r="28"/>
            <a:stretch/>
          </p:blipFill>
          <p:spPr>
            <a:xfrm>
              <a:off x="3875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24" name="Google Shape;72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25" name="Google Shape;72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86"/>
                </a:srgbClr>
              </a:outerShdw>
            </a:effectLst>
          </p:spPr>
        </p:pic>
        <p:pic>
          <p:nvPicPr>
            <p:cNvPr id="726" name="Google Shape;726;g26b7edf6e71_0_26"/>
            <p:cNvPicPr preferRelativeResize="0"/>
            <p:nvPr/>
          </p:nvPicPr>
          <p:blipFill rotWithShape="1">
            <a:blip r:embed="rId10">
              <a:alphaModFix/>
            </a:blip>
            <a:srcRect l="19" r="28"/>
            <a:stretch/>
          </p:blipFill>
          <p:spPr>
            <a:xfrm>
              <a:off x="1666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27" name="Google Shape;72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28" name="Google Shape;728;g26b7edf6e71_0_26"/>
            <p:cNvPicPr preferRelativeResize="0"/>
            <p:nvPr/>
          </p:nvPicPr>
          <p:blipFill rotWithShape="1">
            <a:blip r:embed="rId12">
              <a:alphaModFix/>
            </a:blip>
            <a:srcRect l="19" r="28"/>
            <a:stretch/>
          </p:blipFill>
          <p:spPr>
            <a:xfrm>
              <a:off x="7557389" y="3150869"/>
              <a:ext cx="656212" cy="928836"/>
            </a:xfrm>
            <a:prstGeom prst="rect">
              <a:avLst/>
            </a:prstGeom>
            <a:noFill/>
            <a:ln>
              <a:noFill/>
            </a:ln>
            <a:effectLst>
              <a:outerShdw blurRad="71438" dist="28575" dir="5400000" algn="bl" rotWithShape="0">
                <a:srgbClr val="000000">
                  <a:alpha val="16078"/>
                </a:srgbClr>
              </a:outerShdw>
            </a:effectLst>
          </p:spPr>
        </p:pic>
        <p:pic>
          <p:nvPicPr>
            <p:cNvPr id="729" name="Google Shape;72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86"/>
                </a:srgbClr>
              </a:outerShdw>
            </a:effectLst>
          </p:spPr>
        </p:pic>
        <p:pic>
          <p:nvPicPr>
            <p:cNvPr id="730" name="Google Shape;73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86"/>
                </a:srgbClr>
              </a:outerShdw>
            </a:effectLst>
          </p:spPr>
        </p:pic>
        <p:pic>
          <p:nvPicPr>
            <p:cNvPr id="731" name="Google Shape;731;g26b7edf6e71_0_26"/>
            <p:cNvPicPr preferRelativeResize="0"/>
            <p:nvPr/>
          </p:nvPicPr>
          <p:blipFill rotWithShape="1">
            <a:blip r:embed="rId15">
              <a:alphaModFix/>
            </a:blip>
            <a:srcRect l="19" r="28"/>
            <a:stretch/>
          </p:blipFill>
          <p:spPr>
            <a:xfrm>
              <a:off x="5348400" y="3150869"/>
              <a:ext cx="656212" cy="928836"/>
            </a:xfrm>
            <a:prstGeom prst="rect">
              <a:avLst/>
            </a:prstGeom>
            <a:noFill/>
            <a:ln>
              <a:noFill/>
            </a:ln>
            <a:effectLst>
              <a:outerShdw blurRad="71438" dist="28575" dir="5400000" algn="bl" rotWithShape="0">
                <a:srgbClr val="000000">
                  <a:alpha val="15686"/>
                </a:srgbClr>
              </a:outerShdw>
            </a:effectLst>
          </p:spPr>
        </p:pic>
        <p:pic>
          <p:nvPicPr>
            <p:cNvPr id="732" name="Google Shape;73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86"/>
                </a:srgbClr>
              </a:outerShdw>
            </a:effectLst>
          </p:spPr>
        </p:pic>
        <p:pic>
          <p:nvPicPr>
            <p:cNvPr id="733" name="Google Shape;733;g26b7edf6e71_0_26"/>
            <p:cNvPicPr preferRelativeResize="0"/>
            <p:nvPr/>
          </p:nvPicPr>
          <p:blipFill rotWithShape="1">
            <a:blip r:embed="rId17">
              <a:alphaModFix/>
            </a:blip>
            <a:srcRect l="19" r="28"/>
            <a:stretch/>
          </p:blipFill>
          <p:spPr>
            <a:xfrm>
              <a:off x="3139400" y="3150869"/>
              <a:ext cx="656212" cy="928836"/>
            </a:xfrm>
            <a:prstGeom prst="rect">
              <a:avLst/>
            </a:prstGeom>
            <a:noFill/>
            <a:ln>
              <a:noFill/>
            </a:ln>
            <a:effectLst>
              <a:outerShdw blurRad="71438" dist="28575" dir="5400000" algn="bl" rotWithShape="0">
                <a:srgbClr val="000000">
                  <a:alpha val="15686"/>
                </a:srgbClr>
              </a:outerShdw>
            </a:effectLst>
          </p:spPr>
        </p:pic>
        <p:pic>
          <p:nvPicPr>
            <p:cNvPr id="734" name="Google Shape;73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86"/>
                </a:srgbClr>
              </a:outerShdw>
            </a:effectLst>
          </p:spPr>
        </p:pic>
        <p:pic>
          <p:nvPicPr>
            <p:cNvPr id="735" name="Google Shape;73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36" name="Google Shape;73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37" name="Google Shape;73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4901"/>
                </a:srgbClr>
              </a:outerShdw>
            </a:effectLst>
          </p:spPr>
        </p:pic>
        <p:pic>
          <p:nvPicPr>
            <p:cNvPr id="738" name="Google Shape;738;g26b7edf6e71_0_26"/>
            <p:cNvPicPr preferRelativeResize="0"/>
            <p:nvPr/>
          </p:nvPicPr>
          <p:blipFill rotWithShape="1">
            <a:blip r:embed="rId22">
              <a:alphaModFix/>
            </a:blip>
            <a:srcRect l="19" r="28"/>
            <a:stretch/>
          </p:blipFill>
          <p:spPr>
            <a:xfrm>
              <a:off x="2403067" y="2129450"/>
              <a:ext cx="656212" cy="928836"/>
            </a:xfrm>
            <a:prstGeom prst="rect">
              <a:avLst/>
            </a:prstGeom>
            <a:noFill/>
            <a:ln>
              <a:noFill/>
            </a:ln>
            <a:effectLst>
              <a:outerShdw blurRad="71438" dist="28575" dir="5400000" algn="bl" rotWithShape="0">
                <a:srgbClr val="000000">
                  <a:alpha val="14901"/>
                </a:srgbClr>
              </a:outerShdw>
            </a:effectLst>
          </p:spPr>
        </p:pic>
        <p:pic>
          <p:nvPicPr>
            <p:cNvPr id="739" name="Google Shape;739;g26b7edf6e71_0_26"/>
            <p:cNvPicPr preferRelativeResize="0"/>
            <p:nvPr/>
          </p:nvPicPr>
          <p:blipFill rotWithShape="1">
            <a:blip r:embed="rId23">
              <a:alphaModFix/>
            </a:blip>
            <a:srcRect l="19" r="28"/>
            <a:stretch/>
          </p:blipFill>
          <p:spPr>
            <a:xfrm>
              <a:off x="3875733" y="2129450"/>
              <a:ext cx="656212" cy="928836"/>
            </a:xfrm>
            <a:prstGeom prst="rect">
              <a:avLst/>
            </a:prstGeom>
            <a:noFill/>
            <a:ln>
              <a:noFill/>
            </a:ln>
            <a:effectLst>
              <a:outerShdw blurRad="71438" dist="28575" dir="5400000" algn="bl" rotWithShape="0">
                <a:srgbClr val="000000">
                  <a:alpha val="14901"/>
                </a:srgbClr>
              </a:outerShdw>
            </a:effectLst>
          </p:spPr>
        </p:pic>
        <p:pic>
          <p:nvPicPr>
            <p:cNvPr id="740" name="Google Shape;74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4901"/>
                </a:srgbClr>
              </a:outerShdw>
            </a:effectLst>
          </p:spPr>
        </p:pic>
        <p:pic>
          <p:nvPicPr>
            <p:cNvPr id="741" name="Google Shape;74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4901"/>
                </a:srgbClr>
              </a:outerShdw>
            </a:effectLst>
          </p:spPr>
        </p:pic>
        <p:pic>
          <p:nvPicPr>
            <p:cNvPr id="742" name="Google Shape;74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43" name="Google Shape;74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4901"/>
                </a:srgbClr>
              </a:outerShdw>
            </a:effectLst>
          </p:spPr>
        </p:pic>
        <p:pic>
          <p:nvPicPr>
            <p:cNvPr id="744" name="Google Shape;74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4901"/>
                </a:srgbClr>
              </a:outerShdw>
            </a:effectLst>
          </p:spPr>
        </p:pic>
        <p:pic>
          <p:nvPicPr>
            <p:cNvPr id="745" name="Google Shape;745;g26b7edf6e71_0_26"/>
            <p:cNvPicPr preferRelativeResize="0"/>
            <p:nvPr/>
          </p:nvPicPr>
          <p:blipFill rotWithShape="1">
            <a:blip r:embed="rId29">
              <a:alphaModFix/>
            </a:blip>
            <a:srcRect l="19" r="28"/>
            <a:stretch/>
          </p:blipFill>
          <p:spPr>
            <a:xfrm>
              <a:off x="1666733" y="3150869"/>
              <a:ext cx="656212" cy="928836"/>
            </a:xfrm>
            <a:prstGeom prst="rect">
              <a:avLst/>
            </a:prstGeom>
            <a:noFill/>
            <a:ln>
              <a:noFill/>
            </a:ln>
            <a:effectLst>
              <a:outerShdw blurRad="71438" dist="28575" dir="5400000" algn="bl" rotWithShape="0">
                <a:srgbClr val="000000">
                  <a:alpha val="14901"/>
                </a:srgbClr>
              </a:outerShdw>
            </a:effectLst>
          </p:spPr>
        </p:pic>
        <p:pic>
          <p:nvPicPr>
            <p:cNvPr id="746" name="Google Shape;746;g26b7edf6e71_0_26"/>
            <p:cNvPicPr preferRelativeResize="0"/>
            <p:nvPr/>
          </p:nvPicPr>
          <p:blipFill rotWithShape="1">
            <a:blip r:embed="rId30">
              <a:alphaModFix/>
            </a:blip>
            <a:srcRect l="19" r="28"/>
            <a:stretch/>
          </p:blipFill>
          <p:spPr>
            <a:xfrm>
              <a:off x="6821063" y="2129450"/>
              <a:ext cx="656212" cy="928836"/>
            </a:xfrm>
            <a:prstGeom prst="rect">
              <a:avLst/>
            </a:prstGeom>
            <a:noFill/>
            <a:ln>
              <a:noFill/>
            </a:ln>
            <a:effectLst>
              <a:outerShdw blurRad="71438" dist="28575" dir="5400000" algn="bl" rotWithShape="0">
                <a:srgbClr val="000000">
                  <a:alpha val="14901"/>
                </a:srgbClr>
              </a:outerShdw>
            </a:effectLst>
          </p:spPr>
        </p:pic>
        <p:pic>
          <p:nvPicPr>
            <p:cNvPr id="747" name="Google Shape;74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4" name="Google Shape;754;g2c298da1f27_0_417"/>
          <p:cNvGrpSpPr/>
          <p:nvPr/>
        </p:nvGrpSpPr>
        <p:grpSpPr>
          <a:xfrm>
            <a:off x="930400" y="2053250"/>
            <a:ext cx="7283201" cy="2971674"/>
            <a:chOff x="930400" y="2053250"/>
            <a:chExt cx="7283201" cy="2971674"/>
          </a:xfrm>
        </p:grpSpPr>
        <p:pic>
          <p:nvPicPr>
            <p:cNvPr id="755" name="Google Shape;755;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09"/>
                </a:srgbClr>
              </a:outerShdw>
            </a:effectLst>
          </p:spPr>
        </p:pic>
        <p:pic>
          <p:nvPicPr>
            <p:cNvPr id="756" name="Google Shape;756;g2c298da1f27_0_417"/>
            <p:cNvPicPr preferRelativeResize="0"/>
            <p:nvPr/>
          </p:nvPicPr>
          <p:blipFill rotWithShape="1">
            <a:blip r:embed="rId4">
              <a:alphaModFix/>
            </a:blip>
            <a:srcRect l="19" r="28"/>
            <a:stretch/>
          </p:blipFill>
          <p:spPr>
            <a:xfrm>
              <a:off x="1666733" y="4096088"/>
              <a:ext cx="656212" cy="928836"/>
            </a:xfrm>
            <a:prstGeom prst="rect">
              <a:avLst/>
            </a:prstGeom>
            <a:noFill/>
            <a:ln>
              <a:noFill/>
            </a:ln>
            <a:effectLst>
              <a:outerShdw blurRad="71438" dist="28575" dir="5400000" algn="bl" rotWithShape="0">
                <a:srgbClr val="000000">
                  <a:alpha val="14901"/>
                </a:srgbClr>
              </a:outerShdw>
            </a:effectLst>
          </p:spPr>
        </p:pic>
        <p:pic>
          <p:nvPicPr>
            <p:cNvPr id="757" name="Google Shape;757;g2c298da1f27_0_417"/>
            <p:cNvPicPr preferRelativeResize="0"/>
            <p:nvPr/>
          </p:nvPicPr>
          <p:blipFill rotWithShape="1">
            <a:blip r:embed="rId5">
              <a:alphaModFix/>
            </a:blip>
            <a:srcRect l="19" r="28"/>
            <a:stretch/>
          </p:blipFill>
          <p:spPr>
            <a:xfrm>
              <a:off x="930400" y="4096088"/>
              <a:ext cx="656212" cy="928836"/>
            </a:xfrm>
            <a:prstGeom prst="rect">
              <a:avLst/>
            </a:prstGeom>
            <a:noFill/>
            <a:ln>
              <a:noFill/>
            </a:ln>
            <a:effectLst>
              <a:outerShdw blurRad="71438" dist="28575" dir="5400000" algn="bl" rotWithShape="0">
                <a:srgbClr val="000000">
                  <a:alpha val="14901"/>
                </a:srgbClr>
              </a:outerShdw>
            </a:effectLst>
          </p:spPr>
        </p:pic>
        <p:pic>
          <p:nvPicPr>
            <p:cNvPr id="758" name="Google Shape;758;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4901"/>
                </a:srgbClr>
              </a:outerShdw>
            </a:effectLst>
          </p:spPr>
        </p:pic>
        <p:pic>
          <p:nvPicPr>
            <p:cNvPr id="759" name="Google Shape;759;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509"/>
                </a:srgbClr>
              </a:outerShdw>
            </a:effectLst>
          </p:spPr>
        </p:pic>
        <p:pic>
          <p:nvPicPr>
            <p:cNvPr id="760" name="Google Shape;760;g2c298da1f27_0_417"/>
            <p:cNvPicPr preferRelativeResize="0"/>
            <p:nvPr/>
          </p:nvPicPr>
          <p:blipFill rotWithShape="1">
            <a:blip r:embed="rId8">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509"/>
                </a:srgbClr>
              </a:outerShdw>
            </a:effectLst>
          </p:spPr>
        </p:pic>
        <p:pic>
          <p:nvPicPr>
            <p:cNvPr id="761" name="Google Shape;761;g2c298da1f27_0_417"/>
            <p:cNvPicPr preferRelativeResize="0"/>
            <p:nvPr/>
          </p:nvPicPr>
          <p:blipFill rotWithShape="1">
            <a:blip r:embed="rId9">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509"/>
                </a:srgbClr>
              </a:outerShdw>
            </a:effectLst>
          </p:spPr>
        </p:pic>
        <p:pic>
          <p:nvPicPr>
            <p:cNvPr id="762" name="Google Shape;762;g2c298da1f27_0_417"/>
            <p:cNvPicPr preferRelativeResize="0"/>
            <p:nvPr/>
          </p:nvPicPr>
          <p:blipFill rotWithShape="1">
            <a:blip r:embed="rId10">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509"/>
                </a:srgbClr>
              </a:outerShdw>
            </a:effectLst>
          </p:spPr>
        </p:pic>
        <p:pic>
          <p:nvPicPr>
            <p:cNvPr id="763" name="Google Shape;763;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509"/>
                </a:srgbClr>
              </a:outerShdw>
            </a:effectLst>
          </p:spPr>
        </p:pic>
        <p:pic>
          <p:nvPicPr>
            <p:cNvPr id="764" name="Google Shape;764;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509"/>
                </a:srgbClr>
              </a:outerShdw>
            </a:effectLst>
          </p:spPr>
        </p:pic>
        <p:pic>
          <p:nvPicPr>
            <p:cNvPr id="765" name="Google Shape;765;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509"/>
                </a:srgbClr>
              </a:outerShdw>
            </a:effectLst>
          </p:spPr>
        </p:pic>
        <p:pic>
          <p:nvPicPr>
            <p:cNvPr id="766" name="Google Shape;766;g2c298da1f27_0_417"/>
            <p:cNvPicPr preferRelativeResize="0"/>
            <p:nvPr/>
          </p:nvPicPr>
          <p:blipFill rotWithShape="1">
            <a:blip r:embed="rId14">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509"/>
                </a:srgbClr>
              </a:outerShdw>
            </a:effectLst>
          </p:spPr>
        </p:pic>
        <p:pic>
          <p:nvPicPr>
            <p:cNvPr id="767" name="Google Shape;767;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68" name="Google Shape;768;g2c298da1f27_0_417"/>
            <p:cNvPicPr preferRelativeResize="0"/>
            <p:nvPr/>
          </p:nvPicPr>
          <p:blipFill rotWithShape="1">
            <a:blip r:embed="rId16">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69" name="Google Shape;769;g2c298da1f27_0_417"/>
            <p:cNvPicPr preferRelativeResize="0"/>
            <p:nvPr/>
          </p:nvPicPr>
          <p:blipFill rotWithShape="1">
            <a:blip r:embed="rId17">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70" name="Google Shape;770;g2c298da1f27_0_417"/>
            <p:cNvPicPr preferRelativeResize="0"/>
            <p:nvPr/>
          </p:nvPicPr>
          <p:blipFill rotWithShape="1">
            <a:blip r:embed="rId18">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71" name="Google Shape;771;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509"/>
                </a:srgbClr>
              </a:outerShdw>
            </a:effectLst>
          </p:spPr>
        </p:pic>
        <p:pic>
          <p:nvPicPr>
            <p:cNvPr id="772" name="Google Shape;772;g2c298da1f27_0_417"/>
            <p:cNvPicPr preferRelativeResize="0"/>
            <p:nvPr/>
          </p:nvPicPr>
          <p:blipFill rotWithShape="1">
            <a:blip r:embed="rId20">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73" name="Google Shape;773;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74" name="Google Shape;774;g2c298da1f27_0_417"/>
            <p:cNvPicPr preferRelativeResize="0"/>
            <p:nvPr/>
          </p:nvPicPr>
          <p:blipFill rotWithShape="1">
            <a:blip r:embed="rId22">
              <a:alphaModFix/>
            </a:blip>
            <a:srcRect l="19" r="28"/>
            <a:stretch/>
          </p:blipFill>
          <p:spPr>
            <a:xfrm>
              <a:off x="6821063" y="3074669"/>
              <a:ext cx="656212" cy="928836"/>
            </a:xfrm>
            <a:prstGeom prst="rect">
              <a:avLst/>
            </a:prstGeom>
            <a:noFill/>
            <a:ln>
              <a:noFill/>
            </a:ln>
            <a:effectLst>
              <a:outerShdw blurRad="71438" dist="28575" dir="5400000" algn="bl" rotWithShape="0">
                <a:srgbClr val="000000">
                  <a:alpha val="14509"/>
                </a:srgbClr>
              </a:outerShdw>
            </a:effectLst>
          </p:spPr>
        </p:pic>
        <p:pic>
          <p:nvPicPr>
            <p:cNvPr id="775" name="Google Shape;775;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509"/>
                </a:srgbClr>
              </a:outerShdw>
            </a:effectLst>
          </p:spPr>
        </p:pic>
        <p:pic>
          <p:nvPicPr>
            <p:cNvPr id="776" name="Google Shape;776;g2c298da1f27_0_417"/>
            <p:cNvPicPr preferRelativeResize="0"/>
            <p:nvPr/>
          </p:nvPicPr>
          <p:blipFill rotWithShape="1">
            <a:blip r:embed="rId24">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77" name="Google Shape;777;g2c298da1f27_0_417"/>
            <p:cNvPicPr preferRelativeResize="0"/>
            <p:nvPr/>
          </p:nvPicPr>
          <p:blipFill rotWithShape="1">
            <a:blip r:embed="rId25">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509"/>
                </a:srgbClr>
              </a:outerShdw>
            </a:effectLst>
          </p:spPr>
        </p:pic>
        <p:pic>
          <p:nvPicPr>
            <p:cNvPr id="778" name="Google Shape;778;g2c298da1f27_0_417"/>
            <p:cNvPicPr preferRelativeResize="0"/>
            <p:nvPr/>
          </p:nvPicPr>
          <p:blipFill rotWithShape="1">
            <a:blip r:embed="rId26">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901"/>
                </a:srgbClr>
              </a:outerShdw>
            </a:effectLst>
          </p:spPr>
        </p:pic>
        <p:pic>
          <p:nvPicPr>
            <p:cNvPr id="779" name="Google Shape;779;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1"/>
                </a:srgbClr>
              </a:outerShdw>
            </a:effectLst>
          </p:spPr>
        </p:pic>
        <p:pic>
          <p:nvPicPr>
            <p:cNvPr id="780" name="Google Shape;780;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81" name="Google Shape;781;g2c298da1f27_0_417"/>
            <p:cNvPicPr preferRelativeResize="0"/>
            <p:nvPr/>
          </p:nvPicPr>
          <p:blipFill rotWithShape="1">
            <a:blip r:embed="rId29">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901"/>
                </a:srgbClr>
              </a:outerShdw>
            </a:effectLst>
          </p:spPr>
        </p:pic>
        <p:pic>
          <p:nvPicPr>
            <p:cNvPr id="782" name="Google Shape;782;g2c298da1f27_0_417"/>
            <p:cNvPicPr preferRelativeResize="0"/>
            <p:nvPr/>
          </p:nvPicPr>
          <p:blipFill rotWithShape="1">
            <a:blip r:embed="rId30">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901"/>
                </a:srgbClr>
              </a:outerShdw>
            </a:effectLst>
          </p:spPr>
        </p:pic>
        <p:pic>
          <p:nvPicPr>
            <p:cNvPr id="783" name="Google Shape;783;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1"/>
                </a:srgbClr>
              </a:outerShdw>
            </a:effectLst>
          </p:spPr>
        </p:pic>
        <p:pic>
          <p:nvPicPr>
            <p:cNvPr id="784" name="Google Shape;784;g2c298da1f27_0_417"/>
            <p:cNvPicPr preferRelativeResize="0"/>
            <p:nvPr/>
          </p:nvPicPr>
          <p:blipFill rotWithShape="1">
            <a:blip r:embed="rId32">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85" name="Google Shape;785;g2c298da1f27_0_417"/>
            <p:cNvPicPr preferRelativeResize="0"/>
            <p:nvPr/>
          </p:nvPicPr>
          <p:blipFill rotWithShape="1">
            <a:blip r:embed="rId33">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86" name="Google Shape;786;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1"/>
                </a:srgbClr>
              </a:outerShdw>
            </a:effectLst>
          </p:spPr>
        </p:pic>
        <p:pic>
          <p:nvPicPr>
            <p:cNvPr id="787" name="Google Shape;787;g2c298da1f27_0_417"/>
            <p:cNvPicPr preferRelativeResize="0"/>
            <p:nvPr/>
          </p:nvPicPr>
          <p:blipFill rotWithShape="1">
            <a:blip r:embed="rId35">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901"/>
                </a:srgbClr>
              </a:outerShdw>
            </a:effectLst>
          </p:spPr>
        </p:pic>
        <p:pic>
          <p:nvPicPr>
            <p:cNvPr id="788" name="Google Shape;788;g2c298da1f27_0_417"/>
            <p:cNvPicPr preferRelativeResize="0"/>
            <p:nvPr/>
          </p:nvPicPr>
          <p:blipFill rotWithShape="1">
            <a:blip r:embed="rId36">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901"/>
                </a:srgbClr>
              </a:outerShdw>
            </a:effectLst>
          </p:spPr>
        </p:pic>
        <p:pic>
          <p:nvPicPr>
            <p:cNvPr id="789" name="Google Shape;789;g2c298da1f27_0_417"/>
            <p:cNvPicPr preferRelativeResize="0"/>
            <p:nvPr/>
          </p:nvPicPr>
          <p:blipFill rotWithShape="1">
            <a:blip r:embed="rId37">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901"/>
                </a:srgbClr>
              </a:outerShdw>
            </a:effectLst>
          </p:spPr>
        </p:pic>
        <p:pic>
          <p:nvPicPr>
            <p:cNvPr id="790" name="Google Shape;790;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1"/>
                </a:srgbClr>
              </a:outerShdw>
            </a:effectLst>
          </p:spPr>
        </p:pic>
        <p:pic>
          <p:nvPicPr>
            <p:cNvPr id="791" name="Google Shape;791;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1"/>
                </a:srgbClr>
              </a:outerShdw>
            </a:effectLst>
          </p:spPr>
        </p:pic>
        <p:pic>
          <p:nvPicPr>
            <p:cNvPr id="792" name="Google Shape;792;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1"/>
                </a:srgbClr>
              </a:outerShdw>
            </a:effectLst>
          </p:spPr>
        </p:pic>
        <p:pic>
          <p:nvPicPr>
            <p:cNvPr id="793" name="Google Shape;793;g2c298da1f27_0_417"/>
            <p:cNvPicPr preferRelativeResize="0"/>
            <p:nvPr/>
          </p:nvPicPr>
          <p:blipFill rotWithShape="1">
            <a:blip r:embed="rId41">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901"/>
                </a:srgbClr>
              </a:outerShdw>
            </a:effectLst>
          </p:spPr>
        </p:pic>
        <p:pic>
          <p:nvPicPr>
            <p:cNvPr id="794" name="Google Shape;794;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1"/>
                </a:srgbClr>
              </a:outerShdw>
            </a:effectLst>
          </p:spPr>
        </p:pic>
        <p:pic>
          <p:nvPicPr>
            <p:cNvPr id="795" name="Google Shape;795;g2c298da1f27_0_417"/>
            <p:cNvPicPr preferRelativeResize="0"/>
            <p:nvPr/>
          </p:nvPicPr>
          <p:blipFill rotWithShape="1">
            <a:blip r:embed="rId43">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02" name="Google Shape;802;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509"/>
              </a:srgbClr>
            </a:outerShdw>
          </a:effectLst>
        </p:spPr>
      </p:pic>
      <p:pic>
        <p:nvPicPr>
          <p:cNvPr id="803" name="Google Shape;803;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509"/>
              </a:srgbClr>
            </a:outerShdw>
          </a:effectLst>
        </p:spPr>
      </p:pic>
      <p:pic>
        <p:nvPicPr>
          <p:cNvPr id="804" name="Google Shape;804;g2cdbdd49f8e_0_0"/>
          <p:cNvPicPr preferRelativeResize="0"/>
          <p:nvPr/>
        </p:nvPicPr>
        <p:blipFill rotWithShape="1">
          <a:blip r:embed="rId5">
            <a:alphaModFix/>
          </a:blip>
          <a:srcRect l="19" r="28"/>
          <a:stretch/>
        </p:blipFill>
        <p:spPr>
          <a:xfrm>
            <a:off x="5137051" y="2901638"/>
            <a:ext cx="545045" cy="771492"/>
          </a:xfrm>
          <a:prstGeom prst="rect">
            <a:avLst/>
          </a:prstGeom>
          <a:noFill/>
          <a:ln>
            <a:noFill/>
          </a:ln>
          <a:effectLst>
            <a:outerShdw blurRad="71438" dist="28575" dir="5400000" algn="bl" rotWithShape="0">
              <a:srgbClr val="000000">
                <a:alpha val="14509"/>
              </a:srgbClr>
            </a:outerShdw>
          </a:effectLst>
        </p:spPr>
      </p:pic>
      <p:pic>
        <p:nvPicPr>
          <p:cNvPr id="805" name="Google Shape;805;g2cdbdd49f8e_0_0"/>
          <p:cNvPicPr preferRelativeResize="0"/>
          <p:nvPr/>
        </p:nvPicPr>
        <p:blipFill rotWithShape="1">
          <a:blip r:embed="rId6">
            <a:alphaModFix/>
          </a:blip>
          <a:srcRect l="19" r="28"/>
          <a:stretch/>
        </p:blipFill>
        <p:spPr>
          <a:xfrm>
            <a:off x="5748645" y="2901638"/>
            <a:ext cx="545045" cy="771492"/>
          </a:xfrm>
          <a:prstGeom prst="rect">
            <a:avLst/>
          </a:prstGeom>
          <a:noFill/>
          <a:ln>
            <a:noFill/>
          </a:ln>
          <a:effectLst>
            <a:outerShdw blurRad="71438" dist="28575" dir="5400000" algn="bl" rotWithShape="0">
              <a:srgbClr val="000000">
                <a:alpha val="14509"/>
              </a:srgbClr>
            </a:outerShdw>
          </a:effectLst>
        </p:spPr>
      </p:pic>
      <p:pic>
        <p:nvPicPr>
          <p:cNvPr id="806" name="Google Shape;806;g2cdbdd49f8e_0_0"/>
          <p:cNvPicPr preferRelativeResize="0"/>
          <p:nvPr/>
        </p:nvPicPr>
        <p:blipFill rotWithShape="1">
          <a:blip r:embed="rId7">
            <a:alphaModFix/>
          </a:blip>
          <a:srcRect l="19" r="28"/>
          <a:stretch/>
        </p:blipFill>
        <p:spPr>
          <a:xfrm>
            <a:off x="6360241" y="2901638"/>
            <a:ext cx="545045" cy="771492"/>
          </a:xfrm>
          <a:prstGeom prst="rect">
            <a:avLst/>
          </a:prstGeom>
          <a:noFill/>
          <a:ln>
            <a:noFill/>
          </a:ln>
          <a:effectLst>
            <a:outerShdw blurRad="71438" dist="28575" dir="5400000" algn="bl" rotWithShape="0">
              <a:srgbClr val="000000">
                <a:alpha val="14509"/>
              </a:srgbClr>
            </a:outerShdw>
          </a:effectLst>
        </p:spPr>
      </p:pic>
      <p:pic>
        <p:nvPicPr>
          <p:cNvPr id="807" name="Google Shape;807;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509"/>
              </a:srgbClr>
            </a:outerShdw>
          </a:effectLst>
        </p:spPr>
      </p:pic>
      <p:pic>
        <p:nvPicPr>
          <p:cNvPr id="808" name="Google Shape;808;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509"/>
              </a:srgbClr>
            </a:outerShdw>
          </a:effectLst>
        </p:spPr>
      </p:pic>
      <p:pic>
        <p:nvPicPr>
          <p:cNvPr id="809" name="Google Shape;809;g2cdbdd49f8e_0_0"/>
          <p:cNvPicPr preferRelativeResize="0"/>
          <p:nvPr/>
        </p:nvPicPr>
        <p:blipFill rotWithShape="1">
          <a:blip r:embed="rId10">
            <a:alphaModFix/>
          </a:blip>
          <a:srcRect l="19" r="28"/>
          <a:stretch/>
        </p:blipFill>
        <p:spPr>
          <a:xfrm>
            <a:off x="856170" y="3750043"/>
            <a:ext cx="545045" cy="771492"/>
          </a:xfrm>
          <a:prstGeom prst="rect">
            <a:avLst/>
          </a:prstGeom>
          <a:noFill/>
          <a:ln>
            <a:noFill/>
          </a:ln>
          <a:effectLst>
            <a:outerShdw blurRad="71438" dist="28575" dir="5400000" algn="bl" rotWithShape="0">
              <a:srgbClr val="000000">
                <a:alpha val="14509"/>
              </a:srgbClr>
            </a:outerShdw>
          </a:effectLst>
        </p:spPr>
      </p:pic>
      <p:pic>
        <p:nvPicPr>
          <p:cNvPr id="810" name="Google Shape;810;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509"/>
              </a:srgbClr>
            </a:outerShdw>
          </a:effectLst>
        </p:spPr>
      </p:pic>
      <p:pic>
        <p:nvPicPr>
          <p:cNvPr id="811" name="Google Shape;811;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509"/>
              </a:srgbClr>
            </a:outerShdw>
          </a:effectLst>
        </p:spPr>
      </p:pic>
      <p:pic>
        <p:nvPicPr>
          <p:cNvPr id="812" name="Google Shape;812;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509"/>
              </a:srgbClr>
            </a:outerShdw>
          </a:effectLst>
        </p:spPr>
      </p:pic>
      <p:pic>
        <p:nvPicPr>
          <p:cNvPr id="813" name="Google Shape;813;g2cdbdd49f8e_0_0"/>
          <p:cNvPicPr preferRelativeResize="0"/>
          <p:nvPr/>
        </p:nvPicPr>
        <p:blipFill rotWithShape="1">
          <a:blip r:embed="rId14">
            <a:alphaModFix/>
          </a:blip>
          <a:srcRect l="19" r="28"/>
          <a:stretch/>
        </p:blipFill>
        <p:spPr>
          <a:xfrm>
            <a:off x="3302538" y="3750028"/>
            <a:ext cx="545045" cy="771492"/>
          </a:xfrm>
          <a:prstGeom prst="rect">
            <a:avLst/>
          </a:prstGeom>
          <a:noFill/>
          <a:ln>
            <a:noFill/>
          </a:ln>
          <a:effectLst>
            <a:outerShdw blurRad="71438" dist="28575" dir="5400000" algn="bl" rotWithShape="0">
              <a:srgbClr val="000000">
                <a:alpha val="14509"/>
              </a:srgbClr>
            </a:outerShdw>
          </a:effectLst>
        </p:spPr>
      </p:pic>
      <p:pic>
        <p:nvPicPr>
          <p:cNvPr id="814" name="Google Shape;814;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509"/>
              </a:srgbClr>
            </a:outerShdw>
          </a:effectLst>
        </p:spPr>
      </p:pic>
      <p:pic>
        <p:nvPicPr>
          <p:cNvPr id="815" name="Google Shape;815;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509"/>
              </a:srgbClr>
            </a:outerShdw>
          </a:effectLst>
        </p:spPr>
      </p:pic>
      <p:pic>
        <p:nvPicPr>
          <p:cNvPr id="816" name="Google Shape;816;g2cdbdd49f8e_0_0"/>
          <p:cNvPicPr preferRelativeResize="0"/>
          <p:nvPr/>
        </p:nvPicPr>
        <p:blipFill rotWithShape="1">
          <a:blip r:embed="rId17">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509"/>
              </a:srgbClr>
            </a:outerShdw>
          </a:effectLst>
        </p:spPr>
      </p:pic>
      <p:pic>
        <p:nvPicPr>
          <p:cNvPr id="817" name="Google Shape;817;g2cdbdd49f8e_0_0"/>
          <p:cNvPicPr preferRelativeResize="0"/>
          <p:nvPr/>
        </p:nvPicPr>
        <p:blipFill rotWithShape="1">
          <a:blip r:embed="rId18">
            <a:alphaModFix/>
          </a:blip>
          <a:srcRect/>
          <a:stretch/>
        </p:blipFill>
        <p:spPr>
          <a:xfrm>
            <a:off x="2690687" y="2901638"/>
            <a:ext cx="545045" cy="771487"/>
          </a:xfrm>
          <a:prstGeom prst="rect">
            <a:avLst/>
          </a:prstGeom>
          <a:noFill/>
          <a:ln>
            <a:noFill/>
          </a:ln>
          <a:effectLst>
            <a:outerShdw blurRad="71438" dist="28575" dir="5400000" algn="bl" rotWithShape="0">
              <a:srgbClr val="000000">
                <a:alpha val="14901"/>
              </a:srgbClr>
            </a:outerShdw>
          </a:effectLst>
        </p:spPr>
      </p:pic>
      <p:pic>
        <p:nvPicPr>
          <p:cNvPr id="818" name="Google Shape;818;g2cdbdd49f8e_0_0"/>
          <p:cNvPicPr preferRelativeResize="0"/>
          <p:nvPr/>
        </p:nvPicPr>
        <p:blipFill rotWithShape="1">
          <a:blip r:embed="rId19">
            <a:alphaModFix/>
          </a:blip>
          <a:srcRect/>
          <a:stretch/>
        </p:blipFill>
        <p:spPr>
          <a:xfrm>
            <a:off x="2079093" y="2901638"/>
            <a:ext cx="545045" cy="771487"/>
          </a:xfrm>
          <a:prstGeom prst="rect">
            <a:avLst/>
          </a:prstGeom>
          <a:noFill/>
          <a:ln>
            <a:noFill/>
          </a:ln>
          <a:effectLst>
            <a:outerShdw blurRad="71438" dist="28575" dir="5400000" algn="bl" rotWithShape="0">
              <a:srgbClr val="000000">
                <a:alpha val="14901"/>
              </a:srgbClr>
            </a:outerShdw>
          </a:effectLst>
        </p:spPr>
      </p:pic>
      <p:pic>
        <p:nvPicPr>
          <p:cNvPr id="819" name="Google Shape;819;g2cdbdd49f8e_0_0"/>
          <p:cNvPicPr preferRelativeResize="0"/>
          <p:nvPr/>
        </p:nvPicPr>
        <p:blipFill rotWithShape="1">
          <a:blip r:embed="rId20">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4901"/>
              </a:srgbClr>
            </a:outerShdw>
          </a:effectLst>
        </p:spPr>
      </p:pic>
      <p:pic>
        <p:nvPicPr>
          <p:cNvPr id="820" name="Google Shape;820;g2cdbdd49f8e_0_0"/>
          <p:cNvPicPr preferRelativeResize="0"/>
          <p:nvPr/>
        </p:nvPicPr>
        <p:blipFill rotWithShape="1">
          <a:blip r:embed="rId21">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4901"/>
              </a:srgbClr>
            </a:outerShdw>
          </a:effectLst>
        </p:spPr>
      </p:pic>
      <p:pic>
        <p:nvPicPr>
          <p:cNvPr id="821" name="Google Shape;821;g2cdbdd49f8e_0_0"/>
          <p:cNvPicPr preferRelativeResize="0"/>
          <p:nvPr/>
        </p:nvPicPr>
        <p:blipFill rotWithShape="1">
          <a:blip r:embed="rId22">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4901"/>
              </a:srgbClr>
            </a:outerShdw>
          </a:effectLst>
        </p:spPr>
      </p:pic>
      <p:pic>
        <p:nvPicPr>
          <p:cNvPr id="822" name="Google Shape;822;g2cdbdd49f8e_0_0"/>
          <p:cNvPicPr preferRelativeResize="0"/>
          <p:nvPr/>
        </p:nvPicPr>
        <p:blipFill rotWithShape="1">
          <a:blip r:embed="rId23">
            <a:alphaModFix/>
          </a:blip>
          <a:srcRect l="19" r="28"/>
          <a:stretch/>
        </p:blipFill>
        <p:spPr>
          <a:xfrm>
            <a:off x="1467501" y="2053250"/>
            <a:ext cx="545045" cy="771492"/>
          </a:xfrm>
          <a:prstGeom prst="rect">
            <a:avLst/>
          </a:prstGeom>
          <a:noFill/>
          <a:ln>
            <a:noFill/>
          </a:ln>
          <a:effectLst>
            <a:outerShdw blurRad="71438" dist="28575" dir="5400000" algn="bl" rotWithShape="0">
              <a:srgbClr val="000000">
                <a:alpha val="14901"/>
              </a:srgbClr>
            </a:outerShdw>
          </a:effectLst>
        </p:spPr>
      </p:pic>
      <p:pic>
        <p:nvPicPr>
          <p:cNvPr id="823" name="Google Shape;823;g2cdbdd49f8e_0_0"/>
          <p:cNvPicPr preferRelativeResize="0"/>
          <p:nvPr/>
        </p:nvPicPr>
        <p:blipFill rotWithShape="1">
          <a:blip r:embed="rId24">
            <a:alphaModFix/>
          </a:blip>
          <a:srcRect l="19" r="28"/>
          <a:stretch/>
        </p:blipFill>
        <p:spPr>
          <a:xfrm>
            <a:off x="2079096" y="2053250"/>
            <a:ext cx="545045" cy="771492"/>
          </a:xfrm>
          <a:prstGeom prst="rect">
            <a:avLst/>
          </a:prstGeom>
          <a:noFill/>
          <a:ln>
            <a:noFill/>
          </a:ln>
          <a:effectLst>
            <a:outerShdw blurRad="71438" dist="28575" dir="5400000" algn="bl" rotWithShape="0">
              <a:srgbClr val="000000">
                <a:alpha val="14901"/>
              </a:srgbClr>
            </a:outerShdw>
          </a:effectLst>
        </p:spPr>
      </p:pic>
      <p:pic>
        <p:nvPicPr>
          <p:cNvPr id="824" name="Google Shape;824;g2cdbdd49f8e_0_0"/>
          <p:cNvPicPr preferRelativeResize="0"/>
          <p:nvPr/>
        </p:nvPicPr>
        <p:blipFill rotWithShape="1">
          <a:blip r:embed="rId25">
            <a:alphaModFix/>
          </a:blip>
          <a:srcRect l="19" r="28"/>
          <a:stretch/>
        </p:blipFill>
        <p:spPr>
          <a:xfrm>
            <a:off x="3302281" y="2053250"/>
            <a:ext cx="545045" cy="771492"/>
          </a:xfrm>
          <a:prstGeom prst="rect">
            <a:avLst/>
          </a:prstGeom>
          <a:noFill/>
          <a:ln>
            <a:noFill/>
          </a:ln>
          <a:effectLst>
            <a:outerShdw blurRad="71438" dist="28575" dir="5400000" algn="bl" rotWithShape="0">
              <a:srgbClr val="000000">
                <a:alpha val="14901"/>
              </a:srgbClr>
            </a:outerShdw>
          </a:effectLst>
        </p:spPr>
      </p:pic>
      <p:pic>
        <p:nvPicPr>
          <p:cNvPr id="825" name="Google Shape;825;g2cdbdd49f8e_0_0"/>
          <p:cNvPicPr preferRelativeResize="0"/>
          <p:nvPr/>
        </p:nvPicPr>
        <p:blipFill rotWithShape="1">
          <a:blip r:embed="rId26">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4901"/>
              </a:srgbClr>
            </a:outerShdw>
          </a:effectLst>
        </p:spPr>
      </p:pic>
      <p:pic>
        <p:nvPicPr>
          <p:cNvPr id="826" name="Google Shape;826;g2cdbdd49f8e_0_0"/>
          <p:cNvPicPr preferRelativeResize="0"/>
          <p:nvPr/>
        </p:nvPicPr>
        <p:blipFill rotWithShape="1">
          <a:blip r:embed="rId27">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4901"/>
              </a:srgbClr>
            </a:outerShdw>
          </a:effectLst>
        </p:spPr>
      </p:pic>
      <p:pic>
        <p:nvPicPr>
          <p:cNvPr id="827" name="Google Shape;827;g2cdbdd49f8e_0_0"/>
          <p:cNvPicPr preferRelativeResize="0"/>
          <p:nvPr/>
        </p:nvPicPr>
        <p:blipFill rotWithShape="1">
          <a:blip r:embed="rId28">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4901"/>
              </a:srgbClr>
            </a:outerShdw>
          </a:effectLst>
        </p:spPr>
      </p:pic>
      <p:pic>
        <p:nvPicPr>
          <p:cNvPr id="828" name="Google Shape;828;g2cdbdd49f8e_0_0"/>
          <p:cNvPicPr preferRelativeResize="0"/>
          <p:nvPr/>
        </p:nvPicPr>
        <p:blipFill rotWithShape="1">
          <a:blip r:embed="rId29">
            <a:alphaModFix/>
          </a:blip>
          <a:srcRect l="19" r="28"/>
          <a:stretch/>
        </p:blipFill>
        <p:spPr>
          <a:xfrm>
            <a:off x="5748652" y="2053250"/>
            <a:ext cx="545045" cy="771492"/>
          </a:xfrm>
          <a:prstGeom prst="rect">
            <a:avLst/>
          </a:prstGeom>
          <a:noFill/>
          <a:ln>
            <a:noFill/>
          </a:ln>
          <a:effectLst>
            <a:outerShdw blurRad="71438" dist="28575" dir="5400000" algn="bl" rotWithShape="0">
              <a:srgbClr val="000000">
                <a:alpha val="14901"/>
              </a:srgbClr>
            </a:outerShdw>
          </a:effectLst>
        </p:spPr>
      </p:pic>
      <p:pic>
        <p:nvPicPr>
          <p:cNvPr id="829" name="Google Shape;829;g2cdbdd49f8e_0_0"/>
          <p:cNvPicPr preferRelativeResize="0"/>
          <p:nvPr/>
        </p:nvPicPr>
        <p:blipFill rotWithShape="1">
          <a:blip r:embed="rId30">
            <a:alphaModFix/>
          </a:blip>
          <a:srcRect/>
          <a:stretch/>
        </p:blipFill>
        <p:spPr>
          <a:xfrm>
            <a:off x="6360240" y="2053250"/>
            <a:ext cx="545045" cy="771487"/>
          </a:xfrm>
          <a:prstGeom prst="rect">
            <a:avLst/>
          </a:prstGeom>
          <a:noFill/>
          <a:ln>
            <a:noFill/>
          </a:ln>
          <a:effectLst>
            <a:outerShdw blurRad="71438" dist="28575" dir="5400000" algn="bl" rotWithShape="0">
              <a:srgbClr val="000000">
                <a:alpha val="14901"/>
              </a:srgbClr>
            </a:outerShdw>
          </a:effectLst>
        </p:spPr>
      </p:pic>
      <p:pic>
        <p:nvPicPr>
          <p:cNvPr id="830" name="Google Shape;830;g2cdbdd49f8e_0_0"/>
          <p:cNvPicPr preferRelativeResize="0"/>
          <p:nvPr/>
        </p:nvPicPr>
        <p:blipFill rotWithShape="1">
          <a:blip r:embed="rId31">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4901"/>
              </a:srgbClr>
            </a:outerShdw>
          </a:effectLst>
        </p:spPr>
      </p:pic>
      <p:pic>
        <p:nvPicPr>
          <p:cNvPr id="831" name="Google Shape;831;g2cdbdd49f8e_0_0"/>
          <p:cNvPicPr preferRelativeResize="0"/>
          <p:nvPr/>
        </p:nvPicPr>
        <p:blipFill rotWithShape="1">
          <a:blip r:embed="rId32">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4901"/>
              </a:srgbClr>
            </a:outerShdw>
          </a:effectLst>
        </p:spPr>
      </p:pic>
      <p:pic>
        <p:nvPicPr>
          <p:cNvPr id="832" name="Google Shape;832;g2cdbdd49f8e_0_0"/>
          <p:cNvPicPr preferRelativeResize="0"/>
          <p:nvPr/>
        </p:nvPicPr>
        <p:blipFill rotWithShape="1">
          <a:blip r:embed="rId33">
            <a:alphaModFix/>
          </a:blip>
          <a:srcRect/>
          <a:stretch/>
        </p:blipFill>
        <p:spPr>
          <a:xfrm>
            <a:off x="855905" y="2901641"/>
            <a:ext cx="545045" cy="771487"/>
          </a:xfrm>
          <a:prstGeom prst="rect">
            <a:avLst/>
          </a:prstGeom>
          <a:noFill/>
          <a:ln>
            <a:noFill/>
          </a:ln>
          <a:effectLst>
            <a:outerShdw blurRad="71438" dist="28575" dir="5400000" algn="bl" rotWithShape="0">
              <a:srgbClr val="000000">
                <a:alpha val="14901"/>
              </a:srgbClr>
            </a:outerShdw>
          </a:effectLst>
        </p:spPr>
      </p:pic>
      <p:pic>
        <p:nvPicPr>
          <p:cNvPr id="833" name="Google Shape;833;g2cdbdd49f8e_0_0"/>
          <p:cNvPicPr preferRelativeResize="0"/>
          <p:nvPr/>
        </p:nvPicPr>
        <p:blipFill rotWithShape="1">
          <a:blip r:embed="rId34">
            <a:alphaModFix/>
          </a:blip>
          <a:srcRect l="19" r="29"/>
          <a:stretch/>
        </p:blipFill>
        <p:spPr>
          <a:xfrm>
            <a:off x="5137051" y="3750028"/>
            <a:ext cx="545045" cy="771487"/>
          </a:xfrm>
          <a:prstGeom prst="rect">
            <a:avLst/>
          </a:prstGeom>
          <a:noFill/>
          <a:ln>
            <a:noFill/>
          </a:ln>
          <a:effectLst>
            <a:outerShdw blurRad="71438" dist="28575" dir="5400000" algn="bl" rotWithShape="0">
              <a:srgbClr val="000000">
                <a:alpha val="1451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grpSp>
        <p:nvGrpSpPr>
          <p:cNvPr id="839" name="Google Shape;839;g26b7edf6e71_0_109"/>
          <p:cNvGrpSpPr/>
          <p:nvPr/>
        </p:nvGrpSpPr>
        <p:grpSpPr>
          <a:xfrm>
            <a:off x="865957" y="2135925"/>
            <a:ext cx="7282807" cy="2686611"/>
            <a:chOff x="867357" y="2129450"/>
            <a:chExt cx="7282807" cy="2686611"/>
          </a:xfrm>
        </p:grpSpPr>
        <p:pic>
          <p:nvPicPr>
            <p:cNvPr id="840" name="Google Shape;840;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41" name="Google Shape;841;g26b7edf6e71_0_109"/>
            <p:cNvPicPr preferRelativeResize="0"/>
            <p:nvPr/>
          </p:nvPicPr>
          <p:blipFill rotWithShape="1">
            <a:blip r:embed="rId4">
              <a:alphaModFix/>
            </a:blip>
            <a:srcRect l="99" r="98"/>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42" name="Google Shape;842;g26b7edf6e71_0_109"/>
            <p:cNvPicPr preferRelativeResize="0"/>
            <p:nvPr/>
          </p:nvPicPr>
          <p:blipFill rotWithShape="1">
            <a:blip r:embed="rId5">
              <a:alphaModFix/>
            </a:blip>
            <a:srcRect l="99" r="98"/>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43" name="Google Shape;843;g26b7edf6e71_0_109"/>
            <p:cNvPicPr preferRelativeResize="0"/>
            <p:nvPr/>
          </p:nvPicPr>
          <p:blipFill rotWithShape="1">
            <a:blip r:embed="rId6">
              <a:alphaModFix/>
            </a:blip>
            <a:srcRect l="99" r="98"/>
            <a:stretch/>
          </p:blipFill>
          <p:spPr>
            <a:xfrm>
              <a:off x="4547991" y="2129450"/>
              <a:ext cx="1147320" cy="821565"/>
            </a:xfrm>
            <a:prstGeom prst="rect">
              <a:avLst/>
            </a:prstGeom>
            <a:noFill/>
            <a:ln>
              <a:noFill/>
            </a:ln>
            <a:effectLst>
              <a:outerShdw blurRad="71438" dist="19050" dir="5400000" algn="bl" rotWithShape="0">
                <a:srgbClr val="000000">
                  <a:alpha val="18039"/>
                </a:srgbClr>
              </a:outerShdw>
            </a:effectLst>
          </p:spPr>
        </p:pic>
        <p:pic>
          <p:nvPicPr>
            <p:cNvPr id="844" name="Google Shape;844;g26b7edf6e71_0_109"/>
            <p:cNvPicPr preferRelativeResize="0"/>
            <p:nvPr/>
          </p:nvPicPr>
          <p:blipFill rotWithShape="1">
            <a:blip r:embed="rId7">
              <a:alphaModFix/>
            </a:blip>
            <a:srcRect l="99" r="98"/>
            <a:stretch/>
          </p:blipFill>
          <p:spPr>
            <a:xfrm>
              <a:off x="5774724" y="2129450"/>
              <a:ext cx="1147320" cy="821565"/>
            </a:xfrm>
            <a:prstGeom prst="rect">
              <a:avLst/>
            </a:prstGeom>
            <a:noFill/>
            <a:ln>
              <a:noFill/>
            </a:ln>
            <a:effectLst>
              <a:outerShdw blurRad="71438" dist="19050" dir="5400000" algn="bl" rotWithShape="0">
                <a:srgbClr val="000000">
                  <a:alpha val="18039"/>
                </a:srgbClr>
              </a:outerShdw>
            </a:effectLst>
          </p:spPr>
        </p:pic>
        <p:pic>
          <p:nvPicPr>
            <p:cNvPr id="845" name="Google Shape;845;g26b7edf6e71_0_109"/>
            <p:cNvPicPr preferRelativeResize="0"/>
            <p:nvPr/>
          </p:nvPicPr>
          <p:blipFill rotWithShape="1">
            <a:blip r:embed="rId8">
              <a:alphaModFix/>
            </a:blip>
            <a:srcRect l="99" r="98"/>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46" name="Google Shape;846;g26b7edf6e71_0_109"/>
            <p:cNvPicPr preferRelativeResize="0"/>
            <p:nvPr/>
          </p:nvPicPr>
          <p:blipFill rotWithShape="1">
            <a:blip r:embed="rId9">
              <a:alphaModFix/>
            </a:blip>
            <a:srcRect l="99" r="98"/>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47" name="Google Shape;847;g26b7edf6e71_0_109"/>
            <p:cNvPicPr preferRelativeResize="0"/>
            <p:nvPr/>
          </p:nvPicPr>
          <p:blipFill rotWithShape="1">
            <a:blip r:embed="rId10">
              <a:alphaModFix/>
            </a:blip>
            <a:srcRect l="99" r="98"/>
            <a:stretch/>
          </p:blipFill>
          <p:spPr>
            <a:xfrm>
              <a:off x="2093821" y="3060270"/>
              <a:ext cx="1148707" cy="821565"/>
            </a:xfrm>
            <a:prstGeom prst="rect">
              <a:avLst/>
            </a:prstGeom>
            <a:noFill/>
            <a:ln>
              <a:noFill/>
            </a:ln>
            <a:effectLst>
              <a:outerShdw blurRad="71438" dist="19050" dir="5400000" algn="bl" rotWithShape="0">
                <a:srgbClr val="000000">
                  <a:alpha val="18039"/>
                </a:srgbClr>
              </a:outerShdw>
            </a:effectLst>
          </p:spPr>
        </p:pic>
        <p:pic>
          <p:nvPicPr>
            <p:cNvPr id="848" name="Google Shape;848;g26b7edf6e71_0_109"/>
            <p:cNvPicPr preferRelativeResize="0"/>
            <p:nvPr/>
          </p:nvPicPr>
          <p:blipFill rotWithShape="1">
            <a:blip r:embed="rId11">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49" name="Google Shape;849;g26b7edf6e71_0_109"/>
            <p:cNvPicPr preferRelativeResize="0"/>
            <p:nvPr/>
          </p:nvPicPr>
          <p:blipFill rotWithShape="1">
            <a:blip r:embed="rId12">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50" name="Google Shape;850;g26b7edf6e71_0_109"/>
            <p:cNvPicPr preferRelativeResize="0"/>
            <p:nvPr/>
          </p:nvPicPr>
          <p:blipFill rotWithShape="1">
            <a:blip r:embed="rId13">
              <a:alphaModFix/>
            </a:blip>
            <a:srcRect l="189" r="178"/>
            <a:stretch/>
          </p:blipFill>
          <p:spPr>
            <a:xfrm>
              <a:off x="5774548" y="3060270"/>
              <a:ext cx="1148707" cy="822956"/>
            </a:xfrm>
            <a:prstGeom prst="rect">
              <a:avLst/>
            </a:prstGeom>
            <a:noFill/>
            <a:ln>
              <a:noFill/>
            </a:ln>
            <a:effectLst>
              <a:outerShdw blurRad="71438" dist="19050" dir="5400000" algn="bl" rotWithShape="0">
                <a:srgbClr val="000000">
                  <a:alpha val="18039"/>
                </a:srgbClr>
              </a:outerShdw>
            </a:effectLst>
          </p:spPr>
        </p:pic>
        <p:pic>
          <p:nvPicPr>
            <p:cNvPr id="851" name="Google Shape;851;g26b7edf6e71_0_109"/>
            <p:cNvPicPr preferRelativeResize="0"/>
            <p:nvPr/>
          </p:nvPicPr>
          <p:blipFill rotWithShape="1">
            <a:blip r:embed="rId14">
              <a:alphaModFix/>
            </a:blip>
            <a:srcRect l="18" r="9"/>
            <a:stretch/>
          </p:blipFill>
          <p:spPr>
            <a:xfrm>
              <a:off x="867357" y="3994495"/>
              <a:ext cx="1148707" cy="821566"/>
            </a:xfrm>
            <a:prstGeom prst="rect">
              <a:avLst/>
            </a:prstGeom>
            <a:noFill/>
            <a:ln>
              <a:noFill/>
            </a:ln>
            <a:effectLst>
              <a:outerShdw blurRad="71438" dist="19050" dir="5400000" algn="bl" rotWithShape="0">
                <a:srgbClr val="000000">
                  <a:alpha val="18039"/>
                </a:srgbClr>
              </a:outerShdw>
            </a:effectLst>
          </p:spPr>
        </p:pic>
        <p:pic>
          <p:nvPicPr>
            <p:cNvPr id="852" name="Google Shape;852;g26b7edf6e71_0_109"/>
            <p:cNvPicPr preferRelativeResize="0"/>
            <p:nvPr/>
          </p:nvPicPr>
          <p:blipFill rotWithShape="1">
            <a:blip r:embed="rId15">
              <a:alphaModFix/>
            </a:blip>
            <a:srcRect l="18" r="9"/>
            <a:stretch/>
          </p:blipFill>
          <p:spPr>
            <a:xfrm>
              <a:off x="7001457" y="3060270"/>
              <a:ext cx="1148707" cy="821564"/>
            </a:xfrm>
            <a:prstGeom prst="rect">
              <a:avLst/>
            </a:prstGeom>
            <a:noFill/>
            <a:ln>
              <a:noFill/>
            </a:ln>
            <a:effectLst>
              <a:outerShdw blurRad="71438" dist="19050" dir="5400000" algn="bl" rotWithShape="0">
                <a:srgbClr val="000000">
                  <a:alpha val="18039"/>
                </a:srgbClr>
              </a:outerShdw>
            </a:effectLst>
          </p:spPr>
        </p:pic>
        <p:pic>
          <p:nvPicPr>
            <p:cNvPr id="853" name="Google Shape;853;g26b7edf6e71_0_109"/>
            <p:cNvPicPr preferRelativeResize="0"/>
            <p:nvPr/>
          </p:nvPicPr>
          <p:blipFill rotWithShape="1">
            <a:blip r:embed="rId16">
              <a:alphaModFix/>
            </a:blip>
            <a:srcRect l="99" r="98"/>
            <a:stretch/>
          </p:blipFill>
          <p:spPr>
            <a:xfrm>
              <a:off x="2093821" y="3994495"/>
              <a:ext cx="1148707" cy="821565"/>
            </a:xfrm>
            <a:prstGeom prst="rect">
              <a:avLst/>
            </a:prstGeom>
            <a:noFill/>
            <a:ln>
              <a:noFill/>
            </a:ln>
            <a:effectLst>
              <a:outerShdw blurRad="71438" dist="19050" dir="5400000" algn="bl" rotWithShape="0">
                <a:srgbClr val="000000">
                  <a:alpha val="18039"/>
                </a:srgbClr>
              </a:outerShdw>
            </a:effectLst>
          </p:spPr>
        </p:pic>
      </p:grpSp>
      <p:sp>
        <p:nvSpPr>
          <p:cNvPr id="854" name="Google Shape;854;g26b7edf6e71_0_109"/>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2 Common Exception Words </a:t>
            </a:r>
            <a:br>
              <a:rPr lang="en-US" sz="2400" b="0" i="0" u="none" strike="noStrike" cap="none">
                <a:solidFill>
                  <a:srgbClr val="000000"/>
                </a:solidFill>
                <a:latin typeface="Poppins"/>
                <a:ea typeface="Poppins"/>
                <a:cs typeface="Poppins"/>
                <a:sym typeface="Poppins"/>
              </a:rPr>
            </a:br>
            <a:r>
              <a:rPr lang="en-US" sz="2400" b="0" i="0" u="none" strike="noStrike" cap="none">
                <a:solidFill>
                  <a:srgbClr val="2356AF"/>
                </a:solidFill>
                <a:latin typeface="Poppins"/>
                <a:ea typeface="Poppins"/>
                <a:cs typeface="Poppins"/>
                <a:sym typeface="Poppins"/>
              </a:rPr>
              <a:t>as I is no go to into the put his has of pull full</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grpSp>
        <p:nvGrpSpPr>
          <p:cNvPr id="860" name="Google Shape;860;g2c298d33e0c_0_6"/>
          <p:cNvGrpSpPr/>
          <p:nvPr/>
        </p:nvGrpSpPr>
        <p:grpSpPr>
          <a:xfrm>
            <a:off x="866900" y="2141101"/>
            <a:ext cx="7281864" cy="2684601"/>
            <a:chOff x="868300" y="2129450"/>
            <a:chExt cx="7281864" cy="2684601"/>
          </a:xfrm>
        </p:grpSpPr>
        <p:pic>
          <p:nvPicPr>
            <p:cNvPr id="861" name="Google Shape;861;g2c298d33e0c_0_6"/>
            <p:cNvPicPr preferRelativeResize="0"/>
            <p:nvPr/>
          </p:nvPicPr>
          <p:blipFill rotWithShape="1">
            <a:blip r:embed="rId3">
              <a:alphaModFix/>
            </a:blip>
            <a:srcRect l="99" r="98"/>
            <a:stretch/>
          </p:blipFill>
          <p:spPr>
            <a:xfrm>
              <a:off x="4547639" y="3991095"/>
              <a:ext cx="1148707" cy="822955"/>
            </a:xfrm>
            <a:prstGeom prst="rect">
              <a:avLst/>
            </a:prstGeom>
            <a:noFill/>
            <a:ln>
              <a:noFill/>
            </a:ln>
            <a:effectLst>
              <a:outerShdw blurRad="71438" dist="19050" dir="5400000" algn="bl" rotWithShape="0">
                <a:srgbClr val="000000">
                  <a:alpha val="18039"/>
                </a:srgbClr>
              </a:outerShdw>
            </a:effectLst>
          </p:spPr>
        </p:pic>
        <p:pic>
          <p:nvPicPr>
            <p:cNvPr id="862" name="Google Shape;862;g2c298d33e0c_0_6"/>
            <p:cNvPicPr preferRelativeResize="0"/>
            <p:nvPr/>
          </p:nvPicPr>
          <p:blipFill rotWithShape="1">
            <a:blip r:embed="rId4">
              <a:alphaModFix/>
            </a:blip>
            <a:srcRect l="189" r="178"/>
            <a:stretch/>
          </p:blipFill>
          <p:spPr>
            <a:xfrm>
              <a:off x="3320730" y="3991095"/>
              <a:ext cx="1148707" cy="822956"/>
            </a:xfrm>
            <a:prstGeom prst="rect">
              <a:avLst/>
            </a:prstGeom>
            <a:noFill/>
            <a:ln>
              <a:noFill/>
            </a:ln>
            <a:effectLst>
              <a:outerShdw blurRad="71438" dist="19050" dir="5400000" algn="bl" rotWithShape="0">
                <a:srgbClr val="000000">
                  <a:alpha val="18039"/>
                </a:srgbClr>
              </a:outerShdw>
            </a:effectLst>
          </p:spPr>
        </p:pic>
        <p:pic>
          <p:nvPicPr>
            <p:cNvPr id="863" name="Google Shape;863;g2c298d33e0c_0_6"/>
            <p:cNvPicPr preferRelativeResize="0"/>
            <p:nvPr/>
          </p:nvPicPr>
          <p:blipFill rotWithShape="1">
            <a:blip r:embed="rId5">
              <a:alphaModFix/>
            </a:blip>
            <a:srcRect l="18" r="9"/>
            <a:stretch/>
          </p:blipFill>
          <p:spPr>
            <a:xfrm>
              <a:off x="2093821" y="3991095"/>
              <a:ext cx="1148707" cy="821566"/>
            </a:xfrm>
            <a:prstGeom prst="rect">
              <a:avLst/>
            </a:prstGeom>
            <a:noFill/>
            <a:ln>
              <a:noFill/>
            </a:ln>
            <a:effectLst>
              <a:outerShdw blurRad="71438" dist="19050" dir="5400000" algn="bl" rotWithShape="0">
                <a:srgbClr val="000000">
                  <a:alpha val="18039"/>
                </a:srgbClr>
              </a:outerShdw>
            </a:effectLst>
          </p:spPr>
        </p:pic>
        <p:pic>
          <p:nvPicPr>
            <p:cNvPr id="864" name="Google Shape;864;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431"/>
                </a:srgbClr>
              </a:outerShdw>
            </a:effectLst>
          </p:spPr>
        </p:pic>
        <p:pic>
          <p:nvPicPr>
            <p:cNvPr id="865" name="Google Shape;865;g2c298d33e0c_0_6"/>
            <p:cNvPicPr preferRelativeResize="0"/>
            <p:nvPr/>
          </p:nvPicPr>
          <p:blipFill rotWithShape="1">
            <a:blip r:embed="rId7">
              <a:alphaModFix/>
            </a:blip>
            <a:srcRect l="99" r="98"/>
            <a:stretch/>
          </p:blipFill>
          <p:spPr>
            <a:xfrm>
              <a:off x="7001457" y="3060270"/>
              <a:ext cx="1148707" cy="821565"/>
            </a:xfrm>
            <a:prstGeom prst="rect">
              <a:avLst/>
            </a:prstGeom>
            <a:noFill/>
            <a:ln>
              <a:noFill/>
            </a:ln>
            <a:effectLst>
              <a:outerShdw blurRad="71438" dist="19050" dir="5400000" algn="bl" rotWithShape="0">
                <a:srgbClr val="000000">
                  <a:alpha val="18039"/>
                </a:srgbClr>
              </a:outerShdw>
            </a:effectLst>
          </p:spPr>
        </p:pic>
        <p:pic>
          <p:nvPicPr>
            <p:cNvPr id="866" name="Google Shape;866;g2c298d33e0c_0_6"/>
            <p:cNvPicPr preferRelativeResize="0"/>
            <p:nvPr/>
          </p:nvPicPr>
          <p:blipFill rotWithShape="1">
            <a:blip r:embed="rId8">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67" name="Google Shape;867;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68" name="Google Shape;868;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69" name="Google Shape;869;g2c298d33e0c_0_6"/>
            <p:cNvPicPr preferRelativeResize="0"/>
            <p:nvPr/>
          </p:nvPicPr>
          <p:blipFill rotWithShape="1">
            <a:blip r:embed="rId11">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870" name="Google Shape;870;g2c298d33e0c_0_6"/>
            <p:cNvPicPr preferRelativeResize="0"/>
            <p:nvPr/>
          </p:nvPicPr>
          <p:blipFill rotWithShape="1">
            <a:blip r:embed="rId12">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871" name="Google Shape;871;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72" name="Google Shape;872;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73" name="Google Shape;873;g2c298d33e0c_0_6"/>
            <p:cNvPicPr preferRelativeResize="0"/>
            <p:nvPr/>
          </p:nvPicPr>
          <p:blipFill rotWithShape="1">
            <a:blip r:embed="rId15">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8039"/>
                </a:srgbClr>
              </a:outerShdw>
            </a:effectLst>
          </p:spPr>
        </p:pic>
        <p:pic>
          <p:nvPicPr>
            <p:cNvPr id="874" name="Google Shape;874;g2c298d33e0c_0_6"/>
            <p:cNvPicPr preferRelativeResize="0"/>
            <p:nvPr/>
          </p:nvPicPr>
          <p:blipFill rotWithShape="1">
            <a:blip r:embed="rId16">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75" name="Google Shape;875;g2c298d33e0c_0_6"/>
            <p:cNvPicPr preferRelativeResize="0"/>
            <p:nvPr/>
          </p:nvPicPr>
          <p:blipFill rotWithShape="1">
            <a:blip r:embed="rId17">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76" name="Google Shape;876;g2c298d33e0c_0_6"/>
            <p:cNvPicPr preferRelativeResize="0"/>
            <p:nvPr/>
          </p:nvPicPr>
          <p:blipFill rotWithShape="1">
            <a:blip r:embed="rId18">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8039"/>
                </a:srgbClr>
              </a:outerShdw>
            </a:effectLst>
          </p:spPr>
        </p:pic>
        <p:pic>
          <p:nvPicPr>
            <p:cNvPr id="877" name="Google Shape;877;g2c298d33e0c_0_6"/>
            <p:cNvPicPr preferRelativeResize="0"/>
            <p:nvPr/>
          </p:nvPicPr>
          <p:blipFill rotWithShape="1">
            <a:blip r:embed="rId19">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78" name="Google Shape;878;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79" name="Google Shape;879;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80" name="Google Shape;880;g2c298d33e0c_0_6"/>
            <p:cNvPicPr preferRelativeResize="0"/>
            <p:nvPr/>
          </p:nvPicPr>
          <p:blipFill rotWithShape="1">
            <a:blip r:embed="rId22">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881" name="Google Shape;881;g2c298d33e0c_0_6"/>
            <p:cNvPicPr preferRelativeResize="0"/>
            <p:nvPr/>
          </p:nvPicPr>
          <p:blipFill rotWithShape="1">
            <a:blip r:embed="rId23">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882" name="Google Shape;882;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83" name="Google Shape;883;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84" name="Google Shape;884;g2c298d33e0c_0_6"/>
            <p:cNvPicPr preferRelativeResize="0"/>
            <p:nvPr/>
          </p:nvPicPr>
          <p:blipFill rotWithShape="1">
            <a:blip r:embed="rId26">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8039"/>
                </a:srgbClr>
              </a:outerShdw>
            </a:effectLst>
          </p:spPr>
        </p:pic>
        <p:pic>
          <p:nvPicPr>
            <p:cNvPr id="885" name="Google Shape;885;g2c298d33e0c_0_6"/>
            <p:cNvPicPr preferRelativeResize="0"/>
            <p:nvPr/>
          </p:nvPicPr>
          <p:blipFill rotWithShape="1">
            <a:blip r:embed="rId27">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86" name="Google Shape;886;g2c298d33e0c_0_6"/>
            <p:cNvPicPr preferRelativeResize="0"/>
            <p:nvPr/>
          </p:nvPicPr>
          <p:blipFill rotWithShape="1">
            <a:blip r:embed="rId28">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87" name="Google Shape;887;g2c298d33e0c_0_6"/>
            <p:cNvPicPr preferRelativeResize="0"/>
            <p:nvPr/>
          </p:nvPicPr>
          <p:blipFill rotWithShape="1">
            <a:blip r:embed="rId29">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8039"/>
                </a:srgbClr>
              </a:outerShdw>
            </a:effectLst>
          </p:spPr>
        </p:pic>
        <p:pic>
          <p:nvPicPr>
            <p:cNvPr id="888" name="Google Shape;888;g2c298d33e0c_0_6"/>
            <p:cNvPicPr preferRelativeResize="0"/>
            <p:nvPr/>
          </p:nvPicPr>
          <p:blipFill rotWithShape="1">
            <a:blip r:embed="rId30">
              <a:alphaModFix/>
            </a:blip>
            <a:srcRect l="99" r="98"/>
            <a:stretch/>
          </p:blipFill>
          <p:spPr>
            <a:xfrm>
              <a:off x="5774548" y="3991095"/>
              <a:ext cx="1148707" cy="822955"/>
            </a:xfrm>
            <a:prstGeom prst="rect">
              <a:avLst/>
            </a:prstGeom>
            <a:noFill/>
            <a:ln>
              <a:noFill/>
            </a:ln>
            <a:effectLst>
              <a:outerShdw blurRad="71438" dist="19050" dir="5400000" algn="bl" rotWithShape="0">
                <a:srgbClr val="000000">
                  <a:alpha val="18039"/>
                </a:srgbClr>
              </a:outerShdw>
            </a:effectLst>
          </p:spPr>
        </p:pic>
      </p:grpSp>
      <p:sp>
        <p:nvSpPr>
          <p:cNvPr id="889" name="Google Shape;889;g2c298d33e0c_0_6"/>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3 Common Exception Words </a:t>
            </a:r>
            <a:r>
              <a:rPr lang="en-US" sz="2400" b="0" i="0" u="none" strike="noStrike" cap="none">
                <a:solidFill>
                  <a:srgbClr val="2356AF"/>
                </a:solidFill>
                <a:latin typeface="Poppins"/>
                <a:ea typeface="Poppins"/>
                <a:cs typeface="Poppins"/>
                <a:sym typeface="Poppins"/>
              </a:rPr>
              <a:t>push they me we be he she my by looked you are there here were all sure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c298da1f27_0_455"/>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4 Common Exception Words </a:t>
            </a:r>
            <a:r>
              <a:rPr lang="en-US" sz="2400" b="0" i="0" u="none" strike="noStrike" cap="none">
                <a:solidFill>
                  <a:srgbClr val="2356AF"/>
                </a:solidFill>
                <a:latin typeface="Poppins"/>
                <a:ea typeface="Poppins"/>
                <a:cs typeface="Poppins"/>
                <a:sym typeface="Poppins"/>
              </a:rPr>
              <a:t>said like out have some come what was so old do little one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896" name="Google Shape;896;g2c298da1f27_0_455"/>
          <p:cNvGrpSpPr/>
          <p:nvPr/>
        </p:nvGrpSpPr>
        <p:grpSpPr>
          <a:xfrm>
            <a:off x="868300" y="2129450"/>
            <a:ext cx="7281864" cy="2684601"/>
            <a:chOff x="868300" y="2053250"/>
            <a:chExt cx="7281864" cy="2684601"/>
          </a:xfrm>
        </p:grpSpPr>
        <p:pic>
          <p:nvPicPr>
            <p:cNvPr id="897" name="Google Shape;897;g2c298da1f27_0_455"/>
            <p:cNvPicPr preferRelativeResize="0"/>
            <p:nvPr/>
          </p:nvPicPr>
          <p:blipFill rotWithShape="1">
            <a:blip r:embed="rId3">
              <a:alphaModFix/>
            </a:blip>
            <a:srcRect l="189" r="178"/>
            <a:stretch/>
          </p:blipFill>
          <p:spPr>
            <a:xfrm>
              <a:off x="868300" y="3914895"/>
              <a:ext cx="1147320" cy="822956"/>
            </a:xfrm>
            <a:prstGeom prst="rect">
              <a:avLst/>
            </a:prstGeom>
            <a:noFill/>
            <a:ln>
              <a:noFill/>
            </a:ln>
            <a:effectLst>
              <a:outerShdw blurRad="71438" dist="19050" dir="5400000" algn="bl" rotWithShape="0">
                <a:srgbClr val="000000">
                  <a:alpha val="17647"/>
                </a:srgbClr>
              </a:outerShdw>
            </a:effectLst>
          </p:spPr>
        </p:pic>
        <p:pic>
          <p:nvPicPr>
            <p:cNvPr id="898" name="Google Shape;898;g2c298da1f27_0_455"/>
            <p:cNvPicPr preferRelativeResize="0"/>
            <p:nvPr/>
          </p:nvPicPr>
          <p:blipFill rotWithShape="1">
            <a:blip r:embed="rId4">
              <a:alphaModFix/>
            </a:blip>
            <a:srcRect l="39" r="38"/>
            <a:stretch/>
          </p:blipFill>
          <p:spPr>
            <a:xfrm>
              <a:off x="5774548" y="2984070"/>
              <a:ext cx="1148707" cy="822955"/>
            </a:xfrm>
            <a:prstGeom prst="rect">
              <a:avLst/>
            </a:prstGeom>
            <a:noFill/>
            <a:ln>
              <a:noFill/>
            </a:ln>
            <a:effectLst>
              <a:outerShdw blurRad="71438" dist="19050" dir="5400000" algn="bl" rotWithShape="0">
                <a:srgbClr val="000000">
                  <a:alpha val="17647"/>
                </a:srgbClr>
              </a:outerShdw>
            </a:effectLst>
          </p:spPr>
        </p:pic>
        <p:pic>
          <p:nvPicPr>
            <p:cNvPr id="899" name="Google Shape;899;g2c298da1f27_0_455"/>
            <p:cNvPicPr preferRelativeResize="0"/>
            <p:nvPr/>
          </p:nvPicPr>
          <p:blipFill rotWithShape="1">
            <a:blip r:embed="rId5">
              <a:alphaModFix/>
            </a:blip>
            <a:srcRect l="39" r="38"/>
            <a:stretch/>
          </p:blipFill>
          <p:spPr>
            <a:xfrm>
              <a:off x="7001457" y="2984070"/>
              <a:ext cx="1148707" cy="821565"/>
            </a:xfrm>
            <a:prstGeom prst="rect">
              <a:avLst/>
            </a:prstGeom>
            <a:noFill/>
            <a:ln>
              <a:noFill/>
            </a:ln>
            <a:effectLst>
              <a:outerShdw blurRad="71438" dist="19050" dir="5400000" algn="bl" rotWithShape="0">
                <a:srgbClr val="000000">
                  <a:alpha val="17647"/>
                </a:srgbClr>
              </a:outerShdw>
            </a:effectLst>
          </p:spPr>
        </p:pic>
        <p:pic>
          <p:nvPicPr>
            <p:cNvPr id="900" name="Google Shape;900;g2c298da1f27_0_455"/>
            <p:cNvPicPr preferRelativeResize="0"/>
            <p:nvPr/>
          </p:nvPicPr>
          <p:blipFill rotWithShape="1">
            <a:blip r:embed="rId6">
              <a:alphaModFix/>
            </a:blip>
            <a:srcRect l="39" r="38"/>
            <a:stretch/>
          </p:blipFill>
          <p:spPr>
            <a:xfrm>
              <a:off x="3320730" y="2984070"/>
              <a:ext cx="1148707" cy="822955"/>
            </a:xfrm>
            <a:prstGeom prst="rect">
              <a:avLst/>
            </a:prstGeom>
            <a:noFill/>
            <a:ln>
              <a:noFill/>
            </a:ln>
            <a:effectLst>
              <a:outerShdw blurRad="71438" dist="19050" dir="5400000" algn="bl" rotWithShape="0">
                <a:srgbClr val="000000">
                  <a:alpha val="17647"/>
                </a:srgbClr>
              </a:outerShdw>
            </a:effectLst>
          </p:spPr>
        </p:pic>
        <p:pic>
          <p:nvPicPr>
            <p:cNvPr id="901" name="Google Shape;901;g2c298da1f27_0_455"/>
            <p:cNvPicPr preferRelativeResize="0"/>
            <p:nvPr/>
          </p:nvPicPr>
          <p:blipFill rotWithShape="1">
            <a:blip r:embed="rId7">
              <a:alphaModFix/>
            </a:blip>
            <a:srcRect l="39" r="38"/>
            <a:stretch/>
          </p:blipFill>
          <p:spPr>
            <a:xfrm>
              <a:off x="4547639" y="2984070"/>
              <a:ext cx="1148707" cy="822955"/>
            </a:xfrm>
            <a:prstGeom prst="rect">
              <a:avLst/>
            </a:prstGeom>
            <a:noFill/>
            <a:ln>
              <a:noFill/>
            </a:ln>
            <a:effectLst>
              <a:outerShdw blurRad="71438" dist="19050" dir="5400000" algn="bl" rotWithShape="0">
                <a:srgbClr val="000000">
                  <a:alpha val="17647"/>
                </a:srgbClr>
              </a:outerShdw>
            </a:effectLst>
          </p:spPr>
        </p:pic>
        <p:pic>
          <p:nvPicPr>
            <p:cNvPr id="902" name="Google Shape;902;g2c298da1f27_0_455"/>
            <p:cNvPicPr preferRelativeResize="0"/>
            <p:nvPr/>
          </p:nvPicPr>
          <p:blipFill rotWithShape="1">
            <a:blip r:embed="rId8">
              <a:alphaModFix/>
            </a:blip>
            <a:srcRect l="189" r="178"/>
            <a:stretch/>
          </p:blipFill>
          <p:spPr>
            <a:xfrm>
              <a:off x="868300" y="2984070"/>
              <a:ext cx="1147320" cy="822956"/>
            </a:xfrm>
            <a:prstGeom prst="rect">
              <a:avLst/>
            </a:prstGeom>
            <a:noFill/>
            <a:ln>
              <a:noFill/>
            </a:ln>
            <a:effectLst>
              <a:outerShdw blurRad="71438" dist="19050" dir="5400000" algn="bl" rotWithShape="0">
                <a:srgbClr val="000000">
                  <a:alpha val="17647"/>
                </a:srgbClr>
              </a:outerShdw>
            </a:effectLst>
          </p:spPr>
        </p:pic>
        <p:pic>
          <p:nvPicPr>
            <p:cNvPr id="903" name="Google Shape;903;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47"/>
                </a:srgbClr>
              </a:outerShdw>
            </a:effectLst>
          </p:spPr>
        </p:pic>
        <p:pic>
          <p:nvPicPr>
            <p:cNvPr id="904" name="Google Shape;904;g2c298da1f27_0_455"/>
            <p:cNvPicPr preferRelativeResize="0"/>
            <p:nvPr/>
          </p:nvPicPr>
          <p:blipFill rotWithShape="1">
            <a:blip r:embed="rId10">
              <a:alphaModFix/>
            </a:blip>
            <a:srcRect l="58" r="59"/>
            <a:stretch/>
          </p:blipFill>
          <p:spPr>
            <a:xfrm>
              <a:off x="868300" y="2053250"/>
              <a:ext cx="1146813" cy="819547"/>
            </a:xfrm>
            <a:prstGeom prst="rect">
              <a:avLst/>
            </a:prstGeom>
            <a:noFill/>
            <a:ln>
              <a:noFill/>
            </a:ln>
            <a:effectLst>
              <a:outerShdw blurRad="71438" dist="19050" dir="5400000" algn="bl" rotWithShape="0">
                <a:srgbClr val="000000">
                  <a:alpha val="18039"/>
                </a:srgbClr>
              </a:outerShdw>
            </a:effectLst>
          </p:spPr>
        </p:pic>
        <p:pic>
          <p:nvPicPr>
            <p:cNvPr id="905" name="Google Shape;905;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39"/>
                </a:srgbClr>
              </a:outerShdw>
            </a:effectLst>
          </p:spPr>
        </p:pic>
        <p:pic>
          <p:nvPicPr>
            <p:cNvPr id="906" name="Google Shape;906;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39"/>
                </a:srgbClr>
              </a:outerShdw>
            </a:effectLst>
          </p:spPr>
        </p:pic>
        <p:pic>
          <p:nvPicPr>
            <p:cNvPr id="907" name="Google Shape;907;g2c298da1f27_0_455"/>
            <p:cNvPicPr preferRelativeResize="0"/>
            <p:nvPr/>
          </p:nvPicPr>
          <p:blipFill rotWithShape="1">
            <a:blip r:embed="rId13">
              <a:alphaModFix/>
            </a:blip>
            <a:srcRect l="79" r="68"/>
            <a:stretch/>
          </p:blipFill>
          <p:spPr>
            <a:xfrm>
              <a:off x="4547991" y="2053250"/>
              <a:ext cx="1147320" cy="821566"/>
            </a:xfrm>
            <a:prstGeom prst="rect">
              <a:avLst/>
            </a:prstGeom>
            <a:noFill/>
            <a:ln>
              <a:noFill/>
            </a:ln>
            <a:effectLst>
              <a:outerShdw blurRad="71438" dist="19050" dir="5400000" algn="bl" rotWithShape="0">
                <a:srgbClr val="000000">
                  <a:alpha val="18039"/>
                </a:srgbClr>
              </a:outerShdw>
            </a:effectLst>
          </p:spPr>
        </p:pic>
        <p:pic>
          <p:nvPicPr>
            <p:cNvPr id="908" name="Google Shape;908;g2c298da1f27_0_455"/>
            <p:cNvPicPr preferRelativeResize="0"/>
            <p:nvPr/>
          </p:nvPicPr>
          <p:blipFill rotWithShape="1">
            <a:blip r:embed="rId14">
              <a:alphaModFix/>
            </a:blip>
            <a:srcRect l="79" r="68"/>
            <a:stretch/>
          </p:blipFill>
          <p:spPr>
            <a:xfrm>
              <a:off x="5774724" y="2053250"/>
              <a:ext cx="1147320" cy="821566"/>
            </a:xfrm>
            <a:prstGeom prst="rect">
              <a:avLst/>
            </a:prstGeom>
            <a:noFill/>
            <a:ln>
              <a:noFill/>
            </a:ln>
            <a:effectLst>
              <a:outerShdw blurRad="71438" dist="19050" dir="5400000" algn="bl" rotWithShape="0">
                <a:srgbClr val="000000">
                  <a:alpha val="18039"/>
                </a:srgbClr>
              </a:outerShdw>
            </a:effectLst>
          </p:spPr>
        </p:pic>
        <p:pic>
          <p:nvPicPr>
            <p:cNvPr id="909" name="Google Shape;909;g2c298da1f27_0_455"/>
            <p:cNvPicPr preferRelativeResize="0"/>
            <p:nvPr/>
          </p:nvPicPr>
          <p:blipFill rotWithShape="1">
            <a:blip r:embed="rId15">
              <a:alphaModFix/>
            </a:blip>
            <a:srcRect l="79" r="68"/>
            <a:stretch/>
          </p:blipFill>
          <p:spPr>
            <a:xfrm>
              <a:off x="7001457" y="2053250"/>
              <a:ext cx="1147320" cy="821566"/>
            </a:xfrm>
            <a:prstGeom prst="rect">
              <a:avLst/>
            </a:prstGeom>
            <a:noFill/>
            <a:ln>
              <a:noFill/>
            </a:ln>
            <a:effectLst>
              <a:outerShdw blurRad="71438" dist="19050" dir="5400000" algn="bl" rotWithShape="0">
                <a:srgbClr val="000000">
                  <a:alpha val="18039"/>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pic>
        <p:nvPicPr>
          <p:cNvPr id="915" name="Google Shape;915;g2c298da1f27_1_0"/>
          <p:cNvPicPr preferRelativeResize="0"/>
          <p:nvPr/>
        </p:nvPicPr>
        <p:blipFill rotWithShape="1">
          <a:blip r:embed="rId3">
            <a:alphaModFix/>
          </a:blip>
          <a:srcRect l="189" r="178"/>
          <a:stretch/>
        </p:blipFill>
        <p:spPr>
          <a:xfrm>
            <a:off x="3320730" y="3994495"/>
            <a:ext cx="1148707" cy="822956"/>
          </a:xfrm>
          <a:prstGeom prst="rect">
            <a:avLst/>
          </a:prstGeom>
          <a:noFill/>
          <a:ln>
            <a:noFill/>
          </a:ln>
          <a:effectLst>
            <a:outerShdw blurRad="71438" dist="19050" dir="5400000" algn="bl" rotWithShape="0">
              <a:srgbClr val="000000">
                <a:alpha val="17254"/>
              </a:srgbClr>
            </a:outerShdw>
          </a:effectLst>
        </p:spPr>
      </p:pic>
      <p:sp>
        <p:nvSpPr>
          <p:cNvPr id="916" name="Google Shape;916;g2c298da1f27_1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5 Common Exception Words </a:t>
            </a:r>
            <a:r>
              <a:rPr lang="en-US" sz="2400" b="0" i="0" u="none" strike="noStrike" cap="none">
                <a:solidFill>
                  <a:srgbClr val="2356AF"/>
                </a:solidFill>
                <a:latin typeface="Poppins"/>
                <a:ea typeface="Poppins"/>
                <a:cs typeface="Poppins"/>
                <a:sym typeface="Poppins"/>
              </a:rPr>
              <a:t>today house mouse hour because Mr Mrs Ms where should could would move use want</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917" name="Google Shape;917;g2c298da1f27_1_0"/>
          <p:cNvPicPr preferRelativeResize="0"/>
          <p:nvPr/>
        </p:nvPicPr>
        <p:blipFill rotWithShape="1">
          <a:blip r:embed="rId4">
            <a:alphaModFix/>
          </a:blip>
          <a:srcRect l="247" r="238"/>
          <a:stretch/>
        </p:blipFill>
        <p:spPr>
          <a:xfrm>
            <a:off x="868300" y="3994495"/>
            <a:ext cx="1147320" cy="822956"/>
          </a:xfrm>
          <a:prstGeom prst="rect">
            <a:avLst/>
          </a:prstGeom>
          <a:noFill/>
          <a:ln>
            <a:noFill/>
          </a:ln>
          <a:effectLst>
            <a:outerShdw blurRad="71438" dist="19050" dir="5400000" algn="bl" rotWithShape="0">
              <a:srgbClr val="000000">
                <a:alpha val="17647"/>
              </a:srgbClr>
            </a:outerShdw>
          </a:effectLst>
        </p:spPr>
      </p:pic>
      <p:pic>
        <p:nvPicPr>
          <p:cNvPr id="918" name="Google Shape;918;g2c298da1f27_1_0"/>
          <p:cNvPicPr preferRelativeResize="0"/>
          <p:nvPr/>
        </p:nvPicPr>
        <p:blipFill rotWithShape="1">
          <a:blip r:embed="rId5">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7647"/>
              </a:srgbClr>
            </a:outerShdw>
          </a:effectLst>
        </p:spPr>
      </p:pic>
      <p:pic>
        <p:nvPicPr>
          <p:cNvPr id="919" name="Google Shape;919;g2c298da1f27_1_0"/>
          <p:cNvPicPr preferRelativeResize="0"/>
          <p:nvPr/>
        </p:nvPicPr>
        <p:blipFill rotWithShape="1">
          <a:blip r:embed="rId6">
            <a:alphaModFix/>
          </a:blip>
          <a:srcRect l="99" r="98"/>
          <a:stretch/>
        </p:blipFill>
        <p:spPr>
          <a:xfrm>
            <a:off x="7001457" y="3060270"/>
            <a:ext cx="1148707" cy="821565"/>
          </a:xfrm>
          <a:prstGeom prst="rect">
            <a:avLst/>
          </a:prstGeom>
          <a:noFill/>
          <a:ln>
            <a:noFill/>
          </a:ln>
          <a:effectLst>
            <a:outerShdw blurRad="71438" dist="19050" dir="5400000" algn="bl" rotWithShape="0">
              <a:srgbClr val="000000">
                <a:alpha val="17647"/>
              </a:srgbClr>
            </a:outerShdw>
          </a:effectLst>
        </p:spPr>
      </p:pic>
      <p:pic>
        <p:nvPicPr>
          <p:cNvPr id="920" name="Google Shape;920;g2c298da1f27_1_0"/>
          <p:cNvPicPr preferRelativeResize="0"/>
          <p:nvPr/>
        </p:nvPicPr>
        <p:blipFill rotWithShape="1">
          <a:blip r:embed="rId7">
            <a:alphaModFix/>
          </a:blip>
          <a:srcRect l="99" r="98"/>
          <a:stretch/>
        </p:blipFill>
        <p:spPr>
          <a:xfrm>
            <a:off x="3320730" y="3060270"/>
            <a:ext cx="1148707" cy="822955"/>
          </a:xfrm>
          <a:prstGeom prst="rect">
            <a:avLst/>
          </a:prstGeom>
          <a:noFill/>
          <a:ln>
            <a:noFill/>
          </a:ln>
          <a:effectLst>
            <a:outerShdw blurRad="71438" dist="19050" dir="5400000" algn="bl" rotWithShape="0">
              <a:srgbClr val="000000">
                <a:alpha val="17647"/>
              </a:srgbClr>
            </a:outerShdw>
          </a:effectLst>
        </p:spPr>
      </p:pic>
      <p:pic>
        <p:nvPicPr>
          <p:cNvPr id="921" name="Google Shape;921;g2c298da1f27_1_0"/>
          <p:cNvPicPr preferRelativeResize="0"/>
          <p:nvPr/>
        </p:nvPicPr>
        <p:blipFill rotWithShape="1">
          <a:blip r:embed="rId8">
            <a:alphaModFix/>
          </a:blip>
          <a:srcRect l="189" r="178"/>
          <a:stretch/>
        </p:blipFill>
        <p:spPr>
          <a:xfrm>
            <a:off x="4547639" y="3060270"/>
            <a:ext cx="1148707" cy="822956"/>
          </a:xfrm>
          <a:prstGeom prst="rect">
            <a:avLst/>
          </a:prstGeom>
          <a:noFill/>
          <a:ln>
            <a:noFill/>
          </a:ln>
          <a:effectLst>
            <a:outerShdw blurRad="71438" dist="19050" dir="5400000" algn="bl" rotWithShape="0">
              <a:srgbClr val="000000">
                <a:alpha val="17647"/>
              </a:srgbClr>
            </a:outerShdw>
          </a:effectLst>
        </p:spPr>
      </p:pic>
      <p:pic>
        <p:nvPicPr>
          <p:cNvPr id="922" name="Google Shape;922;g2c298da1f27_1_0"/>
          <p:cNvPicPr preferRelativeResize="0"/>
          <p:nvPr/>
        </p:nvPicPr>
        <p:blipFill rotWithShape="1">
          <a:blip r:embed="rId9">
            <a:alphaModFix/>
          </a:blip>
          <a:srcRect l="247" r="238"/>
          <a:stretch/>
        </p:blipFill>
        <p:spPr>
          <a:xfrm>
            <a:off x="868300" y="3060270"/>
            <a:ext cx="1147320" cy="822956"/>
          </a:xfrm>
          <a:prstGeom prst="rect">
            <a:avLst/>
          </a:prstGeom>
          <a:noFill/>
          <a:ln>
            <a:noFill/>
          </a:ln>
          <a:effectLst>
            <a:outerShdw blurRad="71438" dist="19050" dir="5400000" algn="bl" rotWithShape="0">
              <a:srgbClr val="000000">
                <a:alpha val="17647"/>
              </a:srgbClr>
            </a:outerShdw>
          </a:effectLst>
        </p:spPr>
      </p:pic>
      <p:pic>
        <p:nvPicPr>
          <p:cNvPr id="923" name="Google Shape;923;g2c298da1f27_1_0"/>
          <p:cNvPicPr preferRelativeResize="0"/>
          <p:nvPr/>
        </p:nvPicPr>
        <p:blipFill rotWithShape="1">
          <a:blip r:embed="rId10">
            <a:alphaModFix/>
          </a:blip>
          <a:srcRect l="99" r="98"/>
          <a:stretch/>
        </p:blipFill>
        <p:spPr>
          <a:xfrm>
            <a:off x="2093821" y="3060270"/>
            <a:ext cx="1148707" cy="821565"/>
          </a:xfrm>
          <a:prstGeom prst="rect">
            <a:avLst/>
          </a:prstGeom>
          <a:noFill/>
          <a:ln>
            <a:noFill/>
          </a:ln>
          <a:effectLst>
            <a:outerShdw blurRad="71438" dist="19050" dir="5400000" algn="bl" rotWithShape="0">
              <a:srgbClr val="000000">
                <a:alpha val="17647"/>
              </a:srgbClr>
            </a:outerShdw>
          </a:effectLst>
        </p:spPr>
      </p:pic>
      <p:pic>
        <p:nvPicPr>
          <p:cNvPr id="924" name="Google Shape;924;g2c298da1f27_1_0"/>
          <p:cNvPicPr preferRelativeResize="0"/>
          <p:nvPr/>
        </p:nvPicPr>
        <p:blipFill rotWithShape="1">
          <a:blip r:embed="rId11">
            <a:alphaModFix/>
          </a:blip>
          <a:srcRect l="58" r="59"/>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925" name="Google Shape;925;g2c298da1f27_1_0"/>
          <p:cNvPicPr preferRelativeResize="0"/>
          <p:nvPr/>
        </p:nvPicPr>
        <p:blipFill rotWithShape="1">
          <a:blip r:embed="rId12">
            <a:alphaModFix/>
          </a:blip>
          <a:srcRect l="247" r="238"/>
          <a:stretch/>
        </p:blipFill>
        <p:spPr>
          <a:xfrm>
            <a:off x="2094526" y="2129450"/>
            <a:ext cx="1147320" cy="822956"/>
          </a:xfrm>
          <a:prstGeom prst="rect">
            <a:avLst/>
          </a:prstGeom>
          <a:noFill/>
          <a:ln>
            <a:noFill/>
          </a:ln>
          <a:effectLst>
            <a:outerShdw blurRad="71438" dist="19050" dir="5400000" algn="bl" rotWithShape="0">
              <a:srgbClr val="000000">
                <a:alpha val="18039"/>
              </a:srgbClr>
            </a:outerShdw>
          </a:effectLst>
        </p:spPr>
      </p:pic>
      <p:pic>
        <p:nvPicPr>
          <p:cNvPr id="926" name="Google Shape;926;g2c298da1f27_1_0"/>
          <p:cNvPicPr preferRelativeResize="0"/>
          <p:nvPr/>
        </p:nvPicPr>
        <p:blipFill rotWithShape="1">
          <a:blip r:embed="rId13">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39"/>
              </a:srgbClr>
            </a:outerShdw>
          </a:effectLst>
        </p:spPr>
      </p:pic>
      <p:pic>
        <p:nvPicPr>
          <p:cNvPr id="927" name="Google Shape;927;g2c298da1f27_1_0"/>
          <p:cNvPicPr preferRelativeResize="0"/>
          <p:nvPr/>
        </p:nvPicPr>
        <p:blipFill rotWithShape="1">
          <a:blip r:embed="rId14">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928" name="Google Shape;928;g2c298da1f27_1_0"/>
          <p:cNvPicPr preferRelativeResize="0"/>
          <p:nvPr/>
        </p:nvPicPr>
        <p:blipFill rotWithShape="1">
          <a:blip r:embed="rId15">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929" name="Google Shape;929;g2c298da1f27_1_0"/>
          <p:cNvPicPr preferRelativeResize="0"/>
          <p:nvPr/>
        </p:nvPicPr>
        <p:blipFill rotWithShape="1">
          <a:blip r:embed="rId16">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930" name="Google Shape;930;g2c298da1f27_1_0"/>
          <p:cNvPicPr preferRelativeResize="0"/>
          <p:nvPr/>
        </p:nvPicPr>
        <p:blipFill rotWithShape="1">
          <a:blip r:embed="rId17">
            <a:alphaModFix/>
          </a:blip>
          <a:srcRect l="18" r="9"/>
          <a:stretch/>
        </p:blipFill>
        <p:spPr>
          <a:xfrm>
            <a:off x="2093821" y="3994495"/>
            <a:ext cx="1148707" cy="821566"/>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g31d111e6b28_1_905"/>
          <p:cNvSpPr txBox="1">
            <a:spLocks noGrp="1"/>
          </p:cNvSpPr>
          <p:nvPr>
            <p:ph type="title"/>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37" name="Google Shape;937;g31d111e6b28_1_905"/>
          <p:cNvPicPr preferRelativeResize="0"/>
          <p:nvPr/>
        </p:nvPicPr>
        <p:blipFill rotWithShape="1">
          <a:blip r:embed="rId3">
            <a:alphaModFix/>
          </a:blip>
          <a:srcRect/>
          <a:stretch/>
        </p:blipFill>
        <p:spPr>
          <a:xfrm>
            <a:off x="867797" y="2125686"/>
            <a:ext cx="1147324" cy="819918"/>
          </a:xfrm>
          <a:prstGeom prst="rect">
            <a:avLst/>
          </a:prstGeom>
          <a:noFill/>
          <a:ln>
            <a:noFill/>
          </a:ln>
          <a:effectLst>
            <a:outerShdw blurRad="71438" dist="19050" dir="5400000" algn="bl" rotWithShape="0">
              <a:srgbClr val="000000">
                <a:alpha val="17647"/>
              </a:srgbClr>
            </a:outerShdw>
          </a:effectLst>
        </p:spPr>
      </p:pic>
      <p:pic>
        <p:nvPicPr>
          <p:cNvPr id="938" name="Google Shape;938;g31d111e6b28_1_905"/>
          <p:cNvPicPr preferRelativeResize="0"/>
          <p:nvPr/>
        </p:nvPicPr>
        <p:blipFill rotWithShape="1">
          <a:blip r:embed="rId4">
            <a:alphaModFix/>
          </a:blip>
          <a:srcRect/>
          <a:stretch/>
        </p:blipFill>
        <p:spPr>
          <a:xfrm>
            <a:off x="2094526" y="2125686"/>
            <a:ext cx="1145440" cy="818569"/>
          </a:xfrm>
          <a:prstGeom prst="rect">
            <a:avLst/>
          </a:prstGeom>
          <a:noFill/>
          <a:ln>
            <a:noFill/>
          </a:ln>
          <a:effectLst>
            <a:outerShdw blurRad="71438" dist="19050" dir="5400000" algn="bl" rotWithShape="0">
              <a:srgbClr val="000000">
                <a:alpha val="17647"/>
              </a:srgbClr>
            </a:outerShdw>
          </a:effectLst>
        </p:spPr>
      </p:pic>
      <p:pic>
        <p:nvPicPr>
          <p:cNvPr id="939" name="Google Shape;939;g31d111e6b28_1_905"/>
          <p:cNvPicPr preferRelativeResize="0"/>
          <p:nvPr/>
        </p:nvPicPr>
        <p:blipFill rotWithShape="1">
          <a:blip r:embed="rId5">
            <a:alphaModFix/>
          </a:blip>
          <a:srcRect/>
          <a:stretch/>
        </p:blipFill>
        <p:spPr>
          <a:xfrm>
            <a:off x="3321259" y="2125686"/>
            <a:ext cx="1145440" cy="818569"/>
          </a:xfrm>
          <a:prstGeom prst="rect">
            <a:avLst/>
          </a:prstGeom>
          <a:noFill/>
          <a:ln>
            <a:noFill/>
          </a:ln>
          <a:effectLst>
            <a:outerShdw blurRad="71438" dist="19050" dir="5400000" algn="bl" rotWithShape="0">
              <a:srgbClr val="000000">
                <a:alpha val="17647"/>
              </a:srgbClr>
            </a:outerShdw>
          </a:effectLst>
        </p:spPr>
      </p:pic>
      <p:pic>
        <p:nvPicPr>
          <p:cNvPr id="940" name="Google Shape;940;g31d111e6b28_1_905"/>
          <p:cNvPicPr preferRelativeResize="0"/>
          <p:nvPr/>
        </p:nvPicPr>
        <p:blipFill rotWithShape="1">
          <a:blip r:embed="rId6">
            <a:alphaModFix/>
          </a:blip>
          <a:srcRect/>
          <a:stretch/>
        </p:blipFill>
        <p:spPr>
          <a:xfrm>
            <a:off x="4547991" y="2125686"/>
            <a:ext cx="1145440" cy="819954"/>
          </a:xfrm>
          <a:prstGeom prst="rect">
            <a:avLst/>
          </a:prstGeom>
          <a:noFill/>
          <a:ln>
            <a:noFill/>
          </a:ln>
          <a:effectLst>
            <a:outerShdw blurRad="71438" dist="19050" dir="5400000" algn="bl" rotWithShape="0">
              <a:srgbClr val="000000">
                <a:alpha val="17647"/>
              </a:srgbClr>
            </a:outerShdw>
          </a:effectLst>
        </p:spPr>
      </p:pic>
      <p:pic>
        <p:nvPicPr>
          <p:cNvPr id="941" name="Google Shape;941;g31d111e6b28_1_905"/>
          <p:cNvPicPr preferRelativeResize="0"/>
          <p:nvPr/>
        </p:nvPicPr>
        <p:blipFill rotWithShape="1">
          <a:blip r:embed="rId7">
            <a:alphaModFix/>
          </a:blip>
          <a:srcRect/>
          <a:stretch/>
        </p:blipFill>
        <p:spPr>
          <a:xfrm>
            <a:off x="5774724" y="2125686"/>
            <a:ext cx="1145440" cy="818569"/>
          </a:xfrm>
          <a:prstGeom prst="rect">
            <a:avLst/>
          </a:prstGeom>
          <a:noFill/>
          <a:ln>
            <a:noFill/>
          </a:ln>
          <a:effectLst>
            <a:outerShdw blurRad="71438" dist="19050" dir="5400000" algn="bl" rotWithShape="0">
              <a:srgbClr val="000000">
                <a:alpha val="17647"/>
              </a:srgbClr>
            </a:outerShdw>
          </a:effectLst>
        </p:spPr>
      </p:pic>
      <p:pic>
        <p:nvPicPr>
          <p:cNvPr id="942" name="Google Shape;942;g31d111e6b28_1_905"/>
          <p:cNvPicPr preferRelativeResize="0"/>
          <p:nvPr/>
        </p:nvPicPr>
        <p:blipFill rotWithShape="1">
          <a:blip r:embed="rId8">
            <a:alphaModFix/>
          </a:blip>
          <a:srcRect/>
          <a:stretch/>
        </p:blipFill>
        <p:spPr>
          <a:xfrm>
            <a:off x="7001468" y="2125686"/>
            <a:ext cx="1145440" cy="819954"/>
          </a:xfrm>
          <a:prstGeom prst="rect">
            <a:avLst/>
          </a:prstGeom>
          <a:noFill/>
          <a:ln>
            <a:noFill/>
          </a:ln>
          <a:effectLst>
            <a:outerShdw blurRad="71438" dist="19050" dir="5400000" algn="bl" rotWithShape="0">
              <a:srgbClr val="000000">
                <a:alpha val="17647"/>
              </a:srgbClr>
            </a:outerShdw>
          </a:effectLst>
        </p:spPr>
      </p:pic>
      <p:pic>
        <p:nvPicPr>
          <p:cNvPr id="943" name="Google Shape;943;g31d111e6b28_1_905"/>
          <p:cNvPicPr preferRelativeResize="0"/>
          <p:nvPr/>
        </p:nvPicPr>
        <p:blipFill rotWithShape="1">
          <a:blip r:embed="rId9">
            <a:alphaModFix/>
          </a:blip>
          <a:srcRect/>
          <a:stretch/>
        </p:blipFill>
        <p:spPr>
          <a:xfrm>
            <a:off x="868743" y="3060070"/>
            <a:ext cx="1145440" cy="819954"/>
          </a:xfrm>
          <a:prstGeom prst="rect">
            <a:avLst/>
          </a:prstGeom>
          <a:noFill/>
          <a:ln>
            <a:noFill/>
          </a:ln>
          <a:effectLst>
            <a:outerShdw blurRad="71438" dist="19050" dir="5400000" algn="bl" rotWithShape="0">
              <a:srgbClr val="000000">
                <a:alpha val="17647"/>
              </a:srgbClr>
            </a:outerShdw>
          </a:effectLst>
        </p:spPr>
      </p:pic>
      <p:pic>
        <p:nvPicPr>
          <p:cNvPr id="944" name="Google Shape;944;g31d111e6b28_1_905"/>
          <p:cNvPicPr preferRelativeResize="0"/>
          <p:nvPr/>
        </p:nvPicPr>
        <p:blipFill rotWithShape="1">
          <a:blip r:embed="rId10">
            <a:alphaModFix/>
          </a:blip>
          <a:srcRect/>
          <a:stretch/>
        </p:blipFill>
        <p:spPr>
          <a:xfrm>
            <a:off x="2094530" y="3060070"/>
            <a:ext cx="1145440" cy="819954"/>
          </a:xfrm>
          <a:prstGeom prst="rect">
            <a:avLst/>
          </a:prstGeom>
          <a:noFill/>
          <a:ln>
            <a:noFill/>
          </a:ln>
          <a:effectLst>
            <a:outerShdw blurRad="71438" dist="19050" dir="5400000" algn="bl" rotWithShape="0">
              <a:srgbClr val="000000">
                <a:alpha val="17647"/>
              </a:srgbClr>
            </a:outerShdw>
          </a:effectLst>
        </p:spPr>
      </p:pic>
      <p:pic>
        <p:nvPicPr>
          <p:cNvPr id="945" name="Google Shape;945;g31d111e6b28_1_905"/>
          <p:cNvPicPr preferRelativeResize="0"/>
          <p:nvPr/>
        </p:nvPicPr>
        <p:blipFill rotWithShape="1">
          <a:blip r:embed="rId11">
            <a:alphaModFix/>
          </a:blip>
          <a:srcRect/>
          <a:stretch/>
        </p:blipFill>
        <p:spPr>
          <a:xfrm>
            <a:off x="3320325" y="3060768"/>
            <a:ext cx="1146826" cy="818569"/>
          </a:xfrm>
          <a:prstGeom prst="rect">
            <a:avLst/>
          </a:prstGeom>
          <a:noFill/>
          <a:ln>
            <a:noFill/>
          </a:ln>
          <a:effectLst>
            <a:outerShdw blurRad="71438" dist="19050" dir="5400000" algn="bl" rotWithShape="0">
              <a:srgbClr val="000000">
                <a:alpha val="17647"/>
              </a:srgbClr>
            </a:outerShdw>
          </a:effectLst>
        </p:spPr>
      </p:pic>
      <p:pic>
        <p:nvPicPr>
          <p:cNvPr id="946" name="Google Shape;946;g31d111e6b28_1_905"/>
          <p:cNvPicPr preferRelativeResize="0"/>
          <p:nvPr/>
        </p:nvPicPr>
        <p:blipFill rotWithShape="1">
          <a:blip r:embed="rId12">
            <a:alphaModFix/>
          </a:blip>
          <a:srcRect/>
          <a:stretch/>
        </p:blipFill>
        <p:spPr>
          <a:xfrm>
            <a:off x="4547500" y="3060768"/>
            <a:ext cx="1146826" cy="818569"/>
          </a:xfrm>
          <a:prstGeom prst="rect">
            <a:avLst/>
          </a:prstGeom>
          <a:noFill/>
          <a:ln>
            <a:noFill/>
          </a:ln>
          <a:effectLst>
            <a:outerShdw blurRad="71438" dist="19050" dir="5400000" algn="bl" rotWithShape="0">
              <a:srgbClr val="000000">
                <a:alpha val="17647"/>
              </a:srgbClr>
            </a:outerShdw>
          </a:effectLst>
        </p:spPr>
      </p:pic>
      <p:pic>
        <p:nvPicPr>
          <p:cNvPr id="947" name="Google Shape;947;g31d111e6b28_1_905"/>
          <p:cNvPicPr preferRelativeResize="0"/>
          <p:nvPr/>
        </p:nvPicPr>
        <p:blipFill rotWithShape="1">
          <a:blip r:embed="rId13">
            <a:alphaModFix/>
          </a:blip>
          <a:srcRect/>
          <a:stretch/>
        </p:blipFill>
        <p:spPr>
          <a:xfrm>
            <a:off x="5774675" y="3060768"/>
            <a:ext cx="1146826" cy="818569"/>
          </a:xfrm>
          <a:prstGeom prst="rect">
            <a:avLst/>
          </a:prstGeom>
          <a:noFill/>
          <a:ln>
            <a:noFill/>
          </a:ln>
          <a:effectLst>
            <a:outerShdw blurRad="71438" dist="19050" dir="5400000" algn="bl" rotWithShape="0">
              <a:srgbClr val="000000">
                <a:alpha val="17647"/>
              </a:srgbClr>
            </a:outerShdw>
          </a:effectLst>
        </p:spPr>
      </p:pic>
      <p:pic>
        <p:nvPicPr>
          <p:cNvPr id="948" name="Google Shape;948;g31d111e6b28_1_905"/>
          <p:cNvPicPr preferRelativeResize="0"/>
          <p:nvPr/>
        </p:nvPicPr>
        <p:blipFill rotWithShape="1">
          <a:blip r:embed="rId14">
            <a:alphaModFix/>
          </a:blip>
          <a:srcRect/>
          <a:stretch/>
        </p:blipFill>
        <p:spPr>
          <a:xfrm>
            <a:off x="7001850" y="3060070"/>
            <a:ext cx="1146826" cy="819954"/>
          </a:xfrm>
          <a:prstGeom prst="rect">
            <a:avLst/>
          </a:prstGeom>
          <a:noFill/>
          <a:ln>
            <a:noFill/>
          </a:ln>
          <a:effectLst>
            <a:outerShdw blurRad="71438" dist="19050" dir="5400000" algn="bl" rotWithShape="0">
              <a:srgbClr val="000000">
                <a:alpha val="17647"/>
              </a:srgbClr>
            </a:outerShdw>
          </a:effectLst>
        </p:spPr>
      </p:pic>
      <p:pic>
        <p:nvPicPr>
          <p:cNvPr id="949" name="Google Shape;949;g31d111e6b28_1_905"/>
          <p:cNvPicPr preferRelativeResize="0"/>
          <p:nvPr/>
        </p:nvPicPr>
        <p:blipFill rotWithShape="1">
          <a:blip r:embed="rId15">
            <a:alphaModFix/>
          </a:blip>
          <a:srcRect/>
          <a:stretch/>
        </p:blipFill>
        <p:spPr>
          <a:xfrm>
            <a:off x="868050" y="3995098"/>
            <a:ext cx="1146826" cy="818569"/>
          </a:xfrm>
          <a:prstGeom prst="rect">
            <a:avLst/>
          </a:prstGeom>
          <a:noFill/>
          <a:ln>
            <a:noFill/>
          </a:ln>
          <a:effectLst>
            <a:outerShdw blurRad="71438" dist="19050" dir="5400000" algn="bl" rotWithShape="0">
              <a:srgbClr val="000000">
                <a:alpha val="17647"/>
              </a:srgbClr>
            </a:outerShdw>
          </a:effectLst>
        </p:spPr>
      </p:pic>
      <p:pic>
        <p:nvPicPr>
          <p:cNvPr id="950" name="Google Shape;950;g31d111e6b28_1_905"/>
          <p:cNvPicPr preferRelativeResize="0"/>
          <p:nvPr/>
        </p:nvPicPr>
        <p:blipFill rotWithShape="1">
          <a:blip r:embed="rId16">
            <a:alphaModFix/>
          </a:blip>
          <a:srcRect/>
          <a:stretch/>
        </p:blipFill>
        <p:spPr>
          <a:xfrm>
            <a:off x="2094775" y="3995850"/>
            <a:ext cx="1146826" cy="819954"/>
          </a:xfrm>
          <a:prstGeom prst="rect">
            <a:avLst/>
          </a:prstGeom>
          <a:noFill/>
          <a:ln>
            <a:noFill/>
          </a:ln>
          <a:effectLst>
            <a:outerShdw blurRad="71438" dist="19050" dir="5400000" algn="bl" rotWithShape="0">
              <a:srgbClr val="000000">
                <a:alpha val="17647"/>
              </a:srgbClr>
            </a:outerShdw>
          </a:effectLst>
        </p:spPr>
      </p:pic>
      <p:pic>
        <p:nvPicPr>
          <p:cNvPr id="951" name="Google Shape;951;g31d111e6b28_1_905"/>
          <p:cNvPicPr preferRelativeResize="0"/>
          <p:nvPr/>
        </p:nvPicPr>
        <p:blipFill rotWithShape="1">
          <a:blip r:embed="rId17">
            <a:alphaModFix/>
          </a:blip>
          <a:srcRect/>
          <a:stretch/>
        </p:blipFill>
        <p:spPr>
          <a:xfrm>
            <a:off x="3321500" y="3995850"/>
            <a:ext cx="1146826" cy="819954"/>
          </a:xfrm>
          <a:prstGeom prst="rect">
            <a:avLst/>
          </a:prstGeom>
          <a:noFill/>
          <a:ln>
            <a:noFill/>
          </a:ln>
          <a:effectLst>
            <a:outerShdw blurRad="71438" dist="19050" dir="5400000" algn="bl" rotWithShape="0">
              <a:srgbClr val="000000">
                <a:alpha val="17647"/>
              </a:srgbClr>
            </a:outerShdw>
          </a:effectLst>
        </p:spPr>
      </p:pic>
      <p:pic>
        <p:nvPicPr>
          <p:cNvPr id="952" name="Google Shape;952;g31d111e6b28_1_905"/>
          <p:cNvPicPr preferRelativeResize="0"/>
          <p:nvPr/>
        </p:nvPicPr>
        <p:blipFill rotWithShape="1">
          <a:blip r:embed="rId18">
            <a:alphaModFix/>
          </a:blip>
          <a:srcRect/>
          <a:stretch/>
        </p:blipFill>
        <p:spPr>
          <a:xfrm>
            <a:off x="4548225" y="3994450"/>
            <a:ext cx="1146826" cy="819954"/>
          </a:xfrm>
          <a:prstGeom prst="rect">
            <a:avLst/>
          </a:prstGeom>
          <a:noFill/>
          <a:ln>
            <a:noFill/>
          </a:ln>
          <a:effectLst>
            <a:outerShdw blurRad="71438" dist="19050" dir="5400000" algn="bl" rotWithShape="0">
              <a:srgbClr val="000000">
                <a:alpha val="17647"/>
              </a:srgbClr>
            </a:outerShdw>
          </a:effectLst>
        </p:spPr>
      </p:pic>
      <p:pic>
        <p:nvPicPr>
          <p:cNvPr id="953" name="Google Shape;953;g31d111e6b28_1_905"/>
          <p:cNvPicPr preferRelativeResize="0"/>
          <p:nvPr/>
        </p:nvPicPr>
        <p:blipFill rotWithShape="1">
          <a:blip r:embed="rId19">
            <a:alphaModFix/>
          </a:blip>
          <a:srcRect/>
          <a:stretch/>
        </p:blipFill>
        <p:spPr>
          <a:xfrm>
            <a:off x="5774950" y="3995860"/>
            <a:ext cx="1146826" cy="818569"/>
          </a:xfrm>
          <a:prstGeom prst="rect">
            <a:avLst/>
          </a:prstGeom>
          <a:noFill/>
          <a:ln>
            <a:noFill/>
          </a:ln>
          <a:effectLst>
            <a:outerShdw blurRad="71438" dist="19050" dir="5400000" algn="bl" rotWithShape="0">
              <a:srgbClr val="000000">
                <a:alpha val="17647"/>
              </a:srgbClr>
            </a:outerShdw>
          </a:effectLst>
        </p:spPr>
      </p:pic>
      <p:pic>
        <p:nvPicPr>
          <p:cNvPr id="954" name="Google Shape;954;g31d111e6b28_1_905"/>
          <p:cNvPicPr preferRelativeResize="0"/>
          <p:nvPr/>
        </p:nvPicPr>
        <p:blipFill rotWithShape="1">
          <a:blip r:embed="rId20">
            <a:alphaModFix/>
          </a:blip>
          <a:srcRect/>
          <a:stretch/>
        </p:blipFill>
        <p:spPr>
          <a:xfrm>
            <a:off x="7001675" y="3994460"/>
            <a:ext cx="1146826" cy="818569"/>
          </a:xfrm>
          <a:prstGeom prst="rect">
            <a:avLst/>
          </a:prstGeom>
          <a:noFill/>
          <a:ln>
            <a:noFill/>
          </a:ln>
          <a:effectLst>
            <a:outerShdw blurRad="71438" dist="19050" dir="5400000" algn="bl" rotWithShape="0">
              <a:srgbClr val="000000">
                <a:alpha val="17647"/>
              </a:srgbClr>
            </a:outerShdw>
          </a:effectLst>
        </p:spPr>
      </p:pic>
      <p:pic>
        <p:nvPicPr>
          <p:cNvPr id="955" name="Google Shape;955;g31d111e6b28_1_905"/>
          <p:cNvPicPr preferRelativeResize="0"/>
          <p:nvPr/>
        </p:nvPicPr>
        <p:blipFill rotWithShape="1">
          <a:blip r:embed="rId21">
            <a:alphaModFix/>
          </a:blip>
          <a:srcRect/>
          <a:stretch/>
        </p:blipFill>
        <p:spPr>
          <a:xfrm>
            <a:off x="868050" y="4931618"/>
            <a:ext cx="1146826" cy="818569"/>
          </a:xfrm>
          <a:prstGeom prst="rect">
            <a:avLst/>
          </a:prstGeom>
          <a:noFill/>
          <a:ln>
            <a:noFill/>
          </a:ln>
          <a:effectLst>
            <a:outerShdw blurRad="71438" dist="19050" dir="5400000" algn="bl" rotWithShape="0">
              <a:srgbClr val="000000">
                <a:alpha val="17647"/>
              </a:srgbClr>
            </a:outerShdw>
          </a:effectLst>
        </p:spPr>
      </p:pic>
      <p:pic>
        <p:nvPicPr>
          <p:cNvPr id="956" name="Google Shape;956;g31d111e6b28_1_905"/>
          <p:cNvPicPr preferRelativeResize="0"/>
          <p:nvPr/>
        </p:nvPicPr>
        <p:blipFill rotWithShape="1">
          <a:blip r:embed="rId22">
            <a:alphaModFix/>
          </a:blip>
          <a:srcRect/>
          <a:stretch/>
        </p:blipFill>
        <p:spPr>
          <a:xfrm>
            <a:off x="2094775" y="4931632"/>
            <a:ext cx="1146826" cy="819954"/>
          </a:xfrm>
          <a:prstGeom prst="rect">
            <a:avLst/>
          </a:prstGeom>
          <a:noFill/>
          <a:ln>
            <a:noFill/>
          </a:ln>
          <a:effectLst>
            <a:outerShdw blurRad="71438" dist="19050" dir="5400000" algn="bl" rotWithShape="0">
              <a:srgbClr val="000000">
                <a:alpha val="17647"/>
              </a:srgbClr>
            </a:outerShdw>
          </a:effectLst>
        </p:spPr>
      </p:pic>
      <p:pic>
        <p:nvPicPr>
          <p:cNvPr id="957" name="Google Shape;957;g31d111e6b28_1_905"/>
          <p:cNvPicPr preferRelativeResize="0"/>
          <p:nvPr/>
        </p:nvPicPr>
        <p:blipFill rotWithShape="1">
          <a:blip r:embed="rId23">
            <a:alphaModFix/>
          </a:blip>
          <a:srcRect/>
          <a:stretch/>
        </p:blipFill>
        <p:spPr>
          <a:xfrm>
            <a:off x="3321500" y="4932318"/>
            <a:ext cx="1146826" cy="818569"/>
          </a:xfrm>
          <a:prstGeom prst="rect">
            <a:avLst/>
          </a:prstGeom>
          <a:noFill/>
          <a:ln>
            <a:noFill/>
          </a:ln>
          <a:effectLst>
            <a:outerShdw blurRad="71438" dist="19050" dir="5400000" algn="bl" rotWithShape="0">
              <a:srgbClr val="000000">
                <a:alpha val="17647"/>
              </a:srgbClr>
            </a:outerShdw>
          </a:effectLst>
        </p:spPr>
      </p:pic>
      <p:pic>
        <p:nvPicPr>
          <p:cNvPr id="958" name="Google Shape;958;g31d111e6b28_1_905"/>
          <p:cNvPicPr preferRelativeResize="0"/>
          <p:nvPr/>
        </p:nvPicPr>
        <p:blipFill rotWithShape="1">
          <a:blip r:embed="rId24">
            <a:alphaModFix/>
          </a:blip>
          <a:srcRect/>
          <a:stretch/>
        </p:blipFill>
        <p:spPr>
          <a:xfrm>
            <a:off x="4548225" y="4929532"/>
            <a:ext cx="1146826" cy="819954"/>
          </a:xfrm>
          <a:prstGeom prst="rect">
            <a:avLst/>
          </a:prstGeom>
          <a:noFill/>
          <a:ln>
            <a:noFill/>
          </a:ln>
          <a:effectLst>
            <a:outerShdw blurRad="71438" dist="19050" dir="5400000" algn="bl" rotWithShape="0">
              <a:srgbClr val="000000">
                <a:alpha val="17647"/>
              </a:srgbClr>
            </a:outerShdw>
          </a:effectLst>
        </p:spPr>
      </p:pic>
      <p:pic>
        <p:nvPicPr>
          <p:cNvPr id="959" name="Google Shape;959;g31d111e6b28_1_905"/>
          <p:cNvPicPr preferRelativeResize="0"/>
          <p:nvPr/>
        </p:nvPicPr>
        <p:blipFill rotWithShape="1">
          <a:blip r:embed="rId25">
            <a:alphaModFix/>
          </a:blip>
          <a:srcRect/>
          <a:stretch/>
        </p:blipFill>
        <p:spPr>
          <a:xfrm>
            <a:off x="5774950" y="4930957"/>
            <a:ext cx="1146826" cy="819954"/>
          </a:xfrm>
          <a:prstGeom prst="rect">
            <a:avLst/>
          </a:prstGeom>
          <a:noFill/>
          <a:ln>
            <a:noFill/>
          </a:ln>
          <a:effectLst>
            <a:outerShdw blurRad="71438" dist="19050" dir="5400000" algn="bl" rotWithShape="0">
              <a:srgbClr val="000000">
                <a:alpha val="17647"/>
              </a:srgbClr>
            </a:outerShdw>
          </a:effectLst>
        </p:spPr>
      </p:pic>
      <p:pic>
        <p:nvPicPr>
          <p:cNvPr id="960" name="Google Shape;960;g31d111e6b28_1_905"/>
          <p:cNvPicPr preferRelativeResize="0"/>
          <p:nvPr/>
        </p:nvPicPr>
        <p:blipFill rotWithShape="1">
          <a:blip r:embed="rId26">
            <a:alphaModFix/>
          </a:blip>
          <a:srcRect/>
          <a:stretch/>
        </p:blipFill>
        <p:spPr>
          <a:xfrm>
            <a:off x="7001668" y="4932318"/>
            <a:ext cx="1145440" cy="818569"/>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g2cdbdd193bb_0_37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a:t>
            </a:r>
            <a:r>
              <a:rPr lang="en-US" sz="2000"/>
              <a:t>.</a:t>
            </a:r>
            <a:endParaRPr sz="2000"/>
          </a:p>
        </p:txBody>
      </p:sp>
      <p:pic>
        <p:nvPicPr>
          <p:cNvPr id="967" name="Google Shape;967;g2cdbdd193bb_0_376"/>
          <p:cNvPicPr preferRelativeResize="0"/>
          <p:nvPr/>
        </p:nvPicPr>
        <p:blipFill rotWithShape="1">
          <a:blip r:embed="rId3">
            <a:alphaModFix/>
          </a:blip>
          <a:srcRect/>
          <a:stretch/>
        </p:blipFill>
        <p:spPr>
          <a:xfrm>
            <a:off x="867797" y="2125686"/>
            <a:ext cx="1147421" cy="819976"/>
          </a:xfrm>
          <a:prstGeom prst="rect">
            <a:avLst/>
          </a:prstGeom>
          <a:noFill/>
          <a:ln>
            <a:noFill/>
          </a:ln>
          <a:effectLst>
            <a:outerShdw blurRad="71438" dist="19050" dir="5400000" algn="bl" rotWithShape="0">
              <a:srgbClr val="000000">
                <a:alpha val="17647"/>
              </a:srgbClr>
            </a:outerShdw>
          </a:effectLst>
        </p:spPr>
      </p:pic>
      <p:pic>
        <p:nvPicPr>
          <p:cNvPr id="968" name="Google Shape;968;g2cdbdd193bb_0_376"/>
          <p:cNvPicPr preferRelativeResize="0"/>
          <p:nvPr/>
        </p:nvPicPr>
        <p:blipFill rotWithShape="1">
          <a:blip r:embed="rId4">
            <a:alphaModFix/>
          </a:blip>
          <a:srcRect/>
          <a:stretch/>
        </p:blipFill>
        <p:spPr>
          <a:xfrm>
            <a:off x="2094526" y="2125686"/>
            <a:ext cx="1145486" cy="819967"/>
          </a:xfrm>
          <a:prstGeom prst="rect">
            <a:avLst/>
          </a:prstGeom>
          <a:noFill/>
          <a:ln>
            <a:noFill/>
          </a:ln>
          <a:effectLst>
            <a:outerShdw blurRad="71438" dist="19050" dir="5400000" algn="bl" rotWithShape="0">
              <a:srgbClr val="000000">
                <a:alpha val="17647"/>
              </a:srgbClr>
            </a:outerShdw>
          </a:effectLst>
        </p:spPr>
      </p:pic>
      <p:pic>
        <p:nvPicPr>
          <p:cNvPr id="969" name="Google Shape;969;g2cdbdd193bb_0_376"/>
          <p:cNvPicPr preferRelativeResize="0"/>
          <p:nvPr/>
        </p:nvPicPr>
        <p:blipFill rotWithShape="1">
          <a:blip r:embed="rId5">
            <a:alphaModFix/>
          </a:blip>
          <a:srcRect/>
          <a:stretch/>
        </p:blipFill>
        <p:spPr>
          <a:xfrm>
            <a:off x="3321259" y="2125686"/>
            <a:ext cx="1145486" cy="818582"/>
          </a:xfrm>
          <a:prstGeom prst="rect">
            <a:avLst/>
          </a:prstGeom>
          <a:noFill/>
          <a:ln>
            <a:noFill/>
          </a:ln>
          <a:effectLst>
            <a:outerShdw blurRad="71438" dist="19050" dir="5400000" algn="bl" rotWithShape="0">
              <a:srgbClr val="000000">
                <a:alpha val="17647"/>
              </a:srgbClr>
            </a:outerShdw>
          </a:effectLst>
        </p:spPr>
      </p:pic>
      <p:pic>
        <p:nvPicPr>
          <p:cNvPr id="970" name="Google Shape;970;g2cdbdd193bb_0_376"/>
          <p:cNvPicPr preferRelativeResize="0"/>
          <p:nvPr/>
        </p:nvPicPr>
        <p:blipFill rotWithShape="1">
          <a:blip r:embed="rId6">
            <a:alphaModFix/>
          </a:blip>
          <a:srcRect/>
          <a:stretch/>
        </p:blipFill>
        <p:spPr>
          <a:xfrm>
            <a:off x="4547991" y="2125686"/>
            <a:ext cx="1145486" cy="819967"/>
          </a:xfrm>
          <a:prstGeom prst="rect">
            <a:avLst/>
          </a:prstGeom>
          <a:noFill/>
          <a:ln>
            <a:noFill/>
          </a:ln>
          <a:effectLst>
            <a:outerShdw blurRad="71438" dist="19050" dir="5400000" algn="bl" rotWithShape="0">
              <a:srgbClr val="000000">
                <a:alpha val="17647"/>
              </a:srgbClr>
            </a:outerShdw>
          </a:effectLst>
        </p:spPr>
      </p:pic>
      <p:pic>
        <p:nvPicPr>
          <p:cNvPr id="971" name="Google Shape;971;g2cdbdd193bb_0_376"/>
          <p:cNvPicPr preferRelativeResize="0"/>
          <p:nvPr/>
        </p:nvPicPr>
        <p:blipFill rotWithShape="1">
          <a:blip r:embed="rId7">
            <a:alphaModFix/>
          </a:blip>
          <a:srcRect/>
          <a:stretch/>
        </p:blipFill>
        <p:spPr>
          <a:xfrm>
            <a:off x="5774724" y="2125686"/>
            <a:ext cx="1145486" cy="819967"/>
          </a:xfrm>
          <a:prstGeom prst="rect">
            <a:avLst/>
          </a:prstGeom>
          <a:noFill/>
          <a:ln>
            <a:noFill/>
          </a:ln>
          <a:effectLst>
            <a:outerShdw blurRad="71438" dist="19050" dir="5400000" algn="bl" rotWithShape="0">
              <a:srgbClr val="000000">
                <a:alpha val="17647"/>
              </a:srgbClr>
            </a:outerShdw>
          </a:effectLst>
        </p:spPr>
      </p:pic>
      <p:pic>
        <p:nvPicPr>
          <p:cNvPr id="972" name="Google Shape;972;g2cdbdd193bb_0_376"/>
          <p:cNvPicPr preferRelativeResize="0"/>
          <p:nvPr/>
        </p:nvPicPr>
        <p:blipFill rotWithShape="1">
          <a:blip r:embed="rId8">
            <a:alphaModFix/>
          </a:blip>
          <a:srcRect/>
          <a:stretch/>
        </p:blipFill>
        <p:spPr>
          <a:xfrm>
            <a:off x="7003287" y="2125686"/>
            <a:ext cx="1145486" cy="818582"/>
          </a:xfrm>
          <a:prstGeom prst="rect">
            <a:avLst/>
          </a:prstGeom>
          <a:noFill/>
          <a:ln>
            <a:noFill/>
          </a:ln>
          <a:effectLst>
            <a:outerShdw blurRad="71438" dist="19050" dir="5400000" algn="bl" rotWithShape="0">
              <a:srgbClr val="000000">
                <a:alpha val="17647"/>
              </a:srgbClr>
            </a:outerShdw>
          </a:effectLst>
        </p:spPr>
      </p:pic>
      <p:pic>
        <p:nvPicPr>
          <p:cNvPr id="973" name="Google Shape;973;g2cdbdd193bb_0_376"/>
          <p:cNvPicPr preferRelativeResize="0"/>
          <p:nvPr/>
        </p:nvPicPr>
        <p:blipFill rotWithShape="1">
          <a:blip r:embed="rId9">
            <a:alphaModFix/>
          </a:blip>
          <a:srcRect/>
          <a:stretch/>
        </p:blipFill>
        <p:spPr>
          <a:xfrm>
            <a:off x="867797" y="3060070"/>
            <a:ext cx="1146871" cy="818582"/>
          </a:xfrm>
          <a:prstGeom prst="rect">
            <a:avLst/>
          </a:prstGeom>
          <a:noFill/>
          <a:ln>
            <a:noFill/>
          </a:ln>
          <a:effectLst>
            <a:outerShdw blurRad="71438" dist="19050" dir="5400000" algn="bl" rotWithShape="0">
              <a:srgbClr val="000000">
                <a:alpha val="17647"/>
              </a:srgbClr>
            </a:outerShdw>
          </a:effectLst>
        </p:spPr>
      </p:pic>
      <p:pic>
        <p:nvPicPr>
          <p:cNvPr id="974" name="Google Shape;974;g2cdbdd193bb_0_376"/>
          <p:cNvPicPr preferRelativeResize="0"/>
          <p:nvPr/>
        </p:nvPicPr>
        <p:blipFill rotWithShape="1">
          <a:blip r:embed="rId10">
            <a:alphaModFix/>
          </a:blip>
          <a:srcRect/>
          <a:stretch/>
        </p:blipFill>
        <p:spPr>
          <a:xfrm>
            <a:off x="2094526" y="3060070"/>
            <a:ext cx="1146871" cy="818582"/>
          </a:xfrm>
          <a:prstGeom prst="rect">
            <a:avLst/>
          </a:prstGeom>
          <a:noFill/>
          <a:ln>
            <a:noFill/>
          </a:ln>
          <a:effectLst>
            <a:outerShdw blurRad="71438" dist="19050" dir="5400000" algn="bl" rotWithShape="0">
              <a:srgbClr val="000000">
                <a:alpha val="17647"/>
              </a:srgbClr>
            </a:outerShdw>
          </a:effectLst>
        </p:spPr>
      </p:pic>
      <p:pic>
        <p:nvPicPr>
          <p:cNvPr id="975" name="Google Shape;975;g2cdbdd193bb_0_376"/>
          <p:cNvPicPr preferRelativeResize="0"/>
          <p:nvPr/>
        </p:nvPicPr>
        <p:blipFill rotWithShape="1">
          <a:blip r:embed="rId11">
            <a:alphaModFix/>
          </a:blip>
          <a:srcRect/>
          <a:stretch/>
        </p:blipFill>
        <p:spPr>
          <a:xfrm>
            <a:off x="3321259" y="3060070"/>
            <a:ext cx="1146871" cy="818582"/>
          </a:xfrm>
          <a:prstGeom prst="rect">
            <a:avLst/>
          </a:prstGeom>
          <a:noFill/>
          <a:ln>
            <a:noFill/>
          </a:ln>
          <a:effectLst>
            <a:outerShdw blurRad="71438" dist="19050" dir="5400000" algn="bl" rotWithShape="0">
              <a:srgbClr val="000000">
                <a:alpha val="17647"/>
              </a:srgbClr>
            </a:outerShdw>
          </a:effectLst>
        </p:spPr>
      </p:pic>
      <p:pic>
        <p:nvPicPr>
          <p:cNvPr id="976" name="Google Shape;976;g2cdbdd193bb_0_376"/>
          <p:cNvPicPr preferRelativeResize="0"/>
          <p:nvPr/>
        </p:nvPicPr>
        <p:blipFill rotWithShape="1">
          <a:blip r:embed="rId12">
            <a:alphaModFix/>
          </a:blip>
          <a:srcRect/>
          <a:stretch/>
        </p:blipFill>
        <p:spPr>
          <a:xfrm>
            <a:off x="4547991" y="3060070"/>
            <a:ext cx="1146871" cy="819967"/>
          </a:xfrm>
          <a:prstGeom prst="rect">
            <a:avLst/>
          </a:prstGeom>
          <a:noFill/>
          <a:ln>
            <a:noFill/>
          </a:ln>
          <a:effectLst>
            <a:outerShdw blurRad="71438" dist="19050" dir="5400000" algn="bl" rotWithShape="0">
              <a:srgbClr val="000000">
                <a:alpha val="17647"/>
              </a:srgbClr>
            </a:outerShdw>
          </a:effectLst>
        </p:spPr>
      </p:pic>
      <p:pic>
        <p:nvPicPr>
          <p:cNvPr id="977" name="Google Shape;977;g2cdbdd193bb_0_376"/>
          <p:cNvPicPr preferRelativeResize="0"/>
          <p:nvPr/>
        </p:nvPicPr>
        <p:blipFill rotWithShape="1">
          <a:blip r:embed="rId13">
            <a:alphaModFix/>
          </a:blip>
          <a:srcRect/>
          <a:stretch/>
        </p:blipFill>
        <p:spPr>
          <a:xfrm>
            <a:off x="5774724" y="3060070"/>
            <a:ext cx="1146871" cy="818582"/>
          </a:xfrm>
          <a:prstGeom prst="rect">
            <a:avLst/>
          </a:prstGeom>
          <a:noFill/>
          <a:ln>
            <a:noFill/>
          </a:ln>
          <a:effectLst>
            <a:outerShdw blurRad="71438" dist="19050" dir="5400000" algn="bl" rotWithShape="0">
              <a:srgbClr val="000000">
                <a:alpha val="17647"/>
              </a:srgbClr>
            </a:outerShdw>
          </a:effectLst>
        </p:spPr>
      </p:pic>
      <p:pic>
        <p:nvPicPr>
          <p:cNvPr id="978" name="Google Shape;978;g2cdbdd193bb_0_376"/>
          <p:cNvPicPr preferRelativeResize="0"/>
          <p:nvPr/>
        </p:nvPicPr>
        <p:blipFill rotWithShape="1">
          <a:blip r:embed="rId14">
            <a:alphaModFix/>
          </a:blip>
          <a:srcRect/>
          <a:stretch/>
        </p:blipFill>
        <p:spPr>
          <a:xfrm>
            <a:off x="7001902" y="3060070"/>
            <a:ext cx="1146871" cy="819967"/>
          </a:xfrm>
          <a:prstGeom prst="rect">
            <a:avLst/>
          </a:prstGeom>
          <a:noFill/>
          <a:ln>
            <a:noFill/>
          </a:ln>
          <a:effectLst>
            <a:outerShdw blurRad="71438" dist="19050" dir="5400000" algn="bl" rotWithShape="0">
              <a:srgbClr val="000000">
                <a:alpha val="17647"/>
              </a:srgbClr>
            </a:outerShdw>
          </a:effectLst>
        </p:spPr>
      </p:pic>
      <p:pic>
        <p:nvPicPr>
          <p:cNvPr id="979" name="Google Shape;979;g2cdbdd193bb_0_376"/>
          <p:cNvPicPr preferRelativeResize="0"/>
          <p:nvPr/>
        </p:nvPicPr>
        <p:blipFill rotWithShape="1">
          <a:blip r:embed="rId15">
            <a:alphaModFix/>
          </a:blip>
          <a:srcRect/>
          <a:stretch/>
        </p:blipFill>
        <p:spPr>
          <a:xfrm>
            <a:off x="867797" y="3995098"/>
            <a:ext cx="1146871" cy="819967"/>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84"/>
        <p:cNvGrpSpPr/>
        <p:nvPr/>
      </p:nvGrpSpPr>
      <p:grpSpPr>
        <a:xfrm>
          <a:off x="0" y="0"/>
          <a:ext cx="0" cy="0"/>
          <a:chOff x="0" y="0"/>
          <a:chExt cx="0" cy="0"/>
        </a:xfrm>
      </p:grpSpPr>
      <p:sp>
        <p:nvSpPr>
          <p:cNvPr id="985" name="Google Shape;985;g31d1479c8a7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86" name="Google Shape;986;g31d1479c8a7_0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87" name="Google Shape;987;g31d1479c8a7_0_8"/>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60"/>
              </a:srgbClr>
            </a:outerShdw>
          </a:effectLst>
        </p:spPr>
      </p:pic>
      <p:sp>
        <p:nvSpPr>
          <p:cNvPr id="988" name="Google Shape;988;g31d1479c8a7_0_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89" name="Google Shape;989;g31d1479c8a7_0_8"/>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t</a:t>
            </a:r>
            <a:r>
              <a:rPr lang="en-US" sz="4900">
                <a:solidFill>
                  <a:srgbClr val="993FA2"/>
                </a:solidFill>
                <a:latin typeface="Poppins"/>
                <a:ea typeface="Poppins"/>
                <a:cs typeface="Poppins"/>
                <a:sym typeface="Poppins"/>
              </a:rPr>
              <a:t>a</a:t>
            </a:r>
            <a:r>
              <a:rPr lang="en-US" sz="5800">
                <a:solidFill>
                  <a:srgbClr val="993FA2"/>
                </a:solidFill>
                <a:latin typeface="Jost"/>
                <a:ea typeface="Jost"/>
                <a:cs typeface="Jost"/>
                <a:sym typeface="Jost"/>
              </a:rPr>
              <a:t>r</a:t>
            </a:r>
            <a:r>
              <a:rPr lang="en-US" sz="5800">
                <a:solidFill>
                  <a:srgbClr val="2356AF"/>
                </a:solidFill>
                <a:latin typeface="Jost"/>
                <a:ea typeface="Jost"/>
                <a:cs typeface="Jost"/>
                <a:sym typeface="Jost"/>
              </a:rPr>
              <a:t>t</a:t>
            </a:r>
            <a:endParaRPr sz="5800" b="0" i="0" u="none" strike="noStrike" cap="none">
              <a:solidFill>
                <a:srgbClr val="2356AF"/>
              </a:solidFill>
              <a:latin typeface="Jost"/>
              <a:ea typeface="Jost"/>
              <a:cs typeface="Jost"/>
              <a:sym typeface="Jost"/>
            </a:endParaRPr>
          </a:p>
        </p:txBody>
      </p:sp>
      <p:sp>
        <p:nvSpPr>
          <p:cNvPr id="990" name="Google Shape;990;g31d1479c8a7_0_8"/>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M</a:t>
            </a:r>
            <a:r>
              <a:rPr lang="en-US" sz="4900">
                <a:solidFill>
                  <a:srgbClr val="993FA2"/>
                </a:solidFill>
                <a:latin typeface="Poppins"/>
                <a:ea typeface="Poppins"/>
                <a:cs typeface="Poppins"/>
                <a:sym typeface="Poppins"/>
              </a:rPr>
              <a:t>a</a:t>
            </a:r>
            <a:r>
              <a:rPr lang="en-US" sz="5800">
                <a:solidFill>
                  <a:srgbClr val="993FA2"/>
                </a:solidFill>
                <a:latin typeface="Jost"/>
                <a:ea typeface="Jost"/>
                <a:cs typeface="Jost"/>
                <a:sym typeface="Jost"/>
              </a:rPr>
              <a:t>r</a:t>
            </a:r>
            <a:r>
              <a:rPr lang="en-US" sz="5800">
                <a:solidFill>
                  <a:srgbClr val="2356AF"/>
                </a:solidFill>
                <a:latin typeface="Jost"/>
                <a:ea typeface="Jost"/>
                <a:cs typeface="Jost"/>
                <a:sym typeface="Jost"/>
              </a:rPr>
              <a:t>ch</a:t>
            </a:r>
            <a:endParaRPr sz="5800" b="0" i="0" u="none" strike="noStrike" cap="none">
              <a:solidFill>
                <a:srgbClr val="2356AF"/>
              </a:solidFill>
              <a:latin typeface="Jost"/>
              <a:ea typeface="Jost"/>
              <a:cs typeface="Jost"/>
              <a:sym typeface="Jost"/>
            </a:endParaRPr>
          </a:p>
        </p:txBody>
      </p:sp>
      <p:sp>
        <p:nvSpPr>
          <p:cNvPr id="991" name="Google Shape;991;g31d1479c8a7_0_8"/>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j</a:t>
            </a:r>
            <a:r>
              <a:rPr lang="en-US" sz="4900">
                <a:solidFill>
                  <a:srgbClr val="993FA2"/>
                </a:solidFill>
                <a:latin typeface="Poppins"/>
                <a:ea typeface="Poppins"/>
                <a:cs typeface="Poppins"/>
                <a:sym typeface="Poppins"/>
              </a:rPr>
              <a:t>a</a:t>
            </a:r>
            <a:r>
              <a:rPr lang="en-US" sz="5800">
                <a:solidFill>
                  <a:srgbClr val="993FA2"/>
                </a:solidFill>
                <a:latin typeface="Jost"/>
                <a:ea typeface="Jost"/>
                <a:cs typeface="Jost"/>
                <a:sym typeface="Jost"/>
              </a:rPr>
              <a:t>r</a:t>
            </a:r>
            <a:endParaRPr sz="5800" b="0" i="0" u="none" strike="noStrike" cap="none">
              <a:solidFill>
                <a:srgbClr val="993FA2"/>
              </a:solidFill>
              <a:latin typeface="Jost"/>
              <a:ea typeface="Jost"/>
              <a:cs typeface="Jost"/>
              <a:sym typeface="Jost"/>
            </a:endParaRPr>
          </a:p>
        </p:txBody>
      </p:sp>
      <p:sp>
        <p:nvSpPr>
          <p:cNvPr id="992" name="Google Shape;992;g31d1479c8a7_0_8"/>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46</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sp>
        <p:nvSpPr>
          <p:cNvPr id="998" name="Google Shape;998;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99" name="Google Shape;999;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1000" name="Google Shape;1000;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1001" name="Google Shape;1001;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1002" name="Google Shape;1002;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p</a:t>
            </a:r>
            <a:r>
              <a:rPr lang="en-US" sz="4900">
                <a:solidFill>
                  <a:srgbClr val="815137"/>
                </a:solidFill>
                <a:latin typeface="Poppins"/>
                <a:ea typeface="Poppins"/>
                <a:cs typeface="Poppins"/>
                <a:sym typeface="Poppins"/>
              </a:rPr>
              <a:t>a</a:t>
            </a:r>
            <a:r>
              <a:rPr lang="en-US" sz="5800">
                <a:solidFill>
                  <a:srgbClr val="815137"/>
                </a:solidFill>
                <a:latin typeface="Jost"/>
                <a:ea typeface="Jost"/>
                <a:cs typeface="Jost"/>
                <a:sym typeface="Jost"/>
              </a:rPr>
              <a:t>l</a:t>
            </a:r>
            <a:r>
              <a:rPr lang="en-US" sz="5800">
                <a:solidFill>
                  <a:srgbClr val="2356AF"/>
                </a:solidFill>
                <a:latin typeface="Jost"/>
                <a:ea typeface="Jost"/>
                <a:cs typeface="Jost"/>
                <a:sym typeface="Jost"/>
              </a:rPr>
              <a:t>m</a:t>
            </a:r>
            <a:endParaRPr sz="5800" b="0" i="0" u="none" strike="noStrike" cap="none">
              <a:solidFill>
                <a:srgbClr val="2356AF"/>
              </a:solidFill>
              <a:latin typeface="Jost"/>
              <a:ea typeface="Jost"/>
              <a:cs typeface="Jost"/>
              <a:sym typeface="Jost"/>
            </a:endParaRPr>
          </a:p>
        </p:txBody>
      </p:sp>
      <p:sp>
        <p:nvSpPr>
          <p:cNvPr id="1003" name="Google Shape;1003;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4900">
                <a:solidFill>
                  <a:srgbClr val="815137"/>
                </a:solidFill>
                <a:latin typeface="Poppins"/>
                <a:ea typeface="Poppins"/>
                <a:cs typeface="Poppins"/>
                <a:sym typeface="Poppins"/>
              </a:rPr>
              <a:t>a</a:t>
            </a:r>
            <a:r>
              <a:rPr lang="en-US" sz="5800">
                <a:solidFill>
                  <a:srgbClr val="815137"/>
                </a:solidFill>
                <a:latin typeface="Jost"/>
                <a:ea typeface="Jost"/>
                <a:cs typeface="Jost"/>
                <a:sym typeface="Jost"/>
              </a:rPr>
              <a:t>l</a:t>
            </a:r>
            <a:r>
              <a:rPr lang="en-US" sz="5800">
                <a:solidFill>
                  <a:srgbClr val="2356AF"/>
                </a:solidFill>
                <a:latin typeface="Jost"/>
                <a:ea typeface="Jost"/>
                <a:cs typeface="Jost"/>
                <a:sym typeface="Jost"/>
              </a:rPr>
              <a:t>mond</a:t>
            </a:r>
            <a:endParaRPr sz="5800" b="0" i="0" u="none" strike="noStrike" cap="none">
              <a:solidFill>
                <a:srgbClr val="2356AF"/>
              </a:solidFill>
              <a:latin typeface="Jost"/>
              <a:ea typeface="Jost"/>
              <a:cs typeface="Jost"/>
              <a:sym typeface="Jost"/>
            </a:endParaRPr>
          </a:p>
        </p:txBody>
      </p:sp>
      <p:sp>
        <p:nvSpPr>
          <p:cNvPr id="1004" name="Google Shape;1004;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h</a:t>
            </a:r>
            <a:r>
              <a:rPr lang="en-US" sz="4900">
                <a:solidFill>
                  <a:srgbClr val="815137"/>
                </a:solidFill>
                <a:latin typeface="Poppins"/>
                <a:ea typeface="Poppins"/>
                <a:cs typeface="Poppins"/>
                <a:sym typeface="Poppins"/>
              </a:rPr>
              <a:t>a</a:t>
            </a:r>
            <a:r>
              <a:rPr lang="en-US" sz="5800">
                <a:solidFill>
                  <a:srgbClr val="815137"/>
                </a:solidFill>
                <a:latin typeface="Jost"/>
                <a:ea typeface="Jost"/>
                <a:cs typeface="Jost"/>
                <a:sym typeface="Jost"/>
              </a:rPr>
              <a:t>l</a:t>
            </a:r>
            <a:r>
              <a:rPr lang="en-US" sz="5800">
                <a:solidFill>
                  <a:srgbClr val="2356AF"/>
                </a:solidFill>
                <a:latin typeface="Jost"/>
                <a:ea typeface="Jost"/>
                <a:cs typeface="Jost"/>
                <a:sym typeface="Jost"/>
              </a:rPr>
              <a:t>f</a:t>
            </a:r>
            <a:endParaRPr sz="5800" b="0" i="0" u="none" strike="noStrike" cap="none">
              <a:solidFill>
                <a:srgbClr val="2356AF"/>
              </a:solidFill>
              <a:latin typeface="Jost"/>
              <a:ea typeface="Jost"/>
              <a:cs typeface="Jost"/>
              <a:sym typeface="Jost"/>
            </a:endParaRPr>
          </a:p>
        </p:txBody>
      </p:sp>
      <p:sp>
        <p:nvSpPr>
          <p:cNvPr id="1005" name="Google Shape;1005;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67</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12" name="Google Shape;1012;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1013" name="Google Shape;1013;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
        <p:nvSpPr>
          <p:cNvPr id="1014" name="Google Shape;1014;g2c186218c5a_0_4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9"/>
        <p:cNvGrpSpPr/>
        <p:nvPr/>
      </p:nvGrpSpPr>
      <p:grpSpPr>
        <a:xfrm>
          <a:off x="0" y="0"/>
          <a:ext cx="0" cy="0"/>
          <a:chOff x="0" y="0"/>
          <a:chExt cx="0" cy="0"/>
        </a:xfrm>
      </p:grpSpPr>
      <p:sp>
        <p:nvSpPr>
          <p:cNvPr id="1020" name="Google Shape;1020;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21" name="Google Shape;1021;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22" name="Google Shape;1022;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3" name="Google Shape;1023;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4" name="Google Shape;1024;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5" name="Google Shape;1025;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6" name="Google Shape;1026;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7" name="Google Shape;1027;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8" name="Google Shape;1028;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9" name="Google Shape;1029;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0" name="Google Shape;1030;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31" name="Google Shape;1031;g2c4fb7f6616_1_0"/>
          <p:cNvGrpSpPr/>
          <p:nvPr/>
        </p:nvGrpSpPr>
        <p:grpSpPr>
          <a:xfrm>
            <a:off x="-550" y="6984600"/>
            <a:ext cx="8596479" cy="808600"/>
            <a:chOff x="-550" y="6984600"/>
            <a:chExt cx="8596479" cy="808600"/>
          </a:xfrm>
        </p:grpSpPr>
        <p:sp>
          <p:nvSpPr>
            <p:cNvPr id="1032" name="Google Shape;1032;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33" name="Google Shape;1033;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34" name="Google Shape;1034;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35" name="Google Shape;1035;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36" name="Google Shape;1036;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37" name="Google Shape;1037;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38" name="Google Shape;1038;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9" name="Google Shape;1039;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40" name="Google Shape;1040;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41" name="Google Shape;1041;g2c4fb7f6616_1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
        <p:nvSpPr>
          <p:cNvPr id="1042" name="Google Shape;1042;g2c4fb7f6616_1_0"/>
          <p:cNvSpPr/>
          <p:nvPr/>
        </p:nvSpPr>
        <p:spPr>
          <a:xfrm>
            <a:off x="291299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3" name="Google Shape;1043;g2c4fb7f6616_1_0"/>
          <p:cNvSpPr txBox="1"/>
          <p:nvPr/>
        </p:nvSpPr>
        <p:spPr>
          <a:xfrm>
            <a:off x="2343294" y="1308025"/>
            <a:ext cx="15294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2356AF"/>
                </a:solidFill>
                <a:latin typeface="Jost"/>
                <a:ea typeface="Jost"/>
                <a:cs typeface="Jost"/>
                <a:sym typeface="Jost"/>
              </a:rPr>
              <a:t>p</a:t>
            </a:r>
            <a:endParaRPr sz="15000">
              <a:solidFill>
                <a:srgbClr val="2356AF"/>
              </a:solidFill>
              <a:latin typeface="Jost"/>
              <a:ea typeface="Jost"/>
              <a:cs typeface="Jost"/>
              <a:sym typeface="Jost"/>
            </a:endParaRPr>
          </a:p>
        </p:txBody>
      </p:sp>
      <p:sp>
        <p:nvSpPr>
          <p:cNvPr id="1044" name="Google Shape;1044;g2c4fb7f6616_1_0"/>
          <p:cNvSpPr txBox="1"/>
          <p:nvPr/>
        </p:nvSpPr>
        <p:spPr>
          <a:xfrm>
            <a:off x="3377651" y="1408102"/>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815138"/>
                </a:solidFill>
                <a:latin typeface="Poppins"/>
                <a:ea typeface="Poppins"/>
                <a:cs typeface="Poppins"/>
                <a:sym typeface="Poppins"/>
              </a:rPr>
              <a:t>a</a:t>
            </a:r>
            <a:endParaRPr sz="14000" b="0" i="0" u="none" strike="noStrike" cap="none">
              <a:solidFill>
                <a:srgbClr val="815138"/>
              </a:solidFill>
              <a:latin typeface="Jost"/>
              <a:ea typeface="Jost"/>
              <a:cs typeface="Jost"/>
              <a:sym typeface="Jost"/>
            </a:endParaRPr>
          </a:p>
        </p:txBody>
      </p:sp>
      <p:sp>
        <p:nvSpPr>
          <p:cNvPr id="1045" name="Google Shape;1045;g2c4fb7f6616_1_0"/>
          <p:cNvSpPr/>
          <p:nvPr/>
        </p:nvSpPr>
        <p:spPr>
          <a:xfrm>
            <a:off x="3793981" y="4011900"/>
            <a:ext cx="1529400" cy="180000"/>
          </a:xfrm>
          <a:prstGeom prst="rect">
            <a:avLst/>
          </a:prstGeom>
          <a:solidFill>
            <a:srgbClr val="8151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6" name="Google Shape;1046;g2c4fb7f6616_1_0"/>
          <p:cNvSpPr/>
          <p:nvPr/>
        </p:nvSpPr>
        <p:spPr>
          <a:xfrm>
            <a:off x="578741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7" name="Google Shape;1047;g2c4fb7f6616_1_0"/>
          <p:cNvSpPr txBox="1"/>
          <p:nvPr/>
        </p:nvSpPr>
        <p:spPr>
          <a:xfrm>
            <a:off x="5164206" y="1308025"/>
            <a:ext cx="16365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2356AF"/>
                </a:solidFill>
                <a:latin typeface="Jost"/>
                <a:ea typeface="Jost"/>
                <a:cs typeface="Jost"/>
                <a:sym typeface="Jost"/>
              </a:rPr>
              <a:t>m</a:t>
            </a:r>
            <a:endParaRPr sz="15000">
              <a:solidFill>
                <a:srgbClr val="2356AF"/>
              </a:solidFill>
              <a:latin typeface="Jost"/>
              <a:ea typeface="Jost"/>
              <a:cs typeface="Jost"/>
              <a:sym typeface="Jost"/>
            </a:endParaRPr>
          </a:p>
        </p:txBody>
      </p:sp>
      <p:sp>
        <p:nvSpPr>
          <p:cNvPr id="1048" name="Google Shape;1048;g2c4fb7f6616_1_0"/>
          <p:cNvSpPr txBox="1"/>
          <p:nvPr/>
        </p:nvSpPr>
        <p:spPr>
          <a:xfrm>
            <a:off x="4558477" y="1308025"/>
            <a:ext cx="10809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815138"/>
                </a:solidFill>
                <a:latin typeface="Jost"/>
                <a:ea typeface="Jost"/>
                <a:cs typeface="Jost"/>
                <a:sym typeface="Jost"/>
              </a:rPr>
              <a:t>l</a:t>
            </a:r>
            <a:endParaRPr sz="15000">
              <a:solidFill>
                <a:srgbClr val="815138"/>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g31d1479c8a7_0_67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55" name="Google Shape;1055;g31d1479c8a7_0_67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56" name="Google Shape;1056;g31d1479c8a7_0_67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57" name="Google Shape;1057;g31d1479c8a7_0_676"/>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8" name="Google Shape;1058;g31d1479c8a7_0_676"/>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9" name="Google Shape;1059;g31d1479c8a7_0_676"/>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0" name="Google Shape;1060;g31d1479c8a7_0_67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1" name="Google Shape;1061;g31d1479c8a7_0_67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2" name="Google Shape;1062;g31d1479c8a7_0_676"/>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3" name="Google Shape;1063;g31d1479c8a7_0_676"/>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4" name="Google Shape;1064;g31d1479c8a7_0_676"/>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65" name="Google Shape;1065;g31d1479c8a7_0_676"/>
          <p:cNvGrpSpPr/>
          <p:nvPr/>
        </p:nvGrpSpPr>
        <p:grpSpPr>
          <a:xfrm>
            <a:off x="-550" y="6984600"/>
            <a:ext cx="8596479" cy="808600"/>
            <a:chOff x="-550" y="6984600"/>
            <a:chExt cx="8596479" cy="808600"/>
          </a:xfrm>
        </p:grpSpPr>
        <p:sp>
          <p:nvSpPr>
            <p:cNvPr id="1066" name="Google Shape;1066;g31d1479c8a7_0_676"/>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67" name="Google Shape;1067;g31d1479c8a7_0_676"/>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68" name="Google Shape;1068;g31d1479c8a7_0_676"/>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69" name="Google Shape;1069;g31d1479c8a7_0_676"/>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70" name="Google Shape;1070;g31d1479c8a7_0_676"/>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71" name="Google Shape;1071;g31d1479c8a7_0_676"/>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72" name="Google Shape;1072;g31d1479c8a7_0_676"/>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73" name="Google Shape;1073;g31d1479c8a7_0_676"/>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74" name="Google Shape;1074;g31d1479c8a7_0_676"/>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75" name="Google Shape;1075;g31d1479c8a7_0_676"/>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
        <p:nvSpPr>
          <p:cNvPr id="1076" name="Google Shape;1076;g31d1479c8a7_0_676"/>
          <p:cNvSpPr/>
          <p:nvPr/>
        </p:nvSpPr>
        <p:spPr>
          <a:xfrm>
            <a:off x="291299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7" name="Google Shape;1077;g31d1479c8a7_0_676"/>
          <p:cNvSpPr txBox="1"/>
          <p:nvPr/>
        </p:nvSpPr>
        <p:spPr>
          <a:xfrm>
            <a:off x="2343294" y="1308025"/>
            <a:ext cx="15294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2356AF"/>
                </a:solidFill>
                <a:latin typeface="Jost"/>
                <a:ea typeface="Jost"/>
                <a:cs typeface="Jost"/>
                <a:sym typeface="Jost"/>
              </a:rPr>
              <a:t>b</a:t>
            </a:r>
            <a:endParaRPr sz="15000">
              <a:solidFill>
                <a:srgbClr val="2356AF"/>
              </a:solidFill>
              <a:latin typeface="Jost"/>
              <a:ea typeface="Jost"/>
              <a:cs typeface="Jost"/>
              <a:sym typeface="Jost"/>
            </a:endParaRPr>
          </a:p>
        </p:txBody>
      </p:sp>
      <p:sp>
        <p:nvSpPr>
          <p:cNvPr id="1078" name="Google Shape;1078;g31d1479c8a7_0_676"/>
          <p:cNvSpPr txBox="1"/>
          <p:nvPr/>
        </p:nvSpPr>
        <p:spPr>
          <a:xfrm>
            <a:off x="3377651" y="1408102"/>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815138"/>
                </a:solidFill>
                <a:latin typeface="Poppins"/>
                <a:ea typeface="Poppins"/>
                <a:cs typeface="Poppins"/>
                <a:sym typeface="Poppins"/>
              </a:rPr>
              <a:t>a</a:t>
            </a:r>
            <a:endParaRPr sz="14000" b="0" i="0" u="none" strike="noStrike" cap="none">
              <a:solidFill>
                <a:srgbClr val="815138"/>
              </a:solidFill>
              <a:latin typeface="Jost"/>
              <a:ea typeface="Jost"/>
              <a:cs typeface="Jost"/>
              <a:sym typeface="Jost"/>
            </a:endParaRPr>
          </a:p>
        </p:txBody>
      </p:sp>
      <p:sp>
        <p:nvSpPr>
          <p:cNvPr id="1079" name="Google Shape;1079;g31d1479c8a7_0_676"/>
          <p:cNvSpPr/>
          <p:nvPr/>
        </p:nvSpPr>
        <p:spPr>
          <a:xfrm>
            <a:off x="3793981" y="4011900"/>
            <a:ext cx="1529400" cy="180000"/>
          </a:xfrm>
          <a:prstGeom prst="rect">
            <a:avLst/>
          </a:prstGeom>
          <a:solidFill>
            <a:srgbClr val="8151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0" name="Google Shape;1080;g31d1479c8a7_0_676"/>
          <p:cNvSpPr/>
          <p:nvPr/>
        </p:nvSpPr>
        <p:spPr>
          <a:xfrm>
            <a:off x="578741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1" name="Google Shape;1081;g31d1479c8a7_0_676"/>
          <p:cNvSpPr txBox="1"/>
          <p:nvPr/>
        </p:nvSpPr>
        <p:spPr>
          <a:xfrm>
            <a:off x="5164206" y="1308025"/>
            <a:ext cx="16365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2356AF"/>
                </a:solidFill>
                <a:latin typeface="Jost"/>
                <a:ea typeface="Jost"/>
                <a:cs typeface="Jost"/>
                <a:sym typeface="Jost"/>
              </a:rPr>
              <a:t>m</a:t>
            </a:r>
            <a:endParaRPr sz="15000">
              <a:solidFill>
                <a:srgbClr val="2356AF"/>
              </a:solidFill>
              <a:latin typeface="Jost"/>
              <a:ea typeface="Jost"/>
              <a:cs typeface="Jost"/>
              <a:sym typeface="Jost"/>
            </a:endParaRPr>
          </a:p>
        </p:txBody>
      </p:sp>
      <p:sp>
        <p:nvSpPr>
          <p:cNvPr id="1082" name="Google Shape;1082;g31d1479c8a7_0_676"/>
          <p:cNvSpPr txBox="1"/>
          <p:nvPr/>
        </p:nvSpPr>
        <p:spPr>
          <a:xfrm>
            <a:off x="4558477" y="1308025"/>
            <a:ext cx="10809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815138"/>
                </a:solidFill>
                <a:latin typeface="Jost"/>
                <a:ea typeface="Jost"/>
                <a:cs typeface="Jost"/>
                <a:sym typeface="Jost"/>
              </a:rPr>
              <a:t>l</a:t>
            </a:r>
            <a:endParaRPr sz="15000">
              <a:solidFill>
                <a:srgbClr val="815138"/>
              </a:solidFill>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89" name="Google Shape;1089;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90" name="Google Shape;1090;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
        <p:nvSpPr>
          <p:cNvPr id="1091" name="Google Shape;1091;g2c186218c5a_0_44"/>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98" name="Google Shape;109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99" name="Google Shape;1099;g26b641b03cd_0_204"/>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100" name="Google Shape;110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107" name="Google Shape;110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108" name="Google Shape;1108;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109" name="Google Shape;1109;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14"/>
        <p:cNvGrpSpPr/>
        <p:nvPr/>
      </p:nvGrpSpPr>
      <p:grpSpPr>
        <a:xfrm>
          <a:off x="0" y="0"/>
          <a:ext cx="0" cy="0"/>
          <a:chOff x="0" y="0"/>
          <a:chExt cx="0" cy="0"/>
        </a:xfrm>
      </p:grpSpPr>
      <p:sp>
        <p:nvSpPr>
          <p:cNvPr id="1115" name="Google Shape;1115;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16" name="Google Shape;1116;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117" name="Google Shape;1117;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118" name="Google Shape;1118;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23"/>
        <p:cNvGrpSpPr/>
        <p:nvPr/>
      </p:nvGrpSpPr>
      <p:grpSpPr>
        <a:xfrm>
          <a:off x="0" y="0"/>
          <a:ext cx="0" cy="0"/>
          <a:chOff x="0" y="0"/>
          <a:chExt cx="0" cy="0"/>
        </a:xfrm>
      </p:grpSpPr>
      <p:sp>
        <p:nvSpPr>
          <p:cNvPr id="1124" name="Google Shape;1124;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25" name="Google Shape;1125;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126" name="Google Shape;1126;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127" name="Google Shape;1127;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32"/>
        <p:cNvGrpSpPr/>
        <p:nvPr/>
      </p:nvGrpSpPr>
      <p:grpSpPr>
        <a:xfrm>
          <a:off x="0" y="0"/>
          <a:ext cx="0" cy="0"/>
          <a:chOff x="0" y="0"/>
          <a:chExt cx="0" cy="0"/>
        </a:xfrm>
      </p:grpSpPr>
      <p:sp>
        <p:nvSpPr>
          <p:cNvPr id="1133" name="Google Shape;1133;g26b641b03cd_0_301"/>
          <p:cNvSpPr txBox="1">
            <a:spLocks noGrp="1"/>
          </p:cNvSpPr>
          <p:nvPr>
            <p:ph type="title"/>
          </p:nvPr>
        </p:nvSpPr>
        <p:spPr>
          <a:xfrm>
            <a:off x="634475" y="5568500"/>
            <a:ext cx="7875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Teach Common Exception Words</a:t>
            </a:r>
            <a:endParaRPr/>
          </a:p>
        </p:txBody>
      </p:sp>
      <p:sp>
        <p:nvSpPr>
          <p:cNvPr id="1134" name="Google Shape;1134;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35" name="Google Shape;1135;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36" name="Google Shape;1136;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41"/>
        <p:cNvGrpSpPr/>
        <p:nvPr/>
      </p:nvGrpSpPr>
      <p:grpSpPr>
        <a:xfrm>
          <a:off x="0" y="0"/>
          <a:ext cx="0" cy="0"/>
          <a:chOff x="0" y="0"/>
          <a:chExt cx="0" cy="0"/>
        </a:xfrm>
      </p:grpSpPr>
      <p:sp>
        <p:nvSpPr>
          <p:cNvPr id="1142" name="Google Shape;114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43" name="Google Shape;1143;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44" name="Google Shape;1144;g26b641b03cd_0_308"/>
          <p:cNvSpPr txBox="1">
            <a:spLocks noGrp="1"/>
          </p:cNvSpPr>
          <p:nvPr>
            <p:ph type="title"/>
          </p:nvPr>
        </p:nvSpPr>
        <p:spPr>
          <a:xfrm>
            <a:off x="778575" y="5568500"/>
            <a:ext cx="7586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Teach Common Exception Words</a:t>
            </a:r>
            <a:endParaRPr/>
          </a:p>
        </p:txBody>
      </p:sp>
      <p:pic>
        <p:nvPicPr>
          <p:cNvPr id="1145" name="Google Shape;1145;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0"/>
        <p:cNvGrpSpPr/>
        <p:nvPr/>
      </p:nvGrpSpPr>
      <p:grpSpPr>
        <a:xfrm>
          <a:off x="0" y="0"/>
          <a:ext cx="0" cy="0"/>
          <a:chOff x="0" y="0"/>
          <a:chExt cx="0" cy="0"/>
        </a:xfrm>
      </p:grpSpPr>
      <p:sp>
        <p:nvSpPr>
          <p:cNvPr id="1151" name="Google Shape;1151;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2" name="Google Shape;1152;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53" name="Google Shape;1153;g1f3daf8a844_0_64"/>
          <p:cNvGrpSpPr/>
          <p:nvPr/>
        </p:nvGrpSpPr>
        <p:grpSpPr>
          <a:xfrm>
            <a:off x="3024000" y="209875"/>
            <a:ext cx="3096000" cy="454800"/>
            <a:chOff x="3024000" y="209875"/>
            <a:chExt cx="3096000" cy="454800"/>
          </a:xfrm>
        </p:grpSpPr>
        <p:sp>
          <p:nvSpPr>
            <p:cNvPr id="1154" name="Google Shape;1154;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5" name="Google Shape;1155;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156" name="Google Shape;1156;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57" name="Google Shape;1157;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8" name="Google Shape;1158;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9" name="Google Shape;1159;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60" name="Google Shape;1160;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61" name="Google Shape;1161;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62" name="Google Shape;1162;g1f3daf8a844_0_64"/>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h</a:t>
            </a:r>
            <a:endParaRPr sz="5500">
              <a:solidFill>
                <a:srgbClr val="2356AF"/>
              </a:solidFill>
              <a:latin typeface="Jost"/>
              <a:ea typeface="Jost"/>
              <a:cs typeface="Jost"/>
              <a:sym typeface="Jost"/>
            </a:endParaRPr>
          </a:p>
        </p:txBody>
      </p:sp>
      <p:sp>
        <p:nvSpPr>
          <p:cNvPr id="1163" name="Google Shape;1163;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64" name="Google Shape;1164;g1f3daf8a844_0_64"/>
          <p:cNvSpPr txBox="1"/>
          <p:nvPr/>
        </p:nvSpPr>
        <p:spPr>
          <a:xfrm>
            <a:off x="463965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l</a:t>
            </a:r>
            <a:endParaRPr sz="5500">
              <a:solidFill>
                <a:srgbClr val="993FA2"/>
              </a:solidFill>
              <a:latin typeface="Jost"/>
              <a:ea typeface="Jost"/>
              <a:cs typeface="Jost"/>
              <a:sym typeface="Jost"/>
            </a:endParaRPr>
          </a:p>
        </p:txBody>
      </p:sp>
      <p:sp>
        <p:nvSpPr>
          <p:cNvPr id="1165" name="Google Shape;1165;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66" name="Google Shape;1166;g1f3daf8a844_0_64"/>
          <p:cNvSpPr txBox="1"/>
          <p:nvPr/>
        </p:nvSpPr>
        <p:spPr>
          <a:xfrm>
            <a:off x="175749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67" name="Google Shape;1167;g1f3daf8a844_0_64"/>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n</a:t>
            </a:r>
            <a:endParaRPr sz="5500" b="0" i="0" u="none" strike="noStrike" cap="none">
              <a:solidFill>
                <a:srgbClr val="FFD403"/>
              </a:solidFill>
              <a:latin typeface="Jost"/>
              <a:ea typeface="Jost"/>
              <a:cs typeface="Jost"/>
              <a:sym typeface="Jost"/>
            </a:endParaRPr>
          </a:p>
        </p:txBody>
      </p:sp>
      <p:sp>
        <p:nvSpPr>
          <p:cNvPr id="1168" name="Google Shape;1168;g1f3daf8a844_0_64"/>
          <p:cNvSpPr txBox="1"/>
          <p:nvPr/>
        </p:nvSpPr>
        <p:spPr>
          <a:xfrm>
            <a:off x="29103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69" name="Google Shape;1169;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70" name="Google Shape;1170;g1f3daf8a844_0_64"/>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8000"/>
              <a:buFont typeface="Arial"/>
              <a:buNone/>
            </a:pPr>
            <a:r>
              <a:rPr lang="en-US" sz="5500">
                <a:solidFill>
                  <a:srgbClr val="2356AF"/>
                </a:solidFill>
                <a:latin typeface="Jost"/>
                <a:ea typeface="Jost"/>
                <a:cs typeface="Jost"/>
                <a:sym typeface="Jost"/>
              </a:rPr>
              <a:t>f</a:t>
            </a:r>
            <a:endParaRPr sz="5500" b="0" i="0" u="none" strike="noStrike" cap="none">
              <a:solidFill>
                <a:srgbClr val="FFD400"/>
              </a:solidFill>
              <a:latin typeface="Jost"/>
              <a:ea typeface="Jost"/>
              <a:cs typeface="Jost"/>
              <a:sym typeface="Jost"/>
            </a:endParaRPr>
          </a:p>
        </p:txBody>
      </p:sp>
      <p:sp>
        <p:nvSpPr>
          <p:cNvPr id="1171" name="Google Shape;1171;g1f3daf8a844_0_64"/>
          <p:cNvSpPr txBox="1"/>
          <p:nvPr/>
        </p:nvSpPr>
        <p:spPr>
          <a:xfrm>
            <a:off x="6368902" y="2160375"/>
            <a:ext cx="1017600" cy="75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8000"/>
              <a:buFont typeface="Arial"/>
              <a:buNone/>
            </a:pPr>
            <a:r>
              <a:rPr lang="en-US" sz="5500">
                <a:solidFill>
                  <a:srgbClr val="2356AF"/>
                </a:solidFill>
                <a:latin typeface="Jost"/>
                <a:ea typeface="Jost"/>
                <a:cs typeface="Jost"/>
                <a:sym typeface="Jost"/>
              </a:rPr>
              <a:t>d</a:t>
            </a:r>
            <a:endParaRPr sz="5500" b="0" i="0" u="none" strike="noStrike" cap="none">
              <a:solidFill>
                <a:srgbClr val="FFD400"/>
              </a:solidFill>
              <a:latin typeface="Jost"/>
              <a:ea typeface="Jost"/>
              <a:cs typeface="Jost"/>
              <a:sym typeface="Jost"/>
            </a:endParaRPr>
          </a:p>
        </p:txBody>
      </p:sp>
      <p:sp>
        <p:nvSpPr>
          <p:cNvPr id="1172" name="Google Shape;1172;g1f3daf8a844_0_64"/>
          <p:cNvSpPr txBox="1"/>
          <p:nvPr/>
        </p:nvSpPr>
        <p:spPr>
          <a:xfrm>
            <a:off x="2333951" y="99987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cxnSp>
        <p:nvCxnSpPr>
          <p:cNvPr id="1173" name="Google Shape;1173;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8"/>
        <p:cNvGrpSpPr/>
        <p:nvPr/>
      </p:nvGrpSpPr>
      <p:grpSpPr>
        <a:xfrm>
          <a:off x="0" y="0"/>
          <a:ext cx="0" cy="0"/>
          <a:chOff x="0" y="0"/>
          <a:chExt cx="0" cy="0"/>
        </a:xfrm>
      </p:grpSpPr>
      <p:sp>
        <p:nvSpPr>
          <p:cNvPr id="1179" name="Google Shape;1179;g31d1479c8a7_0_72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80" name="Google Shape;1180;g31d1479c8a7_0_72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81" name="Google Shape;1181;g31d1479c8a7_0_724"/>
          <p:cNvGrpSpPr/>
          <p:nvPr/>
        </p:nvGrpSpPr>
        <p:grpSpPr>
          <a:xfrm>
            <a:off x="3024000" y="209875"/>
            <a:ext cx="3096000" cy="454800"/>
            <a:chOff x="3024000" y="209875"/>
            <a:chExt cx="3096000" cy="454800"/>
          </a:xfrm>
        </p:grpSpPr>
        <p:sp>
          <p:nvSpPr>
            <p:cNvPr id="1182" name="Google Shape;1182;g31d1479c8a7_0_72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83" name="Google Shape;1183;g31d1479c8a7_0_72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184" name="Google Shape;1184;g31d1479c8a7_0_72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85" name="Google Shape;1185;g31d1479c8a7_0_724"/>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86" name="Google Shape;1186;g31d1479c8a7_0_72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87" name="Google Shape;1187;g31d1479c8a7_0_72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88" name="Google Shape;1188;g31d1479c8a7_0_72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89" name="Google Shape;1189;g31d1479c8a7_0_72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90" name="Google Shape;1190;g31d1479c8a7_0_724"/>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a:solidFill>
                  <a:srgbClr val="B7B7B7"/>
                </a:solidFill>
                <a:latin typeface="Jost"/>
                <a:ea typeface="Jost"/>
                <a:cs typeface="Jost"/>
                <a:sym typeface="Jost"/>
              </a:rPr>
              <a:t>c</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lf h</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lf p</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lm b</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lm c</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lm </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lmond</a:t>
            </a:r>
            <a:endParaRPr sz="1800" b="0" i="0" u="none" strike="noStrike" cap="none">
              <a:solidFill>
                <a:srgbClr val="B7B7B7"/>
              </a:solidFill>
              <a:latin typeface="Jost"/>
              <a:ea typeface="Jost"/>
              <a:cs typeface="Jost"/>
              <a:sym typeface="Jost"/>
            </a:endParaRPr>
          </a:p>
        </p:txBody>
      </p:sp>
      <p:cxnSp>
        <p:nvCxnSpPr>
          <p:cNvPr id="1191" name="Google Shape;1191;g31d1479c8a7_0_724"/>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92" name="Google Shape;1192;g31d1479c8a7_0_72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93" name="Google Shape;1193;g31d1479c8a7_0_724"/>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h</a:t>
            </a:r>
            <a:endParaRPr sz="5500">
              <a:solidFill>
                <a:srgbClr val="2356AF"/>
              </a:solidFill>
              <a:latin typeface="Jost"/>
              <a:ea typeface="Jost"/>
              <a:cs typeface="Jost"/>
              <a:sym typeface="Jost"/>
            </a:endParaRPr>
          </a:p>
        </p:txBody>
      </p:sp>
      <p:sp>
        <p:nvSpPr>
          <p:cNvPr id="1194" name="Google Shape;1194;g31d1479c8a7_0_72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95" name="Google Shape;1195;g31d1479c8a7_0_724"/>
          <p:cNvSpPr txBox="1"/>
          <p:nvPr/>
        </p:nvSpPr>
        <p:spPr>
          <a:xfrm>
            <a:off x="463965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l</a:t>
            </a:r>
            <a:endParaRPr sz="5500">
              <a:solidFill>
                <a:srgbClr val="993FA2"/>
              </a:solidFill>
              <a:latin typeface="Jost"/>
              <a:ea typeface="Jost"/>
              <a:cs typeface="Jost"/>
              <a:sym typeface="Jost"/>
            </a:endParaRPr>
          </a:p>
        </p:txBody>
      </p:sp>
      <p:sp>
        <p:nvSpPr>
          <p:cNvPr id="1196" name="Google Shape;1196;g31d1479c8a7_0_72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97" name="Google Shape;1197;g31d1479c8a7_0_724"/>
          <p:cNvSpPr txBox="1"/>
          <p:nvPr/>
        </p:nvSpPr>
        <p:spPr>
          <a:xfrm>
            <a:off x="175749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98" name="Google Shape;1198;g31d1479c8a7_0_724"/>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n</a:t>
            </a:r>
            <a:endParaRPr sz="5500" b="0" i="0" u="none" strike="noStrike" cap="none">
              <a:solidFill>
                <a:srgbClr val="FFD403"/>
              </a:solidFill>
              <a:latin typeface="Jost"/>
              <a:ea typeface="Jost"/>
              <a:cs typeface="Jost"/>
              <a:sym typeface="Jost"/>
            </a:endParaRPr>
          </a:p>
        </p:txBody>
      </p:sp>
      <p:sp>
        <p:nvSpPr>
          <p:cNvPr id="1199" name="Google Shape;1199;g31d1479c8a7_0_724"/>
          <p:cNvSpPr txBox="1"/>
          <p:nvPr/>
        </p:nvSpPr>
        <p:spPr>
          <a:xfrm>
            <a:off x="29103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200" name="Google Shape;1200;g31d1479c8a7_0_72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201" name="Google Shape;1201;g31d1479c8a7_0_724"/>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8000"/>
              <a:buFont typeface="Arial"/>
              <a:buNone/>
            </a:pPr>
            <a:r>
              <a:rPr lang="en-US" sz="5500">
                <a:solidFill>
                  <a:srgbClr val="2356AF"/>
                </a:solidFill>
                <a:latin typeface="Jost"/>
                <a:ea typeface="Jost"/>
                <a:cs typeface="Jost"/>
                <a:sym typeface="Jost"/>
              </a:rPr>
              <a:t>f</a:t>
            </a:r>
            <a:endParaRPr sz="5500" b="0" i="0" u="none" strike="noStrike" cap="none">
              <a:solidFill>
                <a:srgbClr val="FFD400"/>
              </a:solidFill>
              <a:latin typeface="Jost"/>
              <a:ea typeface="Jost"/>
              <a:cs typeface="Jost"/>
              <a:sym typeface="Jost"/>
            </a:endParaRPr>
          </a:p>
        </p:txBody>
      </p:sp>
      <p:sp>
        <p:nvSpPr>
          <p:cNvPr id="1202" name="Google Shape;1202;g31d1479c8a7_0_724"/>
          <p:cNvSpPr txBox="1"/>
          <p:nvPr/>
        </p:nvSpPr>
        <p:spPr>
          <a:xfrm>
            <a:off x="6368902" y="2160375"/>
            <a:ext cx="1017600" cy="75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8000"/>
              <a:buFont typeface="Arial"/>
              <a:buNone/>
            </a:pPr>
            <a:r>
              <a:rPr lang="en-US" sz="5500">
                <a:solidFill>
                  <a:srgbClr val="2356AF"/>
                </a:solidFill>
                <a:latin typeface="Jost"/>
                <a:ea typeface="Jost"/>
                <a:cs typeface="Jost"/>
                <a:sym typeface="Jost"/>
              </a:rPr>
              <a:t>d</a:t>
            </a:r>
            <a:endParaRPr sz="5500" b="0" i="0" u="none" strike="noStrike" cap="none">
              <a:solidFill>
                <a:srgbClr val="FFD400"/>
              </a:solidFill>
              <a:latin typeface="Jost"/>
              <a:ea typeface="Jost"/>
              <a:cs typeface="Jost"/>
              <a:sym typeface="Jost"/>
            </a:endParaRPr>
          </a:p>
        </p:txBody>
      </p:sp>
      <p:sp>
        <p:nvSpPr>
          <p:cNvPr id="1203" name="Google Shape;1203;g31d1479c8a7_0_724"/>
          <p:cNvSpPr txBox="1"/>
          <p:nvPr/>
        </p:nvSpPr>
        <p:spPr>
          <a:xfrm>
            <a:off x="2333951" y="99987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512</Words>
  <Application>Microsoft Office PowerPoint</Application>
  <PresentationFormat>On-screen Show (4:3)</PresentationFormat>
  <Paragraphs>174</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Poppins Medium</vt:lpstr>
      <vt:lpstr>Jost</vt:lpstr>
      <vt:lpstr>Calibri</vt:lpstr>
      <vt:lpstr>Poppins</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PowerPoint Presentation</vt:lpstr>
      <vt:lpstr>PowerPoint Presentation</vt:lpstr>
      <vt:lpstr>PowerPoint Presentation</vt:lpstr>
      <vt:lpstr>PowerPoint Presentation</vt:lpstr>
      <vt:lpstr>Review Phase 5.5 Common Exception Words  people wild child mind kind behind eye oh most only both though through who prove shoe beautiful climb Christmas school sugar love money any…</vt:lpstr>
      <vt:lpstr>…many friend very busy pretty once please asked bath path fast class after.</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Teach Common Exception Words</vt:lpstr>
      <vt:lpstr>Teach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2026-05-29T03:16:29Z</dcterms:modified>
</cp:coreProperties>
</file>