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6858000" type="screen4x3"/>
  <p:notesSz cx="6858000" cy="9144000"/>
  <p:embeddedFontLst>
    <p:embeddedFont>
      <p:font typeface="Jost" panose="020B0604020202020204" charset="0"/>
      <p:regular r:id="rId33"/>
      <p:bold r:id="rId34"/>
      <p:italic r:id="rId35"/>
      <p:boldItalic r:id="rId36"/>
    </p:embeddedFont>
    <p:embeddedFont>
      <p:font typeface="Nunito Black" pitchFamily="2" charset="0"/>
      <p:bold r:id="rId37"/>
      <p:boldItalic r:id="rId38"/>
    </p:embeddedFont>
    <p:embeddedFont>
      <p:font typeface="Poppins" panose="00000500000000000000" pitchFamily="2" charset="0"/>
      <p:regular r:id="rId39"/>
      <p:bold r:id="rId40"/>
      <p:italic r:id="rId41"/>
      <p:boldItalic r:id="rId42"/>
    </p:embeddedFont>
    <p:embeddedFont>
      <p:font typeface="Poppins Medium" panose="00000600000000000000" pitchFamily="2" charset="0"/>
      <p:regular r:id="rId43"/>
      <p:bold r:id="rId44"/>
      <p:italic r:id="rId45"/>
      <p:boldItalic r:id="rId46"/>
    </p:embeddedFont>
    <p:embeddedFont>
      <p:font typeface="Poppins SemiBold" panose="000007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h6TOnZhpcP/vcEmv1W+wlHchxu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418156-A27B-4465-865A-8A6F8ADFC027}">
  <a:tblStyle styleId="{1E418156-A27B-4465-865A-8A6F8ADFC027}"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font" Target="fonts/font1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font" Target="fonts/font17.fntdata"/><Relationship Id="rId5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2" name="Google Shape;70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3" name="Google Shape;70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2" name="Google Shape;73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3" name="Google Shape;73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8" name="Google Shape;768;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9" name="Google Shape;769;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1" name="Google Shape;79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2" name="Google Shape;81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6" name="Google Shape;846;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7" name="Google Shape;847;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3" name="Google Shape;893;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4" name="Google Shape;894;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1" name="Google Shape;92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cfd61f9eb9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cfd61f9eb9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cfd61f9eb9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2cfd61f9eb9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8" name="Google Shape;998;g2cfd61f9eb9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2cfd61f9eb9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2" name="Google Shape;104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7" name="Google Shape;1077;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8" name="Google Shape;1078;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6" name="Google Shape;1086;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7" name="Google Shape;1087;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2cfd61f9eb9_0_9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5" name="Google Shape;1095;g2cfd61f9eb9_0_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6" name="Google Shape;1096;g2cfd61f9eb9_0_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cfd61f9eb9_0_9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4" name="Google Shape;1104;g2cfd61f9eb9_0_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5" name="Google Shape;1105;g2cfd61f9eb9_0_9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2cfd61f9eb9_0_8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3" name="Google Shape;1113;g2cfd61f9eb9_0_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4" name="Google Shape;1114;g2cfd61f9eb9_0_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g2cfd61f9eb9_0_10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g2cfd61f9eb9_0_1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3" name="Google Shape;1123;g2cfd61f9eb9_0_10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1" name="Google Shape;113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2" name="Google Shape;113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g2cfd61f9eb9_0_1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7" name="Google Shape;1157;g2cfd61f9eb9_0_1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8" name="Google Shape;1158;g2cfd61f9eb9_0_1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Split Digraph 'a-e'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5 - Monday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21</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7.png"/><Relationship Id="rId7" Type="http://schemas.openxmlformats.org/officeDocument/2006/relationships/image" Target="../media/image6.png"/><Relationship Id="rId12" Type="http://schemas.openxmlformats.org/officeDocument/2006/relationships/slide" Target="slide2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22.xml"/><Relationship Id="rId5" Type="http://schemas.openxmlformats.org/officeDocument/2006/relationships/image" Target="../media/image5.png"/><Relationship Id="rId10" Type="http://schemas.openxmlformats.org/officeDocument/2006/relationships/slide" Target="slide12.xml"/><Relationship Id="rId4" Type="http://schemas.openxmlformats.org/officeDocument/2006/relationships/image" Target="../media/image8.png"/><Relationship Id="rId9" Type="http://schemas.openxmlformats.org/officeDocument/2006/relationships/slide" Target="slide10.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18" Type="http://schemas.openxmlformats.org/officeDocument/2006/relationships/image" Target="../media/image77.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 Type="http://schemas.openxmlformats.org/officeDocument/2006/relationships/notesSlide" Target="../notesSlides/notesSlide5.xml"/><Relationship Id="rId16"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6.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png"/><Relationship Id="rId2" Type="http://schemas.openxmlformats.org/officeDocument/2006/relationships/notesSlide" Target="../notesSlides/notesSlide6.xml"/><Relationship Id="rId16" Type="http://schemas.openxmlformats.org/officeDocument/2006/relationships/image" Target="../media/image91.png"/><Relationship Id="rId1" Type="http://schemas.openxmlformats.org/officeDocument/2006/relationships/slideLayout" Target="../slideLayouts/slideLayout3.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5" Type="http://schemas.openxmlformats.org/officeDocument/2006/relationships/image" Target="../media/image9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 Id="rId14" Type="http://schemas.openxmlformats.org/officeDocument/2006/relationships/image" Target="../media/image89.png"/></Relationships>
</file>

<file path=ppt/slides/_rels/slide7.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02.png"/><Relationship Id="rId18" Type="http://schemas.openxmlformats.org/officeDocument/2006/relationships/image" Target="../media/image107.png"/><Relationship Id="rId26" Type="http://schemas.openxmlformats.org/officeDocument/2006/relationships/image" Target="../media/image115.png"/><Relationship Id="rId3" Type="http://schemas.openxmlformats.org/officeDocument/2006/relationships/image" Target="../media/image92.png"/><Relationship Id="rId21" Type="http://schemas.openxmlformats.org/officeDocument/2006/relationships/image" Target="../media/image110.png"/><Relationship Id="rId7" Type="http://schemas.openxmlformats.org/officeDocument/2006/relationships/image" Target="../media/image96.png"/><Relationship Id="rId12" Type="http://schemas.openxmlformats.org/officeDocument/2006/relationships/image" Target="../media/image101.png"/><Relationship Id="rId17" Type="http://schemas.openxmlformats.org/officeDocument/2006/relationships/image" Target="../media/image106.png"/><Relationship Id="rId25" Type="http://schemas.openxmlformats.org/officeDocument/2006/relationships/image" Target="../media/image114.png"/><Relationship Id="rId2" Type="http://schemas.openxmlformats.org/officeDocument/2006/relationships/notesSlide" Target="../notesSlides/notesSlide7.xml"/><Relationship Id="rId16" Type="http://schemas.openxmlformats.org/officeDocument/2006/relationships/image" Target="../media/image105.png"/><Relationship Id="rId20" Type="http://schemas.openxmlformats.org/officeDocument/2006/relationships/image" Target="../media/image109.png"/><Relationship Id="rId29" Type="http://schemas.openxmlformats.org/officeDocument/2006/relationships/image" Target="../media/image118.png"/><Relationship Id="rId1" Type="http://schemas.openxmlformats.org/officeDocument/2006/relationships/slideLayout" Target="../slideLayouts/slideLayout3.xml"/><Relationship Id="rId6" Type="http://schemas.openxmlformats.org/officeDocument/2006/relationships/image" Target="../media/image95.png"/><Relationship Id="rId11" Type="http://schemas.openxmlformats.org/officeDocument/2006/relationships/image" Target="../media/image100.png"/><Relationship Id="rId24" Type="http://schemas.openxmlformats.org/officeDocument/2006/relationships/image" Target="../media/image113.png"/><Relationship Id="rId5" Type="http://schemas.openxmlformats.org/officeDocument/2006/relationships/image" Target="../media/image94.png"/><Relationship Id="rId15" Type="http://schemas.openxmlformats.org/officeDocument/2006/relationships/image" Target="../media/image104.png"/><Relationship Id="rId23" Type="http://schemas.openxmlformats.org/officeDocument/2006/relationships/image" Target="../media/image112.png"/><Relationship Id="rId28" Type="http://schemas.openxmlformats.org/officeDocument/2006/relationships/image" Target="../media/image117.png"/><Relationship Id="rId10" Type="http://schemas.openxmlformats.org/officeDocument/2006/relationships/image" Target="../media/image99.png"/><Relationship Id="rId19" Type="http://schemas.openxmlformats.org/officeDocument/2006/relationships/image" Target="../media/image108.png"/><Relationship Id="rId4" Type="http://schemas.openxmlformats.org/officeDocument/2006/relationships/image" Target="../media/image93.png"/><Relationship Id="rId9" Type="http://schemas.openxmlformats.org/officeDocument/2006/relationships/image" Target="../media/image98.png"/><Relationship Id="rId14" Type="http://schemas.openxmlformats.org/officeDocument/2006/relationships/image" Target="../media/image103.png"/><Relationship Id="rId22" Type="http://schemas.openxmlformats.org/officeDocument/2006/relationships/image" Target="../media/image111.png"/><Relationship Id="rId27" Type="http://schemas.openxmlformats.org/officeDocument/2006/relationships/image" Target="../media/image116.png"/><Relationship Id="rId30" Type="http://schemas.openxmlformats.org/officeDocument/2006/relationships/image" Target="../media/image119.png"/></Relationships>
</file>

<file path=ppt/slides/_rels/slide8.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3" Type="http://schemas.openxmlformats.org/officeDocument/2006/relationships/image" Target="../media/image120.png"/><Relationship Id="rId7" Type="http://schemas.openxmlformats.org/officeDocument/2006/relationships/image" Target="../media/image124.png"/><Relationship Id="rId12" Type="http://schemas.openxmlformats.org/officeDocument/2006/relationships/image" Target="../media/image129.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23.png"/><Relationship Id="rId11" Type="http://schemas.openxmlformats.org/officeDocument/2006/relationships/image" Target="../media/image128.png"/><Relationship Id="rId5" Type="http://schemas.openxmlformats.org/officeDocument/2006/relationships/image" Target="../media/image122.png"/><Relationship Id="rId15" Type="http://schemas.openxmlformats.org/officeDocument/2006/relationships/image" Target="../media/image132.png"/><Relationship Id="rId10" Type="http://schemas.openxmlformats.org/officeDocument/2006/relationships/image" Target="../media/image127.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s>
</file>

<file path=ppt/slides/_rels/slide9.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3" Type="http://schemas.openxmlformats.org/officeDocument/2006/relationships/image" Target="../media/image133.png"/><Relationship Id="rId7" Type="http://schemas.openxmlformats.org/officeDocument/2006/relationships/image" Target="../media/image137.png"/><Relationship Id="rId12" Type="http://schemas.openxmlformats.org/officeDocument/2006/relationships/image" Target="../media/image14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35.pn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 Id="rId14" Type="http://schemas.openxmlformats.org/officeDocument/2006/relationships/image" Target="../media/image14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Split Digraph 'a-e'</a:t>
            </a:r>
            <a:endParaRPr sz="3000"/>
          </a:p>
        </p:txBody>
      </p:sp>
      <p:sp>
        <p:nvSpPr>
          <p:cNvPr id="668" name="Google Shape;66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21</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{1E418156-A27B-4465-865A-8A6F8ADFC027}</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lt1"/>
                          </a:solidFill>
                          <a:latin typeface="Poppins"/>
                          <a:ea typeface="Poppins"/>
                          <a:cs typeface="Poppins"/>
                          <a:sym typeface="Poppins"/>
                        </a:rPr>
                        <a:t>a</a:t>
                      </a:r>
                      <a:r>
                        <a:rPr lang="en-US" sz="1800" u="none" strike="noStrike" cap="none">
                          <a:solidFill>
                            <a:schemeClr val="lt1"/>
                          </a:solidFill>
                          <a:latin typeface="Jost"/>
                          <a:ea typeface="Jost"/>
                          <a:cs typeface="Jost"/>
                          <a:sym typeface="Jost"/>
                        </a:rPr>
                        <a:t>-e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a:stretch/>
        </p:blipFill>
        <p:spPr>
          <a:xfrm rot="186068">
            <a:off x="4009466" y="4465909"/>
            <a:ext cx="2493520" cy="997851"/>
          </a:xfrm>
          <a:prstGeom prst="rect">
            <a:avLst/>
          </a:prstGeom>
          <a:noFill/>
          <a:ln>
            <a:noFill/>
          </a:ln>
          <a:effectLst>
            <a:outerShdw blurRad="71438" dist="38100" dir="5220000" algn="bl" rotWithShape="0">
              <a:srgbClr val="000000">
                <a:alpha val="21176"/>
              </a:srgbClr>
            </a:outerShdw>
          </a:effectLst>
        </p:spPr>
      </p:pic>
      <p:pic>
        <p:nvPicPr>
          <p:cNvPr id="671" name="Google Shape;671;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79" r="79"/>
          <a:stretch/>
        </p:blipFill>
        <p:spPr>
          <a:xfrm rot="540306">
            <a:off x="7336183" y="3887252"/>
            <a:ext cx="1208038" cy="1709827"/>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split digraph </a:t>
            </a:r>
            <a:r>
              <a:rPr lang="en-US">
                <a:solidFill>
                  <a:srgbClr val="8DC63F"/>
                </a:solidFill>
              </a:rPr>
              <a:t>a-e</a:t>
            </a:r>
            <a:r>
              <a:rPr lang="en-US"/>
              <a:t>.</a:t>
            </a:r>
            <a:endParaRPr/>
          </a:p>
        </p:txBody>
      </p:sp>
      <p:sp>
        <p:nvSpPr>
          <p:cNvPr id="679" name="Google Shape;679;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2 Common Exception Words </a:t>
            </a:r>
            <a:r>
              <a:rPr lang="en-US">
                <a:solidFill>
                  <a:srgbClr val="2356AF"/>
                </a:solidFill>
              </a:rPr>
              <a:t>as I is no go to into the put his has of pull full.</a:t>
            </a:r>
            <a:endParaRPr>
              <a:solidFill>
                <a:srgbClr val="2356AF"/>
              </a:solidFill>
            </a:endParaRPr>
          </a:p>
        </p:txBody>
      </p:sp>
      <p:sp>
        <p:nvSpPr>
          <p:cNvPr id="680" name="Google Shape;68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1" name="Google Shape;681;g2bee4f4af4b_0_204"/>
          <p:cNvSpPr txBox="1"/>
          <p:nvPr/>
        </p:nvSpPr>
        <p:spPr>
          <a:xfrm>
            <a:off x="2298951" y="5256529"/>
            <a:ext cx="12282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Letter Sounds</a:t>
            </a:r>
            <a:endParaRPr sz="1400" b="0" i="0" u="none" strike="noStrike" cap="none">
              <a:solidFill>
                <a:srgbClr val="000000"/>
              </a:solidFill>
              <a:latin typeface="Poppins Medium"/>
              <a:ea typeface="Poppins Medium"/>
              <a:cs typeface="Poppins Medium"/>
              <a:sym typeface="Poppins Medium"/>
            </a:endParaRPr>
          </a:p>
        </p:txBody>
      </p:sp>
      <p:pic>
        <p:nvPicPr>
          <p:cNvPr id="682" name="Google Shape;68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683" name="Google Shape;68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4" name="Google Shape;684;g2bee4f4af4b_0_204"/>
          <p:cNvSpPr txBox="1"/>
          <p:nvPr/>
        </p:nvSpPr>
        <p:spPr>
          <a:xfrm>
            <a:off x="3579206" y="5256529"/>
            <a:ext cx="12282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Decodable Words</a:t>
            </a:r>
            <a:endParaRPr sz="1400" b="0" i="0" u="none" strike="noStrike" cap="none">
              <a:solidFill>
                <a:srgbClr val="000000"/>
              </a:solidFill>
              <a:latin typeface="Poppins Medium"/>
              <a:ea typeface="Poppins Medium"/>
              <a:cs typeface="Poppins Medium"/>
              <a:sym typeface="Poppins Medium"/>
            </a:endParaRPr>
          </a:p>
        </p:txBody>
      </p:sp>
      <p:pic>
        <p:nvPicPr>
          <p:cNvPr id="685" name="Google Shape;685;g2bee4f4af4b_0_204"/>
          <p:cNvPicPr preferRelativeResize="0"/>
          <p:nvPr/>
        </p:nvPicPr>
        <p:blipFill rotWithShape="1">
          <a:blip r:embed="rId4">
            <a:alphaModFix/>
          </a:blip>
          <a:srcRect l="69" r="6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686" name="Google Shape;68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7" name="Google Shape;68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Phonemic Awareness Sounds</a:t>
            </a:r>
            <a:endParaRPr sz="1400" b="0" i="0" u="none" strike="noStrike" cap="none">
              <a:solidFill>
                <a:srgbClr val="000000"/>
              </a:solidFill>
              <a:latin typeface="Poppins Medium"/>
              <a:ea typeface="Poppins Medium"/>
              <a:cs typeface="Poppins Medium"/>
              <a:sym typeface="Poppins Medium"/>
            </a:endParaRPr>
          </a:p>
        </p:txBody>
      </p:sp>
      <p:pic>
        <p:nvPicPr>
          <p:cNvPr id="688" name="Google Shape;68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689" name="Google Shape;689;g2bee4f4af4b_0_204"/>
          <p:cNvSpPr txBox="1"/>
          <p:nvPr/>
        </p:nvSpPr>
        <p:spPr>
          <a:xfrm>
            <a:off x="60702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690" name="Google Shape;690;g2bee4f4af4b_0_204"/>
          <p:cNvSpPr txBox="1"/>
          <p:nvPr/>
        </p:nvSpPr>
        <p:spPr>
          <a:xfrm>
            <a:off x="58629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Words</a:t>
            </a:r>
            <a:endParaRPr sz="1400" b="0" i="0" u="none" strike="noStrike" cap="none">
              <a:solidFill>
                <a:srgbClr val="000000"/>
              </a:solidFill>
              <a:latin typeface="Poppins Medium"/>
              <a:ea typeface="Poppins Medium"/>
              <a:cs typeface="Poppins Medium"/>
              <a:sym typeface="Poppins Medium"/>
            </a:endParaRPr>
          </a:p>
        </p:txBody>
      </p:sp>
      <p:pic>
        <p:nvPicPr>
          <p:cNvPr id="691" name="Google Shape;691;g2bee4f4af4b_0_204"/>
          <p:cNvPicPr preferRelativeResize="0"/>
          <p:nvPr/>
        </p:nvPicPr>
        <p:blipFill rotWithShape="1">
          <a:blip r:embed="rId6">
            <a:alphaModFix/>
          </a:blip>
          <a:srcRect l="69" r="69"/>
          <a:stretch/>
        </p:blipFill>
        <p:spPr>
          <a:xfrm>
            <a:off x="6083646" y="4363493"/>
            <a:ext cx="786850" cy="590422"/>
          </a:xfrm>
          <a:prstGeom prst="rect">
            <a:avLst/>
          </a:prstGeom>
          <a:noFill/>
          <a:ln>
            <a:noFill/>
          </a:ln>
          <a:effectLst>
            <a:outerShdw blurRad="71438" dist="19050" dir="5220000" algn="bl" rotWithShape="0">
              <a:srgbClr val="D8D8D8"/>
            </a:outerShdw>
          </a:effectLst>
        </p:spPr>
      </p:pic>
      <p:sp>
        <p:nvSpPr>
          <p:cNvPr id="692" name="Google Shape;69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3" name="Google Shape;693;g2bee4f4af4b_0_204"/>
          <p:cNvSpPr txBox="1"/>
          <p:nvPr/>
        </p:nvSpPr>
        <p:spPr>
          <a:xfrm>
            <a:off x="4859461" y="5256529"/>
            <a:ext cx="10428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Alien Words</a:t>
            </a:r>
            <a:endParaRPr sz="1400" b="0" i="0" u="none" strike="noStrike" cap="none">
              <a:solidFill>
                <a:srgbClr val="000000"/>
              </a:solidFill>
              <a:latin typeface="Poppins Medium"/>
              <a:ea typeface="Poppins Medium"/>
              <a:cs typeface="Poppins Medium"/>
              <a:sym typeface="Poppins Medium"/>
            </a:endParaRPr>
          </a:p>
        </p:txBody>
      </p:sp>
      <p:pic>
        <p:nvPicPr>
          <p:cNvPr id="694" name="Google Shape;694;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5" name="Google Shape;695;g2bee4f4af4b_0_204">
            <a:hlinkClick r:id="rId8" action="ppaction://hlinksldjump"/>
          </p:cNvPr>
          <p:cNvSpPr/>
          <p:nvPr/>
        </p:nvSpPr>
        <p:spPr>
          <a:xfrm>
            <a:off x="3579204" y="372185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6" name="Google Shape;696;g2bee4f4af4b_0_204">
            <a:hlinkClick r:id="rId9" action="ppaction://hlinksldjump"/>
          </p:cNvPr>
          <p:cNvSpPr/>
          <p:nvPr/>
        </p:nvSpPr>
        <p:spPr>
          <a:xfrm>
            <a:off x="894420"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7" name="Google Shape;697;g2bee4f4af4b_0_204">
            <a:hlinkClick r:id="rId10" action="ppaction://hlinksldjump"/>
          </p:cNvPr>
          <p:cNvSpPr/>
          <p:nvPr/>
        </p:nvSpPr>
        <p:spPr>
          <a:xfrm>
            <a:off x="2433549" y="371821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g2bee4f4af4b_0_204">
            <a:hlinkClick r:id="rId11" action="ppaction://hlinksldjump"/>
          </p:cNvPr>
          <p:cNvSpPr/>
          <p:nvPr/>
        </p:nvSpPr>
        <p:spPr>
          <a:xfrm>
            <a:off x="4871764" y="367932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g2bee4f4af4b_0_204">
            <a:hlinkClick r:id="rId12" action="ppaction://hlinksldjump"/>
          </p:cNvPr>
          <p:cNvSpPr/>
          <p:nvPr/>
        </p:nvSpPr>
        <p:spPr>
          <a:xfrm>
            <a:off x="5966619"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6" name="Google Shape;706;g26b641b03cd_0_165"/>
          <p:cNvGrpSpPr/>
          <p:nvPr/>
        </p:nvGrpSpPr>
        <p:grpSpPr>
          <a:xfrm>
            <a:off x="930400" y="2053244"/>
            <a:ext cx="7283200" cy="3724851"/>
            <a:chOff x="930400" y="2129444"/>
            <a:chExt cx="7283200" cy="3724851"/>
          </a:xfrm>
        </p:grpSpPr>
        <p:pic>
          <p:nvPicPr>
            <p:cNvPr id="707" name="Google Shape;70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6" name="Google Shape;736;g26b7edf6e71_0_26"/>
          <p:cNvGrpSpPr/>
          <p:nvPr/>
        </p:nvGrpSpPr>
        <p:grpSpPr>
          <a:xfrm>
            <a:off x="930400" y="2053250"/>
            <a:ext cx="7283201" cy="2971674"/>
            <a:chOff x="930400" y="2129450"/>
            <a:chExt cx="7283201" cy="2971674"/>
          </a:xfrm>
        </p:grpSpPr>
        <p:pic>
          <p:nvPicPr>
            <p:cNvPr id="737" name="Google Shape;737;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7" name="Google Shape;747;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2" name="Google Shape;772;g2c298da1f27_0_417"/>
          <p:cNvPicPr preferRelativeResize="0"/>
          <p:nvPr/>
        </p:nvPicPr>
        <p:blipFill rotWithShape="1">
          <a:blip r:embed="rId3">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4">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5">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6">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7">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7" name="Google Shape;777;g2c298da1f27_0_417"/>
          <p:cNvPicPr preferRelativeResize="0"/>
          <p:nvPr/>
        </p:nvPicPr>
        <p:blipFill rotWithShape="1">
          <a:blip r:embed="rId8">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9">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10">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11">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12">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13">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14">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15">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16">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17">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18">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94" name="Google Shape;794;g26b7edf6e71_0_109"/>
          <p:cNvGrpSpPr/>
          <p:nvPr/>
        </p:nvGrpSpPr>
        <p:grpSpPr>
          <a:xfrm>
            <a:off x="865957" y="2135925"/>
            <a:ext cx="7282807" cy="2686611"/>
            <a:chOff x="867357" y="2129450"/>
            <a:chExt cx="7282807" cy="2686611"/>
          </a:xfrm>
        </p:grpSpPr>
        <p:pic>
          <p:nvPicPr>
            <p:cNvPr id="795" name="Google Shape;79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6" name="Google Shape;80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15" name="Google Shape;815;g2c298d33e0c_0_6"/>
          <p:cNvGrpSpPr/>
          <p:nvPr/>
        </p:nvGrpSpPr>
        <p:grpSpPr>
          <a:xfrm>
            <a:off x="866900" y="2079100"/>
            <a:ext cx="7281864" cy="2684601"/>
            <a:chOff x="868300" y="2129450"/>
            <a:chExt cx="7281864" cy="2684601"/>
          </a:xfrm>
        </p:grpSpPr>
        <p:pic>
          <p:nvPicPr>
            <p:cNvPr id="816" name="Google Shape;81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20" name="Google Shape;82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50" name="Google Shape;850;g2c298da1f27_0_455"/>
          <p:cNvGrpSpPr/>
          <p:nvPr/>
        </p:nvGrpSpPr>
        <p:grpSpPr>
          <a:xfrm>
            <a:off x="868300" y="2129450"/>
            <a:ext cx="7281864" cy="2684601"/>
            <a:chOff x="868300" y="2053250"/>
            <a:chExt cx="7281864" cy="2684601"/>
          </a:xfrm>
        </p:grpSpPr>
        <p:pic>
          <p:nvPicPr>
            <p:cNvPr id="851" name="Google Shape;851;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52" name="Google Shape;852;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53" name="Google Shape;853;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54" name="Google Shape;854;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55" name="Google Shape;855;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56" name="Google Shape;856;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57" name="Google Shape;857;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58" name="Google Shape;858;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59" name="Google Shape;859;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60" name="Google Shape;860;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61" name="Google Shape;861;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62" name="Google Shape;862;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63" name="Google Shape;863;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a:t>
            </a:r>
            <a:r>
              <a:rPr lang="en-US"/>
              <a:t>.</a:t>
            </a:r>
            <a:endParaRPr/>
          </a:p>
        </p:txBody>
      </p:sp>
      <p:pic>
        <p:nvPicPr>
          <p:cNvPr id="870" name="Google Shape;870;g2c298da1f27_1_0"/>
          <p:cNvPicPr preferRelativeResize="0"/>
          <p:nvPr/>
        </p:nvPicPr>
        <p:blipFill rotWithShape="1">
          <a:blip r:embed="rId3">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1_0"/>
          <p:cNvPicPr preferRelativeResize="0"/>
          <p:nvPr/>
        </p:nvPicPr>
        <p:blipFill rotWithShape="1">
          <a:blip r:embed="rId4">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1_0"/>
          <p:cNvPicPr preferRelativeResize="0"/>
          <p:nvPr/>
        </p:nvPicPr>
        <p:blipFill rotWithShape="1">
          <a:blip r:embed="rId5">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1_0"/>
          <p:cNvPicPr preferRelativeResize="0"/>
          <p:nvPr/>
        </p:nvPicPr>
        <p:blipFill rotWithShape="1">
          <a:blip r:embed="rId6">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1_0"/>
          <p:cNvPicPr preferRelativeResize="0"/>
          <p:nvPr/>
        </p:nvPicPr>
        <p:blipFill rotWithShape="1">
          <a:blip r:embed="rId7">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1_0"/>
          <p:cNvPicPr preferRelativeResize="0"/>
          <p:nvPr/>
        </p:nvPicPr>
        <p:blipFill rotWithShape="1">
          <a:blip r:embed="rId8">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1_0"/>
          <p:cNvPicPr preferRelativeResize="0"/>
          <p:nvPr/>
        </p:nvPicPr>
        <p:blipFill rotWithShape="1">
          <a:blip r:embed="rId9">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1_0"/>
          <p:cNvPicPr preferRelativeResize="0"/>
          <p:nvPr/>
        </p:nvPicPr>
        <p:blipFill rotWithShape="1">
          <a:blip r:embed="rId10">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1_0"/>
          <p:cNvPicPr preferRelativeResize="0"/>
          <p:nvPr/>
        </p:nvPicPr>
        <p:blipFill rotWithShape="1">
          <a:blip r:embed="rId1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1_0"/>
          <p:cNvPicPr preferRelativeResize="0"/>
          <p:nvPr/>
        </p:nvPicPr>
        <p:blipFill rotWithShape="1">
          <a:blip r:embed="rId1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1_0"/>
          <p:cNvPicPr preferRelativeResize="0"/>
          <p:nvPr/>
        </p:nvPicPr>
        <p:blipFill rotWithShape="1">
          <a:blip r:embed="rId1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1_0"/>
          <p:cNvPicPr preferRelativeResize="0"/>
          <p:nvPr/>
        </p:nvPicPr>
        <p:blipFill rotWithShape="1">
          <a:blip r:embed="rId1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88" name="Google Shape;888;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89" name="Google Shape;889;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90" name="Google Shape;890;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7" name="Google Shape;897;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8" name="Google Shape;898;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99" name="Google Shape;899;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6" name="Google Shape;90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07" name="Google Shape;907;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908" name="Google Shape;908;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5" name="Google Shape;915;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16" name="Google Shape;916;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917" name="Google Shape;917;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4" name="Google Shape;92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1" name="Google Shape;931;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2" name="Google Shape;932;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4" name="Google Shape;934;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8" name="Google Shape;938;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9" name="Google Shape;939;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0" name="Google Shape;940;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1" name="Google Shape;941;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2" name="Google Shape;942;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3" name="Google Shape;943;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4" name="Google Shape;944;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45" name="Google Shape;945;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7" name="Google Shape;947;g2c4fb7f6616_1_0"/>
          <p:cNvSpPr/>
          <p:nvPr/>
        </p:nvSpPr>
        <p:spPr>
          <a:xfrm>
            <a:off x="284165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8" name="Google Shape;948;g2c4fb7f6616_1_0"/>
          <p:cNvSpPr/>
          <p:nvPr/>
        </p:nvSpPr>
        <p:spPr>
          <a:xfrm>
            <a:off x="496829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9" name="Google Shape;949;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0" name="Google Shape;950;g2c4fb7f6616_1_0"/>
          <p:cNvSpPr txBox="1">
            <a:spLocks noGrp="1"/>
          </p:cNvSpPr>
          <p:nvPr>
            <p:ph type="subTitle" idx="4294967295"/>
          </p:nvPr>
        </p:nvSpPr>
        <p:spPr>
          <a:xfrm>
            <a:off x="439864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51" name="Google Shape;951;g2c4fb7f6616_1_0"/>
          <p:cNvSpPr txBox="1">
            <a:spLocks noGrp="1"/>
          </p:cNvSpPr>
          <p:nvPr>
            <p:ph type="subTitle" idx="4294967295"/>
          </p:nvPr>
        </p:nvSpPr>
        <p:spPr>
          <a:xfrm>
            <a:off x="221658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52" name="Google Shape;952;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4" name="Google Shape;954;g2c4fb7f6616_1_0"/>
          <p:cNvSpPr txBox="1">
            <a:spLocks noGrp="1"/>
          </p:cNvSpPr>
          <p:nvPr>
            <p:ph type="subTitle" idx="4294967295"/>
          </p:nvPr>
        </p:nvSpPr>
        <p:spPr>
          <a:xfrm>
            <a:off x="53427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955" name="Google Shape;955;g2c4fb7f6616_1_0"/>
          <p:cNvGrpSpPr/>
          <p:nvPr/>
        </p:nvGrpSpPr>
        <p:grpSpPr>
          <a:xfrm>
            <a:off x="4210063" y="1094950"/>
            <a:ext cx="1965912" cy="933225"/>
            <a:chOff x="4210063" y="1094950"/>
            <a:chExt cx="1965912" cy="933225"/>
          </a:xfrm>
        </p:grpSpPr>
        <p:sp>
          <p:nvSpPr>
            <p:cNvPr id="956" name="Google Shape;956;g2c4fb7f6616_1_0"/>
            <p:cNvSpPr/>
            <p:nvPr/>
          </p:nvSpPr>
          <p:spPr>
            <a:xfrm rot="-5400000">
              <a:off x="3850363" y="1524900"/>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c4fb7f6616_1_0"/>
            <p:cNvSpPr/>
            <p:nvPr/>
          </p:nvSpPr>
          <p:spPr>
            <a:xfrm>
              <a:off x="4210075" y="1094950"/>
              <a:ext cx="19659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c4fb7f6616_1_0"/>
            <p:cNvSpPr/>
            <p:nvPr/>
          </p:nvSpPr>
          <p:spPr>
            <a:xfrm rot="5400000">
              <a:off x="5677213" y="1529425"/>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959" name="Google Shape;959;g2c4fb7f6616_1_0"/>
          <p:cNvSpPr/>
          <p:nvPr/>
        </p:nvSpPr>
        <p:spPr>
          <a:xfrm>
            <a:off x="4083613"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0" name="Google Shape;960;g2c4fb7f6616_1_0"/>
          <p:cNvSpPr txBox="1"/>
          <p:nvPr/>
        </p:nvSpPr>
        <p:spPr>
          <a:xfrm>
            <a:off x="33701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F7941D"/>
                </a:solidFill>
                <a:latin typeface="Poppins"/>
                <a:ea typeface="Poppins"/>
                <a:cs typeface="Poppins"/>
                <a:sym typeface="Poppins"/>
              </a:rPr>
              <a:t>a</a:t>
            </a:r>
            <a:endParaRPr sz="14000" b="0" i="0" u="none" strike="noStrike" cap="none">
              <a:solidFill>
                <a:srgbClr val="F7941D"/>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cfd61f9eb9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7" name="Google Shape;967;g2cfd61f9eb9_0_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8" name="Google Shape;968;g2cfd61f9eb9_0_4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cfd61f9eb9_0_4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cfd61f9eb9_0_4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cfd61f9eb9_0_4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cfd61f9eb9_0_4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cfd61f9eb9_0_4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4" name="Google Shape;974;g2cfd61f9eb9_0_4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5" name="Google Shape;975;g2cfd61f9eb9_0_4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6" name="Google Shape;976;g2cfd61f9eb9_0_4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7" name="Google Shape;977;g2cfd61f9eb9_0_4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8" name="Google Shape;978;g2cfd61f9eb9_0_45"/>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9" name="Google Shape;979;g2cfd61f9eb9_0_4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0" name="Google Shape;980;g2cfd61f9eb9_0_4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1" name="Google Shape;981;g2cfd61f9eb9_0_4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cfd61f9eb9_0_45"/>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cfd61f9eb9_0_45"/>
          <p:cNvSpPr/>
          <p:nvPr/>
        </p:nvSpPr>
        <p:spPr>
          <a:xfrm>
            <a:off x="297028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cfd61f9eb9_0_45"/>
          <p:cNvSpPr/>
          <p:nvPr/>
        </p:nvSpPr>
        <p:spPr>
          <a:xfrm>
            <a:off x="482384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85" name="Google Shape;985;g2cfd61f9eb9_0_4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6" name="Google Shape;986;g2cfd61f9eb9_0_45"/>
          <p:cNvSpPr txBox="1">
            <a:spLocks noGrp="1"/>
          </p:cNvSpPr>
          <p:nvPr>
            <p:ph type="subTitle" idx="4294967295"/>
          </p:nvPr>
        </p:nvSpPr>
        <p:spPr>
          <a:xfrm>
            <a:off x="425414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87" name="Google Shape;987;g2cfd61f9eb9_0_45"/>
          <p:cNvSpPr txBox="1">
            <a:spLocks noGrp="1"/>
          </p:cNvSpPr>
          <p:nvPr>
            <p:ph type="subTitle" idx="4294967295"/>
          </p:nvPr>
        </p:nvSpPr>
        <p:spPr>
          <a:xfrm>
            <a:off x="240058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88" name="Google Shape;988;g2cfd61f9eb9_0_4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cfd61f9eb9_0_4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90" name="Google Shape;990;g2cfd61f9eb9_0_45"/>
          <p:cNvSpPr txBox="1">
            <a:spLocks noGrp="1"/>
          </p:cNvSpPr>
          <p:nvPr>
            <p:ph type="subTitle" idx="4294967295"/>
          </p:nvPr>
        </p:nvSpPr>
        <p:spPr>
          <a:xfrm>
            <a:off x="51903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sp>
        <p:nvSpPr>
          <p:cNvPr id="991" name="Google Shape;991;g2cfd61f9eb9_0_45"/>
          <p:cNvSpPr/>
          <p:nvPr/>
        </p:nvSpPr>
        <p:spPr>
          <a:xfrm rot="-5400000">
            <a:off x="3697963" y="1524900"/>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cfd61f9eb9_0_45"/>
          <p:cNvSpPr/>
          <p:nvPr/>
        </p:nvSpPr>
        <p:spPr>
          <a:xfrm>
            <a:off x="4057675" y="1094950"/>
            <a:ext cx="19659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cfd61f9eb9_0_45"/>
          <p:cNvSpPr/>
          <p:nvPr/>
        </p:nvSpPr>
        <p:spPr>
          <a:xfrm rot="5400000">
            <a:off x="5524813" y="1529425"/>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cfd61f9eb9_0_45"/>
          <p:cNvSpPr/>
          <p:nvPr/>
        </p:nvSpPr>
        <p:spPr>
          <a:xfrm>
            <a:off x="3931213"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2cfd61f9eb9_0_45"/>
          <p:cNvSpPr txBox="1"/>
          <p:nvPr/>
        </p:nvSpPr>
        <p:spPr>
          <a:xfrm>
            <a:off x="3233577"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F7941D"/>
                </a:solidFill>
                <a:latin typeface="Poppins"/>
                <a:ea typeface="Poppins"/>
                <a:cs typeface="Poppins"/>
                <a:sym typeface="Poppins"/>
              </a:rPr>
              <a:t>a</a:t>
            </a:r>
            <a:endParaRPr sz="14000" b="0" i="0" u="none" strike="noStrike" cap="none">
              <a:solidFill>
                <a:srgbClr val="F7941D"/>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2cfd61f9eb9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2" name="Google Shape;1002;g2cfd61f9eb9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3" name="Google Shape;1003;g2cfd61f9eb9_0_1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4" name="Google Shape;1004;g2cfd61f9eb9_0_1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5" name="Google Shape;1005;g2cfd61f9eb9_0_1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6" name="Google Shape;1006;g2cfd61f9eb9_0_1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7" name="Google Shape;1007;g2cfd61f9eb9_0_1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cfd61f9eb9_0_1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9" name="Google Shape;1009;g2cfd61f9eb9_0_1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0" name="Google Shape;1010;g2cfd61f9eb9_0_1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1" name="Google Shape;1011;g2cfd61f9eb9_0_1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2" name="Google Shape;1012;g2cfd61f9eb9_0_1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3" name="Google Shape;1013;g2cfd61f9eb9_0_13"/>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4" name="Google Shape;1014;g2cfd61f9eb9_0_1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5" name="Google Shape;1015;g2cfd61f9eb9_0_1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6" name="Google Shape;1016;g2cfd61f9eb9_0_1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7" name="Google Shape;1017;g2cfd61f9eb9_0_13"/>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8" name="Google Shape;1018;g2cfd61f9eb9_0_13"/>
          <p:cNvSpPr/>
          <p:nvPr/>
        </p:nvSpPr>
        <p:spPr>
          <a:xfrm>
            <a:off x="31082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9" name="Google Shape;1019;g2cfd61f9eb9_0_13"/>
          <p:cNvSpPr/>
          <p:nvPr/>
        </p:nvSpPr>
        <p:spPr>
          <a:xfrm>
            <a:off x="46778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20" name="Google Shape;1020;g2cfd61f9eb9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1" name="Google Shape;1021;g2cfd61f9eb9_0_13"/>
          <p:cNvSpPr txBox="1">
            <a:spLocks noGrp="1"/>
          </p:cNvSpPr>
          <p:nvPr>
            <p:ph type="subTitle" idx="4294967295"/>
          </p:nvPr>
        </p:nvSpPr>
        <p:spPr>
          <a:xfrm>
            <a:off x="41082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1022" name="Google Shape;1022;g2cfd61f9eb9_0_13"/>
          <p:cNvSpPr txBox="1">
            <a:spLocks noGrp="1"/>
          </p:cNvSpPr>
          <p:nvPr>
            <p:ph type="subTitle" idx="4294967295"/>
          </p:nvPr>
        </p:nvSpPr>
        <p:spPr>
          <a:xfrm>
            <a:off x="25385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1023" name="Google Shape;1023;g2cfd61f9eb9_0_1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4" name="Google Shape;1024;g2cfd61f9eb9_0_1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25" name="Google Shape;1025;g2cfd61f9eb9_0_13"/>
          <p:cNvSpPr txBox="1">
            <a:spLocks noGrp="1"/>
          </p:cNvSpPr>
          <p:nvPr>
            <p:ph type="subTitle" idx="4294967295"/>
          </p:nvPr>
        </p:nvSpPr>
        <p:spPr>
          <a:xfrm>
            <a:off x="50760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grpSp>
        <p:nvGrpSpPr>
          <p:cNvPr id="1026" name="Google Shape;1026;g2cfd61f9eb9_0_13"/>
          <p:cNvGrpSpPr/>
          <p:nvPr/>
        </p:nvGrpSpPr>
        <p:grpSpPr>
          <a:xfrm>
            <a:off x="3943363" y="1094950"/>
            <a:ext cx="1965900" cy="933225"/>
            <a:chOff x="3943363" y="1094950"/>
            <a:chExt cx="1965900" cy="933225"/>
          </a:xfrm>
        </p:grpSpPr>
        <p:sp>
          <p:nvSpPr>
            <p:cNvPr id="1027" name="Google Shape;1027;g2cfd61f9eb9_0_13"/>
            <p:cNvSpPr/>
            <p:nvPr/>
          </p:nvSpPr>
          <p:spPr>
            <a:xfrm rot="-5400000">
              <a:off x="3583663" y="1524900"/>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8" name="Google Shape;1028;g2cfd61f9eb9_0_13"/>
            <p:cNvSpPr/>
            <p:nvPr/>
          </p:nvSpPr>
          <p:spPr>
            <a:xfrm>
              <a:off x="3948050" y="1094950"/>
              <a:ext cx="19611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9" name="Google Shape;1029;g2cfd61f9eb9_0_13"/>
            <p:cNvSpPr/>
            <p:nvPr/>
          </p:nvSpPr>
          <p:spPr>
            <a:xfrm rot="5400000">
              <a:off x="5410513" y="1529425"/>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030" name="Google Shape;1030;g2cfd61f9eb9_0_13"/>
          <p:cNvSpPr/>
          <p:nvPr/>
        </p:nvSpPr>
        <p:spPr>
          <a:xfrm>
            <a:off x="3816913"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1" name="Google Shape;1031;g2cfd61f9eb9_0_13"/>
          <p:cNvSpPr txBox="1"/>
          <p:nvPr/>
        </p:nvSpPr>
        <p:spPr>
          <a:xfrm>
            <a:off x="310488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F7941D"/>
                </a:solidFill>
                <a:latin typeface="Poppins"/>
                <a:ea typeface="Poppins"/>
                <a:cs typeface="Poppins"/>
                <a:sym typeface="Poppins"/>
              </a:rPr>
              <a:t>a</a:t>
            </a:r>
            <a:endParaRPr sz="14000" b="0" i="0" u="none" strike="noStrike" cap="none">
              <a:solidFill>
                <a:srgbClr val="F7941D"/>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38" name="Google Shape;103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5" name="Google Shape;104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6" name="Google Shape;1046;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47" name="Google Shape;104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4" name="Google Shape;105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5" name="Google Shape;1055;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56" name="Google Shape;105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3" name="Google Shape;106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4" name="Google Shape;1064;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5" name="Google Shape;106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72" name="Google Shape;107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73" name="Google Shape;1073;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74" name="Google Shape;107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81" name="Google Shape;1081;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82" name="Google Shape;1082;g26b641b03cd_0_315"/>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83" name="Google Shape;1083;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90" name="Google Shape;1090;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091" name="Google Shape;1091;g26b641b03cd_1_0"/>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92" name="Google Shape;1092;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g2cfd61f9eb9_0_9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99" name="Google Shape;1099;g2cfd61f9eb9_0_9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100" name="Google Shape;1100;g2cfd61f9eb9_0_9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01" name="Google Shape;1101;g2cfd61f9eb9_0_9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g2cfd61f9eb9_0_9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108" name="Google Shape;1108;g2cfd61f9eb9_0_9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109" name="Google Shape;1109;g2cfd61f9eb9_0_98"/>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10" name="Google Shape;1110;g2cfd61f9eb9_0_9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g2cfd61f9eb9_0_8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117" name="Google Shape;1117;g2cfd61f9eb9_0_8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118" name="Google Shape;1118;g2cfd61f9eb9_0_82"/>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19" name="Google Shape;1119;g2cfd61f9eb9_0_8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g2cfd61f9eb9_0_10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126" name="Google Shape;1126;g2cfd61f9eb9_0_10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127" name="Google Shape;1127;g2cfd61f9eb9_0_106"/>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28" name="Google Shape;1128;g2cfd61f9eb9_0_10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5" name="Google Shape;113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6" name="Google Shape;1136;g1f3daf8a844_0_64"/>
          <p:cNvGrpSpPr/>
          <p:nvPr/>
        </p:nvGrpSpPr>
        <p:grpSpPr>
          <a:xfrm>
            <a:off x="3024000" y="209875"/>
            <a:ext cx="3096000" cy="454800"/>
            <a:chOff x="3024000" y="209875"/>
            <a:chExt cx="3096000" cy="454800"/>
          </a:xfrm>
        </p:grpSpPr>
        <p:sp>
          <p:nvSpPr>
            <p:cNvPr id="1137" name="Google Shape;113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8" name="Google Shape;113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9" name="Google Shape;113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40" name="Google Shape;1140;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1" name="Google Shape;1141;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2" name="Google Shape;1142;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3" name="Google Shape;1143;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4" name="Google Shape;1144;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45" name="Google Shape;1145;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46" name="Google Shape;1146;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47" name="Google Shape;1147;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48" name="Google Shape;1148;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49" name="Google Shape;1149;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50" name="Google Shape;1150;g1f3daf8a844_0_64"/>
          <p:cNvSpPr txBox="1"/>
          <p:nvPr/>
        </p:nvSpPr>
        <p:spPr>
          <a:xfrm>
            <a:off x="34191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51" name="Google Shape;1151;g1f3daf8a844_0_64"/>
          <p:cNvSpPr txBox="1"/>
          <p:nvPr/>
        </p:nvSpPr>
        <p:spPr>
          <a:xfrm>
            <a:off x="226627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2" name="Google Shape;1152;g1f3daf8a844_0_64"/>
          <p:cNvSpPr txBox="1"/>
          <p:nvPr/>
        </p:nvSpPr>
        <p:spPr>
          <a:xfrm>
            <a:off x="457197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cxnSp>
        <p:nvCxnSpPr>
          <p:cNvPr id="1153" name="Google Shape;1153;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54" name="Google Shape;1154;g1f3daf8a844_0_64"/>
          <p:cNvSpPr txBox="1"/>
          <p:nvPr/>
        </p:nvSpPr>
        <p:spPr>
          <a:xfrm>
            <a:off x="5564200" y="2184075"/>
            <a:ext cx="147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700" b="0" i="0" u="none" strike="noStrike" cap="none">
                <a:solidFill>
                  <a:srgbClr val="F7941D"/>
                </a:solidFill>
                <a:latin typeface="Poppins"/>
                <a:ea typeface="Poppins"/>
                <a:cs typeface="Poppins"/>
                <a:sym typeface="Poppins"/>
              </a:rPr>
              <a:t>a</a:t>
            </a:r>
            <a:r>
              <a:rPr lang="en-US" sz="5500" b="0" i="0" u="none" strike="noStrike" cap="none">
                <a:solidFill>
                  <a:srgbClr val="F7941D"/>
                </a:solidFill>
                <a:latin typeface="Jost"/>
                <a:ea typeface="Jost"/>
                <a:cs typeface="Jost"/>
                <a:sym typeface="Jost"/>
              </a:rPr>
              <a:t>-e</a:t>
            </a:r>
            <a:endParaRPr sz="5000" b="0" i="0" u="none" strike="noStrike" cap="none">
              <a:solidFill>
                <a:srgbClr val="F7941D"/>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59"/>
        <p:cNvGrpSpPr/>
        <p:nvPr/>
      </p:nvGrpSpPr>
      <p:grpSpPr>
        <a:xfrm>
          <a:off x="0" y="0"/>
          <a:ext cx="0" cy="0"/>
          <a:chOff x="0" y="0"/>
          <a:chExt cx="0" cy="0"/>
        </a:xfrm>
      </p:grpSpPr>
      <p:sp>
        <p:nvSpPr>
          <p:cNvPr id="1160" name="Google Shape;1160;g2cfd61f9eb9_0_1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1" name="Google Shape;1161;g2cfd61f9eb9_0_1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2" name="Google Shape;1162;g2cfd61f9eb9_0_115"/>
          <p:cNvGrpSpPr/>
          <p:nvPr/>
        </p:nvGrpSpPr>
        <p:grpSpPr>
          <a:xfrm>
            <a:off x="3024000" y="209875"/>
            <a:ext cx="3096000" cy="454800"/>
            <a:chOff x="3024000" y="209875"/>
            <a:chExt cx="3096000" cy="454800"/>
          </a:xfrm>
        </p:grpSpPr>
        <p:sp>
          <p:nvSpPr>
            <p:cNvPr id="1163" name="Google Shape;1163;g2cfd61f9eb9_0_11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4" name="Google Shape;1164;g2cfd61f9eb9_0_11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65" name="Google Shape;1165;g2cfd61f9eb9_0_115"/>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66" name="Google Shape;1166;g2cfd61f9eb9_0_115"/>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67" name="Google Shape;1167;g2cfd61f9eb9_0_115"/>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8" name="Google Shape;1168;g2cfd61f9eb9_0_115"/>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9" name="Google Shape;1169;g2cfd61f9eb9_0_115"/>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70" name="Google Shape;1170;g2cfd61f9eb9_0_115"/>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71" name="Google Shape;1171;g2cfd61f9eb9_0_115"/>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ke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ke 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ke 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ke g</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me sh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ke sn</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ke</a:t>
            </a:r>
            <a:endParaRPr sz="1800" b="0" i="0" u="none" strike="noStrike" cap="none">
              <a:solidFill>
                <a:srgbClr val="B7B7B7"/>
              </a:solidFill>
              <a:latin typeface="Jost"/>
              <a:ea typeface="Jost"/>
              <a:cs typeface="Jost"/>
              <a:sym typeface="Jost"/>
            </a:endParaRPr>
          </a:p>
        </p:txBody>
      </p:sp>
      <p:sp>
        <p:nvSpPr>
          <p:cNvPr id="1172" name="Google Shape;1172;g2cfd61f9eb9_0_115"/>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73" name="Google Shape;1173;g2cfd61f9eb9_0_115"/>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74" name="Google Shape;1174;g2cfd61f9eb9_0_115"/>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75" name="Google Shape;1175;g2cfd61f9eb9_0_115"/>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76" name="Google Shape;1176;g2cfd61f9eb9_0_115"/>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cxnSp>
        <p:nvCxnSpPr>
          <p:cNvPr id="1177" name="Google Shape;1177;g2cfd61f9eb9_0_115"/>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78" name="Google Shape;1178;g2cfd61f9eb9_0_115"/>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79" name="Google Shape;1179;g2cfd61f9eb9_0_115"/>
          <p:cNvSpPr txBox="1"/>
          <p:nvPr/>
        </p:nvSpPr>
        <p:spPr>
          <a:xfrm>
            <a:off x="34191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80" name="Google Shape;1180;g2cfd61f9eb9_0_115"/>
          <p:cNvSpPr txBox="1"/>
          <p:nvPr/>
        </p:nvSpPr>
        <p:spPr>
          <a:xfrm>
            <a:off x="226627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81" name="Google Shape;1181;g2cfd61f9eb9_0_115"/>
          <p:cNvSpPr txBox="1"/>
          <p:nvPr/>
        </p:nvSpPr>
        <p:spPr>
          <a:xfrm>
            <a:off x="457197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82" name="Google Shape;1182;g2cfd61f9eb9_0_115"/>
          <p:cNvSpPr txBox="1"/>
          <p:nvPr/>
        </p:nvSpPr>
        <p:spPr>
          <a:xfrm>
            <a:off x="5564200" y="2184075"/>
            <a:ext cx="147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700" b="0" i="0" u="none" strike="noStrike" cap="none">
                <a:solidFill>
                  <a:srgbClr val="F7941D"/>
                </a:solidFill>
                <a:latin typeface="Poppins"/>
                <a:ea typeface="Poppins"/>
                <a:cs typeface="Poppins"/>
                <a:sym typeface="Poppins"/>
              </a:rPr>
              <a:t>a</a:t>
            </a:r>
            <a:r>
              <a:rPr lang="en-US" sz="5500" b="0" i="0" u="none" strike="noStrike" cap="none">
                <a:solidFill>
                  <a:srgbClr val="F7941D"/>
                </a:solidFill>
                <a:latin typeface="Jost"/>
                <a:ea typeface="Jost"/>
                <a:cs typeface="Jost"/>
                <a:sym typeface="Jost"/>
              </a:rPr>
              <a:t>-e</a:t>
            </a:r>
            <a:endParaRPr sz="5000" b="0" i="0" u="none" strike="noStrike" cap="none">
              <a:solidFill>
                <a:srgbClr val="F7941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454</Words>
  <Application>Microsoft Office PowerPoint</Application>
  <PresentationFormat>On-screen Show (4:3)</PresentationFormat>
  <Paragraphs>186</Paragraphs>
  <Slides>30</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Calibri</vt:lpstr>
      <vt:lpstr>Poppins SemiBold</vt:lpstr>
      <vt:lpstr>Nunito Black</vt:lpstr>
      <vt:lpstr>Jost</vt:lpstr>
      <vt:lpstr>Arial</vt:lpstr>
      <vt:lpstr>Poppins Medium</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High Frequency Words</vt:lpstr>
      <vt:lpstr>Practise High Frequency Words</vt:lpstr>
      <vt:lpstr>Practise High Frequency Words</vt:lpstr>
      <vt:lpstr>Practise High Frequency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2026-05-20T06:34:00Z</dcterms:modified>
</cp:coreProperties>
</file>