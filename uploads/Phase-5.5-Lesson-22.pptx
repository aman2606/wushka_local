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lQgFxFIwPxn5CJUB1Xu19clWX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F9E0FB-5C0C-4BD5-8D9A-5890AE71DC98}">
  <a:tblStyle styleId="{B0F9E0FB-5C0C-4BD5-8D9A-5890AE71DC9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d9e635fdab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d9e635fdab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d9e635fdab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d9e635fdab_0_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d9e635fdab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d9e635fdab_0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831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5 -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 Target="slide12.xm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slide" Target="slide15.xml"/><Relationship Id="rId4"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1.png"/><Relationship Id="rId42" Type="http://schemas.openxmlformats.org/officeDocument/2006/relationships/image" Target="../media/image98.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3.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5.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2.png"/><Relationship Id="rId43" Type="http://schemas.openxmlformats.org/officeDocument/2006/relationships/image" Target="../media/image99.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7.xml"/><Relationship Id="rId16" Type="http://schemas.openxmlformats.org/officeDocument/2006/relationships/image" Target="../media/image122.png"/><Relationship Id="rId1" Type="http://schemas.openxmlformats.org/officeDocument/2006/relationships/slideLayout" Target="../slideLayouts/slideLayout3.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s>
</file>

<file path=ppt/slides/_rels/slide8.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26" Type="http://schemas.openxmlformats.org/officeDocument/2006/relationships/image" Target="../media/image146.png"/><Relationship Id="rId3" Type="http://schemas.openxmlformats.org/officeDocument/2006/relationships/image" Target="../media/image123.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5" Type="http://schemas.openxmlformats.org/officeDocument/2006/relationships/image" Target="../media/image145.png"/><Relationship Id="rId2" Type="http://schemas.openxmlformats.org/officeDocument/2006/relationships/notesSlide" Target="../notesSlides/notesSlide8.xml"/><Relationship Id="rId16" Type="http://schemas.openxmlformats.org/officeDocument/2006/relationships/image" Target="../media/image136.png"/><Relationship Id="rId20" Type="http://schemas.openxmlformats.org/officeDocument/2006/relationships/image" Target="../media/image140.png"/><Relationship Id="rId29" Type="http://schemas.openxmlformats.org/officeDocument/2006/relationships/image" Target="../media/image149.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24" Type="http://schemas.openxmlformats.org/officeDocument/2006/relationships/image" Target="../media/image144.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28" Type="http://schemas.openxmlformats.org/officeDocument/2006/relationships/image" Target="../media/image148.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 Id="rId27" Type="http://schemas.openxmlformats.org/officeDocument/2006/relationships/image" Target="../media/image147.png"/><Relationship Id="rId30" Type="http://schemas.openxmlformats.org/officeDocument/2006/relationships/image" Target="../media/image150.png"/></Relationships>
</file>

<file path=ppt/slides/_rels/slide9.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5" Type="http://schemas.openxmlformats.org/officeDocument/2006/relationships/image" Target="../media/image16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s>
</file>

<file path=ppt/slides/_rels/slide10.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10.xml"/><Relationship Id="rId16" Type="http://schemas.openxmlformats.org/officeDocument/2006/relationships/image" Target="../media/image177.png"/><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11.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3" Type="http://schemas.openxmlformats.org/officeDocument/2006/relationships/image" Target="../media/image178.png"/><Relationship Id="rId7" Type="http://schemas.openxmlformats.org/officeDocument/2006/relationships/image" Target="../media/image182.png"/><Relationship Id="rId12" Type="http://schemas.openxmlformats.org/officeDocument/2006/relationships/image" Target="../media/image18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/oo/;</a:t>
            </a:r>
            <a:br>
              <a:rPr lang="en-US" sz="3000"/>
            </a:br>
            <a:r>
              <a:rPr lang="en-US" sz="3000"/>
              <a:t>ue ew</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22</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{B0F9E0FB-5C0C-4BD5-8D9A-5890AE71DC98}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FFFFFF"/>
                          </a:solidFill>
                          <a:latin typeface="Jost"/>
                          <a:ea typeface="Jost"/>
                          <a:cs typeface="Jost"/>
                          <a:sym typeface="Jost"/>
                        </a:rPr>
                        <a:t>/oo/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a:hlinkClick r:id="rId3" action="ppaction://hlinksldjump"/>
          </p:cNvPr>
          <p:cNvSpPr/>
          <p:nvPr/>
        </p:nvSpPr>
        <p:spPr>
          <a:xfrm>
            <a:off x="898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g2bee4f4af4b_0_204">
            <a:hlinkClick r:id="rId4" action="ppaction://hlinksldjump"/>
          </p:cNvPr>
          <p:cNvSpPr/>
          <p:nvPr/>
        </p:nvSpPr>
        <p:spPr>
          <a:xfrm>
            <a:off x="3335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g2bee4f4af4b_0_204">
            <a:hlinkClick r:id="rId5" action="ppaction://hlinksldjump"/>
          </p:cNvPr>
          <p:cNvSpPr/>
          <p:nvPr/>
        </p:nvSpPr>
        <p:spPr>
          <a:xfrm>
            <a:off x="2055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4" name="Google Shape;66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/oo/</a:t>
            </a:r>
            <a:r>
              <a:rPr lang="en-US"/>
              <a:t> sound family spelling patterns.</a:t>
            </a:r>
            <a:endParaRPr/>
          </a:p>
        </p:txBody>
      </p:sp>
      <p:sp>
        <p:nvSpPr>
          <p:cNvPr id="665" name="Google Shape;665;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6" name="Google Shape;666;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6">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7">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8">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723070" cy="1023475"/>
          </a:xfrm>
          <a:prstGeom prst="rect">
            <a:avLst/>
          </a:prstGeom>
          <a:noFill/>
          <a:ln>
            <a:noFill/>
          </a:ln>
          <a:effectLst>
            <a:outerShdw blurRad="71438" dist="28575" dir="5400000" algn="bl" rotWithShape="0">
              <a:srgbClr val="000000">
                <a:alpha val="15290"/>
              </a:srgbClr>
            </a:outerShdw>
          </a:effectLst>
        </p:spPr>
      </p:pic>
      <p:pic>
        <p:nvPicPr>
          <p:cNvPr id="796" name="Google Shape;796;g2cdbdd49f8e_0_0"/>
          <p:cNvPicPr preferRelativeResize="0"/>
          <p:nvPr/>
        </p:nvPicPr>
        <p:blipFill rotWithShape="1">
          <a:blip r:embed="rId4">
            <a:alphaModFix/>
          </a:blip>
          <a:srcRect l="79" r="79"/>
          <a:stretch/>
        </p:blipFill>
        <p:spPr>
          <a:xfrm>
            <a:off x="3364463" y="2053250"/>
            <a:ext cx="723070" cy="1023475"/>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5">
            <a:alphaModFix/>
          </a:blip>
          <a:srcRect l="19" r="29"/>
          <a:stretch/>
        </p:blipFill>
        <p:spPr>
          <a:xfrm>
            <a:off x="1741753" y="2053250"/>
            <a:ext cx="723070" cy="1023475"/>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6">
            <a:alphaModFix/>
          </a:blip>
          <a:srcRect l="19" r="29"/>
          <a:stretch/>
        </p:blipFill>
        <p:spPr>
          <a:xfrm>
            <a:off x="2553109" y="2053250"/>
            <a:ext cx="723070" cy="1023475"/>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l="19" r="29"/>
          <a:stretch/>
        </p:blipFill>
        <p:spPr>
          <a:xfrm>
            <a:off x="4175816" y="2053250"/>
            <a:ext cx="723070" cy="102347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l="79" r="79"/>
          <a:stretch/>
        </p:blipFill>
        <p:spPr>
          <a:xfrm>
            <a:off x="6609879" y="2053250"/>
            <a:ext cx="723070" cy="102347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l="79" r="79"/>
          <a:stretch/>
        </p:blipFill>
        <p:spPr>
          <a:xfrm>
            <a:off x="4987172" y="2053250"/>
            <a:ext cx="723070" cy="102347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l="79" r="79"/>
          <a:stretch/>
        </p:blipFill>
        <p:spPr>
          <a:xfrm>
            <a:off x="5798525" y="2053250"/>
            <a:ext cx="723070" cy="102347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19" r="29"/>
          <a:stretch/>
        </p:blipFill>
        <p:spPr>
          <a:xfrm>
            <a:off x="7421230" y="2053250"/>
            <a:ext cx="723070" cy="102347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0" name="Google Shape;810;g26b7edf6e71_0_109"/>
          <p:cNvGrpSpPr/>
          <p:nvPr/>
        </p:nvGrpSpPr>
        <p:grpSpPr>
          <a:xfrm>
            <a:off x="865957" y="2135925"/>
            <a:ext cx="7282807" cy="2686611"/>
            <a:chOff x="867357" y="2129450"/>
            <a:chExt cx="7282807" cy="2686611"/>
          </a:xfrm>
        </p:grpSpPr>
        <p:pic>
          <p:nvPicPr>
            <p:cNvPr id="811" name="Google Shape;81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1" name="Google Shape;831;g2c298d33e0c_0_6"/>
          <p:cNvGrpSpPr/>
          <p:nvPr/>
        </p:nvGrpSpPr>
        <p:grpSpPr>
          <a:xfrm>
            <a:off x="866900" y="2133161"/>
            <a:ext cx="7281864" cy="2684601"/>
            <a:chOff x="868300" y="2129450"/>
            <a:chExt cx="7281864" cy="2684601"/>
          </a:xfrm>
        </p:grpSpPr>
        <p:pic>
          <p:nvPicPr>
            <p:cNvPr id="832" name="Google Shape;83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6" name="Google Shape;83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6" name="Google Shape;866;g2c298da1f27_0_455"/>
          <p:cNvGrpSpPr/>
          <p:nvPr/>
        </p:nvGrpSpPr>
        <p:grpSpPr>
          <a:xfrm>
            <a:off x="868300" y="2129450"/>
            <a:ext cx="7281864" cy="2684601"/>
            <a:chOff x="868300" y="2053250"/>
            <a:chExt cx="7281864" cy="2684601"/>
          </a:xfrm>
        </p:grpSpPr>
        <p:pic>
          <p:nvPicPr>
            <p:cNvPr id="867" name="Google Shape;86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6" name="Google Shape;886;g2c298da1f27_1_0"/>
          <p:cNvGrpSpPr/>
          <p:nvPr/>
        </p:nvGrpSpPr>
        <p:grpSpPr>
          <a:xfrm>
            <a:off x="868300" y="2129450"/>
            <a:ext cx="7281864" cy="2688001"/>
            <a:chOff x="868300" y="2129450"/>
            <a:chExt cx="7281864" cy="2688001"/>
          </a:xfrm>
        </p:grpSpPr>
        <p:pic>
          <p:nvPicPr>
            <p:cNvPr id="887" name="Google Shape;88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dbdd193bb_0_34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a:t>
            </a:r>
            <a:r>
              <a:rPr lang="en-US" sz="2200"/>
              <a:t>.</a:t>
            </a:r>
            <a:endParaRPr sz="2200"/>
          </a:p>
        </p:txBody>
      </p:sp>
      <p:pic>
        <p:nvPicPr>
          <p:cNvPr id="907" name="Google Shape;907;g2cdbdd193bb_0_343"/>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08" name="Google Shape;908;g2cdbdd193bb_0_343"/>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2cdbdd193bb_0_343"/>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0" name="Google Shape;910;g2cdbdd193bb_0_343"/>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1" name="Google Shape;911;g2cdbdd193bb_0_343"/>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5" name="Google Shape;92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6" name="Google Shape;926;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7" name="Google Shape;92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8" name="Google Shape;928;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gl</a:t>
            </a:r>
            <a:r>
              <a:rPr lang="en-US" sz="5800" b="0" i="0" u="none" strike="noStrike" cap="none">
                <a:solidFill>
                  <a:srgbClr val="00904C"/>
                </a:solidFill>
                <a:latin typeface="Jost"/>
                <a:ea typeface="Jost"/>
                <a:cs typeface="Jost"/>
                <a:sym typeface="Jost"/>
              </a:rPr>
              <a:t>ue</a:t>
            </a:r>
            <a:endParaRPr sz="5800" b="0" i="0" u="none" strike="noStrike" cap="none">
              <a:solidFill>
                <a:srgbClr val="00904C"/>
              </a:solidFill>
              <a:latin typeface="Jost"/>
              <a:ea typeface="Jost"/>
              <a:cs typeface="Jost"/>
              <a:sym typeface="Jost"/>
            </a:endParaRPr>
          </a:p>
        </p:txBody>
      </p:sp>
      <p:sp>
        <p:nvSpPr>
          <p:cNvPr id="929" name="Google Shape;929;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bl</a:t>
            </a:r>
            <a:r>
              <a:rPr lang="en-US" sz="5800" b="0" i="0" u="none" strike="noStrike" cap="none">
                <a:solidFill>
                  <a:srgbClr val="00904C"/>
                </a:solidFill>
                <a:latin typeface="Jost"/>
                <a:ea typeface="Jost"/>
                <a:cs typeface="Jost"/>
                <a:sym typeface="Jost"/>
              </a:rPr>
              <a:t>ue</a:t>
            </a:r>
            <a:endParaRPr sz="5800" b="0" i="0" u="none" strike="noStrike" cap="none">
              <a:solidFill>
                <a:srgbClr val="2356AF"/>
              </a:solidFill>
              <a:latin typeface="Jost"/>
              <a:ea typeface="Jost"/>
              <a:cs typeface="Jost"/>
              <a:sym typeface="Jost"/>
            </a:endParaRPr>
          </a:p>
        </p:txBody>
      </p:sp>
      <p:sp>
        <p:nvSpPr>
          <p:cNvPr id="930" name="Google Shape;930;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tr</a:t>
            </a:r>
            <a:r>
              <a:rPr lang="en-US" sz="5800" b="0" i="0" u="none" strike="noStrike" cap="none">
                <a:solidFill>
                  <a:srgbClr val="00904C"/>
                </a:solidFill>
                <a:latin typeface="Jost"/>
                <a:ea typeface="Jost"/>
                <a:cs typeface="Jost"/>
                <a:sym typeface="Jost"/>
              </a:rPr>
              <a:t>ue</a:t>
            </a:r>
            <a:endParaRPr sz="5800" b="0" i="0" u="none" strike="noStrike" cap="none">
              <a:solidFill>
                <a:srgbClr val="2356AF"/>
              </a:solidFill>
              <a:latin typeface="Jost"/>
              <a:ea typeface="Jost"/>
              <a:cs typeface="Jost"/>
              <a:sym typeface="Jost"/>
            </a:endParaRPr>
          </a:p>
        </p:txBody>
      </p:sp>
      <p:sp>
        <p:nvSpPr>
          <p:cNvPr id="931" name="Google Shape;931;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d9e635fdab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8" name="Google Shape;938;g2d9e635fdab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9" name="Google Shape;939;g2d9e635fdab_0_8"/>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40" name="Google Shape;940;g2d9e635fdab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1" name="Google Shape;941;g2d9e635fdab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dr</a:t>
            </a:r>
            <a:r>
              <a:rPr lang="en-US" sz="5800" b="0" i="0" u="none" strike="noStrike" cap="none">
                <a:solidFill>
                  <a:srgbClr val="00904C"/>
                </a:solidFill>
                <a:latin typeface="Jost"/>
                <a:ea typeface="Jost"/>
                <a:cs typeface="Jost"/>
                <a:sym typeface="Jost"/>
              </a:rPr>
              <a:t>ew</a:t>
            </a:r>
            <a:endParaRPr sz="5800" b="0" i="0" u="none" strike="noStrike" cap="none">
              <a:solidFill>
                <a:srgbClr val="00904C"/>
              </a:solidFill>
              <a:latin typeface="Jost"/>
              <a:ea typeface="Jost"/>
              <a:cs typeface="Jost"/>
              <a:sym typeface="Jost"/>
            </a:endParaRPr>
          </a:p>
        </p:txBody>
      </p:sp>
      <p:sp>
        <p:nvSpPr>
          <p:cNvPr id="942" name="Google Shape;942;g2d9e635fdab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a:solidFill>
                  <a:srgbClr val="2356AF"/>
                </a:solidFill>
                <a:latin typeface="Jost"/>
                <a:ea typeface="Jost"/>
                <a:cs typeface="Jost"/>
                <a:sym typeface="Jost"/>
              </a:rPr>
              <a:t>bl</a:t>
            </a:r>
            <a:r>
              <a:rPr lang="en-US" sz="5800" b="0" i="0" u="none" strike="noStrike" cap="none">
                <a:solidFill>
                  <a:srgbClr val="00904C"/>
                </a:solidFill>
                <a:latin typeface="Jost"/>
                <a:ea typeface="Jost"/>
                <a:cs typeface="Jost"/>
                <a:sym typeface="Jost"/>
              </a:rPr>
              <a:t>ew</a:t>
            </a:r>
            <a:endParaRPr sz="5800" b="0" i="0" u="none" strike="noStrike" cap="none">
              <a:solidFill>
                <a:srgbClr val="2356AF"/>
              </a:solidFill>
              <a:latin typeface="Jost"/>
              <a:ea typeface="Jost"/>
              <a:cs typeface="Jost"/>
              <a:sym typeface="Jost"/>
            </a:endParaRPr>
          </a:p>
        </p:txBody>
      </p:sp>
      <p:sp>
        <p:nvSpPr>
          <p:cNvPr id="943" name="Google Shape;943;g2d9e635fdab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1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ircr</a:t>
            </a:r>
            <a:r>
              <a:rPr lang="en-US" sz="5800" b="0" i="0" u="none" strike="noStrike" cap="none">
                <a:solidFill>
                  <a:srgbClr val="00904C"/>
                </a:solidFill>
                <a:latin typeface="Jost"/>
                <a:ea typeface="Jost"/>
                <a:cs typeface="Jost"/>
                <a:sym typeface="Jost"/>
              </a:rPr>
              <a:t>ew</a:t>
            </a:r>
            <a:endParaRPr sz="5800" b="0" i="0" u="none" strike="noStrike" cap="none">
              <a:solidFill>
                <a:srgbClr val="2356AF"/>
              </a:solidFill>
              <a:latin typeface="Jost"/>
              <a:ea typeface="Jost"/>
              <a:cs typeface="Jost"/>
              <a:sym typeface="Jost"/>
            </a:endParaRPr>
          </a:p>
        </p:txBody>
      </p:sp>
      <p:sp>
        <p:nvSpPr>
          <p:cNvPr id="944" name="Google Shape;944;g2d9e635fdab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16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1" name="Google Shape;95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2" name="Google Shape;952;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3" name="Google Shape;95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0" name="Google Shape;96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1" name="Google Shape;961;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62" name="Google Shape;96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9" name="Google Shape;96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0" name="Google Shape;97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1" name="Google Shape;97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8" name="Google Shape;97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9" name="Google Shape;97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0" name="Google Shape;98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7" name="Google Shape;98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8" name="Google Shape;988;g2d1eea302f1_0_6"/>
          <p:cNvGrpSpPr/>
          <p:nvPr/>
        </p:nvGrpSpPr>
        <p:grpSpPr>
          <a:xfrm>
            <a:off x="3024000" y="209875"/>
            <a:ext cx="3096000" cy="454800"/>
            <a:chOff x="3024000" y="209875"/>
            <a:chExt cx="3096000" cy="454800"/>
          </a:xfrm>
        </p:grpSpPr>
        <p:sp>
          <p:nvSpPr>
            <p:cNvPr id="989" name="Google Shape;98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1" name="Google Shape;99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2" name="Google Shape;99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3" name="Google Shape;99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4" name="Google Shape;99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5" name="Google Shape;99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6" name="Google Shape;99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97" name="Google Shape;99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98" name="Google Shape;99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
        <p:nvSpPr>
          <p:cNvPr id="999" name="Google Shape;99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0" name="Google Shape;100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01" name="Google Shape;100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2" name="Google Shape;1002;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
        <p:nvSpPr>
          <p:cNvPr id="1003" name="Google Shape;1003;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04" name="Google Shape;1004;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05" name="Google Shape;1005;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06" name="Google Shape;1006;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00904D"/>
              </a:solidFill>
              <a:latin typeface="Jost"/>
              <a:ea typeface="Jost"/>
              <a:cs typeface="Jost"/>
              <a:sym typeface="Jost"/>
            </a:endParaRPr>
          </a:p>
        </p:txBody>
      </p:sp>
      <p:sp>
        <p:nvSpPr>
          <p:cNvPr id="1007" name="Google Shape;1007;g2d1eea302f1_0_6"/>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08" name="Google Shape;1008;g2d1eea302f1_0_6"/>
          <p:cNvSpPr txBox="1"/>
          <p:nvPr/>
        </p:nvSpPr>
        <p:spPr>
          <a:xfrm>
            <a:off x="348677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09" name="Google Shape;100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10" name="Google Shape;1010;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011" name="Google Shape;1011;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d9e635fdab_0_2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8" name="Google Shape;1018;g2d9e635fdab_0_2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9" name="Google Shape;1019;g2d9e635fdab_0_27"/>
          <p:cNvGrpSpPr/>
          <p:nvPr/>
        </p:nvGrpSpPr>
        <p:grpSpPr>
          <a:xfrm>
            <a:off x="3024000" y="209875"/>
            <a:ext cx="3096000" cy="454800"/>
            <a:chOff x="3024000" y="209875"/>
            <a:chExt cx="3096000" cy="454800"/>
          </a:xfrm>
        </p:grpSpPr>
        <p:sp>
          <p:nvSpPr>
            <p:cNvPr id="1020" name="Google Shape;1020;g2d9e635fdab_0_2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d9e635fdab_0_2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2" name="Google Shape;1022;g2d9e635fdab_0_2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3" name="Google Shape;1023;g2d9e635fdab_0_27"/>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4" name="Google Shape;1024;g2d9e635fdab_0_27"/>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5" name="Google Shape;1025;g2d9e635fdab_0_27"/>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6" name="Google Shape;1026;g2d9e635fdab_0_27"/>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7" name="Google Shape;1027;g2d9e635fdab_0_27"/>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8" name="Google Shape;1028;g2d9e635fdab_0_27"/>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29" name="Google Shape;1029;g2d9e635fdab_0_27"/>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0" name="Google Shape;1030;g2d9e635fdab_0_27"/>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
        <p:nvSpPr>
          <p:cNvPr id="1031" name="Google Shape;1031;g2d9e635fdab_0_27"/>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032" name="Google Shape;1032;g2d9e635fdab_0_27"/>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3" name="Google Shape;1033;g2d9e635fdab_0_27"/>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4" name="Google Shape;1034;g2d9e635fdab_0_27"/>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5" name="Google Shape;1035;g2d9e635fdab_0_27"/>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
        <p:nvSpPr>
          <p:cNvPr id="1036" name="Google Shape;1036;g2d9e635fdab_0_27"/>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37" name="Google Shape;1037;g2d9e635fdab_0_27"/>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38" name="Google Shape;1038;g2d9e635fdab_0_27"/>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39" name="Google Shape;1039;g2d9e635fdab_0_27"/>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00904D"/>
              </a:solidFill>
              <a:latin typeface="Jost"/>
              <a:ea typeface="Jost"/>
              <a:cs typeface="Jost"/>
              <a:sym typeface="Jost"/>
            </a:endParaRPr>
          </a:p>
        </p:txBody>
      </p:sp>
      <p:sp>
        <p:nvSpPr>
          <p:cNvPr id="1040" name="Google Shape;1040;g2d9e635fdab_0_27"/>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1" name="Google Shape;1041;g2d9e635fdab_0_27"/>
          <p:cNvSpPr txBox="1"/>
          <p:nvPr/>
        </p:nvSpPr>
        <p:spPr>
          <a:xfrm>
            <a:off x="348677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42" name="Google Shape;1042;g2d9e635fdab_0_27"/>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blue true glue due chew blew crew flew</a:t>
            </a:r>
            <a:endParaRPr sz="1800" b="0" i="0" u="none" strike="noStrike" cap="none">
              <a:solidFill>
                <a:srgbClr val="B7B7B7"/>
              </a:solidFill>
              <a:latin typeface="Jost"/>
              <a:ea typeface="Jost"/>
              <a:cs typeface="Jost"/>
              <a:sym typeface="Jost"/>
            </a:endParaRPr>
          </a:p>
        </p:txBody>
      </p:sp>
      <p:sp>
        <p:nvSpPr>
          <p:cNvPr id="1043" name="Google Shape;1043;g2d9e635fdab_0_2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44" name="Google Shape;1044;g2d9e635fdab_0_27"/>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398</Words>
  <Application>Microsoft Office PowerPoint</Application>
  <PresentationFormat>On-screen Show (4:3)</PresentationFormat>
  <Paragraphs>125</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2026-05-25T04:45:30Z</dcterms:modified>
</cp:coreProperties>
</file>