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9144000" cy="6858000" type="screen4x3"/>
  <p:notesSz cx="6858000" cy="9144000"/>
  <p:embeddedFontLst>
    <p:embeddedFont>
      <p:font typeface="Jost" panose="020B0604020202020204" charset="0"/>
      <p:regular r:id="rId26"/>
      <p:bold r:id="rId27"/>
      <p:italic r:id="rId28"/>
      <p:boldItalic r:id="rId29"/>
    </p:embeddedFont>
    <p:embeddedFont>
      <p:font typeface="Nunito Black" pitchFamily="2" charset="0"/>
      <p:bold r:id="rId30"/>
      <p:boldItalic r:id="rId31"/>
    </p:embeddedFont>
    <p:embeddedFont>
      <p:font typeface="Poppins" panose="00000500000000000000" pitchFamily="2" charset="0"/>
      <p:regular r:id="rId32"/>
      <p:bold r:id="rId33"/>
      <p:italic r:id="rId34"/>
      <p:boldItalic r:id="rId35"/>
    </p:embeddedFont>
    <p:embeddedFont>
      <p:font typeface="Poppins Medium" panose="00000600000000000000" pitchFamily="2" charset="0"/>
      <p:regular r:id="rId36"/>
      <p:bold r:id="rId37"/>
      <p:italic r:id="rId38"/>
      <p:boldItalic r:id="rId39"/>
    </p:embeddedFont>
    <p:embeddedFont>
      <p:font typeface="Poppins SemiBold" panose="00000700000000000000" pitchFamily="2" charset="0"/>
      <p:regular r:id="rId40"/>
      <p:bold r:id="rId41"/>
      <p:italic r:id="rId42"/>
      <p:boldItalic r:id="rId4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0" roundtripDataSignature="AMtx7mjvl0U5G3G/xaIlyUsn4WWh/6Ubv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677FBE5-1B30-4B78-9A71-8AD94FCB9F43}">
  <a:tblStyle styleId="{D677FBE5-1B30-4B78-9A71-8AD94FCB9F43}"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100" d="100"/>
          <a:sy n="100" d="100"/>
        </p:scale>
        <p:origin x="300" y="-178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9" Type="http://schemas.openxmlformats.org/officeDocument/2006/relationships/font" Target="fonts/font14.fntdata"/><Relationship Id="rId21" Type="http://schemas.openxmlformats.org/officeDocument/2006/relationships/slide" Target="slides/slide20.xml"/><Relationship Id="rId34" Type="http://schemas.openxmlformats.org/officeDocument/2006/relationships/font" Target="fonts/font9.fntdata"/><Relationship Id="rId42" Type="http://schemas.openxmlformats.org/officeDocument/2006/relationships/font" Target="fonts/font17.fntdata"/><Relationship Id="rId50" Type="http://customschemas.google.com/relationships/presentationmetadata" Target="meta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7.fntdata"/><Relationship Id="rId37" Type="http://schemas.openxmlformats.org/officeDocument/2006/relationships/font" Target="fonts/font12.fntdata"/><Relationship Id="rId40" Type="http://schemas.openxmlformats.org/officeDocument/2006/relationships/font" Target="fonts/font15.fntdata"/><Relationship Id="rId53"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font" Target="fonts/font11.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font" Target="fonts/font10.fntdata"/><Relationship Id="rId43" Type="http://schemas.openxmlformats.org/officeDocument/2006/relationships/font" Target="fonts/font18.fntdata"/><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font" Target="fonts/font8.fntdata"/><Relationship Id="rId38" Type="http://schemas.openxmlformats.org/officeDocument/2006/relationships/font" Target="fonts/font13.fntdata"/><Relationship Id="rId20" Type="http://schemas.openxmlformats.org/officeDocument/2006/relationships/slide" Target="slides/slide19.xml"/><Relationship Id="rId41" Type="http://schemas.openxmlformats.org/officeDocument/2006/relationships/font" Target="fonts/font16.fntdata"/><Relationship Id="rId5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4"/>
        <p:cNvGrpSpPr/>
        <p:nvPr/>
      </p:nvGrpSpPr>
      <p:grpSpPr>
        <a:xfrm>
          <a:off x="0" y="0"/>
          <a:ext cx="0" cy="0"/>
          <a:chOff x="0" y="0"/>
          <a:chExt cx="0" cy="0"/>
        </a:xfrm>
      </p:grpSpPr>
      <p:sp>
        <p:nvSpPr>
          <p:cNvPr id="675" name="Google Shape;67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76" name="Google Shape;676;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3"/>
        <p:cNvGrpSpPr/>
        <p:nvPr/>
      </p:nvGrpSpPr>
      <p:grpSpPr>
        <a:xfrm>
          <a:off x="0" y="0"/>
          <a:ext cx="0" cy="0"/>
          <a:chOff x="0" y="0"/>
          <a:chExt cx="0" cy="0"/>
        </a:xfrm>
      </p:grpSpPr>
      <p:sp>
        <p:nvSpPr>
          <p:cNvPr id="694" name="Google Shape;694;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5" name="Google Shape;695;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96" name="Google Shape;696;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0"/>
        <p:cNvGrpSpPr/>
        <p:nvPr/>
      </p:nvGrpSpPr>
      <p:grpSpPr>
        <a:xfrm>
          <a:off x="0" y="0"/>
          <a:ext cx="0" cy="0"/>
          <a:chOff x="0" y="0"/>
          <a:chExt cx="0" cy="0"/>
        </a:xfrm>
      </p:grpSpPr>
      <p:sp>
        <p:nvSpPr>
          <p:cNvPr id="721" name="Google Shape;721;g34100025a35_0_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2" name="Google Shape;722;g34100025a35_0_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23" name="Google Shape;723;g34100025a35_0_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0"/>
        <p:cNvGrpSpPr/>
        <p:nvPr/>
      </p:nvGrpSpPr>
      <p:grpSpPr>
        <a:xfrm>
          <a:off x="0" y="0"/>
          <a:ext cx="0" cy="0"/>
          <a:chOff x="0" y="0"/>
          <a:chExt cx="0" cy="0"/>
        </a:xfrm>
      </p:grpSpPr>
      <p:sp>
        <p:nvSpPr>
          <p:cNvPr id="751" name="Google Shape;751;g34100025a35_0_3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2" name="Google Shape;752;g34100025a35_0_3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53" name="Google Shape;753;g34100025a35_0_3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6"/>
        <p:cNvGrpSpPr/>
        <p:nvPr/>
      </p:nvGrpSpPr>
      <p:grpSpPr>
        <a:xfrm>
          <a:off x="0" y="0"/>
          <a:ext cx="0" cy="0"/>
          <a:chOff x="0" y="0"/>
          <a:chExt cx="0" cy="0"/>
        </a:xfrm>
      </p:grpSpPr>
      <p:sp>
        <p:nvSpPr>
          <p:cNvPr id="787" name="Google Shape;787;g34100025a35_0_6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8" name="Google Shape;788;g34100025a35_0_6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9" name="Google Shape;789;g34100025a35_0_6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4"/>
        <p:cNvGrpSpPr/>
        <p:nvPr/>
      </p:nvGrpSpPr>
      <p:grpSpPr>
        <a:xfrm>
          <a:off x="0" y="0"/>
          <a:ext cx="0" cy="0"/>
          <a:chOff x="0" y="0"/>
          <a:chExt cx="0" cy="0"/>
        </a:xfrm>
      </p:grpSpPr>
      <p:sp>
        <p:nvSpPr>
          <p:cNvPr id="835" name="Google Shape;835;g34100025a35_0_77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6" name="Google Shape;836;g34100025a35_0_77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7" name="Google Shape;837;g34100025a35_0_77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6"/>
        <p:cNvGrpSpPr/>
        <p:nvPr/>
      </p:nvGrpSpPr>
      <p:grpSpPr>
        <a:xfrm>
          <a:off x="0" y="0"/>
          <a:ext cx="0" cy="0"/>
          <a:chOff x="0" y="0"/>
          <a:chExt cx="0" cy="0"/>
        </a:xfrm>
      </p:grpSpPr>
      <p:sp>
        <p:nvSpPr>
          <p:cNvPr id="857" name="Google Shape;857;g34100025a35_0_143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8" name="Google Shape;858;g34100025a35_0_143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9" name="Google Shape;859;g34100025a35_0_143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7"/>
        <p:cNvGrpSpPr/>
        <p:nvPr/>
      </p:nvGrpSpPr>
      <p:grpSpPr>
        <a:xfrm>
          <a:off x="0" y="0"/>
          <a:ext cx="0" cy="0"/>
          <a:chOff x="0" y="0"/>
          <a:chExt cx="0" cy="0"/>
        </a:xfrm>
      </p:grpSpPr>
      <p:sp>
        <p:nvSpPr>
          <p:cNvPr id="878" name="Google Shape;878;g34100025a35_0_145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9" name="Google Shape;879;g34100025a35_0_145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0" name="Google Shape;880;g34100025a35_0_145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2"/>
        <p:cNvGrpSpPr/>
        <p:nvPr/>
      </p:nvGrpSpPr>
      <p:grpSpPr>
        <a:xfrm>
          <a:off x="0" y="0"/>
          <a:ext cx="0" cy="0"/>
          <a:chOff x="0" y="0"/>
          <a:chExt cx="0" cy="0"/>
        </a:xfrm>
      </p:grpSpPr>
      <p:sp>
        <p:nvSpPr>
          <p:cNvPr id="913" name="Google Shape;913;g34100025a35_0_149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4" name="Google Shape;914;g34100025a35_0_149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5" name="Google Shape;915;g34100025a35_0_149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2"/>
        <p:cNvGrpSpPr/>
        <p:nvPr/>
      </p:nvGrpSpPr>
      <p:grpSpPr>
        <a:xfrm>
          <a:off x="0" y="0"/>
          <a:ext cx="0" cy="0"/>
          <a:chOff x="0" y="0"/>
          <a:chExt cx="0" cy="0"/>
        </a:xfrm>
      </p:grpSpPr>
      <p:sp>
        <p:nvSpPr>
          <p:cNvPr id="933" name="Google Shape;933;g34100025a35_0_151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4" name="Google Shape;934;g34100025a35_0_151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5" name="Google Shape;935;g34100025a35_0_151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3"/>
        <p:cNvGrpSpPr/>
        <p:nvPr/>
      </p:nvGrpSpPr>
      <p:grpSpPr>
        <a:xfrm>
          <a:off x="0" y="0"/>
          <a:ext cx="0" cy="0"/>
          <a:chOff x="0" y="0"/>
          <a:chExt cx="0" cy="0"/>
        </a:xfrm>
      </p:grpSpPr>
      <p:sp>
        <p:nvSpPr>
          <p:cNvPr id="954" name="Google Shape;954;g34100025a35_0_153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5" name="Google Shape;955;g34100025a35_0_153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6" name="Google Shape;956;g34100025a35_0_153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7"/>
        <p:cNvGrpSpPr/>
        <p:nvPr/>
      </p:nvGrpSpPr>
      <p:grpSpPr>
        <a:xfrm>
          <a:off x="0" y="0"/>
          <a:ext cx="0" cy="0"/>
          <a:chOff x="0" y="0"/>
          <a:chExt cx="0" cy="0"/>
        </a:xfrm>
      </p:grpSpPr>
      <p:sp>
        <p:nvSpPr>
          <p:cNvPr id="978" name="Google Shape;978;g26f40b1072c_1_2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9" name="Google Shape;979;g26f40b1072c_1_2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0" name="Google Shape;980;g26f40b1072c_1_2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7"/>
        <p:cNvGrpSpPr/>
        <p:nvPr/>
      </p:nvGrpSpPr>
      <p:grpSpPr>
        <a:xfrm>
          <a:off x="0" y="0"/>
          <a:ext cx="0" cy="0"/>
          <a:chOff x="0" y="0"/>
          <a:chExt cx="0" cy="0"/>
        </a:xfrm>
      </p:grpSpPr>
      <p:sp>
        <p:nvSpPr>
          <p:cNvPr id="988" name="Google Shape;988;g26f40b1072c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9" name="Google Shape;989;g26f40b1072c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0" name="Google Shape;990;g26f40b1072c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4"/>
        <p:cNvGrpSpPr/>
        <p:nvPr/>
      </p:nvGrpSpPr>
      <p:grpSpPr>
        <a:xfrm>
          <a:off x="0" y="0"/>
          <a:ext cx="0" cy="0"/>
          <a:chOff x="0" y="0"/>
          <a:chExt cx="0" cy="0"/>
        </a:xfrm>
      </p:grpSpPr>
      <p:sp>
        <p:nvSpPr>
          <p:cNvPr id="995" name="Google Shape;995;g2ce718e20f2_0_84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6" name="Google Shape;996;g2ce718e20f2_0_84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7" name="Google Shape;997;g2ce718e20f2_0_84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9"/>
        <p:cNvGrpSpPr/>
        <p:nvPr/>
      </p:nvGrpSpPr>
      <p:grpSpPr>
        <a:xfrm>
          <a:off x="0" y="0"/>
          <a:ext cx="0" cy="0"/>
          <a:chOff x="0" y="0"/>
          <a:chExt cx="0" cy="0"/>
        </a:xfrm>
      </p:grpSpPr>
      <p:sp>
        <p:nvSpPr>
          <p:cNvPr id="1010" name="Google Shape;1010;g2701ceed56d_4_32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1" name="Google Shape;1011;g2701ceed56d_4_32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2" name="Google Shape;1012;g2701ceed56d_4_32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4"/>
        <p:cNvGrpSpPr/>
        <p:nvPr/>
      </p:nvGrpSpPr>
      <p:grpSpPr>
        <a:xfrm>
          <a:off x="0" y="0"/>
          <a:ext cx="0" cy="0"/>
          <a:chOff x="0" y="0"/>
          <a:chExt cx="0" cy="0"/>
        </a:xfrm>
      </p:grpSpPr>
      <p:sp>
        <p:nvSpPr>
          <p:cNvPr id="1025" name="Google Shape;1025;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6" name="Google Shape;1026;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7" name="Google Shape;1027;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6"/>
        <p:cNvGrpSpPr/>
        <p:nvPr/>
      </p:nvGrpSpPr>
      <p:grpSpPr>
        <a:xfrm>
          <a:off x="0" y="0"/>
          <a:ext cx="0" cy="0"/>
          <a:chOff x="0" y="0"/>
          <a:chExt cx="0" cy="0"/>
        </a:xfrm>
      </p:grpSpPr>
      <p:sp>
        <p:nvSpPr>
          <p:cNvPr id="1037" name="Google Shape;1037;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8" name="Google Shape;1038;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9" name="Google Shape;1039;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8"/>
        <p:cNvGrpSpPr/>
        <p:nvPr/>
      </p:nvGrpSpPr>
      <p:grpSpPr>
        <a:xfrm>
          <a:off x="0" y="0"/>
          <a:ext cx="0" cy="0"/>
          <a:chOff x="0" y="0"/>
          <a:chExt cx="0" cy="0"/>
        </a:xfrm>
      </p:grpSpPr>
      <p:sp>
        <p:nvSpPr>
          <p:cNvPr id="1049" name="Google Shape;1049;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0" name="Google Shape;1050;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51" name="Google Shape;1051;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0"/>
        <p:cNvGrpSpPr/>
        <p:nvPr/>
      </p:nvGrpSpPr>
      <p:grpSpPr>
        <a:xfrm>
          <a:off x="0" y="0"/>
          <a:ext cx="0" cy="0"/>
          <a:chOff x="0" y="0"/>
          <a:chExt cx="0" cy="0"/>
        </a:xfrm>
      </p:grpSpPr>
      <p:sp>
        <p:nvSpPr>
          <p:cNvPr id="1061" name="Google Shape;1061;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2" name="Google Shape;1062;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3" name="Google Shape;1063;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2"/>
        <p:cNvGrpSpPr/>
        <p:nvPr/>
      </p:nvGrpSpPr>
      <p:grpSpPr>
        <a:xfrm>
          <a:off x="0" y="0"/>
          <a:ext cx="0" cy="0"/>
          <a:chOff x="0" y="0"/>
          <a:chExt cx="0" cy="0"/>
        </a:xfrm>
      </p:grpSpPr>
      <p:sp>
        <p:nvSpPr>
          <p:cNvPr id="1073" name="Google Shape;1073;g26b641b03cd_0_30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4" name="Google Shape;1074;g26b641b03cd_0_30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5" name="Google Shape;1075;g26b641b03cd_0_30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1"/>
        <p:cNvGrpSpPr/>
        <p:nvPr/>
      </p:nvGrpSpPr>
      <p:grpSpPr>
        <a:xfrm>
          <a:off x="0" y="0"/>
          <a:ext cx="0" cy="0"/>
          <a:chOff x="0" y="0"/>
          <a:chExt cx="0" cy="0"/>
        </a:xfrm>
      </p:grpSpPr>
      <p:sp>
        <p:nvSpPr>
          <p:cNvPr id="1082" name="Google Shape;1082;g26b641b03cd_0_30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3" name="Google Shape;1083;g26b641b03cd_0_30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4" name="Google Shape;1084;g26b641b03cd_0_30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0"/>
        <p:cNvGrpSpPr/>
        <p:nvPr/>
      </p:nvGrpSpPr>
      <p:grpSpPr>
        <a:xfrm>
          <a:off x="0" y="0"/>
          <a:ext cx="0" cy="0"/>
          <a:chOff x="0" y="0"/>
          <a:chExt cx="0" cy="0"/>
        </a:xfrm>
      </p:grpSpPr>
      <p:sp>
        <p:nvSpPr>
          <p:cNvPr id="1091" name="Google Shape;1091;g2701ceed56d_4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92" name="Google Shape;1092;g2701ceed56d_4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93" name="Google Shape;1093;g2701ceed56d_4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7"/>
        <p:cNvGrpSpPr/>
        <p:nvPr/>
      </p:nvGrpSpPr>
      <p:grpSpPr>
        <a:xfrm>
          <a:off x="0" y="0"/>
          <a:ext cx="0" cy="0"/>
          <a:chOff x="0" y="0"/>
          <a:chExt cx="0" cy="0"/>
        </a:xfrm>
      </p:grpSpPr>
      <p:sp>
        <p:nvSpPr>
          <p:cNvPr id="1118" name="Google Shape;1118;g27383385af6_0_4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9" name="Google Shape;1119;g27383385af6_0_4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0" name="Google Shape;1120;g27383385af6_0_4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23</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200"/>
              <a:buNone/>
              <a:defRPr sz="32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4"/>
          <p:cNvSpPr txBox="1"/>
          <p:nvPr/>
        </p:nvSpPr>
        <p:spPr>
          <a:xfrm>
            <a:off x="804225" y="1600125"/>
            <a:ext cx="45762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CB3D85"/>
                </a:solidFill>
                <a:latin typeface="Poppins SemiBold"/>
                <a:ea typeface="Poppins SemiBold"/>
                <a:cs typeface="Poppins SemiBold"/>
                <a:sym typeface="Poppins SemiBold"/>
              </a:rPr>
              <a:t>Phase 5.5</a:t>
            </a:r>
            <a:endParaRPr sz="6000" b="0" i="0" u="none" strike="noStrike" cap="none">
              <a:solidFill>
                <a:srgbClr val="CB3D85"/>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600"/>
            <a:chOff x="-36800" y="-52000"/>
            <a:chExt cx="9236100" cy="54360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5905920" y="8810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30" name="Google Shape;30;p14"/>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33" name="Google Shape;33;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 name="Google Shape;35;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6" name="Google Shape;36;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 name="Google Shape;37;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8" name="Google Shape;38;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9" name="Google Shape;39;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212156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Objective</a:t>
            </a:r>
            <a:endParaRPr sz="3200" b="0" i="0" u="none" strike="noStrike" cap="none">
              <a:solidFill>
                <a:srgbClr val="CB3D85"/>
              </a:solidFill>
              <a:latin typeface="Poppins Medium"/>
              <a:ea typeface="Poppins Medium"/>
              <a:cs typeface="Poppins Medium"/>
              <a:sym typeface="Poppins Medium"/>
            </a:endParaRPr>
          </a:p>
        </p:txBody>
      </p:sp>
      <p:sp>
        <p:nvSpPr>
          <p:cNvPr id="47" name="Google Shape;47;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8" name="Google Shape;48;p15"/>
          <p:cNvGrpSpPr/>
          <p:nvPr/>
        </p:nvGrpSpPr>
        <p:grpSpPr>
          <a:xfrm>
            <a:off x="357775" y="5983875"/>
            <a:ext cx="586800" cy="571500"/>
            <a:chOff x="662575" y="6212475"/>
            <a:chExt cx="586800" cy="571500"/>
          </a:xfrm>
        </p:grpSpPr>
        <p:sp>
          <p:nvSpPr>
            <p:cNvPr id="49" name="Google Shape;49;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 name="Google Shape;50;p1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 name="Google Shape;51;p1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2" name="Google Shape;52;p15"/>
          <p:cNvSpPr txBox="1"/>
          <p:nvPr/>
        </p:nvSpPr>
        <p:spPr>
          <a:xfrm>
            <a:off x="856314" y="21244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Review</a:t>
            </a:r>
            <a:endParaRPr sz="3200" b="0" i="0" u="none" strike="noStrike" cap="none">
              <a:solidFill>
                <a:srgbClr val="CB3D85"/>
              </a:solidFill>
              <a:latin typeface="Poppins Medium"/>
              <a:ea typeface="Poppins Medium"/>
              <a:cs typeface="Poppins Medium"/>
              <a:sym typeface="Poppins Medium"/>
            </a:endParaRPr>
          </a:p>
        </p:txBody>
      </p:sp>
      <p:cxnSp>
        <p:nvCxnSpPr>
          <p:cNvPr id="53" name="Google Shape;53;p15"/>
          <p:cNvCxnSpPr/>
          <p:nvPr/>
        </p:nvCxnSpPr>
        <p:spPr>
          <a:xfrm>
            <a:off x="865586" y="3078360"/>
            <a:ext cx="7283100" cy="0"/>
          </a:xfrm>
          <a:prstGeom prst="straightConnector1">
            <a:avLst/>
          </a:prstGeom>
          <a:noFill/>
          <a:ln w="9525" cap="flat" cmpd="sng">
            <a:solidFill>
              <a:srgbClr val="BFBFBF"/>
            </a:solidFill>
            <a:prstDash val="solid"/>
            <a:miter lim="800000"/>
            <a:headEnd type="none" w="sm" len="sm"/>
            <a:tailEnd type="none" w="sm" len="sm"/>
          </a:ln>
        </p:spPr>
      </p:cxnSp>
      <p:cxnSp>
        <p:nvCxnSpPr>
          <p:cNvPr id="54" name="Google Shape;54;p15"/>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5" name="Google Shape;55;p15"/>
          <p:cNvGrpSpPr/>
          <p:nvPr/>
        </p:nvGrpSpPr>
        <p:grpSpPr>
          <a:xfrm>
            <a:off x="8199150" y="5983875"/>
            <a:ext cx="586800" cy="571500"/>
            <a:chOff x="7894350" y="6212475"/>
            <a:chExt cx="586800" cy="571500"/>
          </a:xfrm>
        </p:grpSpPr>
        <p:sp>
          <p:nvSpPr>
            <p:cNvPr id="56" name="Google Shape;56;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 name="Google Shape;58;p1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 name="Google Shape;59;p15"/>
          <p:cNvGrpSpPr/>
          <p:nvPr/>
        </p:nvGrpSpPr>
        <p:grpSpPr>
          <a:xfrm>
            <a:off x="-36800" y="-52000"/>
            <a:ext cx="9236100" cy="543600"/>
            <a:chOff x="-36800" y="-52000"/>
            <a:chExt cx="9236100" cy="54360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5905920" y="8810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64" name="Google Shape;64;p15"/>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67" name="Google Shape;67;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68" name="Google Shape;68;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2" name="Google Shape;72;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3" name="Google Shape;73;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 name="Google Shape;74;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600"/>
            <a:chOff x="-36800" y="-52000"/>
            <a:chExt cx="9236100" cy="54360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5905920" y="8810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92" name="Google Shape;92;g26b641b03cd_1_92"/>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95" name="Google Shape;95;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96" name="Google Shape;96;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0" name="Google Shape;100;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01" name="Google Shape;101;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 name="Google Shape;102;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6" name="Google Shape;106;g26b641b03cd_0_33"/>
          <p:cNvSpPr/>
          <p:nvPr/>
        </p:nvSpPr>
        <p:spPr>
          <a:xfrm rot="-5400000" flipH="1">
            <a:off x="-938345" y="3081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Review Sound Families /r/ /n/ /m/</a:t>
            </a:r>
            <a:endParaRPr sz="1800" b="0" i="0" u="none" strike="noStrike" cap="none">
              <a:solidFill>
                <a:srgbClr val="FFFFFF"/>
              </a:solidFill>
              <a:latin typeface="Poppins SemiBold"/>
              <a:ea typeface="Poppins SemiBold"/>
              <a:cs typeface="Poppins SemiBold"/>
              <a:sym typeface="Poppins SemiBold"/>
            </a:endParaRPr>
          </a:p>
        </p:txBody>
      </p:sp>
      <p:sp>
        <p:nvSpPr>
          <p:cNvPr id="108" name="Google Shape;108;g26b641b03cd_0_33"/>
          <p:cNvSpPr txBox="1"/>
          <p:nvPr/>
        </p:nvSpPr>
        <p:spPr>
          <a:xfrm rot="-5400000">
            <a:off x="-1852558" y="65710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chemeClr val="dk1"/>
              </a:buClr>
              <a:buSzPts val="1800"/>
              <a:buFont typeface="Arial"/>
              <a:buNone/>
            </a:pPr>
            <a:r>
              <a:rPr lang="en-US" sz="1800" b="0" i="0" u="none" strike="noStrike" cap="none">
                <a:solidFill>
                  <a:srgbClr val="CB3D85"/>
                </a:solidFill>
                <a:latin typeface="Poppins Medium"/>
                <a:ea typeface="Poppins Medium"/>
                <a:cs typeface="Poppins Medium"/>
                <a:sym typeface="Poppins Medium"/>
              </a:rPr>
              <a:t>Week 7 - Friday</a:t>
            </a:r>
            <a:endParaRPr sz="1800" b="0" i="0" u="none" strike="noStrike" cap="none">
              <a:solidFill>
                <a:srgbClr val="CB3D85"/>
              </a:solidFill>
              <a:latin typeface="Poppins Medium"/>
              <a:ea typeface="Poppins Medium"/>
              <a:cs typeface="Poppins Medium"/>
              <a:sym typeface="Poppins Medium"/>
            </a:endParaRPr>
          </a:p>
        </p:txBody>
      </p:sp>
      <p:sp>
        <p:nvSpPr>
          <p:cNvPr id="109" name="Google Shape;109;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0" name="Google Shape;110;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1" name="Google Shape;111;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CB3D85"/>
              </a:buClr>
              <a:buSzPts val="3200"/>
              <a:buFont typeface="Poppins Medium"/>
              <a:buNone/>
              <a:defRPr sz="3200">
                <a:solidFill>
                  <a:srgbClr val="CB3D85"/>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2" name="Google Shape;112;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3" name="Google Shape;113;g26b641b03cd_0_33"/>
          <p:cNvGrpSpPr/>
          <p:nvPr/>
        </p:nvGrpSpPr>
        <p:grpSpPr>
          <a:xfrm>
            <a:off x="662575" y="6212475"/>
            <a:ext cx="586800" cy="571500"/>
            <a:chOff x="662575" y="6212475"/>
            <a:chExt cx="586800" cy="571500"/>
          </a:xfrm>
        </p:grpSpPr>
        <p:sp>
          <p:nvSpPr>
            <p:cNvPr id="114" name="Google Shape;114;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5" name="Google Shape;115;g26b641b03cd_0_3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6" name="Google Shape;116;g26b641b03cd_0_3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17" name="Google Shape;117;g26b641b03cd_0_33"/>
          <p:cNvGrpSpPr/>
          <p:nvPr/>
        </p:nvGrpSpPr>
        <p:grpSpPr>
          <a:xfrm>
            <a:off x="7894350" y="6212475"/>
            <a:ext cx="586800" cy="571500"/>
            <a:chOff x="7894350" y="6212475"/>
            <a:chExt cx="586800" cy="571500"/>
          </a:xfrm>
        </p:grpSpPr>
        <p:sp>
          <p:nvSpPr>
            <p:cNvPr id="118" name="Google Shape;118;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9" name="Google Shape;119;g26b641b03cd_0_3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21" name="Google Shape;121;g26b641b03cd_0_3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2" name="Google Shape;122;g26b641b03cd_0_3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23" name="Google Shape;123;g26b641b03cd_0_33"/>
          <p:cNvSpPr/>
          <p:nvPr/>
        </p:nvSpPr>
        <p:spPr>
          <a:xfrm rot="5400000">
            <a:off x="7628802" y="23958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24" name="Google Shape;124;g26b641b03cd_0_33"/>
          <p:cNvSpPr txBox="1"/>
          <p:nvPr/>
        </p:nvSpPr>
        <p:spPr>
          <a:xfrm rot="5400000">
            <a:off x="6707775" y="59614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Lesson 35</a:t>
            </a:r>
            <a:endParaRPr sz="1800" b="0" i="0" u="none" strike="noStrike" cap="none">
              <a:solidFill>
                <a:srgbClr val="CB3D85"/>
              </a:solidFill>
              <a:latin typeface="Poppins Medium"/>
              <a:ea typeface="Poppins Medium"/>
              <a:cs typeface="Poppins Medium"/>
              <a:sym typeface="Poppins Medium"/>
            </a:endParaRPr>
          </a:p>
        </p:txBody>
      </p:sp>
      <p:sp>
        <p:nvSpPr>
          <p:cNvPr id="125" name="Google Shape;125;g26b641b03cd_0_3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Independent Reading">
  <p:cSld name="End of Session_1_1_1">
    <p:spTree>
      <p:nvGrpSpPr>
        <p:cNvPr id="1" name="Shape 126"/>
        <p:cNvGrpSpPr/>
        <p:nvPr/>
      </p:nvGrpSpPr>
      <p:grpSpPr>
        <a:xfrm>
          <a:off x="0" y="0"/>
          <a:ext cx="0" cy="0"/>
          <a:chOff x="0" y="0"/>
          <a:chExt cx="0" cy="0"/>
        </a:xfrm>
      </p:grpSpPr>
      <p:sp>
        <p:nvSpPr>
          <p:cNvPr id="127" name="Google Shape;127;g2ce718e20f2_0_768"/>
          <p:cNvSpPr txBox="1"/>
          <p:nvPr/>
        </p:nvSpPr>
        <p:spPr>
          <a:xfrm>
            <a:off x="856325" y="958000"/>
            <a:ext cx="55779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Independent Reading</a:t>
            </a:r>
            <a:endParaRPr sz="3200" b="0" i="0" u="none" strike="noStrike" cap="none">
              <a:solidFill>
                <a:srgbClr val="CB3D85"/>
              </a:solidFill>
              <a:latin typeface="Poppins Medium"/>
              <a:ea typeface="Poppins Medium"/>
              <a:cs typeface="Poppins Medium"/>
              <a:sym typeface="Poppins Medium"/>
            </a:endParaRPr>
          </a:p>
        </p:txBody>
      </p:sp>
      <p:cxnSp>
        <p:nvCxnSpPr>
          <p:cNvPr id="128" name="Google Shape;128;g2ce718e20f2_0_768"/>
          <p:cNvCxnSpPr/>
          <p:nvPr/>
        </p:nvCxnSpPr>
        <p:spPr>
          <a:xfrm>
            <a:off x="941786" y="1709260"/>
            <a:ext cx="4402200" cy="0"/>
          </a:xfrm>
          <a:prstGeom prst="straightConnector1">
            <a:avLst/>
          </a:prstGeom>
          <a:noFill/>
          <a:ln w="9525" cap="flat" cmpd="sng">
            <a:solidFill>
              <a:srgbClr val="BFBFBF"/>
            </a:solidFill>
            <a:prstDash val="solid"/>
            <a:miter lim="800000"/>
            <a:headEnd type="none" w="sm" len="sm"/>
            <a:tailEnd type="none" w="sm" len="sm"/>
          </a:ln>
        </p:spPr>
      </p:cxnSp>
      <p:sp>
        <p:nvSpPr>
          <p:cNvPr id="129" name="Google Shape;129;g2ce718e20f2_0_768"/>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0" name="Google Shape;130;g2ce718e20f2_0_768"/>
          <p:cNvSpPr txBox="1"/>
          <p:nvPr/>
        </p:nvSpPr>
        <p:spPr>
          <a:xfrm>
            <a:off x="842866" y="1759850"/>
            <a:ext cx="4606800" cy="6480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000"/>
              </a:spcBef>
              <a:spcAft>
                <a:spcPts val="0"/>
              </a:spcAft>
              <a:buClr>
                <a:srgbClr val="000000"/>
              </a:buClr>
              <a:buSzPts val="1400"/>
              <a:buFont typeface="Arial"/>
              <a:buNone/>
            </a:pPr>
            <a:r>
              <a:rPr lang="en-US" sz="1400" b="0" i="0" u="none" strike="noStrike" cap="none">
                <a:solidFill>
                  <a:schemeClr val="dk1"/>
                </a:solidFill>
                <a:latin typeface="Poppins"/>
                <a:ea typeface="Poppins"/>
                <a:cs typeface="Poppins"/>
                <a:sym typeface="Poppins"/>
              </a:rPr>
              <a:t>Children are given a decodable reader that covers letter sounds previously taught.</a:t>
            </a:r>
            <a:endParaRPr sz="1400" b="0" i="0" u="none" strike="noStrike" cap="none">
              <a:solidFill>
                <a:schemeClr val="dk1"/>
              </a:solidFill>
              <a:latin typeface="Poppins"/>
              <a:ea typeface="Poppins"/>
              <a:cs typeface="Poppins"/>
              <a:sym typeface="Poppins"/>
            </a:endParaRPr>
          </a:p>
        </p:txBody>
      </p:sp>
      <p:sp>
        <p:nvSpPr>
          <p:cNvPr id="131" name="Google Shape;131;g2ce718e20f2_0_768"/>
          <p:cNvSpPr txBox="1"/>
          <p:nvPr/>
        </p:nvSpPr>
        <p:spPr>
          <a:xfrm>
            <a:off x="835016" y="2438500"/>
            <a:ext cx="3819600" cy="2523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100" b="0" i="0" u="none" strike="noStrike" cap="none">
                <a:solidFill>
                  <a:srgbClr val="CB3D85"/>
                </a:solidFill>
                <a:latin typeface="Poppins Medium"/>
                <a:ea typeface="Poppins Medium"/>
                <a:cs typeface="Poppins Medium"/>
                <a:sym typeface="Poppins Medium"/>
              </a:rPr>
              <a:t>Decodable Readers</a:t>
            </a:r>
            <a:endParaRPr sz="1100" b="0" i="0" u="none" strike="noStrike" cap="none">
              <a:solidFill>
                <a:srgbClr val="CB3D85"/>
              </a:solidFill>
              <a:latin typeface="Poppins Medium"/>
              <a:ea typeface="Poppins Medium"/>
              <a:cs typeface="Poppins Medium"/>
              <a:sym typeface="Poppins Medium"/>
            </a:endParaRPr>
          </a:p>
        </p:txBody>
      </p:sp>
      <p:grpSp>
        <p:nvGrpSpPr>
          <p:cNvPr id="133" name="Google Shape;133;g2ce718e20f2_0_768"/>
          <p:cNvGrpSpPr/>
          <p:nvPr/>
        </p:nvGrpSpPr>
        <p:grpSpPr>
          <a:xfrm>
            <a:off x="8199150" y="5983875"/>
            <a:ext cx="586800" cy="571500"/>
            <a:chOff x="7894350" y="6212475"/>
            <a:chExt cx="586800" cy="571500"/>
          </a:xfrm>
        </p:grpSpPr>
        <p:sp>
          <p:nvSpPr>
            <p:cNvPr id="134" name="Google Shape;134;g2ce718e20f2_0_76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5" name="Google Shape;135;g2ce718e20f2_0_76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6" name="Google Shape;136;g2ce718e20f2_0_76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37" name="Google Shape;137;g2ce718e20f2_0_768"/>
          <p:cNvSpPr txBox="1"/>
          <p:nvPr/>
        </p:nvSpPr>
        <p:spPr>
          <a:xfrm>
            <a:off x="5031994" y="2438500"/>
            <a:ext cx="3035400" cy="2523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100" b="0" i="0" u="none" strike="noStrike" cap="none">
                <a:solidFill>
                  <a:srgbClr val="CB3D85"/>
                </a:solidFill>
                <a:latin typeface="Poppins Medium"/>
                <a:ea typeface="Poppins Medium"/>
                <a:cs typeface="Poppins Medium"/>
                <a:sym typeface="Poppins Medium"/>
              </a:rPr>
              <a:t>Sound Family Chart</a:t>
            </a:r>
            <a:endParaRPr sz="1100" b="0" i="1" u="none" strike="noStrike" cap="none">
              <a:solidFill>
                <a:srgbClr val="CB3D85"/>
              </a:solidFill>
              <a:latin typeface="Poppins Medium"/>
              <a:ea typeface="Poppins Medium"/>
              <a:cs typeface="Poppins Medium"/>
              <a:sym typeface="Poppins Medium"/>
            </a:endParaRPr>
          </a:p>
        </p:txBody>
      </p:sp>
      <p:grpSp>
        <p:nvGrpSpPr>
          <p:cNvPr id="138" name="Google Shape;138;g2ce718e20f2_0_768"/>
          <p:cNvGrpSpPr/>
          <p:nvPr/>
        </p:nvGrpSpPr>
        <p:grpSpPr>
          <a:xfrm>
            <a:off x="-36800" y="-52000"/>
            <a:ext cx="9236100" cy="543600"/>
            <a:chOff x="-36800" y="-52000"/>
            <a:chExt cx="9236100" cy="543600"/>
          </a:xfrm>
        </p:grpSpPr>
        <p:sp>
          <p:nvSpPr>
            <p:cNvPr id="139" name="Google Shape;139;g2ce718e20f2_0_768"/>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40" name="Google Shape;140;g2ce718e20f2_0_768"/>
            <p:cNvGrpSpPr/>
            <p:nvPr/>
          </p:nvGrpSpPr>
          <p:grpSpPr>
            <a:xfrm>
              <a:off x="5905920" y="88100"/>
              <a:ext cx="1337400" cy="403500"/>
              <a:chOff x="565600" y="88250"/>
              <a:chExt cx="1337400" cy="403500"/>
            </a:xfrm>
          </p:grpSpPr>
          <p:sp>
            <p:nvSpPr>
              <p:cNvPr id="141" name="Google Shape;141;g2ce718e20f2_0_768"/>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142" name="Google Shape;142;g2ce718e20f2_0_768"/>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143" name="Google Shape;143;g2ce718e20f2_0_768"/>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144" name="Google Shape;144;g2ce718e20f2_0_768"/>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45" name="Google Shape;145;g2ce718e20f2_0_768"/>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146" name="Google Shape;146;g2ce718e20f2_0_768"/>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147" name="Google Shape;147;g2ce718e20f2_0_768"/>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8" name="Google Shape;148;g2ce718e20f2_0_768"/>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49" name="Google Shape;149;g2ce718e20f2_0_768"/>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0" name="Google Shape;150;g2ce718e20f2_0_768"/>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51" name="Google Shape;151;g2ce718e20f2_0_768"/>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52" name="Google Shape;152;g2ce718e20f2_0_768"/>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3" name="Google Shape;153;g2ce718e20f2_0_768"/>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87"/>
        <p:cNvGrpSpPr/>
        <p:nvPr/>
      </p:nvGrpSpPr>
      <p:grpSpPr>
        <a:xfrm>
          <a:off x="0" y="0"/>
          <a:ext cx="0" cy="0"/>
          <a:chOff x="0" y="0"/>
          <a:chExt cx="0" cy="0"/>
        </a:xfrm>
      </p:grpSpPr>
      <p:sp>
        <p:nvSpPr>
          <p:cNvPr id="188" name="Google Shape;188;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89" name="Google Shape;189;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End of Session</a:t>
            </a:r>
            <a:endParaRPr sz="3200" b="0" i="0" u="none" strike="noStrike" cap="none">
              <a:solidFill>
                <a:srgbClr val="CB3D85"/>
              </a:solidFill>
              <a:latin typeface="Poppins Medium"/>
              <a:ea typeface="Poppins Medium"/>
              <a:cs typeface="Poppins Medium"/>
              <a:sym typeface="Poppins Medium"/>
            </a:endParaRPr>
          </a:p>
        </p:txBody>
      </p:sp>
      <p:cxnSp>
        <p:nvCxnSpPr>
          <p:cNvPr id="190" name="Google Shape;190;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91" name="Google Shape;191;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2" name="Google Shape;192;g26b641b03cd_0_260"/>
          <p:cNvSpPr>
            <a:spLocks noGrp="1"/>
          </p:cNvSpPr>
          <p:nvPr>
            <p:ph type="pic" idx="2"/>
          </p:nvPr>
        </p:nvSpPr>
        <p:spPr>
          <a:xfrm>
            <a:off x="960225" y="1993200"/>
            <a:ext cx="2946000" cy="1949700"/>
          </a:xfrm>
          <a:prstGeom prst="roundRect">
            <a:avLst>
              <a:gd name="adj" fmla="val 16667"/>
            </a:avLst>
          </a:prstGeom>
          <a:noFill/>
          <a:ln>
            <a:noFill/>
          </a:ln>
        </p:spPr>
      </p:sp>
      <p:pic>
        <p:nvPicPr>
          <p:cNvPr id="193" name="Google Shape;193;g26b641b03cd_0_260"/>
          <p:cNvPicPr preferRelativeResize="0"/>
          <p:nvPr/>
        </p:nvPicPr>
        <p:blipFill rotWithShape="1">
          <a:blip r:embed="rId2">
            <a:alphaModFix/>
          </a:blip>
          <a:srcRect/>
          <a:stretch/>
        </p:blipFill>
        <p:spPr>
          <a:xfrm>
            <a:off x="485725" y="5274624"/>
            <a:ext cx="2884175" cy="1389976"/>
          </a:xfrm>
          <a:prstGeom prst="rect">
            <a:avLst/>
          </a:prstGeom>
          <a:noFill/>
          <a:ln>
            <a:noFill/>
          </a:ln>
          <a:effectLst>
            <a:outerShdw blurRad="57150" dist="19050" dir="5400000" algn="bl" rotWithShape="0">
              <a:srgbClr val="000000">
                <a:alpha val="46274"/>
              </a:srgbClr>
            </a:outerShdw>
          </a:effectLst>
        </p:spPr>
      </p:pic>
      <p:grpSp>
        <p:nvGrpSpPr>
          <p:cNvPr id="194" name="Google Shape;194;g26b641b03cd_0_260"/>
          <p:cNvGrpSpPr/>
          <p:nvPr/>
        </p:nvGrpSpPr>
        <p:grpSpPr>
          <a:xfrm>
            <a:off x="8199150" y="5983875"/>
            <a:ext cx="586800" cy="571500"/>
            <a:chOff x="7894350" y="6212475"/>
            <a:chExt cx="586800" cy="571500"/>
          </a:xfrm>
        </p:grpSpPr>
        <p:sp>
          <p:nvSpPr>
            <p:cNvPr id="195" name="Google Shape;195;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6" name="Google Shape;196;g26b641b03cd_0_26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7" name="Google Shape;197;g26b641b03cd_0_26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98" name="Google Shape;198;g26b641b03cd_0_260"/>
          <p:cNvGrpSpPr/>
          <p:nvPr/>
        </p:nvGrpSpPr>
        <p:grpSpPr>
          <a:xfrm>
            <a:off x="-36800" y="-52000"/>
            <a:ext cx="9236100" cy="543600"/>
            <a:chOff x="-36800" y="-52000"/>
            <a:chExt cx="9236100" cy="543600"/>
          </a:xfrm>
        </p:grpSpPr>
        <p:sp>
          <p:nvSpPr>
            <p:cNvPr id="199" name="Google Shape;199;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00" name="Google Shape;200;g26b641b03cd_0_260"/>
            <p:cNvGrpSpPr/>
            <p:nvPr/>
          </p:nvGrpSpPr>
          <p:grpSpPr>
            <a:xfrm>
              <a:off x="5905920" y="88100"/>
              <a:ext cx="1337400" cy="403500"/>
              <a:chOff x="565600" y="88250"/>
              <a:chExt cx="1337400" cy="403500"/>
            </a:xfrm>
          </p:grpSpPr>
          <p:sp>
            <p:nvSpPr>
              <p:cNvPr id="201" name="Google Shape;201;g26b641b03cd_0_260"/>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202" name="Google Shape;202;g26b641b03cd_0_260"/>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203" name="Google Shape;203;g26b641b03cd_0_260"/>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204" name="Google Shape;204;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205" name="Google Shape;205;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206" name="Google Shape;206;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207" name="Google Shape;207;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8" name="Google Shape;208;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209" name="Google Shape;209;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0" name="Google Shape;210;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211" name="Google Shape;211;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212" name="Google Shape;212;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214"/>
        <p:cNvGrpSpPr/>
        <p:nvPr/>
      </p:nvGrpSpPr>
      <p:grpSpPr>
        <a:xfrm>
          <a:off x="0" y="0"/>
          <a:ext cx="0" cy="0"/>
          <a:chOff x="0" y="0"/>
          <a:chExt cx="0" cy="0"/>
        </a:xfrm>
      </p:grpSpPr>
      <p:sp>
        <p:nvSpPr>
          <p:cNvPr id="215" name="Google Shape;215;g2c235dd0dad_1_87"/>
          <p:cNvSpPr txBox="1">
            <a:spLocks noGrp="1"/>
          </p:cNvSpPr>
          <p:nvPr>
            <p:ph type="subTitle" idx="1"/>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16" name="Google Shape;216;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17" name="Google Shape;217;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lang="en-US" sz="3000" b="0" i="0" u="none" strike="noStrike" cap="none">
                <a:solidFill>
                  <a:srgbClr val="CB3D85"/>
                </a:solidFill>
                <a:latin typeface="Poppins Medium"/>
                <a:ea typeface="Poppins Medium"/>
                <a:cs typeface="Poppins Medium"/>
                <a:sym typeface="Poppins Medium"/>
              </a:rPr>
              <a:t> Building Words</a:t>
            </a:r>
            <a:endParaRPr sz="3000" b="0" i="0" u="none" strike="noStrike" cap="none">
              <a:solidFill>
                <a:srgbClr val="CB3D85"/>
              </a:solidFill>
              <a:latin typeface="Poppins Medium"/>
              <a:ea typeface="Poppins Medium"/>
              <a:cs typeface="Poppins Medium"/>
              <a:sym typeface="Poppins Medium"/>
            </a:endParaRPr>
          </a:p>
        </p:txBody>
      </p:sp>
      <p:sp>
        <p:nvSpPr>
          <p:cNvPr id="218" name="Google Shape;218;g2c235dd0dad_1_87"/>
          <p:cNvSpPr txBox="1">
            <a:spLocks noGrp="1"/>
          </p:cNvSpPr>
          <p:nvPr>
            <p:ph type="subTitle" idx="2"/>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19" name="Google Shape;219;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20" name="Google Shape;220;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21" name="Google Shape;221;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22" name="Google Shape;222;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3" name="Google Shape;223;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4" name="Google Shape;224;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25" name="Google Shape;225;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26" name="Google Shape;226;g2c235dd0dad_1_87"/>
          <p:cNvSpPr txBox="1">
            <a:spLocks noGrp="1"/>
          </p:cNvSpPr>
          <p:nvPr>
            <p:ph type="subTitle" idx="3"/>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27" name="Google Shape;227;g2c235dd0dad_1_87"/>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8" name="Google Shape;228;g2c235dd0dad_1_87"/>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29" name="Google Shape;229;g2c235dd0dad_1_87"/>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0" name="Google Shape;230;g2c235dd0dad_1_87"/>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1" name="Google Shape;231;g2c235dd0dad_1_87"/>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2" name="Google Shape;232;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3" name="Google Shape;233;g2c235dd0dad_1_8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34" name="Google Shape;234;g2c235dd0dad_1_8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35" name="Google Shape;235;g2c235dd0dad_1_87"/>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36" name="Google Shape;236;g2c235dd0dad_1_8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37" name="Google Shape;237;g2c235dd0dad_1_87"/>
          <p:cNvGrpSpPr/>
          <p:nvPr/>
        </p:nvGrpSpPr>
        <p:grpSpPr>
          <a:xfrm>
            <a:off x="662575" y="6212475"/>
            <a:ext cx="586800" cy="571500"/>
            <a:chOff x="662575" y="6212475"/>
            <a:chExt cx="586800" cy="571500"/>
          </a:xfrm>
        </p:grpSpPr>
        <p:sp>
          <p:nvSpPr>
            <p:cNvPr id="238" name="Google Shape;238;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9" name="Google Shape;239;g2c235dd0dad_1_87">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0" name="Google Shape;240;g2c235dd0dad_1_87">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1" name="Google Shape;241;g2c235dd0dad_1_87"/>
          <p:cNvGrpSpPr/>
          <p:nvPr/>
        </p:nvGrpSpPr>
        <p:grpSpPr>
          <a:xfrm>
            <a:off x="7894350" y="6212475"/>
            <a:ext cx="586800" cy="571500"/>
            <a:chOff x="7894350" y="6212475"/>
            <a:chExt cx="586800" cy="571500"/>
          </a:xfrm>
        </p:grpSpPr>
        <p:sp>
          <p:nvSpPr>
            <p:cNvPr id="242" name="Google Shape;242;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3" name="Google Shape;243;g2c235dd0dad_1_87">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4" name="Google Shape;244;g2c235dd0dad_1_87">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45"/>
        <p:cNvGrpSpPr/>
        <p:nvPr/>
      </p:nvGrpSpPr>
      <p:grpSpPr>
        <a:xfrm>
          <a:off x="0" y="0"/>
          <a:ext cx="0" cy="0"/>
          <a:chOff x="0" y="0"/>
          <a:chExt cx="0" cy="0"/>
        </a:xfrm>
      </p:grpSpPr>
      <p:sp>
        <p:nvSpPr>
          <p:cNvPr id="246" name="Google Shape;246;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47" name="Google Shape;247;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lang="en-US" sz="3000" b="0" i="0" u="none" strike="noStrike" cap="none">
                <a:solidFill>
                  <a:srgbClr val="CB3D85"/>
                </a:solidFill>
                <a:latin typeface="Poppins Medium"/>
                <a:ea typeface="Poppins Medium"/>
                <a:cs typeface="Poppins Medium"/>
                <a:sym typeface="Poppins Medium"/>
              </a:rPr>
              <a:t> Building Words</a:t>
            </a:r>
            <a:endParaRPr sz="3000" b="0" i="0" u="none" strike="noStrike" cap="none">
              <a:solidFill>
                <a:srgbClr val="CB3D85"/>
              </a:solidFill>
              <a:latin typeface="Poppins Medium"/>
              <a:ea typeface="Poppins Medium"/>
              <a:cs typeface="Poppins Medium"/>
              <a:sym typeface="Poppins Medium"/>
            </a:endParaRPr>
          </a:p>
        </p:txBody>
      </p:sp>
      <p:cxnSp>
        <p:nvCxnSpPr>
          <p:cNvPr id="248" name="Google Shape;248;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49" name="Google Shape;249;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50" name="Google Shape;250;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51" name="Google Shape;251;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52" name="Google Shape;252;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53" name="Google Shape;253;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54" name="Google Shape;254;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55" name="Google Shape;255;g1f3daf8a844_0_32"/>
          <p:cNvSpPr txBox="1">
            <a:spLocks noGrp="1"/>
          </p:cNvSpPr>
          <p:nvPr>
            <p:ph type="subTitle" idx="1"/>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56" name="Google Shape;256;g1f3daf8a844_0_32"/>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7" name="Google Shape;257;g1f3daf8a844_0_32"/>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58" name="Google Shape;258;g1f3daf8a844_0_32"/>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9" name="Google Shape;259;g1f3daf8a844_0_32"/>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0" name="Google Shape;260;g1f3daf8a844_0_32"/>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1" name="Google Shape;261;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2" name="Google Shape;262;g1f3daf8a844_0_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63" name="Google Shape;263;g1f3daf8a844_0_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64" name="Google Shape;264;g1f3daf8a844_0_32"/>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65" name="Google Shape;265;g1f3daf8a844_0_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66" name="Google Shape;266;g1f3daf8a844_0_32"/>
          <p:cNvGrpSpPr/>
          <p:nvPr/>
        </p:nvGrpSpPr>
        <p:grpSpPr>
          <a:xfrm>
            <a:off x="662575" y="6212475"/>
            <a:ext cx="586800" cy="571500"/>
            <a:chOff x="662575" y="6212475"/>
            <a:chExt cx="586800" cy="571500"/>
          </a:xfrm>
        </p:grpSpPr>
        <p:sp>
          <p:nvSpPr>
            <p:cNvPr id="267" name="Google Shape;267;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8" name="Google Shape;268;g1f3daf8a844_0_3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9" name="Google Shape;269;g1f3daf8a844_0_3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70" name="Google Shape;270;g1f3daf8a844_0_32"/>
          <p:cNvGrpSpPr/>
          <p:nvPr/>
        </p:nvGrpSpPr>
        <p:grpSpPr>
          <a:xfrm>
            <a:off x="7894350" y="6212475"/>
            <a:ext cx="586800" cy="571500"/>
            <a:chOff x="7894350" y="6212475"/>
            <a:chExt cx="586800" cy="571500"/>
          </a:xfrm>
        </p:grpSpPr>
        <p:sp>
          <p:nvSpPr>
            <p:cNvPr id="271" name="Google Shape;271;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2" name="Google Shape;272;g1f3daf8a844_0_3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3" name="Google Shape;273;g1f3daf8a844_0_3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74"/>
        <p:cNvGrpSpPr/>
        <p:nvPr/>
      </p:nvGrpSpPr>
      <p:grpSpPr>
        <a:xfrm>
          <a:off x="0" y="0"/>
          <a:ext cx="0" cy="0"/>
          <a:chOff x="0" y="0"/>
          <a:chExt cx="0" cy="0"/>
        </a:xfrm>
      </p:grpSpPr>
      <p:sp>
        <p:nvSpPr>
          <p:cNvPr id="275" name="Google Shape;275;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76" name="Google Shape;276;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Quickwrite</a:t>
            </a:r>
            <a:endParaRPr sz="3000" b="0" i="0" u="none" strike="noStrike" cap="none">
              <a:solidFill>
                <a:srgbClr val="CB3D85"/>
              </a:solidFill>
              <a:latin typeface="Poppins Medium"/>
              <a:ea typeface="Poppins Medium"/>
              <a:cs typeface="Poppins Medium"/>
              <a:sym typeface="Poppins Medium"/>
            </a:endParaRPr>
          </a:p>
        </p:txBody>
      </p:sp>
      <p:sp>
        <p:nvSpPr>
          <p:cNvPr id="277" name="Google Shape;277;g2c157a2fb06_0_53"/>
          <p:cNvSpPr txBox="1">
            <a:spLocks noGrp="1"/>
          </p:cNvSpPr>
          <p:nvPr>
            <p:ph type="subTitle" idx="1"/>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78" name="Google Shape;278;g2c157a2fb06_0_53"/>
          <p:cNvSpPr txBox="1">
            <a:spLocks noGrp="1"/>
          </p:cNvSpPr>
          <p:nvPr>
            <p:ph type="subTitle" idx="2"/>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79" name="Google Shape;279;g2c157a2fb06_0_53"/>
          <p:cNvSpPr txBox="1">
            <a:spLocks noGrp="1"/>
          </p:cNvSpPr>
          <p:nvPr>
            <p:ph type="subTitle" idx="3"/>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80" name="Google Shape;280;g2c157a2fb06_0_53"/>
          <p:cNvSpPr txBox="1">
            <a:spLocks noGrp="1"/>
          </p:cNvSpPr>
          <p:nvPr>
            <p:ph type="subTitle" idx="4"/>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81" name="Google Shape;281;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2" name="Google Shape;282;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83" name="Google Shape;283;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84" name="Google Shape;284;g2c157a2fb06_0_5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5" name="Google Shape;285;g2c157a2fb06_0_5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86" name="Google Shape;286;g2c157a2fb06_0_53"/>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7" name="Google Shape;287;g2c157a2fb06_0_5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8" name="Google Shape;288;g2c157a2fb06_0_5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9" name="Google Shape;289;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0" name="Google Shape;290;g2c157a2fb06_0_5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91" name="Google Shape;291;g2c157a2fb06_0_5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92" name="Google Shape;292;g2c157a2fb06_0_53"/>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93" name="Google Shape;293;g2c157a2fb06_0_5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94" name="Google Shape;294;g2c157a2fb06_0_53"/>
          <p:cNvGrpSpPr/>
          <p:nvPr/>
        </p:nvGrpSpPr>
        <p:grpSpPr>
          <a:xfrm>
            <a:off x="662575" y="6212475"/>
            <a:ext cx="586800" cy="571500"/>
            <a:chOff x="662575" y="6212475"/>
            <a:chExt cx="586800" cy="571500"/>
          </a:xfrm>
        </p:grpSpPr>
        <p:sp>
          <p:nvSpPr>
            <p:cNvPr id="295" name="Google Shape;295;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6" name="Google Shape;296;g2c157a2fb06_0_5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7" name="Google Shape;297;g2c157a2fb06_0_5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98" name="Google Shape;298;g2c157a2fb06_0_53"/>
          <p:cNvGrpSpPr/>
          <p:nvPr/>
        </p:nvGrpSpPr>
        <p:grpSpPr>
          <a:xfrm>
            <a:off x="7894350" y="6212475"/>
            <a:ext cx="586800" cy="571500"/>
            <a:chOff x="7894350" y="6212475"/>
            <a:chExt cx="586800" cy="571500"/>
          </a:xfrm>
        </p:grpSpPr>
        <p:sp>
          <p:nvSpPr>
            <p:cNvPr id="299" name="Google Shape;299;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0" name="Google Shape;300;g2c157a2fb06_0_5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1" name="Google Shape;301;g2c157a2fb06_0_5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302"/>
        <p:cNvGrpSpPr/>
        <p:nvPr/>
      </p:nvGrpSpPr>
      <p:grpSpPr>
        <a:xfrm>
          <a:off x="0" y="0"/>
          <a:ext cx="0" cy="0"/>
          <a:chOff x="0" y="0"/>
          <a:chExt cx="0" cy="0"/>
        </a:xfrm>
      </p:grpSpPr>
      <p:pic>
        <p:nvPicPr>
          <p:cNvPr id="303" name="Google Shape;303;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304" name="Google Shape;304;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05" name="Google Shape;305;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Full Circle</a:t>
            </a:r>
            <a:endParaRPr sz="3000" b="0" i="0" u="none" strike="noStrike" cap="none">
              <a:solidFill>
                <a:srgbClr val="CB3D85"/>
              </a:solidFill>
              <a:latin typeface="Poppins Medium"/>
              <a:ea typeface="Poppins Medium"/>
              <a:cs typeface="Poppins Medium"/>
              <a:sym typeface="Poppins Medium"/>
            </a:endParaRPr>
          </a:p>
        </p:txBody>
      </p:sp>
      <p:sp>
        <p:nvSpPr>
          <p:cNvPr id="306" name="Google Shape;306;g2c157a2fb06_0_158"/>
          <p:cNvSpPr txBox="1">
            <a:spLocks noGrp="1"/>
          </p:cNvSpPr>
          <p:nvPr>
            <p:ph type="subTitle" idx="1"/>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7" name="Google Shape;307;g2c157a2fb06_0_158"/>
          <p:cNvSpPr txBox="1">
            <a:spLocks noGrp="1"/>
          </p:cNvSpPr>
          <p:nvPr>
            <p:ph type="subTitle" idx="2"/>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8" name="Google Shape;308;g2c157a2fb06_0_158"/>
          <p:cNvSpPr txBox="1">
            <a:spLocks noGrp="1"/>
          </p:cNvSpPr>
          <p:nvPr>
            <p:ph type="subTitle" idx="3"/>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9" name="Google Shape;309;g2c157a2fb06_0_158"/>
          <p:cNvSpPr txBox="1">
            <a:spLocks noGrp="1"/>
          </p:cNvSpPr>
          <p:nvPr>
            <p:ph type="subTitle" idx="4"/>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0" name="Google Shape;310;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1" name="Google Shape;311;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sp>
        <p:nvSpPr>
          <p:cNvPr id="312" name="Google Shape;312;g2c157a2fb06_0_158"/>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3" name="Google Shape;313;g2c157a2fb06_0_158"/>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14" name="Google Shape;314;g2c157a2fb06_0_158"/>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15" name="Google Shape;315;g2c157a2fb06_0_158"/>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6" name="Google Shape;316;g2c157a2fb06_0_158"/>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7" name="Google Shape;317;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18" name="Google Shape;318;g2c157a2fb06_0_15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19" name="Google Shape;319;g2c157a2fb06_0_15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20" name="Google Shape;320;g2c157a2fb06_0_158"/>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21" name="Google Shape;321;g2c157a2fb06_0_15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22" name="Google Shape;322;g2c157a2fb06_0_158"/>
          <p:cNvGrpSpPr/>
          <p:nvPr/>
        </p:nvGrpSpPr>
        <p:grpSpPr>
          <a:xfrm>
            <a:off x="662575" y="6212475"/>
            <a:ext cx="586800" cy="571500"/>
            <a:chOff x="662575" y="6212475"/>
            <a:chExt cx="586800" cy="571500"/>
          </a:xfrm>
        </p:grpSpPr>
        <p:sp>
          <p:nvSpPr>
            <p:cNvPr id="323" name="Google Shape;323;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4" name="Google Shape;324;g2c157a2fb06_0_158">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5" name="Google Shape;325;g2c157a2fb06_0_158">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26" name="Google Shape;326;g2c157a2fb06_0_158"/>
          <p:cNvGrpSpPr/>
          <p:nvPr/>
        </p:nvGrpSpPr>
        <p:grpSpPr>
          <a:xfrm>
            <a:off x="7894350" y="6212475"/>
            <a:ext cx="586800" cy="571500"/>
            <a:chOff x="7894350" y="6212475"/>
            <a:chExt cx="586800" cy="571500"/>
          </a:xfrm>
        </p:grpSpPr>
        <p:sp>
          <p:nvSpPr>
            <p:cNvPr id="327" name="Google Shape;327;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8" name="Google Shape;328;g2c157a2fb06_0_15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9" name="Google Shape;329;g2c157a2fb06_0_15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30"/>
        <p:cNvGrpSpPr/>
        <p:nvPr/>
      </p:nvGrpSpPr>
      <p:grpSpPr>
        <a:xfrm>
          <a:off x="0" y="0"/>
          <a:ext cx="0" cy="0"/>
          <a:chOff x="0" y="0"/>
          <a:chExt cx="0" cy="0"/>
        </a:xfrm>
      </p:grpSpPr>
      <p:sp>
        <p:nvSpPr>
          <p:cNvPr id="331" name="Google Shape;331;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32" name="Google Shape;332;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Picture Match</a:t>
            </a:r>
            <a:endParaRPr sz="3000" b="0" i="0" u="none" strike="noStrike" cap="none">
              <a:solidFill>
                <a:srgbClr val="CB3D85"/>
              </a:solidFill>
              <a:latin typeface="Poppins Medium"/>
              <a:ea typeface="Poppins Medium"/>
              <a:cs typeface="Poppins Medium"/>
              <a:sym typeface="Poppins Medium"/>
            </a:endParaRPr>
          </a:p>
        </p:txBody>
      </p:sp>
      <p:sp>
        <p:nvSpPr>
          <p:cNvPr id="333" name="Google Shape;333;g2c157a2fb06_0_263"/>
          <p:cNvSpPr txBox="1">
            <a:spLocks noGrp="1"/>
          </p:cNvSpPr>
          <p:nvPr>
            <p:ph type="subTitle" idx="1"/>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4" name="Google Shape;334;g2c157a2fb06_0_263"/>
          <p:cNvSpPr txBox="1">
            <a:spLocks noGrp="1"/>
          </p:cNvSpPr>
          <p:nvPr>
            <p:ph type="subTitle" idx="2"/>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5" name="Google Shape;335;g2c157a2fb06_0_263"/>
          <p:cNvSpPr txBox="1">
            <a:spLocks noGrp="1"/>
          </p:cNvSpPr>
          <p:nvPr>
            <p:ph type="subTitle" idx="3"/>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6" name="Google Shape;336;g2c157a2fb06_0_263"/>
          <p:cNvSpPr txBox="1">
            <a:spLocks noGrp="1"/>
          </p:cNvSpPr>
          <p:nvPr>
            <p:ph type="subTitle" idx="4"/>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7" name="Google Shape;337;g2c157a2fb06_0_263"/>
          <p:cNvSpPr>
            <a:spLocks noGrp="1"/>
          </p:cNvSpPr>
          <p:nvPr>
            <p:ph type="pic" idx="5"/>
          </p:nvPr>
        </p:nvSpPr>
        <p:spPr>
          <a:xfrm>
            <a:off x="5086375" y="4412425"/>
            <a:ext cx="2668800" cy="1291500"/>
          </a:xfrm>
          <a:prstGeom prst="rect">
            <a:avLst/>
          </a:prstGeom>
          <a:noFill/>
          <a:ln>
            <a:noFill/>
          </a:ln>
        </p:spPr>
      </p:sp>
      <p:sp>
        <p:nvSpPr>
          <p:cNvPr id="338" name="Google Shape;338;g2c157a2fb06_0_263"/>
          <p:cNvSpPr>
            <a:spLocks noGrp="1"/>
          </p:cNvSpPr>
          <p:nvPr>
            <p:ph type="pic" idx="6"/>
          </p:nvPr>
        </p:nvSpPr>
        <p:spPr>
          <a:xfrm>
            <a:off x="5086375" y="797675"/>
            <a:ext cx="2668800" cy="1291500"/>
          </a:xfrm>
          <a:prstGeom prst="rect">
            <a:avLst/>
          </a:prstGeom>
          <a:noFill/>
          <a:ln>
            <a:noFill/>
          </a:ln>
        </p:spPr>
      </p:sp>
      <p:sp>
        <p:nvSpPr>
          <p:cNvPr id="339" name="Google Shape;339;g2c157a2fb06_0_263"/>
          <p:cNvSpPr>
            <a:spLocks noGrp="1"/>
          </p:cNvSpPr>
          <p:nvPr>
            <p:ph type="pic" idx="7"/>
          </p:nvPr>
        </p:nvSpPr>
        <p:spPr>
          <a:xfrm>
            <a:off x="5086375" y="2002592"/>
            <a:ext cx="2668800" cy="1291500"/>
          </a:xfrm>
          <a:prstGeom prst="rect">
            <a:avLst/>
          </a:prstGeom>
          <a:noFill/>
          <a:ln>
            <a:noFill/>
          </a:ln>
        </p:spPr>
      </p:sp>
      <p:sp>
        <p:nvSpPr>
          <p:cNvPr id="340" name="Google Shape;340;g2c157a2fb06_0_263"/>
          <p:cNvSpPr>
            <a:spLocks noGrp="1"/>
          </p:cNvSpPr>
          <p:nvPr>
            <p:ph type="pic" idx="8"/>
          </p:nvPr>
        </p:nvSpPr>
        <p:spPr>
          <a:xfrm>
            <a:off x="5086375" y="3207508"/>
            <a:ext cx="2668800" cy="1291500"/>
          </a:xfrm>
          <a:prstGeom prst="rect">
            <a:avLst/>
          </a:prstGeom>
          <a:noFill/>
          <a:ln>
            <a:noFill/>
          </a:ln>
        </p:spPr>
      </p:sp>
      <p:sp>
        <p:nvSpPr>
          <p:cNvPr id="341" name="Google Shape;341;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2" name="Google Shape;342;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43" name="Google Shape;343;g2c157a2fb06_0_26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4" name="Google Shape;344;g2c157a2fb06_0_26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45" name="Google Shape;345;g2c157a2fb06_0_263"/>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6" name="Google Shape;346;g2c157a2fb06_0_26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7" name="Google Shape;347;g2c157a2fb06_0_26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8" name="Google Shape;348;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9" name="Google Shape;349;g2c157a2fb06_0_26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50" name="Google Shape;350;g2c157a2fb06_0_26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51" name="Google Shape;351;g2c157a2fb06_0_263"/>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52" name="Google Shape;352;g2c157a2fb06_0_26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53" name="Google Shape;353;g2c157a2fb06_0_263"/>
          <p:cNvGrpSpPr/>
          <p:nvPr/>
        </p:nvGrpSpPr>
        <p:grpSpPr>
          <a:xfrm>
            <a:off x="662575" y="6212475"/>
            <a:ext cx="586800" cy="571500"/>
            <a:chOff x="662575" y="6212475"/>
            <a:chExt cx="586800" cy="571500"/>
          </a:xfrm>
        </p:grpSpPr>
        <p:sp>
          <p:nvSpPr>
            <p:cNvPr id="354" name="Google Shape;354;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26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6" name="Google Shape;356;g2c157a2fb06_0_26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57" name="Google Shape;357;g2c157a2fb06_0_263"/>
          <p:cNvGrpSpPr/>
          <p:nvPr/>
        </p:nvGrpSpPr>
        <p:grpSpPr>
          <a:xfrm>
            <a:off x="7894350" y="6212475"/>
            <a:ext cx="586800" cy="571500"/>
            <a:chOff x="7894350" y="6212475"/>
            <a:chExt cx="586800" cy="571500"/>
          </a:xfrm>
        </p:grpSpPr>
        <p:sp>
          <p:nvSpPr>
            <p:cNvPr id="358" name="Google Shape;358;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9" name="Google Shape;359;g2c157a2fb06_0_26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0" name="Google Shape;360;g2c157a2fb06_0_26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61"/>
        <p:cNvGrpSpPr/>
        <p:nvPr/>
      </p:nvGrpSpPr>
      <p:grpSpPr>
        <a:xfrm>
          <a:off x="0" y="0"/>
          <a:ext cx="0" cy="0"/>
          <a:chOff x="0" y="0"/>
          <a:chExt cx="0" cy="0"/>
        </a:xfrm>
      </p:grpSpPr>
      <p:cxnSp>
        <p:nvCxnSpPr>
          <p:cNvPr id="362" name="Google Shape;362;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3" name="Google Shape;363;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4" name="Google Shape;364;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65" name="Google Shape;365;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66" name="Google Shape;366;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Write a Caption</a:t>
            </a:r>
            <a:endParaRPr sz="3000" b="0" i="0" u="none" strike="noStrike" cap="none">
              <a:solidFill>
                <a:srgbClr val="CB3D85"/>
              </a:solidFill>
              <a:latin typeface="Poppins Medium"/>
              <a:ea typeface="Poppins Medium"/>
              <a:cs typeface="Poppins Medium"/>
              <a:sym typeface="Poppins Medium"/>
            </a:endParaRPr>
          </a:p>
        </p:txBody>
      </p:sp>
      <p:sp>
        <p:nvSpPr>
          <p:cNvPr id="367" name="Google Shape;367;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8" name="Google Shape;368;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69" name="Google Shape;369;g2c157a2fb06_0_467"/>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0" name="Google Shape;370;g2c157a2fb06_0_467"/>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71" name="Google Shape;371;g2c157a2fb06_0_467"/>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2" name="Google Shape;372;g2c157a2fb06_0_467"/>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3" name="Google Shape;373;g2c157a2fb06_0_467"/>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4" name="Google Shape;374;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5" name="Google Shape;375;g2c157a2fb06_0_46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76" name="Google Shape;376;g2c157a2fb06_0_46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77" name="Google Shape;377;g2c157a2fb06_0_467"/>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78" name="Google Shape;378;g2c157a2fb06_0_46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79" name="Google Shape;379;g2c157a2fb06_0_467"/>
          <p:cNvGrpSpPr/>
          <p:nvPr/>
        </p:nvGrpSpPr>
        <p:grpSpPr>
          <a:xfrm>
            <a:off x="662575" y="6212475"/>
            <a:ext cx="586800" cy="571500"/>
            <a:chOff x="662575" y="6212475"/>
            <a:chExt cx="586800" cy="571500"/>
          </a:xfrm>
        </p:grpSpPr>
        <p:sp>
          <p:nvSpPr>
            <p:cNvPr id="380" name="Google Shape;380;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467">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2" name="Google Shape;382;g2c157a2fb06_0_467">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83" name="Google Shape;383;g2c157a2fb06_0_467"/>
          <p:cNvGrpSpPr/>
          <p:nvPr/>
        </p:nvGrpSpPr>
        <p:grpSpPr>
          <a:xfrm>
            <a:off x="7894350" y="6212475"/>
            <a:ext cx="586800" cy="571500"/>
            <a:chOff x="7894350" y="6212475"/>
            <a:chExt cx="586800" cy="571500"/>
          </a:xfrm>
        </p:grpSpPr>
        <p:sp>
          <p:nvSpPr>
            <p:cNvPr id="384" name="Google Shape;384;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5" name="Google Shape;385;g2c157a2fb06_0_467">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6" name="Google Shape;386;g2c157a2fb06_0_467">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87"/>
        <p:cNvGrpSpPr/>
        <p:nvPr/>
      </p:nvGrpSpPr>
      <p:grpSpPr>
        <a:xfrm>
          <a:off x="0" y="0"/>
          <a:ext cx="0" cy="0"/>
          <a:chOff x="0" y="0"/>
          <a:chExt cx="0" cy="0"/>
        </a:xfrm>
      </p:grpSpPr>
      <p:cxnSp>
        <p:nvCxnSpPr>
          <p:cNvPr id="388" name="Google Shape;388;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9" name="Google Shape;389;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90" name="Google Shape;390;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91" name="Google Shape;391;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Read a Caption</a:t>
            </a:r>
            <a:endParaRPr sz="3000" b="0" i="0" u="none" strike="noStrike" cap="none">
              <a:solidFill>
                <a:srgbClr val="CB3D85"/>
              </a:solidFill>
              <a:latin typeface="Poppins Medium"/>
              <a:ea typeface="Poppins Medium"/>
              <a:cs typeface="Poppins Medium"/>
              <a:sym typeface="Poppins Medium"/>
            </a:endParaRPr>
          </a:p>
        </p:txBody>
      </p:sp>
      <p:sp>
        <p:nvSpPr>
          <p:cNvPr id="392" name="Google Shape;392;g2c157a2fb06_0_629"/>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3" name="Google Shape;393;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4" name="Google Shape;394;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95" name="Google Shape;395;g2c157a2fb06_0_629"/>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6" name="Google Shape;396;g2c157a2fb06_0_629"/>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97" name="Google Shape;397;g2c157a2fb06_0_629"/>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8" name="Google Shape;398;g2c157a2fb06_0_629"/>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9" name="Google Shape;399;g2c157a2fb06_0_629"/>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0" name="Google Shape;400;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1" name="Google Shape;401;g2c157a2fb06_0_629"/>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02" name="Google Shape;402;g2c157a2fb06_0_629"/>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03" name="Google Shape;403;g2c157a2fb06_0_629"/>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04" name="Google Shape;404;g2c157a2fb06_0_629"/>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05" name="Google Shape;405;g2c157a2fb06_0_629"/>
          <p:cNvGrpSpPr/>
          <p:nvPr/>
        </p:nvGrpSpPr>
        <p:grpSpPr>
          <a:xfrm>
            <a:off x="662575" y="6212475"/>
            <a:ext cx="586800" cy="571500"/>
            <a:chOff x="662575" y="6212475"/>
            <a:chExt cx="586800" cy="571500"/>
          </a:xfrm>
        </p:grpSpPr>
        <p:sp>
          <p:nvSpPr>
            <p:cNvPr id="406" name="Google Shape;406;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629">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8" name="Google Shape;408;g2c157a2fb06_0_629">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9" name="Google Shape;409;g2c157a2fb06_0_629"/>
          <p:cNvGrpSpPr/>
          <p:nvPr/>
        </p:nvGrpSpPr>
        <p:grpSpPr>
          <a:xfrm>
            <a:off x="7894350" y="6212475"/>
            <a:ext cx="586800" cy="571500"/>
            <a:chOff x="7894350" y="6212475"/>
            <a:chExt cx="586800" cy="571500"/>
          </a:xfrm>
        </p:grpSpPr>
        <p:sp>
          <p:nvSpPr>
            <p:cNvPr id="410" name="Google Shape;410;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1" name="Google Shape;411;g2c157a2fb06_0_629">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2" name="Google Shape;412;g2c157a2fb06_0_629">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13"/>
        <p:cNvGrpSpPr/>
        <p:nvPr/>
      </p:nvGrpSpPr>
      <p:grpSpPr>
        <a:xfrm>
          <a:off x="0" y="0"/>
          <a:ext cx="0" cy="0"/>
          <a:chOff x="0" y="0"/>
          <a:chExt cx="0" cy="0"/>
        </a:xfrm>
      </p:grpSpPr>
      <p:cxnSp>
        <p:nvCxnSpPr>
          <p:cNvPr id="414" name="Google Shape;414;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5" name="Google Shape;415;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6" name="Google Shape;416;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7" name="Google Shape;417;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18" name="Google Shape;418;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19" name="Google Shape;419;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Write a Sentence</a:t>
            </a:r>
            <a:endParaRPr sz="3000" b="0" i="0" u="none" strike="noStrike" cap="none">
              <a:solidFill>
                <a:srgbClr val="CB3D85"/>
              </a:solidFill>
              <a:latin typeface="Poppins Medium"/>
              <a:ea typeface="Poppins Medium"/>
              <a:cs typeface="Poppins Medium"/>
              <a:sym typeface="Poppins Medium"/>
            </a:endParaRPr>
          </a:p>
        </p:txBody>
      </p:sp>
      <p:sp>
        <p:nvSpPr>
          <p:cNvPr id="420" name="Google Shape;420;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21" name="Google Shape;421;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22" name="Google Shape;422;g2c157a2fb06_0_798"/>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3" name="Google Shape;423;g2c157a2fb06_0_798"/>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24" name="Google Shape;424;g2c157a2fb06_0_798"/>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5" name="Google Shape;425;g2c157a2fb06_0_798"/>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6" name="Google Shape;426;g2c157a2fb06_0_798"/>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7" name="Google Shape;427;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8" name="Google Shape;428;g2c157a2fb06_0_79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29" name="Google Shape;429;g2c157a2fb06_0_79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30" name="Google Shape;430;g2c157a2fb06_0_798"/>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31" name="Google Shape;431;g2c157a2fb06_0_79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32" name="Google Shape;432;g2c157a2fb06_0_798"/>
          <p:cNvGrpSpPr/>
          <p:nvPr/>
        </p:nvGrpSpPr>
        <p:grpSpPr>
          <a:xfrm>
            <a:off x="662575" y="6212475"/>
            <a:ext cx="586800" cy="571500"/>
            <a:chOff x="662575" y="6212475"/>
            <a:chExt cx="586800" cy="571500"/>
          </a:xfrm>
        </p:grpSpPr>
        <p:sp>
          <p:nvSpPr>
            <p:cNvPr id="433" name="Google Shape;433;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798">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5" name="Google Shape;435;g2c157a2fb06_0_798">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6" name="Google Shape;436;g2c157a2fb06_0_798"/>
          <p:cNvGrpSpPr/>
          <p:nvPr/>
        </p:nvGrpSpPr>
        <p:grpSpPr>
          <a:xfrm>
            <a:off x="7894350" y="6212475"/>
            <a:ext cx="586800" cy="571500"/>
            <a:chOff x="7894350" y="6212475"/>
            <a:chExt cx="586800" cy="571500"/>
          </a:xfrm>
        </p:grpSpPr>
        <p:sp>
          <p:nvSpPr>
            <p:cNvPr id="437" name="Google Shape;437;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8" name="Google Shape;438;g2c157a2fb06_0_79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9" name="Google Shape;439;g2c157a2fb06_0_79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40"/>
        <p:cNvGrpSpPr/>
        <p:nvPr/>
      </p:nvGrpSpPr>
      <p:grpSpPr>
        <a:xfrm>
          <a:off x="0" y="0"/>
          <a:ext cx="0" cy="0"/>
          <a:chOff x="0" y="0"/>
          <a:chExt cx="0" cy="0"/>
        </a:xfrm>
      </p:grpSpPr>
      <p:cxnSp>
        <p:nvCxnSpPr>
          <p:cNvPr id="441" name="Google Shape;441;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42" name="Google Shape;442;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43" name="Google Shape;443;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44" name="Google Shape;444;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45" name="Google Shape;445;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46" name="Google Shape;446;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Read a Sentence</a:t>
            </a:r>
            <a:endParaRPr sz="3000" b="0" i="0" u="none" strike="noStrike" cap="none">
              <a:solidFill>
                <a:srgbClr val="CB3D85"/>
              </a:solidFill>
              <a:latin typeface="Poppins Medium"/>
              <a:ea typeface="Poppins Medium"/>
              <a:cs typeface="Poppins Medium"/>
              <a:sym typeface="Poppins Medium"/>
            </a:endParaRPr>
          </a:p>
        </p:txBody>
      </p:sp>
      <p:sp>
        <p:nvSpPr>
          <p:cNvPr id="447" name="Google Shape;447;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48" name="Google Shape;448;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49" name="Google Shape;449;g2c157a2fb06_0_825"/>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0" name="Google Shape;450;g2c157a2fb06_0_825"/>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51" name="Google Shape;451;g2c157a2fb06_0_825"/>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52" name="Google Shape;452;g2c157a2fb06_0_825"/>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3" name="Google Shape;453;g2c157a2fb06_0_825"/>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4" name="Google Shape;454;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55" name="Google Shape;455;g2c157a2fb06_0_82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56" name="Google Shape;456;g2c157a2fb06_0_82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57" name="Google Shape;457;g2c157a2fb06_0_825"/>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58" name="Google Shape;458;g2c157a2fb06_0_82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59" name="Google Shape;459;g2c157a2fb06_0_825"/>
          <p:cNvGrpSpPr/>
          <p:nvPr/>
        </p:nvGrpSpPr>
        <p:grpSpPr>
          <a:xfrm>
            <a:off x="662575" y="6212475"/>
            <a:ext cx="586800" cy="571500"/>
            <a:chOff x="662575" y="6212475"/>
            <a:chExt cx="586800" cy="571500"/>
          </a:xfrm>
        </p:grpSpPr>
        <p:sp>
          <p:nvSpPr>
            <p:cNvPr id="460" name="Google Shape;460;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1" name="Google Shape;461;g2c157a2fb06_0_82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82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63" name="Google Shape;463;g2c157a2fb06_0_825"/>
          <p:cNvGrpSpPr/>
          <p:nvPr/>
        </p:nvGrpSpPr>
        <p:grpSpPr>
          <a:xfrm>
            <a:off x="7894350" y="6212475"/>
            <a:ext cx="586800" cy="571500"/>
            <a:chOff x="7894350" y="6212475"/>
            <a:chExt cx="586800" cy="571500"/>
          </a:xfrm>
        </p:grpSpPr>
        <p:sp>
          <p:nvSpPr>
            <p:cNvPr id="464" name="Google Shape;464;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82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82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67"/>
        <p:cNvGrpSpPr/>
        <p:nvPr/>
      </p:nvGrpSpPr>
      <p:grpSpPr>
        <a:xfrm>
          <a:off x="0" y="0"/>
          <a:ext cx="0" cy="0"/>
          <a:chOff x="0" y="0"/>
          <a:chExt cx="0" cy="0"/>
        </a:xfrm>
      </p:grpSpPr>
      <p:sp>
        <p:nvSpPr>
          <p:cNvPr id="468" name="Google Shape;468;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9" name="Google Shape;469;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0" name="Google Shape;470;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1" name="Google Shape;471;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Hands Up, Pair Up</a:t>
            </a:r>
            <a:endParaRPr sz="3000" b="0" i="0" u="none" strike="noStrike" cap="none">
              <a:solidFill>
                <a:srgbClr val="CB3D85"/>
              </a:solidFill>
              <a:latin typeface="Poppins Medium"/>
              <a:ea typeface="Poppins Medium"/>
              <a:cs typeface="Poppins Medium"/>
              <a:sym typeface="Poppins Medium"/>
            </a:endParaRPr>
          </a:p>
        </p:txBody>
      </p:sp>
      <p:sp>
        <p:nvSpPr>
          <p:cNvPr id="472" name="Google Shape;472;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73" name="Google Shape;473;g2c157a2fb06_0_700"/>
          <p:cNvSpPr txBox="1">
            <a:spLocks noGrp="1"/>
          </p:cNvSpPr>
          <p:nvPr>
            <p:ph type="subTitle" idx="1"/>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4" name="Google Shape;474;g2c157a2fb06_0_700"/>
          <p:cNvSpPr txBox="1">
            <a:spLocks noGrp="1"/>
          </p:cNvSpPr>
          <p:nvPr>
            <p:ph type="subTitle" idx="2"/>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5" name="Google Shape;475;g2c157a2fb06_0_700"/>
          <p:cNvSpPr txBox="1">
            <a:spLocks noGrp="1"/>
          </p:cNvSpPr>
          <p:nvPr>
            <p:ph type="subTitle" idx="3"/>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6" name="Google Shape;476;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7" name="Google Shape;477;g2c157a2fb06_0_700"/>
          <p:cNvSpPr txBox="1">
            <a:spLocks noGrp="1"/>
          </p:cNvSpPr>
          <p:nvPr>
            <p:ph type="subTitle" idx="4"/>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8" name="Google Shape;478;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9" name="Google Shape;479;g2c157a2fb06_0_700"/>
          <p:cNvSpPr txBox="1">
            <a:spLocks noGrp="1"/>
          </p:cNvSpPr>
          <p:nvPr>
            <p:ph type="subTitle" idx="5"/>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0" name="Google Shape;480;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1" name="Google Shape;481;g2c157a2fb06_0_700"/>
          <p:cNvSpPr txBox="1">
            <a:spLocks noGrp="1"/>
          </p:cNvSpPr>
          <p:nvPr>
            <p:ph type="subTitle" idx="6"/>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2" name="Google Shape;482;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3" name="Google Shape;483;g2c157a2fb06_0_700"/>
          <p:cNvSpPr txBox="1">
            <a:spLocks noGrp="1"/>
          </p:cNvSpPr>
          <p:nvPr>
            <p:ph type="subTitle" idx="7"/>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4" name="Google Shape;484;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5" name="Google Shape;485;g2c157a2fb06_0_700"/>
          <p:cNvSpPr txBox="1">
            <a:spLocks noGrp="1"/>
          </p:cNvSpPr>
          <p:nvPr>
            <p:ph type="subTitle" idx="8"/>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6" name="Google Shape;486;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87" name="Google Shape;487;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88" name="Google Shape;488;g2c157a2fb06_0_700"/>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9" name="Google Shape;489;g2c157a2fb06_0_700"/>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90" name="Google Shape;490;g2c157a2fb06_0_700"/>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91" name="Google Shape;491;g2c157a2fb06_0_700"/>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2" name="Google Shape;492;g2c157a2fb06_0_700"/>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3" name="Google Shape;493;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94" name="Google Shape;494;g2c157a2fb06_0_70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95" name="Google Shape;495;g2c157a2fb06_0_70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96" name="Google Shape;496;g2c157a2fb06_0_700"/>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97" name="Google Shape;497;g2c157a2fb06_0_70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98" name="Google Shape;498;g2c157a2fb06_0_700"/>
          <p:cNvGrpSpPr/>
          <p:nvPr/>
        </p:nvGrpSpPr>
        <p:grpSpPr>
          <a:xfrm>
            <a:off x="662575" y="6212475"/>
            <a:ext cx="586800" cy="571500"/>
            <a:chOff x="662575" y="6212475"/>
            <a:chExt cx="586800" cy="571500"/>
          </a:xfrm>
        </p:grpSpPr>
        <p:sp>
          <p:nvSpPr>
            <p:cNvPr id="499" name="Google Shape;499;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0" name="Google Shape;500;g2c157a2fb06_0_700">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700">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02" name="Google Shape;502;g2c157a2fb06_0_700"/>
          <p:cNvGrpSpPr/>
          <p:nvPr/>
        </p:nvGrpSpPr>
        <p:grpSpPr>
          <a:xfrm>
            <a:off x="7894350" y="6212475"/>
            <a:ext cx="586800" cy="571500"/>
            <a:chOff x="7894350" y="6212475"/>
            <a:chExt cx="586800" cy="571500"/>
          </a:xfrm>
        </p:grpSpPr>
        <p:sp>
          <p:nvSpPr>
            <p:cNvPr id="503" name="Google Shape;503;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4" name="Google Shape;504;g2c157a2fb06_0_70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70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506"/>
        <p:cNvGrpSpPr/>
        <p:nvPr/>
      </p:nvGrpSpPr>
      <p:grpSpPr>
        <a:xfrm>
          <a:off x="0" y="0"/>
          <a:ext cx="0" cy="0"/>
          <a:chOff x="0" y="0"/>
          <a:chExt cx="0" cy="0"/>
        </a:xfrm>
      </p:grpSpPr>
      <p:sp>
        <p:nvSpPr>
          <p:cNvPr id="507" name="Google Shape;507;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Bingo</a:t>
            </a:r>
            <a:endParaRPr sz="3000" b="0" i="0" u="none" strike="noStrike" cap="none">
              <a:solidFill>
                <a:srgbClr val="CB3D85"/>
              </a:solidFill>
              <a:latin typeface="Poppins Medium"/>
              <a:ea typeface="Poppins Medium"/>
              <a:cs typeface="Poppins Medium"/>
              <a:sym typeface="Poppins Medium"/>
            </a:endParaRPr>
          </a:p>
        </p:txBody>
      </p:sp>
      <p:cxnSp>
        <p:nvCxnSpPr>
          <p:cNvPr id="508" name="Google Shape;508;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09" name="Google Shape;509;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10" name="Google Shape;510;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11" name="Google Shape;511;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12" name="Google Shape;512;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3" name="Google Shape;513;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4" name="Google Shape;514;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5" name="Google Shape;515;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16" name="Google Shape;516;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17" name="Google Shape;517;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18" name="Google Shape;518;g2c157a2fb06_0_932"/>
          <p:cNvSpPr txBox="1">
            <a:spLocks noGrp="1"/>
          </p:cNvSpPr>
          <p:nvPr>
            <p:ph type="subTitle" idx="1"/>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19" name="Google Shape;519;g2c157a2fb06_0_932"/>
          <p:cNvSpPr txBox="1">
            <a:spLocks noGrp="1"/>
          </p:cNvSpPr>
          <p:nvPr>
            <p:ph type="subTitle" idx="2"/>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0" name="Google Shape;520;g2c157a2fb06_0_932"/>
          <p:cNvSpPr txBox="1">
            <a:spLocks noGrp="1"/>
          </p:cNvSpPr>
          <p:nvPr>
            <p:ph type="subTitle" idx="3"/>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1" name="Google Shape;521;g2c157a2fb06_0_932"/>
          <p:cNvSpPr txBox="1">
            <a:spLocks noGrp="1"/>
          </p:cNvSpPr>
          <p:nvPr>
            <p:ph type="subTitle" idx="4"/>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2" name="Google Shape;522;g2c157a2fb06_0_932"/>
          <p:cNvSpPr txBox="1">
            <a:spLocks noGrp="1"/>
          </p:cNvSpPr>
          <p:nvPr>
            <p:ph type="subTitle" idx="5"/>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3" name="Google Shape;523;g2c157a2fb06_0_932"/>
          <p:cNvSpPr txBox="1">
            <a:spLocks noGrp="1"/>
          </p:cNvSpPr>
          <p:nvPr>
            <p:ph type="subTitle" idx="6"/>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4" name="Google Shape;524;g2c157a2fb06_0_932"/>
          <p:cNvSpPr txBox="1">
            <a:spLocks noGrp="1"/>
          </p:cNvSpPr>
          <p:nvPr>
            <p:ph type="subTitle" idx="7"/>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5" name="Google Shape;525;g2c157a2fb06_0_932"/>
          <p:cNvSpPr txBox="1">
            <a:spLocks noGrp="1"/>
          </p:cNvSpPr>
          <p:nvPr>
            <p:ph type="subTitle" idx="8"/>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6" name="Google Shape;526;g2c157a2fb06_0_932"/>
          <p:cNvSpPr txBox="1">
            <a:spLocks noGrp="1"/>
          </p:cNvSpPr>
          <p:nvPr>
            <p:ph type="subTitle" idx="9"/>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7" name="Google Shape;527;g2c157a2fb06_0_932"/>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8" name="Google Shape;528;g2c157a2fb06_0_932"/>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29" name="Google Shape;529;g2c157a2fb06_0_932"/>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0" name="Google Shape;530;g2c157a2fb06_0_932"/>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1" name="Google Shape;531;g2c157a2fb06_0_932"/>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2" name="Google Shape;532;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3" name="Google Shape;533;g2c157a2fb06_0_9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34" name="Google Shape;534;g2c157a2fb06_0_9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35" name="Google Shape;535;g2c157a2fb06_0_932"/>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36" name="Google Shape;536;g2c157a2fb06_0_9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37" name="Google Shape;537;g2c157a2fb06_0_932"/>
          <p:cNvGrpSpPr/>
          <p:nvPr/>
        </p:nvGrpSpPr>
        <p:grpSpPr>
          <a:xfrm>
            <a:off x="662575" y="6212475"/>
            <a:ext cx="586800" cy="571500"/>
            <a:chOff x="662575" y="6212475"/>
            <a:chExt cx="586800" cy="571500"/>
          </a:xfrm>
        </p:grpSpPr>
        <p:sp>
          <p:nvSpPr>
            <p:cNvPr id="538" name="Google Shape;538;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9" name="Google Shape;539;g2c157a2fb06_0_93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0" name="Google Shape;540;g2c157a2fb06_0_93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1" name="Google Shape;541;g2c157a2fb06_0_932"/>
          <p:cNvGrpSpPr/>
          <p:nvPr/>
        </p:nvGrpSpPr>
        <p:grpSpPr>
          <a:xfrm>
            <a:off x="7894350" y="6212475"/>
            <a:ext cx="586800" cy="571500"/>
            <a:chOff x="7894350" y="6212475"/>
            <a:chExt cx="586800" cy="571500"/>
          </a:xfrm>
        </p:grpSpPr>
        <p:sp>
          <p:nvSpPr>
            <p:cNvPr id="542" name="Google Shape;542;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3" name="Google Shape;543;g2c157a2fb06_0_93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4" name="Google Shape;544;g2c157a2fb06_0_93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45"/>
        <p:cNvGrpSpPr/>
        <p:nvPr/>
      </p:nvGrpSpPr>
      <p:grpSpPr>
        <a:xfrm>
          <a:off x="0" y="0"/>
          <a:ext cx="0" cy="0"/>
          <a:chOff x="0" y="0"/>
          <a:chExt cx="0" cy="0"/>
        </a:xfrm>
      </p:grpSpPr>
      <p:cxnSp>
        <p:nvCxnSpPr>
          <p:cNvPr id="546" name="Google Shape;546;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47" name="Google Shape;547;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48" name="Google Shape;548;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9" name="Google Shape;549;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0" name="Google Shape;550;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1" name="Google Shape;551;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2" name="Google Shape;552;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3" name="Google Shape;553;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4" name="Google Shape;554;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5" name="Google Shape;555;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6" name="Google Shape;556;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7" name="Google Shape;557;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58" name="Google Shape;558;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Lucky Dip</a:t>
            </a:r>
            <a:endParaRPr sz="3000" b="0" i="0" u="none" strike="noStrike" cap="none">
              <a:solidFill>
                <a:srgbClr val="CB3D85"/>
              </a:solidFill>
              <a:latin typeface="Poppins Medium"/>
              <a:ea typeface="Poppins Medium"/>
              <a:cs typeface="Poppins Medium"/>
              <a:sym typeface="Poppins Medium"/>
            </a:endParaRPr>
          </a:p>
        </p:txBody>
      </p:sp>
      <p:sp>
        <p:nvSpPr>
          <p:cNvPr id="559" name="Google Shape;559;g2c157a2fb06_0_1045"/>
          <p:cNvSpPr txBox="1">
            <a:spLocks noGrp="1"/>
          </p:cNvSpPr>
          <p:nvPr>
            <p:ph type="subTitle" idx="13"/>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0" name="Google Shape;560;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61" name="Google Shape;561;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2" name="Google Shape;562;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sp>
        <p:nvSpPr>
          <p:cNvPr id="563" name="Google Shape;563;g2c157a2fb06_0_1045"/>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045"/>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65" name="Google Shape;565;g2c157a2fb06_0_1045"/>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66" name="Google Shape;566;g2c157a2fb06_0_1045"/>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7" name="Google Shape;567;g2c157a2fb06_0_1045"/>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8" name="Google Shape;568;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69" name="Google Shape;569;g2c157a2fb06_0_104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70" name="Google Shape;570;g2c157a2fb06_0_104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71" name="Google Shape;571;g2c157a2fb06_0_1045"/>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72" name="Google Shape;572;g2c157a2fb06_0_104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73" name="Google Shape;573;g2c157a2fb06_0_1045"/>
          <p:cNvGrpSpPr/>
          <p:nvPr/>
        </p:nvGrpSpPr>
        <p:grpSpPr>
          <a:xfrm>
            <a:off x="662575" y="6212475"/>
            <a:ext cx="586800" cy="571500"/>
            <a:chOff x="662575" y="6212475"/>
            <a:chExt cx="586800" cy="571500"/>
          </a:xfrm>
        </p:grpSpPr>
        <p:sp>
          <p:nvSpPr>
            <p:cNvPr id="574" name="Google Shape;574;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5" name="Google Shape;575;g2c157a2fb06_0_104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6" name="Google Shape;576;g2c157a2fb06_0_104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7" name="Google Shape;577;g2c157a2fb06_0_1045"/>
          <p:cNvGrpSpPr/>
          <p:nvPr/>
        </p:nvGrpSpPr>
        <p:grpSpPr>
          <a:xfrm>
            <a:off x="7894350" y="6212475"/>
            <a:ext cx="586800" cy="571500"/>
            <a:chOff x="7894350" y="6212475"/>
            <a:chExt cx="586800" cy="571500"/>
          </a:xfrm>
        </p:grpSpPr>
        <p:sp>
          <p:nvSpPr>
            <p:cNvPr id="578" name="Google Shape;578;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9" name="Google Shape;579;g2c157a2fb06_0_104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0" name="Google Shape;580;g2c157a2fb06_0_104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81"/>
        <p:cNvGrpSpPr/>
        <p:nvPr/>
      </p:nvGrpSpPr>
      <p:grpSpPr>
        <a:xfrm>
          <a:off x="0" y="0"/>
          <a:ext cx="0" cy="0"/>
          <a:chOff x="0" y="0"/>
          <a:chExt cx="0" cy="0"/>
        </a:xfrm>
      </p:grpSpPr>
      <p:sp>
        <p:nvSpPr>
          <p:cNvPr id="582" name="Google Shape;582;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83" name="Google Shape;583;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Countdown</a:t>
            </a:r>
            <a:endParaRPr sz="3000" b="0" i="0" u="none" strike="noStrike" cap="none">
              <a:solidFill>
                <a:srgbClr val="CB3D85"/>
              </a:solidFill>
              <a:latin typeface="Poppins Medium"/>
              <a:ea typeface="Poppins Medium"/>
              <a:cs typeface="Poppins Medium"/>
              <a:sym typeface="Poppins Medium"/>
            </a:endParaRPr>
          </a:p>
        </p:txBody>
      </p:sp>
      <p:sp>
        <p:nvSpPr>
          <p:cNvPr id="584" name="Google Shape;584;g2c157a2fb06_0_1110"/>
          <p:cNvSpPr txBox="1">
            <a:spLocks noGrp="1"/>
          </p:cNvSpPr>
          <p:nvPr>
            <p:ph type="subTitle" idx="1"/>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5" name="Google Shape;585;g2c157a2fb06_0_1110"/>
          <p:cNvSpPr txBox="1">
            <a:spLocks noGrp="1"/>
          </p:cNvSpPr>
          <p:nvPr>
            <p:ph type="subTitle" idx="2"/>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6" name="Google Shape;586;g2c157a2fb06_0_1110"/>
          <p:cNvSpPr txBox="1">
            <a:spLocks noGrp="1"/>
          </p:cNvSpPr>
          <p:nvPr>
            <p:ph type="subTitle" idx="3"/>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7" name="Google Shape;587;g2c157a2fb06_0_1110"/>
          <p:cNvSpPr txBox="1">
            <a:spLocks noGrp="1"/>
          </p:cNvSpPr>
          <p:nvPr>
            <p:ph type="subTitle" idx="4"/>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88" name="Google Shape;588;g2c157a2fb06_0_1110"/>
          <p:cNvGrpSpPr/>
          <p:nvPr/>
        </p:nvGrpSpPr>
        <p:grpSpPr>
          <a:xfrm>
            <a:off x="5806200" y="1807463"/>
            <a:ext cx="756300" cy="146700"/>
            <a:chOff x="5806200" y="1807463"/>
            <a:chExt cx="756300" cy="146700"/>
          </a:xfrm>
        </p:grpSpPr>
        <p:sp>
          <p:nvSpPr>
            <p:cNvPr id="589" name="Google Shape;589;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0" name="Google Shape;590;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1" name="Google Shape;591;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92" name="Google Shape;592;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93" name="Google Shape;593;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94" name="Google Shape;594;g2c157a2fb06_0_1110"/>
          <p:cNvGrpSpPr/>
          <p:nvPr/>
        </p:nvGrpSpPr>
        <p:grpSpPr>
          <a:xfrm>
            <a:off x="5806200" y="2842438"/>
            <a:ext cx="756300" cy="146700"/>
            <a:chOff x="5806200" y="1807463"/>
            <a:chExt cx="756300" cy="146700"/>
          </a:xfrm>
        </p:grpSpPr>
        <p:sp>
          <p:nvSpPr>
            <p:cNvPr id="595" name="Google Shape;595;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6" name="Google Shape;596;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7" name="Google Shape;597;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8" name="Google Shape;598;g2c157a2fb06_0_1110"/>
          <p:cNvGrpSpPr/>
          <p:nvPr/>
        </p:nvGrpSpPr>
        <p:grpSpPr>
          <a:xfrm>
            <a:off x="5806200" y="3877413"/>
            <a:ext cx="756300" cy="146700"/>
            <a:chOff x="5806200" y="1807463"/>
            <a:chExt cx="756300" cy="146700"/>
          </a:xfrm>
        </p:grpSpPr>
        <p:sp>
          <p:nvSpPr>
            <p:cNvPr id="599" name="Google Shape;599;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0" name="Google Shape;600;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1" name="Google Shape;601;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02" name="Google Shape;602;g2c157a2fb06_0_1110"/>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3" name="Google Shape;603;g2c157a2fb06_0_1110"/>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604" name="Google Shape;604;g2c157a2fb06_0_1110"/>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05" name="Google Shape;605;g2c157a2fb06_0_1110"/>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6" name="Google Shape;606;g2c157a2fb06_0_1110"/>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7" name="Google Shape;607;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08" name="Google Shape;608;g2c157a2fb06_0_111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609" name="Google Shape;609;g2c157a2fb06_0_111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610" name="Google Shape;610;g2c157a2fb06_0_1110"/>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611" name="Google Shape;611;g2c157a2fb06_0_111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612" name="Google Shape;612;g2c157a2fb06_0_1110"/>
          <p:cNvGrpSpPr/>
          <p:nvPr/>
        </p:nvGrpSpPr>
        <p:grpSpPr>
          <a:xfrm>
            <a:off x="662575" y="6212475"/>
            <a:ext cx="586800" cy="571500"/>
            <a:chOff x="662575" y="6212475"/>
            <a:chExt cx="586800" cy="571500"/>
          </a:xfrm>
        </p:grpSpPr>
        <p:sp>
          <p:nvSpPr>
            <p:cNvPr id="613" name="Google Shape;613;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4" name="Google Shape;614;g2c157a2fb06_0_1110">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5" name="Google Shape;615;g2c157a2fb06_0_1110">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16" name="Google Shape;616;g2c157a2fb06_0_1110"/>
          <p:cNvGrpSpPr/>
          <p:nvPr/>
        </p:nvGrpSpPr>
        <p:grpSpPr>
          <a:xfrm>
            <a:off x="7894350" y="6212475"/>
            <a:ext cx="586800" cy="571500"/>
            <a:chOff x="7894350" y="6212475"/>
            <a:chExt cx="586800" cy="571500"/>
          </a:xfrm>
        </p:grpSpPr>
        <p:sp>
          <p:nvSpPr>
            <p:cNvPr id="617" name="Google Shape;617;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8" name="Google Shape;618;g2c157a2fb06_0_111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9" name="Google Shape;619;g2c157a2fb06_0_111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20"/>
        <p:cNvGrpSpPr/>
        <p:nvPr/>
      </p:nvGrpSpPr>
      <p:grpSpPr>
        <a:xfrm>
          <a:off x="0" y="0"/>
          <a:ext cx="0" cy="0"/>
          <a:chOff x="0" y="0"/>
          <a:chExt cx="0" cy="0"/>
        </a:xfrm>
      </p:grpSpPr>
      <p:sp>
        <p:nvSpPr>
          <p:cNvPr id="621" name="Google Shape;621;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2" name="Google Shape;622;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3" name="Google Shape;623;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4" name="Google Shape;624;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25" name="Google Shape;625;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6" name="Google Shape;626;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7" name="Google Shape;627;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28" name="Google Shape;628;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29" name="Google Shape;629;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30" name="Google Shape;630;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31" name="Google Shape;631;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32" name="Google Shape;632;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33" name="Google Shape;633;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34" name="Google Shape;634;p30"/>
          <p:cNvGrpSpPr/>
          <p:nvPr/>
        </p:nvGrpSpPr>
        <p:grpSpPr>
          <a:xfrm>
            <a:off x="6022940" y="5341706"/>
            <a:ext cx="594501" cy="305904"/>
            <a:chOff x="5672081" y="1914352"/>
            <a:chExt cx="792668" cy="305904"/>
          </a:xfrm>
        </p:grpSpPr>
        <p:sp>
          <p:nvSpPr>
            <p:cNvPr id="635" name="Google Shape;635;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6" name="Google Shape;636;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37" name="Google Shape;637;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38" name="Google Shape;638;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9" name="Google Shape;639;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0" name="Google Shape;640;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1" name="Google Shape;641;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2" name="Google Shape;642;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3" name="Google Shape;643;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4" name="Google Shape;644;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5" name="Google Shape;645;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46" name="Google Shape;646;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47" name="Google Shape;647;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8" name="Google Shape;648;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9" name="Google Shape;649;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0" name="Google Shape;650;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1" name="Google Shape;651;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2" name="Google Shape;652;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3" name="Google Shape;653;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4" name="Google Shape;654;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55" name="Google Shape;655;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56" name="Google Shape;656;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57" name="Google Shape;657;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58" name="Google Shape;658;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59" name="Google Shape;659;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60" name="Google Shape;660;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61" name="Google Shape;661;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2" name="Google Shape;662;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3" name="Google Shape;663;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64" name="Google Shape;664;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65" name="Google Shape;665;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66"/>
        <p:cNvGrpSpPr/>
        <p:nvPr/>
      </p:nvGrpSpPr>
      <p:grpSpPr>
        <a:xfrm>
          <a:off x="0" y="0"/>
          <a:ext cx="0" cy="0"/>
          <a:chOff x="0" y="0"/>
          <a:chExt cx="0" cy="0"/>
        </a:xfrm>
      </p:grpSpPr>
      <p:sp>
        <p:nvSpPr>
          <p:cNvPr id="667" name="Google Shape;667;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68" name="Google Shape;668;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69" name="Google Shape;669;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70"/>
        <p:cNvGrpSpPr/>
        <p:nvPr/>
      </p:nvGrpSpPr>
      <p:grpSpPr>
        <a:xfrm>
          <a:off x="0" y="0"/>
          <a:ext cx="0" cy="0"/>
          <a:chOff x="0" y="0"/>
          <a:chExt cx="0" cy="0"/>
        </a:xfrm>
      </p:grpSpPr>
      <p:sp>
        <p:nvSpPr>
          <p:cNvPr id="671" name="Google Shape;671;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72" name="Google Shape;672;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73" name="Google Shape;673;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 id="2147483672" r:id="rId2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8" Type="http://schemas.openxmlformats.org/officeDocument/2006/relationships/slide" Target="slide14.xml"/><Relationship Id="rId3" Type="http://schemas.openxmlformats.org/officeDocument/2006/relationships/image" Target="../media/image9.png"/><Relationship Id="rId7" Type="http://schemas.openxmlformats.org/officeDocument/2006/relationships/image" Target="../media/image13.png"/><Relationship Id="rId12" Type="http://schemas.openxmlformats.org/officeDocument/2006/relationships/slide" Target="slide12.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2.png"/><Relationship Id="rId11" Type="http://schemas.openxmlformats.org/officeDocument/2006/relationships/slide" Target="slide20.xml"/><Relationship Id="rId5" Type="http://schemas.openxmlformats.org/officeDocument/2006/relationships/image" Target="../media/image11.png"/><Relationship Id="rId10" Type="http://schemas.openxmlformats.org/officeDocument/2006/relationships/slide" Target="slide19.xml"/><Relationship Id="rId4" Type="http://schemas.openxmlformats.org/officeDocument/2006/relationships/image" Target="../media/image10.png"/><Relationship Id="rId9" Type="http://schemas.openxmlformats.org/officeDocument/2006/relationships/slide" Target="slide17.xml"/></Relationships>
</file>

<file path=ppt/slides/_rels/slide3.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image" Target="../media/image24.png"/><Relationship Id="rId18" Type="http://schemas.openxmlformats.org/officeDocument/2006/relationships/image" Target="../media/image29.png"/><Relationship Id="rId3" Type="http://schemas.openxmlformats.org/officeDocument/2006/relationships/image" Target="../media/image14.png"/><Relationship Id="rId21" Type="http://schemas.openxmlformats.org/officeDocument/2006/relationships/image" Target="../media/image32.png"/><Relationship Id="rId7" Type="http://schemas.openxmlformats.org/officeDocument/2006/relationships/image" Target="../media/image18.png"/><Relationship Id="rId12" Type="http://schemas.openxmlformats.org/officeDocument/2006/relationships/image" Target="../media/image23.png"/><Relationship Id="rId17" Type="http://schemas.openxmlformats.org/officeDocument/2006/relationships/image" Target="../media/image28.png"/><Relationship Id="rId25" Type="http://schemas.openxmlformats.org/officeDocument/2006/relationships/image" Target="../media/image36.png"/><Relationship Id="rId2" Type="http://schemas.openxmlformats.org/officeDocument/2006/relationships/notesSlide" Target="../notesSlides/notesSlide3.xml"/><Relationship Id="rId16" Type="http://schemas.openxmlformats.org/officeDocument/2006/relationships/image" Target="../media/image27.png"/><Relationship Id="rId20" Type="http://schemas.openxmlformats.org/officeDocument/2006/relationships/image" Target="../media/image31.png"/><Relationship Id="rId1" Type="http://schemas.openxmlformats.org/officeDocument/2006/relationships/slideLayout" Target="../slideLayouts/slideLayout3.xml"/><Relationship Id="rId6" Type="http://schemas.openxmlformats.org/officeDocument/2006/relationships/image" Target="../media/image17.png"/><Relationship Id="rId11" Type="http://schemas.openxmlformats.org/officeDocument/2006/relationships/image" Target="../media/image22.png"/><Relationship Id="rId24" Type="http://schemas.openxmlformats.org/officeDocument/2006/relationships/image" Target="../media/image35.png"/><Relationship Id="rId5" Type="http://schemas.openxmlformats.org/officeDocument/2006/relationships/image" Target="../media/image16.png"/><Relationship Id="rId15" Type="http://schemas.openxmlformats.org/officeDocument/2006/relationships/image" Target="../media/image26.png"/><Relationship Id="rId23" Type="http://schemas.openxmlformats.org/officeDocument/2006/relationships/image" Target="../media/image34.png"/><Relationship Id="rId10" Type="http://schemas.openxmlformats.org/officeDocument/2006/relationships/image" Target="../media/image21.png"/><Relationship Id="rId19" Type="http://schemas.openxmlformats.org/officeDocument/2006/relationships/image" Target="../media/image30.png"/><Relationship Id="rId4" Type="http://schemas.openxmlformats.org/officeDocument/2006/relationships/image" Target="../media/image15.png"/><Relationship Id="rId9" Type="http://schemas.openxmlformats.org/officeDocument/2006/relationships/image" Target="../media/image20.png"/><Relationship Id="rId14" Type="http://schemas.openxmlformats.org/officeDocument/2006/relationships/image" Target="../media/image25.png"/><Relationship Id="rId22" Type="http://schemas.openxmlformats.org/officeDocument/2006/relationships/image" Target="../media/image33.png"/></Relationships>
</file>

<file path=ppt/slides/_rels/slide4.xml.rels><?xml version="1.0" encoding="UTF-8" standalone="yes"?>
<Relationships xmlns="http://schemas.openxmlformats.org/package/2006/relationships"><Relationship Id="rId8" Type="http://schemas.openxmlformats.org/officeDocument/2006/relationships/image" Target="../media/image42.png"/><Relationship Id="rId13" Type="http://schemas.openxmlformats.org/officeDocument/2006/relationships/image" Target="../media/image47.png"/><Relationship Id="rId18" Type="http://schemas.openxmlformats.org/officeDocument/2006/relationships/image" Target="../media/image52.png"/><Relationship Id="rId26" Type="http://schemas.openxmlformats.org/officeDocument/2006/relationships/image" Target="../media/image60.png"/><Relationship Id="rId3" Type="http://schemas.openxmlformats.org/officeDocument/2006/relationships/image" Target="../media/image37.png"/><Relationship Id="rId21" Type="http://schemas.openxmlformats.org/officeDocument/2006/relationships/image" Target="../media/image55.png"/><Relationship Id="rId7" Type="http://schemas.openxmlformats.org/officeDocument/2006/relationships/image" Target="../media/image41.png"/><Relationship Id="rId12" Type="http://schemas.openxmlformats.org/officeDocument/2006/relationships/image" Target="../media/image46.png"/><Relationship Id="rId17" Type="http://schemas.openxmlformats.org/officeDocument/2006/relationships/image" Target="../media/image51.png"/><Relationship Id="rId25" Type="http://schemas.openxmlformats.org/officeDocument/2006/relationships/image" Target="../media/image59.png"/><Relationship Id="rId2" Type="http://schemas.openxmlformats.org/officeDocument/2006/relationships/notesSlide" Target="../notesSlides/notesSlide4.xml"/><Relationship Id="rId16" Type="http://schemas.openxmlformats.org/officeDocument/2006/relationships/image" Target="../media/image50.png"/><Relationship Id="rId20" Type="http://schemas.openxmlformats.org/officeDocument/2006/relationships/image" Target="../media/image54.png"/><Relationship Id="rId29" Type="http://schemas.openxmlformats.org/officeDocument/2006/relationships/image" Target="../media/image63.png"/><Relationship Id="rId1" Type="http://schemas.openxmlformats.org/officeDocument/2006/relationships/slideLayout" Target="../slideLayouts/slideLayout3.xml"/><Relationship Id="rId6" Type="http://schemas.openxmlformats.org/officeDocument/2006/relationships/image" Target="../media/image40.png"/><Relationship Id="rId11" Type="http://schemas.openxmlformats.org/officeDocument/2006/relationships/image" Target="../media/image45.png"/><Relationship Id="rId24" Type="http://schemas.openxmlformats.org/officeDocument/2006/relationships/image" Target="../media/image58.png"/><Relationship Id="rId5" Type="http://schemas.openxmlformats.org/officeDocument/2006/relationships/image" Target="../media/image39.png"/><Relationship Id="rId15" Type="http://schemas.openxmlformats.org/officeDocument/2006/relationships/image" Target="../media/image49.png"/><Relationship Id="rId23" Type="http://schemas.openxmlformats.org/officeDocument/2006/relationships/image" Target="../media/image57.png"/><Relationship Id="rId28" Type="http://schemas.openxmlformats.org/officeDocument/2006/relationships/image" Target="../media/image62.png"/><Relationship Id="rId10" Type="http://schemas.openxmlformats.org/officeDocument/2006/relationships/image" Target="../media/image44.png"/><Relationship Id="rId19" Type="http://schemas.openxmlformats.org/officeDocument/2006/relationships/image" Target="../media/image53.png"/><Relationship Id="rId31" Type="http://schemas.openxmlformats.org/officeDocument/2006/relationships/image" Target="../media/image65.png"/><Relationship Id="rId4" Type="http://schemas.openxmlformats.org/officeDocument/2006/relationships/image" Target="../media/image38.png"/><Relationship Id="rId9" Type="http://schemas.openxmlformats.org/officeDocument/2006/relationships/image" Target="../media/image43.png"/><Relationship Id="rId14" Type="http://schemas.openxmlformats.org/officeDocument/2006/relationships/image" Target="../media/image48.png"/><Relationship Id="rId22" Type="http://schemas.openxmlformats.org/officeDocument/2006/relationships/image" Target="../media/image56.png"/><Relationship Id="rId27" Type="http://schemas.openxmlformats.org/officeDocument/2006/relationships/image" Target="../media/image61.png"/><Relationship Id="rId30" Type="http://schemas.openxmlformats.org/officeDocument/2006/relationships/image" Target="../media/image64.png"/></Relationships>
</file>

<file path=ppt/slides/_rels/slide5.xml.rels><?xml version="1.0" encoding="UTF-8" standalone="yes"?>
<Relationships xmlns="http://schemas.openxmlformats.org/package/2006/relationships"><Relationship Id="rId13" Type="http://schemas.openxmlformats.org/officeDocument/2006/relationships/image" Target="../media/image76.png"/><Relationship Id="rId18" Type="http://schemas.openxmlformats.org/officeDocument/2006/relationships/image" Target="../media/image81.png"/><Relationship Id="rId26" Type="http://schemas.openxmlformats.org/officeDocument/2006/relationships/image" Target="../media/image89.png"/><Relationship Id="rId39" Type="http://schemas.openxmlformats.org/officeDocument/2006/relationships/image" Target="../media/image102.png"/><Relationship Id="rId21" Type="http://schemas.openxmlformats.org/officeDocument/2006/relationships/image" Target="../media/image84.png"/><Relationship Id="rId34" Type="http://schemas.openxmlformats.org/officeDocument/2006/relationships/image" Target="../media/image97.png"/><Relationship Id="rId42" Type="http://schemas.openxmlformats.org/officeDocument/2006/relationships/image" Target="../media/image105.png"/><Relationship Id="rId7" Type="http://schemas.openxmlformats.org/officeDocument/2006/relationships/image" Target="../media/image70.png"/><Relationship Id="rId2" Type="http://schemas.openxmlformats.org/officeDocument/2006/relationships/notesSlide" Target="../notesSlides/notesSlide5.xml"/><Relationship Id="rId16" Type="http://schemas.openxmlformats.org/officeDocument/2006/relationships/image" Target="../media/image79.png"/><Relationship Id="rId20" Type="http://schemas.openxmlformats.org/officeDocument/2006/relationships/image" Target="../media/image83.png"/><Relationship Id="rId29" Type="http://schemas.openxmlformats.org/officeDocument/2006/relationships/image" Target="../media/image92.png"/><Relationship Id="rId41" Type="http://schemas.openxmlformats.org/officeDocument/2006/relationships/image" Target="../media/image104.png"/><Relationship Id="rId1" Type="http://schemas.openxmlformats.org/officeDocument/2006/relationships/slideLayout" Target="../slideLayouts/slideLayout3.xml"/><Relationship Id="rId6" Type="http://schemas.openxmlformats.org/officeDocument/2006/relationships/image" Target="../media/image69.png"/><Relationship Id="rId11" Type="http://schemas.openxmlformats.org/officeDocument/2006/relationships/image" Target="../media/image74.png"/><Relationship Id="rId24" Type="http://schemas.openxmlformats.org/officeDocument/2006/relationships/image" Target="../media/image87.png"/><Relationship Id="rId32" Type="http://schemas.openxmlformats.org/officeDocument/2006/relationships/image" Target="../media/image95.png"/><Relationship Id="rId37" Type="http://schemas.openxmlformats.org/officeDocument/2006/relationships/image" Target="../media/image100.png"/><Relationship Id="rId40" Type="http://schemas.openxmlformats.org/officeDocument/2006/relationships/image" Target="../media/image103.png"/><Relationship Id="rId5" Type="http://schemas.openxmlformats.org/officeDocument/2006/relationships/image" Target="../media/image68.png"/><Relationship Id="rId15" Type="http://schemas.openxmlformats.org/officeDocument/2006/relationships/image" Target="../media/image78.png"/><Relationship Id="rId23" Type="http://schemas.openxmlformats.org/officeDocument/2006/relationships/image" Target="../media/image86.png"/><Relationship Id="rId28" Type="http://schemas.openxmlformats.org/officeDocument/2006/relationships/image" Target="../media/image91.png"/><Relationship Id="rId36" Type="http://schemas.openxmlformats.org/officeDocument/2006/relationships/image" Target="../media/image99.png"/><Relationship Id="rId10" Type="http://schemas.openxmlformats.org/officeDocument/2006/relationships/image" Target="../media/image73.png"/><Relationship Id="rId19" Type="http://schemas.openxmlformats.org/officeDocument/2006/relationships/image" Target="../media/image82.png"/><Relationship Id="rId31" Type="http://schemas.openxmlformats.org/officeDocument/2006/relationships/image" Target="../media/image94.png"/><Relationship Id="rId4" Type="http://schemas.openxmlformats.org/officeDocument/2006/relationships/image" Target="../media/image67.png"/><Relationship Id="rId9" Type="http://schemas.openxmlformats.org/officeDocument/2006/relationships/image" Target="../media/image72.png"/><Relationship Id="rId14" Type="http://schemas.openxmlformats.org/officeDocument/2006/relationships/image" Target="../media/image77.png"/><Relationship Id="rId22" Type="http://schemas.openxmlformats.org/officeDocument/2006/relationships/image" Target="../media/image85.png"/><Relationship Id="rId27" Type="http://schemas.openxmlformats.org/officeDocument/2006/relationships/image" Target="../media/image90.png"/><Relationship Id="rId30" Type="http://schemas.openxmlformats.org/officeDocument/2006/relationships/image" Target="../media/image93.png"/><Relationship Id="rId35" Type="http://schemas.openxmlformats.org/officeDocument/2006/relationships/image" Target="../media/image98.png"/><Relationship Id="rId43" Type="http://schemas.openxmlformats.org/officeDocument/2006/relationships/image" Target="../media/image106.png"/><Relationship Id="rId8" Type="http://schemas.openxmlformats.org/officeDocument/2006/relationships/image" Target="../media/image71.png"/><Relationship Id="rId3" Type="http://schemas.openxmlformats.org/officeDocument/2006/relationships/image" Target="../media/image66.png"/><Relationship Id="rId12" Type="http://schemas.openxmlformats.org/officeDocument/2006/relationships/image" Target="../media/image75.png"/><Relationship Id="rId17" Type="http://schemas.openxmlformats.org/officeDocument/2006/relationships/image" Target="../media/image80.png"/><Relationship Id="rId25" Type="http://schemas.openxmlformats.org/officeDocument/2006/relationships/image" Target="../media/image88.png"/><Relationship Id="rId33" Type="http://schemas.openxmlformats.org/officeDocument/2006/relationships/image" Target="../media/image96.png"/><Relationship Id="rId38" Type="http://schemas.openxmlformats.org/officeDocument/2006/relationships/image" Target="../media/image101.png"/></Relationships>
</file>

<file path=ppt/slides/_rels/slide6.xml.rels><?xml version="1.0" encoding="UTF-8" standalone="yes"?>
<Relationships xmlns="http://schemas.openxmlformats.org/package/2006/relationships"><Relationship Id="rId8" Type="http://schemas.openxmlformats.org/officeDocument/2006/relationships/image" Target="../media/image109.png"/><Relationship Id="rId13" Type="http://schemas.openxmlformats.org/officeDocument/2006/relationships/image" Target="../media/image114.png"/><Relationship Id="rId3" Type="http://schemas.openxmlformats.org/officeDocument/2006/relationships/image" Target="../media/image7.png"/><Relationship Id="rId7" Type="http://schemas.openxmlformats.org/officeDocument/2006/relationships/image" Target="../media/image108.png"/><Relationship Id="rId12" Type="http://schemas.openxmlformats.org/officeDocument/2006/relationships/image" Target="../media/image113.png"/><Relationship Id="rId17" Type="http://schemas.openxmlformats.org/officeDocument/2006/relationships/image" Target="../media/image6.png"/><Relationship Id="rId2" Type="http://schemas.openxmlformats.org/officeDocument/2006/relationships/notesSlide" Target="../notesSlides/notesSlide6.xml"/><Relationship Id="rId16" Type="http://schemas.openxmlformats.org/officeDocument/2006/relationships/image" Target="../media/image117.png"/><Relationship Id="rId1" Type="http://schemas.openxmlformats.org/officeDocument/2006/relationships/slideLayout" Target="../slideLayouts/slideLayout3.xml"/><Relationship Id="rId6" Type="http://schemas.openxmlformats.org/officeDocument/2006/relationships/image" Target="../media/image107.png"/><Relationship Id="rId11" Type="http://schemas.openxmlformats.org/officeDocument/2006/relationships/image" Target="../media/image112.png"/><Relationship Id="rId5" Type="http://schemas.openxmlformats.org/officeDocument/2006/relationships/image" Target="../media/image8.png"/><Relationship Id="rId15" Type="http://schemas.openxmlformats.org/officeDocument/2006/relationships/image" Target="../media/image116.png"/><Relationship Id="rId10" Type="http://schemas.openxmlformats.org/officeDocument/2006/relationships/image" Target="../media/image111.png"/><Relationship Id="rId4" Type="http://schemas.openxmlformats.org/officeDocument/2006/relationships/image" Target="../media/image9.png"/><Relationship Id="rId9" Type="http://schemas.openxmlformats.org/officeDocument/2006/relationships/image" Target="../media/image110.png"/><Relationship Id="rId14" Type="http://schemas.openxmlformats.org/officeDocument/2006/relationships/image" Target="../media/image115.png"/></Relationships>
</file>

<file path=ppt/slides/_rels/slide7.xml.rels><?xml version="1.0" encoding="UTF-8" standalone="yes"?>
<Relationships xmlns="http://schemas.openxmlformats.org/package/2006/relationships"><Relationship Id="rId8" Type="http://schemas.openxmlformats.org/officeDocument/2006/relationships/image" Target="../media/image123.png"/><Relationship Id="rId13" Type="http://schemas.openxmlformats.org/officeDocument/2006/relationships/image" Target="../media/image128.png"/><Relationship Id="rId3" Type="http://schemas.openxmlformats.org/officeDocument/2006/relationships/image" Target="../media/image118.png"/><Relationship Id="rId7" Type="http://schemas.openxmlformats.org/officeDocument/2006/relationships/image" Target="../media/image122.png"/><Relationship Id="rId12" Type="http://schemas.openxmlformats.org/officeDocument/2006/relationships/image" Target="../media/image127.png"/><Relationship Id="rId2" Type="http://schemas.openxmlformats.org/officeDocument/2006/relationships/notesSlide" Target="../notesSlides/notesSlide7.xml"/><Relationship Id="rId16" Type="http://schemas.openxmlformats.org/officeDocument/2006/relationships/image" Target="../media/image131.png"/><Relationship Id="rId1" Type="http://schemas.openxmlformats.org/officeDocument/2006/relationships/slideLayout" Target="../slideLayouts/slideLayout3.xml"/><Relationship Id="rId6" Type="http://schemas.openxmlformats.org/officeDocument/2006/relationships/image" Target="../media/image121.png"/><Relationship Id="rId11" Type="http://schemas.openxmlformats.org/officeDocument/2006/relationships/image" Target="../media/image126.png"/><Relationship Id="rId5" Type="http://schemas.openxmlformats.org/officeDocument/2006/relationships/image" Target="../media/image120.png"/><Relationship Id="rId15" Type="http://schemas.openxmlformats.org/officeDocument/2006/relationships/image" Target="../media/image130.png"/><Relationship Id="rId10" Type="http://schemas.openxmlformats.org/officeDocument/2006/relationships/image" Target="../media/image125.png"/><Relationship Id="rId4" Type="http://schemas.openxmlformats.org/officeDocument/2006/relationships/image" Target="../media/image119.png"/><Relationship Id="rId9" Type="http://schemas.openxmlformats.org/officeDocument/2006/relationships/image" Target="../media/image124.png"/><Relationship Id="rId14" Type="http://schemas.openxmlformats.org/officeDocument/2006/relationships/image" Target="../media/image129.png"/></Relationships>
</file>

<file path=ppt/slides/_rels/slide8.xml.rels><?xml version="1.0" encoding="UTF-8" standalone="yes"?>
<Relationships xmlns="http://schemas.openxmlformats.org/package/2006/relationships"><Relationship Id="rId8" Type="http://schemas.openxmlformats.org/officeDocument/2006/relationships/image" Target="../media/image137.png"/><Relationship Id="rId13" Type="http://schemas.openxmlformats.org/officeDocument/2006/relationships/image" Target="../media/image142.png"/><Relationship Id="rId18" Type="http://schemas.openxmlformats.org/officeDocument/2006/relationships/image" Target="../media/image147.png"/><Relationship Id="rId26" Type="http://schemas.openxmlformats.org/officeDocument/2006/relationships/image" Target="../media/image155.png"/><Relationship Id="rId3" Type="http://schemas.openxmlformats.org/officeDocument/2006/relationships/image" Target="../media/image132.png"/><Relationship Id="rId21" Type="http://schemas.openxmlformats.org/officeDocument/2006/relationships/image" Target="../media/image150.png"/><Relationship Id="rId7" Type="http://schemas.openxmlformats.org/officeDocument/2006/relationships/image" Target="../media/image136.png"/><Relationship Id="rId12" Type="http://schemas.openxmlformats.org/officeDocument/2006/relationships/image" Target="../media/image141.png"/><Relationship Id="rId17" Type="http://schemas.openxmlformats.org/officeDocument/2006/relationships/image" Target="../media/image146.png"/><Relationship Id="rId25" Type="http://schemas.openxmlformats.org/officeDocument/2006/relationships/image" Target="../media/image154.png"/><Relationship Id="rId2" Type="http://schemas.openxmlformats.org/officeDocument/2006/relationships/notesSlide" Target="../notesSlides/notesSlide8.xml"/><Relationship Id="rId16" Type="http://schemas.openxmlformats.org/officeDocument/2006/relationships/image" Target="../media/image145.png"/><Relationship Id="rId20" Type="http://schemas.openxmlformats.org/officeDocument/2006/relationships/image" Target="../media/image149.png"/><Relationship Id="rId29" Type="http://schemas.openxmlformats.org/officeDocument/2006/relationships/image" Target="../media/image158.png"/><Relationship Id="rId1" Type="http://schemas.openxmlformats.org/officeDocument/2006/relationships/slideLayout" Target="../slideLayouts/slideLayout3.xml"/><Relationship Id="rId6" Type="http://schemas.openxmlformats.org/officeDocument/2006/relationships/image" Target="../media/image135.png"/><Relationship Id="rId11" Type="http://schemas.openxmlformats.org/officeDocument/2006/relationships/image" Target="../media/image140.png"/><Relationship Id="rId24" Type="http://schemas.openxmlformats.org/officeDocument/2006/relationships/image" Target="../media/image153.png"/><Relationship Id="rId5" Type="http://schemas.openxmlformats.org/officeDocument/2006/relationships/image" Target="../media/image134.png"/><Relationship Id="rId15" Type="http://schemas.openxmlformats.org/officeDocument/2006/relationships/image" Target="../media/image144.png"/><Relationship Id="rId23" Type="http://schemas.openxmlformats.org/officeDocument/2006/relationships/image" Target="../media/image152.png"/><Relationship Id="rId28" Type="http://schemas.openxmlformats.org/officeDocument/2006/relationships/image" Target="../media/image157.png"/><Relationship Id="rId10" Type="http://schemas.openxmlformats.org/officeDocument/2006/relationships/image" Target="../media/image139.png"/><Relationship Id="rId19" Type="http://schemas.openxmlformats.org/officeDocument/2006/relationships/image" Target="../media/image148.png"/><Relationship Id="rId4" Type="http://schemas.openxmlformats.org/officeDocument/2006/relationships/image" Target="../media/image133.png"/><Relationship Id="rId9" Type="http://schemas.openxmlformats.org/officeDocument/2006/relationships/image" Target="../media/image138.png"/><Relationship Id="rId14" Type="http://schemas.openxmlformats.org/officeDocument/2006/relationships/image" Target="../media/image143.png"/><Relationship Id="rId22" Type="http://schemas.openxmlformats.org/officeDocument/2006/relationships/image" Target="../media/image151.png"/><Relationship Id="rId27" Type="http://schemas.openxmlformats.org/officeDocument/2006/relationships/image" Target="../media/image156.png"/><Relationship Id="rId30" Type="http://schemas.openxmlformats.org/officeDocument/2006/relationships/image" Target="../media/image159.png"/></Relationships>
</file>

<file path=ppt/slides/_rels/slide9.xml.rels><?xml version="1.0" encoding="UTF-8" standalone="yes"?>
<Relationships xmlns="http://schemas.openxmlformats.org/package/2006/relationships"><Relationship Id="rId8" Type="http://schemas.openxmlformats.org/officeDocument/2006/relationships/image" Target="../media/image165.png"/><Relationship Id="rId13" Type="http://schemas.openxmlformats.org/officeDocument/2006/relationships/image" Target="../media/image170.png"/><Relationship Id="rId3" Type="http://schemas.openxmlformats.org/officeDocument/2006/relationships/image" Target="../media/image160.png"/><Relationship Id="rId7" Type="http://schemas.openxmlformats.org/officeDocument/2006/relationships/image" Target="../media/image164.png"/><Relationship Id="rId12" Type="http://schemas.openxmlformats.org/officeDocument/2006/relationships/image" Target="../media/image169.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63.png"/><Relationship Id="rId11" Type="http://schemas.openxmlformats.org/officeDocument/2006/relationships/image" Target="../media/image168.png"/><Relationship Id="rId5" Type="http://schemas.openxmlformats.org/officeDocument/2006/relationships/image" Target="../media/image162.png"/><Relationship Id="rId15" Type="http://schemas.openxmlformats.org/officeDocument/2006/relationships/image" Target="../media/image172.png"/><Relationship Id="rId10" Type="http://schemas.openxmlformats.org/officeDocument/2006/relationships/image" Target="../media/image167.png"/><Relationship Id="rId4" Type="http://schemas.openxmlformats.org/officeDocument/2006/relationships/image" Target="../media/image161.png"/><Relationship Id="rId9" Type="http://schemas.openxmlformats.org/officeDocument/2006/relationships/image" Target="../media/image166.png"/><Relationship Id="rId14" Type="http://schemas.openxmlformats.org/officeDocument/2006/relationships/image" Target="../media/image171.png"/></Relationships>
</file>

<file path=ppt/slides/_rels/slide10.xml.rels><?xml version="1.0" encoding="UTF-8" standalone="yes"?>
<Relationships xmlns="http://schemas.openxmlformats.org/package/2006/relationships"><Relationship Id="rId8" Type="http://schemas.openxmlformats.org/officeDocument/2006/relationships/image" Target="../media/image178.png"/><Relationship Id="rId13" Type="http://schemas.openxmlformats.org/officeDocument/2006/relationships/image" Target="../media/image183.png"/><Relationship Id="rId3" Type="http://schemas.openxmlformats.org/officeDocument/2006/relationships/image" Target="../media/image173.png"/><Relationship Id="rId7" Type="http://schemas.openxmlformats.org/officeDocument/2006/relationships/image" Target="../media/image177.png"/><Relationship Id="rId12" Type="http://schemas.openxmlformats.org/officeDocument/2006/relationships/image" Target="../media/image182.png"/><Relationship Id="rId2" Type="http://schemas.openxmlformats.org/officeDocument/2006/relationships/notesSlide" Target="../notesSlides/notesSlide10.xml"/><Relationship Id="rId16" Type="http://schemas.openxmlformats.org/officeDocument/2006/relationships/image" Target="../media/image186.png"/><Relationship Id="rId1" Type="http://schemas.openxmlformats.org/officeDocument/2006/relationships/slideLayout" Target="../slideLayouts/slideLayout3.xml"/><Relationship Id="rId6" Type="http://schemas.openxmlformats.org/officeDocument/2006/relationships/image" Target="../media/image176.png"/><Relationship Id="rId11" Type="http://schemas.openxmlformats.org/officeDocument/2006/relationships/image" Target="../media/image181.png"/><Relationship Id="rId5" Type="http://schemas.openxmlformats.org/officeDocument/2006/relationships/image" Target="../media/image175.png"/><Relationship Id="rId15" Type="http://schemas.openxmlformats.org/officeDocument/2006/relationships/image" Target="../media/image185.png"/><Relationship Id="rId10" Type="http://schemas.openxmlformats.org/officeDocument/2006/relationships/image" Target="../media/image180.png"/><Relationship Id="rId4" Type="http://schemas.openxmlformats.org/officeDocument/2006/relationships/image" Target="../media/image174.png"/><Relationship Id="rId9" Type="http://schemas.openxmlformats.org/officeDocument/2006/relationships/image" Target="../media/image179.png"/><Relationship Id="rId14" Type="http://schemas.openxmlformats.org/officeDocument/2006/relationships/image" Target="../media/image184.png"/></Relationships>
</file>

<file path=ppt/slides/_rels/slide11.xml.rels><?xml version="1.0" encoding="UTF-8" standalone="yes"?>
<Relationships xmlns="http://schemas.openxmlformats.org/package/2006/relationships"><Relationship Id="rId8" Type="http://schemas.openxmlformats.org/officeDocument/2006/relationships/image" Target="../media/image192.png"/><Relationship Id="rId13" Type="http://schemas.openxmlformats.org/officeDocument/2006/relationships/image" Target="../media/image197.png"/><Relationship Id="rId18" Type="http://schemas.openxmlformats.org/officeDocument/2006/relationships/image" Target="../media/image202.png"/><Relationship Id="rId3" Type="http://schemas.openxmlformats.org/officeDocument/2006/relationships/image" Target="../media/image187.png"/><Relationship Id="rId7" Type="http://schemas.openxmlformats.org/officeDocument/2006/relationships/image" Target="../media/image191.png"/><Relationship Id="rId12" Type="http://schemas.openxmlformats.org/officeDocument/2006/relationships/image" Target="../media/image196.png"/><Relationship Id="rId17" Type="http://schemas.openxmlformats.org/officeDocument/2006/relationships/image" Target="../media/image201.png"/><Relationship Id="rId2" Type="http://schemas.openxmlformats.org/officeDocument/2006/relationships/notesSlide" Target="../notesSlides/notesSlide11.xml"/><Relationship Id="rId16" Type="http://schemas.openxmlformats.org/officeDocument/2006/relationships/image" Target="../media/image200.png"/><Relationship Id="rId20" Type="http://schemas.openxmlformats.org/officeDocument/2006/relationships/image" Target="../media/image11.png"/><Relationship Id="rId1" Type="http://schemas.openxmlformats.org/officeDocument/2006/relationships/slideLayout" Target="../slideLayouts/slideLayout3.xml"/><Relationship Id="rId6" Type="http://schemas.openxmlformats.org/officeDocument/2006/relationships/image" Target="../media/image190.png"/><Relationship Id="rId11" Type="http://schemas.openxmlformats.org/officeDocument/2006/relationships/image" Target="../media/image195.png"/><Relationship Id="rId5" Type="http://schemas.openxmlformats.org/officeDocument/2006/relationships/image" Target="../media/image189.png"/><Relationship Id="rId15" Type="http://schemas.openxmlformats.org/officeDocument/2006/relationships/image" Target="../media/image199.png"/><Relationship Id="rId10" Type="http://schemas.openxmlformats.org/officeDocument/2006/relationships/image" Target="../media/image194.png"/><Relationship Id="rId19" Type="http://schemas.openxmlformats.org/officeDocument/2006/relationships/image" Target="../media/image203.png"/><Relationship Id="rId4" Type="http://schemas.openxmlformats.org/officeDocument/2006/relationships/image" Target="../media/image188.png"/><Relationship Id="rId9" Type="http://schemas.openxmlformats.org/officeDocument/2006/relationships/image" Target="../media/image193.png"/><Relationship Id="rId14" Type="http://schemas.openxmlformats.org/officeDocument/2006/relationships/image" Target="../media/image198.png"/></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image" Target="../media/image206.png"/><Relationship Id="rId5" Type="http://schemas.openxmlformats.org/officeDocument/2006/relationships/image" Target="../media/image205.png"/><Relationship Id="rId4" Type="http://schemas.openxmlformats.org/officeDocument/2006/relationships/image" Target="../media/image204.png"/></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9.png"/><Relationship Id="rId7" Type="http://schemas.openxmlformats.org/officeDocument/2006/relationships/image" Target="../media/image27.png"/><Relationship Id="rId2" Type="http://schemas.openxmlformats.org/officeDocument/2006/relationships/notesSlide" Target="../notesSlides/notesSlide14.xml"/><Relationship Id="rId1" Type="http://schemas.openxmlformats.org/officeDocument/2006/relationships/slideLayout" Target="../slideLayouts/slideLayout4.xml"/><Relationship Id="rId6" Type="http://schemas.openxmlformats.org/officeDocument/2006/relationships/image" Target="../media/image6.png"/><Relationship Id="rId5" Type="http://schemas.openxmlformats.org/officeDocument/2006/relationships/image" Target="../media/image7.png"/><Relationship Id="rId4" Type="http://schemas.openxmlformats.org/officeDocument/2006/relationships/image" Target="../media/image8.png"/><Relationship Id="rId9" Type="http://schemas.openxmlformats.org/officeDocument/2006/relationships/image" Target="../media/image21.png"/></Relationships>
</file>

<file path=ppt/slides/_rels/slide15.xml.rels><?xml version="1.0" encoding="UTF-8" standalone="yes"?>
<Relationships xmlns="http://schemas.openxmlformats.org/package/2006/relationships"><Relationship Id="rId8" Type="http://schemas.openxmlformats.org/officeDocument/2006/relationships/image" Target="../media/image212.png"/><Relationship Id="rId3" Type="http://schemas.openxmlformats.org/officeDocument/2006/relationships/image" Target="../media/image207.png"/><Relationship Id="rId7" Type="http://schemas.openxmlformats.org/officeDocument/2006/relationships/image" Target="../media/image211.png"/><Relationship Id="rId2" Type="http://schemas.openxmlformats.org/officeDocument/2006/relationships/notesSlide" Target="../notesSlides/notesSlide15.xml"/><Relationship Id="rId1" Type="http://schemas.openxmlformats.org/officeDocument/2006/relationships/slideLayout" Target="../slideLayouts/slideLayout4.xml"/><Relationship Id="rId6" Type="http://schemas.openxmlformats.org/officeDocument/2006/relationships/image" Target="../media/image210.png"/><Relationship Id="rId5" Type="http://schemas.openxmlformats.org/officeDocument/2006/relationships/image" Target="../media/image209.png"/><Relationship Id="rId4" Type="http://schemas.openxmlformats.org/officeDocument/2006/relationships/image" Target="../media/image208.png"/><Relationship Id="rId9" Type="http://schemas.openxmlformats.org/officeDocument/2006/relationships/image" Target="../media/image213.png"/></Relationships>
</file>

<file path=ppt/slides/_rels/slide16.xml.rels><?xml version="1.0" encoding="UTF-8" standalone="yes"?>
<Relationships xmlns="http://schemas.openxmlformats.org/package/2006/relationships"><Relationship Id="rId3" Type="http://schemas.openxmlformats.org/officeDocument/2006/relationships/image" Target="../media/image214.png"/><Relationship Id="rId2" Type="http://schemas.openxmlformats.org/officeDocument/2006/relationships/notesSlide" Target="../notesSlides/notesSlide16.xml"/><Relationship Id="rId1" Type="http://schemas.openxmlformats.org/officeDocument/2006/relationships/slideLayout" Target="../slideLayouts/slideLayout4.xml"/><Relationship Id="rId6" Type="http://schemas.openxmlformats.org/officeDocument/2006/relationships/image" Target="../media/image217.png"/><Relationship Id="rId5" Type="http://schemas.openxmlformats.org/officeDocument/2006/relationships/image" Target="../media/image216.png"/><Relationship Id="rId4" Type="http://schemas.openxmlformats.org/officeDocument/2006/relationships/image" Target="../media/image215.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4.xml"/><Relationship Id="rId6" Type="http://schemas.openxmlformats.org/officeDocument/2006/relationships/image" Target="../media/image220.png"/><Relationship Id="rId5" Type="http://schemas.openxmlformats.org/officeDocument/2006/relationships/image" Target="../media/image219.png"/><Relationship Id="rId4" Type="http://schemas.openxmlformats.org/officeDocument/2006/relationships/image" Target="../media/image218.png"/></Relationships>
</file>

<file path=ppt/slides/_rels/slide18.xml.rels><?xml version="1.0" encoding="UTF-8" standalone="yes"?>
<Relationships xmlns="http://schemas.openxmlformats.org/package/2006/relationships"><Relationship Id="rId3" Type="http://schemas.openxmlformats.org/officeDocument/2006/relationships/image" Target="../media/image221.png"/><Relationship Id="rId2" Type="http://schemas.openxmlformats.org/officeDocument/2006/relationships/notesSlide" Target="../notesSlides/notesSlide18.xml"/><Relationship Id="rId1" Type="http://schemas.openxmlformats.org/officeDocument/2006/relationships/slideLayout" Target="../slideLayouts/slideLayout4.xml"/><Relationship Id="rId6" Type="http://schemas.openxmlformats.org/officeDocument/2006/relationships/image" Target="../media/image224.png"/><Relationship Id="rId5" Type="http://schemas.openxmlformats.org/officeDocument/2006/relationships/image" Target="../media/image223.png"/><Relationship Id="rId4" Type="http://schemas.openxmlformats.org/officeDocument/2006/relationships/image" Target="../media/image222.png"/></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4.xml"/><Relationship Id="rId6" Type="http://schemas.openxmlformats.org/officeDocument/2006/relationships/image" Target="../media/image227.png"/><Relationship Id="rId5" Type="http://schemas.openxmlformats.org/officeDocument/2006/relationships/image" Target="../media/image226.png"/><Relationship Id="rId4" Type="http://schemas.openxmlformats.org/officeDocument/2006/relationships/image" Target="../media/image225.png"/></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228.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8" Type="http://schemas.openxmlformats.org/officeDocument/2006/relationships/image" Target="../media/image203.png"/><Relationship Id="rId13" Type="http://schemas.openxmlformats.org/officeDocument/2006/relationships/image" Target="../media/image187.png"/><Relationship Id="rId18" Type="http://schemas.openxmlformats.org/officeDocument/2006/relationships/image" Target="../media/image199.png"/><Relationship Id="rId3" Type="http://schemas.openxmlformats.org/officeDocument/2006/relationships/image" Target="../media/image198.png"/><Relationship Id="rId7" Type="http://schemas.openxmlformats.org/officeDocument/2006/relationships/image" Target="../media/image196.png"/><Relationship Id="rId12" Type="http://schemas.openxmlformats.org/officeDocument/2006/relationships/image" Target="../media/image201.png"/><Relationship Id="rId17" Type="http://schemas.openxmlformats.org/officeDocument/2006/relationships/image" Target="../media/image192.png"/><Relationship Id="rId2" Type="http://schemas.openxmlformats.org/officeDocument/2006/relationships/notesSlide" Target="../notesSlides/notesSlide22.xml"/><Relationship Id="rId16" Type="http://schemas.openxmlformats.org/officeDocument/2006/relationships/image" Target="../media/image190.png"/><Relationship Id="rId20" Type="http://schemas.openxmlformats.org/officeDocument/2006/relationships/image" Target="../media/image11.png"/><Relationship Id="rId1" Type="http://schemas.openxmlformats.org/officeDocument/2006/relationships/slideLayout" Target="../slideLayouts/slideLayout4.xml"/><Relationship Id="rId6" Type="http://schemas.openxmlformats.org/officeDocument/2006/relationships/image" Target="../media/image191.png"/><Relationship Id="rId11" Type="http://schemas.openxmlformats.org/officeDocument/2006/relationships/image" Target="../media/image194.png"/><Relationship Id="rId5" Type="http://schemas.openxmlformats.org/officeDocument/2006/relationships/image" Target="../media/image197.png"/><Relationship Id="rId15" Type="http://schemas.openxmlformats.org/officeDocument/2006/relationships/image" Target="../media/image200.png"/><Relationship Id="rId10" Type="http://schemas.openxmlformats.org/officeDocument/2006/relationships/image" Target="../media/image202.png"/><Relationship Id="rId19" Type="http://schemas.openxmlformats.org/officeDocument/2006/relationships/image" Target="../media/image189.png"/><Relationship Id="rId4" Type="http://schemas.openxmlformats.org/officeDocument/2006/relationships/image" Target="../media/image188.png"/><Relationship Id="rId9" Type="http://schemas.openxmlformats.org/officeDocument/2006/relationships/image" Target="../media/image195.png"/><Relationship Id="rId14" Type="http://schemas.openxmlformats.org/officeDocument/2006/relationships/image" Target="../media/image193.png"/></Relationships>
</file>

<file path=ppt/slides/_rels/slide23.xml.rels><?xml version="1.0" encoding="UTF-8" standalone="yes"?>
<Relationships xmlns="http://schemas.openxmlformats.org/package/2006/relationships"><Relationship Id="rId8" Type="http://schemas.openxmlformats.org/officeDocument/2006/relationships/image" Target="../media/image234.png"/><Relationship Id="rId3" Type="http://schemas.openxmlformats.org/officeDocument/2006/relationships/image" Target="../media/image229.png"/><Relationship Id="rId7" Type="http://schemas.openxmlformats.org/officeDocument/2006/relationships/image" Target="../media/image233.png"/><Relationship Id="rId2" Type="http://schemas.openxmlformats.org/officeDocument/2006/relationships/notesSlide" Target="../notesSlides/notesSlide23.xml"/><Relationship Id="rId1" Type="http://schemas.openxmlformats.org/officeDocument/2006/relationships/slideLayout" Target="../slideLayouts/slideLayout5.xml"/><Relationship Id="rId6" Type="http://schemas.openxmlformats.org/officeDocument/2006/relationships/image" Target="../media/image232.png"/><Relationship Id="rId5" Type="http://schemas.openxmlformats.org/officeDocument/2006/relationships/image" Target="../media/image231.png"/><Relationship Id="rId4" Type="http://schemas.openxmlformats.org/officeDocument/2006/relationships/image" Target="../media/image23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77"/>
        <p:cNvGrpSpPr/>
        <p:nvPr/>
      </p:nvGrpSpPr>
      <p:grpSpPr>
        <a:xfrm>
          <a:off x="0" y="0"/>
          <a:ext cx="0" cy="0"/>
          <a:chOff x="0" y="0"/>
          <a:chExt cx="0" cy="0"/>
        </a:xfrm>
      </p:grpSpPr>
      <p:sp>
        <p:nvSpPr>
          <p:cNvPr id="678" name="Google Shape;678;p1"/>
          <p:cNvSpPr txBox="1">
            <a:spLocks noGrp="1"/>
          </p:cNvSpPr>
          <p:nvPr>
            <p:ph type="subTitle" idx="1"/>
          </p:nvPr>
        </p:nvSpPr>
        <p:spPr>
          <a:xfrm>
            <a:off x="884100" y="2716650"/>
            <a:ext cx="3960000" cy="8454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262626"/>
              </a:buClr>
              <a:buSzPts val="3600"/>
              <a:buNone/>
            </a:pPr>
            <a:r>
              <a:rPr lang="en-US" sz="3000"/>
              <a:t>Review Sound Families /r/ /n/ /m/</a:t>
            </a:r>
            <a:endParaRPr sz="3000"/>
          </a:p>
        </p:txBody>
      </p:sp>
      <p:sp>
        <p:nvSpPr>
          <p:cNvPr id="679" name="Google Shape;679;p1"/>
          <p:cNvSpPr txBox="1">
            <a:spLocks noGrp="1"/>
          </p:cNvSpPr>
          <p:nvPr>
            <p:ph type="subTitle" idx="2"/>
          </p:nvPr>
        </p:nvSpPr>
        <p:spPr>
          <a:xfrm>
            <a:off x="884092" y="3754105"/>
            <a:ext cx="3882600" cy="845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1000"/>
              </a:spcBef>
              <a:spcAft>
                <a:spcPts val="0"/>
              </a:spcAft>
              <a:buSzPts val="2200"/>
              <a:buNone/>
            </a:pPr>
            <a:r>
              <a:rPr lang="en-US"/>
              <a:t>Lesson 35</a:t>
            </a:r>
            <a:endParaRPr/>
          </a:p>
        </p:txBody>
      </p:sp>
      <p:sp>
        <p:nvSpPr>
          <p:cNvPr id="680" name="Google Shape;680;p1"/>
          <p:cNvSpPr/>
          <p:nvPr/>
        </p:nvSpPr>
        <p:spPr>
          <a:xfrm>
            <a:off x="6539152" y="4096573"/>
            <a:ext cx="277200" cy="1608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81" name="Google Shape;681;p1"/>
          <p:cNvSpPr/>
          <p:nvPr/>
        </p:nvSpPr>
        <p:spPr>
          <a:xfrm>
            <a:off x="6347592" y="5142205"/>
            <a:ext cx="138000" cy="801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2" name="Google Shape;682;p1"/>
          <p:cNvSpPr/>
          <p:nvPr/>
        </p:nvSpPr>
        <p:spPr>
          <a:xfrm>
            <a:off x="6668626" y="5142205"/>
            <a:ext cx="138000" cy="801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3" name="Google Shape;683;p1"/>
          <p:cNvSpPr/>
          <p:nvPr/>
        </p:nvSpPr>
        <p:spPr>
          <a:xfrm>
            <a:off x="5340713" y="5142205"/>
            <a:ext cx="138000" cy="801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84" name="Google Shape;684;p1"/>
          <p:cNvSpPr/>
          <p:nvPr/>
        </p:nvSpPr>
        <p:spPr>
          <a:xfrm>
            <a:off x="5661747" y="5142205"/>
            <a:ext cx="138000" cy="801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85" name="Google Shape;685;p1"/>
          <p:cNvSpPr/>
          <p:nvPr/>
        </p:nvSpPr>
        <p:spPr>
          <a:xfrm>
            <a:off x="5600040" y="5085080"/>
            <a:ext cx="139984" cy="8117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86" name="Google Shape;686;p1"/>
          <p:cNvSpPr/>
          <p:nvPr/>
        </p:nvSpPr>
        <p:spPr>
          <a:xfrm>
            <a:off x="5925600" y="5085080"/>
            <a:ext cx="139984" cy="8117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687" name="Google Shape;687;p1"/>
          <p:cNvGrpSpPr/>
          <p:nvPr/>
        </p:nvGrpSpPr>
        <p:grpSpPr>
          <a:xfrm>
            <a:off x="4730791" y="3966700"/>
            <a:ext cx="4066935" cy="1850152"/>
            <a:chOff x="4730791" y="3966700"/>
            <a:chExt cx="4066935" cy="1850152"/>
          </a:xfrm>
        </p:grpSpPr>
        <p:pic>
          <p:nvPicPr>
            <p:cNvPr id="688" name="Google Shape;688;p1" title="JL686-116F.png"/>
            <p:cNvPicPr preferRelativeResize="0"/>
            <p:nvPr/>
          </p:nvPicPr>
          <p:blipFill rotWithShape="1">
            <a:blip r:embed="rId3">
              <a:alphaModFix/>
            </a:blip>
            <a:srcRect b="10"/>
            <a:stretch/>
          </p:blipFill>
          <p:spPr>
            <a:xfrm rot="713626">
              <a:off x="7581275" y="4131198"/>
              <a:ext cx="1071651" cy="1516788"/>
            </a:xfrm>
            <a:prstGeom prst="rect">
              <a:avLst/>
            </a:prstGeom>
            <a:noFill/>
            <a:ln>
              <a:noFill/>
            </a:ln>
            <a:effectLst>
              <a:outerShdw blurRad="71438" dist="38100" dir="5220000" algn="bl" rotWithShape="0">
                <a:srgbClr val="000000">
                  <a:alpha val="20000"/>
                </a:srgbClr>
              </a:outerShdw>
            </a:effectLst>
          </p:spPr>
        </p:pic>
        <p:pic>
          <p:nvPicPr>
            <p:cNvPr id="689" name="Google Shape;689;p1" title="JL686-115F.png"/>
            <p:cNvPicPr preferRelativeResize="0"/>
            <p:nvPr/>
          </p:nvPicPr>
          <p:blipFill rotWithShape="1">
            <a:blip r:embed="rId4">
              <a:alphaModFix/>
            </a:blip>
            <a:srcRect t="59" b="59"/>
            <a:stretch/>
          </p:blipFill>
          <p:spPr>
            <a:xfrm rot="193081">
              <a:off x="6666995" y="3998204"/>
              <a:ext cx="1071653" cy="1516786"/>
            </a:xfrm>
            <a:prstGeom prst="rect">
              <a:avLst/>
            </a:prstGeom>
            <a:noFill/>
            <a:ln>
              <a:noFill/>
            </a:ln>
            <a:effectLst>
              <a:outerShdw blurRad="71438" dist="38100" dir="5220000" algn="bl" rotWithShape="0">
                <a:srgbClr val="000000">
                  <a:alpha val="20000"/>
                </a:srgbClr>
              </a:outerShdw>
            </a:effectLst>
          </p:spPr>
        </p:pic>
        <p:pic>
          <p:nvPicPr>
            <p:cNvPr id="690" name="Google Shape;690;p1" title="JL686-114F.png"/>
            <p:cNvPicPr preferRelativeResize="0"/>
            <p:nvPr/>
          </p:nvPicPr>
          <p:blipFill rotWithShape="1">
            <a:blip r:embed="rId5">
              <a:alphaModFix/>
            </a:blip>
            <a:srcRect b="10"/>
            <a:stretch/>
          </p:blipFill>
          <p:spPr>
            <a:xfrm rot="-313763">
              <a:off x="5805285" y="4012380"/>
              <a:ext cx="1071652" cy="1516785"/>
            </a:xfrm>
            <a:prstGeom prst="rect">
              <a:avLst/>
            </a:prstGeom>
            <a:noFill/>
            <a:ln>
              <a:noFill/>
            </a:ln>
            <a:effectLst>
              <a:outerShdw blurRad="71438" dist="38100" dir="5220000" algn="bl" rotWithShape="0">
                <a:srgbClr val="000000">
                  <a:alpha val="20000"/>
                </a:srgbClr>
              </a:outerShdw>
            </a:effectLst>
          </p:spPr>
        </p:pic>
        <p:pic>
          <p:nvPicPr>
            <p:cNvPr id="691" name="Google Shape;691;p1" title="JL686-113F.png"/>
            <p:cNvPicPr preferRelativeResize="0"/>
            <p:nvPr/>
          </p:nvPicPr>
          <p:blipFill rotWithShape="1">
            <a:blip r:embed="rId6">
              <a:alphaModFix/>
            </a:blip>
            <a:srcRect t="59" b="59"/>
            <a:stretch/>
          </p:blipFill>
          <p:spPr>
            <a:xfrm rot="-781543">
              <a:off x="4887937" y="4198808"/>
              <a:ext cx="1071653" cy="1516788"/>
            </a:xfrm>
            <a:prstGeom prst="rect">
              <a:avLst/>
            </a:prstGeom>
            <a:noFill/>
            <a:ln>
              <a:noFill/>
            </a:ln>
            <a:effectLst>
              <a:outerShdw blurRad="71438" dist="38100" dir="5220000" algn="bl" rotWithShape="0">
                <a:srgbClr val="000000">
                  <a:alpha val="20000"/>
                </a:srgbClr>
              </a:outerShdw>
            </a:effectLst>
          </p:spPr>
        </p:pic>
      </p:grpSp>
      <p:graphicFrame>
        <p:nvGraphicFramePr>
          <p:cNvPr id="692" name="Google Shape;692;p1"/>
          <p:cNvGraphicFramePr/>
          <p:nvPr/>
        </p:nvGraphicFramePr>
        <p:xfrm>
          <a:off x="4844200" y="1646527"/>
          <a:ext cx="3784875" cy="2032200"/>
        </p:xfrm>
        <a:graphic>
          <a:graphicData uri="http://schemas.openxmlformats.org/drawingml/2006/table">
            <a:tbl>
              <a:tblPr firstRow="1" bandRow="1">
                <a:noFill/>
                <a:tableStyleId>{D677FBE5-1B30-4B78-9A71-8AD94FCB9F43}</a:tableStyleId>
              </a:tblPr>
              <a:tblGrid>
                <a:gridCol w="508550">
                  <a:extLst>
                    <a:ext uri="{9D8B030D-6E8A-4147-A177-3AD203B41FA5}">
                      <a16:colId xmlns:a16="http://schemas.microsoft.com/office/drawing/2014/main" val="20000"/>
                    </a:ext>
                  </a:extLst>
                </a:gridCol>
                <a:gridCol w="508550">
                  <a:extLst>
                    <a:ext uri="{9D8B030D-6E8A-4147-A177-3AD203B41FA5}">
                      <a16:colId xmlns:a16="http://schemas.microsoft.com/office/drawing/2014/main" val="20001"/>
                    </a:ext>
                  </a:extLst>
                </a:gridCol>
                <a:gridCol w="604975">
                  <a:extLst>
                    <a:ext uri="{9D8B030D-6E8A-4147-A177-3AD203B41FA5}">
                      <a16:colId xmlns:a16="http://schemas.microsoft.com/office/drawing/2014/main" val="20002"/>
                    </a:ext>
                  </a:extLst>
                </a:gridCol>
                <a:gridCol w="508575">
                  <a:extLst>
                    <a:ext uri="{9D8B030D-6E8A-4147-A177-3AD203B41FA5}">
                      <a16:colId xmlns:a16="http://schemas.microsoft.com/office/drawing/2014/main" val="20003"/>
                    </a:ext>
                  </a:extLst>
                </a:gridCol>
                <a:gridCol w="556725">
                  <a:extLst>
                    <a:ext uri="{9D8B030D-6E8A-4147-A177-3AD203B41FA5}">
                      <a16:colId xmlns:a16="http://schemas.microsoft.com/office/drawing/2014/main" val="20004"/>
                    </a:ext>
                  </a:extLst>
                </a:gridCol>
                <a:gridCol w="596975">
                  <a:extLst>
                    <a:ext uri="{9D8B030D-6E8A-4147-A177-3AD203B41FA5}">
                      <a16:colId xmlns:a16="http://schemas.microsoft.com/office/drawing/2014/main" val="20005"/>
                    </a:ext>
                  </a:extLst>
                </a:gridCol>
                <a:gridCol w="500525">
                  <a:extLst>
                    <a:ext uri="{9D8B030D-6E8A-4147-A177-3AD203B41FA5}">
                      <a16:colId xmlns:a16="http://schemas.microsoft.com/office/drawing/2014/main" val="20006"/>
                    </a:ext>
                  </a:extLst>
                </a:gridCol>
              </a:tblGrid>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a:t>
                      </a:r>
                      <a:r>
                        <a:rPr lang="en-US" sz="1350" u="none" strike="noStrike" cap="none">
                          <a:latin typeface="Poppins"/>
                          <a:ea typeface="Poppins"/>
                          <a:cs typeface="Poppins"/>
                          <a:sym typeface="Poppins"/>
                        </a:rPr>
                        <a:t>a</a:t>
                      </a:r>
                      <a:r>
                        <a:rPr lang="en-US" sz="1600" u="none" strike="noStrike" cap="none">
                          <a:latin typeface="Jost"/>
                          <a:ea typeface="Jost"/>
                          <a:cs typeface="Jost"/>
                          <a:sym typeface="Jost"/>
                        </a:rPr>
                        <a:t>i/</a:t>
                      </a:r>
                      <a:endParaRPr sz="16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/ee/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/igh/</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/o</a:t>
                      </a:r>
                      <a:r>
                        <a:rPr lang="en-US" sz="1350" u="none" strike="noStrike" cap="none">
                          <a:latin typeface="Poppins"/>
                          <a:ea typeface="Poppins"/>
                          <a:cs typeface="Poppins"/>
                          <a:sym typeface="Poppins"/>
                        </a:rPr>
                        <a:t>a</a:t>
                      </a:r>
                      <a:r>
                        <a:rPr lang="en-US" sz="1600" u="none" strike="noStrike" cap="none">
                          <a:latin typeface="Jost"/>
                          <a:ea typeface="Jost"/>
                          <a:cs typeface="Jost"/>
                          <a:sym typeface="Jost"/>
                        </a:rPr>
                        <a:t>/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600" u="none" strike="noStrike" cap="none">
                          <a:latin typeface="Jost"/>
                          <a:ea typeface="Jost"/>
                          <a:cs typeface="Jost"/>
                          <a:sym typeface="Jost"/>
                        </a:rPr>
                        <a:t>/oo/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Jost"/>
                          <a:ea typeface="Jost"/>
                          <a:cs typeface="Jost"/>
                          <a:sym typeface="Jost"/>
                        </a:rPr>
                        <a:t>/y-oo/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FFFFFF"/>
                          </a:solidFill>
                          <a:latin typeface="Jost"/>
                          <a:ea typeface="Jost"/>
                          <a:cs typeface="Jost"/>
                          <a:sym typeface="Jost"/>
                        </a:rPr>
                        <a:t>/r/</a:t>
                      </a:r>
                      <a:endParaRPr sz="16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extLst>
                  <a:ext uri="{0D108BD9-81ED-4DB2-BD59-A6C34878D82A}">
                    <a16:rowId xmlns:a16="http://schemas.microsoft.com/office/drawing/2014/main" val="10000"/>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FFFFFF"/>
                          </a:solidFill>
                          <a:latin typeface="Jost"/>
                          <a:ea typeface="Jost"/>
                          <a:cs typeface="Jost"/>
                          <a:sym typeface="Jost"/>
                        </a:rPr>
                        <a:t>/n/</a:t>
                      </a:r>
                      <a:endParaRPr sz="1600" u="none" strike="noStrike" cap="none">
                        <a:solidFill>
                          <a:srgbClr val="FFFFFF"/>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FFFFFF"/>
                          </a:solidFill>
                          <a:latin typeface="Jost"/>
                          <a:ea typeface="Jost"/>
                          <a:cs typeface="Jost"/>
                          <a:sym typeface="Jost"/>
                        </a:rPr>
                        <a:t>/m/</a:t>
                      </a:r>
                      <a:endParaRPr sz="16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/ch/</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/k/</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/sh/</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/j/</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/v/</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 </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/e/</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/i/ </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/s/</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/zh/</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/z/</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/ur/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ir/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/e</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r/</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97"/>
        <p:cNvGrpSpPr/>
        <p:nvPr/>
      </p:nvGrpSpPr>
      <p:grpSpPr>
        <a:xfrm>
          <a:off x="0" y="0"/>
          <a:ext cx="0" cy="0"/>
          <a:chOff x="0" y="0"/>
          <a:chExt cx="0" cy="0"/>
        </a:xfrm>
      </p:grpSpPr>
      <p:sp>
        <p:nvSpPr>
          <p:cNvPr id="698" name="Google Shape;698;g2bee4f4af4b_0_204"/>
          <p:cNvSpPr txBox="1">
            <a:spLocks noGrp="1"/>
          </p:cNvSpPr>
          <p:nvPr>
            <p:ph type="body" idx="1"/>
          </p:nvPr>
        </p:nvSpPr>
        <p:spPr>
          <a:xfrm>
            <a:off x="3298550" y="1032250"/>
            <a:ext cx="52689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Learn and practise </a:t>
            </a:r>
            <a:r>
              <a:rPr lang="en-US">
                <a:solidFill>
                  <a:srgbClr val="8DC63F"/>
                </a:solidFill>
              </a:rPr>
              <a:t>/r/ /n/</a:t>
            </a:r>
            <a:r>
              <a:rPr lang="en-US"/>
              <a:t> and </a:t>
            </a:r>
            <a:r>
              <a:rPr lang="en-US">
                <a:solidFill>
                  <a:srgbClr val="8DC63F"/>
                </a:solidFill>
              </a:rPr>
              <a:t>/m/</a:t>
            </a:r>
            <a:r>
              <a:rPr lang="en-US"/>
              <a:t> sound family spelling patterns, including homophones and Common Exception Words.</a:t>
            </a:r>
            <a:endParaRPr/>
          </a:p>
        </p:txBody>
      </p:sp>
      <p:sp>
        <p:nvSpPr>
          <p:cNvPr id="699" name="Google Shape;699;g2bee4f4af4b_0_204"/>
          <p:cNvSpPr txBox="1">
            <a:spLocks noGrp="1"/>
          </p:cNvSpPr>
          <p:nvPr>
            <p:ph type="body" idx="2"/>
          </p:nvPr>
        </p:nvSpPr>
        <p:spPr>
          <a:xfrm>
            <a:off x="3298550" y="212156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p:txBody>
      </p:sp>
      <p:sp>
        <p:nvSpPr>
          <p:cNvPr id="700" name="Google Shape;700;g2bee4f4af4b_0_204"/>
          <p:cNvSpPr txBox="1"/>
          <p:nvPr/>
        </p:nvSpPr>
        <p:spPr>
          <a:xfrm>
            <a:off x="2306383"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JN686</a:t>
            </a:r>
            <a:endParaRPr sz="1000" b="0" i="0" u="none" strike="noStrike" cap="none" dirty="0">
              <a:solidFill>
                <a:srgbClr val="000000"/>
              </a:solidFill>
              <a:latin typeface="Poppins"/>
              <a:ea typeface="Poppins"/>
              <a:cs typeface="Poppins"/>
              <a:sym typeface="Poppins"/>
            </a:endParaRPr>
          </a:p>
        </p:txBody>
      </p:sp>
      <p:sp>
        <p:nvSpPr>
          <p:cNvPr id="701" name="Google Shape;701;g2bee4f4af4b_0_204"/>
          <p:cNvSpPr txBox="1"/>
          <p:nvPr/>
        </p:nvSpPr>
        <p:spPr>
          <a:xfrm>
            <a:off x="2099083"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702" name="Google Shape;702;g2bee4f4af4b_0_204" title="JL686-113F.png"/>
          <p:cNvPicPr preferRelativeResize="0"/>
          <p:nvPr/>
        </p:nvPicPr>
        <p:blipFill rotWithShape="1">
          <a:blip r:embed="rId3">
            <a:alphaModFix/>
          </a:blip>
          <a:srcRect t="59" b="59"/>
          <a:stretch/>
        </p:blipFill>
        <p:spPr>
          <a:xfrm>
            <a:off x="2319758" y="4101860"/>
            <a:ext cx="786850" cy="1113688"/>
          </a:xfrm>
          <a:prstGeom prst="rect">
            <a:avLst/>
          </a:prstGeom>
          <a:noFill/>
          <a:ln>
            <a:noFill/>
          </a:ln>
          <a:effectLst>
            <a:outerShdw blurRad="71438" dist="19050" dir="5220000" algn="bl" rotWithShape="0">
              <a:srgbClr val="D8D8D8"/>
            </a:outerShdw>
          </a:effectLst>
        </p:spPr>
      </p:pic>
      <p:sp>
        <p:nvSpPr>
          <p:cNvPr id="703" name="Google Shape;703;g2bee4f4af4b_0_204"/>
          <p:cNvSpPr txBox="1"/>
          <p:nvPr/>
        </p:nvSpPr>
        <p:spPr>
          <a:xfrm>
            <a:off x="346303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JN689</a:t>
            </a:r>
            <a:endParaRPr sz="1000" b="0" i="0" u="none" strike="noStrike" cap="none" dirty="0">
              <a:solidFill>
                <a:srgbClr val="000000"/>
              </a:solidFill>
              <a:latin typeface="Poppins"/>
              <a:ea typeface="Poppins"/>
              <a:cs typeface="Poppins"/>
              <a:sym typeface="Poppins"/>
            </a:endParaRPr>
          </a:p>
        </p:txBody>
      </p:sp>
      <p:sp>
        <p:nvSpPr>
          <p:cNvPr id="704" name="Google Shape;704;g2bee4f4af4b_0_204"/>
          <p:cNvSpPr txBox="1"/>
          <p:nvPr/>
        </p:nvSpPr>
        <p:spPr>
          <a:xfrm>
            <a:off x="325573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705" name="Google Shape;705;g2bee4f4af4b_0_204" title="JL689-128F.png"/>
          <p:cNvPicPr preferRelativeResize="0"/>
          <p:nvPr/>
        </p:nvPicPr>
        <p:blipFill rotWithShape="1">
          <a:blip r:embed="rId4">
            <a:alphaModFix/>
          </a:blip>
          <a:srcRect l="89" r="79"/>
          <a:stretch/>
        </p:blipFill>
        <p:spPr>
          <a:xfrm>
            <a:off x="3463036" y="4169988"/>
            <a:ext cx="813600" cy="977432"/>
          </a:xfrm>
          <a:prstGeom prst="rect">
            <a:avLst/>
          </a:prstGeom>
          <a:noFill/>
          <a:ln>
            <a:noFill/>
          </a:ln>
          <a:effectLst>
            <a:outerShdw blurRad="71438" dist="19050" dir="5220000" algn="bl" rotWithShape="0">
              <a:srgbClr val="D8D8D8"/>
            </a:outerShdw>
          </a:effectLst>
        </p:spPr>
      </p:pic>
      <p:sp>
        <p:nvSpPr>
          <p:cNvPr id="706" name="Google Shape;706;g2bee4f4af4b_0_204"/>
          <p:cNvSpPr txBox="1"/>
          <p:nvPr/>
        </p:nvSpPr>
        <p:spPr>
          <a:xfrm>
            <a:off x="583814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JN687</a:t>
            </a:r>
            <a:endParaRPr sz="1000" b="0" i="0" u="none" strike="noStrike" cap="none" dirty="0">
              <a:solidFill>
                <a:srgbClr val="000000"/>
              </a:solidFill>
              <a:latin typeface="Poppins"/>
              <a:ea typeface="Poppins"/>
              <a:cs typeface="Poppins"/>
              <a:sym typeface="Poppins"/>
            </a:endParaRPr>
          </a:p>
        </p:txBody>
      </p:sp>
      <p:sp>
        <p:nvSpPr>
          <p:cNvPr id="707" name="Google Shape;707;g2bee4f4af4b_0_204"/>
          <p:cNvSpPr txBox="1"/>
          <p:nvPr/>
        </p:nvSpPr>
        <p:spPr>
          <a:xfrm>
            <a:off x="5558725" y="5256525"/>
            <a:ext cx="1372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Cards</a:t>
            </a:r>
            <a:endParaRPr sz="1400" b="0" i="0" u="none" strike="noStrike" cap="none">
              <a:solidFill>
                <a:srgbClr val="000000"/>
              </a:solidFill>
              <a:latin typeface="Poppins Medium"/>
              <a:ea typeface="Poppins Medium"/>
              <a:cs typeface="Poppins Medium"/>
              <a:sym typeface="Poppins Medium"/>
            </a:endParaRPr>
          </a:p>
        </p:txBody>
      </p:sp>
      <p:pic>
        <p:nvPicPr>
          <p:cNvPr id="708" name="Google Shape;708;g2bee4f4af4b_0_204" title="JL687-77F.png"/>
          <p:cNvPicPr preferRelativeResize="0"/>
          <p:nvPr/>
        </p:nvPicPr>
        <p:blipFill rotWithShape="1">
          <a:blip r:embed="rId5">
            <a:alphaModFix/>
          </a:blip>
          <a:srcRect/>
          <a:stretch/>
        </p:blipFill>
        <p:spPr>
          <a:xfrm>
            <a:off x="5778959" y="4326104"/>
            <a:ext cx="931974" cy="665200"/>
          </a:xfrm>
          <a:prstGeom prst="rect">
            <a:avLst/>
          </a:prstGeom>
          <a:noFill/>
          <a:ln>
            <a:noFill/>
          </a:ln>
          <a:effectLst>
            <a:outerShdw blurRad="71438" dist="19050" dir="5220000" algn="bl" rotWithShape="0">
              <a:srgbClr val="D8D8D8"/>
            </a:outerShdw>
          </a:effectLst>
        </p:spPr>
      </p:pic>
      <p:sp>
        <p:nvSpPr>
          <p:cNvPr id="709" name="Google Shape;709;g2bee4f4af4b_0_204"/>
          <p:cNvSpPr txBox="1"/>
          <p:nvPr/>
        </p:nvSpPr>
        <p:spPr>
          <a:xfrm>
            <a:off x="465059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JN692</a:t>
            </a:r>
            <a:endParaRPr sz="1000" b="0" i="0" u="none" strike="noStrike" cap="none" dirty="0">
              <a:solidFill>
                <a:srgbClr val="000000"/>
              </a:solidFill>
              <a:latin typeface="Poppins"/>
              <a:ea typeface="Poppins"/>
              <a:cs typeface="Poppins"/>
              <a:sym typeface="Poppins"/>
            </a:endParaRPr>
          </a:p>
        </p:txBody>
      </p:sp>
      <p:sp>
        <p:nvSpPr>
          <p:cNvPr id="710" name="Google Shape;710;g2bee4f4af4b_0_204"/>
          <p:cNvSpPr txBox="1"/>
          <p:nvPr/>
        </p:nvSpPr>
        <p:spPr>
          <a:xfrm>
            <a:off x="453599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711" name="Google Shape;711;g2bee4f4af4b_0_204" title="JL692-128F.png"/>
          <p:cNvPicPr preferRelativeResize="0"/>
          <p:nvPr/>
        </p:nvPicPr>
        <p:blipFill rotWithShape="1">
          <a:blip r:embed="rId6">
            <a:alphaModFix/>
          </a:blip>
          <a:srcRect/>
          <a:stretch/>
        </p:blipFill>
        <p:spPr>
          <a:xfrm>
            <a:off x="4750129" y="4232253"/>
            <a:ext cx="614525" cy="852902"/>
          </a:xfrm>
          <a:prstGeom prst="rect">
            <a:avLst/>
          </a:prstGeom>
          <a:noFill/>
          <a:ln>
            <a:noFill/>
          </a:ln>
          <a:effectLst>
            <a:outerShdw blurRad="71438" dist="19050" dir="5220000" algn="bl" rotWithShape="0">
              <a:srgbClr val="D8D8D8"/>
            </a:outerShdw>
          </a:effectLst>
        </p:spPr>
      </p:pic>
      <p:sp>
        <p:nvSpPr>
          <p:cNvPr id="712" name="Google Shape;712;g2bee4f4af4b_0_204"/>
          <p:cNvSpPr txBox="1"/>
          <p:nvPr/>
        </p:nvSpPr>
        <p:spPr>
          <a:xfrm>
            <a:off x="1034404"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JN693</a:t>
            </a:r>
            <a:endParaRPr sz="1000" b="0" i="0" u="none" strike="noStrike" cap="none" dirty="0">
              <a:solidFill>
                <a:srgbClr val="000000"/>
              </a:solidFill>
              <a:latin typeface="Poppins"/>
              <a:ea typeface="Poppins"/>
              <a:cs typeface="Poppins"/>
              <a:sym typeface="Poppins"/>
            </a:endParaRPr>
          </a:p>
        </p:txBody>
      </p:sp>
      <p:sp>
        <p:nvSpPr>
          <p:cNvPr id="713" name="Google Shape;713;g2bee4f4af4b_0_204"/>
          <p:cNvSpPr txBox="1"/>
          <p:nvPr/>
        </p:nvSpPr>
        <p:spPr>
          <a:xfrm>
            <a:off x="827104"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rgbClr val="757070"/>
                </a:solidFill>
                <a:latin typeface="Poppins Medium"/>
                <a:ea typeface="Poppins Medium"/>
                <a:cs typeface="Poppins Medium"/>
                <a:sym typeface="Poppins Medium"/>
              </a:rPr>
              <a:t>Homophone</a:t>
            </a:r>
            <a:r>
              <a:rPr lang="en-US" sz="900">
                <a:solidFill>
                  <a:srgbClr val="757070"/>
                </a:solidFill>
                <a:latin typeface="Poppins Medium"/>
                <a:ea typeface="Poppins Medium"/>
                <a:cs typeface="Poppins Medium"/>
                <a:sym typeface="Poppins Medium"/>
              </a:rPr>
              <a:t> Cards</a:t>
            </a:r>
            <a:endParaRPr sz="1400" b="0" i="0" u="none" strike="noStrike" cap="none">
              <a:solidFill>
                <a:srgbClr val="000000"/>
              </a:solidFill>
              <a:latin typeface="Poppins Medium"/>
              <a:ea typeface="Poppins Medium"/>
              <a:cs typeface="Poppins Medium"/>
              <a:sym typeface="Poppins Medium"/>
            </a:endParaRPr>
          </a:p>
        </p:txBody>
      </p:sp>
      <p:pic>
        <p:nvPicPr>
          <p:cNvPr id="714" name="Google Shape;714;g2bee4f4af4b_0_204" title="JL693-29F.png"/>
          <p:cNvPicPr preferRelativeResize="0"/>
          <p:nvPr/>
        </p:nvPicPr>
        <p:blipFill rotWithShape="1">
          <a:blip r:embed="rId7">
            <a:alphaModFix/>
          </a:blip>
          <a:srcRect t="159" b="159"/>
          <a:stretch/>
        </p:blipFill>
        <p:spPr>
          <a:xfrm>
            <a:off x="845550" y="4364250"/>
            <a:ext cx="1177926" cy="588950"/>
          </a:xfrm>
          <a:prstGeom prst="rect">
            <a:avLst/>
          </a:prstGeom>
          <a:noFill/>
          <a:ln>
            <a:noFill/>
          </a:ln>
          <a:effectLst>
            <a:outerShdw blurRad="57150" dist="19050" dir="5400000" algn="bl" rotWithShape="0">
              <a:srgbClr val="BFBFBF"/>
            </a:outerShdw>
          </a:effectLst>
        </p:spPr>
      </p:pic>
      <p:sp>
        <p:nvSpPr>
          <p:cNvPr id="715" name="Google Shape;715;g2bee4f4af4b_0_204">
            <a:hlinkClick r:id="rId8" action="ppaction://hlinksldjump"/>
          </p:cNvPr>
          <p:cNvSpPr/>
          <p:nvPr/>
        </p:nvSpPr>
        <p:spPr>
          <a:xfrm>
            <a:off x="2237612" y="3804450"/>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Poppins"/>
              <a:ea typeface="Poppins"/>
              <a:cs typeface="Poppins"/>
              <a:sym typeface="Poppins"/>
            </a:endParaRPr>
          </a:p>
        </p:txBody>
      </p:sp>
      <p:sp>
        <p:nvSpPr>
          <p:cNvPr id="716" name="Google Shape;716;g2bee4f4af4b_0_204">
            <a:hlinkClick r:id="rId9" action="ppaction://hlinksldjump"/>
          </p:cNvPr>
          <p:cNvSpPr/>
          <p:nvPr/>
        </p:nvSpPr>
        <p:spPr>
          <a:xfrm>
            <a:off x="3267546" y="3703049"/>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7" name="Google Shape;717;g2bee4f4af4b_0_204">
            <a:hlinkClick r:id="rId10" action="ppaction://hlinksldjump"/>
          </p:cNvPr>
          <p:cNvSpPr/>
          <p:nvPr/>
        </p:nvSpPr>
        <p:spPr>
          <a:xfrm>
            <a:off x="4568942" y="3785228"/>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8" name="Google Shape;718;g2bee4f4af4b_0_204">
            <a:hlinkClick r:id="rId11" action="ppaction://hlinksldjump"/>
          </p:cNvPr>
          <p:cNvSpPr/>
          <p:nvPr/>
        </p:nvSpPr>
        <p:spPr>
          <a:xfrm>
            <a:off x="5651987" y="3757603"/>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9" name="Google Shape;719;g2bee4f4af4b_0_204">
            <a:hlinkClick r:id="rId12" action="ppaction://hlinksldjump"/>
          </p:cNvPr>
          <p:cNvSpPr/>
          <p:nvPr/>
        </p:nvSpPr>
        <p:spPr>
          <a:xfrm>
            <a:off x="953661" y="3817425"/>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24"/>
        <p:cNvGrpSpPr/>
        <p:nvPr/>
      </p:nvGrpSpPr>
      <p:grpSpPr>
        <a:xfrm>
          <a:off x="0" y="0"/>
          <a:ext cx="0" cy="0"/>
          <a:chOff x="0" y="0"/>
          <a:chExt cx="0" cy="0"/>
        </a:xfrm>
      </p:grpSpPr>
      <p:sp>
        <p:nvSpPr>
          <p:cNvPr id="725" name="Google Shape;725;g34100025a35_0_3"/>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726" name="Google Shape;726;g34100025a35_0_3"/>
          <p:cNvGrpSpPr/>
          <p:nvPr/>
        </p:nvGrpSpPr>
        <p:grpSpPr>
          <a:xfrm>
            <a:off x="930400" y="2053244"/>
            <a:ext cx="7283200" cy="3724851"/>
            <a:chOff x="930400" y="2129444"/>
            <a:chExt cx="7283200" cy="3724851"/>
          </a:xfrm>
        </p:grpSpPr>
        <p:pic>
          <p:nvPicPr>
            <p:cNvPr id="727" name="Google Shape;727;g34100025a35_0_3"/>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728" name="Google Shape;728;g34100025a35_0_3"/>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729" name="Google Shape;729;g34100025a35_0_3"/>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730" name="Google Shape;730;g34100025a35_0_3"/>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731" name="Google Shape;731;g34100025a35_0_3"/>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732" name="Google Shape;732;g34100025a35_0_3"/>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733" name="Google Shape;733;g34100025a35_0_3"/>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734" name="Google Shape;734;g34100025a35_0_3"/>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735" name="Google Shape;735;g34100025a35_0_3"/>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736" name="Google Shape;736;g34100025a35_0_3"/>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737" name="Google Shape;737;g34100025a35_0_3"/>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738" name="Google Shape;738;g34100025a35_0_3"/>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739" name="Google Shape;739;g34100025a35_0_3"/>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740" name="Google Shape;740;g34100025a35_0_3"/>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41" name="Google Shape;741;g34100025a35_0_3"/>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42" name="Google Shape;742;g34100025a35_0_3"/>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43" name="Google Shape;743;g34100025a35_0_3"/>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44" name="Google Shape;744;g34100025a35_0_3"/>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45" name="Google Shape;745;g34100025a35_0_3"/>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46" name="Google Shape;746;g34100025a35_0_3"/>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47" name="Google Shape;747;g34100025a35_0_3"/>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48" name="Google Shape;748;g34100025a35_0_3"/>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49" name="Google Shape;749;g34100025a35_0_3"/>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54"/>
        <p:cNvGrpSpPr/>
        <p:nvPr/>
      </p:nvGrpSpPr>
      <p:grpSpPr>
        <a:xfrm>
          <a:off x="0" y="0"/>
          <a:ext cx="0" cy="0"/>
          <a:chOff x="0" y="0"/>
          <a:chExt cx="0" cy="0"/>
        </a:xfrm>
      </p:grpSpPr>
      <p:sp>
        <p:nvSpPr>
          <p:cNvPr id="755" name="Google Shape;755;g34100025a35_0_3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56" name="Google Shape;756;g34100025a35_0_32"/>
          <p:cNvGrpSpPr/>
          <p:nvPr/>
        </p:nvGrpSpPr>
        <p:grpSpPr>
          <a:xfrm>
            <a:off x="930400" y="2053250"/>
            <a:ext cx="7283201" cy="2971674"/>
            <a:chOff x="930400" y="2129450"/>
            <a:chExt cx="7283201" cy="2971674"/>
          </a:xfrm>
        </p:grpSpPr>
        <p:pic>
          <p:nvPicPr>
            <p:cNvPr id="757" name="Google Shape;757;g34100025a35_0_32"/>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58" name="Google Shape;758;g34100025a35_0_32"/>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59" name="Google Shape;759;g34100025a35_0_32"/>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60" name="Google Shape;760;g34100025a35_0_32"/>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61" name="Google Shape;761;g34100025a35_0_32"/>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62" name="Google Shape;762;g34100025a35_0_32"/>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63" name="Google Shape;763;g34100025a35_0_32"/>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64" name="Google Shape;764;g34100025a35_0_32"/>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65" name="Google Shape;765;g34100025a35_0_32"/>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66" name="Google Shape;766;g34100025a35_0_32"/>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67" name="Google Shape;767;g34100025a35_0_32"/>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68" name="Google Shape;768;g34100025a35_0_32"/>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69" name="Google Shape;769;g34100025a35_0_32"/>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70" name="Google Shape;770;g34100025a35_0_32"/>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71" name="Google Shape;771;g34100025a35_0_32"/>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72" name="Google Shape;772;g34100025a35_0_32"/>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73" name="Google Shape;773;g34100025a35_0_32"/>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74" name="Google Shape;774;g34100025a35_0_32"/>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75" name="Google Shape;775;g34100025a35_0_32"/>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76" name="Google Shape;776;g34100025a35_0_32"/>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77" name="Google Shape;777;g34100025a35_0_32"/>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78" name="Google Shape;778;g34100025a35_0_32"/>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79" name="Google Shape;779;g34100025a35_0_32"/>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80" name="Google Shape;780;g34100025a35_0_32"/>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81" name="Google Shape;781;g34100025a35_0_32"/>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82" name="Google Shape;782;g34100025a35_0_32"/>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83" name="Google Shape;783;g34100025a35_0_32"/>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784" name="Google Shape;784;g34100025a35_0_32"/>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785" name="Google Shape;785;g34100025a35_0_32"/>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90"/>
        <p:cNvGrpSpPr/>
        <p:nvPr/>
      </p:nvGrpSpPr>
      <p:grpSpPr>
        <a:xfrm>
          <a:off x="0" y="0"/>
          <a:ext cx="0" cy="0"/>
          <a:chOff x="0" y="0"/>
          <a:chExt cx="0" cy="0"/>
        </a:xfrm>
      </p:grpSpPr>
      <p:sp>
        <p:nvSpPr>
          <p:cNvPr id="791" name="Google Shape;791;g34100025a35_0_67"/>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92" name="Google Shape;792;g34100025a35_0_67"/>
          <p:cNvGrpSpPr/>
          <p:nvPr/>
        </p:nvGrpSpPr>
        <p:grpSpPr>
          <a:xfrm>
            <a:off x="930400" y="2053250"/>
            <a:ext cx="7283201" cy="2971674"/>
            <a:chOff x="930400" y="2053250"/>
            <a:chExt cx="7283201" cy="2971674"/>
          </a:xfrm>
        </p:grpSpPr>
        <p:pic>
          <p:nvPicPr>
            <p:cNvPr id="793" name="Google Shape;793;g34100025a35_0_67"/>
            <p:cNvPicPr preferRelativeResize="0"/>
            <p:nvPr/>
          </p:nvPicPr>
          <p:blipFill rotWithShape="1">
            <a:blip r:embed="rId3">
              <a:alphaModFix/>
            </a:blip>
            <a:srcRect l="79" r="79"/>
            <a:stretch/>
          </p:blipFill>
          <p:spPr>
            <a:xfrm>
              <a:off x="2403067" y="4096088"/>
              <a:ext cx="656212" cy="928835"/>
            </a:xfrm>
            <a:prstGeom prst="rect">
              <a:avLst/>
            </a:prstGeom>
            <a:noFill/>
            <a:ln>
              <a:noFill/>
            </a:ln>
            <a:effectLst>
              <a:outerShdw blurRad="71438" dist="28575" dir="5400000" algn="bl" rotWithShape="0">
                <a:srgbClr val="000000">
                  <a:alpha val="14510"/>
                </a:srgbClr>
              </a:outerShdw>
            </a:effectLst>
          </p:spPr>
        </p:pic>
        <p:pic>
          <p:nvPicPr>
            <p:cNvPr id="794" name="Google Shape;794;g34100025a35_0_67"/>
            <p:cNvPicPr preferRelativeResize="0"/>
            <p:nvPr/>
          </p:nvPicPr>
          <p:blipFill rotWithShape="1">
            <a:blip r:embed="rId4">
              <a:alphaModFix/>
            </a:blip>
            <a:srcRect l="19" r="29"/>
            <a:stretch/>
          </p:blipFill>
          <p:spPr>
            <a:xfrm>
              <a:off x="1666733" y="4096088"/>
              <a:ext cx="656212" cy="928836"/>
            </a:xfrm>
            <a:prstGeom prst="rect">
              <a:avLst/>
            </a:prstGeom>
            <a:noFill/>
            <a:ln>
              <a:noFill/>
            </a:ln>
            <a:effectLst>
              <a:outerShdw blurRad="71438" dist="28575" dir="5400000" algn="bl" rotWithShape="0">
                <a:srgbClr val="000000">
                  <a:alpha val="15290"/>
                </a:srgbClr>
              </a:outerShdw>
            </a:effectLst>
          </p:spPr>
        </p:pic>
        <p:pic>
          <p:nvPicPr>
            <p:cNvPr id="795" name="Google Shape;795;g34100025a35_0_67"/>
            <p:cNvPicPr preferRelativeResize="0"/>
            <p:nvPr/>
          </p:nvPicPr>
          <p:blipFill rotWithShape="1">
            <a:blip r:embed="rId5">
              <a:alphaModFix/>
            </a:blip>
            <a:srcRect l="19" r="29"/>
            <a:stretch/>
          </p:blipFill>
          <p:spPr>
            <a:xfrm>
              <a:off x="930400" y="4096088"/>
              <a:ext cx="656212" cy="928836"/>
            </a:xfrm>
            <a:prstGeom prst="rect">
              <a:avLst/>
            </a:prstGeom>
            <a:noFill/>
            <a:ln>
              <a:noFill/>
            </a:ln>
            <a:effectLst>
              <a:outerShdw blurRad="71438" dist="28575" dir="5400000" algn="bl" rotWithShape="0">
                <a:srgbClr val="000000">
                  <a:alpha val="15290"/>
                </a:srgbClr>
              </a:outerShdw>
            </a:effectLst>
          </p:spPr>
        </p:pic>
        <p:pic>
          <p:nvPicPr>
            <p:cNvPr id="796" name="Google Shape;796;g34100025a35_0_67"/>
            <p:cNvPicPr preferRelativeResize="0"/>
            <p:nvPr/>
          </p:nvPicPr>
          <p:blipFill rotWithShape="1">
            <a:blip r:embed="rId6">
              <a:alphaModFix/>
            </a:blip>
            <a:srcRect l="79" r="79"/>
            <a:stretch/>
          </p:blipFill>
          <p:spPr>
            <a:xfrm>
              <a:off x="7557389" y="3074669"/>
              <a:ext cx="656212" cy="928835"/>
            </a:xfrm>
            <a:prstGeom prst="rect">
              <a:avLst/>
            </a:prstGeom>
            <a:noFill/>
            <a:ln>
              <a:noFill/>
            </a:ln>
            <a:effectLst>
              <a:outerShdw blurRad="71438" dist="28575" dir="5400000" algn="bl" rotWithShape="0">
                <a:srgbClr val="000000">
                  <a:alpha val="15290"/>
                </a:srgbClr>
              </a:outerShdw>
            </a:effectLst>
          </p:spPr>
        </p:pic>
        <p:pic>
          <p:nvPicPr>
            <p:cNvPr id="797" name="Google Shape;797;g34100025a35_0_67"/>
            <p:cNvPicPr preferRelativeResize="0"/>
            <p:nvPr/>
          </p:nvPicPr>
          <p:blipFill rotWithShape="1">
            <a:blip r:embed="rId7">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4900"/>
                </a:srgbClr>
              </a:outerShdw>
            </a:effectLst>
          </p:spPr>
        </p:pic>
        <p:pic>
          <p:nvPicPr>
            <p:cNvPr id="798" name="Google Shape;798;g34100025a35_0_67"/>
            <p:cNvPicPr preferRelativeResize="0"/>
            <p:nvPr/>
          </p:nvPicPr>
          <p:blipFill rotWithShape="1">
            <a:blip r:embed="rId8">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99" name="Google Shape;799;g34100025a35_0_67"/>
            <p:cNvPicPr preferRelativeResize="0"/>
            <p:nvPr/>
          </p:nvPicPr>
          <p:blipFill rotWithShape="1">
            <a:blip r:embed="rId9">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4900"/>
                </a:srgbClr>
              </a:outerShdw>
            </a:effectLst>
          </p:spPr>
        </p:pic>
        <p:pic>
          <p:nvPicPr>
            <p:cNvPr id="800" name="Google Shape;800;g34100025a35_0_67"/>
            <p:cNvPicPr preferRelativeResize="0"/>
            <p:nvPr/>
          </p:nvPicPr>
          <p:blipFill rotWithShape="1">
            <a:blip r:embed="rId10">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4900"/>
                </a:srgbClr>
              </a:outerShdw>
            </a:effectLst>
          </p:spPr>
        </p:pic>
        <p:pic>
          <p:nvPicPr>
            <p:cNvPr id="801" name="Google Shape;801;g34100025a35_0_67"/>
            <p:cNvPicPr preferRelativeResize="0"/>
            <p:nvPr/>
          </p:nvPicPr>
          <p:blipFill rotWithShape="1">
            <a:blip r:embed="rId11">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4900"/>
                </a:srgbClr>
              </a:outerShdw>
            </a:effectLst>
          </p:spPr>
        </p:pic>
        <p:pic>
          <p:nvPicPr>
            <p:cNvPr id="802" name="Google Shape;802;g34100025a35_0_67"/>
            <p:cNvPicPr preferRelativeResize="0"/>
            <p:nvPr/>
          </p:nvPicPr>
          <p:blipFill rotWithShape="1">
            <a:blip r:embed="rId12">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4900"/>
                </a:srgbClr>
              </a:outerShdw>
            </a:effectLst>
          </p:spPr>
        </p:pic>
        <p:pic>
          <p:nvPicPr>
            <p:cNvPr id="803" name="Google Shape;803;g34100025a35_0_67"/>
            <p:cNvPicPr preferRelativeResize="0"/>
            <p:nvPr/>
          </p:nvPicPr>
          <p:blipFill rotWithShape="1">
            <a:blip r:embed="rId13">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4900"/>
                </a:srgbClr>
              </a:outerShdw>
            </a:effectLst>
          </p:spPr>
        </p:pic>
        <p:pic>
          <p:nvPicPr>
            <p:cNvPr id="804" name="Google Shape;804;g34100025a35_0_67"/>
            <p:cNvPicPr preferRelativeResize="0"/>
            <p:nvPr/>
          </p:nvPicPr>
          <p:blipFill rotWithShape="1">
            <a:blip r:embed="rId14">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4900"/>
                </a:srgbClr>
              </a:outerShdw>
            </a:effectLst>
          </p:spPr>
        </p:pic>
        <p:pic>
          <p:nvPicPr>
            <p:cNvPr id="805" name="Google Shape;805;g34100025a35_0_67"/>
            <p:cNvPicPr preferRelativeResize="0"/>
            <p:nvPr/>
          </p:nvPicPr>
          <p:blipFill rotWithShape="1">
            <a:blip r:embed="rId15">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4900"/>
                </a:srgbClr>
              </a:outerShdw>
            </a:effectLst>
          </p:spPr>
        </p:pic>
        <p:pic>
          <p:nvPicPr>
            <p:cNvPr id="806" name="Google Shape;806;g34100025a35_0_67"/>
            <p:cNvPicPr preferRelativeResize="0"/>
            <p:nvPr/>
          </p:nvPicPr>
          <p:blipFill rotWithShape="1">
            <a:blip r:embed="rId16">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807" name="Google Shape;807;g34100025a35_0_67"/>
            <p:cNvPicPr preferRelativeResize="0"/>
            <p:nvPr/>
          </p:nvPicPr>
          <p:blipFill rotWithShape="1">
            <a:blip r:embed="rId17">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808" name="Google Shape;808;g34100025a35_0_67"/>
            <p:cNvPicPr preferRelativeResize="0"/>
            <p:nvPr/>
          </p:nvPicPr>
          <p:blipFill rotWithShape="1">
            <a:blip r:embed="rId18">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4900"/>
                </a:srgbClr>
              </a:outerShdw>
            </a:effectLst>
          </p:spPr>
        </p:pic>
        <p:pic>
          <p:nvPicPr>
            <p:cNvPr id="809" name="Google Shape;809;g34100025a35_0_67"/>
            <p:cNvPicPr preferRelativeResize="0"/>
            <p:nvPr/>
          </p:nvPicPr>
          <p:blipFill rotWithShape="1">
            <a:blip r:embed="rId19">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4900"/>
                </a:srgbClr>
              </a:outerShdw>
            </a:effectLst>
          </p:spPr>
        </p:pic>
        <p:pic>
          <p:nvPicPr>
            <p:cNvPr id="810" name="Google Shape;810;g34100025a35_0_67"/>
            <p:cNvPicPr preferRelativeResize="0"/>
            <p:nvPr/>
          </p:nvPicPr>
          <p:blipFill rotWithShape="1">
            <a:blip r:embed="rId20">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4900"/>
                </a:srgbClr>
              </a:outerShdw>
            </a:effectLst>
          </p:spPr>
        </p:pic>
        <p:pic>
          <p:nvPicPr>
            <p:cNvPr id="811" name="Google Shape;811;g34100025a35_0_67"/>
            <p:cNvPicPr preferRelativeResize="0"/>
            <p:nvPr/>
          </p:nvPicPr>
          <p:blipFill rotWithShape="1">
            <a:blip r:embed="rId21">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812" name="Google Shape;812;g34100025a35_0_67"/>
            <p:cNvPicPr preferRelativeResize="0"/>
            <p:nvPr/>
          </p:nvPicPr>
          <p:blipFill rotWithShape="1">
            <a:blip r:embed="rId22">
              <a:alphaModFix/>
            </a:blip>
            <a:srcRect l="19" r="29"/>
            <a:stretch/>
          </p:blipFill>
          <p:spPr>
            <a:xfrm>
              <a:off x="6821063" y="3074669"/>
              <a:ext cx="656212" cy="928836"/>
            </a:xfrm>
            <a:prstGeom prst="rect">
              <a:avLst/>
            </a:prstGeom>
            <a:noFill/>
            <a:ln>
              <a:noFill/>
            </a:ln>
            <a:effectLst>
              <a:outerShdw blurRad="71438" dist="28575" dir="5400000" algn="bl" rotWithShape="0">
                <a:srgbClr val="000000">
                  <a:alpha val="14900"/>
                </a:srgbClr>
              </a:outerShdw>
            </a:effectLst>
          </p:spPr>
        </p:pic>
        <p:pic>
          <p:nvPicPr>
            <p:cNvPr id="813" name="Google Shape;813;g34100025a35_0_67"/>
            <p:cNvPicPr preferRelativeResize="0"/>
            <p:nvPr/>
          </p:nvPicPr>
          <p:blipFill rotWithShape="1">
            <a:blip r:embed="rId23">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4900"/>
                </a:srgbClr>
              </a:outerShdw>
            </a:effectLst>
          </p:spPr>
        </p:pic>
        <p:pic>
          <p:nvPicPr>
            <p:cNvPr id="814" name="Google Shape;814;g34100025a35_0_67"/>
            <p:cNvPicPr preferRelativeResize="0"/>
            <p:nvPr/>
          </p:nvPicPr>
          <p:blipFill rotWithShape="1">
            <a:blip r:embed="rId24">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4900"/>
                </a:srgbClr>
              </a:outerShdw>
            </a:effectLst>
          </p:spPr>
        </p:pic>
        <p:pic>
          <p:nvPicPr>
            <p:cNvPr id="815" name="Google Shape;815;g34100025a35_0_67"/>
            <p:cNvPicPr preferRelativeResize="0"/>
            <p:nvPr/>
          </p:nvPicPr>
          <p:blipFill rotWithShape="1">
            <a:blip r:embed="rId25">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4900"/>
                </a:srgbClr>
              </a:outerShdw>
            </a:effectLst>
          </p:spPr>
        </p:pic>
        <p:pic>
          <p:nvPicPr>
            <p:cNvPr id="816" name="Google Shape;816;g34100025a35_0_67"/>
            <p:cNvPicPr preferRelativeResize="0"/>
            <p:nvPr/>
          </p:nvPicPr>
          <p:blipFill rotWithShape="1">
            <a:blip r:embed="rId26">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5290"/>
                </a:srgbClr>
              </a:outerShdw>
            </a:effectLst>
          </p:spPr>
        </p:pic>
        <p:pic>
          <p:nvPicPr>
            <p:cNvPr id="817" name="Google Shape;817;g34100025a35_0_67"/>
            <p:cNvPicPr preferRelativeResize="0"/>
            <p:nvPr/>
          </p:nvPicPr>
          <p:blipFill rotWithShape="1">
            <a:blip r:embed="rId27">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5290"/>
                </a:srgbClr>
              </a:outerShdw>
            </a:effectLst>
          </p:spPr>
        </p:pic>
        <p:pic>
          <p:nvPicPr>
            <p:cNvPr id="818" name="Google Shape;818;g34100025a35_0_67"/>
            <p:cNvPicPr preferRelativeResize="0"/>
            <p:nvPr/>
          </p:nvPicPr>
          <p:blipFill rotWithShape="1">
            <a:blip r:embed="rId28">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819" name="Google Shape;819;g34100025a35_0_67"/>
            <p:cNvPicPr preferRelativeResize="0"/>
            <p:nvPr/>
          </p:nvPicPr>
          <p:blipFill rotWithShape="1">
            <a:blip r:embed="rId29">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5290"/>
                </a:srgbClr>
              </a:outerShdw>
            </a:effectLst>
          </p:spPr>
        </p:pic>
        <p:pic>
          <p:nvPicPr>
            <p:cNvPr id="820" name="Google Shape;820;g34100025a35_0_67"/>
            <p:cNvPicPr preferRelativeResize="0"/>
            <p:nvPr/>
          </p:nvPicPr>
          <p:blipFill rotWithShape="1">
            <a:blip r:embed="rId30">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5290"/>
                </a:srgbClr>
              </a:outerShdw>
            </a:effectLst>
          </p:spPr>
        </p:pic>
        <p:pic>
          <p:nvPicPr>
            <p:cNvPr id="821" name="Google Shape;821;g34100025a35_0_67"/>
            <p:cNvPicPr preferRelativeResize="0"/>
            <p:nvPr/>
          </p:nvPicPr>
          <p:blipFill rotWithShape="1">
            <a:blip r:embed="rId31">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5290"/>
                </a:srgbClr>
              </a:outerShdw>
            </a:effectLst>
          </p:spPr>
        </p:pic>
        <p:pic>
          <p:nvPicPr>
            <p:cNvPr id="822" name="Google Shape;822;g34100025a35_0_67"/>
            <p:cNvPicPr preferRelativeResize="0"/>
            <p:nvPr/>
          </p:nvPicPr>
          <p:blipFill rotWithShape="1">
            <a:blip r:embed="rId32">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823" name="Google Shape;823;g34100025a35_0_67"/>
            <p:cNvPicPr preferRelativeResize="0"/>
            <p:nvPr/>
          </p:nvPicPr>
          <p:blipFill rotWithShape="1">
            <a:blip r:embed="rId33">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824" name="Google Shape;824;g34100025a35_0_67"/>
            <p:cNvPicPr preferRelativeResize="0"/>
            <p:nvPr/>
          </p:nvPicPr>
          <p:blipFill rotWithShape="1">
            <a:blip r:embed="rId34">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5290"/>
                </a:srgbClr>
              </a:outerShdw>
            </a:effectLst>
          </p:spPr>
        </p:pic>
        <p:pic>
          <p:nvPicPr>
            <p:cNvPr id="825" name="Google Shape;825;g34100025a35_0_67"/>
            <p:cNvPicPr preferRelativeResize="0"/>
            <p:nvPr/>
          </p:nvPicPr>
          <p:blipFill rotWithShape="1">
            <a:blip r:embed="rId35">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5290"/>
                </a:srgbClr>
              </a:outerShdw>
            </a:effectLst>
          </p:spPr>
        </p:pic>
        <p:pic>
          <p:nvPicPr>
            <p:cNvPr id="826" name="Google Shape;826;g34100025a35_0_67"/>
            <p:cNvPicPr preferRelativeResize="0"/>
            <p:nvPr/>
          </p:nvPicPr>
          <p:blipFill rotWithShape="1">
            <a:blip r:embed="rId36">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5290"/>
                </a:srgbClr>
              </a:outerShdw>
            </a:effectLst>
          </p:spPr>
        </p:pic>
        <p:pic>
          <p:nvPicPr>
            <p:cNvPr id="827" name="Google Shape;827;g34100025a35_0_67"/>
            <p:cNvPicPr preferRelativeResize="0"/>
            <p:nvPr/>
          </p:nvPicPr>
          <p:blipFill rotWithShape="1">
            <a:blip r:embed="rId37">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5290"/>
                </a:srgbClr>
              </a:outerShdw>
            </a:effectLst>
          </p:spPr>
        </p:pic>
        <p:pic>
          <p:nvPicPr>
            <p:cNvPr id="828" name="Google Shape;828;g34100025a35_0_67"/>
            <p:cNvPicPr preferRelativeResize="0"/>
            <p:nvPr/>
          </p:nvPicPr>
          <p:blipFill rotWithShape="1">
            <a:blip r:embed="rId38">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5290"/>
                </a:srgbClr>
              </a:outerShdw>
            </a:effectLst>
          </p:spPr>
        </p:pic>
        <p:pic>
          <p:nvPicPr>
            <p:cNvPr id="829" name="Google Shape;829;g34100025a35_0_67"/>
            <p:cNvPicPr preferRelativeResize="0"/>
            <p:nvPr/>
          </p:nvPicPr>
          <p:blipFill rotWithShape="1">
            <a:blip r:embed="rId39">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5290"/>
                </a:srgbClr>
              </a:outerShdw>
            </a:effectLst>
          </p:spPr>
        </p:pic>
        <p:pic>
          <p:nvPicPr>
            <p:cNvPr id="830" name="Google Shape;830;g34100025a35_0_67"/>
            <p:cNvPicPr preferRelativeResize="0"/>
            <p:nvPr/>
          </p:nvPicPr>
          <p:blipFill rotWithShape="1">
            <a:blip r:embed="rId40">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5290"/>
                </a:srgbClr>
              </a:outerShdw>
            </a:effectLst>
          </p:spPr>
        </p:pic>
        <p:pic>
          <p:nvPicPr>
            <p:cNvPr id="831" name="Google Shape;831;g34100025a35_0_67"/>
            <p:cNvPicPr preferRelativeResize="0"/>
            <p:nvPr/>
          </p:nvPicPr>
          <p:blipFill rotWithShape="1">
            <a:blip r:embed="rId41">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5290"/>
                </a:srgbClr>
              </a:outerShdw>
            </a:effectLst>
          </p:spPr>
        </p:pic>
        <p:pic>
          <p:nvPicPr>
            <p:cNvPr id="832" name="Google Shape;832;g34100025a35_0_67"/>
            <p:cNvPicPr preferRelativeResize="0"/>
            <p:nvPr/>
          </p:nvPicPr>
          <p:blipFill rotWithShape="1">
            <a:blip r:embed="rId42">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5290"/>
                </a:srgbClr>
              </a:outerShdw>
            </a:effectLst>
          </p:spPr>
        </p:pic>
        <p:pic>
          <p:nvPicPr>
            <p:cNvPr id="833" name="Google Shape;833;g34100025a35_0_67"/>
            <p:cNvPicPr preferRelativeResize="0"/>
            <p:nvPr/>
          </p:nvPicPr>
          <p:blipFill rotWithShape="1">
            <a:blip r:embed="rId43">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38"/>
        <p:cNvGrpSpPr/>
        <p:nvPr/>
      </p:nvGrpSpPr>
      <p:grpSpPr>
        <a:xfrm>
          <a:off x="0" y="0"/>
          <a:ext cx="0" cy="0"/>
          <a:chOff x="0" y="0"/>
          <a:chExt cx="0" cy="0"/>
        </a:xfrm>
      </p:grpSpPr>
      <p:sp>
        <p:nvSpPr>
          <p:cNvPr id="839" name="Google Shape;839;g34100025a35_0_77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840" name="Google Shape;840;g34100025a35_0_779"/>
          <p:cNvGrpSpPr/>
          <p:nvPr/>
        </p:nvGrpSpPr>
        <p:grpSpPr>
          <a:xfrm>
            <a:off x="930400" y="2053250"/>
            <a:ext cx="7218375" cy="1755425"/>
            <a:chOff x="930400" y="2053250"/>
            <a:chExt cx="7218375" cy="1755425"/>
          </a:xfrm>
        </p:grpSpPr>
        <p:pic>
          <p:nvPicPr>
            <p:cNvPr id="841" name="Google Shape;841;g34100025a35_0_779"/>
            <p:cNvPicPr preferRelativeResize="0"/>
            <p:nvPr/>
          </p:nvPicPr>
          <p:blipFill rotWithShape="1">
            <a:blip r:embed="rId3">
              <a:alphaModFix/>
            </a:blip>
            <a:srcRect t="59" b="49"/>
            <a:stretch/>
          </p:blipFill>
          <p:spPr>
            <a:xfrm>
              <a:off x="2255946" y="2972629"/>
              <a:ext cx="590656" cy="836046"/>
            </a:xfrm>
            <a:prstGeom prst="rect">
              <a:avLst/>
            </a:prstGeom>
            <a:noFill/>
            <a:ln>
              <a:noFill/>
            </a:ln>
            <a:effectLst>
              <a:outerShdw blurRad="71438" dist="28575" dir="5400000" algn="bl" rotWithShape="0">
                <a:srgbClr val="000000">
                  <a:alpha val="15290"/>
                </a:srgbClr>
              </a:outerShdw>
            </a:effectLst>
          </p:spPr>
        </p:pic>
        <p:pic>
          <p:nvPicPr>
            <p:cNvPr id="842" name="Google Shape;842;g34100025a35_0_779"/>
            <p:cNvPicPr preferRelativeResize="0"/>
            <p:nvPr/>
          </p:nvPicPr>
          <p:blipFill rotWithShape="1">
            <a:blip r:embed="rId4">
              <a:alphaModFix/>
            </a:blip>
            <a:srcRect t="59" b="49"/>
            <a:stretch/>
          </p:blipFill>
          <p:spPr>
            <a:xfrm>
              <a:off x="930400" y="2972629"/>
              <a:ext cx="590656" cy="836046"/>
            </a:xfrm>
            <a:prstGeom prst="rect">
              <a:avLst/>
            </a:prstGeom>
            <a:noFill/>
            <a:ln>
              <a:noFill/>
            </a:ln>
            <a:effectLst>
              <a:outerShdw blurRad="71438" dist="28575" dir="5400000" algn="bl" rotWithShape="0">
                <a:srgbClr val="000000">
                  <a:alpha val="15290"/>
                </a:srgbClr>
              </a:outerShdw>
            </a:effectLst>
          </p:spPr>
        </p:pic>
        <p:pic>
          <p:nvPicPr>
            <p:cNvPr id="843" name="Google Shape;843;g34100025a35_0_779"/>
            <p:cNvPicPr preferRelativeResize="0"/>
            <p:nvPr/>
          </p:nvPicPr>
          <p:blipFill rotWithShape="1">
            <a:blip r:embed="rId5">
              <a:alphaModFix/>
            </a:blip>
            <a:srcRect/>
            <a:stretch/>
          </p:blipFill>
          <p:spPr>
            <a:xfrm>
              <a:off x="1593173" y="2972629"/>
              <a:ext cx="590656" cy="836045"/>
            </a:xfrm>
            <a:prstGeom prst="rect">
              <a:avLst/>
            </a:prstGeom>
            <a:noFill/>
            <a:ln>
              <a:noFill/>
            </a:ln>
            <a:effectLst>
              <a:outerShdw blurRad="71438" dist="28575" dir="5400000" algn="bl" rotWithShape="0">
                <a:srgbClr val="000000">
                  <a:alpha val="15290"/>
                </a:srgbClr>
              </a:outerShdw>
            </a:effectLst>
          </p:spPr>
        </p:pic>
        <p:pic>
          <p:nvPicPr>
            <p:cNvPr id="844" name="Google Shape;844;g34100025a35_0_779"/>
            <p:cNvPicPr preferRelativeResize="0"/>
            <p:nvPr/>
          </p:nvPicPr>
          <p:blipFill rotWithShape="1">
            <a:blip r:embed="rId6">
              <a:alphaModFix/>
            </a:blip>
            <a:srcRect l="79" r="79"/>
            <a:stretch/>
          </p:blipFill>
          <p:spPr>
            <a:xfrm>
              <a:off x="930400" y="2053250"/>
              <a:ext cx="590656" cy="836045"/>
            </a:xfrm>
            <a:prstGeom prst="rect">
              <a:avLst/>
            </a:prstGeom>
            <a:noFill/>
            <a:ln>
              <a:noFill/>
            </a:ln>
            <a:effectLst>
              <a:outerShdw blurRad="71438" dist="28575" dir="5400000" algn="bl" rotWithShape="0">
                <a:srgbClr val="000000">
                  <a:alpha val="15290"/>
                </a:srgbClr>
              </a:outerShdw>
            </a:effectLst>
          </p:spPr>
        </p:pic>
        <p:pic>
          <p:nvPicPr>
            <p:cNvPr id="845" name="Google Shape;845;g34100025a35_0_779"/>
            <p:cNvPicPr preferRelativeResize="0"/>
            <p:nvPr/>
          </p:nvPicPr>
          <p:blipFill rotWithShape="1">
            <a:blip r:embed="rId7">
              <a:alphaModFix/>
            </a:blip>
            <a:srcRect l="79" r="79"/>
            <a:stretch/>
          </p:blipFill>
          <p:spPr>
            <a:xfrm>
              <a:off x="2918718" y="2053250"/>
              <a:ext cx="590656" cy="836045"/>
            </a:xfrm>
            <a:prstGeom prst="rect">
              <a:avLst/>
            </a:prstGeom>
            <a:noFill/>
            <a:ln>
              <a:noFill/>
            </a:ln>
            <a:effectLst>
              <a:outerShdw blurRad="71438" dist="28575" dir="5400000" algn="bl" rotWithShape="0">
                <a:srgbClr val="000000">
                  <a:alpha val="15290"/>
                </a:srgbClr>
              </a:outerShdw>
            </a:effectLst>
          </p:spPr>
        </p:pic>
        <p:pic>
          <p:nvPicPr>
            <p:cNvPr id="846" name="Google Shape;846;g34100025a35_0_779"/>
            <p:cNvPicPr preferRelativeResize="0"/>
            <p:nvPr/>
          </p:nvPicPr>
          <p:blipFill rotWithShape="1">
            <a:blip r:embed="rId8">
              <a:alphaModFix/>
            </a:blip>
            <a:srcRect l="19" r="29"/>
            <a:stretch/>
          </p:blipFill>
          <p:spPr>
            <a:xfrm>
              <a:off x="1593172" y="2053250"/>
              <a:ext cx="590656" cy="836046"/>
            </a:xfrm>
            <a:prstGeom prst="rect">
              <a:avLst/>
            </a:prstGeom>
            <a:noFill/>
            <a:ln>
              <a:noFill/>
            </a:ln>
            <a:effectLst>
              <a:outerShdw blurRad="71438" dist="28575" dir="5400000" algn="bl" rotWithShape="0">
                <a:srgbClr val="000000">
                  <a:alpha val="15290"/>
                </a:srgbClr>
              </a:outerShdw>
            </a:effectLst>
          </p:spPr>
        </p:pic>
        <p:pic>
          <p:nvPicPr>
            <p:cNvPr id="847" name="Google Shape;847;g34100025a35_0_779"/>
            <p:cNvPicPr preferRelativeResize="0"/>
            <p:nvPr/>
          </p:nvPicPr>
          <p:blipFill rotWithShape="1">
            <a:blip r:embed="rId9">
              <a:alphaModFix/>
            </a:blip>
            <a:srcRect l="19" r="29"/>
            <a:stretch/>
          </p:blipFill>
          <p:spPr>
            <a:xfrm>
              <a:off x="2255946" y="2053250"/>
              <a:ext cx="590656" cy="836046"/>
            </a:xfrm>
            <a:prstGeom prst="rect">
              <a:avLst/>
            </a:prstGeom>
            <a:noFill/>
            <a:ln>
              <a:noFill/>
            </a:ln>
            <a:effectLst>
              <a:outerShdw blurRad="71438" dist="28575" dir="5400000" algn="bl" rotWithShape="0">
                <a:srgbClr val="000000">
                  <a:alpha val="15290"/>
                </a:srgbClr>
              </a:outerShdw>
            </a:effectLst>
          </p:spPr>
        </p:pic>
        <p:pic>
          <p:nvPicPr>
            <p:cNvPr id="848" name="Google Shape;848;g34100025a35_0_779"/>
            <p:cNvPicPr preferRelativeResize="0"/>
            <p:nvPr/>
          </p:nvPicPr>
          <p:blipFill rotWithShape="1">
            <a:blip r:embed="rId10">
              <a:alphaModFix/>
            </a:blip>
            <a:srcRect l="19" r="29"/>
            <a:stretch/>
          </p:blipFill>
          <p:spPr>
            <a:xfrm>
              <a:off x="3581490" y="2053250"/>
              <a:ext cx="590656" cy="836046"/>
            </a:xfrm>
            <a:prstGeom prst="rect">
              <a:avLst/>
            </a:prstGeom>
            <a:noFill/>
            <a:ln>
              <a:noFill/>
            </a:ln>
            <a:effectLst>
              <a:outerShdw blurRad="71438" dist="28575" dir="5400000" algn="bl" rotWithShape="0">
                <a:srgbClr val="000000">
                  <a:alpha val="15290"/>
                </a:srgbClr>
              </a:outerShdw>
            </a:effectLst>
          </p:spPr>
        </p:pic>
        <p:pic>
          <p:nvPicPr>
            <p:cNvPr id="849" name="Google Shape;849;g34100025a35_0_779"/>
            <p:cNvPicPr preferRelativeResize="0"/>
            <p:nvPr/>
          </p:nvPicPr>
          <p:blipFill rotWithShape="1">
            <a:blip r:embed="rId11">
              <a:alphaModFix/>
            </a:blip>
            <a:srcRect l="79" r="79"/>
            <a:stretch/>
          </p:blipFill>
          <p:spPr>
            <a:xfrm>
              <a:off x="5569808" y="2053250"/>
              <a:ext cx="590656" cy="836045"/>
            </a:xfrm>
            <a:prstGeom prst="rect">
              <a:avLst/>
            </a:prstGeom>
            <a:noFill/>
            <a:ln>
              <a:noFill/>
            </a:ln>
            <a:effectLst>
              <a:outerShdw blurRad="71438" dist="28575" dir="5400000" algn="bl" rotWithShape="0">
                <a:srgbClr val="000000">
                  <a:alpha val="15290"/>
                </a:srgbClr>
              </a:outerShdw>
            </a:effectLst>
          </p:spPr>
        </p:pic>
        <p:pic>
          <p:nvPicPr>
            <p:cNvPr id="850" name="Google Shape;850;g34100025a35_0_779"/>
            <p:cNvPicPr preferRelativeResize="0"/>
            <p:nvPr/>
          </p:nvPicPr>
          <p:blipFill rotWithShape="1">
            <a:blip r:embed="rId12">
              <a:alphaModFix/>
            </a:blip>
            <a:srcRect l="79" r="79"/>
            <a:stretch/>
          </p:blipFill>
          <p:spPr>
            <a:xfrm>
              <a:off x="4244264" y="2053250"/>
              <a:ext cx="590656" cy="836045"/>
            </a:xfrm>
            <a:prstGeom prst="rect">
              <a:avLst/>
            </a:prstGeom>
            <a:noFill/>
            <a:ln>
              <a:noFill/>
            </a:ln>
            <a:effectLst>
              <a:outerShdw blurRad="71438" dist="28575" dir="5400000" algn="bl" rotWithShape="0">
                <a:srgbClr val="000000">
                  <a:alpha val="15290"/>
                </a:srgbClr>
              </a:outerShdw>
            </a:effectLst>
          </p:spPr>
        </p:pic>
        <p:pic>
          <p:nvPicPr>
            <p:cNvPr id="851" name="Google Shape;851;g34100025a35_0_779"/>
            <p:cNvPicPr preferRelativeResize="0"/>
            <p:nvPr/>
          </p:nvPicPr>
          <p:blipFill rotWithShape="1">
            <a:blip r:embed="rId13">
              <a:alphaModFix/>
            </a:blip>
            <a:srcRect l="79" r="79"/>
            <a:stretch/>
          </p:blipFill>
          <p:spPr>
            <a:xfrm>
              <a:off x="4907036" y="2053250"/>
              <a:ext cx="590656" cy="836045"/>
            </a:xfrm>
            <a:prstGeom prst="rect">
              <a:avLst/>
            </a:prstGeom>
            <a:noFill/>
            <a:ln>
              <a:noFill/>
            </a:ln>
            <a:effectLst>
              <a:outerShdw blurRad="71438" dist="28575" dir="5400000" algn="bl" rotWithShape="0">
                <a:srgbClr val="000000">
                  <a:alpha val="15290"/>
                </a:srgbClr>
              </a:outerShdw>
            </a:effectLst>
          </p:spPr>
        </p:pic>
        <p:pic>
          <p:nvPicPr>
            <p:cNvPr id="852" name="Google Shape;852;g34100025a35_0_779"/>
            <p:cNvPicPr preferRelativeResize="0"/>
            <p:nvPr/>
          </p:nvPicPr>
          <p:blipFill rotWithShape="1">
            <a:blip r:embed="rId14">
              <a:alphaModFix/>
            </a:blip>
            <a:srcRect l="19" r="29"/>
            <a:stretch/>
          </p:blipFill>
          <p:spPr>
            <a:xfrm>
              <a:off x="6232578" y="2053250"/>
              <a:ext cx="590656" cy="836046"/>
            </a:xfrm>
            <a:prstGeom prst="rect">
              <a:avLst/>
            </a:prstGeom>
            <a:noFill/>
            <a:ln>
              <a:noFill/>
            </a:ln>
            <a:effectLst>
              <a:outerShdw blurRad="71438" dist="28575" dir="5400000" algn="bl" rotWithShape="0">
                <a:srgbClr val="000000">
                  <a:alpha val="15290"/>
                </a:srgbClr>
              </a:outerShdw>
            </a:effectLst>
          </p:spPr>
        </p:pic>
        <p:pic>
          <p:nvPicPr>
            <p:cNvPr id="853" name="Google Shape;853;g34100025a35_0_779"/>
            <p:cNvPicPr preferRelativeResize="0"/>
            <p:nvPr/>
          </p:nvPicPr>
          <p:blipFill rotWithShape="1">
            <a:blip r:embed="rId15">
              <a:alphaModFix/>
            </a:blip>
            <a:srcRect/>
            <a:stretch/>
          </p:blipFill>
          <p:spPr>
            <a:xfrm>
              <a:off x="6895344" y="2053250"/>
              <a:ext cx="590656" cy="836045"/>
            </a:xfrm>
            <a:prstGeom prst="rect">
              <a:avLst/>
            </a:prstGeom>
            <a:noFill/>
            <a:ln>
              <a:noFill/>
            </a:ln>
            <a:effectLst>
              <a:outerShdw blurRad="71438" dist="28575" dir="5400000" algn="bl" rotWithShape="0">
                <a:srgbClr val="000000">
                  <a:alpha val="15290"/>
                </a:srgbClr>
              </a:outerShdw>
            </a:effectLst>
          </p:spPr>
        </p:pic>
        <p:pic>
          <p:nvPicPr>
            <p:cNvPr id="854" name="Google Shape;854;g34100025a35_0_779"/>
            <p:cNvPicPr preferRelativeResize="0"/>
            <p:nvPr/>
          </p:nvPicPr>
          <p:blipFill rotWithShape="1">
            <a:blip r:embed="rId16">
              <a:alphaModFix/>
            </a:blip>
            <a:srcRect t="59" b="49"/>
            <a:stretch/>
          </p:blipFill>
          <p:spPr>
            <a:xfrm>
              <a:off x="7558119" y="2053250"/>
              <a:ext cx="590656" cy="836046"/>
            </a:xfrm>
            <a:prstGeom prst="rect">
              <a:avLst/>
            </a:prstGeom>
            <a:noFill/>
            <a:ln>
              <a:noFill/>
            </a:ln>
            <a:effectLst>
              <a:outerShdw blurRad="71438" dist="28575" dir="5400000" algn="bl" rotWithShape="0">
                <a:srgbClr val="000000">
                  <a:alpha val="15290"/>
                </a:srgbClr>
              </a:outerShdw>
            </a:effectLst>
          </p:spPr>
        </p:pic>
        <p:pic>
          <p:nvPicPr>
            <p:cNvPr id="855" name="Google Shape;855;g34100025a35_0_779" title="JL686-116F.png"/>
            <p:cNvPicPr preferRelativeResize="0"/>
            <p:nvPr/>
          </p:nvPicPr>
          <p:blipFill rotWithShape="1">
            <a:blip r:embed="rId17">
              <a:alphaModFix/>
            </a:blip>
            <a:srcRect/>
            <a:stretch/>
          </p:blipFill>
          <p:spPr>
            <a:xfrm>
              <a:off x="2918721" y="2972629"/>
              <a:ext cx="590656" cy="836045"/>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60"/>
        <p:cNvGrpSpPr/>
        <p:nvPr/>
      </p:nvGrpSpPr>
      <p:grpSpPr>
        <a:xfrm>
          <a:off x="0" y="0"/>
          <a:ext cx="0" cy="0"/>
          <a:chOff x="0" y="0"/>
          <a:chExt cx="0" cy="0"/>
        </a:xfrm>
      </p:grpSpPr>
      <p:sp>
        <p:nvSpPr>
          <p:cNvPr id="861" name="Google Shape;861;g34100025a35_0_1438"/>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r>
              <a:rPr lang="en-US"/>
              <a:t>.</a:t>
            </a:r>
            <a:endParaRPr/>
          </a:p>
        </p:txBody>
      </p:sp>
      <p:grpSp>
        <p:nvGrpSpPr>
          <p:cNvPr id="862" name="Google Shape;862;g34100025a35_0_1438"/>
          <p:cNvGrpSpPr/>
          <p:nvPr/>
        </p:nvGrpSpPr>
        <p:grpSpPr>
          <a:xfrm>
            <a:off x="865957" y="2135925"/>
            <a:ext cx="7282807" cy="2686611"/>
            <a:chOff x="867357" y="2129450"/>
            <a:chExt cx="7282807" cy="2686611"/>
          </a:xfrm>
        </p:grpSpPr>
        <p:pic>
          <p:nvPicPr>
            <p:cNvPr id="863" name="Google Shape;863;g34100025a35_0_1438"/>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64" name="Google Shape;864;g34100025a35_0_1438"/>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65" name="Google Shape;865;g34100025a35_0_1438"/>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66" name="Google Shape;866;g34100025a35_0_1438"/>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867" name="Google Shape;867;g34100025a35_0_1438"/>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868" name="Google Shape;868;g34100025a35_0_1438"/>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69" name="Google Shape;869;g34100025a35_0_1438"/>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70" name="Google Shape;870;g34100025a35_0_1438"/>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871" name="Google Shape;871;g34100025a35_0_1438"/>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72" name="Google Shape;872;g34100025a35_0_1438"/>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73" name="Google Shape;873;g34100025a35_0_1438"/>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874" name="Google Shape;874;g34100025a35_0_1438"/>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875" name="Google Shape;875;g34100025a35_0_1438"/>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876" name="Google Shape;876;g34100025a35_0_1438"/>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81"/>
        <p:cNvGrpSpPr/>
        <p:nvPr/>
      </p:nvGrpSpPr>
      <p:grpSpPr>
        <a:xfrm>
          <a:off x="0" y="0"/>
          <a:ext cx="0" cy="0"/>
          <a:chOff x="0" y="0"/>
          <a:chExt cx="0" cy="0"/>
        </a:xfrm>
      </p:grpSpPr>
      <p:sp>
        <p:nvSpPr>
          <p:cNvPr id="882" name="Google Shape;882;g34100025a35_0_1458"/>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3 Common Exception Words </a:t>
            </a:r>
            <a:r>
              <a:rPr lang="en-US">
                <a:solidFill>
                  <a:srgbClr val="2356AF"/>
                </a:solidFill>
              </a:rPr>
              <a:t>push they me we be he she my by looked you are there here were all sure</a:t>
            </a:r>
            <a:r>
              <a:rPr lang="en-US"/>
              <a:t>.</a:t>
            </a:r>
            <a:endParaRPr/>
          </a:p>
        </p:txBody>
      </p:sp>
      <p:grpSp>
        <p:nvGrpSpPr>
          <p:cNvPr id="883" name="Google Shape;883;g34100025a35_0_1458"/>
          <p:cNvGrpSpPr/>
          <p:nvPr/>
        </p:nvGrpSpPr>
        <p:grpSpPr>
          <a:xfrm>
            <a:off x="866900" y="2119011"/>
            <a:ext cx="7281864" cy="2684601"/>
            <a:chOff x="868300" y="2129450"/>
            <a:chExt cx="7281864" cy="2684601"/>
          </a:xfrm>
        </p:grpSpPr>
        <p:pic>
          <p:nvPicPr>
            <p:cNvPr id="884" name="Google Shape;884;g34100025a35_0_1458"/>
            <p:cNvPicPr preferRelativeResize="0"/>
            <p:nvPr/>
          </p:nvPicPr>
          <p:blipFill rotWithShape="1">
            <a:blip r:embed="rId3">
              <a:alphaModFix/>
            </a:blip>
            <a:srcRect l="99" r="99"/>
            <a:stretch/>
          </p:blipFill>
          <p:spPr>
            <a:xfrm>
              <a:off x="4547639" y="3991095"/>
              <a:ext cx="1148707" cy="822955"/>
            </a:xfrm>
            <a:prstGeom prst="rect">
              <a:avLst/>
            </a:prstGeom>
            <a:noFill/>
            <a:ln>
              <a:noFill/>
            </a:ln>
            <a:effectLst>
              <a:outerShdw blurRad="71438" dist="19050" dir="5400000" algn="bl" rotWithShape="0">
                <a:srgbClr val="000000">
                  <a:alpha val="18430"/>
                </a:srgbClr>
              </a:outerShdw>
            </a:effectLst>
          </p:spPr>
        </p:pic>
        <p:pic>
          <p:nvPicPr>
            <p:cNvPr id="885" name="Google Shape;885;g34100025a35_0_1458"/>
            <p:cNvPicPr preferRelativeResize="0"/>
            <p:nvPr/>
          </p:nvPicPr>
          <p:blipFill rotWithShape="1">
            <a:blip r:embed="rId4">
              <a:alphaModFix/>
            </a:blip>
            <a:srcRect l="189" r="179"/>
            <a:stretch/>
          </p:blipFill>
          <p:spPr>
            <a:xfrm>
              <a:off x="3320730" y="3991095"/>
              <a:ext cx="1148707" cy="822956"/>
            </a:xfrm>
            <a:prstGeom prst="rect">
              <a:avLst/>
            </a:prstGeom>
            <a:noFill/>
            <a:ln>
              <a:noFill/>
            </a:ln>
            <a:effectLst>
              <a:outerShdw blurRad="71438" dist="19050" dir="5400000" algn="bl" rotWithShape="0">
                <a:srgbClr val="000000">
                  <a:alpha val="18430"/>
                </a:srgbClr>
              </a:outerShdw>
            </a:effectLst>
          </p:spPr>
        </p:pic>
        <p:pic>
          <p:nvPicPr>
            <p:cNvPr id="886" name="Google Shape;886;g34100025a35_0_1458"/>
            <p:cNvPicPr preferRelativeResize="0"/>
            <p:nvPr/>
          </p:nvPicPr>
          <p:blipFill rotWithShape="1">
            <a:blip r:embed="rId5">
              <a:alphaModFix/>
            </a:blip>
            <a:srcRect l="19" r="9"/>
            <a:stretch/>
          </p:blipFill>
          <p:spPr>
            <a:xfrm>
              <a:off x="2093821" y="3991095"/>
              <a:ext cx="1148707" cy="821566"/>
            </a:xfrm>
            <a:prstGeom prst="rect">
              <a:avLst/>
            </a:prstGeom>
            <a:noFill/>
            <a:ln>
              <a:noFill/>
            </a:ln>
            <a:effectLst>
              <a:outerShdw blurRad="71438" dist="19050" dir="5400000" algn="bl" rotWithShape="0">
                <a:srgbClr val="000000">
                  <a:alpha val="18430"/>
                </a:srgbClr>
              </a:outerShdw>
            </a:effectLst>
          </p:spPr>
        </p:pic>
        <p:pic>
          <p:nvPicPr>
            <p:cNvPr id="887" name="Google Shape;887;g34100025a35_0_1458"/>
            <p:cNvPicPr preferRelativeResize="0"/>
            <p:nvPr/>
          </p:nvPicPr>
          <p:blipFill rotWithShape="1">
            <a:blip r:embed="rId6">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820"/>
                </a:srgbClr>
              </a:outerShdw>
            </a:effectLst>
          </p:spPr>
        </p:pic>
        <p:pic>
          <p:nvPicPr>
            <p:cNvPr id="888" name="Google Shape;888;g34100025a35_0_1458"/>
            <p:cNvPicPr preferRelativeResize="0"/>
            <p:nvPr/>
          </p:nvPicPr>
          <p:blipFill rotWithShape="1">
            <a:blip r:embed="rId7">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8430"/>
                </a:srgbClr>
              </a:outerShdw>
            </a:effectLst>
          </p:spPr>
        </p:pic>
        <p:pic>
          <p:nvPicPr>
            <p:cNvPr id="889" name="Google Shape;889;g34100025a35_0_1458"/>
            <p:cNvPicPr preferRelativeResize="0"/>
            <p:nvPr/>
          </p:nvPicPr>
          <p:blipFill rotWithShape="1">
            <a:blip r:embed="rId8">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90" name="Google Shape;890;g34100025a35_0_1458"/>
            <p:cNvPicPr preferRelativeResize="0"/>
            <p:nvPr/>
          </p:nvPicPr>
          <p:blipFill rotWithShape="1">
            <a:blip r:embed="rId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91" name="Google Shape;891;g34100025a35_0_1458"/>
            <p:cNvPicPr preferRelativeResize="0"/>
            <p:nvPr/>
          </p:nvPicPr>
          <p:blipFill rotWithShape="1">
            <a:blip r:embed="rId1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92" name="Google Shape;892;g34100025a35_0_1458"/>
            <p:cNvPicPr preferRelativeResize="0"/>
            <p:nvPr/>
          </p:nvPicPr>
          <p:blipFill rotWithShape="1">
            <a:blip r:embed="rId11">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93" name="Google Shape;893;g34100025a35_0_1458"/>
            <p:cNvPicPr preferRelativeResize="0"/>
            <p:nvPr/>
          </p:nvPicPr>
          <p:blipFill rotWithShape="1">
            <a:blip r:embed="rId12">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94" name="Google Shape;894;g34100025a35_0_1458"/>
            <p:cNvPicPr preferRelativeResize="0"/>
            <p:nvPr/>
          </p:nvPicPr>
          <p:blipFill rotWithShape="1">
            <a:blip r:embed="rId1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95" name="Google Shape;895;g34100025a35_0_1458"/>
            <p:cNvPicPr preferRelativeResize="0"/>
            <p:nvPr/>
          </p:nvPicPr>
          <p:blipFill rotWithShape="1">
            <a:blip r:embed="rId1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96" name="Google Shape;896;g34100025a35_0_1458"/>
            <p:cNvPicPr preferRelativeResize="0"/>
            <p:nvPr/>
          </p:nvPicPr>
          <p:blipFill rotWithShape="1">
            <a:blip r:embed="rId15">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97" name="Google Shape;897;g34100025a35_0_1458"/>
            <p:cNvPicPr preferRelativeResize="0"/>
            <p:nvPr/>
          </p:nvPicPr>
          <p:blipFill rotWithShape="1">
            <a:blip r:embed="rId16">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98" name="Google Shape;898;g34100025a35_0_1458"/>
            <p:cNvPicPr preferRelativeResize="0"/>
            <p:nvPr/>
          </p:nvPicPr>
          <p:blipFill rotWithShape="1">
            <a:blip r:embed="rId17">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99" name="Google Shape;899;g34100025a35_0_1458"/>
            <p:cNvPicPr preferRelativeResize="0"/>
            <p:nvPr/>
          </p:nvPicPr>
          <p:blipFill rotWithShape="1">
            <a:blip r:embed="rId18">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900" name="Google Shape;900;g34100025a35_0_1458"/>
            <p:cNvPicPr preferRelativeResize="0"/>
            <p:nvPr/>
          </p:nvPicPr>
          <p:blipFill rotWithShape="1">
            <a:blip r:embed="rId19">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901" name="Google Shape;901;g34100025a35_0_1458"/>
            <p:cNvPicPr preferRelativeResize="0"/>
            <p:nvPr/>
          </p:nvPicPr>
          <p:blipFill rotWithShape="1">
            <a:blip r:embed="rId2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902" name="Google Shape;902;g34100025a35_0_1458"/>
            <p:cNvPicPr preferRelativeResize="0"/>
            <p:nvPr/>
          </p:nvPicPr>
          <p:blipFill rotWithShape="1">
            <a:blip r:embed="rId2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903" name="Google Shape;903;g34100025a35_0_1458"/>
            <p:cNvPicPr preferRelativeResize="0"/>
            <p:nvPr/>
          </p:nvPicPr>
          <p:blipFill rotWithShape="1">
            <a:blip r:embed="rId2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904" name="Google Shape;904;g34100025a35_0_1458"/>
            <p:cNvPicPr preferRelativeResize="0"/>
            <p:nvPr/>
          </p:nvPicPr>
          <p:blipFill rotWithShape="1">
            <a:blip r:embed="rId2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905" name="Google Shape;905;g34100025a35_0_1458"/>
            <p:cNvPicPr preferRelativeResize="0"/>
            <p:nvPr/>
          </p:nvPicPr>
          <p:blipFill rotWithShape="1">
            <a:blip r:embed="rId2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906" name="Google Shape;906;g34100025a35_0_1458"/>
            <p:cNvPicPr preferRelativeResize="0"/>
            <p:nvPr/>
          </p:nvPicPr>
          <p:blipFill rotWithShape="1">
            <a:blip r:embed="rId25">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907" name="Google Shape;907;g34100025a35_0_1458"/>
            <p:cNvPicPr preferRelativeResize="0"/>
            <p:nvPr/>
          </p:nvPicPr>
          <p:blipFill rotWithShape="1">
            <a:blip r:embed="rId26">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908" name="Google Shape;908;g34100025a35_0_1458"/>
            <p:cNvPicPr preferRelativeResize="0"/>
            <p:nvPr/>
          </p:nvPicPr>
          <p:blipFill rotWithShape="1">
            <a:blip r:embed="rId27">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909" name="Google Shape;909;g34100025a35_0_1458"/>
            <p:cNvPicPr preferRelativeResize="0"/>
            <p:nvPr/>
          </p:nvPicPr>
          <p:blipFill rotWithShape="1">
            <a:blip r:embed="rId28">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910" name="Google Shape;910;g34100025a35_0_1458"/>
            <p:cNvPicPr preferRelativeResize="0"/>
            <p:nvPr/>
          </p:nvPicPr>
          <p:blipFill rotWithShape="1">
            <a:blip r:embed="rId29">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911" name="Google Shape;911;g34100025a35_0_1458"/>
            <p:cNvPicPr preferRelativeResize="0"/>
            <p:nvPr/>
          </p:nvPicPr>
          <p:blipFill rotWithShape="1">
            <a:blip r:embed="rId30">
              <a:alphaModFix/>
            </a:blip>
            <a:srcRect l="99" r="99"/>
            <a:stretch/>
          </p:blipFill>
          <p:spPr>
            <a:xfrm>
              <a:off x="5774548" y="3991095"/>
              <a:ext cx="1148707" cy="82295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16"/>
        <p:cNvGrpSpPr/>
        <p:nvPr/>
      </p:nvGrpSpPr>
      <p:grpSpPr>
        <a:xfrm>
          <a:off x="0" y="0"/>
          <a:ext cx="0" cy="0"/>
          <a:chOff x="0" y="0"/>
          <a:chExt cx="0" cy="0"/>
        </a:xfrm>
      </p:grpSpPr>
      <p:sp>
        <p:nvSpPr>
          <p:cNvPr id="917" name="Google Shape;917;g34100025a35_0_14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4 Common Exception Words </a:t>
            </a:r>
            <a:r>
              <a:rPr lang="en-US">
                <a:solidFill>
                  <a:srgbClr val="2356AF"/>
                </a:solidFill>
              </a:rPr>
              <a:t>said like out have some come what was so old do little one</a:t>
            </a:r>
            <a:r>
              <a:rPr lang="en-US"/>
              <a:t>.</a:t>
            </a:r>
            <a:endParaRPr/>
          </a:p>
        </p:txBody>
      </p:sp>
      <p:grpSp>
        <p:nvGrpSpPr>
          <p:cNvPr id="918" name="Google Shape;918;g34100025a35_0_1492"/>
          <p:cNvGrpSpPr/>
          <p:nvPr/>
        </p:nvGrpSpPr>
        <p:grpSpPr>
          <a:xfrm>
            <a:off x="868300" y="2129450"/>
            <a:ext cx="7281864" cy="2684601"/>
            <a:chOff x="868300" y="2053250"/>
            <a:chExt cx="7281864" cy="2684601"/>
          </a:xfrm>
        </p:grpSpPr>
        <p:pic>
          <p:nvPicPr>
            <p:cNvPr id="919" name="Google Shape;919;g34100025a35_0_1492"/>
            <p:cNvPicPr preferRelativeResize="0"/>
            <p:nvPr/>
          </p:nvPicPr>
          <p:blipFill rotWithShape="1">
            <a:blip r:embed="rId3">
              <a:alphaModFix/>
            </a:blip>
            <a:srcRect l="189" r="179"/>
            <a:stretch/>
          </p:blipFill>
          <p:spPr>
            <a:xfrm>
              <a:off x="868300" y="3914895"/>
              <a:ext cx="1147320" cy="822956"/>
            </a:xfrm>
            <a:prstGeom prst="rect">
              <a:avLst/>
            </a:prstGeom>
            <a:noFill/>
            <a:ln>
              <a:noFill/>
            </a:ln>
            <a:effectLst>
              <a:outerShdw blurRad="71438" dist="19050" dir="5400000" algn="bl" rotWithShape="0">
                <a:srgbClr val="000000">
                  <a:alpha val="17650"/>
                </a:srgbClr>
              </a:outerShdw>
            </a:effectLst>
          </p:spPr>
        </p:pic>
        <p:pic>
          <p:nvPicPr>
            <p:cNvPr id="920" name="Google Shape;920;g34100025a35_0_1492"/>
            <p:cNvPicPr preferRelativeResize="0"/>
            <p:nvPr/>
          </p:nvPicPr>
          <p:blipFill rotWithShape="1">
            <a:blip r:embed="rId4">
              <a:alphaModFix/>
            </a:blip>
            <a:srcRect l="39" r="39"/>
            <a:stretch/>
          </p:blipFill>
          <p:spPr>
            <a:xfrm>
              <a:off x="5774548" y="2984070"/>
              <a:ext cx="1148707" cy="822955"/>
            </a:xfrm>
            <a:prstGeom prst="rect">
              <a:avLst/>
            </a:prstGeom>
            <a:noFill/>
            <a:ln>
              <a:noFill/>
            </a:ln>
            <a:effectLst>
              <a:outerShdw blurRad="71438" dist="19050" dir="5400000" algn="bl" rotWithShape="0">
                <a:srgbClr val="000000">
                  <a:alpha val="17650"/>
                </a:srgbClr>
              </a:outerShdw>
            </a:effectLst>
          </p:spPr>
        </p:pic>
        <p:pic>
          <p:nvPicPr>
            <p:cNvPr id="921" name="Google Shape;921;g34100025a35_0_1492"/>
            <p:cNvPicPr preferRelativeResize="0"/>
            <p:nvPr/>
          </p:nvPicPr>
          <p:blipFill rotWithShape="1">
            <a:blip r:embed="rId5">
              <a:alphaModFix/>
            </a:blip>
            <a:srcRect l="39" r="39"/>
            <a:stretch/>
          </p:blipFill>
          <p:spPr>
            <a:xfrm>
              <a:off x="7001457" y="2984070"/>
              <a:ext cx="1148707" cy="821565"/>
            </a:xfrm>
            <a:prstGeom prst="rect">
              <a:avLst/>
            </a:prstGeom>
            <a:noFill/>
            <a:ln>
              <a:noFill/>
            </a:ln>
            <a:effectLst>
              <a:outerShdw blurRad="71438" dist="19050" dir="5400000" algn="bl" rotWithShape="0">
                <a:srgbClr val="000000">
                  <a:alpha val="17650"/>
                </a:srgbClr>
              </a:outerShdw>
            </a:effectLst>
          </p:spPr>
        </p:pic>
        <p:pic>
          <p:nvPicPr>
            <p:cNvPr id="922" name="Google Shape;922;g34100025a35_0_1492"/>
            <p:cNvPicPr preferRelativeResize="0"/>
            <p:nvPr/>
          </p:nvPicPr>
          <p:blipFill rotWithShape="1">
            <a:blip r:embed="rId6">
              <a:alphaModFix/>
            </a:blip>
            <a:srcRect l="39" r="39"/>
            <a:stretch/>
          </p:blipFill>
          <p:spPr>
            <a:xfrm>
              <a:off x="3320730" y="2984070"/>
              <a:ext cx="1148707" cy="822955"/>
            </a:xfrm>
            <a:prstGeom prst="rect">
              <a:avLst/>
            </a:prstGeom>
            <a:noFill/>
            <a:ln>
              <a:noFill/>
            </a:ln>
            <a:effectLst>
              <a:outerShdw blurRad="71438" dist="19050" dir="5400000" algn="bl" rotWithShape="0">
                <a:srgbClr val="000000">
                  <a:alpha val="17650"/>
                </a:srgbClr>
              </a:outerShdw>
            </a:effectLst>
          </p:spPr>
        </p:pic>
        <p:pic>
          <p:nvPicPr>
            <p:cNvPr id="923" name="Google Shape;923;g34100025a35_0_1492"/>
            <p:cNvPicPr preferRelativeResize="0"/>
            <p:nvPr/>
          </p:nvPicPr>
          <p:blipFill rotWithShape="1">
            <a:blip r:embed="rId7">
              <a:alphaModFix/>
            </a:blip>
            <a:srcRect l="39" r="39"/>
            <a:stretch/>
          </p:blipFill>
          <p:spPr>
            <a:xfrm>
              <a:off x="4547639" y="2984070"/>
              <a:ext cx="1148707" cy="822955"/>
            </a:xfrm>
            <a:prstGeom prst="rect">
              <a:avLst/>
            </a:prstGeom>
            <a:noFill/>
            <a:ln>
              <a:noFill/>
            </a:ln>
            <a:effectLst>
              <a:outerShdw blurRad="71438" dist="19050" dir="5400000" algn="bl" rotWithShape="0">
                <a:srgbClr val="000000">
                  <a:alpha val="17650"/>
                </a:srgbClr>
              </a:outerShdw>
            </a:effectLst>
          </p:spPr>
        </p:pic>
        <p:pic>
          <p:nvPicPr>
            <p:cNvPr id="924" name="Google Shape;924;g34100025a35_0_1492"/>
            <p:cNvPicPr preferRelativeResize="0"/>
            <p:nvPr/>
          </p:nvPicPr>
          <p:blipFill rotWithShape="1">
            <a:blip r:embed="rId8">
              <a:alphaModFix/>
            </a:blip>
            <a:srcRect l="189" r="179"/>
            <a:stretch/>
          </p:blipFill>
          <p:spPr>
            <a:xfrm>
              <a:off x="868300" y="2984070"/>
              <a:ext cx="1147320" cy="822956"/>
            </a:xfrm>
            <a:prstGeom prst="rect">
              <a:avLst/>
            </a:prstGeom>
            <a:noFill/>
            <a:ln>
              <a:noFill/>
            </a:ln>
            <a:effectLst>
              <a:outerShdw blurRad="71438" dist="19050" dir="5400000" algn="bl" rotWithShape="0">
                <a:srgbClr val="000000">
                  <a:alpha val="17650"/>
                </a:srgbClr>
              </a:outerShdw>
            </a:effectLst>
          </p:spPr>
        </p:pic>
        <p:pic>
          <p:nvPicPr>
            <p:cNvPr id="925" name="Google Shape;925;g34100025a35_0_1492"/>
            <p:cNvPicPr preferRelativeResize="0"/>
            <p:nvPr/>
          </p:nvPicPr>
          <p:blipFill rotWithShape="1">
            <a:blip r:embed="rId9">
              <a:alphaModFix/>
            </a:blip>
            <a:srcRect t="39" b="49"/>
            <a:stretch/>
          </p:blipFill>
          <p:spPr>
            <a:xfrm>
              <a:off x="2093821" y="2984070"/>
              <a:ext cx="1148707" cy="821566"/>
            </a:xfrm>
            <a:prstGeom prst="rect">
              <a:avLst/>
            </a:prstGeom>
            <a:noFill/>
            <a:ln>
              <a:noFill/>
            </a:ln>
            <a:effectLst>
              <a:outerShdw blurRad="71438" dist="19050" dir="5400000" algn="bl" rotWithShape="0">
                <a:srgbClr val="000000">
                  <a:alpha val="17650"/>
                </a:srgbClr>
              </a:outerShdw>
            </a:effectLst>
          </p:spPr>
        </p:pic>
        <p:pic>
          <p:nvPicPr>
            <p:cNvPr id="926" name="Google Shape;926;g34100025a35_0_1492"/>
            <p:cNvPicPr preferRelativeResize="0"/>
            <p:nvPr/>
          </p:nvPicPr>
          <p:blipFill rotWithShape="1">
            <a:blip r:embed="rId10">
              <a:alphaModFix/>
            </a:blip>
            <a:srcRect l="59" r="59"/>
            <a:stretch/>
          </p:blipFill>
          <p:spPr>
            <a:xfrm>
              <a:off x="868300" y="2053250"/>
              <a:ext cx="1146813" cy="819547"/>
            </a:xfrm>
            <a:prstGeom prst="rect">
              <a:avLst/>
            </a:prstGeom>
            <a:noFill/>
            <a:ln>
              <a:noFill/>
            </a:ln>
            <a:effectLst>
              <a:outerShdw blurRad="71438" dist="19050" dir="5400000" algn="bl" rotWithShape="0">
                <a:srgbClr val="000000">
                  <a:alpha val="18040"/>
                </a:srgbClr>
              </a:outerShdw>
            </a:effectLst>
          </p:spPr>
        </p:pic>
        <p:pic>
          <p:nvPicPr>
            <p:cNvPr id="927" name="Google Shape;927;g34100025a35_0_1492"/>
            <p:cNvPicPr preferRelativeResize="0"/>
            <p:nvPr/>
          </p:nvPicPr>
          <p:blipFill rotWithShape="1">
            <a:blip r:embed="rId11">
              <a:alphaModFix/>
            </a:blip>
            <a:srcRect l="159" r="159"/>
            <a:stretch/>
          </p:blipFill>
          <p:spPr>
            <a:xfrm>
              <a:off x="2094526" y="2053250"/>
              <a:ext cx="1147320" cy="822955"/>
            </a:xfrm>
            <a:prstGeom prst="rect">
              <a:avLst/>
            </a:prstGeom>
            <a:noFill/>
            <a:ln>
              <a:noFill/>
            </a:ln>
            <a:effectLst>
              <a:outerShdw blurRad="71438" dist="19050" dir="5400000" algn="bl" rotWithShape="0">
                <a:srgbClr val="000000">
                  <a:alpha val="18040"/>
                </a:srgbClr>
              </a:outerShdw>
            </a:effectLst>
          </p:spPr>
        </p:pic>
        <p:pic>
          <p:nvPicPr>
            <p:cNvPr id="928" name="Google Shape;928;g34100025a35_0_1492"/>
            <p:cNvPicPr preferRelativeResize="0"/>
            <p:nvPr/>
          </p:nvPicPr>
          <p:blipFill rotWithShape="1">
            <a:blip r:embed="rId12">
              <a:alphaModFix/>
            </a:blip>
            <a:srcRect l="159" r="159"/>
            <a:stretch/>
          </p:blipFill>
          <p:spPr>
            <a:xfrm>
              <a:off x="3321259" y="2053250"/>
              <a:ext cx="1147320" cy="821565"/>
            </a:xfrm>
            <a:prstGeom prst="rect">
              <a:avLst/>
            </a:prstGeom>
            <a:noFill/>
            <a:ln>
              <a:noFill/>
            </a:ln>
            <a:effectLst>
              <a:outerShdw blurRad="71438" dist="19050" dir="5400000" algn="bl" rotWithShape="0">
                <a:srgbClr val="000000">
                  <a:alpha val="18040"/>
                </a:srgbClr>
              </a:outerShdw>
            </a:effectLst>
          </p:spPr>
        </p:pic>
        <p:pic>
          <p:nvPicPr>
            <p:cNvPr id="929" name="Google Shape;929;g34100025a35_0_1492"/>
            <p:cNvPicPr preferRelativeResize="0"/>
            <p:nvPr/>
          </p:nvPicPr>
          <p:blipFill rotWithShape="1">
            <a:blip r:embed="rId13">
              <a:alphaModFix/>
            </a:blip>
            <a:srcRect l="79" r="69"/>
            <a:stretch/>
          </p:blipFill>
          <p:spPr>
            <a:xfrm>
              <a:off x="4547991" y="2053250"/>
              <a:ext cx="1147320" cy="821566"/>
            </a:xfrm>
            <a:prstGeom prst="rect">
              <a:avLst/>
            </a:prstGeom>
            <a:noFill/>
            <a:ln>
              <a:noFill/>
            </a:ln>
            <a:effectLst>
              <a:outerShdw blurRad="71438" dist="19050" dir="5400000" algn="bl" rotWithShape="0">
                <a:srgbClr val="000000">
                  <a:alpha val="18040"/>
                </a:srgbClr>
              </a:outerShdw>
            </a:effectLst>
          </p:spPr>
        </p:pic>
        <p:pic>
          <p:nvPicPr>
            <p:cNvPr id="930" name="Google Shape;930;g34100025a35_0_1492"/>
            <p:cNvPicPr preferRelativeResize="0"/>
            <p:nvPr/>
          </p:nvPicPr>
          <p:blipFill rotWithShape="1">
            <a:blip r:embed="rId14">
              <a:alphaModFix/>
            </a:blip>
            <a:srcRect l="79" r="69"/>
            <a:stretch/>
          </p:blipFill>
          <p:spPr>
            <a:xfrm>
              <a:off x="5774724" y="2053250"/>
              <a:ext cx="1147320" cy="821566"/>
            </a:xfrm>
            <a:prstGeom prst="rect">
              <a:avLst/>
            </a:prstGeom>
            <a:noFill/>
            <a:ln>
              <a:noFill/>
            </a:ln>
            <a:effectLst>
              <a:outerShdw blurRad="71438" dist="19050" dir="5400000" algn="bl" rotWithShape="0">
                <a:srgbClr val="000000">
                  <a:alpha val="18040"/>
                </a:srgbClr>
              </a:outerShdw>
            </a:effectLst>
          </p:spPr>
        </p:pic>
        <p:pic>
          <p:nvPicPr>
            <p:cNvPr id="931" name="Google Shape;931;g34100025a35_0_1492"/>
            <p:cNvPicPr preferRelativeResize="0"/>
            <p:nvPr/>
          </p:nvPicPr>
          <p:blipFill rotWithShape="1">
            <a:blip r:embed="rId15">
              <a:alphaModFix/>
            </a:blip>
            <a:srcRect l="79" r="69"/>
            <a:stretch/>
          </p:blipFill>
          <p:spPr>
            <a:xfrm>
              <a:off x="7001457" y="2053250"/>
              <a:ext cx="1147320" cy="821566"/>
            </a:xfrm>
            <a:prstGeom prst="rect">
              <a:avLst/>
            </a:prstGeom>
            <a:noFill/>
            <a:ln>
              <a:noFill/>
            </a:ln>
            <a:effectLst>
              <a:outerShdw blurRad="71438" dist="19050" dir="5400000" algn="bl" rotWithShape="0">
                <a:srgbClr val="000000">
                  <a:alpha val="18040"/>
                </a:srgbClr>
              </a:outerShdw>
            </a:effectLst>
          </p:spPr>
        </p:pic>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36"/>
        <p:cNvGrpSpPr/>
        <p:nvPr/>
      </p:nvGrpSpPr>
      <p:grpSpPr>
        <a:xfrm>
          <a:off x="0" y="0"/>
          <a:ext cx="0" cy="0"/>
          <a:chOff x="0" y="0"/>
          <a:chExt cx="0" cy="0"/>
        </a:xfrm>
      </p:grpSpPr>
      <p:sp>
        <p:nvSpPr>
          <p:cNvPr id="937" name="Google Shape;937;g34100025a35_0_1511"/>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5 Common Exception Words </a:t>
            </a:r>
            <a:r>
              <a:rPr lang="en-US">
                <a:solidFill>
                  <a:srgbClr val="2356AF"/>
                </a:solidFill>
              </a:rPr>
              <a:t>today house mouse hour because Mr Mrs Ms where should could would move use</a:t>
            </a:r>
            <a:r>
              <a:rPr lang="en-US"/>
              <a:t>.</a:t>
            </a:r>
            <a:endParaRPr/>
          </a:p>
        </p:txBody>
      </p:sp>
      <p:grpSp>
        <p:nvGrpSpPr>
          <p:cNvPr id="938" name="Google Shape;938;g34100025a35_0_1511"/>
          <p:cNvGrpSpPr/>
          <p:nvPr/>
        </p:nvGrpSpPr>
        <p:grpSpPr>
          <a:xfrm>
            <a:off x="868300" y="2129450"/>
            <a:ext cx="7281864" cy="2688001"/>
            <a:chOff x="868300" y="2129450"/>
            <a:chExt cx="7281864" cy="2688001"/>
          </a:xfrm>
        </p:grpSpPr>
        <p:pic>
          <p:nvPicPr>
            <p:cNvPr id="939" name="Google Shape;939;g34100025a35_0_1511"/>
            <p:cNvPicPr preferRelativeResize="0"/>
            <p:nvPr/>
          </p:nvPicPr>
          <p:blipFill rotWithShape="1">
            <a:blip r:embed="rId3">
              <a:alphaModFix/>
            </a:blip>
            <a:srcRect l="248" r="238"/>
            <a:stretch/>
          </p:blipFill>
          <p:spPr>
            <a:xfrm>
              <a:off x="868300" y="3994495"/>
              <a:ext cx="1147320" cy="822956"/>
            </a:xfrm>
            <a:prstGeom prst="rect">
              <a:avLst/>
            </a:prstGeom>
            <a:noFill/>
            <a:ln>
              <a:noFill/>
            </a:ln>
            <a:effectLst>
              <a:outerShdw blurRad="71438" dist="19050" dir="5400000" algn="bl" rotWithShape="0">
                <a:srgbClr val="000000">
                  <a:alpha val="17650"/>
                </a:srgbClr>
              </a:outerShdw>
            </a:effectLst>
          </p:spPr>
        </p:pic>
        <p:pic>
          <p:nvPicPr>
            <p:cNvPr id="940" name="Google Shape;940;g34100025a35_0_1511"/>
            <p:cNvPicPr preferRelativeResize="0"/>
            <p:nvPr/>
          </p:nvPicPr>
          <p:blipFill rotWithShape="1">
            <a:blip r:embed="rId4">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7650"/>
                </a:srgbClr>
              </a:outerShdw>
            </a:effectLst>
          </p:spPr>
        </p:pic>
        <p:pic>
          <p:nvPicPr>
            <p:cNvPr id="941" name="Google Shape;941;g34100025a35_0_1511"/>
            <p:cNvPicPr preferRelativeResize="0"/>
            <p:nvPr/>
          </p:nvPicPr>
          <p:blipFill rotWithShape="1">
            <a:blip r:embed="rId5">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7650"/>
                </a:srgbClr>
              </a:outerShdw>
            </a:effectLst>
          </p:spPr>
        </p:pic>
        <p:pic>
          <p:nvPicPr>
            <p:cNvPr id="942" name="Google Shape;942;g34100025a35_0_1511"/>
            <p:cNvPicPr preferRelativeResize="0"/>
            <p:nvPr/>
          </p:nvPicPr>
          <p:blipFill rotWithShape="1">
            <a:blip r:embed="rId6">
              <a:alphaModFix/>
            </a:blip>
            <a:srcRect l="99" r="99"/>
            <a:stretch/>
          </p:blipFill>
          <p:spPr>
            <a:xfrm>
              <a:off x="3320730" y="3060270"/>
              <a:ext cx="1148707" cy="822955"/>
            </a:xfrm>
            <a:prstGeom prst="rect">
              <a:avLst/>
            </a:prstGeom>
            <a:noFill/>
            <a:ln>
              <a:noFill/>
            </a:ln>
            <a:effectLst>
              <a:outerShdw blurRad="71438" dist="19050" dir="5400000" algn="bl" rotWithShape="0">
                <a:srgbClr val="000000">
                  <a:alpha val="17650"/>
                </a:srgbClr>
              </a:outerShdw>
            </a:effectLst>
          </p:spPr>
        </p:pic>
        <p:pic>
          <p:nvPicPr>
            <p:cNvPr id="943" name="Google Shape;943;g34100025a35_0_1511"/>
            <p:cNvPicPr preferRelativeResize="0"/>
            <p:nvPr/>
          </p:nvPicPr>
          <p:blipFill rotWithShape="1">
            <a:blip r:embed="rId7">
              <a:alphaModFix/>
            </a:blip>
            <a:srcRect l="189" r="179"/>
            <a:stretch/>
          </p:blipFill>
          <p:spPr>
            <a:xfrm>
              <a:off x="4547639" y="3060270"/>
              <a:ext cx="1148707" cy="822956"/>
            </a:xfrm>
            <a:prstGeom prst="rect">
              <a:avLst/>
            </a:prstGeom>
            <a:noFill/>
            <a:ln>
              <a:noFill/>
            </a:ln>
            <a:effectLst>
              <a:outerShdw blurRad="71438" dist="19050" dir="5400000" algn="bl" rotWithShape="0">
                <a:srgbClr val="000000">
                  <a:alpha val="17650"/>
                </a:srgbClr>
              </a:outerShdw>
            </a:effectLst>
          </p:spPr>
        </p:pic>
        <p:pic>
          <p:nvPicPr>
            <p:cNvPr id="944" name="Google Shape;944;g34100025a35_0_1511"/>
            <p:cNvPicPr preferRelativeResize="0"/>
            <p:nvPr/>
          </p:nvPicPr>
          <p:blipFill rotWithShape="1">
            <a:blip r:embed="rId8">
              <a:alphaModFix/>
            </a:blip>
            <a:srcRect l="248" r="238"/>
            <a:stretch/>
          </p:blipFill>
          <p:spPr>
            <a:xfrm>
              <a:off x="868300" y="3060270"/>
              <a:ext cx="1147320" cy="822956"/>
            </a:xfrm>
            <a:prstGeom prst="rect">
              <a:avLst/>
            </a:prstGeom>
            <a:noFill/>
            <a:ln>
              <a:noFill/>
            </a:ln>
            <a:effectLst>
              <a:outerShdw blurRad="71438" dist="19050" dir="5400000" algn="bl" rotWithShape="0">
                <a:srgbClr val="000000">
                  <a:alpha val="17650"/>
                </a:srgbClr>
              </a:outerShdw>
            </a:effectLst>
          </p:spPr>
        </p:pic>
        <p:pic>
          <p:nvPicPr>
            <p:cNvPr id="945" name="Google Shape;945;g34100025a35_0_1511"/>
            <p:cNvPicPr preferRelativeResize="0"/>
            <p:nvPr/>
          </p:nvPicPr>
          <p:blipFill rotWithShape="1">
            <a:blip r:embed="rId9">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7650"/>
                </a:srgbClr>
              </a:outerShdw>
            </a:effectLst>
          </p:spPr>
        </p:pic>
        <p:pic>
          <p:nvPicPr>
            <p:cNvPr id="946" name="Google Shape;946;g34100025a35_0_1511"/>
            <p:cNvPicPr preferRelativeResize="0"/>
            <p:nvPr/>
          </p:nvPicPr>
          <p:blipFill rotWithShape="1">
            <a:blip r:embed="rId10">
              <a:alphaModFix/>
            </a:blip>
            <a:srcRect l="59" r="59"/>
            <a:stretch/>
          </p:blipFill>
          <p:spPr>
            <a:xfrm>
              <a:off x="868300" y="2129450"/>
              <a:ext cx="1146813" cy="819547"/>
            </a:xfrm>
            <a:prstGeom prst="rect">
              <a:avLst/>
            </a:prstGeom>
            <a:noFill/>
            <a:ln>
              <a:noFill/>
            </a:ln>
            <a:effectLst>
              <a:outerShdw blurRad="71438" dist="19050" dir="5400000" algn="bl" rotWithShape="0">
                <a:srgbClr val="000000">
                  <a:alpha val="18040"/>
                </a:srgbClr>
              </a:outerShdw>
            </a:effectLst>
          </p:spPr>
        </p:pic>
        <p:pic>
          <p:nvPicPr>
            <p:cNvPr id="947" name="Google Shape;947;g34100025a35_0_1511"/>
            <p:cNvPicPr preferRelativeResize="0"/>
            <p:nvPr/>
          </p:nvPicPr>
          <p:blipFill rotWithShape="1">
            <a:blip r:embed="rId11">
              <a:alphaModFix/>
            </a:blip>
            <a:srcRect l="248" r="238"/>
            <a:stretch/>
          </p:blipFill>
          <p:spPr>
            <a:xfrm>
              <a:off x="2094526" y="2129450"/>
              <a:ext cx="1147320" cy="822956"/>
            </a:xfrm>
            <a:prstGeom prst="rect">
              <a:avLst/>
            </a:prstGeom>
            <a:noFill/>
            <a:ln>
              <a:noFill/>
            </a:ln>
            <a:effectLst>
              <a:outerShdw blurRad="71438" dist="19050" dir="5400000" algn="bl" rotWithShape="0">
                <a:srgbClr val="000000">
                  <a:alpha val="18040"/>
                </a:srgbClr>
              </a:outerShdw>
            </a:effectLst>
          </p:spPr>
        </p:pic>
        <p:pic>
          <p:nvPicPr>
            <p:cNvPr id="948" name="Google Shape;948;g34100025a35_0_1511"/>
            <p:cNvPicPr preferRelativeResize="0"/>
            <p:nvPr/>
          </p:nvPicPr>
          <p:blipFill rotWithShape="1">
            <a:blip r:embed="rId12">
              <a:alphaModFix/>
            </a:blip>
            <a:srcRect l="159" r="159"/>
            <a:stretch/>
          </p:blipFill>
          <p:spPr>
            <a:xfrm>
              <a:off x="3321271" y="2130138"/>
              <a:ext cx="1147320" cy="821565"/>
            </a:xfrm>
            <a:prstGeom prst="rect">
              <a:avLst/>
            </a:prstGeom>
            <a:noFill/>
            <a:ln>
              <a:noFill/>
            </a:ln>
            <a:effectLst>
              <a:outerShdw blurRad="71438" dist="19050" dir="5400000" algn="bl" rotWithShape="0">
                <a:srgbClr val="000000">
                  <a:alpha val="18040"/>
                </a:srgbClr>
              </a:outerShdw>
            </a:effectLst>
          </p:spPr>
        </p:pic>
        <p:pic>
          <p:nvPicPr>
            <p:cNvPr id="949" name="Google Shape;949;g34100025a35_0_1511"/>
            <p:cNvPicPr preferRelativeResize="0"/>
            <p:nvPr/>
          </p:nvPicPr>
          <p:blipFill rotWithShape="1">
            <a:blip r:embed="rId13">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040"/>
                </a:srgbClr>
              </a:outerShdw>
            </a:effectLst>
          </p:spPr>
        </p:pic>
        <p:pic>
          <p:nvPicPr>
            <p:cNvPr id="950" name="Google Shape;950;g34100025a35_0_1511"/>
            <p:cNvPicPr preferRelativeResize="0"/>
            <p:nvPr/>
          </p:nvPicPr>
          <p:blipFill rotWithShape="1">
            <a:blip r:embed="rId14">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040"/>
                </a:srgbClr>
              </a:outerShdw>
            </a:effectLst>
          </p:spPr>
        </p:pic>
        <p:pic>
          <p:nvPicPr>
            <p:cNvPr id="951" name="Google Shape;951;g34100025a35_0_1511"/>
            <p:cNvPicPr preferRelativeResize="0"/>
            <p:nvPr/>
          </p:nvPicPr>
          <p:blipFill rotWithShape="1">
            <a:blip r:embed="rId15">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040"/>
                </a:srgbClr>
              </a:outerShdw>
            </a:effectLst>
          </p:spPr>
        </p:pic>
        <p:pic>
          <p:nvPicPr>
            <p:cNvPr id="952" name="Google Shape;952;g34100025a35_0_1511"/>
            <p:cNvPicPr preferRelativeResize="0"/>
            <p:nvPr/>
          </p:nvPicPr>
          <p:blipFill rotWithShape="1">
            <a:blip r:embed="rId16">
              <a:alphaModFix/>
            </a:blip>
            <a:srcRect l="19" r="9"/>
            <a:stretch/>
          </p:blipFill>
          <p:spPr>
            <a:xfrm>
              <a:off x="2093821" y="3995885"/>
              <a:ext cx="1148707" cy="821566"/>
            </a:xfrm>
            <a:prstGeom prst="rect">
              <a:avLst/>
            </a:prstGeom>
            <a:noFill/>
            <a:ln>
              <a:noFill/>
            </a:ln>
            <a:effectLst>
              <a:outerShdw blurRad="71438" dist="19050" dir="5400000" algn="bl" rotWithShape="0">
                <a:srgbClr val="000000">
                  <a:alpha val="17650"/>
                </a:srgbClr>
              </a:outerShdw>
            </a:effectLst>
          </p:spPr>
        </p:pic>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57"/>
        <p:cNvGrpSpPr/>
        <p:nvPr/>
      </p:nvGrpSpPr>
      <p:grpSpPr>
        <a:xfrm>
          <a:off x="0" y="0"/>
          <a:ext cx="0" cy="0"/>
          <a:chOff x="0" y="0"/>
          <a:chExt cx="0" cy="0"/>
        </a:xfrm>
      </p:grpSpPr>
      <p:sp>
        <p:nvSpPr>
          <p:cNvPr id="958" name="Google Shape;958;g34100025a35_0_1531"/>
          <p:cNvSpPr txBox="1">
            <a:spLocks noGrp="1"/>
          </p:cNvSpPr>
          <p:nvPr>
            <p:ph type="title"/>
          </p:nvPr>
        </p:nvSpPr>
        <p:spPr>
          <a:xfrm>
            <a:off x="681500" y="582900"/>
            <a:ext cx="7780800" cy="1243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2160"/>
              <a:buNone/>
            </a:pPr>
            <a:r>
              <a:rPr lang="en-US" sz="2200"/>
              <a:t>Review Phase 5.5 Common Exception Words </a:t>
            </a:r>
            <a:r>
              <a:rPr lang="en-US" sz="2200">
                <a:solidFill>
                  <a:srgbClr val="2356AF"/>
                </a:solidFill>
              </a:rPr>
              <a:t>people wild child mind kind behind eye oh most only both though through who prove shoe beautiful climb</a:t>
            </a:r>
            <a:r>
              <a:rPr lang="en-US" sz="2200"/>
              <a:t>.</a:t>
            </a:r>
            <a:endParaRPr sz="2200"/>
          </a:p>
        </p:txBody>
      </p:sp>
      <p:pic>
        <p:nvPicPr>
          <p:cNvPr id="959" name="Google Shape;959;g34100025a35_0_1531"/>
          <p:cNvPicPr preferRelativeResize="0"/>
          <p:nvPr/>
        </p:nvPicPr>
        <p:blipFill rotWithShape="1">
          <a:blip r:embed="rId3">
            <a:alphaModFix/>
          </a:blip>
          <a:srcRect l="159" r="159"/>
          <a:stretch/>
        </p:blipFill>
        <p:spPr>
          <a:xfrm>
            <a:off x="5774724" y="3994500"/>
            <a:ext cx="1147320" cy="821565"/>
          </a:xfrm>
          <a:prstGeom prst="rect">
            <a:avLst/>
          </a:prstGeom>
          <a:noFill/>
          <a:ln>
            <a:noFill/>
          </a:ln>
          <a:effectLst>
            <a:outerShdw blurRad="71438" dist="19050" dir="5400000" algn="bl" rotWithShape="0">
              <a:srgbClr val="000000">
                <a:alpha val="17650"/>
              </a:srgbClr>
            </a:outerShdw>
          </a:effectLst>
        </p:spPr>
      </p:pic>
      <p:pic>
        <p:nvPicPr>
          <p:cNvPr id="960" name="Google Shape;960;g34100025a35_0_1531"/>
          <p:cNvPicPr preferRelativeResize="0"/>
          <p:nvPr/>
        </p:nvPicPr>
        <p:blipFill rotWithShape="1">
          <a:blip r:embed="rId4">
            <a:alphaModFix/>
          </a:blip>
          <a:srcRect l="159" r="159"/>
          <a:stretch/>
        </p:blipFill>
        <p:spPr>
          <a:xfrm>
            <a:off x="2094526" y="3994500"/>
            <a:ext cx="1147320" cy="822955"/>
          </a:xfrm>
          <a:prstGeom prst="rect">
            <a:avLst/>
          </a:prstGeom>
          <a:noFill/>
          <a:ln>
            <a:noFill/>
          </a:ln>
          <a:effectLst>
            <a:outerShdw blurRad="71438" dist="19050" dir="5400000" algn="bl" rotWithShape="0">
              <a:srgbClr val="000000">
                <a:alpha val="17650"/>
              </a:srgbClr>
            </a:outerShdw>
          </a:effectLst>
        </p:spPr>
      </p:pic>
      <p:pic>
        <p:nvPicPr>
          <p:cNvPr id="961" name="Google Shape;961;g34100025a35_0_1531"/>
          <p:cNvPicPr preferRelativeResize="0"/>
          <p:nvPr/>
        </p:nvPicPr>
        <p:blipFill rotWithShape="1">
          <a:blip r:embed="rId5">
            <a:alphaModFix/>
          </a:blip>
          <a:srcRect l="79" r="69"/>
          <a:stretch/>
        </p:blipFill>
        <p:spPr>
          <a:xfrm>
            <a:off x="3321259" y="3994500"/>
            <a:ext cx="1147320" cy="821566"/>
          </a:xfrm>
          <a:prstGeom prst="rect">
            <a:avLst/>
          </a:prstGeom>
          <a:noFill/>
          <a:ln>
            <a:noFill/>
          </a:ln>
          <a:effectLst>
            <a:outerShdw blurRad="71438" dist="19050" dir="5400000" algn="bl" rotWithShape="0">
              <a:srgbClr val="000000">
                <a:alpha val="17650"/>
              </a:srgbClr>
            </a:outerShdw>
          </a:effectLst>
        </p:spPr>
      </p:pic>
      <p:pic>
        <p:nvPicPr>
          <p:cNvPr id="962" name="Google Shape;962;g34100025a35_0_1531"/>
          <p:cNvPicPr preferRelativeResize="0"/>
          <p:nvPr/>
        </p:nvPicPr>
        <p:blipFill rotWithShape="1">
          <a:blip r:embed="rId6">
            <a:alphaModFix/>
          </a:blip>
          <a:srcRect l="79" r="69"/>
          <a:stretch/>
        </p:blipFill>
        <p:spPr>
          <a:xfrm>
            <a:off x="4547991" y="3994500"/>
            <a:ext cx="1147320" cy="821566"/>
          </a:xfrm>
          <a:prstGeom prst="rect">
            <a:avLst/>
          </a:prstGeom>
          <a:noFill/>
          <a:ln>
            <a:noFill/>
          </a:ln>
          <a:effectLst>
            <a:outerShdw blurRad="71438" dist="19050" dir="5400000" algn="bl" rotWithShape="0">
              <a:srgbClr val="000000">
                <a:alpha val="17650"/>
              </a:srgbClr>
            </a:outerShdw>
          </a:effectLst>
        </p:spPr>
      </p:pic>
      <p:pic>
        <p:nvPicPr>
          <p:cNvPr id="963" name="Google Shape;963;g34100025a35_0_1531"/>
          <p:cNvPicPr preferRelativeResize="0"/>
          <p:nvPr/>
        </p:nvPicPr>
        <p:blipFill rotWithShape="1">
          <a:blip r:embed="rId7">
            <a:alphaModFix/>
          </a:blip>
          <a:srcRect l="59" r="59"/>
          <a:stretch/>
        </p:blipFill>
        <p:spPr>
          <a:xfrm>
            <a:off x="868300" y="3994500"/>
            <a:ext cx="1146813" cy="819547"/>
          </a:xfrm>
          <a:prstGeom prst="rect">
            <a:avLst/>
          </a:prstGeom>
          <a:noFill/>
          <a:ln>
            <a:noFill/>
          </a:ln>
          <a:effectLst>
            <a:outerShdw blurRad="71438" dist="19050" dir="5400000" algn="bl" rotWithShape="0">
              <a:srgbClr val="000000">
                <a:alpha val="17650"/>
              </a:srgbClr>
            </a:outerShdw>
          </a:effectLst>
        </p:spPr>
      </p:pic>
      <p:pic>
        <p:nvPicPr>
          <p:cNvPr id="964" name="Google Shape;964;g34100025a35_0_1531"/>
          <p:cNvPicPr preferRelativeResize="0"/>
          <p:nvPr/>
        </p:nvPicPr>
        <p:blipFill rotWithShape="1">
          <a:blip r:embed="rId8">
            <a:alphaModFix/>
          </a:blip>
          <a:srcRect/>
          <a:stretch/>
        </p:blipFill>
        <p:spPr>
          <a:xfrm>
            <a:off x="868300" y="2129450"/>
            <a:ext cx="1146813" cy="819547"/>
          </a:xfrm>
          <a:prstGeom prst="rect">
            <a:avLst/>
          </a:prstGeom>
          <a:noFill/>
          <a:ln>
            <a:noFill/>
          </a:ln>
          <a:effectLst>
            <a:outerShdw blurRad="71438" dist="19050" dir="5400000" algn="bl" rotWithShape="0">
              <a:srgbClr val="000000">
                <a:alpha val="17650"/>
              </a:srgbClr>
            </a:outerShdw>
          </a:effectLst>
        </p:spPr>
      </p:pic>
      <p:pic>
        <p:nvPicPr>
          <p:cNvPr id="965" name="Google Shape;965;g34100025a35_0_1531"/>
          <p:cNvPicPr preferRelativeResize="0"/>
          <p:nvPr/>
        </p:nvPicPr>
        <p:blipFill rotWithShape="1">
          <a:blip r:embed="rId9">
            <a:alphaModFix/>
          </a:blip>
          <a:srcRect l="189" r="179"/>
          <a:stretch/>
        </p:blipFill>
        <p:spPr>
          <a:xfrm>
            <a:off x="2094526" y="2129450"/>
            <a:ext cx="1147320" cy="822956"/>
          </a:xfrm>
          <a:prstGeom prst="rect">
            <a:avLst/>
          </a:prstGeom>
          <a:noFill/>
          <a:ln>
            <a:noFill/>
          </a:ln>
          <a:effectLst>
            <a:outerShdw blurRad="71438" dist="19050" dir="5400000" algn="bl" rotWithShape="0">
              <a:srgbClr val="000000">
                <a:alpha val="17650"/>
              </a:srgbClr>
            </a:outerShdw>
          </a:effectLst>
        </p:spPr>
      </p:pic>
      <p:pic>
        <p:nvPicPr>
          <p:cNvPr id="966" name="Google Shape;966;g34100025a35_0_1531"/>
          <p:cNvPicPr preferRelativeResize="0"/>
          <p:nvPr/>
        </p:nvPicPr>
        <p:blipFill rotWithShape="1">
          <a:blip r:embed="rId10">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7650"/>
              </a:srgbClr>
            </a:outerShdw>
          </a:effectLst>
        </p:spPr>
      </p:pic>
      <p:pic>
        <p:nvPicPr>
          <p:cNvPr id="967" name="Google Shape;967;g34100025a35_0_1531"/>
          <p:cNvPicPr preferRelativeResize="0"/>
          <p:nvPr/>
        </p:nvPicPr>
        <p:blipFill rotWithShape="1">
          <a:blip r:embed="rId11">
            <a:alphaModFix/>
          </a:blip>
          <a:srcRect l="19" r="9"/>
          <a:stretch/>
        </p:blipFill>
        <p:spPr>
          <a:xfrm>
            <a:off x="4547991" y="2129450"/>
            <a:ext cx="1147320" cy="821566"/>
          </a:xfrm>
          <a:prstGeom prst="rect">
            <a:avLst/>
          </a:prstGeom>
          <a:noFill/>
          <a:ln>
            <a:noFill/>
          </a:ln>
          <a:effectLst>
            <a:outerShdw blurRad="71438" dist="19050" dir="5400000" algn="bl" rotWithShape="0">
              <a:srgbClr val="000000">
                <a:alpha val="17650"/>
              </a:srgbClr>
            </a:outerShdw>
          </a:effectLst>
        </p:spPr>
      </p:pic>
      <p:pic>
        <p:nvPicPr>
          <p:cNvPr id="968" name="Google Shape;968;g34100025a35_0_1531"/>
          <p:cNvPicPr preferRelativeResize="0"/>
          <p:nvPr/>
        </p:nvPicPr>
        <p:blipFill rotWithShape="1">
          <a:blip r:embed="rId12">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7650"/>
              </a:srgbClr>
            </a:outerShdw>
          </a:effectLst>
        </p:spPr>
      </p:pic>
      <p:pic>
        <p:nvPicPr>
          <p:cNvPr id="969" name="Google Shape;969;g34100025a35_0_1531"/>
          <p:cNvPicPr preferRelativeResize="0"/>
          <p:nvPr/>
        </p:nvPicPr>
        <p:blipFill rotWithShape="1">
          <a:blip r:embed="rId13">
            <a:alphaModFix/>
          </a:blip>
          <a:srcRect l="19" r="9"/>
          <a:stretch/>
        </p:blipFill>
        <p:spPr>
          <a:xfrm>
            <a:off x="7001457" y="2129450"/>
            <a:ext cx="1147320" cy="821566"/>
          </a:xfrm>
          <a:prstGeom prst="rect">
            <a:avLst/>
          </a:prstGeom>
          <a:noFill/>
          <a:ln>
            <a:noFill/>
          </a:ln>
          <a:effectLst>
            <a:outerShdw blurRad="71438" dist="19050" dir="5400000" algn="bl" rotWithShape="0">
              <a:srgbClr val="000000">
                <a:alpha val="17650"/>
              </a:srgbClr>
            </a:outerShdw>
          </a:effectLst>
        </p:spPr>
      </p:pic>
      <p:pic>
        <p:nvPicPr>
          <p:cNvPr id="970" name="Google Shape;970;g34100025a35_0_1531"/>
          <p:cNvPicPr preferRelativeResize="0"/>
          <p:nvPr/>
        </p:nvPicPr>
        <p:blipFill rotWithShape="1">
          <a:blip r:embed="rId14">
            <a:alphaModFix/>
          </a:blip>
          <a:srcRect t="79" b="89"/>
          <a:stretch/>
        </p:blipFill>
        <p:spPr>
          <a:xfrm>
            <a:off x="868300" y="3060275"/>
            <a:ext cx="1146813" cy="819547"/>
          </a:xfrm>
          <a:prstGeom prst="rect">
            <a:avLst/>
          </a:prstGeom>
          <a:noFill/>
          <a:ln>
            <a:noFill/>
          </a:ln>
          <a:effectLst>
            <a:outerShdw blurRad="71438" dist="19050" dir="5400000" algn="bl" rotWithShape="0">
              <a:srgbClr val="000000">
                <a:alpha val="17650"/>
              </a:srgbClr>
            </a:outerShdw>
          </a:effectLst>
        </p:spPr>
      </p:pic>
      <p:pic>
        <p:nvPicPr>
          <p:cNvPr id="971" name="Google Shape;971;g34100025a35_0_1531"/>
          <p:cNvPicPr preferRelativeResize="0"/>
          <p:nvPr/>
        </p:nvPicPr>
        <p:blipFill rotWithShape="1">
          <a:blip r:embed="rId15">
            <a:alphaModFix/>
          </a:blip>
          <a:srcRect l="99" r="99"/>
          <a:stretch/>
        </p:blipFill>
        <p:spPr>
          <a:xfrm>
            <a:off x="2094526" y="3060275"/>
            <a:ext cx="1147320" cy="822955"/>
          </a:xfrm>
          <a:prstGeom prst="rect">
            <a:avLst/>
          </a:prstGeom>
          <a:noFill/>
          <a:ln>
            <a:noFill/>
          </a:ln>
          <a:effectLst>
            <a:outerShdw blurRad="71438" dist="19050" dir="5400000" algn="bl" rotWithShape="0">
              <a:srgbClr val="000000">
                <a:alpha val="17650"/>
              </a:srgbClr>
            </a:outerShdw>
          </a:effectLst>
        </p:spPr>
      </p:pic>
      <p:pic>
        <p:nvPicPr>
          <p:cNvPr id="972" name="Google Shape;972;g34100025a35_0_1531"/>
          <p:cNvPicPr preferRelativeResize="0"/>
          <p:nvPr/>
        </p:nvPicPr>
        <p:blipFill rotWithShape="1">
          <a:blip r:embed="rId16">
            <a:alphaModFix/>
          </a:blip>
          <a:srcRect l="159" r="159"/>
          <a:stretch/>
        </p:blipFill>
        <p:spPr>
          <a:xfrm>
            <a:off x="3321259" y="3060275"/>
            <a:ext cx="1147320" cy="821565"/>
          </a:xfrm>
          <a:prstGeom prst="rect">
            <a:avLst/>
          </a:prstGeom>
          <a:noFill/>
          <a:ln>
            <a:noFill/>
          </a:ln>
          <a:effectLst>
            <a:outerShdw blurRad="71438" dist="19050" dir="5400000" algn="bl" rotWithShape="0">
              <a:srgbClr val="000000">
                <a:alpha val="17650"/>
              </a:srgbClr>
            </a:outerShdw>
          </a:effectLst>
        </p:spPr>
      </p:pic>
      <p:pic>
        <p:nvPicPr>
          <p:cNvPr id="973" name="Google Shape;973;g34100025a35_0_1531"/>
          <p:cNvPicPr preferRelativeResize="0"/>
          <p:nvPr/>
        </p:nvPicPr>
        <p:blipFill rotWithShape="1">
          <a:blip r:embed="rId17">
            <a:alphaModFix/>
          </a:blip>
          <a:srcRect l="159" r="159"/>
          <a:stretch/>
        </p:blipFill>
        <p:spPr>
          <a:xfrm>
            <a:off x="4547991" y="3060275"/>
            <a:ext cx="1147320" cy="821565"/>
          </a:xfrm>
          <a:prstGeom prst="rect">
            <a:avLst/>
          </a:prstGeom>
          <a:noFill/>
          <a:ln>
            <a:noFill/>
          </a:ln>
          <a:effectLst>
            <a:outerShdw blurRad="71438" dist="19050" dir="5400000" algn="bl" rotWithShape="0">
              <a:srgbClr val="000000">
                <a:alpha val="17650"/>
              </a:srgbClr>
            </a:outerShdw>
          </a:effectLst>
        </p:spPr>
      </p:pic>
      <p:pic>
        <p:nvPicPr>
          <p:cNvPr id="974" name="Google Shape;974;g34100025a35_0_1531"/>
          <p:cNvPicPr preferRelativeResize="0"/>
          <p:nvPr/>
        </p:nvPicPr>
        <p:blipFill rotWithShape="1">
          <a:blip r:embed="rId18">
            <a:alphaModFix/>
          </a:blip>
          <a:srcRect l="159" r="159"/>
          <a:stretch/>
        </p:blipFill>
        <p:spPr>
          <a:xfrm>
            <a:off x="5774724" y="3060275"/>
            <a:ext cx="1147320" cy="821565"/>
          </a:xfrm>
          <a:prstGeom prst="rect">
            <a:avLst/>
          </a:prstGeom>
          <a:noFill/>
          <a:ln>
            <a:noFill/>
          </a:ln>
          <a:effectLst>
            <a:outerShdw blurRad="71438" dist="19050" dir="5400000" algn="bl" rotWithShape="0">
              <a:srgbClr val="000000">
                <a:alpha val="17650"/>
              </a:srgbClr>
            </a:outerShdw>
          </a:effectLst>
        </p:spPr>
      </p:pic>
      <p:pic>
        <p:nvPicPr>
          <p:cNvPr id="975" name="Google Shape;975;g34100025a35_0_1531"/>
          <p:cNvPicPr preferRelativeResize="0"/>
          <p:nvPr/>
        </p:nvPicPr>
        <p:blipFill rotWithShape="1">
          <a:blip r:embed="rId19">
            <a:alphaModFix/>
          </a:blip>
          <a:srcRect l="79" r="69"/>
          <a:stretch/>
        </p:blipFill>
        <p:spPr>
          <a:xfrm>
            <a:off x="7001457" y="3060275"/>
            <a:ext cx="1147320" cy="821566"/>
          </a:xfrm>
          <a:prstGeom prst="rect">
            <a:avLst/>
          </a:prstGeom>
          <a:noFill/>
          <a:ln>
            <a:noFill/>
          </a:ln>
          <a:effectLst>
            <a:outerShdw blurRad="71438" dist="19050" dir="5400000" algn="bl" rotWithShape="0">
              <a:srgbClr val="000000">
                <a:alpha val="17650"/>
              </a:srgbClr>
            </a:outerShdw>
          </a:effectLst>
        </p:spPr>
      </p:pic>
      <p:pic>
        <p:nvPicPr>
          <p:cNvPr id="976" name="Google Shape;976;g34100025a35_0_1531" title="JL687-77F.png"/>
          <p:cNvPicPr preferRelativeResize="0"/>
          <p:nvPr/>
        </p:nvPicPr>
        <p:blipFill rotWithShape="1">
          <a:blip r:embed="rId20">
            <a:alphaModFix/>
          </a:blip>
          <a:srcRect l="159" r="159"/>
          <a:stretch/>
        </p:blipFill>
        <p:spPr>
          <a:xfrm>
            <a:off x="7001474" y="3994500"/>
            <a:ext cx="1147320" cy="821565"/>
          </a:xfrm>
          <a:prstGeom prst="rect">
            <a:avLst/>
          </a:prstGeom>
          <a:noFill/>
          <a:ln>
            <a:noFill/>
          </a:ln>
          <a:effectLst>
            <a:outerShdw blurRad="71438" dist="19050" dir="5400000" algn="bl" rotWithShape="0">
              <a:srgbClr val="000000">
                <a:alpha val="17650"/>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81"/>
        <p:cNvGrpSpPr/>
        <p:nvPr/>
      </p:nvGrpSpPr>
      <p:grpSpPr>
        <a:xfrm>
          <a:off x="0" y="0"/>
          <a:ext cx="0" cy="0"/>
          <a:chOff x="0" y="0"/>
          <a:chExt cx="0" cy="0"/>
        </a:xfrm>
      </p:grpSpPr>
      <p:sp>
        <p:nvSpPr>
          <p:cNvPr id="982" name="Google Shape;982;g26f40b1072c_1_28"/>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2160"/>
              <a:buNone/>
            </a:pPr>
            <a:r>
              <a:rPr lang="en-US" sz="2000"/>
              <a:t>Teach Homophones: </a:t>
            </a:r>
            <a:br>
              <a:rPr lang="en-US" sz="2000"/>
            </a:br>
            <a:r>
              <a:rPr lang="en-US" sz="2000">
                <a:solidFill>
                  <a:srgbClr val="2356AF"/>
                </a:solidFill>
              </a:rPr>
              <a:t>write / right, wring / ring, know / no, knight / night</a:t>
            </a:r>
            <a:r>
              <a:rPr lang="en-US" sz="2000"/>
              <a:t>.</a:t>
            </a:r>
            <a:endParaRPr sz="2000"/>
          </a:p>
        </p:txBody>
      </p:sp>
      <p:pic>
        <p:nvPicPr>
          <p:cNvPr id="983" name="Google Shape;983;g26f40b1072c_1_28" title="JL693-29F.png"/>
          <p:cNvPicPr preferRelativeResize="0"/>
          <p:nvPr/>
        </p:nvPicPr>
        <p:blipFill rotWithShape="1">
          <a:blip r:embed="rId3">
            <a:alphaModFix/>
          </a:blip>
          <a:srcRect t="99" b="109"/>
          <a:stretch/>
        </p:blipFill>
        <p:spPr>
          <a:xfrm>
            <a:off x="996437" y="2149450"/>
            <a:ext cx="3356444" cy="1680025"/>
          </a:xfrm>
          <a:prstGeom prst="rect">
            <a:avLst/>
          </a:prstGeom>
          <a:noFill/>
          <a:ln>
            <a:noFill/>
          </a:ln>
          <a:effectLst>
            <a:outerShdw blurRad="57150" dist="19050" dir="5400000" algn="bl" rotWithShape="0">
              <a:srgbClr val="BFBFBF"/>
            </a:outerShdw>
          </a:effectLst>
        </p:spPr>
      </p:pic>
      <p:pic>
        <p:nvPicPr>
          <p:cNvPr id="984" name="Google Shape;984;g26f40b1072c_1_28" title="JL693-30F.png"/>
          <p:cNvPicPr preferRelativeResize="0"/>
          <p:nvPr/>
        </p:nvPicPr>
        <p:blipFill rotWithShape="1">
          <a:blip r:embed="rId4">
            <a:alphaModFix/>
          </a:blip>
          <a:srcRect/>
          <a:stretch/>
        </p:blipFill>
        <p:spPr>
          <a:xfrm>
            <a:off x="4638719" y="2149450"/>
            <a:ext cx="3356444" cy="1680025"/>
          </a:xfrm>
          <a:prstGeom prst="rect">
            <a:avLst/>
          </a:prstGeom>
          <a:noFill/>
          <a:ln>
            <a:noFill/>
          </a:ln>
          <a:effectLst>
            <a:outerShdw blurRad="57150" dist="19050" dir="5400000" algn="bl" rotWithShape="0">
              <a:srgbClr val="BFBFBF"/>
            </a:outerShdw>
          </a:effectLst>
        </p:spPr>
      </p:pic>
      <p:pic>
        <p:nvPicPr>
          <p:cNvPr id="985" name="Google Shape;985;g26f40b1072c_1_28" title="JL693-31F.png"/>
          <p:cNvPicPr preferRelativeResize="0"/>
          <p:nvPr/>
        </p:nvPicPr>
        <p:blipFill rotWithShape="1">
          <a:blip r:embed="rId5">
            <a:alphaModFix/>
          </a:blip>
          <a:srcRect/>
          <a:stretch/>
        </p:blipFill>
        <p:spPr>
          <a:xfrm>
            <a:off x="996437" y="3992838"/>
            <a:ext cx="3356444" cy="1680025"/>
          </a:xfrm>
          <a:prstGeom prst="rect">
            <a:avLst/>
          </a:prstGeom>
          <a:noFill/>
          <a:ln>
            <a:noFill/>
          </a:ln>
          <a:effectLst>
            <a:outerShdw blurRad="57150" dist="19050" dir="5400000" algn="bl" rotWithShape="0">
              <a:srgbClr val="BFBFBF"/>
            </a:outerShdw>
          </a:effectLst>
        </p:spPr>
      </p:pic>
      <p:pic>
        <p:nvPicPr>
          <p:cNvPr id="986" name="Google Shape;986;g26f40b1072c_1_28" title="JL693-32F.png"/>
          <p:cNvPicPr preferRelativeResize="0"/>
          <p:nvPr/>
        </p:nvPicPr>
        <p:blipFill rotWithShape="1">
          <a:blip r:embed="rId6">
            <a:alphaModFix/>
          </a:blip>
          <a:srcRect t="99" b="109"/>
          <a:stretch/>
        </p:blipFill>
        <p:spPr>
          <a:xfrm>
            <a:off x="4638719" y="3992838"/>
            <a:ext cx="3356444" cy="1680025"/>
          </a:xfrm>
          <a:prstGeom prst="rect">
            <a:avLst/>
          </a:prstGeom>
          <a:noFill/>
          <a:ln>
            <a:noFill/>
          </a:ln>
          <a:effectLst>
            <a:outerShdw blurRad="57150" dist="19050" dir="5400000" algn="bl" rotWithShape="0">
              <a:srgbClr val="BFBFBF"/>
            </a:outerShdw>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91"/>
        <p:cNvGrpSpPr/>
        <p:nvPr/>
      </p:nvGrpSpPr>
      <p:grpSpPr>
        <a:xfrm>
          <a:off x="0" y="0"/>
          <a:ext cx="0" cy="0"/>
          <a:chOff x="0" y="0"/>
          <a:chExt cx="0" cy="0"/>
        </a:xfrm>
      </p:grpSpPr>
      <p:sp>
        <p:nvSpPr>
          <p:cNvPr id="992" name="Google Shape;992;g26f40b1072c_1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2160"/>
              <a:buNone/>
            </a:pPr>
            <a:r>
              <a:rPr lang="en-US" sz="2000"/>
              <a:t>Review Common Exception Word</a:t>
            </a:r>
            <a:r>
              <a:rPr lang="en-US" sz="2000">
                <a:solidFill>
                  <a:srgbClr val="2356AF"/>
                </a:solidFill>
              </a:rPr>
              <a:t> climb</a:t>
            </a:r>
            <a:r>
              <a:rPr lang="en-US" sz="2000"/>
              <a:t>.</a:t>
            </a:r>
            <a:endParaRPr sz="2000"/>
          </a:p>
        </p:txBody>
      </p:sp>
      <p:pic>
        <p:nvPicPr>
          <p:cNvPr id="993" name="Google Shape;993;g26f40b1072c_1_0" title="JL687-77F.png"/>
          <p:cNvPicPr preferRelativeResize="0"/>
          <p:nvPr/>
        </p:nvPicPr>
        <p:blipFill rotWithShape="1">
          <a:blip r:embed="rId3">
            <a:alphaModFix/>
          </a:blip>
          <a:srcRect l="59" r="59"/>
          <a:stretch/>
        </p:blipFill>
        <p:spPr>
          <a:xfrm>
            <a:off x="2792917" y="2129450"/>
            <a:ext cx="3558166" cy="2542825"/>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98"/>
        <p:cNvGrpSpPr/>
        <p:nvPr/>
      </p:nvGrpSpPr>
      <p:grpSpPr>
        <a:xfrm>
          <a:off x="0" y="0"/>
          <a:ext cx="0" cy="0"/>
          <a:chOff x="0" y="0"/>
          <a:chExt cx="0" cy="0"/>
        </a:xfrm>
      </p:grpSpPr>
      <p:sp>
        <p:nvSpPr>
          <p:cNvPr id="999" name="Google Shape;999;g2ce718e20f2_0_84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1000" name="Google Shape;1000;g2ce718e20f2_0_84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Grapheme Captions</a:t>
            </a:r>
            <a:endParaRPr/>
          </a:p>
        </p:txBody>
      </p:sp>
      <p:sp>
        <p:nvSpPr>
          <p:cNvPr id="1001" name="Google Shape;1001;g2ce718e20f2_0_84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1002" name="Google Shape;1002;g2ce718e20f2_0_845" title="JL686-113F.png"/>
          <p:cNvPicPr preferRelativeResize="0"/>
          <p:nvPr/>
        </p:nvPicPr>
        <p:blipFill rotWithShape="1">
          <a:blip r:embed="rId3">
            <a:alphaModFix/>
          </a:blip>
          <a:srcRect t="49" b="49"/>
          <a:stretch/>
        </p:blipFill>
        <p:spPr>
          <a:xfrm>
            <a:off x="1325329" y="3214925"/>
            <a:ext cx="1557494" cy="2204792"/>
          </a:xfrm>
          <a:prstGeom prst="rect">
            <a:avLst/>
          </a:prstGeom>
          <a:noFill/>
          <a:ln>
            <a:noFill/>
          </a:ln>
          <a:effectLst>
            <a:outerShdw blurRad="71438" dist="28575" dir="5400000" algn="bl" rotWithShape="0">
              <a:srgbClr val="000000">
                <a:alpha val="15686"/>
              </a:srgbClr>
            </a:outerShdw>
          </a:effectLst>
        </p:spPr>
      </p:pic>
      <p:pic>
        <p:nvPicPr>
          <p:cNvPr id="1003" name="Google Shape;1003;g2ce718e20f2_0_845" title="JL686-114F.png"/>
          <p:cNvPicPr preferRelativeResize="0"/>
          <p:nvPr/>
        </p:nvPicPr>
        <p:blipFill rotWithShape="1">
          <a:blip r:embed="rId4">
            <a:alphaModFix/>
          </a:blip>
          <a:srcRect l="9"/>
          <a:stretch/>
        </p:blipFill>
        <p:spPr>
          <a:xfrm>
            <a:off x="2970461" y="3214925"/>
            <a:ext cx="1557494" cy="2204791"/>
          </a:xfrm>
          <a:prstGeom prst="rect">
            <a:avLst/>
          </a:prstGeom>
          <a:noFill/>
          <a:ln>
            <a:noFill/>
          </a:ln>
          <a:effectLst>
            <a:outerShdw blurRad="71438" dist="28575" dir="5400000" algn="bl" rotWithShape="0">
              <a:srgbClr val="000000">
                <a:alpha val="15686"/>
              </a:srgbClr>
            </a:outerShdw>
          </a:effectLst>
        </p:spPr>
      </p:pic>
      <p:pic>
        <p:nvPicPr>
          <p:cNvPr id="1004" name="Google Shape;1004;g2ce718e20f2_0_845" title="JL686-115F.png"/>
          <p:cNvPicPr preferRelativeResize="0"/>
          <p:nvPr/>
        </p:nvPicPr>
        <p:blipFill rotWithShape="1">
          <a:blip r:embed="rId5">
            <a:alphaModFix/>
          </a:blip>
          <a:srcRect t="49" b="49"/>
          <a:stretch/>
        </p:blipFill>
        <p:spPr>
          <a:xfrm>
            <a:off x="4615594" y="3214925"/>
            <a:ext cx="1557494" cy="2204792"/>
          </a:xfrm>
          <a:prstGeom prst="rect">
            <a:avLst/>
          </a:prstGeom>
          <a:noFill/>
          <a:ln>
            <a:noFill/>
          </a:ln>
          <a:effectLst>
            <a:outerShdw blurRad="71438" dist="28575" dir="5400000" algn="bl" rotWithShape="0">
              <a:srgbClr val="000000">
                <a:alpha val="15686"/>
              </a:srgbClr>
            </a:outerShdw>
          </a:effectLst>
        </p:spPr>
      </p:pic>
      <p:pic>
        <p:nvPicPr>
          <p:cNvPr id="1005" name="Google Shape;1005;g2ce718e20f2_0_845" title="JL686-116F.png"/>
          <p:cNvPicPr preferRelativeResize="0"/>
          <p:nvPr/>
        </p:nvPicPr>
        <p:blipFill rotWithShape="1">
          <a:blip r:embed="rId6">
            <a:alphaModFix/>
          </a:blip>
          <a:srcRect l="9"/>
          <a:stretch/>
        </p:blipFill>
        <p:spPr>
          <a:xfrm>
            <a:off x="6260727" y="3214925"/>
            <a:ext cx="1557494" cy="2204791"/>
          </a:xfrm>
          <a:prstGeom prst="rect">
            <a:avLst/>
          </a:prstGeom>
          <a:noFill/>
          <a:ln>
            <a:noFill/>
          </a:ln>
          <a:effectLst>
            <a:outerShdw blurRad="71438" dist="28575" dir="5400000" algn="bl" rotWithShape="0">
              <a:srgbClr val="000000">
                <a:alpha val="15686"/>
              </a:srgbClr>
            </a:outerShdw>
          </a:effectLst>
        </p:spPr>
      </p:pic>
      <p:pic>
        <p:nvPicPr>
          <p:cNvPr id="1006" name="Google Shape;1006;g2ce718e20f2_0_845" title="JL686-16F.png"/>
          <p:cNvPicPr preferRelativeResize="0"/>
          <p:nvPr/>
        </p:nvPicPr>
        <p:blipFill rotWithShape="1">
          <a:blip r:embed="rId7">
            <a:alphaModFix/>
          </a:blip>
          <a:srcRect l="89" r="79"/>
          <a:stretch/>
        </p:blipFill>
        <p:spPr>
          <a:xfrm>
            <a:off x="2147895" y="903304"/>
            <a:ext cx="1557496" cy="2204791"/>
          </a:xfrm>
          <a:prstGeom prst="rect">
            <a:avLst/>
          </a:prstGeom>
          <a:noFill/>
          <a:ln>
            <a:noFill/>
          </a:ln>
          <a:effectLst>
            <a:outerShdw blurRad="71438" dist="28575" dir="5400000" algn="bl" rotWithShape="0">
              <a:srgbClr val="000000">
                <a:alpha val="15686"/>
              </a:srgbClr>
            </a:outerShdw>
          </a:effectLst>
        </p:spPr>
      </p:pic>
      <p:pic>
        <p:nvPicPr>
          <p:cNvPr id="1007" name="Google Shape;1007;g2ce718e20f2_0_845" title="JL686-06F.png"/>
          <p:cNvPicPr preferRelativeResize="0"/>
          <p:nvPr/>
        </p:nvPicPr>
        <p:blipFill rotWithShape="1">
          <a:blip r:embed="rId8">
            <a:alphaModFix/>
          </a:blip>
          <a:srcRect l="89" r="79"/>
          <a:stretch/>
        </p:blipFill>
        <p:spPr>
          <a:xfrm>
            <a:off x="3793027" y="903304"/>
            <a:ext cx="1557496" cy="2204791"/>
          </a:xfrm>
          <a:prstGeom prst="rect">
            <a:avLst/>
          </a:prstGeom>
          <a:noFill/>
          <a:ln>
            <a:noFill/>
          </a:ln>
          <a:effectLst>
            <a:outerShdw blurRad="71438" dist="28575" dir="5400000" algn="bl" rotWithShape="0">
              <a:srgbClr val="000000">
                <a:alpha val="15686"/>
              </a:srgbClr>
            </a:outerShdw>
          </a:effectLst>
        </p:spPr>
      </p:pic>
      <p:pic>
        <p:nvPicPr>
          <p:cNvPr id="1008" name="Google Shape;1008;g2ce718e20f2_0_845" title="JL686-07F.png"/>
          <p:cNvPicPr preferRelativeResize="0"/>
          <p:nvPr/>
        </p:nvPicPr>
        <p:blipFill rotWithShape="1">
          <a:blip r:embed="rId9">
            <a:alphaModFix/>
          </a:blip>
          <a:srcRect l="29" r="29"/>
          <a:stretch/>
        </p:blipFill>
        <p:spPr>
          <a:xfrm>
            <a:off x="5438160" y="903304"/>
            <a:ext cx="1557496" cy="2204792"/>
          </a:xfrm>
          <a:prstGeom prst="rect">
            <a:avLst/>
          </a:prstGeom>
          <a:noFill/>
          <a:ln>
            <a:noFill/>
          </a:ln>
          <a:effectLst>
            <a:outerShdw blurRad="71438" dist="28575" dir="5400000" algn="bl" rotWithShape="0">
              <a:srgbClr val="000000">
                <a:alpha val="15686"/>
              </a:srgbClr>
            </a:outerShdw>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13"/>
        <p:cNvGrpSpPr/>
        <p:nvPr/>
      </p:nvGrpSpPr>
      <p:grpSpPr>
        <a:xfrm>
          <a:off x="0" y="0"/>
          <a:ext cx="0" cy="0"/>
          <a:chOff x="0" y="0"/>
          <a:chExt cx="0" cy="0"/>
        </a:xfrm>
      </p:grpSpPr>
      <p:sp>
        <p:nvSpPr>
          <p:cNvPr id="1014" name="Google Shape;1014;g2701ceed56d_4_32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1015" name="Google Shape;1015;g2701ceed56d_4_32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Grapheme Captions</a:t>
            </a:r>
            <a:endParaRPr/>
          </a:p>
        </p:txBody>
      </p:sp>
      <p:sp>
        <p:nvSpPr>
          <p:cNvPr id="1016" name="Google Shape;1016;g2701ceed56d_4_32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1017" name="Google Shape;1017;g2701ceed56d_4_329" title="JL686-113B.png"/>
          <p:cNvPicPr preferRelativeResize="0"/>
          <p:nvPr/>
        </p:nvPicPr>
        <p:blipFill rotWithShape="1">
          <a:blip r:embed="rId3">
            <a:alphaModFix/>
          </a:blip>
          <a:srcRect l="19" r="29"/>
          <a:stretch/>
        </p:blipFill>
        <p:spPr>
          <a:xfrm>
            <a:off x="1325549" y="3215172"/>
            <a:ext cx="1557496" cy="2204543"/>
          </a:xfrm>
          <a:prstGeom prst="rect">
            <a:avLst/>
          </a:prstGeom>
          <a:noFill/>
          <a:ln>
            <a:noFill/>
          </a:ln>
          <a:effectLst>
            <a:outerShdw blurRad="71438" dist="28575" dir="5400000" algn="bl" rotWithShape="0">
              <a:srgbClr val="000000">
                <a:alpha val="15686"/>
              </a:srgbClr>
            </a:outerShdw>
          </a:effectLst>
        </p:spPr>
      </p:pic>
      <p:pic>
        <p:nvPicPr>
          <p:cNvPr id="1018" name="Google Shape;1018;g2701ceed56d_4_329" title="JL686-114B.png"/>
          <p:cNvPicPr preferRelativeResize="0"/>
          <p:nvPr/>
        </p:nvPicPr>
        <p:blipFill rotWithShape="1">
          <a:blip r:embed="rId4">
            <a:alphaModFix/>
          </a:blip>
          <a:srcRect l="79" r="79"/>
          <a:stretch/>
        </p:blipFill>
        <p:spPr>
          <a:xfrm>
            <a:off x="2970682" y="3215172"/>
            <a:ext cx="1557496" cy="2204545"/>
          </a:xfrm>
          <a:prstGeom prst="rect">
            <a:avLst/>
          </a:prstGeom>
          <a:noFill/>
          <a:ln>
            <a:noFill/>
          </a:ln>
          <a:effectLst>
            <a:outerShdw blurRad="71438" dist="28575" dir="5400000" algn="bl" rotWithShape="0">
              <a:srgbClr val="000000">
                <a:alpha val="15686"/>
              </a:srgbClr>
            </a:outerShdw>
          </a:effectLst>
        </p:spPr>
      </p:pic>
      <p:pic>
        <p:nvPicPr>
          <p:cNvPr id="1019" name="Google Shape;1019;g2701ceed56d_4_329" title="JL686-115B.png"/>
          <p:cNvPicPr preferRelativeResize="0"/>
          <p:nvPr/>
        </p:nvPicPr>
        <p:blipFill rotWithShape="1">
          <a:blip r:embed="rId5">
            <a:alphaModFix/>
          </a:blip>
          <a:srcRect l="19" r="29"/>
          <a:stretch/>
        </p:blipFill>
        <p:spPr>
          <a:xfrm>
            <a:off x="4615815" y="3215172"/>
            <a:ext cx="1557496" cy="2204543"/>
          </a:xfrm>
          <a:prstGeom prst="rect">
            <a:avLst/>
          </a:prstGeom>
          <a:noFill/>
          <a:ln>
            <a:noFill/>
          </a:ln>
          <a:effectLst>
            <a:outerShdw blurRad="71438" dist="28575" dir="5400000" algn="bl" rotWithShape="0">
              <a:srgbClr val="000000">
                <a:alpha val="15686"/>
              </a:srgbClr>
            </a:outerShdw>
          </a:effectLst>
        </p:spPr>
      </p:pic>
      <p:pic>
        <p:nvPicPr>
          <p:cNvPr id="1020" name="Google Shape;1020;g2701ceed56d_4_329" title="JL686-116B.png"/>
          <p:cNvPicPr preferRelativeResize="0"/>
          <p:nvPr/>
        </p:nvPicPr>
        <p:blipFill rotWithShape="1">
          <a:blip r:embed="rId6">
            <a:alphaModFix/>
          </a:blip>
          <a:srcRect l="79" r="79"/>
          <a:stretch/>
        </p:blipFill>
        <p:spPr>
          <a:xfrm>
            <a:off x="6260947" y="3215172"/>
            <a:ext cx="1557496" cy="2204545"/>
          </a:xfrm>
          <a:prstGeom prst="rect">
            <a:avLst/>
          </a:prstGeom>
          <a:noFill/>
          <a:ln>
            <a:noFill/>
          </a:ln>
          <a:effectLst>
            <a:outerShdw blurRad="71438" dist="28575" dir="5400000" algn="bl" rotWithShape="0">
              <a:srgbClr val="000000">
                <a:alpha val="15686"/>
              </a:srgbClr>
            </a:outerShdw>
          </a:effectLst>
        </p:spPr>
      </p:pic>
      <p:pic>
        <p:nvPicPr>
          <p:cNvPr id="1021" name="Google Shape;1021;g2701ceed56d_4_329" title="JL686-16B.png"/>
          <p:cNvPicPr preferRelativeResize="0"/>
          <p:nvPr/>
        </p:nvPicPr>
        <p:blipFill rotWithShape="1">
          <a:blip r:embed="rId7">
            <a:alphaModFix/>
          </a:blip>
          <a:srcRect l="89" r="79"/>
          <a:stretch/>
        </p:blipFill>
        <p:spPr>
          <a:xfrm>
            <a:off x="2147896" y="903304"/>
            <a:ext cx="1557496" cy="2204791"/>
          </a:xfrm>
          <a:prstGeom prst="rect">
            <a:avLst/>
          </a:prstGeom>
          <a:noFill/>
          <a:ln>
            <a:noFill/>
          </a:ln>
          <a:effectLst>
            <a:outerShdw blurRad="71438" dist="28575" dir="5400000" algn="bl" rotWithShape="0">
              <a:srgbClr val="000000">
                <a:alpha val="15686"/>
              </a:srgbClr>
            </a:outerShdw>
          </a:effectLst>
        </p:spPr>
      </p:pic>
      <p:pic>
        <p:nvPicPr>
          <p:cNvPr id="1022" name="Google Shape;1022;g2701ceed56d_4_329" title="JL686-06B.png"/>
          <p:cNvPicPr preferRelativeResize="0"/>
          <p:nvPr/>
        </p:nvPicPr>
        <p:blipFill rotWithShape="1">
          <a:blip r:embed="rId8">
            <a:alphaModFix/>
          </a:blip>
          <a:srcRect r="10"/>
          <a:stretch/>
        </p:blipFill>
        <p:spPr>
          <a:xfrm>
            <a:off x="3793028" y="903304"/>
            <a:ext cx="1557496" cy="2204791"/>
          </a:xfrm>
          <a:prstGeom prst="rect">
            <a:avLst/>
          </a:prstGeom>
          <a:noFill/>
          <a:ln>
            <a:noFill/>
          </a:ln>
          <a:effectLst>
            <a:outerShdw blurRad="71438" dist="28575" dir="5400000" algn="bl" rotWithShape="0">
              <a:srgbClr val="000000">
                <a:alpha val="15686"/>
              </a:srgbClr>
            </a:outerShdw>
          </a:effectLst>
        </p:spPr>
      </p:pic>
      <p:pic>
        <p:nvPicPr>
          <p:cNvPr id="1023" name="Google Shape;1023;g2701ceed56d_4_329" title="JL686-07B.png"/>
          <p:cNvPicPr preferRelativeResize="0"/>
          <p:nvPr/>
        </p:nvPicPr>
        <p:blipFill rotWithShape="1">
          <a:blip r:embed="rId9">
            <a:alphaModFix/>
          </a:blip>
          <a:srcRect t="49" b="49"/>
          <a:stretch/>
        </p:blipFill>
        <p:spPr>
          <a:xfrm>
            <a:off x="5438161" y="903304"/>
            <a:ext cx="1557496" cy="2204792"/>
          </a:xfrm>
          <a:prstGeom prst="rect">
            <a:avLst/>
          </a:prstGeom>
          <a:noFill/>
          <a:ln>
            <a:noFill/>
          </a:ln>
          <a:effectLst>
            <a:outerShdw blurRad="71438" dist="28575" dir="5400000" algn="bl" rotWithShape="0">
              <a:srgbClr val="000000">
                <a:alpha val="15686"/>
              </a:srgbClr>
            </a:outerShdw>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28"/>
        <p:cNvGrpSpPr/>
        <p:nvPr/>
      </p:nvGrpSpPr>
      <p:grpSpPr>
        <a:xfrm>
          <a:off x="0" y="0"/>
          <a:ext cx="0" cy="0"/>
          <a:chOff x="0" y="0"/>
          <a:chExt cx="0" cy="0"/>
        </a:xfrm>
      </p:grpSpPr>
      <p:sp>
        <p:nvSpPr>
          <p:cNvPr id="1029" name="Google Shape;1029;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30" name="Google Shape;1030;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sp>
        <p:nvSpPr>
          <p:cNvPr id="1031" name="Google Shape;1031;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1032" name="Google Shape;1032;g26b641b03cd_0_204" title="JL689-128B.png"/>
          <p:cNvPicPr preferRelativeResize="0"/>
          <p:nvPr/>
        </p:nvPicPr>
        <p:blipFill rotWithShape="1">
          <a:blip r:embed="rId3">
            <a:alphaModFix/>
          </a:blip>
          <a:srcRect l="79" r="89"/>
          <a:stretch/>
        </p:blipFill>
        <p:spPr>
          <a:xfrm>
            <a:off x="930450" y="2188099"/>
            <a:ext cx="1747051" cy="2098801"/>
          </a:xfrm>
          <a:prstGeom prst="rect">
            <a:avLst/>
          </a:prstGeom>
          <a:noFill/>
          <a:ln>
            <a:noFill/>
          </a:ln>
          <a:effectLst>
            <a:outerShdw blurRad="114300" dist="19050" dir="5400000" algn="bl" rotWithShape="0">
              <a:srgbClr val="000000">
                <a:alpha val="20000"/>
              </a:srgbClr>
            </a:outerShdw>
          </a:effectLst>
        </p:spPr>
      </p:pic>
      <p:pic>
        <p:nvPicPr>
          <p:cNvPr id="1033" name="Google Shape;1033;g26b641b03cd_0_204" title="JL689-131B.png"/>
          <p:cNvPicPr preferRelativeResize="0"/>
          <p:nvPr/>
        </p:nvPicPr>
        <p:blipFill rotWithShape="1">
          <a:blip r:embed="rId4">
            <a:alphaModFix/>
          </a:blip>
          <a:srcRect l="149" r="159"/>
          <a:stretch/>
        </p:blipFill>
        <p:spPr>
          <a:xfrm>
            <a:off x="6466501" y="2188099"/>
            <a:ext cx="1747051" cy="2098801"/>
          </a:xfrm>
          <a:prstGeom prst="rect">
            <a:avLst/>
          </a:prstGeom>
          <a:noFill/>
          <a:ln>
            <a:noFill/>
          </a:ln>
          <a:effectLst>
            <a:outerShdw blurRad="114300" dist="19050" dir="5400000" algn="bl" rotWithShape="0">
              <a:srgbClr val="000000">
                <a:alpha val="20000"/>
              </a:srgbClr>
            </a:outerShdw>
          </a:effectLst>
        </p:spPr>
      </p:pic>
      <p:pic>
        <p:nvPicPr>
          <p:cNvPr id="1034" name="Google Shape;1034;g26b641b03cd_0_204" title="JL689-130B.png"/>
          <p:cNvPicPr preferRelativeResize="0"/>
          <p:nvPr/>
        </p:nvPicPr>
        <p:blipFill rotWithShape="1">
          <a:blip r:embed="rId5">
            <a:alphaModFix/>
          </a:blip>
          <a:srcRect l="149" r="159"/>
          <a:stretch/>
        </p:blipFill>
        <p:spPr>
          <a:xfrm>
            <a:off x="4621150" y="2188099"/>
            <a:ext cx="1747051" cy="2098801"/>
          </a:xfrm>
          <a:prstGeom prst="rect">
            <a:avLst/>
          </a:prstGeom>
          <a:noFill/>
          <a:ln>
            <a:noFill/>
          </a:ln>
          <a:effectLst>
            <a:outerShdw blurRad="114300" dist="19050" dir="5400000" algn="bl" rotWithShape="0">
              <a:srgbClr val="000000">
                <a:alpha val="20000"/>
              </a:srgbClr>
            </a:outerShdw>
          </a:effectLst>
        </p:spPr>
      </p:pic>
      <p:pic>
        <p:nvPicPr>
          <p:cNvPr id="1035" name="Google Shape;1035;g26b641b03cd_0_204" title="JL689-129B.png"/>
          <p:cNvPicPr preferRelativeResize="0"/>
          <p:nvPr/>
        </p:nvPicPr>
        <p:blipFill rotWithShape="1">
          <a:blip r:embed="rId6">
            <a:alphaModFix/>
          </a:blip>
          <a:srcRect l="149" r="159"/>
          <a:stretch/>
        </p:blipFill>
        <p:spPr>
          <a:xfrm>
            <a:off x="2775800" y="2188099"/>
            <a:ext cx="1747051" cy="2098801"/>
          </a:xfrm>
          <a:prstGeom prst="rect">
            <a:avLst/>
          </a:prstGeom>
          <a:noFill/>
          <a:ln>
            <a:noFill/>
          </a:ln>
          <a:effectLst>
            <a:outerShdw blurRad="114300" dist="19050" dir="5400000" algn="bl" rotWithShape="0">
              <a:srgbClr val="000000">
                <a:alpha val="20000"/>
              </a:srgbClr>
            </a:outerShdw>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40"/>
        <p:cNvGrpSpPr/>
        <p:nvPr/>
      </p:nvGrpSpPr>
      <p:grpSpPr>
        <a:xfrm>
          <a:off x="0" y="0"/>
          <a:ext cx="0" cy="0"/>
          <a:chOff x="0" y="0"/>
          <a:chExt cx="0" cy="0"/>
        </a:xfrm>
      </p:grpSpPr>
      <p:sp>
        <p:nvSpPr>
          <p:cNvPr id="1041" name="Google Shape;1041;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42" name="Google Shape;1042;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sp>
        <p:nvSpPr>
          <p:cNvPr id="1043" name="Google Shape;1043;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1044" name="Google Shape;1044;g2c186218c5a_0_48" title="JL689-128F.png"/>
          <p:cNvPicPr preferRelativeResize="0"/>
          <p:nvPr/>
        </p:nvPicPr>
        <p:blipFill rotWithShape="1">
          <a:blip r:embed="rId3">
            <a:alphaModFix/>
          </a:blip>
          <a:srcRect l="79" r="89"/>
          <a:stretch/>
        </p:blipFill>
        <p:spPr>
          <a:xfrm>
            <a:off x="930450" y="2188099"/>
            <a:ext cx="1747051" cy="2098801"/>
          </a:xfrm>
          <a:prstGeom prst="rect">
            <a:avLst/>
          </a:prstGeom>
          <a:noFill/>
          <a:ln>
            <a:noFill/>
          </a:ln>
          <a:effectLst>
            <a:outerShdw blurRad="114300" dist="19050" dir="5400000" algn="bl" rotWithShape="0">
              <a:srgbClr val="000000">
                <a:alpha val="20000"/>
              </a:srgbClr>
            </a:outerShdw>
          </a:effectLst>
        </p:spPr>
      </p:pic>
      <p:pic>
        <p:nvPicPr>
          <p:cNvPr id="1045" name="Google Shape;1045;g2c186218c5a_0_48" title="JL689-131F.png"/>
          <p:cNvPicPr preferRelativeResize="0"/>
          <p:nvPr/>
        </p:nvPicPr>
        <p:blipFill rotWithShape="1">
          <a:blip r:embed="rId4">
            <a:alphaModFix/>
          </a:blip>
          <a:srcRect l="149" r="159"/>
          <a:stretch/>
        </p:blipFill>
        <p:spPr>
          <a:xfrm>
            <a:off x="6466501" y="2188099"/>
            <a:ext cx="1747051" cy="2098801"/>
          </a:xfrm>
          <a:prstGeom prst="rect">
            <a:avLst/>
          </a:prstGeom>
          <a:noFill/>
          <a:ln>
            <a:noFill/>
          </a:ln>
          <a:effectLst>
            <a:outerShdw blurRad="114300" dist="19050" dir="5400000" algn="bl" rotWithShape="0">
              <a:srgbClr val="000000">
                <a:alpha val="20000"/>
              </a:srgbClr>
            </a:outerShdw>
          </a:effectLst>
        </p:spPr>
      </p:pic>
      <p:pic>
        <p:nvPicPr>
          <p:cNvPr id="1046" name="Google Shape;1046;g2c186218c5a_0_48" title="JL689-130F.png"/>
          <p:cNvPicPr preferRelativeResize="0"/>
          <p:nvPr/>
        </p:nvPicPr>
        <p:blipFill rotWithShape="1">
          <a:blip r:embed="rId5">
            <a:alphaModFix/>
          </a:blip>
          <a:srcRect l="149" r="159"/>
          <a:stretch/>
        </p:blipFill>
        <p:spPr>
          <a:xfrm>
            <a:off x="4621150" y="2188099"/>
            <a:ext cx="1747051" cy="2098801"/>
          </a:xfrm>
          <a:prstGeom prst="rect">
            <a:avLst/>
          </a:prstGeom>
          <a:noFill/>
          <a:ln>
            <a:noFill/>
          </a:ln>
          <a:effectLst>
            <a:outerShdw blurRad="114300" dist="19050" dir="5400000" algn="bl" rotWithShape="0">
              <a:srgbClr val="000000">
                <a:alpha val="20000"/>
              </a:srgbClr>
            </a:outerShdw>
          </a:effectLst>
        </p:spPr>
      </p:pic>
      <p:pic>
        <p:nvPicPr>
          <p:cNvPr id="1047" name="Google Shape;1047;g2c186218c5a_0_48" title="JL689-129F.png"/>
          <p:cNvPicPr preferRelativeResize="0"/>
          <p:nvPr/>
        </p:nvPicPr>
        <p:blipFill rotWithShape="1">
          <a:blip r:embed="rId6">
            <a:alphaModFix/>
          </a:blip>
          <a:srcRect l="149" r="159"/>
          <a:stretch/>
        </p:blipFill>
        <p:spPr>
          <a:xfrm>
            <a:off x="2775800" y="2188099"/>
            <a:ext cx="1747051" cy="2098801"/>
          </a:xfrm>
          <a:prstGeom prst="rect">
            <a:avLst/>
          </a:prstGeom>
          <a:noFill/>
          <a:ln>
            <a:noFill/>
          </a:ln>
          <a:effectLst>
            <a:outerShdw blurRad="114300" dist="19050" dir="5400000" algn="bl" rotWithShape="0">
              <a:srgbClr val="000000">
                <a:alpha val="20000"/>
              </a:srgbClr>
            </a:outerShdw>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52"/>
        <p:cNvGrpSpPr/>
        <p:nvPr/>
      </p:nvGrpSpPr>
      <p:grpSpPr>
        <a:xfrm>
          <a:off x="0" y="0"/>
          <a:ext cx="0" cy="0"/>
          <a:chOff x="0" y="0"/>
          <a:chExt cx="0" cy="0"/>
        </a:xfrm>
      </p:grpSpPr>
      <p:sp>
        <p:nvSpPr>
          <p:cNvPr id="1053" name="Google Shape;1053;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54" name="Google Shape;1054;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sp>
        <p:nvSpPr>
          <p:cNvPr id="1055" name="Google Shape;1055;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1056" name="Google Shape;1056;g26b641b03cd_0_213" title="JL692-128B.png"/>
          <p:cNvPicPr preferRelativeResize="0"/>
          <p:nvPr/>
        </p:nvPicPr>
        <p:blipFill rotWithShape="1">
          <a:blip r:embed="rId3">
            <a:alphaModFix/>
          </a:blip>
          <a:srcRect l="99" r="89"/>
          <a:stretch/>
        </p:blipFill>
        <p:spPr>
          <a:xfrm>
            <a:off x="855725" y="1962801"/>
            <a:ext cx="1740570" cy="2426701"/>
          </a:xfrm>
          <a:prstGeom prst="rect">
            <a:avLst/>
          </a:prstGeom>
          <a:noFill/>
          <a:ln>
            <a:noFill/>
          </a:ln>
          <a:effectLst>
            <a:outerShdw blurRad="85725" dist="19050" dir="5400000" algn="bl" rotWithShape="0">
              <a:srgbClr val="000000">
                <a:alpha val="20000"/>
              </a:srgbClr>
            </a:outerShdw>
          </a:effectLst>
        </p:spPr>
      </p:pic>
      <p:pic>
        <p:nvPicPr>
          <p:cNvPr id="1057" name="Google Shape;1057;g26b641b03cd_0_213" title="JL692-129B.png"/>
          <p:cNvPicPr preferRelativeResize="0"/>
          <p:nvPr/>
        </p:nvPicPr>
        <p:blipFill rotWithShape="1">
          <a:blip r:embed="rId4">
            <a:alphaModFix/>
          </a:blip>
          <a:srcRect l="99" r="89"/>
          <a:stretch/>
        </p:blipFill>
        <p:spPr>
          <a:xfrm>
            <a:off x="2753052" y="1962801"/>
            <a:ext cx="1740570" cy="2426701"/>
          </a:xfrm>
          <a:prstGeom prst="rect">
            <a:avLst/>
          </a:prstGeom>
          <a:noFill/>
          <a:ln>
            <a:noFill/>
          </a:ln>
          <a:effectLst>
            <a:outerShdw blurRad="85725" dist="19050" dir="5400000" algn="bl" rotWithShape="0">
              <a:srgbClr val="000000">
                <a:alpha val="20000"/>
              </a:srgbClr>
            </a:outerShdw>
          </a:effectLst>
        </p:spPr>
      </p:pic>
      <p:pic>
        <p:nvPicPr>
          <p:cNvPr id="1058" name="Google Shape;1058;g26b641b03cd_0_213" title="JL692-130B.png"/>
          <p:cNvPicPr preferRelativeResize="0"/>
          <p:nvPr/>
        </p:nvPicPr>
        <p:blipFill rotWithShape="1">
          <a:blip r:embed="rId5">
            <a:alphaModFix/>
          </a:blip>
          <a:srcRect l="99" r="89"/>
          <a:stretch/>
        </p:blipFill>
        <p:spPr>
          <a:xfrm>
            <a:off x="4650378" y="1962801"/>
            <a:ext cx="1740570" cy="2426701"/>
          </a:xfrm>
          <a:prstGeom prst="rect">
            <a:avLst/>
          </a:prstGeom>
          <a:noFill/>
          <a:ln>
            <a:noFill/>
          </a:ln>
          <a:effectLst>
            <a:outerShdw blurRad="85725" dist="19050" dir="5400000" algn="bl" rotWithShape="0">
              <a:srgbClr val="000000">
                <a:alpha val="20000"/>
              </a:srgbClr>
            </a:outerShdw>
          </a:effectLst>
        </p:spPr>
      </p:pic>
      <p:pic>
        <p:nvPicPr>
          <p:cNvPr id="1059" name="Google Shape;1059;g26b641b03cd_0_213" title="JL692-131B.png"/>
          <p:cNvPicPr preferRelativeResize="0"/>
          <p:nvPr/>
        </p:nvPicPr>
        <p:blipFill rotWithShape="1">
          <a:blip r:embed="rId6">
            <a:alphaModFix/>
          </a:blip>
          <a:srcRect/>
          <a:stretch/>
        </p:blipFill>
        <p:spPr>
          <a:xfrm>
            <a:off x="6547705" y="1962801"/>
            <a:ext cx="1740570" cy="2426701"/>
          </a:xfrm>
          <a:prstGeom prst="rect">
            <a:avLst/>
          </a:prstGeom>
          <a:noFill/>
          <a:ln>
            <a:noFill/>
          </a:ln>
          <a:effectLst>
            <a:outerShdw blurRad="85725" dist="19050" dir="5400000" algn="bl" rotWithShape="0">
              <a:srgbClr val="000000">
                <a:alpha val="20000"/>
              </a:srgbClr>
            </a:outerShdw>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64"/>
        <p:cNvGrpSpPr/>
        <p:nvPr/>
      </p:nvGrpSpPr>
      <p:grpSpPr>
        <a:xfrm>
          <a:off x="0" y="0"/>
          <a:ext cx="0" cy="0"/>
          <a:chOff x="0" y="0"/>
          <a:chExt cx="0" cy="0"/>
        </a:xfrm>
      </p:grpSpPr>
      <p:sp>
        <p:nvSpPr>
          <p:cNvPr id="1065" name="Google Shape;1065;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66" name="Google Shape;1066;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sp>
        <p:nvSpPr>
          <p:cNvPr id="1067" name="Google Shape;1067;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1068" name="Google Shape;1068;g2c186218c5a_0_149" title="JL692-128F.png"/>
          <p:cNvPicPr preferRelativeResize="0"/>
          <p:nvPr/>
        </p:nvPicPr>
        <p:blipFill rotWithShape="1">
          <a:blip r:embed="rId3">
            <a:alphaModFix/>
          </a:blip>
          <a:srcRect l="228" r="228"/>
          <a:stretch/>
        </p:blipFill>
        <p:spPr>
          <a:xfrm>
            <a:off x="855725" y="1962801"/>
            <a:ext cx="1740570" cy="2426701"/>
          </a:xfrm>
          <a:prstGeom prst="rect">
            <a:avLst/>
          </a:prstGeom>
          <a:noFill/>
          <a:ln>
            <a:noFill/>
          </a:ln>
          <a:effectLst>
            <a:outerShdw blurRad="85725" dist="19050" dir="5400000" algn="bl" rotWithShape="0">
              <a:srgbClr val="000000">
                <a:alpha val="20000"/>
              </a:srgbClr>
            </a:outerShdw>
          </a:effectLst>
        </p:spPr>
      </p:pic>
      <p:pic>
        <p:nvPicPr>
          <p:cNvPr id="1069" name="Google Shape;1069;g2c186218c5a_0_149" title="JL692-129F.png"/>
          <p:cNvPicPr preferRelativeResize="0"/>
          <p:nvPr/>
        </p:nvPicPr>
        <p:blipFill rotWithShape="1">
          <a:blip r:embed="rId4">
            <a:alphaModFix/>
          </a:blip>
          <a:srcRect l="228" r="228"/>
          <a:stretch/>
        </p:blipFill>
        <p:spPr>
          <a:xfrm>
            <a:off x="2753052" y="1962801"/>
            <a:ext cx="1740570" cy="2426701"/>
          </a:xfrm>
          <a:prstGeom prst="rect">
            <a:avLst/>
          </a:prstGeom>
          <a:noFill/>
          <a:ln>
            <a:noFill/>
          </a:ln>
          <a:effectLst>
            <a:outerShdw blurRad="85725" dist="19050" dir="5400000" algn="bl" rotWithShape="0">
              <a:srgbClr val="000000">
                <a:alpha val="20000"/>
              </a:srgbClr>
            </a:outerShdw>
          </a:effectLst>
        </p:spPr>
      </p:pic>
      <p:pic>
        <p:nvPicPr>
          <p:cNvPr id="1070" name="Google Shape;1070;g2c186218c5a_0_149" title="JL692-130F.png"/>
          <p:cNvPicPr preferRelativeResize="0"/>
          <p:nvPr/>
        </p:nvPicPr>
        <p:blipFill rotWithShape="1">
          <a:blip r:embed="rId5">
            <a:alphaModFix/>
          </a:blip>
          <a:srcRect l="228" r="228"/>
          <a:stretch/>
        </p:blipFill>
        <p:spPr>
          <a:xfrm>
            <a:off x="4650378" y="1962801"/>
            <a:ext cx="1740570" cy="2426701"/>
          </a:xfrm>
          <a:prstGeom prst="rect">
            <a:avLst/>
          </a:prstGeom>
          <a:noFill/>
          <a:ln>
            <a:noFill/>
          </a:ln>
          <a:effectLst>
            <a:outerShdw blurRad="85725" dist="19050" dir="5400000" algn="bl" rotWithShape="0">
              <a:srgbClr val="000000">
                <a:alpha val="20000"/>
              </a:srgbClr>
            </a:outerShdw>
          </a:effectLst>
        </p:spPr>
      </p:pic>
      <p:pic>
        <p:nvPicPr>
          <p:cNvPr id="1071" name="Google Shape;1071;g2c186218c5a_0_149" title="JL692-131F.png"/>
          <p:cNvPicPr preferRelativeResize="0"/>
          <p:nvPr/>
        </p:nvPicPr>
        <p:blipFill rotWithShape="1">
          <a:blip r:embed="rId6">
            <a:alphaModFix/>
          </a:blip>
          <a:srcRect l="129" r="139"/>
          <a:stretch/>
        </p:blipFill>
        <p:spPr>
          <a:xfrm>
            <a:off x="6547705" y="1962801"/>
            <a:ext cx="1740570" cy="2426701"/>
          </a:xfrm>
          <a:prstGeom prst="rect">
            <a:avLst/>
          </a:prstGeom>
          <a:noFill/>
          <a:ln>
            <a:noFill/>
          </a:ln>
          <a:effectLst>
            <a:outerShdw blurRad="85725" dist="19050" dir="5400000" algn="bl" rotWithShape="0">
              <a:srgbClr val="000000">
                <a:alpha val="20000"/>
              </a:srgbClr>
            </a:outerShdw>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76"/>
        <p:cNvGrpSpPr/>
        <p:nvPr/>
      </p:nvGrpSpPr>
      <p:grpSpPr>
        <a:xfrm>
          <a:off x="0" y="0"/>
          <a:ext cx="0" cy="0"/>
          <a:chOff x="0" y="0"/>
          <a:chExt cx="0" cy="0"/>
        </a:xfrm>
      </p:grpSpPr>
      <p:sp>
        <p:nvSpPr>
          <p:cNvPr id="1077" name="Google Shape;1077;g26b641b03cd_0_301"/>
          <p:cNvSpPr txBox="1">
            <a:spLocks noGrp="1"/>
          </p:cNvSpPr>
          <p:nvPr>
            <p:ph type="title"/>
          </p:nvPr>
        </p:nvSpPr>
        <p:spPr>
          <a:xfrm>
            <a:off x="769325" y="5568500"/>
            <a:ext cx="76053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sp>
        <p:nvSpPr>
          <p:cNvPr id="1078" name="Google Shape;1078;g26b641b03cd_0_30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1079" name="Google Shape;1079;g26b641b03cd_0_301"/>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1080" name="Google Shape;1080;g26b641b03cd_0_301" title="JL687-77F.png"/>
          <p:cNvPicPr preferRelativeResize="0"/>
          <p:nvPr/>
        </p:nvPicPr>
        <p:blipFill rotWithShape="1">
          <a:blip r:embed="rId3">
            <a:alphaModFix/>
          </a:blip>
          <a:srcRect l="59" r="5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85"/>
        <p:cNvGrpSpPr/>
        <p:nvPr/>
      </p:nvGrpSpPr>
      <p:grpSpPr>
        <a:xfrm>
          <a:off x="0" y="0"/>
          <a:ext cx="0" cy="0"/>
          <a:chOff x="0" y="0"/>
          <a:chExt cx="0" cy="0"/>
        </a:xfrm>
      </p:grpSpPr>
      <p:sp>
        <p:nvSpPr>
          <p:cNvPr id="1086" name="Google Shape;1086;g26b641b03cd_0_30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1087" name="Google Shape;1087;g26b641b03cd_0_30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
        <p:nvSpPr>
          <p:cNvPr id="1088" name="Google Shape;1088;g26b641b03cd_0_308"/>
          <p:cNvSpPr txBox="1">
            <a:spLocks noGrp="1"/>
          </p:cNvSpPr>
          <p:nvPr>
            <p:ph type="title"/>
          </p:nvPr>
        </p:nvSpPr>
        <p:spPr>
          <a:xfrm>
            <a:off x="789275" y="5568500"/>
            <a:ext cx="75654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pic>
        <p:nvPicPr>
          <p:cNvPr id="1089" name="Google Shape;1089;g26b641b03cd_0_308" title="JL687-77B.png"/>
          <p:cNvPicPr preferRelativeResize="0"/>
          <p:nvPr/>
        </p:nvPicPr>
        <p:blipFill rotWithShape="1">
          <a:blip r:embed="rId3">
            <a:alphaModFix/>
          </a:blip>
          <a:srcRect/>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94"/>
        <p:cNvGrpSpPr/>
        <p:nvPr/>
      </p:nvGrpSpPr>
      <p:grpSpPr>
        <a:xfrm>
          <a:off x="0" y="0"/>
          <a:ext cx="0" cy="0"/>
          <a:chOff x="0" y="0"/>
          <a:chExt cx="0" cy="0"/>
        </a:xfrm>
      </p:grpSpPr>
      <p:sp>
        <p:nvSpPr>
          <p:cNvPr id="1095" name="Google Shape;1095;g2701ceed56d_4_0"/>
          <p:cNvSpPr txBox="1">
            <a:spLocks noGrp="1"/>
          </p:cNvSpPr>
          <p:nvPr>
            <p:ph type="title"/>
          </p:nvPr>
        </p:nvSpPr>
        <p:spPr>
          <a:xfrm>
            <a:off x="775975" y="5568500"/>
            <a:ext cx="75921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sp>
        <p:nvSpPr>
          <p:cNvPr id="1096" name="Google Shape;1096;g2701ceed56d_4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1097" name="Google Shape;1097;g2701ceed56d_4_0"/>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grpSp>
        <p:nvGrpSpPr>
          <p:cNvPr id="1098" name="Google Shape;1098;g2701ceed56d_4_0"/>
          <p:cNvGrpSpPr/>
          <p:nvPr/>
        </p:nvGrpSpPr>
        <p:grpSpPr>
          <a:xfrm>
            <a:off x="975876" y="841623"/>
            <a:ext cx="7192217" cy="1957960"/>
            <a:chOff x="975876" y="841623"/>
            <a:chExt cx="7192217" cy="1957960"/>
          </a:xfrm>
        </p:grpSpPr>
        <p:pic>
          <p:nvPicPr>
            <p:cNvPr id="1099" name="Google Shape;1099;g2701ceed56d_4_0"/>
            <p:cNvPicPr preferRelativeResize="0"/>
            <p:nvPr/>
          </p:nvPicPr>
          <p:blipFill rotWithShape="1">
            <a:blip r:embed="rId3">
              <a:alphaModFix/>
            </a:blip>
            <a:srcRect t="79" b="89"/>
            <a:stretch/>
          </p:blipFill>
          <p:spPr>
            <a:xfrm>
              <a:off x="6430515" y="841625"/>
              <a:ext cx="828489" cy="592062"/>
            </a:xfrm>
            <a:prstGeom prst="rect">
              <a:avLst/>
            </a:prstGeom>
            <a:noFill/>
            <a:ln>
              <a:noFill/>
            </a:ln>
            <a:effectLst>
              <a:outerShdw blurRad="57150" dist="19050" dir="5400000" algn="bl" rotWithShape="0">
                <a:srgbClr val="000000">
                  <a:alpha val="20000"/>
                </a:srgbClr>
              </a:outerShdw>
            </a:effectLst>
          </p:spPr>
        </p:pic>
        <p:pic>
          <p:nvPicPr>
            <p:cNvPr id="1100" name="Google Shape;1100;g2701ceed56d_4_0"/>
            <p:cNvPicPr preferRelativeResize="0"/>
            <p:nvPr/>
          </p:nvPicPr>
          <p:blipFill rotWithShape="1">
            <a:blip r:embed="rId4">
              <a:alphaModFix/>
            </a:blip>
            <a:srcRect t="19" b="29"/>
            <a:stretch/>
          </p:blipFill>
          <p:spPr>
            <a:xfrm>
              <a:off x="5521390" y="1524573"/>
              <a:ext cx="828489" cy="592062"/>
            </a:xfrm>
            <a:prstGeom prst="rect">
              <a:avLst/>
            </a:prstGeom>
            <a:noFill/>
            <a:ln>
              <a:noFill/>
            </a:ln>
            <a:effectLst>
              <a:outerShdw blurRad="57150" dist="19050" dir="5400000" algn="bl" rotWithShape="0">
                <a:srgbClr val="000000">
                  <a:alpha val="20000"/>
                </a:srgbClr>
              </a:outerShdw>
            </a:effectLst>
          </p:spPr>
        </p:pic>
        <p:pic>
          <p:nvPicPr>
            <p:cNvPr id="1101" name="Google Shape;1101;g2701ceed56d_4_0"/>
            <p:cNvPicPr preferRelativeResize="0"/>
            <p:nvPr/>
          </p:nvPicPr>
          <p:blipFill rotWithShape="1">
            <a:blip r:embed="rId5">
              <a:alphaModFix/>
            </a:blip>
            <a:srcRect t="79" b="89"/>
            <a:stretch/>
          </p:blipFill>
          <p:spPr>
            <a:xfrm>
              <a:off x="5521405" y="841625"/>
              <a:ext cx="828489" cy="592062"/>
            </a:xfrm>
            <a:prstGeom prst="rect">
              <a:avLst/>
            </a:prstGeom>
            <a:noFill/>
            <a:ln>
              <a:noFill/>
            </a:ln>
            <a:effectLst>
              <a:outerShdw blurRad="57150" dist="19050" dir="5400000" algn="bl" rotWithShape="0">
                <a:srgbClr val="000000">
                  <a:alpha val="20000"/>
                </a:srgbClr>
              </a:outerShdw>
            </a:effectLst>
          </p:spPr>
        </p:pic>
        <p:pic>
          <p:nvPicPr>
            <p:cNvPr id="1102" name="Google Shape;1102;g2701ceed56d_4_0"/>
            <p:cNvPicPr preferRelativeResize="0"/>
            <p:nvPr/>
          </p:nvPicPr>
          <p:blipFill rotWithShape="1">
            <a:blip r:embed="rId6">
              <a:alphaModFix/>
            </a:blip>
            <a:srcRect l="59" r="59"/>
            <a:stretch/>
          </p:blipFill>
          <p:spPr>
            <a:xfrm>
              <a:off x="4612280" y="1524573"/>
              <a:ext cx="828489" cy="592062"/>
            </a:xfrm>
            <a:prstGeom prst="rect">
              <a:avLst/>
            </a:prstGeom>
            <a:noFill/>
            <a:ln>
              <a:noFill/>
            </a:ln>
            <a:effectLst>
              <a:outerShdw blurRad="57150" dist="19050" dir="5400000" algn="bl" rotWithShape="0">
                <a:srgbClr val="000000">
                  <a:alpha val="20000"/>
                </a:srgbClr>
              </a:outerShdw>
            </a:effectLst>
          </p:spPr>
        </p:pic>
        <p:pic>
          <p:nvPicPr>
            <p:cNvPr id="1103" name="Google Shape;1103;g2701ceed56d_4_0"/>
            <p:cNvPicPr preferRelativeResize="0"/>
            <p:nvPr/>
          </p:nvPicPr>
          <p:blipFill rotWithShape="1">
            <a:blip r:embed="rId7">
              <a:alphaModFix/>
            </a:blip>
            <a:srcRect/>
            <a:stretch/>
          </p:blipFill>
          <p:spPr>
            <a:xfrm>
              <a:off x="4612307" y="841625"/>
              <a:ext cx="828489" cy="592062"/>
            </a:xfrm>
            <a:prstGeom prst="rect">
              <a:avLst/>
            </a:prstGeom>
            <a:noFill/>
            <a:ln>
              <a:noFill/>
            </a:ln>
            <a:effectLst>
              <a:outerShdw blurRad="57150" dist="19050" dir="5400000" algn="bl" rotWithShape="0">
                <a:srgbClr val="000000">
                  <a:alpha val="20000"/>
                </a:srgbClr>
              </a:outerShdw>
            </a:effectLst>
          </p:spPr>
        </p:pic>
        <p:pic>
          <p:nvPicPr>
            <p:cNvPr id="1104" name="Google Shape;1104;g2701ceed56d_4_0"/>
            <p:cNvPicPr preferRelativeResize="0"/>
            <p:nvPr/>
          </p:nvPicPr>
          <p:blipFill rotWithShape="1">
            <a:blip r:embed="rId8">
              <a:alphaModFix/>
            </a:blip>
            <a:srcRect t="19" b="29"/>
            <a:stretch/>
          </p:blipFill>
          <p:spPr>
            <a:xfrm>
              <a:off x="3703182" y="1524573"/>
              <a:ext cx="828489" cy="592062"/>
            </a:xfrm>
            <a:prstGeom prst="rect">
              <a:avLst/>
            </a:prstGeom>
            <a:noFill/>
            <a:ln>
              <a:noFill/>
            </a:ln>
            <a:effectLst>
              <a:outerShdw blurRad="57150" dist="19050" dir="5400000" algn="bl" rotWithShape="0">
                <a:srgbClr val="000000">
                  <a:alpha val="20000"/>
                </a:srgbClr>
              </a:outerShdw>
            </a:effectLst>
          </p:spPr>
        </p:pic>
        <p:pic>
          <p:nvPicPr>
            <p:cNvPr id="1105" name="Google Shape;1105;g2701ceed56d_4_0"/>
            <p:cNvPicPr preferRelativeResize="0"/>
            <p:nvPr/>
          </p:nvPicPr>
          <p:blipFill rotWithShape="1">
            <a:blip r:embed="rId9">
              <a:alphaModFix/>
            </a:blip>
            <a:srcRect t="79" b="89"/>
            <a:stretch/>
          </p:blipFill>
          <p:spPr>
            <a:xfrm>
              <a:off x="3703209" y="841625"/>
              <a:ext cx="828489" cy="592062"/>
            </a:xfrm>
            <a:prstGeom prst="rect">
              <a:avLst/>
            </a:prstGeom>
            <a:noFill/>
            <a:ln>
              <a:noFill/>
            </a:ln>
            <a:effectLst>
              <a:outerShdw blurRad="57150" dist="19050" dir="5400000" algn="bl" rotWithShape="0">
                <a:srgbClr val="000000">
                  <a:alpha val="20000"/>
                </a:srgbClr>
              </a:outerShdw>
            </a:effectLst>
          </p:spPr>
        </p:pic>
        <p:pic>
          <p:nvPicPr>
            <p:cNvPr id="1106" name="Google Shape;1106;g2701ceed56d_4_0"/>
            <p:cNvPicPr preferRelativeResize="0"/>
            <p:nvPr/>
          </p:nvPicPr>
          <p:blipFill rotWithShape="1">
            <a:blip r:embed="rId10">
              <a:alphaModFix/>
            </a:blip>
            <a:srcRect l="59" r="59"/>
            <a:stretch/>
          </p:blipFill>
          <p:spPr>
            <a:xfrm>
              <a:off x="2794084" y="1524573"/>
              <a:ext cx="828489" cy="592062"/>
            </a:xfrm>
            <a:prstGeom prst="rect">
              <a:avLst/>
            </a:prstGeom>
            <a:noFill/>
            <a:ln>
              <a:noFill/>
            </a:ln>
            <a:effectLst>
              <a:outerShdw blurRad="57150" dist="19050" dir="5400000" algn="bl" rotWithShape="0">
                <a:srgbClr val="000000">
                  <a:alpha val="20000"/>
                </a:srgbClr>
              </a:outerShdw>
            </a:effectLst>
          </p:spPr>
        </p:pic>
        <p:pic>
          <p:nvPicPr>
            <p:cNvPr id="1107" name="Google Shape;1107;g2701ceed56d_4_0"/>
            <p:cNvPicPr preferRelativeResize="0"/>
            <p:nvPr/>
          </p:nvPicPr>
          <p:blipFill rotWithShape="1">
            <a:blip r:embed="rId11">
              <a:alphaModFix/>
            </a:blip>
            <a:srcRect/>
            <a:stretch/>
          </p:blipFill>
          <p:spPr>
            <a:xfrm>
              <a:off x="2794110" y="841625"/>
              <a:ext cx="828489" cy="592062"/>
            </a:xfrm>
            <a:prstGeom prst="rect">
              <a:avLst/>
            </a:prstGeom>
            <a:noFill/>
            <a:ln>
              <a:noFill/>
            </a:ln>
            <a:effectLst>
              <a:outerShdw blurRad="57150" dist="19050" dir="5400000" algn="bl" rotWithShape="0">
                <a:srgbClr val="000000">
                  <a:alpha val="20000"/>
                </a:srgbClr>
              </a:outerShdw>
            </a:effectLst>
          </p:spPr>
        </p:pic>
        <p:pic>
          <p:nvPicPr>
            <p:cNvPr id="1108" name="Google Shape;1108;g2701ceed56d_4_0"/>
            <p:cNvPicPr preferRelativeResize="0"/>
            <p:nvPr/>
          </p:nvPicPr>
          <p:blipFill rotWithShape="1">
            <a:blip r:embed="rId12">
              <a:alphaModFix/>
            </a:blip>
            <a:srcRect l="59" r="59"/>
            <a:stretch/>
          </p:blipFill>
          <p:spPr>
            <a:xfrm>
              <a:off x="1884985" y="1524573"/>
              <a:ext cx="828489" cy="592062"/>
            </a:xfrm>
            <a:prstGeom prst="rect">
              <a:avLst/>
            </a:prstGeom>
            <a:noFill/>
            <a:ln>
              <a:noFill/>
            </a:ln>
            <a:effectLst>
              <a:outerShdw blurRad="57150" dist="19050" dir="5400000" algn="bl" rotWithShape="0">
                <a:srgbClr val="000000">
                  <a:alpha val="20000"/>
                </a:srgbClr>
              </a:outerShdw>
            </a:effectLst>
          </p:spPr>
        </p:pic>
        <p:pic>
          <p:nvPicPr>
            <p:cNvPr id="1109" name="Google Shape;1109;g2701ceed56d_4_0"/>
            <p:cNvPicPr preferRelativeResize="0"/>
            <p:nvPr/>
          </p:nvPicPr>
          <p:blipFill rotWithShape="1">
            <a:blip r:embed="rId13">
              <a:alphaModFix/>
            </a:blip>
            <a:srcRect l="59" r="59"/>
            <a:stretch/>
          </p:blipFill>
          <p:spPr>
            <a:xfrm>
              <a:off x="975910" y="2207520"/>
              <a:ext cx="828489" cy="592062"/>
            </a:xfrm>
            <a:prstGeom prst="rect">
              <a:avLst/>
            </a:prstGeom>
            <a:noFill/>
            <a:ln>
              <a:noFill/>
            </a:ln>
            <a:effectLst>
              <a:outerShdw blurRad="57150" dist="19050" dir="5400000" algn="bl" rotWithShape="0">
                <a:srgbClr val="000000">
                  <a:alpha val="20000"/>
                </a:srgbClr>
              </a:outerShdw>
            </a:effectLst>
          </p:spPr>
        </p:pic>
        <p:pic>
          <p:nvPicPr>
            <p:cNvPr id="1110" name="Google Shape;1110;g2701ceed56d_4_0"/>
            <p:cNvPicPr preferRelativeResize="0"/>
            <p:nvPr/>
          </p:nvPicPr>
          <p:blipFill rotWithShape="1">
            <a:blip r:embed="rId14">
              <a:alphaModFix/>
            </a:blip>
            <a:srcRect/>
            <a:stretch/>
          </p:blipFill>
          <p:spPr>
            <a:xfrm>
              <a:off x="1885001" y="841625"/>
              <a:ext cx="828489" cy="592062"/>
            </a:xfrm>
            <a:prstGeom prst="rect">
              <a:avLst/>
            </a:prstGeom>
            <a:noFill/>
            <a:ln>
              <a:noFill/>
            </a:ln>
            <a:effectLst>
              <a:outerShdw blurRad="57150" dist="19050" dir="5400000" algn="bl" rotWithShape="0">
                <a:srgbClr val="000000">
                  <a:alpha val="20000"/>
                </a:srgbClr>
              </a:outerShdw>
            </a:effectLst>
          </p:spPr>
        </p:pic>
        <p:pic>
          <p:nvPicPr>
            <p:cNvPr id="1111" name="Google Shape;1111;g2701ceed56d_4_0"/>
            <p:cNvPicPr preferRelativeResize="0"/>
            <p:nvPr/>
          </p:nvPicPr>
          <p:blipFill rotWithShape="1">
            <a:blip r:embed="rId15">
              <a:alphaModFix/>
            </a:blip>
            <a:srcRect l="59" r="59"/>
            <a:stretch/>
          </p:blipFill>
          <p:spPr>
            <a:xfrm>
              <a:off x="975876" y="1524573"/>
              <a:ext cx="828489" cy="592062"/>
            </a:xfrm>
            <a:prstGeom prst="rect">
              <a:avLst/>
            </a:prstGeom>
            <a:noFill/>
            <a:ln>
              <a:noFill/>
            </a:ln>
            <a:effectLst>
              <a:outerShdw blurRad="57150" dist="19050" dir="5400000" algn="bl" rotWithShape="0">
                <a:srgbClr val="000000">
                  <a:alpha val="20000"/>
                </a:srgbClr>
              </a:outerShdw>
            </a:effectLst>
          </p:spPr>
        </p:pic>
        <p:pic>
          <p:nvPicPr>
            <p:cNvPr id="1112" name="Google Shape;1112;g2701ceed56d_4_0"/>
            <p:cNvPicPr preferRelativeResize="0"/>
            <p:nvPr/>
          </p:nvPicPr>
          <p:blipFill rotWithShape="1">
            <a:blip r:embed="rId16">
              <a:alphaModFix/>
            </a:blip>
            <a:srcRect t="19" b="29"/>
            <a:stretch/>
          </p:blipFill>
          <p:spPr>
            <a:xfrm>
              <a:off x="7339601" y="1524570"/>
              <a:ext cx="828489" cy="592062"/>
            </a:xfrm>
            <a:prstGeom prst="rect">
              <a:avLst/>
            </a:prstGeom>
            <a:noFill/>
            <a:ln>
              <a:noFill/>
            </a:ln>
            <a:effectLst>
              <a:outerShdw blurRad="57150" dist="19050" dir="5400000" algn="bl" rotWithShape="0">
                <a:srgbClr val="000000">
                  <a:alpha val="20000"/>
                </a:srgbClr>
              </a:outerShdw>
            </a:effectLst>
          </p:spPr>
        </p:pic>
        <p:pic>
          <p:nvPicPr>
            <p:cNvPr id="1113" name="Google Shape;1113;g2701ceed56d_4_0"/>
            <p:cNvPicPr preferRelativeResize="0"/>
            <p:nvPr/>
          </p:nvPicPr>
          <p:blipFill rotWithShape="1">
            <a:blip r:embed="rId17">
              <a:alphaModFix/>
            </a:blip>
            <a:srcRect/>
            <a:stretch/>
          </p:blipFill>
          <p:spPr>
            <a:xfrm>
              <a:off x="975880" y="841625"/>
              <a:ext cx="828489" cy="592062"/>
            </a:xfrm>
            <a:prstGeom prst="rect">
              <a:avLst/>
            </a:prstGeom>
            <a:noFill/>
            <a:ln>
              <a:noFill/>
            </a:ln>
            <a:effectLst>
              <a:outerShdw blurRad="57150" dist="19050" dir="5400000" algn="bl" rotWithShape="0">
                <a:srgbClr val="000000">
                  <a:alpha val="20000"/>
                </a:srgbClr>
              </a:outerShdw>
            </a:effectLst>
          </p:spPr>
        </p:pic>
        <p:pic>
          <p:nvPicPr>
            <p:cNvPr id="1114" name="Google Shape;1114;g2701ceed56d_4_0"/>
            <p:cNvPicPr preferRelativeResize="0"/>
            <p:nvPr/>
          </p:nvPicPr>
          <p:blipFill rotWithShape="1">
            <a:blip r:embed="rId18">
              <a:alphaModFix/>
            </a:blip>
            <a:srcRect t="79" b="89"/>
            <a:stretch/>
          </p:blipFill>
          <p:spPr>
            <a:xfrm>
              <a:off x="7339605" y="841623"/>
              <a:ext cx="828489" cy="592062"/>
            </a:xfrm>
            <a:prstGeom prst="rect">
              <a:avLst/>
            </a:prstGeom>
            <a:noFill/>
            <a:ln>
              <a:noFill/>
            </a:ln>
            <a:effectLst>
              <a:outerShdw blurRad="57150" dist="19050" dir="5400000" algn="bl" rotWithShape="0">
                <a:srgbClr val="000000">
                  <a:alpha val="20000"/>
                </a:srgbClr>
              </a:outerShdw>
            </a:effectLst>
          </p:spPr>
        </p:pic>
        <p:pic>
          <p:nvPicPr>
            <p:cNvPr id="1115" name="Google Shape;1115;g2701ceed56d_4_0"/>
            <p:cNvPicPr preferRelativeResize="0"/>
            <p:nvPr/>
          </p:nvPicPr>
          <p:blipFill rotWithShape="1">
            <a:blip r:embed="rId19">
              <a:alphaModFix/>
            </a:blip>
            <a:srcRect t="19" b="29"/>
            <a:stretch/>
          </p:blipFill>
          <p:spPr>
            <a:xfrm>
              <a:off x="6430480" y="1524570"/>
              <a:ext cx="828489" cy="592062"/>
            </a:xfrm>
            <a:prstGeom prst="rect">
              <a:avLst/>
            </a:prstGeom>
            <a:noFill/>
            <a:ln>
              <a:noFill/>
            </a:ln>
            <a:effectLst>
              <a:outerShdw blurRad="57150" dist="19050" dir="5400000" algn="bl" rotWithShape="0">
                <a:srgbClr val="000000">
                  <a:alpha val="20000"/>
                </a:srgbClr>
              </a:outerShdw>
            </a:effectLst>
          </p:spPr>
        </p:pic>
        <p:pic>
          <p:nvPicPr>
            <p:cNvPr id="1116" name="Google Shape;1116;g2701ceed56d_4_0" title="JL687-77F.png"/>
            <p:cNvPicPr preferRelativeResize="0"/>
            <p:nvPr/>
          </p:nvPicPr>
          <p:blipFill rotWithShape="1">
            <a:blip r:embed="rId20">
              <a:alphaModFix/>
            </a:blip>
            <a:srcRect l="59" r="59"/>
            <a:stretch/>
          </p:blipFill>
          <p:spPr>
            <a:xfrm>
              <a:off x="1884985" y="2207520"/>
              <a:ext cx="828489" cy="592062"/>
            </a:xfrm>
            <a:prstGeom prst="rect">
              <a:avLst/>
            </a:prstGeom>
            <a:noFill/>
            <a:ln>
              <a:noFill/>
            </a:ln>
            <a:effectLst>
              <a:outerShdw blurRad="57150" dist="19050" dir="5400000" algn="bl" rotWithShape="0">
                <a:srgbClr val="000000">
                  <a:alpha val="20000"/>
                </a:srgbClr>
              </a:outerShdw>
            </a:effectLst>
          </p:spPr>
        </p:pic>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21"/>
        <p:cNvGrpSpPr/>
        <p:nvPr/>
      </p:nvGrpSpPr>
      <p:grpSpPr>
        <a:xfrm>
          <a:off x="0" y="0"/>
          <a:ext cx="0" cy="0"/>
          <a:chOff x="0" y="0"/>
          <a:chExt cx="0" cy="0"/>
        </a:xfrm>
      </p:grpSpPr>
      <p:grpSp>
        <p:nvGrpSpPr>
          <p:cNvPr id="1122" name="Google Shape;1122;g27383385af6_0_41"/>
          <p:cNvGrpSpPr/>
          <p:nvPr/>
        </p:nvGrpSpPr>
        <p:grpSpPr>
          <a:xfrm>
            <a:off x="5102974" y="2689575"/>
            <a:ext cx="3633202" cy="2747300"/>
            <a:chOff x="5102974" y="2689575"/>
            <a:chExt cx="3633202" cy="2747300"/>
          </a:xfrm>
        </p:grpSpPr>
        <p:pic>
          <p:nvPicPr>
            <p:cNvPr id="1123" name="Google Shape;1123;g27383385af6_0_41"/>
            <p:cNvPicPr preferRelativeResize="0"/>
            <p:nvPr/>
          </p:nvPicPr>
          <p:blipFill rotWithShape="1">
            <a:blip r:embed="rId3">
              <a:alphaModFix/>
            </a:blip>
            <a:srcRect/>
            <a:stretch/>
          </p:blipFill>
          <p:spPr>
            <a:xfrm>
              <a:off x="5102974" y="2705950"/>
              <a:ext cx="1819888" cy="1417850"/>
            </a:xfrm>
            <a:prstGeom prst="rect">
              <a:avLst/>
            </a:prstGeom>
            <a:noFill/>
            <a:ln>
              <a:noFill/>
            </a:ln>
          </p:spPr>
        </p:pic>
        <p:pic>
          <p:nvPicPr>
            <p:cNvPr id="1124" name="Google Shape;1124;g27383385af6_0_41"/>
            <p:cNvPicPr preferRelativeResize="0"/>
            <p:nvPr/>
          </p:nvPicPr>
          <p:blipFill rotWithShape="1">
            <a:blip r:embed="rId4">
              <a:alphaModFix/>
            </a:blip>
            <a:srcRect/>
            <a:stretch/>
          </p:blipFill>
          <p:spPr>
            <a:xfrm>
              <a:off x="7004151" y="2689575"/>
              <a:ext cx="1732025" cy="1567550"/>
            </a:xfrm>
            <a:prstGeom prst="rect">
              <a:avLst/>
            </a:prstGeom>
            <a:noFill/>
            <a:ln>
              <a:noFill/>
            </a:ln>
          </p:spPr>
        </p:pic>
        <p:pic>
          <p:nvPicPr>
            <p:cNvPr id="1125" name="Google Shape;1125;g27383385af6_0_41"/>
            <p:cNvPicPr preferRelativeResize="0"/>
            <p:nvPr/>
          </p:nvPicPr>
          <p:blipFill rotWithShape="1">
            <a:blip r:embed="rId5">
              <a:alphaModFix/>
            </a:blip>
            <a:srcRect/>
            <a:stretch/>
          </p:blipFill>
          <p:spPr>
            <a:xfrm>
              <a:off x="5102974" y="4123814"/>
              <a:ext cx="1835648" cy="1313061"/>
            </a:xfrm>
            <a:prstGeom prst="rect">
              <a:avLst/>
            </a:prstGeom>
            <a:noFill/>
            <a:ln>
              <a:noFill/>
            </a:ln>
          </p:spPr>
        </p:pic>
      </p:grpSp>
      <p:grpSp>
        <p:nvGrpSpPr>
          <p:cNvPr id="1126" name="Google Shape;1126;g27383385af6_0_41"/>
          <p:cNvGrpSpPr/>
          <p:nvPr/>
        </p:nvGrpSpPr>
        <p:grpSpPr>
          <a:xfrm>
            <a:off x="718696" y="2726166"/>
            <a:ext cx="4234957" cy="2389834"/>
            <a:chOff x="718696" y="2726166"/>
            <a:chExt cx="4234957" cy="2389834"/>
          </a:xfrm>
        </p:grpSpPr>
        <p:pic>
          <p:nvPicPr>
            <p:cNvPr id="1127" name="Google Shape;1127;g27383385af6_0_41"/>
            <p:cNvPicPr preferRelativeResize="0"/>
            <p:nvPr/>
          </p:nvPicPr>
          <p:blipFill rotWithShape="1">
            <a:blip r:embed="rId6">
              <a:alphaModFix/>
            </a:blip>
            <a:srcRect r="50009"/>
            <a:stretch/>
          </p:blipFill>
          <p:spPr>
            <a:xfrm>
              <a:off x="726869" y="2734350"/>
              <a:ext cx="1164324" cy="1146100"/>
            </a:xfrm>
            <a:prstGeom prst="rect">
              <a:avLst/>
            </a:prstGeom>
            <a:noFill/>
            <a:ln>
              <a:noFill/>
            </a:ln>
          </p:spPr>
        </p:pic>
        <p:pic>
          <p:nvPicPr>
            <p:cNvPr id="1128" name="Google Shape;1128;g27383385af6_0_41"/>
            <p:cNvPicPr preferRelativeResize="0"/>
            <p:nvPr/>
          </p:nvPicPr>
          <p:blipFill rotWithShape="1">
            <a:blip r:embed="rId7">
              <a:alphaModFix/>
            </a:blip>
            <a:srcRect l="49238"/>
            <a:stretch/>
          </p:blipFill>
          <p:spPr>
            <a:xfrm>
              <a:off x="3789328" y="2726166"/>
              <a:ext cx="1164325" cy="1129825"/>
            </a:xfrm>
            <a:prstGeom prst="rect">
              <a:avLst/>
            </a:prstGeom>
            <a:noFill/>
            <a:ln>
              <a:noFill/>
            </a:ln>
          </p:spPr>
        </p:pic>
        <p:pic>
          <p:nvPicPr>
            <p:cNvPr id="1129" name="Google Shape;1129;g27383385af6_0_41"/>
            <p:cNvPicPr preferRelativeResize="0"/>
            <p:nvPr/>
          </p:nvPicPr>
          <p:blipFill rotWithShape="1">
            <a:blip r:embed="rId8">
              <a:alphaModFix/>
            </a:blip>
            <a:srcRect r="50475"/>
            <a:stretch/>
          </p:blipFill>
          <p:spPr>
            <a:xfrm>
              <a:off x="718696" y="3962375"/>
              <a:ext cx="1164325" cy="1153625"/>
            </a:xfrm>
            <a:prstGeom prst="rect">
              <a:avLst/>
            </a:prstGeom>
            <a:noFill/>
            <a:ln>
              <a:noFill/>
            </a:ln>
          </p:spPr>
        </p:pic>
        <p:pic>
          <p:nvPicPr>
            <p:cNvPr id="1130" name="Google Shape;1130;g27383385af6_0_41"/>
            <p:cNvPicPr preferRelativeResize="0"/>
            <p:nvPr/>
          </p:nvPicPr>
          <p:blipFill rotWithShape="1">
            <a:blip r:embed="rId6">
              <a:alphaModFix/>
            </a:blip>
            <a:srcRect l="50009"/>
            <a:stretch/>
          </p:blipFill>
          <p:spPr>
            <a:xfrm>
              <a:off x="1663001" y="2734350"/>
              <a:ext cx="1164324" cy="1146100"/>
            </a:xfrm>
            <a:prstGeom prst="rect">
              <a:avLst/>
            </a:prstGeom>
            <a:noFill/>
            <a:ln>
              <a:noFill/>
            </a:ln>
          </p:spPr>
        </p:pic>
        <p:pic>
          <p:nvPicPr>
            <p:cNvPr id="1131" name="Google Shape;1131;g27383385af6_0_41"/>
            <p:cNvPicPr preferRelativeResize="0"/>
            <p:nvPr/>
          </p:nvPicPr>
          <p:blipFill rotWithShape="1">
            <a:blip r:embed="rId7">
              <a:alphaModFix/>
            </a:blip>
            <a:srcRect r="49238"/>
            <a:stretch/>
          </p:blipFill>
          <p:spPr>
            <a:xfrm>
              <a:off x="2804104" y="2734350"/>
              <a:ext cx="1164325" cy="1129825"/>
            </a:xfrm>
            <a:prstGeom prst="rect">
              <a:avLst/>
            </a:prstGeom>
            <a:noFill/>
            <a:ln>
              <a:noFill/>
            </a:ln>
          </p:spPr>
        </p:pic>
        <p:pic>
          <p:nvPicPr>
            <p:cNvPr id="1132" name="Google Shape;1132;g27383385af6_0_41"/>
            <p:cNvPicPr preferRelativeResize="0"/>
            <p:nvPr/>
          </p:nvPicPr>
          <p:blipFill rotWithShape="1">
            <a:blip r:embed="rId8">
              <a:alphaModFix/>
            </a:blip>
            <a:srcRect l="50475"/>
            <a:stretch/>
          </p:blipFill>
          <p:spPr>
            <a:xfrm>
              <a:off x="1676746" y="3962375"/>
              <a:ext cx="1164325" cy="1153625"/>
            </a:xfrm>
            <a:prstGeom prst="rect">
              <a:avLst/>
            </a:prstGeom>
            <a:noFill/>
            <a:ln>
              <a:noFill/>
            </a:ln>
          </p:spPr>
        </p:pic>
      </p:gr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401</Words>
  <Application>Microsoft Office PowerPoint</Application>
  <PresentationFormat>On-screen Show (4:3)</PresentationFormat>
  <Paragraphs>99</Paragraphs>
  <Slides>23</Slides>
  <Notes>23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23</vt:i4>
      </vt:variant>
    </vt:vector>
  </HeadingPairs>
  <TitlesOfParts>
    <vt:vector size="31" baseType="lpstr">
      <vt:lpstr>Nunito Black</vt:lpstr>
      <vt:lpstr>Poppins SemiBold</vt:lpstr>
      <vt:lpstr>Calibri</vt:lpstr>
      <vt:lpstr>Poppins Medium</vt:lpstr>
      <vt:lpstr>Arial</vt:lpstr>
      <vt:lpstr>Jost</vt:lpstr>
      <vt:lpstr>Poppins</vt:lpstr>
      <vt:lpstr>Office Theme</vt:lpstr>
      <vt:lpstr>PowerPoint Presentation</vt:lpstr>
      <vt:lpstr>PowerPoint Presentation</vt:lpstr>
      <vt:lpstr>Recall all GPCs learned so far using flashcards.</vt:lpstr>
      <vt:lpstr>Recall all GPCs learned so far using flashcards.</vt:lpstr>
      <vt:lpstr>Recall all GPCs learned so far using flashcards.</vt:lpstr>
      <vt:lpstr>Recall all GPCs learned so far using flashcards.</vt:lpstr>
      <vt:lpstr>Review Phase 2 Common Exception Words  as I is no go to into the put his has of pull full.</vt:lpstr>
      <vt:lpstr>Review Phase 3 Common Exception Words push they me we be he she my by looked you are there here were all sure.</vt:lpstr>
      <vt:lpstr>Review Phase 4 Common Exception Words said like out have some come what was so old do little one.</vt:lpstr>
      <vt:lpstr>Review Phase 5 Common Exception Words today house mouse hour because Mr Mrs Ms where should could would move use.</vt:lpstr>
      <vt:lpstr>Review Phase 5.5 Common Exception Words people wild child mind kind behind eye oh most only both though through who prove shoe beautiful climb.</vt:lpstr>
      <vt:lpstr>Teach Homophones:  write / right, wring / ring, know / no, knight / night.</vt:lpstr>
      <vt:lpstr>Review Common Exception Word climb.</vt:lpstr>
      <vt:lpstr>Review Grapheme Captions</vt:lpstr>
      <vt:lpstr>Review Grapheme Captions</vt:lpstr>
      <vt:lpstr>Build a Decodable Word</vt:lpstr>
      <vt:lpstr>Build a Decodable Word</vt:lpstr>
      <vt:lpstr>Practise with Alien Words</vt:lpstr>
      <vt:lpstr>Practise with Alien Words</vt:lpstr>
      <vt:lpstr>Practise Common Exception Words</vt:lpstr>
      <vt:lpstr>Practise Common Exception Words</vt:lpstr>
      <vt:lpstr>Practise Common Exception Words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2026-05-27T03:59:25Z</dcterms:modified>
</cp:coreProperties>
</file>