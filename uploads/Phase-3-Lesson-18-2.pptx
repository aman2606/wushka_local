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embeddedFontLst>
    <p:embeddedFont>
      <p:font typeface="Jost" panose="020B0604020202020204" charset="0"/>
      <p:regular r:id="rId17"/>
      <p:bold r:id="rId18"/>
      <p:italic r:id="rId19"/>
      <p:boldItalic r:id="rId20"/>
    </p:embeddedFont>
    <p:embeddedFont>
      <p:font typeface="Lexend Light" panose="020B0604020202020204" charset="0"/>
      <p:regular r:id="rId21"/>
      <p:bold r:id="rId22"/>
    </p:embeddedFont>
    <p:embeddedFont>
      <p:font typeface="Mulish" panose="020B0604020202020204" charset="0"/>
      <p:regular r:id="rId23"/>
      <p:bold r:id="rId24"/>
      <p:italic r:id="rId25"/>
      <p:boldItalic r:id="rId26"/>
    </p:embeddedFont>
    <p:embeddedFont>
      <p:font typeface="Nunito Black" pitchFamily="2" charset="0"/>
      <p:bold r:id="rId27"/>
      <p:boldItalic r:id="rId28"/>
    </p:embeddedFont>
    <p:embeddedFont>
      <p:font typeface="Poppins" panose="00000500000000000000" pitchFamily="2" charset="0"/>
      <p:regular r:id="rId29"/>
      <p:bold r:id="rId30"/>
      <p:italic r:id="rId31"/>
      <p:boldItalic r:id="rId32"/>
    </p:embeddedFont>
    <p:embeddedFont>
      <p:font typeface="Poppins Medium" panose="00000600000000000000" pitchFamily="2" charset="0"/>
      <p:regular r:id="rId33"/>
      <p:bold r:id="rId34"/>
      <p:italic r:id="rId35"/>
      <p:boldItalic r:id="rId36"/>
    </p:embeddedFont>
    <p:embeddedFont>
      <p:font typeface="Poppins SemiBold" panose="000007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7" roundtripDataSignature="AMtx7mgp+QjlhFJqHsBnJ5lbBvRpZUYfx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136533D-FC79-4444-A4CA-216E8E011EDA}">
  <a:tblStyle styleId="{4136533D-FC79-4444-A4CA-216E8E011EDA}"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9" Type="http://schemas.openxmlformats.org/officeDocument/2006/relationships/font" Target="fonts/font23.fntdata"/><Relationship Id="rId21" Type="http://schemas.openxmlformats.org/officeDocument/2006/relationships/font" Target="fonts/font5.fntdata"/><Relationship Id="rId34" Type="http://schemas.openxmlformats.org/officeDocument/2006/relationships/font" Target="fonts/font18.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font" Target="fonts/font16.fntdata"/><Relationship Id="rId37" Type="http://schemas.openxmlformats.org/officeDocument/2006/relationships/font" Target="fonts/font21.fntdata"/><Relationship Id="rId40" Type="http://schemas.openxmlformats.org/officeDocument/2006/relationships/font" Target="fonts/font2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36" Type="http://schemas.openxmlformats.org/officeDocument/2006/relationships/font" Target="fonts/font20.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font" Target="fonts/font15.fntdata"/><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font" Target="fonts/font14.fntdata"/><Relationship Id="rId35" Type="http://schemas.openxmlformats.org/officeDocument/2006/relationships/font" Target="fonts/font19.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font" Target="fonts/font17.fntdata"/><Relationship Id="rId38" Type="http://schemas.openxmlformats.org/officeDocument/2006/relationships/font" Target="fonts/font22.fntdata"/><Relationship Id="rId20" Type="http://schemas.openxmlformats.org/officeDocument/2006/relationships/font" Target="fonts/font4.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en McNally" userId="f41ca301-1e42-4df6-b366-de7a1f7b738f" providerId="ADAL" clId="{6CFED5F7-CA71-4C86-9636-282E33979310}"/>
    <pc:docChg chg="custSel modSld">
      <pc:chgData name="Lauren McNally" userId="f41ca301-1e42-4df6-b366-de7a1f7b738f" providerId="ADAL" clId="{6CFED5F7-CA71-4C86-9636-282E33979310}" dt="2026-04-29T01:56:32.522" v="48" actId="6549"/>
      <pc:docMkLst>
        <pc:docMk/>
      </pc:docMkLst>
      <pc:sldChg chg="delSp modSp mod">
        <pc:chgData name="Lauren McNally" userId="f41ca301-1e42-4df6-b366-de7a1f7b738f" providerId="ADAL" clId="{6CFED5F7-CA71-4C86-9636-282E33979310}" dt="2026-04-29T01:56:32.522" v="48" actId="6549"/>
        <pc:sldMkLst>
          <pc:docMk/>
          <pc:sldMk cId="0" sldId="257"/>
        </pc:sldMkLst>
        <pc:spChg chg="mod">
          <ac:chgData name="Lauren McNally" userId="f41ca301-1e42-4df6-b366-de7a1f7b738f" providerId="ADAL" clId="{6CFED5F7-CA71-4C86-9636-282E33979310}" dt="2026-04-29T01:56:24.468" v="45" actId="6549"/>
          <ac:spMkLst>
            <pc:docMk/>
            <pc:sldMk cId="0" sldId="257"/>
            <ac:spMk id="724" creationId="{00000000-0000-0000-0000-000000000000}"/>
          </ac:spMkLst>
        </pc:spChg>
        <pc:spChg chg="mod">
          <ac:chgData name="Lauren McNally" userId="f41ca301-1e42-4df6-b366-de7a1f7b738f" providerId="ADAL" clId="{6CFED5F7-CA71-4C86-9636-282E33979310}" dt="2026-04-29T01:56:32.522" v="48" actId="6549"/>
          <ac:spMkLst>
            <pc:docMk/>
            <pc:sldMk cId="0" sldId="257"/>
            <ac:spMk id="725" creationId="{00000000-0000-0000-0000-000000000000}"/>
          </ac:spMkLst>
        </pc:spChg>
        <pc:spChg chg="mod">
          <ac:chgData name="Lauren McNally" userId="f41ca301-1e42-4df6-b366-de7a1f7b738f" providerId="ADAL" clId="{6CFED5F7-CA71-4C86-9636-282E33979310}" dt="2026-04-29T01:56:28.252" v="46" actId="6549"/>
          <ac:spMkLst>
            <pc:docMk/>
            <pc:sldMk cId="0" sldId="257"/>
            <ac:spMk id="726" creationId="{00000000-0000-0000-0000-000000000000}"/>
          </ac:spMkLst>
        </pc:spChg>
        <pc:spChg chg="mod">
          <ac:chgData name="Lauren McNally" userId="f41ca301-1e42-4df6-b366-de7a1f7b738f" providerId="ADAL" clId="{6CFED5F7-CA71-4C86-9636-282E33979310}" dt="2026-04-29T01:56:30.357" v="47" actId="6549"/>
          <ac:spMkLst>
            <pc:docMk/>
            <pc:sldMk cId="0" sldId="257"/>
            <ac:spMk id="727" creationId="{00000000-0000-0000-0000-000000000000}"/>
          </ac:spMkLst>
        </pc:spChg>
        <pc:spChg chg="mod">
          <ac:chgData name="Lauren McNally" userId="f41ca301-1e42-4df6-b366-de7a1f7b738f" providerId="ADAL" clId="{6CFED5F7-CA71-4C86-9636-282E33979310}" dt="2026-04-29T01:56:13.981" v="39" actId="20577"/>
          <ac:spMkLst>
            <pc:docMk/>
            <pc:sldMk cId="0" sldId="257"/>
            <ac:spMk id="731" creationId="{00000000-0000-0000-0000-000000000000}"/>
          </ac:spMkLst>
        </pc:spChg>
        <pc:picChg chg="del">
          <ac:chgData name="Lauren McNally" userId="f41ca301-1e42-4df6-b366-de7a1f7b738f" providerId="ADAL" clId="{6CFED5F7-CA71-4C86-9636-282E33979310}" dt="2026-04-29T01:56:19.425" v="42" actId="478"/>
          <ac:picMkLst>
            <pc:docMk/>
            <pc:sldMk cId="0" sldId="257"/>
            <ac:picMk id="728" creationId="{00000000-0000-0000-0000-000000000000}"/>
          </ac:picMkLst>
        </pc:picChg>
        <pc:picChg chg="del">
          <ac:chgData name="Lauren McNally" userId="f41ca301-1e42-4df6-b366-de7a1f7b738f" providerId="ADAL" clId="{6CFED5F7-CA71-4C86-9636-282E33979310}" dt="2026-04-29T01:56:17.675" v="40" actId="478"/>
          <ac:picMkLst>
            <pc:docMk/>
            <pc:sldMk cId="0" sldId="257"/>
            <ac:picMk id="729" creationId="{00000000-0000-0000-0000-000000000000}"/>
          </ac:picMkLst>
        </pc:picChg>
        <pc:picChg chg="del">
          <ac:chgData name="Lauren McNally" userId="f41ca301-1e42-4df6-b366-de7a1f7b738f" providerId="ADAL" clId="{6CFED5F7-CA71-4C86-9636-282E33979310}" dt="2026-04-29T01:56:20.151" v="43" actId="478"/>
          <ac:picMkLst>
            <pc:docMk/>
            <pc:sldMk cId="0" sldId="257"/>
            <ac:picMk id="730" creationId="{00000000-0000-0000-0000-000000000000}"/>
          </ac:picMkLst>
        </pc:picChg>
        <pc:picChg chg="del">
          <ac:chgData name="Lauren McNally" userId="f41ca301-1e42-4df6-b366-de7a1f7b738f" providerId="ADAL" clId="{6CFED5F7-CA71-4C86-9636-282E33979310}" dt="2026-04-29T01:56:18.648" v="41" actId="478"/>
          <ac:picMkLst>
            <pc:docMk/>
            <pc:sldMk cId="0" sldId="257"/>
            <ac:picMk id="73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g26c91cd4287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9" name="Google Shape;719;g26c91cd4287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0" name="Google Shape;720;g26c91cd4287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5" name="Google Shape;73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6" name="Google Shape;73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5" name="Google Shape;76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6" name="Google Shape;76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6c92774a54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6c92774a54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6c92774a54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g26c92774a54_0_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9" name="Google Shape;799;g26c92774a54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g26c92774a54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6c91cd4287_0_148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g26c91cd4287_0_14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26c91cd4287_0_14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26c91cd4287_0_149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4" name="Google Shape;834;g26c91cd4287_0_14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5" name="Google Shape;835;g26c91cd4287_0_149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26c91cd4287_0_150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g26c91cd4287_0_15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g26c91cd4287_0_15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6c91cd4287_0_15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6c91cd4287_0_15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6c91cd4287_0_15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26c91cd4287_0_15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1" name="Google Shape;861;g26c91cd4287_0_15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2" name="Google Shape;862;g26c91cd4287_0_15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26c91cd4287_0_15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5" name="Google Shape;875;g26c91cd4287_0_15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6" name="Google Shape;876;g26c91cd4287_0_15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0"/>
            <a:ext cx="4850100" cy="14454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3378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2307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103"/>
        <p:cNvGrpSpPr/>
        <p:nvPr/>
      </p:nvGrpSpPr>
      <p:grpSpPr>
        <a:xfrm>
          <a:off x="0" y="0"/>
          <a:ext cx="0" cy="0"/>
          <a:chOff x="0" y="0"/>
          <a:chExt cx="0" cy="0"/>
        </a:xfrm>
      </p:grpSpPr>
      <p:sp>
        <p:nvSpPr>
          <p:cNvPr id="104" name="Google Shape;104;g26c92774a54_0_78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g26c92774a54_0_78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106" name="Google Shape;106;g26c92774a54_0_78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107" name="Google Shape;107;g26c92774a54_0_785"/>
          <p:cNvGrpSpPr/>
          <p:nvPr/>
        </p:nvGrpSpPr>
        <p:grpSpPr>
          <a:xfrm>
            <a:off x="357775" y="5983875"/>
            <a:ext cx="586800" cy="571500"/>
            <a:chOff x="662575" y="6212475"/>
            <a:chExt cx="586800" cy="571500"/>
          </a:xfrm>
        </p:grpSpPr>
        <p:sp>
          <p:nvSpPr>
            <p:cNvPr id="108" name="Google Shape;108;g26c92774a54_0_78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c92774a54_0_78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c92774a54_0_78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1" name="Google Shape;111;g26c92774a54_0_785"/>
          <p:cNvGrpSpPr/>
          <p:nvPr/>
        </p:nvGrpSpPr>
        <p:grpSpPr>
          <a:xfrm>
            <a:off x="8199150" y="5983875"/>
            <a:ext cx="586800" cy="571500"/>
            <a:chOff x="7894350" y="6212475"/>
            <a:chExt cx="586800" cy="571500"/>
          </a:xfrm>
        </p:grpSpPr>
        <p:sp>
          <p:nvSpPr>
            <p:cNvPr id="112" name="Google Shape;112;g26c92774a54_0_78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c92774a54_0_78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26c92774a54_0_78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5" name="Google Shape;115;g26c92774a54_0_785"/>
          <p:cNvGrpSpPr/>
          <p:nvPr/>
        </p:nvGrpSpPr>
        <p:grpSpPr>
          <a:xfrm>
            <a:off x="-36800" y="-52000"/>
            <a:ext cx="9236100" cy="543750"/>
            <a:chOff x="-36800" y="-52000"/>
            <a:chExt cx="9236100" cy="543750"/>
          </a:xfrm>
        </p:grpSpPr>
        <p:sp>
          <p:nvSpPr>
            <p:cNvPr id="116" name="Google Shape;116;g26c92774a54_0_78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7" name="Google Shape;117;g26c92774a54_0_785"/>
            <p:cNvGrpSpPr/>
            <p:nvPr/>
          </p:nvGrpSpPr>
          <p:grpSpPr>
            <a:xfrm>
              <a:off x="1900680" y="88250"/>
              <a:ext cx="1337400" cy="403500"/>
              <a:chOff x="565600" y="88250"/>
              <a:chExt cx="1337400" cy="403500"/>
            </a:xfrm>
          </p:grpSpPr>
          <p:sp>
            <p:nvSpPr>
              <p:cNvPr id="118" name="Google Shape;118;g26c92774a54_0_78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19" name="Google Shape;119;g26c92774a54_0_78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20" name="Google Shape;120;g26c92774a54_0_78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21" name="Google Shape;121;g26c92774a54_0_78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22" name="Google Shape;122;g26c92774a54_0_78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c92774a54_0_78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24" name="Google Shape;124;g26c92774a54_0_78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c92774a54_0_78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26" name="Google Shape;126;g26c92774a54_0_78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7" name="Google Shape;127;g26c92774a54_0_78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28" name="Google Shape;128;g26c92774a54_0_78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 name="Google Shape;129;g26c92774a54_0_78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30" name="Google Shape;130;g26c92774a54_0_78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31"/>
        <p:cNvGrpSpPr/>
        <p:nvPr/>
      </p:nvGrpSpPr>
      <p:grpSpPr>
        <a:xfrm>
          <a:off x="0" y="0"/>
          <a:ext cx="0" cy="0"/>
          <a:chOff x="0" y="0"/>
          <a:chExt cx="0" cy="0"/>
        </a:xfrm>
      </p:grpSpPr>
      <p:sp>
        <p:nvSpPr>
          <p:cNvPr id="132" name="Google Shape;132;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3" name="Google Shape;133;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5" name="Google Shape;135;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33"/>
          <p:cNvSpPr/>
          <p:nvPr/>
        </p:nvSpPr>
        <p:spPr>
          <a:xfrm rot="-5400000" flipH="1">
            <a:off x="-938345" y="21672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8" name="Google Shape;138;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Uppercase Letters - R A K</a:t>
            </a:r>
            <a:endParaRPr sz="1800" b="0" i="0" u="none" strike="noStrike" cap="none">
              <a:solidFill>
                <a:srgbClr val="FFFFFF"/>
              </a:solidFill>
              <a:latin typeface="Poppins SemiBold"/>
              <a:ea typeface="Poppins SemiBold"/>
              <a:cs typeface="Poppins SemiBold"/>
              <a:sym typeface="Poppins SemiBold"/>
            </a:endParaRPr>
          </a:p>
        </p:txBody>
      </p:sp>
      <p:sp>
        <p:nvSpPr>
          <p:cNvPr id="139" name="Google Shape;139;g26b641b03cd_0_33"/>
          <p:cNvSpPr txBox="1"/>
          <p:nvPr/>
        </p:nvSpPr>
        <p:spPr>
          <a:xfrm rot="-5400000">
            <a:off x="-1852558" y="57328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4 - Wednesday</a:t>
            </a:r>
            <a:endParaRPr sz="1800" b="0" i="0" u="none" strike="noStrike" cap="none">
              <a:solidFill>
                <a:srgbClr val="2F286F"/>
              </a:solidFill>
              <a:latin typeface="Poppins Medium"/>
              <a:ea typeface="Poppins Medium"/>
              <a:cs typeface="Poppins Medium"/>
              <a:sym typeface="Poppins Medium"/>
            </a:endParaRPr>
          </a:p>
        </p:txBody>
      </p:sp>
      <p:sp>
        <p:nvSpPr>
          <p:cNvPr id="140" name="Google Shape;140;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18</a:t>
            </a:r>
            <a:endParaRPr sz="1800" b="0" i="0" u="none" strike="noStrike" cap="none">
              <a:solidFill>
                <a:srgbClr val="2F286F"/>
              </a:solidFill>
              <a:latin typeface="Poppins Medium"/>
              <a:ea typeface="Poppins Medium"/>
              <a:cs typeface="Poppins Medium"/>
              <a:sym typeface="Poppins Medium"/>
            </a:endParaRPr>
          </a:p>
        </p:txBody>
      </p:sp>
      <p:sp>
        <p:nvSpPr>
          <p:cNvPr id="141" name="Google Shape;141;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42" name="Google Shape;142;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43" name="Google Shape;143;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44" name="Google Shape;144;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45" name="Google Shape;145;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46" name="Google Shape;146;g26b641b03cd_0_33"/>
          <p:cNvGrpSpPr/>
          <p:nvPr/>
        </p:nvGrpSpPr>
        <p:grpSpPr>
          <a:xfrm>
            <a:off x="662575" y="6212475"/>
            <a:ext cx="586800" cy="571500"/>
            <a:chOff x="662575" y="6212475"/>
            <a:chExt cx="586800" cy="571500"/>
          </a:xfrm>
        </p:grpSpPr>
        <p:sp>
          <p:nvSpPr>
            <p:cNvPr id="147" name="Google Shape;147;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50" name="Google Shape;150;g26b641b03cd_0_33"/>
          <p:cNvGrpSpPr/>
          <p:nvPr/>
        </p:nvGrpSpPr>
        <p:grpSpPr>
          <a:xfrm>
            <a:off x="7894350" y="6212475"/>
            <a:ext cx="586800" cy="571500"/>
            <a:chOff x="7894350" y="6212475"/>
            <a:chExt cx="586800" cy="571500"/>
          </a:xfrm>
        </p:grpSpPr>
        <p:sp>
          <p:nvSpPr>
            <p:cNvPr id="151" name="Google Shape;151;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4"/>
        <p:cNvGrpSpPr/>
        <p:nvPr/>
      </p:nvGrpSpPr>
      <p:grpSpPr>
        <a:xfrm>
          <a:off x="0" y="0"/>
          <a:ext cx="0" cy="0"/>
          <a:chOff x="0" y="0"/>
          <a:chExt cx="0" cy="0"/>
        </a:xfrm>
      </p:grpSpPr>
      <p:sp>
        <p:nvSpPr>
          <p:cNvPr id="155" name="Google Shape;155;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56" name="Google Shape;156;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57" name="Google Shape;157;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58" name="Google Shape;158;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0" name="Google Shape;160;g26b641b03cd_0_260"/>
          <p:cNvGrpSpPr/>
          <p:nvPr/>
        </p:nvGrpSpPr>
        <p:grpSpPr>
          <a:xfrm>
            <a:off x="8199150" y="5983875"/>
            <a:ext cx="586800" cy="571500"/>
            <a:chOff x="7894350" y="6212475"/>
            <a:chExt cx="586800" cy="571500"/>
          </a:xfrm>
        </p:grpSpPr>
        <p:sp>
          <p:nvSpPr>
            <p:cNvPr id="161" name="Google Shape;161;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2" name="Google Shape;162;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3" name="Google Shape;163;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65" name="Google Shape;165;g26b641b03cd_0_260"/>
          <p:cNvGrpSpPr/>
          <p:nvPr/>
        </p:nvGrpSpPr>
        <p:grpSpPr>
          <a:xfrm>
            <a:off x="-36800" y="-52000"/>
            <a:ext cx="9236100" cy="543750"/>
            <a:chOff x="-36800" y="-52000"/>
            <a:chExt cx="9236100" cy="543750"/>
          </a:xfrm>
        </p:grpSpPr>
        <p:sp>
          <p:nvSpPr>
            <p:cNvPr id="166" name="Google Shape;166;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7" name="Google Shape;167;g26b641b03cd_0_260"/>
            <p:cNvGrpSpPr/>
            <p:nvPr/>
          </p:nvGrpSpPr>
          <p:grpSpPr>
            <a:xfrm>
              <a:off x="1900680" y="88250"/>
              <a:ext cx="1337400" cy="403500"/>
              <a:chOff x="565600" y="88250"/>
              <a:chExt cx="1337400" cy="403500"/>
            </a:xfrm>
          </p:grpSpPr>
          <p:sp>
            <p:nvSpPr>
              <p:cNvPr id="168" name="Google Shape;168;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69" name="Google Shape;169;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0" name="Google Shape;170;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1" name="Google Shape;171;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2" name="Google Shape;172;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3" name="Google Shape;173;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4" name="Google Shape;174;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5" name="Google Shape;175;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6" name="Google Shape;176;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7" name="Google Shape;177;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0" name="Google Shape;180;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9" name="Google Shape;21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30" name="Google Shape;23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1" name="Google Shape;23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2c235dd0dad_1_87"/>
          <p:cNvGrpSpPr/>
          <p:nvPr/>
        </p:nvGrpSpPr>
        <p:grpSpPr>
          <a:xfrm>
            <a:off x="662575" y="6212475"/>
            <a:ext cx="586800" cy="571500"/>
            <a:chOff x="662575" y="6212475"/>
            <a:chExt cx="586800" cy="571500"/>
          </a:xfrm>
        </p:grpSpPr>
        <p:sp>
          <p:nvSpPr>
            <p:cNvPr id="240" name="Google Shape;24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2c235dd0dad_1_87"/>
          <p:cNvGrpSpPr/>
          <p:nvPr/>
        </p:nvGrpSpPr>
        <p:grpSpPr>
          <a:xfrm>
            <a:off x="7894350" y="6212475"/>
            <a:ext cx="586800" cy="571500"/>
            <a:chOff x="7894350" y="6212475"/>
            <a:chExt cx="586800" cy="571500"/>
          </a:xfrm>
        </p:grpSpPr>
        <p:sp>
          <p:nvSpPr>
            <p:cNvPr id="244" name="Google Shape;24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7"/>
        <p:cNvGrpSpPr/>
        <p:nvPr/>
      </p:nvGrpSpPr>
      <p:grpSpPr>
        <a:xfrm>
          <a:off x="0" y="0"/>
          <a:ext cx="0" cy="0"/>
          <a:chOff x="0" y="0"/>
          <a:chExt cx="0" cy="0"/>
        </a:xfrm>
      </p:grpSpPr>
      <p:sp>
        <p:nvSpPr>
          <p:cNvPr id="248" name="Google Shape;248;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8" name="Google Shape;258;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9" name="Google Shape;259;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2" name="Google Shape;262;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3" name="Google Shape;263;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4" name="Google Shape;264;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5" name="Google Shape;265;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6" name="Google Shape;266;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8" name="Google Shape;268;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9" name="Google Shape;269;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0" name="Google Shape;270;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1" name="Google Shape;271;g1f3daf8a844_0_32"/>
          <p:cNvGrpSpPr/>
          <p:nvPr/>
        </p:nvGrpSpPr>
        <p:grpSpPr>
          <a:xfrm>
            <a:off x="662575" y="6212475"/>
            <a:ext cx="586800" cy="571500"/>
            <a:chOff x="662575" y="6212475"/>
            <a:chExt cx="586800" cy="571500"/>
          </a:xfrm>
        </p:grpSpPr>
        <p:sp>
          <p:nvSpPr>
            <p:cNvPr id="272" name="Google Shape;27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1f3daf8a844_0_32"/>
          <p:cNvGrpSpPr/>
          <p:nvPr/>
        </p:nvGrpSpPr>
        <p:grpSpPr>
          <a:xfrm>
            <a:off x="7894350" y="6212475"/>
            <a:ext cx="586800" cy="571500"/>
            <a:chOff x="7894350" y="6212475"/>
            <a:chExt cx="586800" cy="571500"/>
          </a:xfrm>
        </p:grpSpPr>
        <p:sp>
          <p:nvSpPr>
            <p:cNvPr id="276" name="Google Shape;27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9"/>
        <p:cNvGrpSpPr/>
        <p:nvPr/>
      </p:nvGrpSpPr>
      <p:grpSpPr>
        <a:xfrm>
          <a:off x="0" y="0"/>
          <a:ext cx="0" cy="0"/>
          <a:chOff x="0" y="0"/>
          <a:chExt cx="0" cy="0"/>
        </a:xfrm>
      </p:grpSpPr>
      <p:sp>
        <p:nvSpPr>
          <p:cNvPr id="280" name="Google Shape;280;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3" name="Google Shape;28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84" name="Google Shape;284;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1" name="Google Shape;29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2" name="Google Shape;29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3" name="Google Shape;293;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6" name="Google Shape;296;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 name="Google Shape;301;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2" name="Google Shape;302;g2c157a2fb06_0_53"/>
          <p:cNvGrpSpPr/>
          <p:nvPr/>
        </p:nvGrpSpPr>
        <p:grpSpPr>
          <a:xfrm>
            <a:off x="1403031" y="6958923"/>
            <a:ext cx="6774848" cy="1291477"/>
            <a:chOff x="717231" y="7263723"/>
            <a:chExt cx="6774848" cy="1291477"/>
          </a:xfrm>
        </p:grpSpPr>
        <p:sp>
          <p:nvSpPr>
            <p:cNvPr id="303" name="Google Shape;303;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10" name="Google Shape;310;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1" name="Google Shape;311;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5" name="Google Shape;31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6" name="Google Shape;316;g2c157a2fb06_0_53"/>
          <p:cNvGrpSpPr/>
          <p:nvPr/>
        </p:nvGrpSpPr>
        <p:grpSpPr>
          <a:xfrm>
            <a:off x="662575" y="6212475"/>
            <a:ext cx="586800" cy="571500"/>
            <a:chOff x="662575" y="6212475"/>
            <a:chExt cx="586800" cy="571500"/>
          </a:xfrm>
        </p:grpSpPr>
        <p:sp>
          <p:nvSpPr>
            <p:cNvPr id="317" name="Google Shape;31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53"/>
          <p:cNvGrpSpPr/>
          <p:nvPr/>
        </p:nvGrpSpPr>
        <p:grpSpPr>
          <a:xfrm>
            <a:off x="7894350" y="6212475"/>
            <a:ext cx="586800" cy="571500"/>
            <a:chOff x="7894350" y="6212475"/>
            <a:chExt cx="586800" cy="571500"/>
          </a:xfrm>
        </p:grpSpPr>
        <p:sp>
          <p:nvSpPr>
            <p:cNvPr id="321" name="Google Shape;32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4"/>
        <p:cNvGrpSpPr/>
        <p:nvPr/>
      </p:nvGrpSpPr>
      <p:grpSpPr>
        <a:xfrm>
          <a:off x="0" y="0"/>
          <a:ext cx="0" cy="0"/>
          <a:chOff x="0" y="0"/>
          <a:chExt cx="0" cy="0"/>
        </a:xfrm>
      </p:grpSpPr>
      <p:sp>
        <p:nvSpPr>
          <p:cNvPr id="325" name="Google Shape;325;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3" name="Google Shape;33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4" name="Google Shape;33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8" name="Google Shape;33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4" name="Google Shape;34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5" name="Google Shape;345;g2c157a2fb06_0_158"/>
          <p:cNvGrpSpPr/>
          <p:nvPr/>
        </p:nvGrpSpPr>
        <p:grpSpPr>
          <a:xfrm>
            <a:off x="662575" y="6212475"/>
            <a:ext cx="586800" cy="571500"/>
            <a:chOff x="662575" y="6212475"/>
            <a:chExt cx="586800" cy="571500"/>
          </a:xfrm>
        </p:grpSpPr>
        <p:sp>
          <p:nvSpPr>
            <p:cNvPr id="346" name="Google Shape;34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9" name="Google Shape;349;g2c157a2fb06_0_158"/>
          <p:cNvGrpSpPr/>
          <p:nvPr/>
        </p:nvGrpSpPr>
        <p:grpSpPr>
          <a:xfrm>
            <a:off x="7894350" y="6212475"/>
            <a:ext cx="586800" cy="571500"/>
            <a:chOff x="7894350" y="6212475"/>
            <a:chExt cx="586800" cy="571500"/>
          </a:xfrm>
        </p:grpSpPr>
        <p:sp>
          <p:nvSpPr>
            <p:cNvPr id="350" name="Google Shape;35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3"/>
        <p:cNvGrpSpPr/>
        <p:nvPr/>
      </p:nvGrpSpPr>
      <p:grpSpPr>
        <a:xfrm>
          <a:off x="0" y="0"/>
          <a:ext cx="0" cy="0"/>
          <a:chOff x="0" y="0"/>
          <a:chExt cx="0" cy="0"/>
        </a:xfrm>
      </p:grpSpPr>
      <p:sp>
        <p:nvSpPr>
          <p:cNvPr id="354" name="Google Shape;354;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5" name="Google Shape;36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6" name="Google Shape;36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7" name="Google Shape;367;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263"/>
          <p:cNvSpPr>
            <a:spLocks noGrp="1"/>
          </p:cNvSpPr>
          <p:nvPr>
            <p:ph type="pic" idx="8"/>
          </p:nvPr>
        </p:nvSpPr>
        <p:spPr>
          <a:xfrm>
            <a:off x="5086375" y="4412425"/>
            <a:ext cx="2668800" cy="1291500"/>
          </a:xfrm>
          <a:prstGeom prst="rect">
            <a:avLst/>
          </a:prstGeom>
          <a:noFill/>
          <a:ln>
            <a:noFill/>
          </a:ln>
        </p:spPr>
      </p:sp>
      <p:sp>
        <p:nvSpPr>
          <p:cNvPr id="372" name="Google Shape;372;g2c157a2fb06_0_263"/>
          <p:cNvSpPr>
            <a:spLocks noGrp="1"/>
          </p:cNvSpPr>
          <p:nvPr>
            <p:ph type="pic" idx="9"/>
          </p:nvPr>
        </p:nvSpPr>
        <p:spPr>
          <a:xfrm>
            <a:off x="5086375" y="797675"/>
            <a:ext cx="2668800" cy="1291500"/>
          </a:xfrm>
          <a:prstGeom prst="rect">
            <a:avLst/>
          </a:prstGeom>
          <a:noFill/>
          <a:ln>
            <a:noFill/>
          </a:ln>
        </p:spPr>
      </p:sp>
      <p:sp>
        <p:nvSpPr>
          <p:cNvPr id="373" name="Google Shape;373;g2c157a2fb06_0_263"/>
          <p:cNvSpPr>
            <a:spLocks noGrp="1"/>
          </p:cNvSpPr>
          <p:nvPr>
            <p:ph type="pic" idx="13"/>
          </p:nvPr>
        </p:nvSpPr>
        <p:spPr>
          <a:xfrm>
            <a:off x="5086375" y="2002592"/>
            <a:ext cx="2668800" cy="1291500"/>
          </a:xfrm>
          <a:prstGeom prst="rect">
            <a:avLst/>
          </a:prstGeom>
          <a:noFill/>
          <a:ln>
            <a:noFill/>
          </a:ln>
        </p:spPr>
      </p:sp>
      <p:sp>
        <p:nvSpPr>
          <p:cNvPr id="374" name="Google Shape;374;g2c157a2fb06_0_263"/>
          <p:cNvSpPr>
            <a:spLocks noGrp="1"/>
          </p:cNvSpPr>
          <p:nvPr>
            <p:ph type="pic" idx="14"/>
          </p:nvPr>
        </p:nvSpPr>
        <p:spPr>
          <a:xfrm>
            <a:off x="5086375" y="3207508"/>
            <a:ext cx="2668800" cy="1291500"/>
          </a:xfrm>
          <a:prstGeom prst="rect">
            <a:avLst/>
          </a:prstGeom>
          <a:noFill/>
          <a:ln>
            <a:noFill/>
          </a:ln>
        </p:spPr>
      </p:sp>
      <p:sp>
        <p:nvSpPr>
          <p:cNvPr id="375" name="Google Shape;37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263"/>
          <p:cNvGrpSpPr/>
          <p:nvPr/>
        </p:nvGrpSpPr>
        <p:grpSpPr>
          <a:xfrm>
            <a:off x="662575" y="6212475"/>
            <a:ext cx="586800" cy="571500"/>
            <a:chOff x="662575" y="6212475"/>
            <a:chExt cx="586800" cy="571500"/>
          </a:xfrm>
        </p:grpSpPr>
        <p:sp>
          <p:nvSpPr>
            <p:cNvPr id="378" name="Google Shape;37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263"/>
          <p:cNvGrpSpPr/>
          <p:nvPr/>
        </p:nvGrpSpPr>
        <p:grpSpPr>
          <a:xfrm>
            <a:off x="7894350" y="6212475"/>
            <a:ext cx="586800" cy="571500"/>
            <a:chOff x="7894350" y="6212475"/>
            <a:chExt cx="586800" cy="571500"/>
          </a:xfrm>
        </p:grpSpPr>
        <p:sp>
          <p:nvSpPr>
            <p:cNvPr id="382" name="Google Shape;38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5"/>
        <p:cNvGrpSpPr/>
        <p:nvPr/>
      </p:nvGrpSpPr>
      <p:grpSpPr>
        <a:xfrm>
          <a:off x="0" y="0"/>
          <a:ext cx="0" cy="0"/>
          <a:chOff x="0" y="0"/>
          <a:chExt cx="0" cy="0"/>
        </a:xfrm>
      </p:grpSpPr>
      <p:sp>
        <p:nvSpPr>
          <p:cNvPr id="386" name="Google Shape;386;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90" name="Google Shape;390;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4" name="Google Shape;39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5" name="Google Shape;39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6" name="Google Shape;39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7" name="Google Shape;39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0" name="Google Shape;40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1" name="Google Shape;40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2" name="Google Shape;40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3" name="Google Shape;40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4" name="Google Shape;404;g2c157a2fb06_0_467"/>
          <p:cNvGrpSpPr/>
          <p:nvPr/>
        </p:nvGrpSpPr>
        <p:grpSpPr>
          <a:xfrm>
            <a:off x="662575" y="6212475"/>
            <a:ext cx="586800" cy="571500"/>
            <a:chOff x="662575" y="6212475"/>
            <a:chExt cx="586800" cy="571500"/>
          </a:xfrm>
        </p:grpSpPr>
        <p:sp>
          <p:nvSpPr>
            <p:cNvPr id="405" name="Google Shape;40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467"/>
          <p:cNvGrpSpPr/>
          <p:nvPr/>
        </p:nvGrpSpPr>
        <p:grpSpPr>
          <a:xfrm>
            <a:off x="7894350" y="6212475"/>
            <a:ext cx="586800" cy="571500"/>
            <a:chOff x="7894350" y="6212475"/>
            <a:chExt cx="586800" cy="571500"/>
          </a:xfrm>
        </p:grpSpPr>
        <p:sp>
          <p:nvSpPr>
            <p:cNvPr id="409" name="Google Shape;40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2"/>
        <p:cNvGrpSpPr/>
        <p:nvPr/>
      </p:nvGrpSpPr>
      <p:grpSpPr>
        <a:xfrm>
          <a:off x="0" y="0"/>
          <a:ext cx="0" cy="0"/>
          <a:chOff x="0" y="0"/>
          <a:chExt cx="0" cy="0"/>
        </a:xfrm>
      </p:grpSpPr>
      <p:sp>
        <p:nvSpPr>
          <p:cNvPr id="413" name="Google Shape;413;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7" name="Google Shape;417;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1" name="Google Shape;42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9" name="Google Shape;42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629"/>
          <p:cNvGrpSpPr/>
          <p:nvPr/>
        </p:nvGrpSpPr>
        <p:grpSpPr>
          <a:xfrm>
            <a:off x="662575" y="6212475"/>
            <a:ext cx="586800" cy="571500"/>
            <a:chOff x="662575" y="6212475"/>
            <a:chExt cx="586800" cy="571500"/>
          </a:xfrm>
        </p:grpSpPr>
        <p:sp>
          <p:nvSpPr>
            <p:cNvPr id="432" name="Google Shape;432;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629"/>
          <p:cNvGrpSpPr/>
          <p:nvPr/>
        </p:nvGrpSpPr>
        <p:grpSpPr>
          <a:xfrm>
            <a:off x="7894350" y="6212475"/>
            <a:ext cx="586800" cy="571500"/>
            <a:chOff x="7894350" y="6212475"/>
            <a:chExt cx="586800" cy="571500"/>
          </a:xfrm>
        </p:grpSpPr>
        <p:sp>
          <p:nvSpPr>
            <p:cNvPr id="436" name="Google Shape;436;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9"/>
        <p:cNvGrpSpPr/>
        <p:nvPr/>
      </p:nvGrpSpPr>
      <p:grpSpPr>
        <a:xfrm>
          <a:off x="0" y="0"/>
          <a:ext cx="0" cy="0"/>
          <a:chOff x="0" y="0"/>
          <a:chExt cx="0" cy="0"/>
        </a:xfrm>
      </p:grpSpPr>
      <p:sp>
        <p:nvSpPr>
          <p:cNvPr id="440" name="Google Shape;440;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798"/>
          <p:cNvGrpSpPr/>
          <p:nvPr/>
        </p:nvGrpSpPr>
        <p:grpSpPr>
          <a:xfrm>
            <a:off x="662575" y="6212475"/>
            <a:ext cx="586800" cy="571500"/>
            <a:chOff x="662575" y="6212475"/>
            <a:chExt cx="586800" cy="571500"/>
          </a:xfrm>
        </p:grpSpPr>
        <p:sp>
          <p:nvSpPr>
            <p:cNvPr id="460" name="Google Shape;46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798"/>
          <p:cNvGrpSpPr/>
          <p:nvPr/>
        </p:nvGrpSpPr>
        <p:grpSpPr>
          <a:xfrm>
            <a:off x="7894350" y="6212475"/>
            <a:ext cx="586800" cy="571500"/>
            <a:chOff x="7894350" y="6212475"/>
            <a:chExt cx="586800" cy="571500"/>
          </a:xfrm>
        </p:grpSpPr>
        <p:sp>
          <p:nvSpPr>
            <p:cNvPr id="464" name="Google Shape;46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7"/>
        <p:cNvGrpSpPr/>
        <p:nvPr/>
      </p:nvGrpSpPr>
      <p:grpSpPr>
        <a:xfrm>
          <a:off x="0" y="0"/>
          <a:ext cx="0" cy="0"/>
          <a:chOff x="0" y="0"/>
          <a:chExt cx="0" cy="0"/>
        </a:xfrm>
      </p:grpSpPr>
      <p:sp>
        <p:nvSpPr>
          <p:cNvPr id="468" name="Google Shape;468;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6" name="Google Shape;47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7" name="Google Shape;47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8" name="Google Shape;47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9" name="Google Shape;47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80" name="Google Shape;48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1" name="Google Shape;48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2" name="Google Shape;48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3" name="Google Shape;48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5" name="Google Shape;48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825"/>
          <p:cNvGrpSpPr/>
          <p:nvPr/>
        </p:nvGrpSpPr>
        <p:grpSpPr>
          <a:xfrm>
            <a:off x="662575" y="6212475"/>
            <a:ext cx="586800" cy="571500"/>
            <a:chOff x="662575" y="6212475"/>
            <a:chExt cx="586800" cy="571500"/>
          </a:xfrm>
        </p:grpSpPr>
        <p:sp>
          <p:nvSpPr>
            <p:cNvPr id="488" name="Google Shape;48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825"/>
          <p:cNvGrpSpPr/>
          <p:nvPr/>
        </p:nvGrpSpPr>
        <p:grpSpPr>
          <a:xfrm>
            <a:off x="7894350" y="6212475"/>
            <a:ext cx="586800" cy="571500"/>
            <a:chOff x="7894350" y="6212475"/>
            <a:chExt cx="586800" cy="571500"/>
          </a:xfrm>
        </p:grpSpPr>
        <p:sp>
          <p:nvSpPr>
            <p:cNvPr id="492" name="Google Shape;49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5"/>
        <p:cNvGrpSpPr/>
        <p:nvPr/>
      </p:nvGrpSpPr>
      <p:grpSpPr>
        <a:xfrm>
          <a:off x="0" y="0"/>
          <a:ext cx="0" cy="0"/>
          <a:chOff x="0" y="0"/>
          <a:chExt cx="0" cy="0"/>
        </a:xfrm>
      </p:grpSpPr>
      <p:sp>
        <p:nvSpPr>
          <p:cNvPr id="496" name="Google Shape;496;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00" name="Google Shape;500;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1" name="Google Shape;51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2" name="Google Shape;51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7" name="Google Shape;51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9" name="Google Shape;51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1" name="Google Shape;52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3" name="Google Shape;52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6" name="Google Shape;52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7" name="Google Shape;527;g2c157a2fb06_0_700"/>
          <p:cNvGrpSpPr/>
          <p:nvPr/>
        </p:nvGrpSpPr>
        <p:grpSpPr>
          <a:xfrm>
            <a:off x="662575" y="6212475"/>
            <a:ext cx="586800" cy="571500"/>
            <a:chOff x="662575" y="6212475"/>
            <a:chExt cx="586800" cy="571500"/>
          </a:xfrm>
        </p:grpSpPr>
        <p:sp>
          <p:nvSpPr>
            <p:cNvPr id="528" name="Google Shape;52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1" name="Google Shape;531;g2c157a2fb06_0_700"/>
          <p:cNvGrpSpPr/>
          <p:nvPr/>
        </p:nvGrpSpPr>
        <p:grpSpPr>
          <a:xfrm>
            <a:off x="7894350" y="6212475"/>
            <a:ext cx="586800" cy="571500"/>
            <a:chOff x="7894350" y="6212475"/>
            <a:chExt cx="586800" cy="571500"/>
          </a:xfrm>
        </p:grpSpPr>
        <p:sp>
          <p:nvSpPr>
            <p:cNvPr id="532" name="Google Shape;53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5"/>
        <p:cNvGrpSpPr/>
        <p:nvPr/>
      </p:nvGrpSpPr>
      <p:grpSpPr>
        <a:xfrm>
          <a:off x="0" y="0"/>
          <a:ext cx="0" cy="0"/>
          <a:chOff x="0" y="0"/>
          <a:chExt cx="0" cy="0"/>
        </a:xfrm>
      </p:grpSpPr>
      <p:sp>
        <p:nvSpPr>
          <p:cNvPr id="536" name="Google Shape;536;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40" name="Google Shape;540;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4" name="Google Shape;54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7" name="Google Shape;54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8" name="Google Shape;54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5" name="Google Shape;55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6" name="Google Shape;55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7" name="Google Shape;55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8" name="Google Shape;55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6" name="Google Shape;56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7" name="Google Shape;567;g2c157a2fb06_0_932"/>
          <p:cNvGrpSpPr/>
          <p:nvPr/>
        </p:nvGrpSpPr>
        <p:grpSpPr>
          <a:xfrm>
            <a:off x="662575" y="6212475"/>
            <a:ext cx="586800" cy="571500"/>
            <a:chOff x="662575" y="6212475"/>
            <a:chExt cx="586800" cy="571500"/>
          </a:xfrm>
        </p:grpSpPr>
        <p:sp>
          <p:nvSpPr>
            <p:cNvPr id="568" name="Google Shape;56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932"/>
          <p:cNvGrpSpPr/>
          <p:nvPr/>
        </p:nvGrpSpPr>
        <p:grpSpPr>
          <a:xfrm>
            <a:off x="7894350" y="6212475"/>
            <a:ext cx="586800" cy="571500"/>
            <a:chOff x="7894350" y="6212475"/>
            <a:chExt cx="586800" cy="571500"/>
          </a:xfrm>
        </p:grpSpPr>
        <p:sp>
          <p:nvSpPr>
            <p:cNvPr id="572" name="Google Shape;57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5"/>
        <p:cNvGrpSpPr/>
        <p:nvPr/>
      </p:nvGrpSpPr>
      <p:grpSpPr>
        <a:xfrm>
          <a:off x="0" y="0"/>
          <a:ext cx="0" cy="0"/>
          <a:chOff x="0" y="0"/>
          <a:chExt cx="0" cy="0"/>
        </a:xfrm>
      </p:grpSpPr>
      <p:sp>
        <p:nvSpPr>
          <p:cNvPr id="576" name="Google Shape;576;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0" name="Google Shape;580;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3" name="Google Shape;58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4" name="Google Shape;58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5" name="Google Shape;58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6" name="Google Shape;58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8" name="Google Shape;59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9" name="Google Shape;59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00" name="Google Shape;600;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1" name="Google Shape;60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2" name="Google Shape;60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3" name="Google Shape;60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4" name="Google Shape;604;g2c157a2fb06_0_1045"/>
          <p:cNvGrpSpPr/>
          <p:nvPr/>
        </p:nvGrpSpPr>
        <p:grpSpPr>
          <a:xfrm>
            <a:off x="662575" y="6212475"/>
            <a:ext cx="586800" cy="571500"/>
            <a:chOff x="662575" y="6212475"/>
            <a:chExt cx="586800" cy="571500"/>
          </a:xfrm>
        </p:grpSpPr>
        <p:sp>
          <p:nvSpPr>
            <p:cNvPr id="605" name="Google Shape;60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8" name="Google Shape;608;g2c157a2fb06_0_1045"/>
          <p:cNvGrpSpPr/>
          <p:nvPr/>
        </p:nvGrpSpPr>
        <p:grpSpPr>
          <a:xfrm>
            <a:off x="7894350" y="6212475"/>
            <a:ext cx="586800" cy="571500"/>
            <a:chOff x="7894350" y="6212475"/>
            <a:chExt cx="586800" cy="571500"/>
          </a:xfrm>
        </p:grpSpPr>
        <p:sp>
          <p:nvSpPr>
            <p:cNvPr id="609" name="Google Shape;60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2"/>
        <p:cNvGrpSpPr/>
        <p:nvPr/>
      </p:nvGrpSpPr>
      <p:grpSpPr>
        <a:xfrm>
          <a:off x="0" y="0"/>
          <a:ext cx="0" cy="0"/>
          <a:chOff x="0" y="0"/>
          <a:chExt cx="0" cy="0"/>
        </a:xfrm>
      </p:grpSpPr>
      <p:sp>
        <p:nvSpPr>
          <p:cNvPr id="613" name="Google Shape;613;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4" name="Google Shape;62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5" name="Google Shape;62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6" name="Google Shape;626;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9" name="Google Shape;629;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30" name="Google Shape;630;g2c157a2fb06_0_1110"/>
          <p:cNvGrpSpPr/>
          <p:nvPr/>
        </p:nvGrpSpPr>
        <p:grpSpPr>
          <a:xfrm>
            <a:off x="5806200" y="1807463"/>
            <a:ext cx="756300" cy="146700"/>
            <a:chOff x="5806200" y="1807463"/>
            <a:chExt cx="756300" cy="146700"/>
          </a:xfrm>
        </p:grpSpPr>
        <p:sp>
          <p:nvSpPr>
            <p:cNvPr id="631" name="Google Shape;63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4" name="Google Shape;63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5" name="Google Shape;63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6" name="Google Shape;636;g2c157a2fb06_0_1110"/>
          <p:cNvGrpSpPr/>
          <p:nvPr/>
        </p:nvGrpSpPr>
        <p:grpSpPr>
          <a:xfrm>
            <a:off x="5806200" y="2842438"/>
            <a:ext cx="756300" cy="146700"/>
            <a:chOff x="5806200" y="1807463"/>
            <a:chExt cx="756300" cy="146700"/>
          </a:xfrm>
        </p:grpSpPr>
        <p:sp>
          <p:nvSpPr>
            <p:cNvPr id="637" name="Google Shape;637;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0" name="Google Shape;640;g2c157a2fb06_0_1110"/>
          <p:cNvGrpSpPr/>
          <p:nvPr/>
        </p:nvGrpSpPr>
        <p:grpSpPr>
          <a:xfrm>
            <a:off x="5806200" y="3877413"/>
            <a:ext cx="756300" cy="146700"/>
            <a:chOff x="5806200" y="1807463"/>
            <a:chExt cx="756300" cy="146700"/>
          </a:xfrm>
        </p:grpSpPr>
        <p:sp>
          <p:nvSpPr>
            <p:cNvPr id="641" name="Google Shape;64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4" name="Google Shape;644;g2c157a2fb06_0_1110"/>
          <p:cNvGrpSpPr/>
          <p:nvPr/>
        </p:nvGrpSpPr>
        <p:grpSpPr>
          <a:xfrm>
            <a:off x="662575" y="6212475"/>
            <a:ext cx="586800" cy="571500"/>
            <a:chOff x="662575" y="6212475"/>
            <a:chExt cx="586800" cy="571500"/>
          </a:xfrm>
        </p:grpSpPr>
        <p:sp>
          <p:nvSpPr>
            <p:cNvPr id="645" name="Google Shape;64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8" name="Google Shape;648;g2c157a2fb06_0_1110"/>
          <p:cNvGrpSpPr/>
          <p:nvPr/>
        </p:nvGrpSpPr>
        <p:grpSpPr>
          <a:xfrm>
            <a:off x="7894350" y="6212475"/>
            <a:ext cx="586800" cy="571500"/>
            <a:chOff x="7894350" y="6212475"/>
            <a:chExt cx="586800" cy="571500"/>
          </a:xfrm>
        </p:grpSpPr>
        <p:sp>
          <p:nvSpPr>
            <p:cNvPr id="649" name="Google Shape;64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2"/>
        <p:cNvGrpSpPr/>
        <p:nvPr/>
      </p:nvGrpSpPr>
      <p:grpSpPr>
        <a:xfrm>
          <a:off x="0" y="0"/>
          <a:ext cx="0" cy="0"/>
          <a:chOff x="0" y="0"/>
          <a:chExt cx="0" cy="0"/>
        </a:xfrm>
      </p:grpSpPr>
      <p:sp>
        <p:nvSpPr>
          <p:cNvPr id="653" name="Google Shape;65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7" name="Google Shape;65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6" name="Google Shape;666;p30"/>
          <p:cNvGrpSpPr/>
          <p:nvPr/>
        </p:nvGrpSpPr>
        <p:grpSpPr>
          <a:xfrm>
            <a:off x="6022940" y="5341706"/>
            <a:ext cx="594501" cy="305904"/>
            <a:chOff x="5672081" y="1914352"/>
            <a:chExt cx="792668" cy="305904"/>
          </a:xfrm>
        </p:grpSpPr>
        <p:sp>
          <p:nvSpPr>
            <p:cNvPr id="667" name="Google Shape;66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9" name="Google Shape;66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0" name="Google Shape;67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8" name="Google Shape;67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9" name="Google Shape;67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6" name="Google Shape;69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7" name="Google Shape;69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8"/>
        <p:cNvGrpSpPr/>
        <p:nvPr/>
      </p:nvGrpSpPr>
      <p:grpSpPr>
        <a:xfrm>
          <a:off x="0" y="0"/>
          <a:ext cx="0" cy="0"/>
          <a:chOff x="0" y="0"/>
          <a:chExt cx="0" cy="0"/>
        </a:xfrm>
      </p:grpSpPr>
      <p:sp>
        <p:nvSpPr>
          <p:cNvPr id="699" name="Google Shape;69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0" name="Google Shape;70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1" name="Google Shape;70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2"/>
        <p:cNvGrpSpPr/>
        <p:nvPr/>
      </p:nvGrpSpPr>
      <p:grpSpPr>
        <a:xfrm>
          <a:off x="0" y="0"/>
          <a:ext cx="0" cy="0"/>
          <a:chOff x="0" y="0"/>
          <a:chExt cx="0" cy="0"/>
        </a:xfrm>
      </p:grpSpPr>
      <p:sp>
        <p:nvSpPr>
          <p:cNvPr id="703" name="Google Shape;70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5" name="Google Shape;70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5.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3" Type="http://schemas.openxmlformats.org/officeDocument/2006/relationships/image" Target="../media/image38.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notesSlide" Target="../notesSlides/notesSlide5.xml"/><Relationship Id="rId16" Type="http://schemas.openxmlformats.org/officeDocument/2006/relationships/image" Target="../media/image51.png"/><Relationship Id="rId1" Type="http://schemas.openxmlformats.org/officeDocument/2006/relationships/slideLayout" Target="../slideLayouts/slideLayout4.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5" Type="http://schemas.openxmlformats.org/officeDocument/2006/relationships/image" Target="../media/image5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s>
</file>

<file path=ppt/slides/_rels/slide6.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pic>
        <p:nvPicPr>
          <p:cNvPr id="710" name="Google Shape;710;p1"/>
          <p:cNvPicPr preferRelativeResize="0"/>
          <p:nvPr/>
        </p:nvPicPr>
        <p:blipFill rotWithShape="1">
          <a:blip r:embed="rId3">
            <a:alphaModFix/>
          </a:blip>
          <a:srcRect t="59" b="59"/>
          <a:stretch/>
        </p:blipFill>
        <p:spPr>
          <a:xfrm rot="-286768">
            <a:off x="6132657" y="3819627"/>
            <a:ext cx="1208039" cy="1709826"/>
          </a:xfrm>
          <a:prstGeom prst="rect">
            <a:avLst/>
          </a:prstGeom>
          <a:noFill/>
          <a:ln>
            <a:noFill/>
          </a:ln>
          <a:effectLst>
            <a:outerShdw blurRad="71438" dist="38100" dir="5220000" algn="bl" rotWithShape="0">
              <a:srgbClr val="000000">
                <a:alpha val="20000"/>
              </a:srgbClr>
            </a:outerShdw>
          </a:effectLst>
        </p:spPr>
      </p:pic>
      <p:pic>
        <p:nvPicPr>
          <p:cNvPr id="711" name="Google Shape;711;p1"/>
          <p:cNvPicPr preferRelativeResize="0"/>
          <p:nvPr/>
        </p:nvPicPr>
        <p:blipFill rotWithShape="1">
          <a:blip r:embed="rId4">
            <a:alphaModFix/>
          </a:blip>
          <a:srcRect t="59" b="59"/>
          <a:stretch/>
        </p:blipFill>
        <p:spPr>
          <a:xfrm rot="243188">
            <a:off x="4927482" y="3887252"/>
            <a:ext cx="1208039" cy="1709824"/>
          </a:xfrm>
          <a:prstGeom prst="rect">
            <a:avLst/>
          </a:prstGeom>
          <a:noFill/>
          <a:ln>
            <a:noFill/>
          </a:ln>
          <a:effectLst>
            <a:outerShdw blurRad="71438" dist="38100" dir="5220000" algn="bl" rotWithShape="0">
              <a:srgbClr val="000000">
                <a:alpha val="20000"/>
              </a:srgbClr>
            </a:outerShdw>
          </a:effectLst>
        </p:spPr>
      </p:pic>
      <p:pic>
        <p:nvPicPr>
          <p:cNvPr id="712" name="Google Shape;712;p1"/>
          <p:cNvPicPr preferRelativeResize="0"/>
          <p:nvPr/>
        </p:nvPicPr>
        <p:blipFill rotWithShape="1">
          <a:blip r:embed="rId5">
            <a:alphaModFix/>
          </a:blip>
          <a:srcRect b="10"/>
          <a:stretch/>
        </p:blipFill>
        <p:spPr>
          <a:xfrm rot="325065">
            <a:off x="7336183" y="3887252"/>
            <a:ext cx="1208039" cy="1709826"/>
          </a:xfrm>
          <a:prstGeom prst="rect">
            <a:avLst/>
          </a:prstGeom>
          <a:noFill/>
          <a:ln>
            <a:noFill/>
          </a:ln>
          <a:effectLst>
            <a:outerShdw blurRad="71438" dist="38100" dir="5220000" algn="bl" rotWithShape="0">
              <a:srgbClr val="000000">
                <a:alpha val="20000"/>
              </a:srgbClr>
            </a:outerShdw>
          </a:effectLst>
        </p:spPr>
      </p:pic>
      <p:sp>
        <p:nvSpPr>
          <p:cNvPr id="713" name="Google Shape;713;p1"/>
          <p:cNvSpPr txBox="1"/>
          <p:nvPr/>
        </p:nvSpPr>
        <p:spPr>
          <a:xfrm>
            <a:off x="884100" y="2716650"/>
            <a:ext cx="3997200" cy="84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000" b="0" i="0" u="none" strike="noStrike" cap="none">
                <a:solidFill>
                  <a:srgbClr val="262626"/>
                </a:solidFill>
                <a:latin typeface="Poppins"/>
                <a:ea typeface="Poppins"/>
                <a:cs typeface="Poppins"/>
                <a:sym typeface="Poppins"/>
              </a:rPr>
              <a:t>Uppercase Letters; </a:t>
            </a:r>
            <a:br>
              <a:rPr lang="en-US" sz="3000" b="0" i="0" u="none" strike="noStrike" cap="none">
                <a:solidFill>
                  <a:srgbClr val="262626"/>
                </a:solidFill>
                <a:latin typeface="Poppins"/>
                <a:ea typeface="Poppins"/>
                <a:cs typeface="Poppins"/>
                <a:sym typeface="Poppins"/>
              </a:rPr>
            </a:br>
            <a:r>
              <a:rPr lang="en-US" sz="3000" b="0" i="0" u="none" strike="noStrike" cap="none">
                <a:solidFill>
                  <a:srgbClr val="262626"/>
                </a:solidFill>
                <a:latin typeface="Poppins"/>
                <a:ea typeface="Poppins"/>
                <a:cs typeface="Poppins"/>
                <a:sym typeface="Poppins"/>
              </a:rPr>
              <a:t>R A K</a:t>
            </a:r>
            <a:endParaRPr sz="3000" b="0" i="0" u="none" strike="noStrike" cap="none">
              <a:solidFill>
                <a:srgbClr val="262626"/>
              </a:solidFill>
              <a:latin typeface="Poppins"/>
              <a:ea typeface="Poppins"/>
              <a:cs typeface="Poppins"/>
              <a:sym typeface="Poppins"/>
            </a:endParaRPr>
          </a:p>
        </p:txBody>
      </p:sp>
      <p:sp>
        <p:nvSpPr>
          <p:cNvPr id="714" name="Google Shape;714;p1"/>
          <p:cNvSpPr txBox="1"/>
          <p:nvPr/>
        </p:nvSpPr>
        <p:spPr>
          <a:xfrm>
            <a:off x="884092" y="37541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18</a:t>
            </a:r>
            <a:endParaRPr sz="2200" b="0" i="1" u="none" strike="noStrike" cap="none">
              <a:solidFill>
                <a:srgbClr val="262626"/>
              </a:solidFill>
              <a:latin typeface="Poppins"/>
              <a:ea typeface="Poppins"/>
              <a:cs typeface="Poppins"/>
              <a:sym typeface="Poppins"/>
            </a:endParaRPr>
          </a:p>
        </p:txBody>
      </p:sp>
      <p:graphicFrame>
        <p:nvGraphicFramePr>
          <p:cNvPr id="715" name="Google Shape;715;p1"/>
          <p:cNvGraphicFramePr/>
          <p:nvPr/>
        </p:nvGraphicFramePr>
        <p:xfrm>
          <a:off x="4844200" y="1891197"/>
          <a:ext cx="3784950" cy="1678950"/>
        </p:xfrm>
        <a:graphic>
          <a:graphicData uri="http://schemas.openxmlformats.org/drawingml/2006/table">
            <a:tbl>
              <a:tblPr firstRow="1" bandRow="1">
                <a:noFill/>
                <a:tableStyleId>{4136533D-FC79-4444-A4CA-216E8E011EDA}</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716" name="Google Shape;716;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g26c91cd4287_0_12"/>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uppercase letters </a:t>
            </a:r>
            <a:r>
              <a:rPr lang="en-US">
                <a:solidFill>
                  <a:srgbClr val="8DC63F"/>
                </a:solidFill>
              </a:rPr>
              <a:t>R A K</a:t>
            </a:r>
            <a:r>
              <a:rPr lang="en-US"/>
              <a:t>.</a:t>
            </a:r>
            <a:endParaRPr/>
          </a:p>
        </p:txBody>
      </p:sp>
      <p:sp>
        <p:nvSpPr>
          <p:cNvPr id="723" name="Google Shape;723;g26c91cd4287_0_12"/>
          <p:cNvSpPr txBox="1">
            <a:spLocks noGrp="1"/>
          </p:cNvSpPr>
          <p:nvPr>
            <p:ph type="body" idx="2"/>
          </p:nvPr>
        </p:nvSpPr>
        <p:spPr>
          <a:xfrm>
            <a:off x="3298550" y="1785450"/>
            <a:ext cx="4738800" cy="14454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endParaRPr/>
          </a:p>
          <a:p>
            <a:pPr marL="457200" lvl="0" indent="-330200" algn="l" rtl="0">
              <a:lnSpc>
                <a:spcPct val="100000"/>
              </a:lnSpc>
              <a:spcBef>
                <a:spcPts val="0"/>
              </a:spcBef>
              <a:spcAft>
                <a:spcPts val="0"/>
              </a:spcAft>
              <a:buSzPts val="1600"/>
              <a:buChar char="•"/>
            </a:pPr>
            <a:r>
              <a:rPr lang="en-US"/>
              <a:t>Review Alphabet Song.</a:t>
            </a:r>
            <a:endParaRPr/>
          </a:p>
        </p:txBody>
      </p:sp>
      <p:sp>
        <p:nvSpPr>
          <p:cNvPr id="724" name="Google Shape;724;g26c91cd4287_0_12"/>
          <p:cNvSpPr txBox="1"/>
          <p:nvPr/>
        </p:nvSpPr>
        <p:spPr>
          <a:xfrm>
            <a:off x="13135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25" name="Google Shape;725;g26c91cd4287_0_12"/>
          <p:cNvSpPr txBox="1"/>
          <p:nvPr/>
        </p:nvSpPr>
        <p:spPr>
          <a:xfrm>
            <a:off x="62557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26" name="Google Shape;726;g26c91cd4287_0_12"/>
          <p:cNvSpPr txBox="1"/>
          <p:nvPr/>
        </p:nvSpPr>
        <p:spPr>
          <a:xfrm>
            <a:off x="2742214" y="5645000"/>
            <a:ext cx="17967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27" name="Google Shape;727;g26c91cd4287_0_12"/>
          <p:cNvSpPr txBox="1"/>
          <p:nvPr/>
        </p:nvSpPr>
        <p:spPr>
          <a:xfrm>
            <a:off x="46083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31" name="Google Shape;731;g26c91cd4287_0_12"/>
          <p:cNvSpPr txBox="1"/>
          <p:nvPr/>
        </p:nvSpPr>
        <p:spPr>
          <a:xfrm>
            <a:off x="856325" y="3837725"/>
            <a:ext cx="7292400" cy="785700"/>
          </a:xfrm>
          <a:prstGeom prst="rect">
            <a:avLst/>
          </a:prstGeom>
          <a:noFill/>
          <a:ln>
            <a:noFill/>
          </a:ln>
        </p:spPr>
        <p:txBody>
          <a:bodyPr spcFirstLastPara="1" wrap="square" lIns="0" tIns="45700" rIns="91425" bIns="45700" anchor="t" anchorCtr="0">
            <a:noAutofit/>
          </a:bodyPr>
          <a:lstStyle/>
          <a:p>
            <a:pPr marL="0" marR="0" lvl="0" indent="0" algn="l" rtl="0">
              <a:lnSpc>
                <a:spcPct val="115000"/>
              </a:lnSpc>
              <a:spcBef>
                <a:spcPts val="1000"/>
              </a:spcBef>
              <a:spcAft>
                <a:spcPts val="0"/>
              </a:spcAft>
              <a:buClr>
                <a:srgbClr val="000000"/>
              </a:buClr>
              <a:buSzPts val="1200"/>
              <a:buFont typeface="Arial"/>
              <a:buNone/>
            </a:pPr>
            <a:r>
              <a:rPr lang="en-US" sz="1200" b="0" i="0" u="none" strike="noStrike" cap="none" dirty="0">
                <a:solidFill>
                  <a:srgbClr val="262626"/>
                </a:solidFill>
                <a:latin typeface="Poppins"/>
                <a:ea typeface="Poppins"/>
                <a:cs typeface="Poppins"/>
                <a:sym typeface="Poppins"/>
              </a:rPr>
              <a:t>A large display that has the letters of the alphabet on it. This could be an Alphabet Arc, poster, magnetic letters on a whiteboard etc. Visit </a:t>
            </a:r>
            <a:r>
              <a:rPr lang="en-US" sz="1200" b="0" i="0" u="sng" strike="noStrike" cap="none" dirty="0">
                <a:solidFill>
                  <a:srgbClr val="0563C1"/>
                </a:solidFill>
                <a:latin typeface="Poppins"/>
                <a:ea typeface="Poppins"/>
                <a:cs typeface="Poppins"/>
                <a:sym typeface="Poppins"/>
              </a:rPr>
              <a:t>www.teaching.com.au</a:t>
            </a:r>
            <a:r>
              <a:rPr lang="en-US" sz="1200" b="0" i="0" u="none" strike="noStrike" cap="none" dirty="0">
                <a:solidFill>
                  <a:srgbClr val="262626"/>
                </a:solidFill>
                <a:latin typeface="Poppins"/>
                <a:ea typeface="Poppins"/>
                <a:cs typeface="Poppins"/>
                <a:sym typeface="Poppins"/>
              </a:rPr>
              <a:t> to shop teaching resources.</a:t>
            </a:r>
            <a:endParaRPr sz="1200" b="0" i="0" u="none" strike="noStrike" cap="none" dirty="0">
              <a:solidFill>
                <a:srgbClr val="262626"/>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738" name="Google Shape;73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39" name="Google Shape;739;g26b641b03cd_0_165"/>
          <p:cNvGrpSpPr/>
          <p:nvPr/>
        </p:nvGrpSpPr>
        <p:grpSpPr>
          <a:xfrm>
            <a:off x="930400" y="2129444"/>
            <a:ext cx="7283200" cy="3724851"/>
            <a:chOff x="930400" y="2129444"/>
            <a:chExt cx="7283200" cy="3724851"/>
          </a:xfrm>
        </p:grpSpPr>
        <p:pic>
          <p:nvPicPr>
            <p:cNvPr id="740" name="Google Shape;74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9" name="Google Shape;769;g26b7edf6e71_0_26"/>
          <p:cNvPicPr preferRelativeResize="0"/>
          <p:nvPr/>
        </p:nvPicPr>
        <p:blipFill rotWithShape="1">
          <a:blip r:embed="rId3">
            <a:alphaModFix/>
          </a:blip>
          <a:srcRect l="79" r="79"/>
          <a:stretch/>
        </p:blipFill>
        <p:spPr>
          <a:xfrm>
            <a:off x="930400" y="2129450"/>
            <a:ext cx="933501" cy="1321313"/>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4">
            <a:alphaModFix/>
          </a:blip>
          <a:srcRect l="79" r="79"/>
          <a:stretch/>
        </p:blipFill>
        <p:spPr>
          <a:xfrm>
            <a:off x="4072837" y="2129450"/>
            <a:ext cx="933501" cy="1321313"/>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5">
            <a:alphaModFix/>
          </a:blip>
          <a:srcRect l="79" r="79"/>
          <a:stretch/>
        </p:blipFill>
        <p:spPr>
          <a:xfrm>
            <a:off x="1977879" y="2129450"/>
            <a:ext cx="933501" cy="1321313"/>
          </a:xfrm>
          <a:prstGeom prst="rect">
            <a:avLst/>
          </a:prstGeom>
          <a:noFill/>
          <a:ln>
            <a:noFill/>
          </a:ln>
          <a:effectLst>
            <a:outerShdw blurRad="71438" dist="28575" dir="5400000" algn="bl" rotWithShape="0">
              <a:srgbClr val="000000">
                <a:alpha val="15290"/>
              </a:srgbClr>
            </a:outerShdw>
          </a:effectLst>
        </p:spPr>
      </p:pic>
      <p:pic>
        <p:nvPicPr>
          <p:cNvPr id="772" name="Google Shape;772;g26b7edf6e71_0_26"/>
          <p:cNvPicPr preferRelativeResize="0"/>
          <p:nvPr/>
        </p:nvPicPr>
        <p:blipFill rotWithShape="1">
          <a:blip r:embed="rId6">
            <a:alphaModFix/>
          </a:blip>
          <a:srcRect l="19" r="29"/>
          <a:stretch/>
        </p:blipFill>
        <p:spPr>
          <a:xfrm>
            <a:off x="3025359" y="2129450"/>
            <a:ext cx="933501" cy="1321313"/>
          </a:xfrm>
          <a:prstGeom prst="rect">
            <a:avLst/>
          </a:prstGeom>
          <a:noFill/>
          <a:ln>
            <a:noFill/>
          </a:ln>
          <a:effectLst>
            <a:outerShdw blurRad="71438" dist="28575" dir="5400000" algn="bl" rotWithShape="0">
              <a:srgbClr val="000000">
                <a:alpha val="15290"/>
              </a:srgbClr>
            </a:outerShdw>
          </a:effectLst>
        </p:spPr>
      </p:pic>
      <p:pic>
        <p:nvPicPr>
          <p:cNvPr id="773" name="Google Shape;773;g26b7edf6e71_0_26"/>
          <p:cNvPicPr preferRelativeResize="0"/>
          <p:nvPr/>
        </p:nvPicPr>
        <p:blipFill rotWithShape="1">
          <a:blip r:embed="rId7">
            <a:alphaModFix/>
          </a:blip>
          <a:srcRect l="19" r="29"/>
          <a:stretch/>
        </p:blipFill>
        <p:spPr>
          <a:xfrm>
            <a:off x="5120316" y="2129450"/>
            <a:ext cx="933501" cy="1321313"/>
          </a:xfrm>
          <a:prstGeom prst="rect">
            <a:avLst/>
          </a:prstGeom>
          <a:noFill/>
          <a:ln>
            <a:noFill/>
          </a:ln>
          <a:effectLst>
            <a:outerShdw blurRad="71438" dist="28575" dir="5400000" algn="bl" rotWithShape="0">
              <a:srgbClr val="000000">
                <a:alpha val="15290"/>
              </a:srgbClr>
            </a:outerShdw>
          </a:effectLst>
        </p:spPr>
      </p:pic>
      <p:pic>
        <p:nvPicPr>
          <p:cNvPr id="774" name="Google Shape;774;g26b7edf6e71_0_26"/>
          <p:cNvPicPr preferRelativeResize="0"/>
          <p:nvPr/>
        </p:nvPicPr>
        <p:blipFill rotWithShape="1">
          <a:blip r:embed="rId8">
            <a:alphaModFix/>
          </a:blip>
          <a:srcRect l="79" r="79"/>
          <a:stretch/>
        </p:blipFill>
        <p:spPr>
          <a:xfrm>
            <a:off x="6167796" y="2129450"/>
            <a:ext cx="933501" cy="1321313"/>
          </a:xfrm>
          <a:prstGeom prst="rect">
            <a:avLst/>
          </a:prstGeom>
          <a:noFill/>
          <a:ln>
            <a:noFill/>
          </a:ln>
          <a:effectLst>
            <a:outerShdw blurRad="71438" dist="28575" dir="5400000" algn="bl" rotWithShape="0">
              <a:srgbClr val="000000">
                <a:alpha val="15290"/>
              </a:srgbClr>
            </a:outerShdw>
          </a:effectLst>
        </p:spPr>
      </p:pic>
      <p:pic>
        <p:nvPicPr>
          <p:cNvPr id="775" name="Google Shape;775;g26b7edf6e71_0_26"/>
          <p:cNvPicPr preferRelativeResize="0"/>
          <p:nvPr/>
        </p:nvPicPr>
        <p:blipFill rotWithShape="1">
          <a:blip r:embed="rId9">
            <a:alphaModFix/>
          </a:blip>
          <a:srcRect l="79" r="79"/>
          <a:stretch/>
        </p:blipFill>
        <p:spPr>
          <a:xfrm>
            <a:off x="7215274" y="2129450"/>
            <a:ext cx="933501" cy="1321313"/>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6c92774a54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82" name="Google Shape;782;g26c92774a54_0_0"/>
          <p:cNvGrpSpPr/>
          <p:nvPr/>
        </p:nvGrpSpPr>
        <p:grpSpPr>
          <a:xfrm>
            <a:off x="867357" y="2129450"/>
            <a:ext cx="7282807" cy="2686611"/>
            <a:chOff x="867357" y="2129450"/>
            <a:chExt cx="7282807" cy="2686611"/>
          </a:xfrm>
        </p:grpSpPr>
        <p:pic>
          <p:nvPicPr>
            <p:cNvPr id="783" name="Google Shape;783;g26c92774a54_0_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4" name="Google Shape;784;g26c92774a54_0_0"/>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5" name="Google Shape;785;g26c92774a54_0_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6" name="Google Shape;786;g26c92774a54_0_0"/>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7" name="Google Shape;787;g26c92774a54_0_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8" name="Google Shape;788;g26c92774a54_0_0"/>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9" name="Google Shape;789;g26c92774a54_0_0"/>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90" name="Google Shape;790;g26c92774a54_0_0"/>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1" name="Google Shape;791;g26c92774a54_0_0"/>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2" name="Google Shape;792;g26c92774a54_0_0"/>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3" name="Google Shape;793;g26c92774a54_0_0"/>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4" name="Google Shape;794;g26c92774a54_0_0"/>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5" name="Google Shape;795;g26c92774a54_0_0"/>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6" name="Google Shape;796;g26c92774a54_0_0"/>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g26c92774a54_0_18"/>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03" name="Google Shape;803;g26c92774a54_0_18"/>
          <p:cNvSpPr txBox="1"/>
          <p:nvPr/>
        </p:nvSpPr>
        <p:spPr>
          <a:xfrm>
            <a:off x="876925" y="1865475"/>
            <a:ext cx="7272000" cy="2939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04" name="Google Shape;804;g26c92774a54_0_1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sp>
        <p:nvSpPr>
          <p:cNvPr id="810" name="Google Shape;810;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1" name="Google Shape;811;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12" name="Google Shape;812;g2c186218c5a_0_25"/>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7843"/>
              </a:srgbClr>
            </a:outerShdw>
          </a:effectLst>
        </p:spPr>
      </p:pic>
      <p:sp>
        <p:nvSpPr>
          <p:cNvPr id="813" name="Google Shape;813;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20" name="Google Shape;820;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21" name="Google Shape;821;g26b641b03cd_0_192"/>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843"/>
              </a:srgbClr>
            </a:outerShdw>
          </a:effectLst>
        </p:spPr>
      </p:pic>
      <p:sp>
        <p:nvSpPr>
          <p:cNvPr id="822" name="Google Shape;822;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26c91cd4287_0_148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29" name="Google Shape;829;g26c91cd4287_0_148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30" name="Google Shape;830;g26c91cd4287_0_1486"/>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31" name="Google Shape;831;g26c91cd4287_0_148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g26c91cd4287_0_149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38" name="Google Shape;838;g26c91cd4287_0_149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39" name="Google Shape;839;g26c91cd4287_0_1494"/>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8235"/>
              </a:srgbClr>
            </a:outerShdw>
          </a:effectLst>
        </p:spPr>
      </p:pic>
      <p:sp>
        <p:nvSpPr>
          <p:cNvPr id="840" name="Google Shape;840;g26c91cd4287_0_149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g26c91cd4287_0_150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47" name="Google Shape;847;g26c91cd4287_0_150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48" name="Google Shape;848;g26c91cd4287_0_1502"/>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49" name="Google Shape;849;g26c91cd4287_0_150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6c91cd4287_0_151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56" name="Google Shape;856;g26c91cd4287_0_151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57" name="Google Shape;857;g26c91cd4287_0_1510"/>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58" name="Google Shape;858;g26c91cd4287_0_151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3"/>
        <p:cNvGrpSpPr/>
        <p:nvPr/>
      </p:nvGrpSpPr>
      <p:grpSpPr>
        <a:xfrm>
          <a:off x="0" y="0"/>
          <a:ext cx="0" cy="0"/>
          <a:chOff x="0" y="0"/>
          <a:chExt cx="0" cy="0"/>
        </a:xfrm>
      </p:grpSpPr>
      <p:sp>
        <p:nvSpPr>
          <p:cNvPr id="864" name="Google Shape;864;g26c91cd4287_0_151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865" name="Google Shape;865;g26c91cd4287_0_151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Display the Alphabet in order</a:t>
            </a:r>
            <a:endParaRPr/>
          </a:p>
        </p:txBody>
      </p:sp>
      <p:grpSp>
        <p:nvGrpSpPr>
          <p:cNvPr id="866" name="Google Shape;866;g26c91cd4287_0_1518"/>
          <p:cNvGrpSpPr/>
          <p:nvPr/>
        </p:nvGrpSpPr>
        <p:grpSpPr>
          <a:xfrm>
            <a:off x="3024000" y="209875"/>
            <a:ext cx="3096000" cy="454800"/>
            <a:chOff x="3024000" y="209875"/>
            <a:chExt cx="3096000" cy="454800"/>
          </a:xfrm>
        </p:grpSpPr>
        <p:sp>
          <p:nvSpPr>
            <p:cNvPr id="867" name="Google Shape;867;g26c91cd4287_0_1518"/>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8" name="Google Shape;868;g26c91cd4287_0_1518"/>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869" name="Google Shape;869;g26c91cd4287_0_1518"/>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870" name="Google Shape;870;g26c91cd4287_0_1518"/>
          <p:cNvSpPr txBox="1"/>
          <p:nvPr/>
        </p:nvSpPr>
        <p:spPr>
          <a:xfrm>
            <a:off x="1181100" y="795925"/>
            <a:ext cx="67818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200" b="0" i="0" u="none" strike="noStrike" cap="none">
                <a:solidFill>
                  <a:srgbClr val="ED1C24"/>
                </a:solidFill>
                <a:latin typeface="Poppins"/>
                <a:ea typeface="Poppins"/>
                <a:cs typeface="Poppins"/>
                <a:sym typeface="Poppins"/>
              </a:rPr>
              <a:t>a</a:t>
            </a:r>
            <a:r>
              <a:rPr lang="en-US" sz="5000" b="0" i="0" u="none" strike="noStrike" cap="none">
                <a:solidFill>
                  <a:srgbClr val="2356AF"/>
                </a:solidFill>
                <a:latin typeface="Jost"/>
                <a:ea typeface="Jost"/>
                <a:cs typeface="Jost"/>
                <a:sym typeface="Jost"/>
              </a:rPr>
              <a:t> b c d </a:t>
            </a:r>
            <a:r>
              <a:rPr lang="en-US" sz="5000" b="0" i="0" u="none" strike="noStrike" cap="none">
                <a:solidFill>
                  <a:srgbClr val="ED1C24"/>
                </a:solidFill>
                <a:latin typeface="Jost"/>
                <a:ea typeface="Jost"/>
                <a:cs typeface="Jost"/>
                <a:sym typeface="Jost"/>
              </a:rPr>
              <a:t>e</a:t>
            </a:r>
            <a:r>
              <a:rPr lang="en-US" sz="5000" b="0" i="0" u="none" strike="noStrike" cap="none">
                <a:solidFill>
                  <a:srgbClr val="2356AF"/>
                </a:solidFill>
                <a:latin typeface="Jost"/>
                <a:ea typeface="Jost"/>
                <a:cs typeface="Jost"/>
                <a:sym typeface="Jost"/>
              </a:rPr>
              <a:t> f g h </a:t>
            </a:r>
            <a:r>
              <a:rPr lang="en-US" sz="5000" b="0" i="0" u="none" strike="noStrike" cap="none">
                <a:solidFill>
                  <a:srgbClr val="ED1C24"/>
                </a:solidFill>
                <a:latin typeface="Jost"/>
                <a:ea typeface="Jost"/>
                <a:cs typeface="Jost"/>
                <a:sym typeface="Jost"/>
              </a:rPr>
              <a:t>i</a:t>
            </a:r>
            <a:r>
              <a:rPr lang="en-US" sz="5000" b="0" i="0" u="none" strike="noStrike" cap="none">
                <a:solidFill>
                  <a:srgbClr val="2356AF"/>
                </a:solidFill>
                <a:latin typeface="Jost"/>
                <a:ea typeface="Jost"/>
                <a:cs typeface="Jost"/>
                <a:sym typeface="Jost"/>
              </a:rPr>
              <a:t> j k l m </a:t>
            </a:r>
            <a:br>
              <a:rPr lang="en-US" sz="5000" b="0" i="0" u="none" strike="noStrike" cap="none">
                <a:solidFill>
                  <a:srgbClr val="2356AF"/>
                </a:solidFill>
                <a:latin typeface="Jost"/>
                <a:ea typeface="Jost"/>
                <a:cs typeface="Jost"/>
                <a:sym typeface="Jost"/>
              </a:rPr>
            </a:br>
            <a:r>
              <a:rPr lang="en-US" sz="5000" b="0" i="0" u="none" strike="noStrike" cap="none">
                <a:solidFill>
                  <a:srgbClr val="2356AF"/>
                </a:solidFill>
                <a:latin typeface="Jost"/>
                <a:ea typeface="Jost"/>
                <a:cs typeface="Jost"/>
                <a:sym typeface="Jost"/>
              </a:rPr>
              <a:t>n </a:t>
            </a:r>
            <a:r>
              <a:rPr lang="en-US" sz="5000" b="0" i="0" u="none" strike="noStrike" cap="none">
                <a:solidFill>
                  <a:srgbClr val="ED1C24"/>
                </a:solidFill>
                <a:latin typeface="Jost"/>
                <a:ea typeface="Jost"/>
                <a:cs typeface="Jost"/>
                <a:sym typeface="Jost"/>
              </a:rPr>
              <a:t>o</a:t>
            </a:r>
            <a:r>
              <a:rPr lang="en-US" sz="5000" b="0" i="0" u="none" strike="noStrike" cap="none">
                <a:solidFill>
                  <a:srgbClr val="2356AF"/>
                </a:solidFill>
                <a:latin typeface="Jost"/>
                <a:ea typeface="Jost"/>
                <a:cs typeface="Jost"/>
                <a:sym typeface="Jost"/>
              </a:rPr>
              <a:t> p q r s t </a:t>
            </a:r>
            <a:r>
              <a:rPr lang="en-US" sz="5000" b="0" i="0" u="none" strike="noStrike" cap="none">
                <a:solidFill>
                  <a:srgbClr val="ED1C24"/>
                </a:solidFill>
                <a:latin typeface="Jost"/>
                <a:ea typeface="Jost"/>
                <a:cs typeface="Jost"/>
                <a:sym typeface="Jost"/>
              </a:rPr>
              <a:t>u</a:t>
            </a:r>
            <a:r>
              <a:rPr lang="en-US" sz="5000" b="0" i="0" u="none" strike="noStrike" cap="none">
                <a:solidFill>
                  <a:srgbClr val="2356AF"/>
                </a:solidFill>
                <a:latin typeface="Jost"/>
                <a:ea typeface="Jost"/>
                <a:cs typeface="Jost"/>
                <a:sym typeface="Jost"/>
              </a:rPr>
              <a:t> v w x y z</a:t>
            </a:r>
            <a:endParaRPr sz="5000" b="0" i="0" u="none" strike="noStrike" cap="none">
              <a:solidFill>
                <a:srgbClr val="2356AF"/>
              </a:solidFill>
              <a:latin typeface="Jost"/>
              <a:ea typeface="Jost"/>
              <a:cs typeface="Jost"/>
              <a:sym typeface="Jost"/>
            </a:endParaRPr>
          </a:p>
        </p:txBody>
      </p:sp>
      <p:cxnSp>
        <p:nvCxnSpPr>
          <p:cNvPr id="871" name="Google Shape;871;g26c91cd4287_0_151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2" name="Google Shape;872;g26c91cd4287_0_1518"/>
          <p:cNvSpPr txBox="1"/>
          <p:nvPr/>
        </p:nvSpPr>
        <p:spPr>
          <a:xfrm>
            <a:off x="771025" y="2679075"/>
            <a:ext cx="76026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Jost"/>
                <a:ea typeface="Jost"/>
                <a:cs typeface="Jost"/>
                <a:sym typeface="Jost"/>
              </a:rPr>
              <a:t>A</a:t>
            </a:r>
            <a:r>
              <a:rPr lang="en-US" sz="4800" b="0" i="0" u="none" strike="noStrike" cap="none">
                <a:solidFill>
                  <a:srgbClr val="2356AF"/>
                </a:solidFill>
                <a:latin typeface="Jost"/>
                <a:ea typeface="Jost"/>
                <a:cs typeface="Jost"/>
                <a:sym typeface="Jost"/>
              </a:rPr>
              <a:t> B C D </a:t>
            </a:r>
            <a:r>
              <a:rPr lang="en-US" sz="4800" b="0" i="0" u="none" strike="noStrike" cap="none">
                <a:solidFill>
                  <a:srgbClr val="ED1C24"/>
                </a:solidFill>
                <a:latin typeface="Jost"/>
                <a:ea typeface="Jost"/>
                <a:cs typeface="Jost"/>
                <a:sym typeface="Jost"/>
              </a:rPr>
              <a:t>E</a:t>
            </a:r>
            <a:r>
              <a:rPr lang="en-US" sz="4800" b="0" i="0" u="none" strike="noStrike" cap="none">
                <a:solidFill>
                  <a:srgbClr val="2356AF"/>
                </a:solidFill>
                <a:latin typeface="Jost"/>
                <a:ea typeface="Jost"/>
                <a:cs typeface="Jost"/>
                <a:sym typeface="Jost"/>
              </a:rPr>
              <a:t> F G H </a:t>
            </a:r>
            <a:r>
              <a:rPr lang="en-US" sz="4800" b="0" i="0" u="none" strike="noStrike" cap="none">
                <a:solidFill>
                  <a:srgbClr val="ED1C24"/>
                </a:solidFill>
                <a:latin typeface="Lexend Light"/>
                <a:ea typeface="Lexend Light"/>
                <a:cs typeface="Lexend Light"/>
                <a:sym typeface="Lexend Light"/>
              </a:rPr>
              <a:t>I</a:t>
            </a:r>
            <a:r>
              <a:rPr lang="en-US" sz="4800" b="0" i="0" u="none" strike="noStrike" cap="none">
                <a:solidFill>
                  <a:srgbClr val="2356AF"/>
                </a:solidFill>
                <a:latin typeface="Jost"/>
                <a:ea typeface="Jost"/>
                <a:cs typeface="Jost"/>
                <a:sym typeface="Jost"/>
              </a:rPr>
              <a:t> </a:t>
            </a:r>
            <a:r>
              <a:rPr lang="en-US" sz="4800" b="0" i="0" u="none" strike="noStrike" cap="none">
                <a:solidFill>
                  <a:srgbClr val="2356AF"/>
                </a:solidFill>
                <a:latin typeface="Lexend Light"/>
                <a:ea typeface="Lexend Light"/>
                <a:cs typeface="Lexend Light"/>
                <a:sym typeface="Lexend Light"/>
              </a:rPr>
              <a:t>J</a:t>
            </a:r>
            <a:r>
              <a:rPr lang="en-US" sz="4800" b="0" i="0" u="none" strike="noStrike" cap="none">
                <a:solidFill>
                  <a:srgbClr val="2356AF"/>
                </a:solidFill>
                <a:latin typeface="Jost"/>
                <a:ea typeface="Jost"/>
                <a:cs typeface="Jost"/>
                <a:sym typeface="Jost"/>
              </a:rPr>
              <a:t> K L M </a:t>
            </a:r>
            <a:br>
              <a:rPr lang="en-US" sz="4800" b="0" i="0" u="none" strike="noStrike" cap="none">
                <a:solidFill>
                  <a:srgbClr val="2356AF"/>
                </a:solidFill>
                <a:latin typeface="Jost"/>
                <a:ea typeface="Jost"/>
                <a:cs typeface="Jost"/>
                <a:sym typeface="Jost"/>
              </a:rPr>
            </a:br>
            <a:r>
              <a:rPr lang="en-US" sz="4800" b="0" i="0" u="none" strike="noStrike" cap="none">
                <a:solidFill>
                  <a:srgbClr val="2356AF"/>
                </a:solidFill>
                <a:latin typeface="Jost"/>
                <a:ea typeface="Jost"/>
                <a:cs typeface="Jost"/>
                <a:sym typeface="Jost"/>
              </a:rPr>
              <a:t>N </a:t>
            </a:r>
            <a:r>
              <a:rPr lang="en-US" sz="4800" b="0" i="0" u="none" strike="noStrike" cap="none">
                <a:solidFill>
                  <a:srgbClr val="ED1C24"/>
                </a:solidFill>
                <a:latin typeface="Jost"/>
                <a:ea typeface="Jost"/>
                <a:cs typeface="Jost"/>
                <a:sym typeface="Jost"/>
              </a:rPr>
              <a:t>O</a:t>
            </a:r>
            <a:r>
              <a:rPr lang="en-US" sz="4800" b="0" i="0" u="none" strike="noStrike" cap="none">
                <a:solidFill>
                  <a:srgbClr val="2356AF"/>
                </a:solidFill>
                <a:latin typeface="Jost"/>
                <a:ea typeface="Jost"/>
                <a:cs typeface="Jost"/>
                <a:sym typeface="Jost"/>
              </a:rPr>
              <a:t> P Q R S T </a:t>
            </a:r>
            <a:r>
              <a:rPr lang="en-US" sz="4800" b="0" i="0" u="none" strike="noStrike" cap="none">
                <a:solidFill>
                  <a:srgbClr val="ED1C24"/>
                </a:solidFill>
                <a:latin typeface="Jost"/>
                <a:ea typeface="Jost"/>
                <a:cs typeface="Jost"/>
                <a:sym typeface="Jost"/>
              </a:rPr>
              <a:t>U</a:t>
            </a:r>
            <a:r>
              <a:rPr lang="en-US" sz="4800" b="0" i="0" u="none" strike="noStrike" cap="none">
                <a:solidFill>
                  <a:srgbClr val="2356AF"/>
                </a:solidFill>
                <a:latin typeface="Jost"/>
                <a:ea typeface="Jost"/>
                <a:cs typeface="Jost"/>
                <a:sym typeface="Jost"/>
              </a:rPr>
              <a:t> V W X Y Z</a:t>
            </a:r>
            <a:endParaRPr sz="4800" b="0" i="0" u="none" strike="noStrike" cap="none">
              <a:solidFill>
                <a:srgbClr val="2356AF"/>
              </a:solidFill>
              <a:latin typeface="Jost"/>
              <a:ea typeface="Jost"/>
              <a:cs typeface="Jost"/>
              <a:sym typeface="Jo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g26c91cd4287_0_1531"/>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Provide uppercase letters and lowercase letters, mix them up and invite the children to match them up.</a:t>
            </a:r>
            <a:endParaRPr/>
          </a:p>
          <a:p>
            <a:pPr marL="457200" lvl="0" indent="-330200" algn="l" rtl="0">
              <a:lnSpc>
                <a:spcPct val="115000"/>
              </a:lnSpc>
              <a:spcBef>
                <a:spcPts val="1000"/>
              </a:spcBef>
              <a:spcAft>
                <a:spcPts val="0"/>
              </a:spcAft>
              <a:buSzPts val="1600"/>
              <a:buChar char="•"/>
            </a:pPr>
            <a:r>
              <a:rPr lang="en-US"/>
              <a:t>Practise both lowercase and uppercase formation.</a:t>
            </a:r>
            <a:endParaRPr/>
          </a:p>
        </p:txBody>
      </p:sp>
      <p:pic>
        <p:nvPicPr>
          <p:cNvPr id="879" name="Google Shape;879;g26c91cd4287_0_1531"/>
          <p:cNvPicPr preferRelativeResize="0"/>
          <p:nvPr/>
        </p:nvPicPr>
        <p:blipFill rotWithShape="1">
          <a:blip r:embed="rId3">
            <a:alphaModFix/>
          </a:blip>
          <a:srcRect/>
          <a:stretch/>
        </p:blipFill>
        <p:spPr>
          <a:xfrm>
            <a:off x="756400" y="2092050"/>
            <a:ext cx="3440800" cy="19268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381</Words>
  <Application>Microsoft Office PowerPoint</Application>
  <PresentationFormat>On-screen Show (4:3)</PresentationFormat>
  <Paragraphs>80</Paragraphs>
  <Slides>14</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Arial</vt:lpstr>
      <vt:lpstr>Nunito Black</vt:lpstr>
      <vt:lpstr>Mulish</vt:lpstr>
      <vt:lpstr>Jost</vt:lpstr>
      <vt:lpstr>Poppins Medium</vt:lpstr>
      <vt:lpstr>Poppins</vt:lpstr>
      <vt:lpstr>Lexend Light</vt:lpstr>
      <vt:lpstr>Calibri</vt:lpstr>
      <vt:lpstr>Poppins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PowerPoint Presentation</vt:lpstr>
      <vt:lpstr>Teach Grapheme Caption</vt:lpstr>
      <vt:lpstr>Teach Uppercase Formation</vt:lpstr>
      <vt:lpstr>Teach Grapheme Caption</vt:lpstr>
      <vt:lpstr>Teach Uppercase Formation</vt:lpstr>
      <vt:lpstr>Teach Grapheme Caption</vt:lpstr>
      <vt:lpstr>Teach Uppercase Formation</vt:lpstr>
      <vt:lpstr>Display the Alphabet in order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2026-04-29T01:56:32Z</dcterms:modified>
</cp:coreProperties>
</file>