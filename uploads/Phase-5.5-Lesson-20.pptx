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6858000" type="screen4x3"/>
  <p:notesSz cx="6858000" cy="9144000"/>
  <p:embeddedFontLst>
    <p:embeddedFont>
      <p:font typeface="Jost" panose="020B0604020202020204" charset="0"/>
      <p:regular r:id="rId29"/>
      <p:bold r:id="rId30"/>
      <p:italic r:id="rId31"/>
      <p:boldItalic r:id="rId32"/>
    </p:embeddedFont>
    <p:embeddedFont>
      <p:font typeface="Nunito Black" pitchFamily="2" charset="0"/>
      <p:bold r:id="rId33"/>
      <p:boldItalic r:id="rId34"/>
    </p:embeddedFont>
    <p:embeddedFont>
      <p:font typeface="Poppins" panose="00000500000000000000" pitchFamily="2" charset="0"/>
      <p:regular r:id="rId35"/>
      <p:bold r:id="rId36"/>
      <p:italic r:id="rId37"/>
      <p:boldItalic r:id="rId38"/>
    </p:embeddedFont>
    <p:embeddedFont>
      <p:font typeface="Poppins Medium" panose="00000600000000000000" pitchFamily="2" charset="0"/>
      <p:regular r:id="rId39"/>
      <p:bold r:id="rId40"/>
      <p:italic r:id="rId41"/>
      <p:boldItalic r:id="rId42"/>
    </p:embeddedFont>
    <p:embeddedFont>
      <p:font typeface="Poppins SemiBold" panose="00000700000000000000" pitchFamily="2" charset="0"/>
      <p:regular r:id="rId43"/>
      <p:bold r:id="rId44"/>
      <p:italic r:id="rId45"/>
      <p:boldItalic r:id="rId4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h42vUrcDzEMbnXugt4Lt1sLitJ+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BE4B4928-5DD6-4E9A-8217-D2F8598F1FE3}">
  <a:tblStyle styleId="{BE4B4928-5DD6-4E9A-8217-D2F8598F1FE3}"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1794" y="7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1.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font" Target="fonts/font17.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font" Target="fonts/font16.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font" Target="fonts/font15.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font" Target="fonts/font18.fntdata"/><Relationship Id="rId20" Type="http://schemas.openxmlformats.org/officeDocument/2006/relationships/slide" Target="slides/slide19.xml"/><Relationship Id="rId41" Type="http://schemas.openxmlformats.org/officeDocument/2006/relationships/font" Target="fonts/font13.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7"/>
        <p:cNvGrpSpPr/>
        <p:nvPr/>
      </p:nvGrpSpPr>
      <p:grpSpPr>
        <a:xfrm>
          <a:off x="0" y="0"/>
          <a:ext cx="0" cy="0"/>
          <a:chOff x="0" y="0"/>
          <a:chExt cx="0" cy="0"/>
        </a:xfrm>
      </p:grpSpPr>
      <p:sp>
        <p:nvSpPr>
          <p:cNvPr id="698" name="Google Shape;698;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9" name="Google Shape;699;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0" name="Google Shape;700;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4"/>
        <p:cNvGrpSpPr/>
        <p:nvPr/>
      </p:nvGrpSpPr>
      <p:grpSpPr>
        <a:xfrm>
          <a:off x="0" y="0"/>
          <a:ext cx="0" cy="0"/>
          <a:chOff x="0" y="0"/>
          <a:chExt cx="0" cy="0"/>
        </a:xfrm>
      </p:grpSpPr>
      <p:sp>
        <p:nvSpPr>
          <p:cNvPr id="725" name="Google Shape;725;g332c05beed5_0_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6" name="Google Shape;726;g332c05beed5_0_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7" name="Google Shape;727;g332c05beed5_0_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g332c05beed5_0_3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6" name="Google Shape;756;g332c05beed5_0_3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7" name="Google Shape;757;g332c05beed5_0_3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0"/>
        <p:cNvGrpSpPr/>
        <p:nvPr/>
      </p:nvGrpSpPr>
      <p:grpSpPr>
        <a:xfrm>
          <a:off x="0" y="0"/>
          <a:ext cx="0" cy="0"/>
          <a:chOff x="0" y="0"/>
          <a:chExt cx="0" cy="0"/>
        </a:xfrm>
      </p:grpSpPr>
      <p:sp>
        <p:nvSpPr>
          <p:cNvPr id="791" name="Google Shape;791;g332c05beed5_0_6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2" name="Google Shape;792;g332c05beed5_0_6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g332c05beed5_0_6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8"/>
        <p:cNvGrpSpPr/>
        <p:nvPr/>
      </p:nvGrpSpPr>
      <p:grpSpPr>
        <a:xfrm>
          <a:off x="0" y="0"/>
          <a:ext cx="0" cy="0"/>
          <a:chOff x="0" y="0"/>
          <a:chExt cx="0" cy="0"/>
        </a:xfrm>
      </p:grpSpPr>
      <p:sp>
        <p:nvSpPr>
          <p:cNvPr id="839" name="Google Shape;839;g332c05beed5_0_87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0" name="Google Shape;840;g332c05beed5_0_87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41" name="Google Shape;841;g332c05beed5_0_87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3"/>
        <p:cNvGrpSpPr/>
        <p:nvPr/>
      </p:nvGrpSpPr>
      <p:grpSpPr>
        <a:xfrm>
          <a:off x="0" y="0"/>
          <a:ext cx="0" cy="0"/>
          <a:chOff x="0" y="0"/>
          <a:chExt cx="0" cy="0"/>
        </a:xfrm>
      </p:grpSpPr>
      <p:sp>
        <p:nvSpPr>
          <p:cNvPr id="854" name="Google Shape;854;g332c05beed5_0_12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5" name="Google Shape;855;g332c05beed5_0_1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g332c05beed5_0_12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4"/>
        <p:cNvGrpSpPr/>
        <p:nvPr/>
      </p:nvGrpSpPr>
      <p:grpSpPr>
        <a:xfrm>
          <a:off x="0" y="0"/>
          <a:ext cx="0" cy="0"/>
          <a:chOff x="0" y="0"/>
          <a:chExt cx="0" cy="0"/>
        </a:xfrm>
      </p:grpSpPr>
      <p:sp>
        <p:nvSpPr>
          <p:cNvPr id="875" name="Google Shape;875;g332c05beed5_0_14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6" name="Google Shape;876;g332c05beed5_0_14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77" name="Google Shape;877;g332c05beed5_0_14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9"/>
        <p:cNvGrpSpPr/>
        <p:nvPr/>
      </p:nvGrpSpPr>
      <p:grpSpPr>
        <a:xfrm>
          <a:off x="0" y="0"/>
          <a:ext cx="0" cy="0"/>
          <a:chOff x="0" y="0"/>
          <a:chExt cx="0" cy="0"/>
        </a:xfrm>
      </p:grpSpPr>
      <p:sp>
        <p:nvSpPr>
          <p:cNvPr id="910" name="Google Shape;910;g332c05beed5_0_18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1" name="Google Shape;911;g332c05beed5_0_18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2" name="Google Shape;912;g332c05beed5_0_18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32c05beed5_0_20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1" name="Google Shape;931;g332c05beed5_0_20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32" name="Google Shape;932;g332c05beed5_0_20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332c05beed5_0_22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2" name="Google Shape;952;g332c05beed5_0_2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53" name="Google Shape;953;g332c05beed5_0_2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26f40b1072c_1_2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0" name="Google Shape;970;g26f40b1072c_1_2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71" name="Google Shape;971;g26f40b1072c_1_2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6f40b1072c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6f40b1072c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6f40b1072c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2"/>
        <p:cNvGrpSpPr/>
        <p:nvPr/>
      </p:nvGrpSpPr>
      <p:grpSpPr>
        <a:xfrm>
          <a:off x="0" y="0"/>
          <a:ext cx="0" cy="0"/>
          <a:chOff x="0" y="0"/>
          <a:chExt cx="0" cy="0"/>
        </a:xfrm>
      </p:grpSpPr>
      <p:sp>
        <p:nvSpPr>
          <p:cNvPr id="993" name="Google Shape;993;g2ce718e20f2_0_84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4" name="Google Shape;994;g2ce718e20f2_0_84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5" name="Google Shape;995;g2ce718e20f2_0_84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6"/>
        <p:cNvGrpSpPr/>
        <p:nvPr/>
      </p:nvGrpSpPr>
      <p:grpSpPr>
        <a:xfrm>
          <a:off x="0" y="0"/>
          <a:ext cx="0" cy="0"/>
          <a:chOff x="0" y="0"/>
          <a:chExt cx="0" cy="0"/>
        </a:xfrm>
      </p:grpSpPr>
      <p:sp>
        <p:nvSpPr>
          <p:cNvPr id="1007" name="Google Shape;1007;g2701ceed56d_4_32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8" name="Google Shape;1008;g2701ceed56d_4_32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9" name="Google Shape;1009;g2701ceed56d_4_32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2" name="Google Shape;1022;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3" name="Google Shape;1023;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4" name="Google Shape;1034;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5" name="Google Shape;1035;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6" name="Google Shape;104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7" name="Google Shape;104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5"/>
        <p:cNvGrpSpPr/>
        <p:nvPr/>
      </p:nvGrpSpPr>
      <p:grpSpPr>
        <a:xfrm>
          <a:off x="0" y="0"/>
          <a:ext cx="0" cy="0"/>
          <a:chOff x="0" y="0"/>
          <a:chExt cx="0" cy="0"/>
        </a:xfrm>
      </p:grpSpPr>
      <p:sp>
        <p:nvSpPr>
          <p:cNvPr id="1056" name="Google Shape;1056;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7" name="Google Shape;1057;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8" name="Google Shape;1058;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8" name="Google Shape;1068;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9" name="Google Shape;1069;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2"/>
        <p:cNvGrpSpPr/>
        <p:nvPr/>
      </p:nvGrpSpPr>
      <p:grpSpPr>
        <a:xfrm>
          <a:off x="0" y="0"/>
          <a:ext cx="0" cy="0"/>
          <a:chOff x="0" y="0"/>
          <a:chExt cx="0" cy="0"/>
        </a:xfrm>
      </p:grpSpPr>
      <p:sp>
        <p:nvSpPr>
          <p:cNvPr id="1083" name="Google Shape;1083;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4" name="Google Shape;1084;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5" name="Google Shape;1085;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2701ceed56d_4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0" name="Google Shape;1100;g2701ceed56d_4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1" name="Google Shape;1101;g2701ceed56d_4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8"/>
        <p:cNvGrpSpPr/>
        <p:nvPr/>
      </p:nvGrpSpPr>
      <p:grpSpPr>
        <a:xfrm>
          <a:off x="0" y="0"/>
          <a:ext cx="0" cy="0"/>
          <a:chOff x="0" y="0"/>
          <a:chExt cx="0" cy="0"/>
        </a:xfrm>
      </p:grpSpPr>
      <p:sp>
        <p:nvSpPr>
          <p:cNvPr id="1119" name="Google Shape;1119;g2701ceed56d_4_2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0" name="Google Shape;1120;g2701ceed56d_4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1" name="Google Shape;1121;g2701ceed56d_4_2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8"/>
        <p:cNvGrpSpPr/>
        <p:nvPr/>
      </p:nvGrpSpPr>
      <p:grpSpPr>
        <a:xfrm>
          <a:off x="0" y="0"/>
          <a:ext cx="0" cy="0"/>
          <a:chOff x="0" y="0"/>
          <a:chExt cx="0" cy="0"/>
        </a:xfrm>
      </p:grpSpPr>
      <p:sp>
        <p:nvSpPr>
          <p:cNvPr id="1139" name="Google Shape;1139;g2d9e59d421a_0_9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0" name="Google Shape;1140;g2d9e59d421a_0_9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1" name="Google Shape;1141;g2d9e59d421a_0_9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5"/>
        <p:cNvGrpSpPr/>
        <p:nvPr/>
      </p:nvGrpSpPr>
      <p:grpSpPr>
        <a:xfrm>
          <a:off x="0" y="0"/>
          <a:ext cx="0" cy="0"/>
          <a:chOff x="0" y="0"/>
          <a:chExt cx="0" cy="0"/>
        </a:xfrm>
      </p:grpSpPr>
      <p:sp>
        <p:nvSpPr>
          <p:cNvPr id="1146" name="Google Shape;1146;g2c186218c5a_0_1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7" name="Google Shape;1147;g2c186218c5a_0_1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48" name="Google Shape;1148;g2c186218c5a_0_1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25</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g2c4fb7f6616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53" name="Google Shape;1153;g2c4fb7f6616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4" name="Google Shape;1154;g2c4fb7f6616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26</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hyperlink" Target="http://www.beanstalkbooks.com" TargetMode="External"/><Relationship Id="rId7" Type="http://schemas.openxmlformats.org/officeDocument/2006/relationships/image" Target="../media/image6.png"/><Relationship Id="rId2" Type="http://schemas.openxmlformats.org/officeDocument/2006/relationships/hyperlink" Target="http://www.rainbowphonics.com" TargetMode="External"/><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hyperlink" Target="http://www.juniorlearning.com" TargetMode="External"/><Relationship Id="rId9"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5" y="1600125"/>
            <a:ext cx="46218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CB3D85"/>
                </a:solidFill>
                <a:latin typeface="Poppins SemiBold"/>
                <a:ea typeface="Poppins SemiBold"/>
                <a:cs typeface="Poppins SemiBold"/>
                <a:sym typeface="Poppins SemiBold"/>
              </a:rPr>
              <a:t>Phase 5.5</a:t>
            </a:r>
            <a:endParaRPr sz="6000" b="0" i="0" u="none" strike="noStrike" cap="none">
              <a:solidFill>
                <a:srgbClr val="CB3D85"/>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600"/>
            <a:chOff x="-36800" y="-52000"/>
            <a:chExt cx="9236100" cy="54360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5905920" y="8810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33" name="Google Shape;33;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34" name="Google Shape;34;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 name="Google Shape;35;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6" name="Google Shape;36;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 name="Google Shape;37;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8" name="Google Shape;38;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39" name="Google Shape;39;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 name="Google Shape;40;p14"/>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2616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7615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Objective</a:t>
            </a:r>
            <a:endParaRPr sz="3200" b="0" i="0" u="none" strike="noStrike" cap="none">
              <a:solidFill>
                <a:srgbClr val="CB3D85"/>
              </a:solidFill>
              <a:latin typeface="Poppins Medium"/>
              <a:ea typeface="Poppins Medium"/>
              <a:cs typeface="Poppins Medium"/>
              <a:sym typeface="Poppins Medium"/>
            </a:endParaRPr>
          </a:p>
        </p:txBody>
      </p:sp>
      <p:sp>
        <p:nvSpPr>
          <p:cNvPr id="47" name="Google Shape;47;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48" name="Google Shape;48;p15"/>
          <p:cNvGrpSpPr/>
          <p:nvPr/>
        </p:nvGrpSpPr>
        <p:grpSpPr>
          <a:xfrm>
            <a:off x="357775" y="5983875"/>
            <a:ext cx="586800" cy="571500"/>
            <a:chOff x="662575" y="6212475"/>
            <a:chExt cx="586800" cy="571500"/>
          </a:xfrm>
        </p:grpSpPr>
        <p:sp>
          <p:nvSpPr>
            <p:cNvPr id="49" name="Google Shape;49;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 name="Google Shape;50;p1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1" name="Google Shape;51;p1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2" name="Google Shape;52;p15"/>
          <p:cNvSpPr txBox="1"/>
          <p:nvPr/>
        </p:nvSpPr>
        <p:spPr>
          <a:xfrm>
            <a:off x="856314" y="21244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Review</a:t>
            </a:r>
            <a:endParaRPr sz="3200" b="0" i="0" u="none" strike="noStrike" cap="none">
              <a:solidFill>
                <a:srgbClr val="CB3D85"/>
              </a:solidFill>
              <a:latin typeface="Poppins Medium"/>
              <a:ea typeface="Poppins Medium"/>
              <a:cs typeface="Poppins Medium"/>
              <a:sym typeface="Poppins Medium"/>
            </a:endParaRPr>
          </a:p>
        </p:txBody>
      </p:sp>
      <p:cxnSp>
        <p:nvCxnSpPr>
          <p:cNvPr id="53" name="Google Shape;53;p15"/>
          <p:cNvCxnSpPr/>
          <p:nvPr/>
        </p:nvCxnSpPr>
        <p:spPr>
          <a:xfrm>
            <a:off x="865586" y="3078360"/>
            <a:ext cx="7283100" cy="0"/>
          </a:xfrm>
          <a:prstGeom prst="straightConnector1">
            <a:avLst/>
          </a:prstGeom>
          <a:noFill/>
          <a:ln w="9525" cap="flat" cmpd="sng">
            <a:solidFill>
              <a:srgbClr val="BFBFBF"/>
            </a:solidFill>
            <a:prstDash val="solid"/>
            <a:miter lim="800000"/>
            <a:headEnd type="none" w="sm" len="sm"/>
            <a:tailEnd type="none" w="sm" len="sm"/>
          </a:ln>
        </p:spPr>
      </p:cxnSp>
      <p:cxnSp>
        <p:nvCxnSpPr>
          <p:cNvPr id="54" name="Google Shape;54;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600"/>
            <a:chOff x="-36800" y="-52000"/>
            <a:chExt cx="9236100" cy="54360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5905920" y="8810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67" name="Google Shape;67;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68" name="Google Shape;68;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 name="Google Shape;69;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0" name="Google Shape;70;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1" name="Google Shape;71;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2" name="Google Shape;72;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3" name="Google Shape;73;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4" name="Google Shape;74;p15"/>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600"/>
            <a:chOff x="-36800" y="-52000"/>
            <a:chExt cx="9236100" cy="54360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5905920" y="8810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95" name="Google Shape;95;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96" name="Google Shape;96;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 name="Google Shape;97;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8" name="Google Shape;98;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9" name="Google Shape;99;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0" name="Google Shape;100;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1" name="Google Shape;101;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2" name="Google Shape;102;g26b641b03cd_1_92"/>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 name="Google Shape;106;g26b641b03cd_0_33"/>
          <p:cNvSpPr/>
          <p:nvPr/>
        </p:nvSpPr>
        <p:spPr>
          <a:xfrm rot="-5400000" flipH="1">
            <a:off x="-938345" y="2319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Review Sound Family /oa/</a:t>
            </a:r>
            <a:endParaRPr sz="1800" b="0" i="0" u="none" strike="noStrike" cap="none">
              <a:solidFill>
                <a:srgbClr val="FFFFFF"/>
              </a:solidFill>
              <a:latin typeface="Poppins SemiBold"/>
              <a:ea typeface="Poppins SemiBold"/>
              <a:cs typeface="Poppins SemiBold"/>
              <a:sym typeface="Poppins SemiBold"/>
            </a:endParaRPr>
          </a:p>
        </p:txBody>
      </p:sp>
      <p:sp>
        <p:nvSpPr>
          <p:cNvPr id="108" name="Google Shape;108;g26b641b03cd_0_33"/>
          <p:cNvSpPr txBox="1"/>
          <p:nvPr/>
        </p:nvSpPr>
        <p:spPr>
          <a:xfrm rot="-5400000">
            <a:off x="-1852558" y="5885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chemeClr val="dk1"/>
              </a:buClr>
              <a:buSzPts val="1800"/>
              <a:buFont typeface="Arial"/>
              <a:buNone/>
            </a:pPr>
            <a:r>
              <a:rPr lang="en-US" sz="1800" b="0" i="0" u="none" strike="noStrike" cap="none">
                <a:solidFill>
                  <a:srgbClr val="CB3D85"/>
                </a:solidFill>
                <a:latin typeface="Poppins Medium"/>
                <a:ea typeface="Poppins Medium"/>
                <a:cs typeface="Poppins Medium"/>
                <a:sym typeface="Poppins Medium"/>
              </a:rPr>
              <a:t>Week 4 - Friday</a:t>
            </a:r>
            <a:endParaRPr sz="1800" b="0" i="0" u="none" strike="noStrike" cap="none">
              <a:solidFill>
                <a:srgbClr val="CB3D85"/>
              </a:solidFill>
              <a:latin typeface="Poppins Medium"/>
              <a:ea typeface="Poppins Medium"/>
              <a:cs typeface="Poppins Medium"/>
              <a:sym typeface="Poppins Medium"/>
            </a:endParaRPr>
          </a:p>
        </p:txBody>
      </p:sp>
      <p:sp>
        <p:nvSpPr>
          <p:cNvPr id="109" name="Google Shape;109;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0" name="Google Shape;110;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1" name="Google Shape;111;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CB3D85"/>
              </a:buClr>
              <a:buSzPts val="3200"/>
              <a:buFont typeface="Poppins Medium"/>
              <a:buNone/>
              <a:defRPr sz="3200">
                <a:solidFill>
                  <a:srgbClr val="CB3D85"/>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2" name="Google Shape;112;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3" name="Google Shape;113;g26b641b03cd_0_33"/>
          <p:cNvGrpSpPr/>
          <p:nvPr/>
        </p:nvGrpSpPr>
        <p:grpSpPr>
          <a:xfrm>
            <a:off x="662575" y="6212475"/>
            <a:ext cx="586800" cy="571500"/>
            <a:chOff x="662575" y="6212475"/>
            <a:chExt cx="586800" cy="571500"/>
          </a:xfrm>
        </p:grpSpPr>
        <p:sp>
          <p:nvSpPr>
            <p:cNvPr id="114" name="Google Shape;114;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5" name="Google Shape;115;g26b641b03cd_0_3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6" name="Google Shape;116;g26b641b03cd_0_3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17" name="Google Shape;117;g26b641b03cd_0_33"/>
          <p:cNvGrpSpPr/>
          <p:nvPr/>
        </p:nvGrpSpPr>
        <p:grpSpPr>
          <a:xfrm>
            <a:off x="7894350" y="6212475"/>
            <a:ext cx="586800" cy="571500"/>
            <a:chOff x="7894350" y="6212475"/>
            <a:chExt cx="586800" cy="571500"/>
          </a:xfrm>
        </p:grpSpPr>
        <p:sp>
          <p:nvSpPr>
            <p:cNvPr id="118" name="Google Shape;118;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19" name="Google Shape;119;g26b641b03cd_0_3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21" name="Google Shape;121;g26b641b03cd_0_3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2" name="Google Shape;122;g26b641b03cd_0_3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23" name="Google Shape;123;g26b641b03cd_0_33"/>
          <p:cNvSpPr/>
          <p:nvPr/>
        </p:nvSpPr>
        <p:spPr>
          <a:xfrm rot="5400000">
            <a:off x="7628802" y="23958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24" name="Google Shape;124;g26b641b03cd_0_33"/>
          <p:cNvSpPr txBox="1"/>
          <p:nvPr/>
        </p:nvSpPr>
        <p:spPr>
          <a:xfrm rot="5400000">
            <a:off x="6707775" y="59614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Lesson 20</a:t>
            </a:r>
            <a:endParaRPr sz="1800" b="0" i="0" u="none" strike="noStrike" cap="none">
              <a:solidFill>
                <a:srgbClr val="CB3D85"/>
              </a:solidFill>
              <a:latin typeface="Poppins Medium"/>
              <a:ea typeface="Poppins Medium"/>
              <a:cs typeface="Poppins Medium"/>
              <a:sym typeface="Poppins Medium"/>
            </a:endParaRPr>
          </a:p>
        </p:txBody>
      </p:sp>
      <p:sp>
        <p:nvSpPr>
          <p:cNvPr id="125" name="Google Shape;125;g26b641b03cd_0_3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Independent Reading">
  <p:cSld name="End of Session_1_1_1">
    <p:spTree>
      <p:nvGrpSpPr>
        <p:cNvPr id="1" name="Shape 126"/>
        <p:cNvGrpSpPr/>
        <p:nvPr/>
      </p:nvGrpSpPr>
      <p:grpSpPr>
        <a:xfrm>
          <a:off x="0" y="0"/>
          <a:ext cx="0" cy="0"/>
          <a:chOff x="0" y="0"/>
          <a:chExt cx="0" cy="0"/>
        </a:xfrm>
      </p:grpSpPr>
      <p:sp>
        <p:nvSpPr>
          <p:cNvPr id="127" name="Google Shape;127;g2ce718e20f2_0_768"/>
          <p:cNvSpPr txBox="1"/>
          <p:nvPr/>
        </p:nvSpPr>
        <p:spPr>
          <a:xfrm>
            <a:off x="856325" y="958000"/>
            <a:ext cx="55779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Independent Reading</a:t>
            </a:r>
            <a:endParaRPr sz="3200" b="0" i="0" u="none" strike="noStrike" cap="none">
              <a:solidFill>
                <a:srgbClr val="CB3D85"/>
              </a:solidFill>
              <a:latin typeface="Poppins Medium"/>
              <a:ea typeface="Poppins Medium"/>
              <a:cs typeface="Poppins Medium"/>
              <a:sym typeface="Poppins Medium"/>
            </a:endParaRPr>
          </a:p>
        </p:txBody>
      </p:sp>
      <p:cxnSp>
        <p:nvCxnSpPr>
          <p:cNvPr id="128" name="Google Shape;128;g2ce718e20f2_0_768"/>
          <p:cNvCxnSpPr/>
          <p:nvPr/>
        </p:nvCxnSpPr>
        <p:spPr>
          <a:xfrm>
            <a:off x="941786" y="1709260"/>
            <a:ext cx="4402200" cy="0"/>
          </a:xfrm>
          <a:prstGeom prst="straightConnector1">
            <a:avLst/>
          </a:prstGeom>
          <a:noFill/>
          <a:ln w="9525" cap="flat" cmpd="sng">
            <a:solidFill>
              <a:srgbClr val="BFBFBF"/>
            </a:solidFill>
            <a:prstDash val="solid"/>
            <a:miter lim="800000"/>
            <a:headEnd type="none" w="sm" len="sm"/>
            <a:tailEnd type="none" w="sm" len="sm"/>
          </a:ln>
        </p:spPr>
      </p:cxnSp>
      <p:sp>
        <p:nvSpPr>
          <p:cNvPr id="129" name="Google Shape;129;g2ce718e20f2_0_768"/>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g2ce718e20f2_0_768"/>
          <p:cNvSpPr txBox="1"/>
          <p:nvPr/>
        </p:nvSpPr>
        <p:spPr>
          <a:xfrm>
            <a:off x="842866" y="1759850"/>
            <a:ext cx="4606800" cy="6480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1000"/>
              </a:spcBef>
              <a:spcAft>
                <a:spcPts val="0"/>
              </a:spcAft>
              <a:buClr>
                <a:srgbClr val="000000"/>
              </a:buClr>
              <a:buSzPts val="1400"/>
              <a:buFont typeface="Arial"/>
              <a:buNone/>
            </a:pPr>
            <a:r>
              <a:rPr lang="en-US" sz="1400" b="0" i="0" u="none" strike="noStrike" cap="none">
                <a:solidFill>
                  <a:schemeClr val="dk1"/>
                </a:solidFill>
                <a:latin typeface="Poppins"/>
                <a:ea typeface="Poppins"/>
                <a:cs typeface="Poppins"/>
                <a:sym typeface="Poppins"/>
              </a:rPr>
              <a:t>Children are given a decodable reader that covers letter sounds previously taught.</a:t>
            </a:r>
            <a:endParaRPr sz="1400" b="0" i="0" u="none" strike="noStrike" cap="none">
              <a:solidFill>
                <a:schemeClr val="dk1"/>
              </a:solidFill>
              <a:latin typeface="Poppins"/>
              <a:ea typeface="Poppins"/>
              <a:cs typeface="Poppins"/>
              <a:sym typeface="Poppins"/>
            </a:endParaRPr>
          </a:p>
        </p:txBody>
      </p:sp>
      <p:sp>
        <p:nvSpPr>
          <p:cNvPr id="131" name="Google Shape;131;g2ce718e20f2_0_768"/>
          <p:cNvSpPr txBox="1"/>
          <p:nvPr/>
        </p:nvSpPr>
        <p:spPr>
          <a:xfrm>
            <a:off x="835016" y="2438500"/>
            <a:ext cx="38196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Decodable Readers</a:t>
            </a:r>
            <a:endParaRPr sz="1100" b="0" i="0" u="none" strike="noStrike" cap="none">
              <a:solidFill>
                <a:srgbClr val="CB3D85"/>
              </a:solidFill>
              <a:latin typeface="Poppins Medium"/>
              <a:ea typeface="Poppins Medium"/>
              <a:cs typeface="Poppins Medium"/>
              <a:sym typeface="Poppins Medium"/>
            </a:endParaRPr>
          </a:p>
        </p:txBody>
      </p:sp>
      <p:grpSp>
        <p:nvGrpSpPr>
          <p:cNvPr id="133" name="Google Shape;133;g2ce718e20f2_0_768"/>
          <p:cNvGrpSpPr/>
          <p:nvPr/>
        </p:nvGrpSpPr>
        <p:grpSpPr>
          <a:xfrm>
            <a:off x="8199150" y="5983875"/>
            <a:ext cx="586800" cy="571500"/>
            <a:chOff x="7894350" y="6212475"/>
            <a:chExt cx="586800" cy="571500"/>
          </a:xfrm>
        </p:grpSpPr>
        <p:sp>
          <p:nvSpPr>
            <p:cNvPr id="134" name="Google Shape;134;g2ce718e20f2_0_76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5" name="Google Shape;135;g2ce718e20f2_0_76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36" name="Google Shape;136;g2ce718e20f2_0_76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137" name="Google Shape;137;g2ce718e20f2_0_768"/>
          <p:cNvSpPr txBox="1"/>
          <p:nvPr/>
        </p:nvSpPr>
        <p:spPr>
          <a:xfrm>
            <a:off x="5031994" y="2438500"/>
            <a:ext cx="3035400" cy="2523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100" b="0" i="0" u="none" strike="noStrike" cap="none">
                <a:solidFill>
                  <a:srgbClr val="CB3D85"/>
                </a:solidFill>
                <a:latin typeface="Poppins Medium"/>
                <a:ea typeface="Poppins Medium"/>
                <a:cs typeface="Poppins Medium"/>
                <a:sym typeface="Poppins Medium"/>
              </a:rPr>
              <a:t>Sound Family Chart</a:t>
            </a:r>
            <a:endParaRPr sz="1100" b="0" i="1" u="none" strike="noStrike" cap="none">
              <a:solidFill>
                <a:srgbClr val="CB3D85"/>
              </a:solidFill>
              <a:latin typeface="Poppins Medium"/>
              <a:ea typeface="Poppins Medium"/>
              <a:cs typeface="Poppins Medium"/>
              <a:sym typeface="Poppins Medium"/>
            </a:endParaRPr>
          </a:p>
        </p:txBody>
      </p:sp>
      <p:grpSp>
        <p:nvGrpSpPr>
          <p:cNvPr id="138" name="Google Shape;138;g2ce718e20f2_0_768"/>
          <p:cNvGrpSpPr/>
          <p:nvPr/>
        </p:nvGrpSpPr>
        <p:grpSpPr>
          <a:xfrm>
            <a:off x="-36800" y="-52000"/>
            <a:ext cx="9236100" cy="543600"/>
            <a:chOff x="-36800" y="-52000"/>
            <a:chExt cx="9236100" cy="543600"/>
          </a:xfrm>
        </p:grpSpPr>
        <p:sp>
          <p:nvSpPr>
            <p:cNvPr id="139" name="Google Shape;139;g2ce718e20f2_0_768"/>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40" name="Google Shape;140;g2ce718e20f2_0_768"/>
            <p:cNvGrpSpPr/>
            <p:nvPr/>
          </p:nvGrpSpPr>
          <p:grpSpPr>
            <a:xfrm>
              <a:off x="5905920" y="88100"/>
              <a:ext cx="1337400" cy="403500"/>
              <a:chOff x="565600" y="88250"/>
              <a:chExt cx="1337400" cy="403500"/>
            </a:xfrm>
          </p:grpSpPr>
          <p:sp>
            <p:nvSpPr>
              <p:cNvPr id="141" name="Google Shape;141;g2ce718e20f2_0_768"/>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142" name="Google Shape;142;g2ce718e20f2_0_768"/>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143" name="Google Shape;143;g2ce718e20f2_0_768"/>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144" name="Google Shape;144;g2ce718e20f2_0_768"/>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45" name="Google Shape;145;g2ce718e20f2_0_768"/>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146" name="Google Shape;146;g2ce718e20f2_0_768"/>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147" name="Google Shape;147;g2ce718e20f2_0_768"/>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48" name="Google Shape;148;g2ce718e20f2_0_768"/>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49" name="Google Shape;149;g2ce718e20f2_0_768"/>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0" name="Google Shape;150;g2ce718e20f2_0_768"/>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51" name="Google Shape;151;g2ce718e20f2_0_768"/>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52" name="Google Shape;152;g2ce718e20f2_0_768"/>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53" name="Google Shape;153;g2ce718e20f2_0_768"/>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End title slide">
  <p:cSld name="End title slide">
    <p:spTree>
      <p:nvGrpSpPr>
        <p:cNvPr id="1" name="Shape 154"/>
        <p:cNvGrpSpPr/>
        <p:nvPr/>
      </p:nvGrpSpPr>
      <p:grpSpPr>
        <a:xfrm>
          <a:off x="0" y="0"/>
          <a:ext cx="0" cy="0"/>
          <a:chOff x="0" y="0"/>
          <a:chExt cx="0" cy="0"/>
        </a:xfrm>
      </p:grpSpPr>
      <p:grpSp>
        <p:nvGrpSpPr>
          <p:cNvPr id="155" name="Google Shape;155;p25"/>
          <p:cNvGrpSpPr/>
          <p:nvPr/>
        </p:nvGrpSpPr>
        <p:grpSpPr>
          <a:xfrm>
            <a:off x="-400050" y="-342900"/>
            <a:ext cx="9944100" cy="7258200"/>
            <a:chOff x="-400050" y="-342900"/>
            <a:chExt cx="9944100" cy="7258200"/>
          </a:xfrm>
        </p:grpSpPr>
        <p:grpSp>
          <p:nvGrpSpPr>
            <p:cNvPr id="156" name="Google Shape;156;p25"/>
            <p:cNvGrpSpPr/>
            <p:nvPr/>
          </p:nvGrpSpPr>
          <p:grpSpPr>
            <a:xfrm>
              <a:off x="-400050" y="-342900"/>
              <a:ext cx="9944100" cy="7258200"/>
              <a:chOff x="-400050" y="-342900"/>
              <a:chExt cx="9944100" cy="7258200"/>
            </a:xfrm>
          </p:grpSpPr>
          <p:grpSp>
            <p:nvGrpSpPr>
              <p:cNvPr id="157" name="Google Shape;157;p25"/>
              <p:cNvGrpSpPr/>
              <p:nvPr/>
            </p:nvGrpSpPr>
            <p:grpSpPr>
              <a:xfrm>
                <a:off x="-36925" y="-42000"/>
                <a:ext cx="9236225" cy="6957300"/>
                <a:chOff x="-36925" y="-42000"/>
                <a:chExt cx="9236225" cy="6957300"/>
              </a:xfrm>
            </p:grpSpPr>
            <p:sp>
              <p:nvSpPr>
                <p:cNvPr id="158" name="Google Shape;158;p25"/>
                <p:cNvSpPr/>
                <p:nvPr/>
              </p:nvSpPr>
              <p:spPr>
                <a:xfrm>
                  <a:off x="-36800" y="-42000"/>
                  <a:ext cx="9236100" cy="69573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25"/>
                <p:cNvSpPr/>
                <p:nvPr/>
              </p:nvSpPr>
              <p:spPr>
                <a:xfrm>
                  <a:off x="-36925" y="-42000"/>
                  <a:ext cx="9236100" cy="6019800"/>
                </a:xfrm>
                <a:prstGeom prst="rect">
                  <a:avLst/>
                </a:prstGeom>
                <a:gradFill>
                  <a:gsLst>
                    <a:gs pos="0">
                      <a:srgbClr val="163B7E"/>
                    </a:gs>
                    <a:gs pos="100000">
                      <a:srgbClr val="073763"/>
                    </a:gs>
                  </a:gsLst>
                  <a:path path="circle">
                    <a:fillToRect l="50000" t="50000" r="50000" b="50000"/>
                  </a:path>
                  <a:tileRect/>
                </a:gra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60" name="Google Shape;160;p25"/>
              <p:cNvPicPr preferRelativeResize="0"/>
              <p:nvPr/>
            </p:nvPicPr>
            <p:blipFill rotWithShape="1">
              <a:blip r:embed="rId2">
                <a:alphaModFix amt="3000"/>
              </a:blip>
              <a:srcRect l="9008" t="34049" r="10559"/>
              <a:stretch/>
            </p:blipFill>
            <p:spPr>
              <a:xfrm>
                <a:off x="-400050" y="-342900"/>
                <a:ext cx="9944100" cy="7236426"/>
              </a:xfrm>
              <a:prstGeom prst="rect">
                <a:avLst/>
              </a:prstGeom>
              <a:noFill/>
              <a:ln>
                <a:noFill/>
              </a:ln>
            </p:spPr>
          </p:pic>
        </p:grpSp>
        <p:pic>
          <p:nvPicPr>
            <p:cNvPr id="161" name="Google Shape;161;p25"/>
            <p:cNvPicPr preferRelativeResize="0"/>
            <p:nvPr/>
          </p:nvPicPr>
          <p:blipFill rotWithShape="1">
            <a:blip r:embed="rId3">
              <a:alphaModFix amt="40000"/>
            </a:blip>
            <a:srcRect/>
            <a:stretch/>
          </p:blipFill>
          <p:spPr>
            <a:xfrm>
              <a:off x="0" y="0"/>
              <a:ext cx="9144000" cy="6858000"/>
            </a:xfrm>
            <a:prstGeom prst="rect">
              <a:avLst/>
            </a:prstGeom>
            <a:noFill/>
            <a:ln>
              <a:noFill/>
            </a:ln>
          </p:spPr>
        </p:pic>
      </p:grpSp>
      <p:sp>
        <p:nvSpPr>
          <p:cNvPr id="162" name="Google Shape;162;p25"/>
          <p:cNvSpPr/>
          <p:nvPr/>
        </p:nvSpPr>
        <p:spPr>
          <a:xfrm>
            <a:off x="-18025" y="5985275"/>
            <a:ext cx="9236100" cy="930000"/>
          </a:xfrm>
          <a:prstGeom prst="rect">
            <a:avLst/>
          </a:prstGeom>
          <a:solidFill>
            <a:srgbClr val="3D85C6"/>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3" name="Google Shape;163;p25"/>
          <p:cNvSpPr/>
          <p:nvPr/>
        </p:nvSpPr>
        <p:spPr>
          <a:xfrm>
            <a:off x="-409550" y="5977725"/>
            <a:ext cx="2739772" cy="937791"/>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0B539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64" name="Google Shape;164;p25"/>
          <p:cNvSpPr txBox="1"/>
          <p:nvPr/>
        </p:nvSpPr>
        <p:spPr>
          <a:xfrm>
            <a:off x="363059" y="6084791"/>
            <a:ext cx="1658400" cy="73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Next Lesson:</a:t>
            </a:r>
            <a:endParaRPr sz="1800" b="0" i="0" u="none" strike="noStrike" cap="none">
              <a:solidFill>
                <a:srgbClr val="FFFFFF"/>
              </a:solidFill>
              <a:latin typeface="Poppins SemiBold"/>
              <a:ea typeface="Poppins SemiBold"/>
              <a:cs typeface="Poppins SemiBold"/>
              <a:sym typeface="Poppins SemiBold"/>
            </a:endParaRPr>
          </a:p>
        </p:txBody>
      </p:sp>
      <p:sp>
        <p:nvSpPr>
          <p:cNvPr id="165" name="Google Shape;165;p25"/>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rgbClr val="FFFFFF"/>
              </a:buClr>
              <a:buSzPts val="1800"/>
              <a:buFont typeface="Poppins Medium"/>
              <a:buNone/>
              <a:defRPr sz="1800" i="1">
                <a:solidFill>
                  <a:srgbClr val="FFFFF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pic>
        <p:nvPicPr>
          <p:cNvPr id="166" name="Google Shape;166;p25"/>
          <p:cNvPicPr preferRelativeResize="0"/>
          <p:nvPr/>
        </p:nvPicPr>
        <p:blipFill rotWithShape="1">
          <a:blip r:embed="rId4">
            <a:alphaModFix/>
          </a:blip>
          <a:srcRect/>
          <a:stretch/>
        </p:blipFill>
        <p:spPr>
          <a:xfrm>
            <a:off x="1616625" y="1379125"/>
            <a:ext cx="5910751" cy="2848550"/>
          </a:xfrm>
          <a:prstGeom prst="rect">
            <a:avLst/>
          </a:prstGeom>
          <a:noFill/>
          <a:ln>
            <a:noFill/>
          </a:ln>
          <a:effectLst>
            <a:outerShdw blurRad="57150" dist="19050" dir="5400000" algn="bl" rotWithShape="0">
              <a:srgbClr val="000000">
                <a:alpha val="49020"/>
              </a:srgbClr>
            </a:outerShdw>
          </a:effectLst>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egal Notice">
  <p:cSld name="Alien Word of the Day_2_1_1_1">
    <p:spTree>
      <p:nvGrpSpPr>
        <p:cNvPr id="1" name="Shape 167"/>
        <p:cNvGrpSpPr/>
        <p:nvPr/>
      </p:nvGrpSpPr>
      <p:grpSpPr>
        <a:xfrm>
          <a:off x="0" y="0"/>
          <a:ext cx="0" cy="0"/>
          <a:chOff x="0" y="0"/>
          <a:chExt cx="0" cy="0"/>
        </a:xfrm>
      </p:grpSpPr>
      <p:sp>
        <p:nvSpPr>
          <p:cNvPr id="168" name="Google Shape;168;g2c4fb7f6616_0_721"/>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g2c4fb7f6616_0_721"/>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0" name="Google Shape;170;g2c4fb7f6616_0_721"/>
          <p:cNvSpPr txBox="1"/>
          <p:nvPr/>
        </p:nvSpPr>
        <p:spPr>
          <a:xfrm>
            <a:off x="995275" y="76740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rgbClr val="000000"/>
                </a:solidFill>
                <a:latin typeface="Arial"/>
                <a:ea typeface="Arial"/>
                <a:cs typeface="Arial"/>
                <a:sym typeface="Arial"/>
              </a:rPr>
              <a:t>Legal notice and Sharing Permissions </a:t>
            </a:r>
            <a:endParaRPr sz="1400" b="0" i="0" u="none" strike="noStrike" cap="none">
              <a:solidFill>
                <a:srgbClr val="000000"/>
              </a:solidFill>
              <a:latin typeface="Arial"/>
              <a:ea typeface="Arial"/>
              <a:cs typeface="Arial"/>
              <a:sym typeface="Arial"/>
            </a:endParaRPr>
          </a:p>
        </p:txBody>
      </p:sp>
      <p:sp>
        <p:nvSpPr>
          <p:cNvPr id="171" name="Google Shape;171;g2c4fb7f6616_0_721"/>
          <p:cNvSpPr txBox="1"/>
          <p:nvPr/>
        </p:nvSpPr>
        <p:spPr>
          <a:xfrm>
            <a:off x="995275" y="1370825"/>
            <a:ext cx="4624500" cy="2243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All rights reserved. © Copyright 2024 by Rainbow Phonics.</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rgbClr val="000000"/>
                </a:solidFill>
                <a:latin typeface="Arial"/>
                <a:ea typeface="Arial"/>
                <a:cs typeface="Arial"/>
                <a:sym typeface="Arial"/>
              </a:rPr>
              <a:t>No part of this document may be reproduced for profit, stored in a retrieval system, or transmitted in any form or by any means, electronic, mechanical, photocopying, recording, or otherwise, without permission from publisher Rainbow Phonics. Resources in this presentation are published by Rainbow Phonics and are available for purchase at </a:t>
            </a:r>
            <a:r>
              <a:rPr lang="en-US" sz="939" b="0" i="0" u="sng" strike="noStrike" cap="none">
                <a:solidFill>
                  <a:schemeClr val="hlink"/>
                </a:solidFill>
                <a:latin typeface="Arial"/>
                <a:ea typeface="Arial"/>
                <a:cs typeface="Arial"/>
                <a:sym typeface="Arial"/>
                <a:hlinkClick r:id="rId2"/>
              </a:rPr>
              <a:t>www.rainbowphonics</a:t>
            </a:r>
            <a:r>
              <a:rPr lang="en-US" sz="939" u="sng">
                <a:solidFill>
                  <a:schemeClr val="hlink"/>
                </a:solidFill>
                <a:hlinkClick r:id="rId2"/>
              </a:rPr>
              <a:t>.co.nz</a:t>
            </a:r>
            <a:r>
              <a:rPr lang="en-US" sz="939" b="0" i="0" u="none" strike="noStrike" cap="none">
                <a:solidFill>
                  <a:srgbClr val="000000"/>
                </a:solidFill>
                <a:latin typeface="Arial"/>
                <a:ea typeface="Arial"/>
                <a:cs typeface="Arial"/>
                <a:sym typeface="Arial"/>
              </a:rPr>
              <a:t>. Decodable readers displayed are published by Beanstalk Books and are available at </a:t>
            </a:r>
            <a:r>
              <a:rPr lang="en-US" sz="939" b="0" i="0" u="sng" strike="noStrike" cap="none">
                <a:solidFill>
                  <a:schemeClr val="hlink"/>
                </a:solidFill>
                <a:latin typeface="Arial"/>
                <a:ea typeface="Arial"/>
                <a:cs typeface="Arial"/>
                <a:sym typeface="Arial"/>
                <a:hlinkClick r:id="rId3"/>
              </a:rPr>
              <a:t>www.beanstalkbooks</a:t>
            </a:r>
            <a:r>
              <a:rPr lang="en-US" sz="939" u="sng">
                <a:solidFill>
                  <a:schemeClr val="hlink"/>
                </a:solidFill>
                <a:hlinkClick r:id="rId3"/>
              </a:rPr>
              <a:t>.co.nz</a:t>
            </a:r>
            <a:r>
              <a:rPr lang="en-US" sz="939" b="0" i="0" u="none" strike="noStrike" cap="none">
                <a:solidFill>
                  <a:srgbClr val="000000"/>
                </a:solidFill>
                <a:latin typeface="Arial"/>
                <a:ea typeface="Arial"/>
                <a:cs typeface="Arial"/>
                <a:sym typeface="Arial"/>
              </a:rPr>
              <a:t>, teaching resources and games referenced are available at </a:t>
            </a:r>
            <a:r>
              <a:rPr lang="en-US" sz="939" b="0" i="0" u="sng" strike="noStrike" cap="none">
                <a:solidFill>
                  <a:schemeClr val="hlink"/>
                </a:solidFill>
                <a:latin typeface="Arial"/>
                <a:ea typeface="Arial"/>
                <a:cs typeface="Arial"/>
                <a:sym typeface="Arial"/>
                <a:hlinkClick r:id="rId4"/>
              </a:rPr>
              <a:t>www.juniorlearning</a:t>
            </a:r>
            <a:r>
              <a:rPr lang="en-US" sz="939" u="sng">
                <a:solidFill>
                  <a:schemeClr val="hlink"/>
                </a:solidFill>
                <a:hlinkClick r:id="rId4"/>
              </a:rPr>
              <a:t>.co.nz</a:t>
            </a:r>
            <a:r>
              <a:rPr lang="en-US" sz="939" b="0" i="0" u="none" strike="noStrike" cap="none">
                <a:solidFill>
                  <a:srgbClr val="000000"/>
                </a:solidFill>
                <a:latin typeface="Arial"/>
                <a:ea typeface="Arial"/>
                <a:cs typeface="Arial"/>
                <a:sym typeface="Arial"/>
              </a:rPr>
              <a:t>. </a:t>
            </a: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endParaRPr sz="939"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990"/>
              <a:buFont typeface="Arial"/>
              <a:buNone/>
            </a:pPr>
            <a:r>
              <a:rPr lang="en-US" sz="939" b="0" i="0" u="none" strike="noStrike" cap="none">
                <a:solidFill>
                  <a:schemeClr val="dk1"/>
                </a:solidFill>
                <a:latin typeface="Arial"/>
                <a:ea typeface="Arial"/>
                <a:cs typeface="Arial"/>
                <a:sym typeface="Arial"/>
              </a:rPr>
              <a:t>These presentations work alongside the Rainbow Phonics range of Teacher Planners and Supplementary Resources. The Teacher Planners provide daily lessons and weekly plans based on the progression of the Rainbow Phonics Program, with additional teacher-led activities, visual examples, phonics assessments and much more, all of which aid in successful phonics instruction. </a:t>
            </a:r>
            <a:endParaRPr sz="939" b="0" i="0" u="none" strike="noStrike" cap="none">
              <a:solidFill>
                <a:srgbClr val="000000"/>
              </a:solidFill>
              <a:latin typeface="Arial"/>
              <a:ea typeface="Arial"/>
              <a:cs typeface="Arial"/>
              <a:sym typeface="Arial"/>
            </a:endParaRPr>
          </a:p>
        </p:txBody>
      </p:sp>
      <p:sp>
        <p:nvSpPr>
          <p:cNvPr id="172" name="Google Shape;172;g2c4fb7f6616_0_721"/>
          <p:cNvSpPr txBox="1"/>
          <p:nvPr/>
        </p:nvSpPr>
        <p:spPr>
          <a:xfrm>
            <a:off x="1422825" y="3597900"/>
            <a:ext cx="3149700" cy="18243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 do with this </a:t>
            </a:r>
            <a:r>
              <a:rPr lang="en-US" sz="1240" b="0" i="0" u="none" strike="noStrike" cap="none">
                <a:solidFill>
                  <a:schemeClr val="dk1"/>
                </a:solidFill>
                <a:latin typeface="Arial"/>
                <a:ea typeface="Arial"/>
                <a:cs typeface="Arial"/>
                <a:sym typeface="Arial"/>
              </a:rPr>
              <a:t>resource</a:t>
            </a:r>
            <a:r>
              <a:rPr lang="en-US" sz="1240" b="0" i="0" u="none" strike="noStrike" cap="none">
                <a:solidFill>
                  <a:srgbClr val="000000"/>
                </a:solidFill>
                <a:latin typeface="Arial"/>
                <a:ea typeface="Arial"/>
                <a:cs typeface="Arial"/>
                <a:sym typeface="Arial"/>
              </a:rPr>
              <a:t>:</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Use this resource for personal / classroom use, </a:t>
            </a:r>
            <a:r>
              <a:rPr lang="en-US" sz="1040" b="0" i="0" u="none" strike="noStrike" cap="none">
                <a:solidFill>
                  <a:srgbClr val="000000"/>
                </a:solidFill>
                <a:latin typeface="Poppins SemiBold"/>
                <a:ea typeface="Poppins SemiBold"/>
                <a:cs typeface="Poppins SemiBold"/>
                <a:sym typeface="Poppins SemiBold"/>
              </a:rPr>
              <a:t>with</a:t>
            </a:r>
            <a:r>
              <a:rPr lang="en-US" sz="1040" b="0" i="0" u="none" strike="noStrike" cap="none">
                <a:solidFill>
                  <a:srgbClr val="000000"/>
                </a:solidFill>
                <a:latin typeface="Arial"/>
                <a:ea typeface="Arial"/>
                <a:cs typeface="Arial"/>
                <a:sym typeface="Arial"/>
              </a:rPr>
              <a:t> proper acknowledgement given to Rainbow Phonics.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Make a copy of this resource and edit for personal use such as editing text or changing slides, as long as proper acknowledgement is provided to the original publisher, Rainbow Phonics.</a:t>
            </a:r>
            <a:endParaRPr sz="1040" b="0" i="0" u="none" strike="noStrike" cap="none">
              <a:solidFill>
                <a:srgbClr val="000000"/>
              </a:solidFill>
              <a:latin typeface="Arial"/>
              <a:ea typeface="Arial"/>
              <a:cs typeface="Arial"/>
              <a:sym typeface="Arial"/>
            </a:endParaRPr>
          </a:p>
        </p:txBody>
      </p:sp>
      <p:sp>
        <p:nvSpPr>
          <p:cNvPr id="173" name="Google Shape;173;g2c4fb7f6616_0_721"/>
          <p:cNvSpPr txBox="1"/>
          <p:nvPr/>
        </p:nvSpPr>
        <p:spPr>
          <a:xfrm>
            <a:off x="4756150" y="3597900"/>
            <a:ext cx="3535800" cy="2411700"/>
          </a:xfrm>
          <a:prstGeom prst="rect">
            <a:avLst/>
          </a:prstGeom>
          <a:noFill/>
          <a:ln>
            <a:noFill/>
          </a:ln>
        </p:spPr>
        <p:txBody>
          <a:bodyPr spcFirstLastPara="1" wrap="square" lIns="91425" tIns="91425" rIns="91425" bIns="91425" anchor="t" anchorCtr="0">
            <a:noAutofit/>
          </a:bodyPr>
          <a:lstStyle/>
          <a:p>
            <a:pPr marL="0" marR="0" lvl="0" indent="0" algn="l" rtl="0">
              <a:lnSpc>
                <a:spcPct val="150000"/>
              </a:lnSpc>
              <a:spcBef>
                <a:spcPts val="0"/>
              </a:spcBef>
              <a:spcAft>
                <a:spcPts val="0"/>
              </a:spcAft>
              <a:buClr>
                <a:srgbClr val="000000"/>
              </a:buClr>
              <a:buSzPts val="990"/>
              <a:buFont typeface="Arial"/>
              <a:buNone/>
            </a:pPr>
            <a:r>
              <a:rPr lang="en-US" sz="1240" b="0" i="0" u="none" strike="noStrike" cap="none">
                <a:solidFill>
                  <a:srgbClr val="000000"/>
                </a:solidFill>
                <a:latin typeface="Arial"/>
                <a:ea typeface="Arial"/>
                <a:cs typeface="Arial"/>
                <a:sym typeface="Arial"/>
              </a:rPr>
              <a:t>What you can’t do with this resource:</a:t>
            </a:r>
            <a:endParaRPr sz="12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Make a copy of this resource and edit it for commercial distribution or other purposes.</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Distribute images or assets in this presentation outside of this resource, as this is copywritten material.</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chemeClr val="dk1"/>
              </a:buClr>
              <a:buSzPts val="1040"/>
              <a:buFont typeface="Arial"/>
              <a:buChar char="●"/>
            </a:pPr>
            <a:r>
              <a:rPr lang="en-US" sz="1040" b="0" i="0" u="none" strike="noStrike" cap="none">
                <a:solidFill>
                  <a:schemeClr val="dk1"/>
                </a:solidFill>
                <a:latin typeface="Arial"/>
                <a:ea typeface="Arial"/>
                <a:cs typeface="Arial"/>
                <a:sym typeface="Arial"/>
              </a:rPr>
              <a:t>Sell any of the displayed resources commercially.</a:t>
            </a:r>
            <a:endParaRPr sz="1040" b="0" i="0" u="none" strike="noStrike" cap="none">
              <a:solidFill>
                <a:srgbClr val="000000"/>
              </a:solidFill>
              <a:latin typeface="Arial"/>
              <a:ea typeface="Arial"/>
              <a:cs typeface="Arial"/>
              <a:sym typeface="Arial"/>
            </a:endParaRPr>
          </a:p>
          <a:p>
            <a:pPr marL="457200" marR="0" lvl="0" indent="-294640" algn="l" rtl="0">
              <a:lnSpc>
                <a:spcPct val="115000"/>
              </a:lnSpc>
              <a:spcBef>
                <a:spcPts val="0"/>
              </a:spcBef>
              <a:spcAft>
                <a:spcPts val="0"/>
              </a:spcAft>
              <a:buClr>
                <a:srgbClr val="000000"/>
              </a:buClr>
              <a:buSzPts val="1040"/>
              <a:buFont typeface="Arial"/>
              <a:buChar char="●"/>
            </a:pPr>
            <a:r>
              <a:rPr lang="en-US" sz="1040" b="0" i="0" u="none" strike="noStrike" cap="none">
                <a:solidFill>
                  <a:srgbClr val="000000"/>
                </a:solidFill>
                <a:latin typeface="Arial"/>
                <a:ea typeface="Arial"/>
                <a:cs typeface="Arial"/>
                <a:sym typeface="Arial"/>
              </a:rPr>
              <a:t>Host or share these resources with other parties, without written consent from </a:t>
            </a:r>
            <a:r>
              <a:rPr lang="en-US" sz="1040" b="0" i="0" u="none" strike="noStrike" cap="none">
                <a:solidFill>
                  <a:schemeClr val="dk1"/>
                </a:solidFill>
                <a:latin typeface="Arial"/>
                <a:ea typeface="Arial"/>
                <a:cs typeface="Arial"/>
                <a:sym typeface="Arial"/>
              </a:rPr>
              <a:t>Rainbow Phonics</a:t>
            </a:r>
            <a:r>
              <a:rPr lang="en-US" sz="1040" b="0" i="0" u="none" strike="noStrike" cap="none">
                <a:solidFill>
                  <a:srgbClr val="000000"/>
                </a:solidFill>
                <a:latin typeface="Arial"/>
                <a:ea typeface="Arial"/>
                <a:cs typeface="Arial"/>
                <a:sym typeface="Arial"/>
              </a:rPr>
              <a:t>.</a:t>
            </a:r>
            <a:endParaRPr sz="1040" b="0" i="0" u="none" strike="noStrike" cap="none">
              <a:solidFill>
                <a:srgbClr val="000000"/>
              </a:solidFill>
              <a:latin typeface="Arial"/>
              <a:ea typeface="Arial"/>
              <a:cs typeface="Arial"/>
              <a:sym typeface="Arial"/>
            </a:endParaRPr>
          </a:p>
        </p:txBody>
      </p:sp>
      <p:cxnSp>
        <p:nvCxnSpPr>
          <p:cNvPr id="174" name="Google Shape;174;g2c4fb7f6616_0_721"/>
          <p:cNvCxnSpPr/>
          <p:nvPr/>
        </p:nvCxnSpPr>
        <p:spPr>
          <a:xfrm>
            <a:off x="865586" y="1350235"/>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175" name="Google Shape;175;g2c4fb7f6616_0_721"/>
          <p:cNvSpPr/>
          <p:nvPr/>
        </p:nvSpPr>
        <p:spPr>
          <a:xfrm>
            <a:off x="4442194" y="3596257"/>
            <a:ext cx="363000" cy="363000"/>
          </a:xfrm>
          <a:prstGeom prst="mathMultiply">
            <a:avLst>
              <a:gd name="adj1" fmla="val 23520"/>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nvGrpSpPr>
          <p:cNvPr id="176" name="Google Shape;176;g2c4fb7f6616_0_721"/>
          <p:cNvGrpSpPr/>
          <p:nvPr/>
        </p:nvGrpSpPr>
        <p:grpSpPr>
          <a:xfrm>
            <a:off x="1050674" y="3528974"/>
            <a:ext cx="508471" cy="472349"/>
            <a:chOff x="718913" y="3178865"/>
            <a:chExt cx="825441" cy="766800"/>
          </a:xfrm>
        </p:grpSpPr>
        <p:sp>
          <p:nvSpPr>
            <p:cNvPr id="177" name="Google Shape;177;g2c4fb7f6616_0_721"/>
            <p:cNvSpPr/>
            <p:nvPr/>
          </p:nvSpPr>
          <p:spPr>
            <a:xfrm rot="8100000">
              <a:off x="865666" y="3315344"/>
              <a:ext cx="590576"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8" name="Google Shape;178;g2c4fb7f6616_0_721"/>
            <p:cNvSpPr/>
            <p:nvPr/>
          </p:nvSpPr>
          <p:spPr>
            <a:xfrm rot="2700000">
              <a:off x="847908" y="3390222"/>
              <a:ext cx="311410" cy="493843"/>
            </a:xfrm>
            <a:prstGeom prst="mathMinus">
              <a:avLst>
                <a:gd name="adj1" fmla="val 2352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pic>
        <p:nvPicPr>
          <p:cNvPr id="179" name="Google Shape;179;g2c4fb7f6616_0_721"/>
          <p:cNvPicPr preferRelativeResize="0"/>
          <p:nvPr/>
        </p:nvPicPr>
        <p:blipFill rotWithShape="1">
          <a:blip r:embed="rId5">
            <a:alphaModFix/>
          </a:blip>
          <a:srcRect/>
          <a:stretch/>
        </p:blipFill>
        <p:spPr>
          <a:xfrm>
            <a:off x="485725" y="5274624"/>
            <a:ext cx="2884175" cy="1389976"/>
          </a:xfrm>
          <a:prstGeom prst="rect">
            <a:avLst/>
          </a:prstGeom>
          <a:noFill/>
          <a:ln>
            <a:noFill/>
          </a:ln>
          <a:effectLst>
            <a:outerShdw blurRad="57150" dist="19050" dir="5400000" algn="bl" rotWithShape="0">
              <a:srgbClr val="000000">
                <a:alpha val="47450"/>
              </a:srgbClr>
            </a:outerShdw>
          </a:effectLst>
        </p:spPr>
      </p:pic>
      <p:sp>
        <p:nvSpPr>
          <p:cNvPr id="180" name="Google Shape;180;g2c4fb7f6616_0_721"/>
          <p:cNvSpPr txBox="1"/>
          <p:nvPr/>
        </p:nvSpPr>
        <p:spPr>
          <a:xfrm>
            <a:off x="995275" y="1008390"/>
            <a:ext cx="7153500" cy="248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000"/>
              <a:buFont typeface="Arial"/>
              <a:buNone/>
            </a:pPr>
            <a:r>
              <a:rPr lang="en-US" sz="1000" b="0" i="0" u="none" strike="noStrike" cap="none">
                <a:solidFill>
                  <a:srgbClr val="000000"/>
                </a:solidFill>
                <a:latin typeface="Arial"/>
                <a:ea typeface="Arial"/>
                <a:cs typeface="Arial"/>
                <a:sym typeface="Arial"/>
              </a:rPr>
              <a:t>by accessing this resource you accept the following terms and conditions</a:t>
            </a:r>
            <a:endParaRPr sz="1000" b="0" i="0" u="none" strike="noStrike" cap="none">
              <a:solidFill>
                <a:srgbClr val="000000"/>
              </a:solidFill>
              <a:latin typeface="Arial"/>
              <a:ea typeface="Arial"/>
              <a:cs typeface="Arial"/>
              <a:sym typeface="Arial"/>
            </a:endParaRPr>
          </a:p>
        </p:txBody>
      </p:sp>
      <p:sp>
        <p:nvSpPr>
          <p:cNvPr id="181" name="Google Shape;181;g2c4fb7f6616_0_721"/>
          <p:cNvSpPr txBox="1"/>
          <p:nvPr/>
        </p:nvSpPr>
        <p:spPr>
          <a:xfrm>
            <a:off x="3694625" y="6352800"/>
            <a:ext cx="5162700" cy="3033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600"/>
              <a:buFont typeface="Arial"/>
              <a:buNone/>
            </a:pPr>
            <a:r>
              <a:rPr lang="en-US" sz="1600" b="0" i="0" u="none" strike="noStrike" cap="none">
                <a:solidFill>
                  <a:srgbClr val="FFFFFF"/>
                </a:solidFill>
                <a:latin typeface="Poppins Medium"/>
                <a:ea typeface="Poppins Medium"/>
                <a:cs typeface="Poppins Medium"/>
                <a:sym typeface="Poppins Medium"/>
              </a:rPr>
              <a:t>Discover more at www.rainbowphonics</a:t>
            </a:r>
            <a:r>
              <a:rPr lang="en-US" sz="1600">
                <a:solidFill>
                  <a:srgbClr val="FFFFFF"/>
                </a:solidFill>
                <a:latin typeface="Poppins Medium"/>
                <a:ea typeface="Poppins Medium"/>
                <a:cs typeface="Poppins Medium"/>
                <a:sym typeface="Poppins Medium"/>
              </a:rPr>
              <a:t>.co.nz</a:t>
            </a:r>
            <a:endParaRPr sz="1600" b="0" i="0" u="none" strike="noStrike" cap="none">
              <a:solidFill>
                <a:srgbClr val="FFFFFF"/>
              </a:solidFill>
              <a:latin typeface="Poppins Medium"/>
              <a:ea typeface="Poppins Medium"/>
              <a:cs typeface="Poppins Medium"/>
              <a:sym typeface="Poppins Medium"/>
            </a:endParaRPr>
          </a:p>
        </p:txBody>
      </p:sp>
      <p:pic>
        <p:nvPicPr>
          <p:cNvPr id="182" name="Google Shape;182;g2c4fb7f6616_0_721"/>
          <p:cNvPicPr preferRelativeResize="0"/>
          <p:nvPr/>
        </p:nvPicPr>
        <p:blipFill rotWithShape="1">
          <a:blip r:embed="rId6">
            <a:alphaModFix/>
          </a:blip>
          <a:srcRect/>
          <a:stretch/>
        </p:blipFill>
        <p:spPr>
          <a:xfrm rot="512460">
            <a:off x="7037628" y="1625095"/>
            <a:ext cx="1315271" cy="1315264"/>
          </a:xfrm>
          <a:prstGeom prst="rect">
            <a:avLst/>
          </a:prstGeom>
          <a:noFill/>
          <a:ln>
            <a:noFill/>
          </a:ln>
          <a:effectLst>
            <a:outerShdw blurRad="57150" dist="19050" dir="5400000" algn="bl" rotWithShape="0">
              <a:srgbClr val="000000">
                <a:alpha val="20000"/>
              </a:srgbClr>
            </a:outerShdw>
          </a:effectLst>
        </p:spPr>
      </p:pic>
      <p:pic>
        <p:nvPicPr>
          <p:cNvPr id="183" name="Google Shape;183;g2c4fb7f6616_0_721"/>
          <p:cNvPicPr preferRelativeResize="0"/>
          <p:nvPr/>
        </p:nvPicPr>
        <p:blipFill rotWithShape="1">
          <a:blip r:embed="rId7">
            <a:alphaModFix/>
          </a:blip>
          <a:srcRect/>
          <a:stretch/>
        </p:blipFill>
        <p:spPr>
          <a:xfrm rot="251087">
            <a:off x="6595023" y="1526228"/>
            <a:ext cx="1315273" cy="1315263"/>
          </a:xfrm>
          <a:prstGeom prst="rect">
            <a:avLst/>
          </a:prstGeom>
          <a:noFill/>
          <a:ln>
            <a:noFill/>
          </a:ln>
          <a:effectLst>
            <a:outerShdw blurRad="57150" dist="19050" dir="5400000" algn="bl" rotWithShape="0">
              <a:srgbClr val="000000">
                <a:alpha val="20000"/>
              </a:srgbClr>
            </a:outerShdw>
          </a:effectLst>
        </p:spPr>
      </p:pic>
      <p:pic>
        <p:nvPicPr>
          <p:cNvPr id="184" name="Google Shape;184;g2c4fb7f6616_0_721"/>
          <p:cNvPicPr preferRelativeResize="0"/>
          <p:nvPr/>
        </p:nvPicPr>
        <p:blipFill rotWithShape="1">
          <a:blip r:embed="rId8">
            <a:alphaModFix/>
          </a:blip>
          <a:srcRect/>
          <a:stretch/>
        </p:blipFill>
        <p:spPr>
          <a:xfrm rot="-198790">
            <a:off x="6033849" y="1525113"/>
            <a:ext cx="1317502" cy="1317490"/>
          </a:xfrm>
          <a:prstGeom prst="rect">
            <a:avLst/>
          </a:prstGeom>
          <a:noFill/>
          <a:ln>
            <a:noFill/>
          </a:ln>
          <a:effectLst>
            <a:outerShdw blurRad="57150" dist="19050" dir="5400000" algn="bl" rotWithShape="0">
              <a:srgbClr val="000000">
                <a:alpha val="20000"/>
              </a:srgbClr>
            </a:outerShdw>
          </a:effectLst>
        </p:spPr>
      </p:pic>
      <p:pic>
        <p:nvPicPr>
          <p:cNvPr id="185" name="Google Shape;185;g2c4fb7f6616_0_721"/>
          <p:cNvPicPr preferRelativeResize="0"/>
          <p:nvPr/>
        </p:nvPicPr>
        <p:blipFill rotWithShape="1">
          <a:blip r:embed="rId9">
            <a:alphaModFix/>
          </a:blip>
          <a:srcRect/>
          <a:stretch/>
        </p:blipFill>
        <p:spPr>
          <a:xfrm rot="-505316">
            <a:off x="5528790" y="1629680"/>
            <a:ext cx="1382684" cy="1382664"/>
          </a:xfrm>
          <a:prstGeom prst="rect">
            <a:avLst/>
          </a:prstGeom>
          <a:noFill/>
          <a:ln>
            <a:noFill/>
          </a:ln>
          <a:effectLst>
            <a:outerShdw blurRad="57150" dist="19050" dir="5400000" algn="bl" rotWithShape="0">
              <a:srgbClr val="000000">
                <a:alpha val="20000"/>
              </a:srgbClr>
            </a:outerShdw>
          </a:effectLst>
        </p:spPr>
      </p:pic>
      <p:pic>
        <p:nvPicPr>
          <p:cNvPr id="186" name="Google Shape;186;g2c4fb7f6616_0_721"/>
          <p:cNvPicPr preferRelativeResize="0"/>
          <p:nvPr/>
        </p:nvPicPr>
        <p:blipFill rotWithShape="1">
          <a:blip r:embed="rId10">
            <a:alphaModFix/>
          </a:blip>
          <a:srcRect/>
          <a:stretch/>
        </p:blipFill>
        <p:spPr>
          <a:xfrm rot="381644">
            <a:off x="6819230" y="2126378"/>
            <a:ext cx="1677627" cy="167762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87"/>
        <p:cNvGrpSpPr/>
        <p:nvPr/>
      </p:nvGrpSpPr>
      <p:grpSpPr>
        <a:xfrm>
          <a:off x="0" y="0"/>
          <a:ext cx="0" cy="0"/>
          <a:chOff x="0" y="0"/>
          <a:chExt cx="0" cy="0"/>
        </a:xfrm>
      </p:grpSpPr>
      <p:sp>
        <p:nvSpPr>
          <p:cNvPr id="188" name="Google Shape;188;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89" name="Google Shape;189;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CB3D85"/>
                </a:solidFill>
                <a:latin typeface="Poppins Medium"/>
                <a:ea typeface="Poppins Medium"/>
                <a:cs typeface="Poppins Medium"/>
                <a:sym typeface="Poppins Medium"/>
              </a:rPr>
              <a:t>End of Session</a:t>
            </a:r>
            <a:endParaRPr sz="3200" b="0" i="0" u="none" strike="noStrike" cap="none">
              <a:solidFill>
                <a:srgbClr val="CB3D85"/>
              </a:solidFill>
              <a:latin typeface="Poppins Medium"/>
              <a:ea typeface="Poppins Medium"/>
              <a:cs typeface="Poppins Medium"/>
              <a:sym typeface="Poppins Medium"/>
            </a:endParaRPr>
          </a:p>
        </p:txBody>
      </p:sp>
      <p:cxnSp>
        <p:nvCxnSpPr>
          <p:cNvPr id="190" name="Google Shape;190;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91" name="Google Shape;191;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94" name="Google Shape;194;g26b641b03cd_0_260"/>
          <p:cNvGrpSpPr/>
          <p:nvPr/>
        </p:nvGrpSpPr>
        <p:grpSpPr>
          <a:xfrm>
            <a:off x="8199150" y="5983875"/>
            <a:ext cx="586800" cy="571500"/>
            <a:chOff x="7894350" y="6212475"/>
            <a:chExt cx="586800" cy="571500"/>
          </a:xfrm>
        </p:grpSpPr>
        <p:sp>
          <p:nvSpPr>
            <p:cNvPr id="195" name="Google Shape;195;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6" name="Google Shape;196;g26b641b03cd_0_26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7" name="Google Shape;197;g26b641b03cd_0_26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98" name="Google Shape;198;g26b641b03cd_0_260"/>
          <p:cNvGrpSpPr/>
          <p:nvPr/>
        </p:nvGrpSpPr>
        <p:grpSpPr>
          <a:xfrm>
            <a:off x="-36800" y="-52000"/>
            <a:ext cx="9236100" cy="543600"/>
            <a:chOff x="-36800" y="-52000"/>
            <a:chExt cx="9236100" cy="543600"/>
          </a:xfrm>
        </p:grpSpPr>
        <p:sp>
          <p:nvSpPr>
            <p:cNvPr id="199" name="Google Shape;199;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00" name="Google Shape;200;g26b641b03cd_0_260"/>
            <p:cNvGrpSpPr/>
            <p:nvPr/>
          </p:nvGrpSpPr>
          <p:grpSpPr>
            <a:xfrm>
              <a:off x="5905920" y="88100"/>
              <a:ext cx="1337400" cy="403500"/>
              <a:chOff x="565600" y="88250"/>
              <a:chExt cx="1337400" cy="403500"/>
            </a:xfrm>
          </p:grpSpPr>
          <p:sp>
            <p:nvSpPr>
              <p:cNvPr id="201" name="Google Shape;201;g26b641b03cd_0_260"/>
              <p:cNvSpPr/>
              <p:nvPr/>
            </p:nvSpPr>
            <p:spPr>
              <a:xfrm>
                <a:off x="565600" y="88250"/>
                <a:ext cx="1337400" cy="240000"/>
              </a:xfrm>
              <a:prstGeom prst="roundRect">
                <a:avLst>
                  <a:gd name="adj" fmla="val 16667"/>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sp>
            <p:nvSpPr>
              <p:cNvPr id="202" name="Google Shape;202;g26b641b03cd_0_260"/>
              <p:cNvSpPr/>
              <p:nvPr/>
            </p:nvSpPr>
            <p:spPr>
              <a:xfrm>
                <a:off x="565600" y="251750"/>
                <a:ext cx="1337400" cy="2400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92278F"/>
                  </a:solidFill>
                  <a:latin typeface="Poppins"/>
                  <a:ea typeface="Poppins"/>
                  <a:cs typeface="Poppins"/>
                  <a:sym typeface="Poppins"/>
                </a:endParaRPr>
              </a:p>
            </p:txBody>
          </p:sp>
        </p:grpSp>
        <p:sp>
          <p:nvSpPr>
            <p:cNvPr id="203" name="Google Shape;203;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500" b="0" i="0" u="none" strike="noStrike" cap="none">
                <a:solidFill>
                  <a:srgbClr val="9FC5E8"/>
                </a:solidFill>
                <a:latin typeface="Poppins SemiBold"/>
                <a:ea typeface="Poppins SemiBold"/>
                <a:cs typeface="Poppins SemiBold"/>
                <a:sym typeface="Poppins SemiBold"/>
              </a:endParaRPr>
            </a:p>
          </p:txBody>
        </p:sp>
        <p:sp>
          <p:nvSpPr>
            <p:cNvPr id="204" name="Google Shape;204;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205" name="Google Shape;205;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FFFFFF"/>
                </a:solidFill>
                <a:latin typeface="Poppins SemiBold"/>
                <a:ea typeface="Poppins SemiBold"/>
                <a:cs typeface="Poppins SemiBold"/>
                <a:sym typeface="Poppins SemiBold"/>
              </a:endParaRPr>
            </a:p>
          </p:txBody>
        </p:sp>
        <p:sp>
          <p:nvSpPr>
            <p:cNvPr id="206" name="Google Shape;206;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5.5</a:t>
              </a:r>
              <a:endParaRPr sz="1300" b="0" i="0" u="none" strike="noStrike" cap="none">
                <a:solidFill>
                  <a:srgbClr val="FFFFFF"/>
                </a:solidFill>
                <a:latin typeface="Poppins SemiBold"/>
                <a:ea typeface="Poppins SemiBold"/>
                <a:cs typeface="Poppins SemiBold"/>
                <a:sym typeface="Poppins SemiBold"/>
              </a:endParaRPr>
            </a:p>
          </p:txBody>
        </p:sp>
        <p:sp>
          <p:nvSpPr>
            <p:cNvPr id="207" name="Google Shape;207;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08" name="Google Shape;208;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209" name="Google Shape;209;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0" name="Google Shape;210;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211" name="Google Shape;211;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212" name="Google Shape;212;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6b641b03cd_0_260"/>
            <p:cNvSpPr/>
            <p:nvPr/>
          </p:nvSpPr>
          <p:spPr>
            <a:xfrm>
              <a:off x="323576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214"/>
        <p:cNvGrpSpPr/>
        <p:nvPr/>
      </p:nvGrpSpPr>
      <p:grpSpPr>
        <a:xfrm>
          <a:off x="0" y="0"/>
          <a:ext cx="0" cy="0"/>
          <a:chOff x="0" y="0"/>
          <a:chExt cx="0" cy="0"/>
        </a:xfrm>
      </p:grpSpPr>
      <p:sp>
        <p:nvSpPr>
          <p:cNvPr id="215" name="Google Shape;215;g2c235dd0dad_1_87"/>
          <p:cNvSpPr txBox="1">
            <a:spLocks noGrp="1"/>
          </p:cNvSpPr>
          <p:nvPr>
            <p:ph type="subTitle" idx="1"/>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16" name="Google Shape;216;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17" name="Google Shape;217;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sp>
        <p:nvSpPr>
          <p:cNvPr id="218" name="Google Shape;218;g2c235dd0dad_1_87"/>
          <p:cNvSpPr txBox="1">
            <a:spLocks noGrp="1"/>
          </p:cNvSpPr>
          <p:nvPr>
            <p:ph type="subTitle" idx="2"/>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19" name="Google Shape;219;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20" name="Google Shape;220;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21" name="Google Shape;221;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22" name="Google Shape;222;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3" name="Google Shape;223;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24" name="Google Shape;224;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25" name="Google Shape;225;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26" name="Google Shape;226;g2c235dd0dad_1_87"/>
          <p:cNvSpPr txBox="1">
            <a:spLocks noGrp="1"/>
          </p:cNvSpPr>
          <p:nvPr>
            <p:ph type="subTitle" idx="3"/>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27" name="Google Shape;227;g2c235dd0dad_1_8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8" name="Google Shape;228;g2c235dd0dad_1_8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9" name="Google Shape;229;g2c235dd0dad_1_8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0" name="Google Shape;230;g2c235dd0dad_1_8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1" name="Google Shape;231;g2c235dd0dad_1_8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2" name="Google Shape;232;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33" name="Google Shape;233;g2c235dd0dad_1_8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34" name="Google Shape;234;g2c235dd0dad_1_8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35" name="Google Shape;235;g2c235dd0dad_1_8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36" name="Google Shape;236;g2c235dd0dad_1_8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37" name="Google Shape;237;g2c235dd0dad_1_87"/>
          <p:cNvGrpSpPr/>
          <p:nvPr/>
        </p:nvGrpSpPr>
        <p:grpSpPr>
          <a:xfrm>
            <a:off x="662575" y="6212475"/>
            <a:ext cx="586800" cy="571500"/>
            <a:chOff x="662575" y="6212475"/>
            <a:chExt cx="586800" cy="571500"/>
          </a:xfrm>
        </p:grpSpPr>
        <p:sp>
          <p:nvSpPr>
            <p:cNvPr id="238" name="Google Shape;238;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9" name="Google Shape;239;g2c235dd0dad_1_8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0" name="Google Shape;240;g2c235dd0dad_1_8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1" name="Google Shape;241;g2c235dd0dad_1_87"/>
          <p:cNvGrpSpPr/>
          <p:nvPr/>
        </p:nvGrpSpPr>
        <p:grpSpPr>
          <a:xfrm>
            <a:off x="7894350" y="6212475"/>
            <a:ext cx="586800" cy="571500"/>
            <a:chOff x="7894350" y="6212475"/>
            <a:chExt cx="586800" cy="571500"/>
          </a:xfrm>
        </p:grpSpPr>
        <p:sp>
          <p:nvSpPr>
            <p:cNvPr id="242" name="Google Shape;242;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3" name="Google Shape;243;g2c235dd0dad_1_8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4" name="Google Shape;244;g2c235dd0dad_1_8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45"/>
        <p:cNvGrpSpPr/>
        <p:nvPr/>
      </p:nvGrpSpPr>
      <p:grpSpPr>
        <a:xfrm>
          <a:off x="0" y="0"/>
          <a:ext cx="0" cy="0"/>
          <a:chOff x="0" y="0"/>
          <a:chExt cx="0" cy="0"/>
        </a:xfrm>
      </p:grpSpPr>
      <p:sp>
        <p:nvSpPr>
          <p:cNvPr id="246" name="Google Shape;246;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400" b="0" i="0" u="none" strike="noStrike" cap="none">
              <a:solidFill>
                <a:srgbClr val="000000"/>
              </a:solidFill>
              <a:latin typeface="Arial"/>
              <a:ea typeface="Arial"/>
              <a:cs typeface="Arial"/>
              <a:sym typeface="Arial"/>
            </a:endParaRPr>
          </a:p>
        </p:txBody>
      </p:sp>
      <p:sp>
        <p:nvSpPr>
          <p:cNvPr id="247" name="Google Shape;247;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CB3D85"/>
                </a:solidFill>
                <a:latin typeface="Poppins Medium"/>
                <a:ea typeface="Poppins Medium"/>
                <a:cs typeface="Poppins Medium"/>
                <a:sym typeface="Poppins Medium"/>
              </a:rPr>
              <a:t>Practise</a:t>
            </a:r>
            <a:r>
              <a:rPr lang="en-US" sz="3000" b="0" i="0" u="none" strike="noStrike" cap="none">
                <a:solidFill>
                  <a:srgbClr val="CB3D85"/>
                </a:solidFill>
                <a:latin typeface="Poppins Medium"/>
                <a:ea typeface="Poppins Medium"/>
                <a:cs typeface="Poppins Medium"/>
                <a:sym typeface="Poppins Medium"/>
              </a:rPr>
              <a:t> Building Words</a:t>
            </a:r>
            <a:endParaRPr sz="3000" b="0" i="0" u="none" strike="noStrike" cap="none">
              <a:solidFill>
                <a:srgbClr val="CB3D85"/>
              </a:solidFill>
              <a:latin typeface="Poppins Medium"/>
              <a:ea typeface="Poppins Medium"/>
              <a:cs typeface="Poppins Medium"/>
              <a:sym typeface="Poppins Medium"/>
            </a:endParaRPr>
          </a:p>
        </p:txBody>
      </p:sp>
      <p:cxnSp>
        <p:nvCxnSpPr>
          <p:cNvPr id="248" name="Google Shape;248;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49" name="Google Shape;249;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50" name="Google Shape;250;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51" name="Google Shape;251;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2" name="Google Shape;252;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53" name="Google Shape;253;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54" name="Google Shape;254;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55" name="Google Shape;255;g1f3daf8a844_0_32"/>
          <p:cNvSpPr txBox="1">
            <a:spLocks noGrp="1"/>
          </p:cNvSpPr>
          <p:nvPr>
            <p:ph type="subTitle" idx="1"/>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1f3daf8a844_0_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7" name="Google Shape;257;g1f3daf8a844_0_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8" name="Google Shape;258;g1f3daf8a844_0_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9" name="Google Shape;259;g1f3daf8a844_0_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0" name="Google Shape;260;g1f3daf8a844_0_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1" name="Google Shape;261;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62" name="Google Shape;262;g1f3daf8a844_0_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63" name="Google Shape;263;g1f3daf8a844_0_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64" name="Google Shape;264;g1f3daf8a844_0_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65" name="Google Shape;265;g1f3daf8a844_0_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66" name="Google Shape;266;g1f3daf8a844_0_32"/>
          <p:cNvGrpSpPr/>
          <p:nvPr/>
        </p:nvGrpSpPr>
        <p:grpSpPr>
          <a:xfrm>
            <a:off x="662575" y="6212475"/>
            <a:ext cx="586800" cy="571500"/>
            <a:chOff x="662575" y="6212475"/>
            <a:chExt cx="586800" cy="571500"/>
          </a:xfrm>
        </p:grpSpPr>
        <p:sp>
          <p:nvSpPr>
            <p:cNvPr id="267" name="Google Shape;267;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8" name="Google Shape;268;g1f3daf8a844_0_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69" name="Google Shape;269;g1f3daf8a844_0_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70" name="Google Shape;270;g1f3daf8a844_0_32"/>
          <p:cNvGrpSpPr/>
          <p:nvPr/>
        </p:nvGrpSpPr>
        <p:grpSpPr>
          <a:xfrm>
            <a:off x="7894350" y="6212475"/>
            <a:ext cx="586800" cy="571500"/>
            <a:chOff x="7894350" y="6212475"/>
            <a:chExt cx="586800" cy="571500"/>
          </a:xfrm>
        </p:grpSpPr>
        <p:sp>
          <p:nvSpPr>
            <p:cNvPr id="271" name="Google Shape;271;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2" name="Google Shape;272;g1f3daf8a844_0_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3" name="Google Shape;273;g1f3daf8a844_0_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74"/>
        <p:cNvGrpSpPr/>
        <p:nvPr/>
      </p:nvGrpSpPr>
      <p:grpSpPr>
        <a:xfrm>
          <a:off x="0" y="0"/>
          <a:ext cx="0" cy="0"/>
          <a:chOff x="0" y="0"/>
          <a:chExt cx="0" cy="0"/>
        </a:xfrm>
      </p:grpSpPr>
      <p:sp>
        <p:nvSpPr>
          <p:cNvPr id="275" name="Google Shape;275;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76" name="Google Shape;276;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Quickwrite</a:t>
            </a:r>
            <a:endParaRPr sz="3000" b="0" i="0" u="none" strike="noStrike" cap="none">
              <a:solidFill>
                <a:srgbClr val="CB3D85"/>
              </a:solidFill>
              <a:latin typeface="Poppins Medium"/>
              <a:ea typeface="Poppins Medium"/>
              <a:cs typeface="Poppins Medium"/>
              <a:sym typeface="Poppins Medium"/>
            </a:endParaRPr>
          </a:p>
        </p:txBody>
      </p:sp>
      <p:sp>
        <p:nvSpPr>
          <p:cNvPr id="277" name="Google Shape;277;g2c157a2fb06_0_53"/>
          <p:cNvSpPr txBox="1">
            <a:spLocks noGrp="1"/>
          </p:cNvSpPr>
          <p:nvPr>
            <p:ph type="subTitle" idx="1"/>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8" name="Google Shape;278;g2c157a2fb06_0_53"/>
          <p:cNvSpPr txBox="1">
            <a:spLocks noGrp="1"/>
          </p:cNvSpPr>
          <p:nvPr>
            <p:ph type="subTitle" idx="2"/>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79" name="Google Shape;279;g2c157a2fb06_0_53"/>
          <p:cNvSpPr txBox="1">
            <a:spLocks noGrp="1"/>
          </p:cNvSpPr>
          <p:nvPr>
            <p:ph type="subTitle" idx="3"/>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80" name="Google Shape;280;g2c157a2fb06_0_53"/>
          <p:cNvSpPr txBox="1">
            <a:spLocks noGrp="1"/>
          </p:cNvSpPr>
          <p:nvPr>
            <p:ph type="subTitle" idx="4"/>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81" name="Google Shape;281;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2" name="Google Shape;282;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3" name="Google Shape;283;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84" name="Google Shape;284;g2c157a2fb06_0_5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86" name="Google Shape;286;g2c157a2fb06_0_5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87" name="Google Shape;287;g2c157a2fb06_0_5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8" name="Google Shape;288;g2c157a2fb06_0_5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0" name="Google Shape;290;g2c157a2fb06_0_5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291" name="Google Shape;291;g2c157a2fb06_0_5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292" name="Google Shape;292;g2c157a2fb06_0_5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293" name="Google Shape;293;g2c157a2fb06_0_5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294" name="Google Shape;294;g2c157a2fb06_0_53"/>
          <p:cNvGrpSpPr/>
          <p:nvPr/>
        </p:nvGrpSpPr>
        <p:grpSpPr>
          <a:xfrm>
            <a:off x="662575" y="6212475"/>
            <a:ext cx="586800" cy="571500"/>
            <a:chOff x="662575" y="6212475"/>
            <a:chExt cx="586800" cy="571500"/>
          </a:xfrm>
        </p:grpSpPr>
        <p:sp>
          <p:nvSpPr>
            <p:cNvPr id="295" name="Google Shape;295;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5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5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98" name="Google Shape;298;g2c157a2fb06_0_53"/>
          <p:cNvGrpSpPr/>
          <p:nvPr/>
        </p:nvGrpSpPr>
        <p:grpSpPr>
          <a:xfrm>
            <a:off x="7894350" y="6212475"/>
            <a:ext cx="586800" cy="571500"/>
            <a:chOff x="7894350" y="6212475"/>
            <a:chExt cx="586800" cy="571500"/>
          </a:xfrm>
        </p:grpSpPr>
        <p:sp>
          <p:nvSpPr>
            <p:cNvPr id="299" name="Google Shape;299;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0" name="Google Shape;300;g2c157a2fb06_0_5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01" name="Google Shape;301;g2c157a2fb06_0_5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302"/>
        <p:cNvGrpSpPr/>
        <p:nvPr/>
      </p:nvGrpSpPr>
      <p:grpSpPr>
        <a:xfrm>
          <a:off x="0" y="0"/>
          <a:ext cx="0" cy="0"/>
          <a:chOff x="0" y="0"/>
          <a:chExt cx="0" cy="0"/>
        </a:xfrm>
      </p:grpSpPr>
      <p:pic>
        <p:nvPicPr>
          <p:cNvPr id="303" name="Google Shape;303;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4" name="Google Shape;304;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5" name="Google Shape;305;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Full Circle</a:t>
            </a:r>
            <a:endParaRPr sz="3000" b="0" i="0" u="none" strike="noStrike" cap="none">
              <a:solidFill>
                <a:srgbClr val="CB3D85"/>
              </a:solidFill>
              <a:latin typeface="Poppins Medium"/>
              <a:ea typeface="Poppins Medium"/>
              <a:cs typeface="Poppins Medium"/>
              <a:sym typeface="Poppins Medium"/>
            </a:endParaRPr>
          </a:p>
        </p:txBody>
      </p:sp>
      <p:sp>
        <p:nvSpPr>
          <p:cNvPr id="306" name="Google Shape;306;g2c157a2fb06_0_158"/>
          <p:cNvSpPr txBox="1">
            <a:spLocks noGrp="1"/>
          </p:cNvSpPr>
          <p:nvPr>
            <p:ph type="subTitle" idx="1"/>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2"/>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3"/>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txBox="1">
            <a:spLocks noGrp="1"/>
          </p:cNvSpPr>
          <p:nvPr>
            <p:ph type="subTitle" idx="4"/>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10" name="Google Shape;310;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1" name="Google Shape;311;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312" name="Google Shape;312;g2c157a2fb06_0_15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14" name="Google Shape;314;g2c157a2fb06_0_15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5" name="Google Shape;315;g2c157a2fb06_0_15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6" name="Google Shape;316;g2c157a2fb06_0_15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18" name="Google Shape;318;g2c157a2fb06_0_15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19" name="Google Shape;319;g2c157a2fb06_0_15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20" name="Google Shape;320;g2c157a2fb06_0_15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21" name="Google Shape;321;g2c157a2fb06_0_15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22" name="Google Shape;322;g2c157a2fb06_0_158"/>
          <p:cNvGrpSpPr/>
          <p:nvPr/>
        </p:nvGrpSpPr>
        <p:grpSpPr>
          <a:xfrm>
            <a:off x="662575" y="6212475"/>
            <a:ext cx="586800" cy="571500"/>
            <a:chOff x="662575" y="6212475"/>
            <a:chExt cx="586800" cy="571500"/>
          </a:xfrm>
        </p:grpSpPr>
        <p:sp>
          <p:nvSpPr>
            <p:cNvPr id="323" name="Google Shape;323;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15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15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26" name="Google Shape;326;g2c157a2fb06_0_158"/>
          <p:cNvGrpSpPr/>
          <p:nvPr/>
        </p:nvGrpSpPr>
        <p:grpSpPr>
          <a:xfrm>
            <a:off x="7894350" y="6212475"/>
            <a:ext cx="586800" cy="571500"/>
            <a:chOff x="7894350" y="6212475"/>
            <a:chExt cx="586800" cy="571500"/>
          </a:xfrm>
        </p:grpSpPr>
        <p:sp>
          <p:nvSpPr>
            <p:cNvPr id="327" name="Google Shape;327;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8" name="Google Shape;328;g2c157a2fb06_0_15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9" name="Google Shape;329;g2c157a2fb06_0_15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30"/>
        <p:cNvGrpSpPr/>
        <p:nvPr/>
      </p:nvGrpSpPr>
      <p:grpSpPr>
        <a:xfrm>
          <a:off x="0" y="0"/>
          <a:ext cx="0" cy="0"/>
          <a:chOff x="0" y="0"/>
          <a:chExt cx="0" cy="0"/>
        </a:xfrm>
      </p:grpSpPr>
      <p:sp>
        <p:nvSpPr>
          <p:cNvPr id="331" name="Google Shape;331;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32" name="Google Shape;332;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Picture Match</a:t>
            </a:r>
            <a:endParaRPr sz="3000" b="0" i="0" u="none" strike="noStrike" cap="none">
              <a:solidFill>
                <a:srgbClr val="CB3D85"/>
              </a:solidFill>
              <a:latin typeface="Poppins Medium"/>
              <a:ea typeface="Poppins Medium"/>
              <a:cs typeface="Poppins Medium"/>
              <a:sym typeface="Poppins Medium"/>
            </a:endParaRPr>
          </a:p>
        </p:txBody>
      </p:sp>
      <p:sp>
        <p:nvSpPr>
          <p:cNvPr id="333" name="Google Shape;333;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4" name="Google Shape;334;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6" name="Google Shape;336;g2c157a2fb06_0_263"/>
          <p:cNvSpPr txBox="1">
            <a:spLocks noGrp="1"/>
          </p:cNvSpPr>
          <p:nvPr>
            <p:ph type="subTitle" idx="4"/>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7" name="Google Shape;337;g2c157a2fb06_0_263"/>
          <p:cNvSpPr>
            <a:spLocks noGrp="1"/>
          </p:cNvSpPr>
          <p:nvPr>
            <p:ph type="pic" idx="5"/>
          </p:nvPr>
        </p:nvSpPr>
        <p:spPr>
          <a:xfrm>
            <a:off x="5086375" y="4412425"/>
            <a:ext cx="2668800" cy="1291500"/>
          </a:xfrm>
          <a:prstGeom prst="rect">
            <a:avLst/>
          </a:prstGeom>
          <a:noFill/>
          <a:ln>
            <a:noFill/>
          </a:ln>
        </p:spPr>
      </p:sp>
      <p:sp>
        <p:nvSpPr>
          <p:cNvPr id="338" name="Google Shape;338;g2c157a2fb06_0_263"/>
          <p:cNvSpPr>
            <a:spLocks noGrp="1"/>
          </p:cNvSpPr>
          <p:nvPr>
            <p:ph type="pic" idx="6"/>
          </p:nvPr>
        </p:nvSpPr>
        <p:spPr>
          <a:xfrm>
            <a:off x="5086375" y="797675"/>
            <a:ext cx="2668800" cy="1291500"/>
          </a:xfrm>
          <a:prstGeom prst="rect">
            <a:avLst/>
          </a:prstGeom>
          <a:noFill/>
          <a:ln>
            <a:noFill/>
          </a:ln>
        </p:spPr>
      </p:sp>
      <p:sp>
        <p:nvSpPr>
          <p:cNvPr id="339" name="Google Shape;339;g2c157a2fb06_0_263"/>
          <p:cNvSpPr>
            <a:spLocks noGrp="1"/>
          </p:cNvSpPr>
          <p:nvPr>
            <p:ph type="pic" idx="7"/>
          </p:nvPr>
        </p:nvSpPr>
        <p:spPr>
          <a:xfrm>
            <a:off x="5086375" y="2002592"/>
            <a:ext cx="2668800" cy="1291500"/>
          </a:xfrm>
          <a:prstGeom prst="rect">
            <a:avLst/>
          </a:prstGeom>
          <a:noFill/>
          <a:ln>
            <a:noFill/>
          </a:ln>
        </p:spPr>
      </p:sp>
      <p:sp>
        <p:nvSpPr>
          <p:cNvPr id="340" name="Google Shape;340;g2c157a2fb06_0_263"/>
          <p:cNvSpPr>
            <a:spLocks noGrp="1"/>
          </p:cNvSpPr>
          <p:nvPr>
            <p:ph type="pic" idx="8"/>
          </p:nvPr>
        </p:nvSpPr>
        <p:spPr>
          <a:xfrm>
            <a:off x="5086375" y="3207508"/>
            <a:ext cx="2668800" cy="1291500"/>
          </a:xfrm>
          <a:prstGeom prst="rect">
            <a:avLst/>
          </a:prstGeom>
          <a:noFill/>
          <a:ln>
            <a:noFill/>
          </a:ln>
        </p:spPr>
      </p:sp>
      <p:sp>
        <p:nvSpPr>
          <p:cNvPr id="341" name="Google Shape;341;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2" name="Google Shape;342;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43" name="Google Shape;343;g2c157a2fb06_0_263"/>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45" name="Google Shape;345;g2c157a2fb06_0_263"/>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6" name="Google Shape;346;g2c157a2fb06_0_263"/>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7" name="Google Shape;347;g2c157a2fb06_0_263"/>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49" name="Google Shape;349;g2c157a2fb06_0_26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50" name="Google Shape;350;g2c157a2fb06_0_26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51" name="Google Shape;351;g2c157a2fb06_0_263"/>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52" name="Google Shape;352;g2c157a2fb06_0_263"/>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53" name="Google Shape;353;g2c157a2fb06_0_263"/>
          <p:cNvGrpSpPr/>
          <p:nvPr/>
        </p:nvGrpSpPr>
        <p:grpSpPr>
          <a:xfrm>
            <a:off x="662575" y="6212475"/>
            <a:ext cx="586800" cy="571500"/>
            <a:chOff x="662575" y="6212475"/>
            <a:chExt cx="586800" cy="571500"/>
          </a:xfrm>
        </p:grpSpPr>
        <p:sp>
          <p:nvSpPr>
            <p:cNvPr id="354" name="Google Shape;354;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263">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263">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57" name="Google Shape;357;g2c157a2fb06_0_263"/>
          <p:cNvGrpSpPr/>
          <p:nvPr/>
        </p:nvGrpSpPr>
        <p:grpSpPr>
          <a:xfrm>
            <a:off x="7894350" y="6212475"/>
            <a:ext cx="586800" cy="571500"/>
            <a:chOff x="7894350" y="6212475"/>
            <a:chExt cx="586800" cy="571500"/>
          </a:xfrm>
        </p:grpSpPr>
        <p:sp>
          <p:nvSpPr>
            <p:cNvPr id="358" name="Google Shape;358;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9" name="Google Shape;359;g2c157a2fb06_0_263">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0" name="Google Shape;360;g2c157a2fb06_0_263">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61"/>
        <p:cNvGrpSpPr/>
        <p:nvPr/>
      </p:nvGrpSpPr>
      <p:grpSpPr>
        <a:xfrm>
          <a:off x="0" y="0"/>
          <a:ext cx="0" cy="0"/>
          <a:chOff x="0" y="0"/>
          <a:chExt cx="0" cy="0"/>
        </a:xfrm>
      </p:grpSpPr>
      <p:cxnSp>
        <p:nvCxnSpPr>
          <p:cNvPr id="362" name="Google Shape;362;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63" name="Google Shape;363;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4" name="Google Shape;364;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5" name="Google Shape;365;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6" name="Google Shape;366;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Caption</a:t>
            </a:r>
            <a:endParaRPr sz="3000" b="0" i="0" u="none" strike="noStrike" cap="none">
              <a:solidFill>
                <a:srgbClr val="CB3D85"/>
              </a:solidFill>
              <a:latin typeface="Poppins Medium"/>
              <a:ea typeface="Poppins Medium"/>
              <a:cs typeface="Poppins Medium"/>
              <a:sym typeface="Poppins Medium"/>
            </a:endParaRPr>
          </a:p>
        </p:txBody>
      </p:sp>
      <p:sp>
        <p:nvSpPr>
          <p:cNvPr id="367" name="Google Shape;367;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8" name="Google Shape;368;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69" name="Google Shape;369;g2c157a2fb06_0_467"/>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1" name="Google Shape;371;g2c157a2fb06_0_467"/>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2" name="Google Shape;372;g2c157a2fb06_0_467"/>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3" name="Google Shape;373;g2c157a2fb06_0_467"/>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75" name="Google Shape;375;g2c157a2fb06_0_467"/>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376" name="Google Shape;376;g2c157a2fb06_0_467"/>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377" name="Google Shape;377;g2c157a2fb06_0_467"/>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378" name="Google Shape;378;g2c157a2fb06_0_467"/>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379" name="Google Shape;379;g2c157a2fb06_0_467"/>
          <p:cNvGrpSpPr/>
          <p:nvPr/>
        </p:nvGrpSpPr>
        <p:grpSpPr>
          <a:xfrm>
            <a:off x="662575" y="6212475"/>
            <a:ext cx="586800" cy="571500"/>
            <a:chOff x="662575" y="6212475"/>
            <a:chExt cx="586800" cy="571500"/>
          </a:xfrm>
        </p:grpSpPr>
        <p:sp>
          <p:nvSpPr>
            <p:cNvPr id="380" name="Google Shape;380;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467">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467">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83" name="Google Shape;383;g2c157a2fb06_0_467"/>
          <p:cNvGrpSpPr/>
          <p:nvPr/>
        </p:nvGrpSpPr>
        <p:grpSpPr>
          <a:xfrm>
            <a:off x="7894350" y="6212475"/>
            <a:ext cx="586800" cy="571500"/>
            <a:chOff x="7894350" y="6212475"/>
            <a:chExt cx="586800" cy="571500"/>
          </a:xfrm>
        </p:grpSpPr>
        <p:sp>
          <p:nvSpPr>
            <p:cNvPr id="384" name="Google Shape;384;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5" name="Google Shape;385;g2c157a2fb06_0_467">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6" name="Google Shape;386;g2c157a2fb06_0_467">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87"/>
        <p:cNvGrpSpPr/>
        <p:nvPr/>
      </p:nvGrpSpPr>
      <p:grpSpPr>
        <a:xfrm>
          <a:off x="0" y="0"/>
          <a:ext cx="0" cy="0"/>
          <a:chOff x="0" y="0"/>
          <a:chExt cx="0" cy="0"/>
        </a:xfrm>
      </p:grpSpPr>
      <p:cxnSp>
        <p:nvCxnSpPr>
          <p:cNvPr id="388" name="Google Shape;388;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9" name="Google Shape;389;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90" name="Google Shape;390;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1" name="Google Shape;391;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Caption</a:t>
            </a:r>
            <a:endParaRPr sz="3000" b="0" i="0" u="none" strike="noStrike" cap="none">
              <a:solidFill>
                <a:srgbClr val="CB3D85"/>
              </a:solidFill>
              <a:latin typeface="Poppins Medium"/>
              <a:ea typeface="Poppins Medium"/>
              <a:cs typeface="Poppins Medium"/>
              <a:sym typeface="Poppins Medium"/>
            </a:endParaRPr>
          </a:p>
        </p:txBody>
      </p:sp>
      <p:sp>
        <p:nvSpPr>
          <p:cNvPr id="392" name="Google Shape;392;g2c157a2fb06_0_629"/>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3" name="Google Shape;393;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4" name="Google Shape;394;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395" name="Google Shape;395;g2c157a2fb06_0_629"/>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97" name="Google Shape;397;g2c157a2fb06_0_629"/>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98" name="Google Shape;398;g2c157a2fb06_0_629"/>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9" name="Google Shape;399;g2c157a2fb06_0_629"/>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1" name="Google Shape;401;g2c157a2fb06_0_629"/>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02" name="Google Shape;402;g2c157a2fb06_0_629"/>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03" name="Google Shape;403;g2c157a2fb06_0_629"/>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04" name="Google Shape;404;g2c157a2fb06_0_629"/>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05" name="Google Shape;405;g2c157a2fb06_0_629"/>
          <p:cNvGrpSpPr/>
          <p:nvPr/>
        </p:nvGrpSpPr>
        <p:grpSpPr>
          <a:xfrm>
            <a:off x="662575" y="6212475"/>
            <a:ext cx="586800" cy="571500"/>
            <a:chOff x="662575" y="6212475"/>
            <a:chExt cx="586800" cy="571500"/>
          </a:xfrm>
        </p:grpSpPr>
        <p:sp>
          <p:nvSpPr>
            <p:cNvPr id="406" name="Google Shape;406;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629">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629">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09" name="Google Shape;409;g2c157a2fb06_0_629"/>
          <p:cNvGrpSpPr/>
          <p:nvPr/>
        </p:nvGrpSpPr>
        <p:grpSpPr>
          <a:xfrm>
            <a:off x="7894350" y="6212475"/>
            <a:ext cx="586800" cy="571500"/>
            <a:chOff x="7894350" y="6212475"/>
            <a:chExt cx="586800" cy="571500"/>
          </a:xfrm>
        </p:grpSpPr>
        <p:sp>
          <p:nvSpPr>
            <p:cNvPr id="410" name="Google Shape;410;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1" name="Google Shape;411;g2c157a2fb06_0_629">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12" name="Google Shape;412;g2c157a2fb06_0_629">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13"/>
        <p:cNvGrpSpPr/>
        <p:nvPr/>
      </p:nvGrpSpPr>
      <p:grpSpPr>
        <a:xfrm>
          <a:off x="0" y="0"/>
          <a:ext cx="0" cy="0"/>
          <a:chOff x="0" y="0"/>
          <a:chExt cx="0" cy="0"/>
        </a:xfrm>
      </p:grpSpPr>
      <p:cxnSp>
        <p:nvCxnSpPr>
          <p:cNvPr id="414" name="Google Shape;414;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5" name="Google Shape;415;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6" name="Google Shape;416;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7" name="Google Shape;417;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8" name="Google Shape;418;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9" name="Google Shape;419;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Write a Sentence</a:t>
            </a:r>
            <a:endParaRPr sz="3000" b="0" i="0" u="none" strike="noStrike" cap="none">
              <a:solidFill>
                <a:srgbClr val="CB3D85"/>
              </a:solidFill>
              <a:latin typeface="Poppins Medium"/>
              <a:ea typeface="Poppins Medium"/>
              <a:cs typeface="Poppins Medium"/>
              <a:sym typeface="Poppins Medium"/>
            </a:endParaRPr>
          </a:p>
        </p:txBody>
      </p:sp>
      <p:sp>
        <p:nvSpPr>
          <p:cNvPr id="420" name="Google Shape;420;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1" name="Google Shape;421;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22" name="Google Shape;422;g2c157a2fb06_0_798"/>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24" name="Google Shape;424;g2c157a2fb06_0_798"/>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5" name="Google Shape;425;g2c157a2fb06_0_798"/>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6" name="Google Shape;426;g2c157a2fb06_0_798"/>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28" name="Google Shape;428;g2c157a2fb06_0_798"/>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29" name="Google Shape;429;g2c157a2fb06_0_798"/>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30" name="Google Shape;430;g2c157a2fb06_0_798"/>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31" name="Google Shape;431;g2c157a2fb06_0_798"/>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32" name="Google Shape;432;g2c157a2fb06_0_798"/>
          <p:cNvGrpSpPr/>
          <p:nvPr/>
        </p:nvGrpSpPr>
        <p:grpSpPr>
          <a:xfrm>
            <a:off x="662575" y="6212475"/>
            <a:ext cx="586800" cy="571500"/>
            <a:chOff x="662575" y="6212475"/>
            <a:chExt cx="586800" cy="571500"/>
          </a:xfrm>
        </p:grpSpPr>
        <p:sp>
          <p:nvSpPr>
            <p:cNvPr id="433" name="Google Shape;433;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798">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798">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36" name="Google Shape;436;g2c157a2fb06_0_798"/>
          <p:cNvGrpSpPr/>
          <p:nvPr/>
        </p:nvGrpSpPr>
        <p:grpSpPr>
          <a:xfrm>
            <a:off x="7894350" y="6212475"/>
            <a:ext cx="586800" cy="571500"/>
            <a:chOff x="7894350" y="6212475"/>
            <a:chExt cx="586800" cy="571500"/>
          </a:xfrm>
        </p:grpSpPr>
        <p:sp>
          <p:nvSpPr>
            <p:cNvPr id="437" name="Google Shape;437;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8" name="Google Shape;438;g2c157a2fb06_0_798">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9" name="Google Shape;439;g2c157a2fb06_0_798">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40"/>
        <p:cNvGrpSpPr/>
        <p:nvPr/>
      </p:nvGrpSpPr>
      <p:grpSpPr>
        <a:xfrm>
          <a:off x="0" y="0"/>
          <a:ext cx="0" cy="0"/>
          <a:chOff x="0" y="0"/>
          <a:chExt cx="0" cy="0"/>
        </a:xfrm>
      </p:grpSpPr>
      <p:cxnSp>
        <p:nvCxnSpPr>
          <p:cNvPr id="441" name="Google Shape;441;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42" name="Google Shape;442;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43" name="Google Shape;443;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4" name="Google Shape;444;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5" name="Google Shape;445;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6" name="Google Shape;446;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Read a Sentence</a:t>
            </a:r>
            <a:endParaRPr sz="3000" b="0" i="0" u="none" strike="noStrike" cap="none">
              <a:solidFill>
                <a:srgbClr val="CB3D85"/>
              </a:solidFill>
              <a:latin typeface="Poppins Medium"/>
              <a:ea typeface="Poppins Medium"/>
              <a:cs typeface="Poppins Medium"/>
              <a:sym typeface="Poppins Medium"/>
            </a:endParaRPr>
          </a:p>
        </p:txBody>
      </p:sp>
      <p:sp>
        <p:nvSpPr>
          <p:cNvPr id="447" name="Google Shape;447;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8" name="Google Shape;448;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49" name="Google Shape;449;g2c157a2fb06_0_82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1" name="Google Shape;451;g2c157a2fb06_0_82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2" name="Google Shape;452;g2c157a2fb06_0_82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3" name="Google Shape;453;g2c157a2fb06_0_82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55" name="Google Shape;455;g2c157a2fb06_0_82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56" name="Google Shape;456;g2c157a2fb06_0_82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57" name="Google Shape;457;g2c157a2fb06_0_82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58" name="Google Shape;458;g2c157a2fb06_0_82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59" name="Google Shape;459;g2c157a2fb06_0_825"/>
          <p:cNvGrpSpPr/>
          <p:nvPr/>
        </p:nvGrpSpPr>
        <p:grpSpPr>
          <a:xfrm>
            <a:off x="662575" y="6212475"/>
            <a:ext cx="586800" cy="571500"/>
            <a:chOff x="662575" y="6212475"/>
            <a:chExt cx="586800" cy="571500"/>
          </a:xfrm>
        </p:grpSpPr>
        <p:sp>
          <p:nvSpPr>
            <p:cNvPr id="460" name="Google Shape;460;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82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82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63" name="Google Shape;463;g2c157a2fb06_0_825"/>
          <p:cNvGrpSpPr/>
          <p:nvPr/>
        </p:nvGrpSpPr>
        <p:grpSpPr>
          <a:xfrm>
            <a:off x="7894350" y="6212475"/>
            <a:ext cx="586800" cy="571500"/>
            <a:chOff x="7894350" y="6212475"/>
            <a:chExt cx="586800" cy="571500"/>
          </a:xfrm>
        </p:grpSpPr>
        <p:sp>
          <p:nvSpPr>
            <p:cNvPr id="464" name="Google Shape;464;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82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82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67"/>
        <p:cNvGrpSpPr/>
        <p:nvPr/>
      </p:nvGrpSpPr>
      <p:grpSpPr>
        <a:xfrm>
          <a:off x="0" y="0"/>
          <a:ext cx="0" cy="0"/>
          <a:chOff x="0" y="0"/>
          <a:chExt cx="0" cy="0"/>
        </a:xfrm>
      </p:grpSpPr>
      <p:sp>
        <p:nvSpPr>
          <p:cNvPr id="468" name="Google Shape;468;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9" name="Google Shape;469;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0" name="Google Shape;470;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1" name="Google Shape;471;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Hands Up, Pair Up</a:t>
            </a:r>
            <a:endParaRPr sz="3000" b="0" i="0" u="none" strike="noStrike" cap="none">
              <a:solidFill>
                <a:srgbClr val="CB3D85"/>
              </a:solidFill>
              <a:latin typeface="Poppins Medium"/>
              <a:ea typeface="Poppins Medium"/>
              <a:cs typeface="Poppins Medium"/>
              <a:sym typeface="Poppins Medium"/>
            </a:endParaRPr>
          </a:p>
        </p:txBody>
      </p:sp>
      <p:sp>
        <p:nvSpPr>
          <p:cNvPr id="472" name="Google Shape;472;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3" name="Google Shape;473;g2c157a2fb06_0_700"/>
          <p:cNvSpPr txBox="1">
            <a:spLocks noGrp="1"/>
          </p:cNvSpPr>
          <p:nvPr>
            <p:ph type="subTitle" idx="1"/>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2"/>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txBox="1">
            <a:spLocks noGrp="1"/>
          </p:cNvSpPr>
          <p:nvPr>
            <p:ph type="subTitle" idx="3"/>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6" name="Google Shape;476;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7" name="Google Shape;477;g2c157a2fb06_0_700"/>
          <p:cNvSpPr txBox="1">
            <a:spLocks noGrp="1"/>
          </p:cNvSpPr>
          <p:nvPr>
            <p:ph type="subTitle" idx="4"/>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8" name="Google Shape;478;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9" name="Google Shape;479;g2c157a2fb06_0_700"/>
          <p:cNvSpPr txBox="1">
            <a:spLocks noGrp="1"/>
          </p:cNvSpPr>
          <p:nvPr>
            <p:ph type="subTitle" idx="5"/>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0" name="Google Shape;480;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1" name="Google Shape;481;g2c157a2fb06_0_700"/>
          <p:cNvSpPr txBox="1">
            <a:spLocks noGrp="1"/>
          </p:cNvSpPr>
          <p:nvPr>
            <p:ph type="subTitle" idx="6"/>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2" name="Google Shape;482;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3" name="Google Shape;483;g2c157a2fb06_0_700"/>
          <p:cNvSpPr txBox="1">
            <a:spLocks noGrp="1"/>
          </p:cNvSpPr>
          <p:nvPr>
            <p:ph type="subTitle" idx="7"/>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4" name="Google Shape;484;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5" name="Google Shape;485;g2c157a2fb06_0_700"/>
          <p:cNvSpPr txBox="1">
            <a:spLocks noGrp="1"/>
          </p:cNvSpPr>
          <p:nvPr>
            <p:ph type="subTitle" idx="8"/>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6" name="Google Shape;486;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7" name="Google Shape;487;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488" name="Google Shape;488;g2c157a2fb06_0_70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0" name="Google Shape;490;g2c157a2fb06_0_70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1" name="Google Shape;491;g2c157a2fb06_0_70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2" name="Google Shape;492;g2c157a2fb06_0_70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4" name="Google Shape;494;g2c157a2fb06_0_70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495" name="Google Shape;495;g2c157a2fb06_0_70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496" name="Google Shape;496;g2c157a2fb06_0_70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497" name="Google Shape;497;g2c157a2fb06_0_70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498" name="Google Shape;498;g2c157a2fb06_0_700"/>
          <p:cNvGrpSpPr/>
          <p:nvPr/>
        </p:nvGrpSpPr>
        <p:grpSpPr>
          <a:xfrm>
            <a:off x="662575" y="6212475"/>
            <a:ext cx="586800" cy="571500"/>
            <a:chOff x="662575" y="6212475"/>
            <a:chExt cx="586800" cy="571500"/>
          </a:xfrm>
        </p:grpSpPr>
        <p:sp>
          <p:nvSpPr>
            <p:cNvPr id="499" name="Google Shape;499;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70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70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02" name="Google Shape;502;g2c157a2fb06_0_700"/>
          <p:cNvGrpSpPr/>
          <p:nvPr/>
        </p:nvGrpSpPr>
        <p:grpSpPr>
          <a:xfrm>
            <a:off x="7894350" y="6212475"/>
            <a:ext cx="586800" cy="571500"/>
            <a:chOff x="7894350" y="6212475"/>
            <a:chExt cx="586800" cy="571500"/>
          </a:xfrm>
        </p:grpSpPr>
        <p:sp>
          <p:nvSpPr>
            <p:cNvPr id="503" name="Google Shape;503;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4" name="Google Shape;504;g2c157a2fb06_0_70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5" name="Google Shape;505;g2c157a2fb06_0_70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506"/>
        <p:cNvGrpSpPr/>
        <p:nvPr/>
      </p:nvGrpSpPr>
      <p:grpSpPr>
        <a:xfrm>
          <a:off x="0" y="0"/>
          <a:ext cx="0" cy="0"/>
          <a:chOff x="0" y="0"/>
          <a:chExt cx="0" cy="0"/>
        </a:xfrm>
      </p:grpSpPr>
      <p:sp>
        <p:nvSpPr>
          <p:cNvPr id="507" name="Google Shape;507;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Bingo</a:t>
            </a:r>
            <a:endParaRPr sz="3000" b="0" i="0" u="none" strike="noStrike" cap="none">
              <a:solidFill>
                <a:srgbClr val="CB3D85"/>
              </a:solidFill>
              <a:latin typeface="Poppins Medium"/>
              <a:ea typeface="Poppins Medium"/>
              <a:cs typeface="Poppins Medium"/>
              <a:sym typeface="Poppins Medium"/>
            </a:endParaRPr>
          </a:p>
        </p:txBody>
      </p:sp>
      <p:cxnSp>
        <p:nvCxnSpPr>
          <p:cNvPr id="508" name="Google Shape;508;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5" name="Google Shape;515;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6" name="Google Shape;516;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7" name="Google Shape;517;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8" name="Google Shape;518;g2c157a2fb06_0_932"/>
          <p:cNvSpPr txBox="1">
            <a:spLocks noGrp="1"/>
          </p:cNvSpPr>
          <p:nvPr>
            <p:ph type="subTitle" idx="1"/>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2"/>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3"/>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4"/>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5"/>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6"/>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7"/>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8"/>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6" name="Google Shape;526;g2c157a2fb06_0_932"/>
          <p:cNvSpPr txBox="1">
            <a:spLocks noGrp="1"/>
          </p:cNvSpPr>
          <p:nvPr>
            <p:ph type="subTitle" idx="9"/>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7" name="Google Shape;527;g2c157a2fb06_0_932"/>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29" name="Google Shape;529;g2c157a2fb06_0_932"/>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0" name="Google Shape;530;g2c157a2fb06_0_932"/>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1" name="Google Shape;531;g2c157a2fb06_0_932"/>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3" name="Google Shape;533;g2c157a2fb06_0_932"/>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34" name="Google Shape;534;g2c157a2fb06_0_932"/>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35" name="Google Shape;535;g2c157a2fb06_0_932"/>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36" name="Google Shape;536;g2c157a2fb06_0_932"/>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37" name="Google Shape;537;g2c157a2fb06_0_932"/>
          <p:cNvGrpSpPr/>
          <p:nvPr/>
        </p:nvGrpSpPr>
        <p:grpSpPr>
          <a:xfrm>
            <a:off x="662575" y="6212475"/>
            <a:ext cx="586800" cy="571500"/>
            <a:chOff x="662575" y="6212475"/>
            <a:chExt cx="586800" cy="571500"/>
          </a:xfrm>
        </p:grpSpPr>
        <p:sp>
          <p:nvSpPr>
            <p:cNvPr id="538" name="Google Shape;538;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932">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932">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41" name="Google Shape;541;g2c157a2fb06_0_932"/>
          <p:cNvGrpSpPr/>
          <p:nvPr/>
        </p:nvGrpSpPr>
        <p:grpSpPr>
          <a:xfrm>
            <a:off x="7894350" y="6212475"/>
            <a:ext cx="586800" cy="571500"/>
            <a:chOff x="7894350" y="6212475"/>
            <a:chExt cx="586800" cy="571500"/>
          </a:xfrm>
        </p:grpSpPr>
        <p:sp>
          <p:nvSpPr>
            <p:cNvPr id="542" name="Google Shape;542;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3" name="Google Shape;543;g2c157a2fb06_0_932">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4" name="Google Shape;544;g2c157a2fb06_0_932">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45"/>
        <p:cNvGrpSpPr/>
        <p:nvPr/>
      </p:nvGrpSpPr>
      <p:grpSpPr>
        <a:xfrm>
          <a:off x="0" y="0"/>
          <a:ext cx="0" cy="0"/>
          <a:chOff x="0" y="0"/>
          <a:chExt cx="0" cy="0"/>
        </a:xfrm>
      </p:grpSpPr>
      <p:cxnSp>
        <p:nvCxnSpPr>
          <p:cNvPr id="546" name="Google Shape;546;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7" name="Google Shape;547;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8" name="Google Shape;548;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6" name="Google Shape;556;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7" name="Google Shape;557;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8" name="Google Shape;558;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Lucky Dip</a:t>
            </a:r>
            <a:endParaRPr sz="3000" b="0" i="0" u="none" strike="noStrike" cap="none">
              <a:solidFill>
                <a:srgbClr val="CB3D85"/>
              </a:solidFill>
              <a:latin typeface="Poppins Medium"/>
              <a:ea typeface="Poppins Medium"/>
              <a:cs typeface="Poppins Medium"/>
              <a:sym typeface="Poppins Medium"/>
            </a:endParaRPr>
          </a:p>
        </p:txBody>
      </p:sp>
      <p:sp>
        <p:nvSpPr>
          <p:cNvPr id="559" name="Google Shape;559;g2c157a2fb06_0_1045"/>
          <p:cNvSpPr txBox="1">
            <a:spLocks noGrp="1"/>
          </p:cNvSpPr>
          <p:nvPr>
            <p:ph type="subTitle" idx="13"/>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60" name="Google Shape;560;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1" name="Google Shape;561;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2" name="Google Shape;562;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sp>
        <p:nvSpPr>
          <p:cNvPr id="563" name="Google Shape;563;g2c157a2fb06_0_1045"/>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65" name="Google Shape;565;g2c157a2fb06_0_1045"/>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6" name="Google Shape;566;g2c157a2fb06_0_1045"/>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7" name="Google Shape;567;g2c157a2fb06_0_1045"/>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69" name="Google Shape;569;g2c157a2fb06_0_1045"/>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570" name="Google Shape;570;g2c157a2fb06_0_1045"/>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571" name="Google Shape;571;g2c157a2fb06_0_1045"/>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572" name="Google Shape;572;g2c157a2fb06_0_1045"/>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573" name="Google Shape;573;g2c157a2fb06_0_1045"/>
          <p:cNvGrpSpPr/>
          <p:nvPr/>
        </p:nvGrpSpPr>
        <p:grpSpPr>
          <a:xfrm>
            <a:off x="662575" y="6212475"/>
            <a:ext cx="586800" cy="571500"/>
            <a:chOff x="662575" y="6212475"/>
            <a:chExt cx="586800" cy="571500"/>
          </a:xfrm>
        </p:grpSpPr>
        <p:sp>
          <p:nvSpPr>
            <p:cNvPr id="574" name="Google Shape;574;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045">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045">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77" name="Google Shape;577;g2c157a2fb06_0_1045"/>
          <p:cNvGrpSpPr/>
          <p:nvPr/>
        </p:nvGrpSpPr>
        <p:grpSpPr>
          <a:xfrm>
            <a:off x="7894350" y="6212475"/>
            <a:ext cx="586800" cy="571500"/>
            <a:chOff x="7894350" y="6212475"/>
            <a:chExt cx="586800" cy="571500"/>
          </a:xfrm>
        </p:grpSpPr>
        <p:sp>
          <p:nvSpPr>
            <p:cNvPr id="578" name="Google Shape;578;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9" name="Google Shape;579;g2c157a2fb06_0_1045">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0" name="Google Shape;580;g2c157a2fb06_0_1045">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81"/>
        <p:cNvGrpSpPr/>
        <p:nvPr/>
      </p:nvGrpSpPr>
      <p:grpSpPr>
        <a:xfrm>
          <a:off x="0" y="0"/>
          <a:ext cx="0" cy="0"/>
          <a:chOff x="0" y="0"/>
          <a:chExt cx="0" cy="0"/>
        </a:xfrm>
      </p:grpSpPr>
      <p:sp>
        <p:nvSpPr>
          <p:cNvPr id="582" name="Google Shape;582;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3" name="Google Shape;583;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CB3D85"/>
                </a:solidFill>
                <a:latin typeface="Poppins Medium"/>
                <a:ea typeface="Poppins Medium"/>
                <a:cs typeface="Poppins Medium"/>
                <a:sym typeface="Poppins Medium"/>
              </a:rPr>
              <a:t>Countdown</a:t>
            </a:r>
            <a:endParaRPr sz="3000" b="0" i="0" u="none" strike="noStrike" cap="none">
              <a:solidFill>
                <a:srgbClr val="CB3D85"/>
              </a:solidFill>
              <a:latin typeface="Poppins Medium"/>
              <a:ea typeface="Poppins Medium"/>
              <a:cs typeface="Poppins Medium"/>
              <a:sym typeface="Poppins Medium"/>
            </a:endParaRPr>
          </a:p>
        </p:txBody>
      </p:sp>
      <p:sp>
        <p:nvSpPr>
          <p:cNvPr id="584" name="Google Shape;584;g2c157a2fb06_0_1110"/>
          <p:cNvSpPr txBox="1">
            <a:spLocks noGrp="1"/>
          </p:cNvSpPr>
          <p:nvPr>
            <p:ph type="subTitle" idx="1"/>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2"/>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3"/>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7" name="Google Shape;587;g2c157a2fb06_0_1110"/>
          <p:cNvSpPr txBox="1">
            <a:spLocks noGrp="1"/>
          </p:cNvSpPr>
          <p:nvPr>
            <p:ph type="subTitle" idx="4"/>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8" name="Google Shape;588;g2c157a2fb06_0_1110"/>
          <p:cNvGrpSpPr/>
          <p:nvPr/>
        </p:nvGrpSpPr>
        <p:grpSpPr>
          <a:xfrm>
            <a:off x="5806200" y="1807463"/>
            <a:ext cx="756300" cy="146700"/>
            <a:chOff x="5806200" y="1807463"/>
            <a:chExt cx="756300" cy="146700"/>
          </a:xfrm>
        </p:grpSpPr>
        <p:sp>
          <p:nvSpPr>
            <p:cNvPr id="589" name="Google Shape;58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1" name="Google Shape;59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2" name="Google Shape;592;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3" name="Google Shape;593;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4" name="Google Shape;594;g2c157a2fb06_0_1110"/>
          <p:cNvGrpSpPr/>
          <p:nvPr/>
        </p:nvGrpSpPr>
        <p:grpSpPr>
          <a:xfrm>
            <a:off x="5806200" y="2842438"/>
            <a:ext cx="756300" cy="146700"/>
            <a:chOff x="5806200" y="1807463"/>
            <a:chExt cx="756300" cy="146700"/>
          </a:xfrm>
        </p:grpSpPr>
        <p:sp>
          <p:nvSpPr>
            <p:cNvPr id="595" name="Google Shape;595;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7" name="Google Shape;597;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8" name="Google Shape;598;g2c157a2fb06_0_1110"/>
          <p:cNvGrpSpPr/>
          <p:nvPr/>
        </p:nvGrpSpPr>
        <p:grpSpPr>
          <a:xfrm>
            <a:off x="5806200" y="3877413"/>
            <a:ext cx="756300" cy="146700"/>
            <a:chOff x="5806200" y="1807463"/>
            <a:chExt cx="756300" cy="146700"/>
          </a:xfrm>
        </p:grpSpPr>
        <p:sp>
          <p:nvSpPr>
            <p:cNvPr id="599" name="Google Shape;599;g2c157a2fb06_0_1110"/>
            <p:cNvSpPr/>
            <p:nvPr/>
          </p:nvSpPr>
          <p:spPr>
            <a:xfrm>
              <a:off x="58062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1110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1" name="Google Shape;601;g2c157a2fb06_0_1110"/>
            <p:cNvSpPr/>
            <p:nvPr/>
          </p:nvSpPr>
          <p:spPr>
            <a:xfrm>
              <a:off x="6415800" y="1807463"/>
              <a:ext cx="146700" cy="146700"/>
            </a:xfrm>
            <a:prstGeom prst="ellipse">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02" name="Google Shape;602;g2c157a2fb06_0_1110"/>
          <p:cNvSpPr/>
          <p:nvPr/>
        </p:nvSpPr>
        <p:spPr>
          <a:xfrm>
            <a:off x="8557475"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p:cNvSpPr/>
          <p:nvPr/>
        </p:nvSpPr>
        <p:spPr>
          <a:xfrm>
            <a:off x="8562263"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04" name="Google Shape;604;g2c157a2fb06_0_1110"/>
          <p:cNvSpPr/>
          <p:nvPr/>
        </p:nvSpPr>
        <p:spPr>
          <a:xfrm rot="5400000">
            <a:off x="7628802" y="24720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5" name="Google Shape;605;g2c157a2fb06_0_1110"/>
          <p:cNvSpPr/>
          <p:nvPr/>
        </p:nvSpPr>
        <p:spPr>
          <a:xfrm flipH="1">
            <a:off x="-258" y="-4275"/>
            <a:ext cx="586500" cy="6862200"/>
          </a:xfrm>
          <a:prstGeom prst="rect">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6" name="Google Shape;606;g2c157a2fb06_0_1110"/>
          <p:cNvSpPr/>
          <p:nvPr/>
        </p:nvSpPr>
        <p:spPr>
          <a:xfrm flipH="1">
            <a:off x="-5045" y="-2100"/>
            <a:ext cx="586500" cy="2453100"/>
          </a:xfrm>
          <a:prstGeom prst="rect">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08" name="Google Shape;608;g2c157a2fb06_0_1110"/>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Insert Lesson Topic Here</a:t>
            </a:r>
            <a:endParaRPr sz="1800" b="0" i="0" u="none" strike="noStrike" cap="none">
              <a:solidFill>
                <a:srgbClr val="FFFFFF"/>
              </a:solidFill>
              <a:latin typeface="Poppins SemiBold"/>
              <a:ea typeface="Poppins SemiBold"/>
              <a:cs typeface="Poppins SemiBold"/>
              <a:sym typeface="Poppins SemiBold"/>
            </a:endParaRPr>
          </a:p>
        </p:txBody>
      </p:sp>
      <p:sp>
        <p:nvSpPr>
          <p:cNvPr id="609" name="Google Shape;609;g2c157a2fb06_0_1110"/>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Week - Day Here</a:t>
            </a:r>
            <a:endParaRPr sz="1800" b="0" i="0" u="none" strike="noStrike" cap="none">
              <a:solidFill>
                <a:srgbClr val="CB3D85"/>
              </a:solidFill>
              <a:latin typeface="Poppins Medium"/>
              <a:ea typeface="Poppins Medium"/>
              <a:cs typeface="Poppins Medium"/>
              <a:sym typeface="Poppins Medium"/>
            </a:endParaRPr>
          </a:p>
        </p:txBody>
      </p:sp>
      <p:sp>
        <p:nvSpPr>
          <p:cNvPr id="610" name="Google Shape;610;g2c157a2fb06_0_1110"/>
          <p:cNvSpPr txBox="1"/>
          <p:nvPr/>
        </p:nvSpPr>
        <p:spPr>
          <a:xfrm rot="5400000">
            <a:off x="6707775" y="60376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CB3D85"/>
                </a:solidFill>
                <a:latin typeface="Poppins Medium"/>
                <a:ea typeface="Poppins Medium"/>
                <a:cs typeface="Poppins Medium"/>
                <a:sym typeface="Poppins Medium"/>
              </a:rPr>
              <a:t>Insert Lesson Number</a:t>
            </a:r>
            <a:endParaRPr sz="1800" b="0" i="0" u="none" strike="noStrike" cap="none">
              <a:solidFill>
                <a:srgbClr val="CB3D85"/>
              </a:solidFill>
              <a:latin typeface="Poppins Medium"/>
              <a:ea typeface="Poppins Medium"/>
              <a:cs typeface="Poppins Medium"/>
              <a:sym typeface="Poppins Medium"/>
            </a:endParaRPr>
          </a:p>
        </p:txBody>
      </p:sp>
      <p:sp>
        <p:nvSpPr>
          <p:cNvPr id="611" name="Google Shape;611;g2c157a2fb06_0_1110"/>
          <p:cNvSpPr txBox="1"/>
          <p:nvPr/>
        </p:nvSpPr>
        <p:spPr>
          <a:xfrm rot="5400000">
            <a:off x="7141875" y="1754400"/>
            <a:ext cx="34203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5.5 - Sound Families </a:t>
            </a:r>
            <a:endParaRPr sz="1800" b="0" i="0" u="none" strike="noStrike" cap="none">
              <a:solidFill>
                <a:srgbClr val="FFFFFF"/>
              </a:solidFill>
              <a:latin typeface="Poppins SemiBold"/>
              <a:ea typeface="Poppins SemiBold"/>
              <a:cs typeface="Poppins SemiBold"/>
              <a:sym typeface="Poppins SemiBold"/>
            </a:endParaRPr>
          </a:p>
        </p:txBody>
      </p:sp>
      <p:grpSp>
        <p:nvGrpSpPr>
          <p:cNvPr id="612" name="Google Shape;612;g2c157a2fb06_0_1110"/>
          <p:cNvGrpSpPr/>
          <p:nvPr/>
        </p:nvGrpSpPr>
        <p:grpSpPr>
          <a:xfrm>
            <a:off x="662575" y="6212475"/>
            <a:ext cx="586800" cy="571500"/>
            <a:chOff x="662575" y="6212475"/>
            <a:chExt cx="586800" cy="571500"/>
          </a:xfrm>
        </p:grpSpPr>
        <p:sp>
          <p:nvSpPr>
            <p:cNvPr id="613" name="Google Shape;613;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157a2fb06_0_1110">
              <a:hlinkClick r:id="" action="ppaction://hlinkshowjump?jump=previousslide"/>
            </p:cNvPr>
            <p:cNvSpPr/>
            <p:nvPr/>
          </p:nvSpPr>
          <p:spPr>
            <a:xfrm>
              <a:off x="767700"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157a2fb06_0_1110">
              <a:hlinkClick r:id="" action="ppaction://hlinkshowjump?jump=previousslide"/>
            </p:cNvPr>
            <p:cNvSpPr/>
            <p:nvPr/>
          </p:nvSpPr>
          <p:spPr>
            <a:xfrm flipH="1">
              <a:off x="869175"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16" name="Google Shape;616;g2c157a2fb06_0_1110"/>
          <p:cNvGrpSpPr/>
          <p:nvPr/>
        </p:nvGrpSpPr>
        <p:grpSpPr>
          <a:xfrm>
            <a:off x="7894350" y="6212475"/>
            <a:ext cx="586800" cy="571500"/>
            <a:chOff x="7894350" y="6212475"/>
            <a:chExt cx="586800" cy="571500"/>
          </a:xfrm>
        </p:grpSpPr>
        <p:sp>
          <p:nvSpPr>
            <p:cNvPr id="617" name="Google Shape;617;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8" name="Google Shape;618;g2c157a2fb06_0_1110">
              <a:hlinkClick r:id="" action="ppaction://hlinkshowjump?jump=nextslide"/>
            </p:cNvPr>
            <p:cNvSpPr/>
            <p:nvPr/>
          </p:nvSpPr>
          <p:spPr>
            <a:xfrm flipH="1">
              <a:off x="8000425" y="6313675"/>
              <a:ext cx="375600" cy="375600"/>
            </a:xfrm>
            <a:prstGeom prst="ellipse">
              <a:avLst/>
            </a:prstGeom>
            <a:solidFill>
              <a:srgbClr val="F1DBD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9" name="Google Shape;619;g2c157a2fb06_0_1110">
              <a:hlinkClick r:id="" action="ppaction://hlinkshowjump?jump=nextslide"/>
            </p:cNvPr>
            <p:cNvSpPr/>
            <p:nvPr/>
          </p:nvSpPr>
          <p:spPr>
            <a:xfrm>
              <a:off x="8120950" y="6409225"/>
              <a:ext cx="153600" cy="184500"/>
            </a:xfrm>
            <a:prstGeom prst="chevron">
              <a:avLst>
                <a:gd name="adj" fmla="val 50000"/>
              </a:avLst>
            </a:prstGeom>
            <a:solidFill>
              <a:srgbClr val="CB3D8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20"/>
        <p:cNvGrpSpPr/>
        <p:nvPr/>
      </p:nvGrpSpPr>
      <p:grpSpPr>
        <a:xfrm>
          <a:off x="0" y="0"/>
          <a:ext cx="0" cy="0"/>
          <a:chOff x="0" y="0"/>
          <a:chExt cx="0" cy="0"/>
        </a:xfrm>
      </p:grpSpPr>
      <p:sp>
        <p:nvSpPr>
          <p:cNvPr id="621" name="Google Shape;621;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2" name="Google Shape;622;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3" name="Google Shape;623;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4" name="Google Shape;624;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25" name="Google Shape;625;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6" name="Google Shape;626;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27" name="Google Shape;627;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28" name="Google Shape;628;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29" name="Google Shape;629;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30" name="Google Shape;630;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31" name="Google Shape;631;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32" name="Google Shape;632;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33" name="Google Shape;633;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34" name="Google Shape;634;p30"/>
          <p:cNvGrpSpPr/>
          <p:nvPr/>
        </p:nvGrpSpPr>
        <p:grpSpPr>
          <a:xfrm>
            <a:off x="6022940" y="5341706"/>
            <a:ext cx="594501" cy="305904"/>
            <a:chOff x="5672081" y="1914352"/>
            <a:chExt cx="792668" cy="305904"/>
          </a:xfrm>
        </p:grpSpPr>
        <p:sp>
          <p:nvSpPr>
            <p:cNvPr id="635" name="Google Shape;635;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6" name="Google Shape;636;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37" name="Google Shape;637;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38" name="Google Shape;638;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39" name="Google Shape;639;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0" name="Google Shape;640;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1" name="Google Shape;641;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2" name="Google Shape;642;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3" name="Google Shape;643;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4" name="Google Shape;644;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5" name="Google Shape;645;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46" name="Google Shape;646;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47" name="Google Shape;647;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8" name="Google Shape;648;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49" name="Google Shape;649;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0" name="Google Shape;650;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1" name="Google Shape;651;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2" name="Google Shape;652;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3" name="Google Shape;653;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4" name="Google Shape;654;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55" name="Google Shape;655;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56" name="Google Shape;656;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57" name="Google Shape;657;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58" name="Google Shape;658;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59" name="Google Shape;659;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60" name="Google Shape;660;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61" name="Google Shape;661;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2" name="Google Shape;662;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63" name="Google Shape;663;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664" name="Google Shape;664;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665" name="Google Shape;665;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666"/>
        <p:cNvGrpSpPr/>
        <p:nvPr/>
      </p:nvGrpSpPr>
      <p:grpSpPr>
        <a:xfrm>
          <a:off x="0" y="0"/>
          <a:ext cx="0" cy="0"/>
          <a:chOff x="0" y="0"/>
          <a:chExt cx="0" cy="0"/>
        </a:xfrm>
      </p:grpSpPr>
      <p:sp>
        <p:nvSpPr>
          <p:cNvPr id="667" name="Google Shape;667;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68" name="Google Shape;668;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669" name="Google Shape;669;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670"/>
        <p:cNvGrpSpPr/>
        <p:nvPr/>
      </p:nvGrpSpPr>
      <p:grpSpPr>
        <a:xfrm>
          <a:off x="0" y="0"/>
          <a:ext cx="0" cy="0"/>
          <a:chOff x="0" y="0"/>
          <a:chExt cx="0" cy="0"/>
        </a:xfrm>
      </p:grpSpPr>
      <p:sp>
        <p:nvSpPr>
          <p:cNvPr id="671" name="Google Shape;671;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672" name="Google Shape;672;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673" name="Google Shape;673;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xml.rels><?xml version="1.0" encoding="UTF-8" standalone="yes"?>
<Relationships xmlns="http://schemas.openxmlformats.org/package/2006/relationships"><Relationship Id="rId8" Type="http://schemas.openxmlformats.org/officeDocument/2006/relationships/slide" Target="slide14.xml"/><Relationship Id="rId3" Type="http://schemas.openxmlformats.org/officeDocument/2006/relationships/image" Target="../media/image19.png"/><Relationship Id="rId7" Type="http://schemas.openxmlformats.org/officeDocument/2006/relationships/image" Target="../media/image22.png"/><Relationship Id="rId12" Type="http://schemas.openxmlformats.org/officeDocument/2006/relationships/slide" Target="slide17.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21.png"/><Relationship Id="rId11" Type="http://schemas.openxmlformats.org/officeDocument/2006/relationships/slide" Target="slide12.xml"/><Relationship Id="rId5" Type="http://schemas.openxmlformats.org/officeDocument/2006/relationships/image" Target="../media/image20.png"/><Relationship Id="rId10" Type="http://schemas.openxmlformats.org/officeDocument/2006/relationships/slide" Target="slide20.xml"/><Relationship Id="rId4" Type="http://schemas.openxmlformats.org/officeDocument/2006/relationships/image" Target="../media/image18.png"/><Relationship Id="rId9" Type="http://schemas.openxmlformats.org/officeDocument/2006/relationships/slide" Target="slide19.xml"/></Relationships>
</file>

<file path=ppt/slides/_rels/slide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png"/><Relationship Id="rId18" Type="http://schemas.openxmlformats.org/officeDocument/2006/relationships/image" Target="../media/image38.png"/><Relationship Id="rId3" Type="http://schemas.openxmlformats.org/officeDocument/2006/relationships/image" Target="../media/image23.png"/><Relationship Id="rId21" Type="http://schemas.openxmlformats.org/officeDocument/2006/relationships/image" Target="../media/image41.png"/><Relationship Id="rId7"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2" Type="http://schemas.openxmlformats.org/officeDocument/2006/relationships/notesSlide" Target="../notesSlides/notesSlide3.xml"/><Relationship Id="rId16" Type="http://schemas.openxmlformats.org/officeDocument/2006/relationships/image" Target="../media/image36.png"/><Relationship Id="rId20" Type="http://schemas.openxmlformats.org/officeDocument/2006/relationships/image" Target="../media/image40.png"/><Relationship Id="rId1" Type="http://schemas.openxmlformats.org/officeDocument/2006/relationships/slideLayout" Target="../slideLayouts/slideLayout3.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png"/><Relationship Id="rId5" Type="http://schemas.openxmlformats.org/officeDocument/2006/relationships/image" Target="../media/image25.png"/><Relationship Id="rId15" Type="http://schemas.openxmlformats.org/officeDocument/2006/relationships/image" Target="../media/image35.png"/><Relationship Id="rId23" Type="http://schemas.openxmlformats.org/officeDocument/2006/relationships/image" Target="../media/image43.png"/><Relationship Id="rId10" Type="http://schemas.openxmlformats.org/officeDocument/2006/relationships/image" Target="../media/image30.png"/><Relationship Id="rId19" Type="http://schemas.openxmlformats.org/officeDocument/2006/relationships/image" Target="../media/image39.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s>
</file>

<file path=ppt/slides/_rels/slide4.xml.rels><?xml version="1.0" encoding="UTF-8" standalone="yes"?>
<Relationships xmlns="http://schemas.openxmlformats.org/package/2006/relationships"><Relationship Id="rId8" Type="http://schemas.openxmlformats.org/officeDocument/2006/relationships/image" Target="../media/image51.png"/><Relationship Id="rId13" Type="http://schemas.openxmlformats.org/officeDocument/2006/relationships/image" Target="../media/image55.png"/><Relationship Id="rId18" Type="http://schemas.openxmlformats.org/officeDocument/2006/relationships/image" Target="../media/image59.png"/><Relationship Id="rId26" Type="http://schemas.openxmlformats.org/officeDocument/2006/relationships/image" Target="../media/image67.png"/><Relationship Id="rId3" Type="http://schemas.openxmlformats.org/officeDocument/2006/relationships/image" Target="../media/image46.png"/><Relationship Id="rId21" Type="http://schemas.openxmlformats.org/officeDocument/2006/relationships/image" Target="../media/image62.png"/><Relationship Id="rId7" Type="http://schemas.openxmlformats.org/officeDocument/2006/relationships/image" Target="../media/image50.png"/><Relationship Id="rId12" Type="http://schemas.openxmlformats.org/officeDocument/2006/relationships/image" Target="../media/image54.png"/><Relationship Id="rId17" Type="http://schemas.openxmlformats.org/officeDocument/2006/relationships/image" Target="../media/image58.png"/><Relationship Id="rId25" Type="http://schemas.openxmlformats.org/officeDocument/2006/relationships/image" Target="../media/image66.png"/><Relationship Id="rId2" Type="http://schemas.openxmlformats.org/officeDocument/2006/relationships/notesSlide" Target="../notesSlides/notesSlide4.xml"/><Relationship Id="rId16" Type="http://schemas.openxmlformats.org/officeDocument/2006/relationships/image" Target="../media/image57.png"/><Relationship Id="rId20" Type="http://schemas.openxmlformats.org/officeDocument/2006/relationships/image" Target="../media/image61.png"/><Relationship Id="rId29" Type="http://schemas.openxmlformats.org/officeDocument/2006/relationships/image" Target="../media/image70.png"/><Relationship Id="rId1" Type="http://schemas.openxmlformats.org/officeDocument/2006/relationships/slideLayout" Target="../slideLayouts/slideLayout3.xml"/><Relationship Id="rId6" Type="http://schemas.openxmlformats.org/officeDocument/2006/relationships/image" Target="../media/image49.png"/><Relationship Id="rId11" Type="http://schemas.openxmlformats.org/officeDocument/2006/relationships/image" Target="../media/image53.png"/><Relationship Id="rId24" Type="http://schemas.openxmlformats.org/officeDocument/2006/relationships/image" Target="../media/image65.png"/><Relationship Id="rId5" Type="http://schemas.openxmlformats.org/officeDocument/2006/relationships/image" Target="../media/image48.png"/><Relationship Id="rId15" Type="http://schemas.openxmlformats.org/officeDocument/2006/relationships/image" Target="../media/image18.png"/><Relationship Id="rId23" Type="http://schemas.openxmlformats.org/officeDocument/2006/relationships/image" Target="../media/image64.png"/><Relationship Id="rId28" Type="http://schemas.openxmlformats.org/officeDocument/2006/relationships/image" Target="../media/image69.png"/><Relationship Id="rId10" Type="http://schemas.openxmlformats.org/officeDocument/2006/relationships/image" Target="../media/image17.png"/><Relationship Id="rId19" Type="http://schemas.openxmlformats.org/officeDocument/2006/relationships/image" Target="../media/image60.png"/><Relationship Id="rId31" Type="http://schemas.openxmlformats.org/officeDocument/2006/relationships/image" Target="../media/image72.png"/><Relationship Id="rId4" Type="http://schemas.openxmlformats.org/officeDocument/2006/relationships/image" Target="../media/image47.png"/><Relationship Id="rId9" Type="http://schemas.openxmlformats.org/officeDocument/2006/relationships/image" Target="../media/image52.png"/><Relationship Id="rId14" Type="http://schemas.openxmlformats.org/officeDocument/2006/relationships/image" Target="../media/image56.png"/><Relationship Id="rId22" Type="http://schemas.openxmlformats.org/officeDocument/2006/relationships/image" Target="../media/image63.png"/><Relationship Id="rId27" Type="http://schemas.openxmlformats.org/officeDocument/2006/relationships/image" Target="../media/image68.png"/><Relationship Id="rId30" Type="http://schemas.openxmlformats.org/officeDocument/2006/relationships/image" Target="../media/image71.png"/></Relationships>
</file>

<file path=ppt/slides/_rels/slide5.xml.rels><?xml version="1.0" encoding="UTF-8" standalone="yes"?>
<Relationships xmlns="http://schemas.openxmlformats.org/package/2006/relationships"><Relationship Id="rId13" Type="http://schemas.openxmlformats.org/officeDocument/2006/relationships/image" Target="../media/image82.png"/><Relationship Id="rId18" Type="http://schemas.openxmlformats.org/officeDocument/2006/relationships/image" Target="../media/image87.png"/><Relationship Id="rId26" Type="http://schemas.openxmlformats.org/officeDocument/2006/relationships/image" Target="../media/image95.png"/><Relationship Id="rId39" Type="http://schemas.openxmlformats.org/officeDocument/2006/relationships/image" Target="../media/image107.png"/><Relationship Id="rId21" Type="http://schemas.openxmlformats.org/officeDocument/2006/relationships/image" Target="../media/image90.png"/><Relationship Id="rId34" Type="http://schemas.openxmlformats.org/officeDocument/2006/relationships/image" Target="../media/image102.png"/><Relationship Id="rId42" Type="http://schemas.openxmlformats.org/officeDocument/2006/relationships/image" Target="../media/image110.png"/><Relationship Id="rId7" Type="http://schemas.openxmlformats.org/officeDocument/2006/relationships/image" Target="../media/image76.png"/><Relationship Id="rId2" Type="http://schemas.openxmlformats.org/officeDocument/2006/relationships/notesSlide" Target="../notesSlides/notesSlide5.xml"/><Relationship Id="rId16" Type="http://schemas.openxmlformats.org/officeDocument/2006/relationships/image" Target="../media/image85.png"/><Relationship Id="rId20" Type="http://schemas.openxmlformats.org/officeDocument/2006/relationships/image" Target="../media/image89.png"/><Relationship Id="rId29" Type="http://schemas.openxmlformats.org/officeDocument/2006/relationships/image" Target="../media/image98.png"/><Relationship Id="rId41" Type="http://schemas.openxmlformats.org/officeDocument/2006/relationships/image" Target="../media/image109.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image" Target="../media/image80.png"/><Relationship Id="rId24" Type="http://schemas.openxmlformats.org/officeDocument/2006/relationships/image" Target="../media/image93.png"/><Relationship Id="rId32" Type="http://schemas.openxmlformats.org/officeDocument/2006/relationships/image" Target="../media/image101.png"/><Relationship Id="rId37" Type="http://schemas.openxmlformats.org/officeDocument/2006/relationships/image" Target="../media/image105.png"/><Relationship Id="rId40" Type="http://schemas.openxmlformats.org/officeDocument/2006/relationships/image" Target="../media/image108.png"/><Relationship Id="rId5" Type="http://schemas.openxmlformats.org/officeDocument/2006/relationships/image" Target="../media/image75.png"/><Relationship Id="rId15" Type="http://schemas.openxmlformats.org/officeDocument/2006/relationships/image" Target="../media/image84.png"/><Relationship Id="rId23" Type="http://schemas.openxmlformats.org/officeDocument/2006/relationships/image" Target="../media/image92.png"/><Relationship Id="rId28" Type="http://schemas.openxmlformats.org/officeDocument/2006/relationships/image" Target="../media/image97.png"/><Relationship Id="rId36" Type="http://schemas.openxmlformats.org/officeDocument/2006/relationships/image" Target="../media/image104.png"/><Relationship Id="rId10" Type="http://schemas.openxmlformats.org/officeDocument/2006/relationships/image" Target="../media/image79.png"/><Relationship Id="rId19" Type="http://schemas.openxmlformats.org/officeDocument/2006/relationships/image" Target="../media/image88.png"/><Relationship Id="rId31" Type="http://schemas.openxmlformats.org/officeDocument/2006/relationships/image" Target="../media/image100.png"/><Relationship Id="rId4" Type="http://schemas.openxmlformats.org/officeDocument/2006/relationships/image" Target="../media/image74.png"/><Relationship Id="rId9" Type="http://schemas.openxmlformats.org/officeDocument/2006/relationships/image" Target="../media/image78.png"/><Relationship Id="rId14" Type="http://schemas.openxmlformats.org/officeDocument/2006/relationships/image" Target="../media/image83.png"/><Relationship Id="rId22" Type="http://schemas.openxmlformats.org/officeDocument/2006/relationships/image" Target="../media/image91.png"/><Relationship Id="rId27" Type="http://schemas.openxmlformats.org/officeDocument/2006/relationships/image" Target="../media/image96.png"/><Relationship Id="rId30" Type="http://schemas.openxmlformats.org/officeDocument/2006/relationships/image" Target="../media/image99.png"/><Relationship Id="rId35" Type="http://schemas.openxmlformats.org/officeDocument/2006/relationships/image" Target="../media/image103.png"/><Relationship Id="rId43" Type="http://schemas.openxmlformats.org/officeDocument/2006/relationships/image" Target="../media/image111.png"/><Relationship Id="rId8" Type="http://schemas.openxmlformats.org/officeDocument/2006/relationships/image" Target="../media/image77.png"/><Relationship Id="rId3" Type="http://schemas.openxmlformats.org/officeDocument/2006/relationships/image" Target="../media/image73.png"/><Relationship Id="rId12" Type="http://schemas.openxmlformats.org/officeDocument/2006/relationships/image" Target="../media/image81.png"/><Relationship Id="rId17" Type="http://schemas.openxmlformats.org/officeDocument/2006/relationships/image" Target="../media/image86.png"/><Relationship Id="rId25" Type="http://schemas.openxmlformats.org/officeDocument/2006/relationships/image" Target="../media/image94.png"/><Relationship Id="rId33" Type="http://schemas.openxmlformats.org/officeDocument/2006/relationships/image" Target="../media/image16.png"/><Relationship Id="rId38" Type="http://schemas.openxmlformats.org/officeDocument/2006/relationships/image" Target="../media/image106.png"/></Relationships>
</file>

<file path=ppt/slides/_rels/slide6.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12.png"/><Relationship Id="rId7" Type="http://schemas.openxmlformats.org/officeDocument/2006/relationships/image" Target="../media/image116.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115.png"/><Relationship Id="rId11" Type="http://schemas.openxmlformats.org/officeDocument/2006/relationships/image" Target="../media/image13.png"/><Relationship Id="rId5" Type="http://schemas.openxmlformats.org/officeDocument/2006/relationships/image" Target="../media/image114.png"/><Relationship Id="rId10" Type="http://schemas.openxmlformats.org/officeDocument/2006/relationships/image" Target="../media/image118.png"/><Relationship Id="rId4" Type="http://schemas.openxmlformats.org/officeDocument/2006/relationships/image" Target="../media/image113.png"/><Relationship Id="rId9" Type="http://schemas.openxmlformats.org/officeDocument/2006/relationships/image" Target="../media/image117.png"/></Relationships>
</file>

<file path=ppt/slides/_rels/slide7.xml.rels><?xml version="1.0" encoding="UTF-8" standalone="yes"?>
<Relationships xmlns="http://schemas.openxmlformats.org/package/2006/relationships"><Relationship Id="rId8" Type="http://schemas.openxmlformats.org/officeDocument/2006/relationships/image" Target="../media/image123.png"/><Relationship Id="rId13" Type="http://schemas.openxmlformats.org/officeDocument/2006/relationships/image" Target="../media/image128.png"/><Relationship Id="rId3" Type="http://schemas.openxmlformats.org/officeDocument/2006/relationships/image" Target="../media/image119.png"/><Relationship Id="rId7" Type="http://schemas.openxmlformats.org/officeDocument/2006/relationships/image" Target="../media/image122.png"/><Relationship Id="rId12" Type="http://schemas.openxmlformats.org/officeDocument/2006/relationships/image" Target="../media/image127.png"/><Relationship Id="rId2" Type="http://schemas.openxmlformats.org/officeDocument/2006/relationships/notesSlide" Target="../notesSlides/notesSlide7.xml"/><Relationship Id="rId16" Type="http://schemas.openxmlformats.org/officeDocument/2006/relationships/image" Target="../media/image131.png"/><Relationship Id="rId1" Type="http://schemas.openxmlformats.org/officeDocument/2006/relationships/slideLayout" Target="../slideLayouts/slideLayout3.xml"/><Relationship Id="rId6" Type="http://schemas.openxmlformats.org/officeDocument/2006/relationships/image" Target="../media/image21.png"/><Relationship Id="rId11" Type="http://schemas.openxmlformats.org/officeDocument/2006/relationships/image" Target="../media/image126.png"/><Relationship Id="rId5" Type="http://schemas.openxmlformats.org/officeDocument/2006/relationships/image" Target="../media/image121.png"/><Relationship Id="rId15" Type="http://schemas.openxmlformats.org/officeDocument/2006/relationships/image" Target="../media/image130.png"/><Relationship Id="rId10" Type="http://schemas.openxmlformats.org/officeDocument/2006/relationships/image" Target="../media/image125.png"/><Relationship Id="rId4" Type="http://schemas.openxmlformats.org/officeDocument/2006/relationships/image" Target="../media/image120.png"/><Relationship Id="rId9" Type="http://schemas.openxmlformats.org/officeDocument/2006/relationships/image" Target="../media/image124.png"/><Relationship Id="rId14" Type="http://schemas.openxmlformats.org/officeDocument/2006/relationships/image" Target="../media/image129.png"/></Relationships>
</file>

<file path=ppt/slides/_rels/slide8.xml.rels><?xml version="1.0" encoding="UTF-8" standalone="yes"?>
<Relationships xmlns="http://schemas.openxmlformats.org/package/2006/relationships"><Relationship Id="rId8" Type="http://schemas.openxmlformats.org/officeDocument/2006/relationships/image" Target="../media/image137.png"/><Relationship Id="rId13" Type="http://schemas.openxmlformats.org/officeDocument/2006/relationships/image" Target="../media/image142.png"/><Relationship Id="rId18" Type="http://schemas.openxmlformats.org/officeDocument/2006/relationships/image" Target="../media/image147.png"/><Relationship Id="rId26" Type="http://schemas.openxmlformats.org/officeDocument/2006/relationships/image" Target="../media/image155.png"/><Relationship Id="rId3" Type="http://schemas.openxmlformats.org/officeDocument/2006/relationships/image" Target="../media/image132.png"/><Relationship Id="rId21" Type="http://schemas.openxmlformats.org/officeDocument/2006/relationships/image" Target="../media/image150.png"/><Relationship Id="rId7" Type="http://schemas.openxmlformats.org/officeDocument/2006/relationships/image" Target="../media/image136.png"/><Relationship Id="rId12" Type="http://schemas.openxmlformats.org/officeDocument/2006/relationships/image" Target="../media/image141.png"/><Relationship Id="rId17" Type="http://schemas.openxmlformats.org/officeDocument/2006/relationships/image" Target="../media/image146.png"/><Relationship Id="rId25" Type="http://schemas.openxmlformats.org/officeDocument/2006/relationships/image" Target="../media/image154.png"/><Relationship Id="rId2" Type="http://schemas.openxmlformats.org/officeDocument/2006/relationships/notesSlide" Target="../notesSlides/notesSlide8.xml"/><Relationship Id="rId16" Type="http://schemas.openxmlformats.org/officeDocument/2006/relationships/image" Target="../media/image145.png"/><Relationship Id="rId20" Type="http://schemas.openxmlformats.org/officeDocument/2006/relationships/image" Target="../media/image149.png"/><Relationship Id="rId29" Type="http://schemas.openxmlformats.org/officeDocument/2006/relationships/image" Target="../media/image158.png"/><Relationship Id="rId1" Type="http://schemas.openxmlformats.org/officeDocument/2006/relationships/slideLayout" Target="../slideLayouts/slideLayout3.xml"/><Relationship Id="rId6" Type="http://schemas.openxmlformats.org/officeDocument/2006/relationships/image" Target="../media/image135.png"/><Relationship Id="rId11" Type="http://schemas.openxmlformats.org/officeDocument/2006/relationships/image" Target="../media/image140.png"/><Relationship Id="rId24" Type="http://schemas.openxmlformats.org/officeDocument/2006/relationships/image" Target="../media/image153.png"/><Relationship Id="rId5" Type="http://schemas.openxmlformats.org/officeDocument/2006/relationships/image" Target="../media/image134.png"/><Relationship Id="rId15" Type="http://schemas.openxmlformats.org/officeDocument/2006/relationships/image" Target="../media/image144.png"/><Relationship Id="rId23" Type="http://schemas.openxmlformats.org/officeDocument/2006/relationships/image" Target="../media/image152.png"/><Relationship Id="rId28" Type="http://schemas.openxmlformats.org/officeDocument/2006/relationships/image" Target="../media/image157.png"/><Relationship Id="rId10" Type="http://schemas.openxmlformats.org/officeDocument/2006/relationships/image" Target="../media/image139.png"/><Relationship Id="rId19" Type="http://schemas.openxmlformats.org/officeDocument/2006/relationships/image" Target="../media/image148.png"/><Relationship Id="rId4" Type="http://schemas.openxmlformats.org/officeDocument/2006/relationships/image" Target="../media/image133.png"/><Relationship Id="rId9" Type="http://schemas.openxmlformats.org/officeDocument/2006/relationships/image" Target="../media/image138.png"/><Relationship Id="rId14" Type="http://schemas.openxmlformats.org/officeDocument/2006/relationships/image" Target="../media/image143.png"/><Relationship Id="rId22" Type="http://schemas.openxmlformats.org/officeDocument/2006/relationships/image" Target="../media/image151.png"/><Relationship Id="rId27" Type="http://schemas.openxmlformats.org/officeDocument/2006/relationships/image" Target="../media/image156.png"/><Relationship Id="rId30" Type="http://schemas.openxmlformats.org/officeDocument/2006/relationships/image" Target="../media/image159.png"/></Relationships>
</file>

<file path=ppt/slides/_rels/slide9.xml.rels><?xml version="1.0" encoding="UTF-8" standalone="yes"?>
<Relationships xmlns="http://schemas.openxmlformats.org/package/2006/relationships"><Relationship Id="rId8" Type="http://schemas.openxmlformats.org/officeDocument/2006/relationships/image" Target="../media/image165.png"/><Relationship Id="rId13" Type="http://schemas.openxmlformats.org/officeDocument/2006/relationships/image" Target="../media/image170.png"/><Relationship Id="rId3" Type="http://schemas.openxmlformats.org/officeDocument/2006/relationships/image" Target="../media/image160.png"/><Relationship Id="rId7" Type="http://schemas.openxmlformats.org/officeDocument/2006/relationships/image" Target="../media/image164.png"/><Relationship Id="rId12" Type="http://schemas.openxmlformats.org/officeDocument/2006/relationships/image" Target="../media/image169.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63.png"/><Relationship Id="rId11" Type="http://schemas.openxmlformats.org/officeDocument/2006/relationships/image" Target="../media/image168.png"/><Relationship Id="rId5" Type="http://schemas.openxmlformats.org/officeDocument/2006/relationships/image" Target="../media/image162.png"/><Relationship Id="rId15" Type="http://schemas.openxmlformats.org/officeDocument/2006/relationships/image" Target="../media/image172.png"/><Relationship Id="rId10" Type="http://schemas.openxmlformats.org/officeDocument/2006/relationships/image" Target="../media/image167.png"/><Relationship Id="rId4" Type="http://schemas.openxmlformats.org/officeDocument/2006/relationships/image" Target="../media/image161.png"/><Relationship Id="rId9" Type="http://schemas.openxmlformats.org/officeDocument/2006/relationships/image" Target="../media/image166.png"/><Relationship Id="rId14" Type="http://schemas.openxmlformats.org/officeDocument/2006/relationships/image" Target="../media/image171.png"/></Relationships>
</file>

<file path=ppt/slides/_rels/slide10.xml.rels><?xml version="1.0" encoding="UTF-8" standalone="yes"?>
<Relationships xmlns="http://schemas.openxmlformats.org/package/2006/relationships"><Relationship Id="rId8" Type="http://schemas.openxmlformats.org/officeDocument/2006/relationships/image" Target="../media/image178.png"/><Relationship Id="rId13" Type="http://schemas.openxmlformats.org/officeDocument/2006/relationships/image" Target="../media/image183.png"/><Relationship Id="rId3" Type="http://schemas.openxmlformats.org/officeDocument/2006/relationships/image" Target="../media/image173.png"/><Relationship Id="rId7" Type="http://schemas.openxmlformats.org/officeDocument/2006/relationships/image" Target="../media/image177.png"/><Relationship Id="rId12" Type="http://schemas.openxmlformats.org/officeDocument/2006/relationships/image" Target="../media/image182.png"/><Relationship Id="rId2" Type="http://schemas.openxmlformats.org/officeDocument/2006/relationships/notesSlide" Target="../notesSlides/notesSlide10.xml"/><Relationship Id="rId16" Type="http://schemas.openxmlformats.org/officeDocument/2006/relationships/image" Target="../media/image186.png"/><Relationship Id="rId1" Type="http://schemas.openxmlformats.org/officeDocument/2006/relationships/slideLayout" Target="../slideLayouts/slideLayout3.xml"/><Relationship Id="rId6" Type="http://schemas.openxmlformats.org/officeDocument/2006/relationships/image" Target="../media/image176.png"/><Relationship Id="rId11" Type="http://schemas.openxmlformats.org/officeDocument/2006/relationships/image" Target="../media/image181.png"/><Relationship Id="rId5" Type="http://schemas.openxmlformats.org/officeDocument/2006/relationships/image" Target="../media/image175.png"/><Relationship Id="rId15" Type="http://schemas.openxmlformats.org/officeDocument/2006/relationships/image" Target="../media/image185.png"/><Relationship Id="rId10" Type="http://schemas.openxmlformats.org/officeDocument/2006/relationships/image" Target="../media/image180.png"/><Relationship Id="rId4" Type="http://schemas.openxmlformats.org/officeDocument/2006/relationships/image" Target="../media/image174.png"/><Relationship Id="rId9" Type="http://schemas.openxmlformats.org/officeDocument/2006/relationships/image" Target="../media/image179.png"/><Relationship Id="rId14" Type="http://schemas.openxmlformats.org/officeDocument/2006/relationships/image" Target="../media/image184.png"/></Relationships>
</file>

<file path=ppt/slides/_rels/slide11.xml.rels><?xml version="1.0" encoding="UTF-8" standalone="yes"?>
<Relationships xmlns="http://schemas.openxmlformats.org/package/2006/relationships"><Relationship Id="rId8" Type="http://schemas.openxmlformats.org/officeDocument/2006/relationships/image" Target="../media/image192.png"/><Relationship Id="rId13" Type="http://schemas.openxmlformats.org/officeDocument/2006/relationships/image" Target="../media/image197.png"/><Relationship Id="rId3" Type="http://schemas.openxmlformats.org/officeDocument/2006/relationships/image" Target="../media/image187.png"/><Relationship Id="rId7" Type="http://schemas.openxmlformats.org/officeDocument/2006/relationships/image" Target="../media/image191.png"/><Relationship Id="rId12" Type="http://schemas.openxmlformats.org/officeDocument/2006/relationships/image" Target="../media/image196.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190.png"/><Relationship Id="rId11" Type="http://schemas.openxmlformats.org/officeDocument/2006/relationships/image" Target="../media/image195.png"/><Relationship Id="rId5" Type="http://schemas.openxmlformats.org/officeDocument/2006/relationships/image" Target="../media/image189.png"/><Relationship Id="rId10" Type="http://schemas.openxmlformats.org/officeDocument/2006/relationships/image" Target="../media/image194.png"/><Relationship Id="rId4" Type="http://schemas.openxmlformats.org/officeDocument/2006/relationships/image" Target="../media/image188.png"/><Relationship Id="rId9" Type="http://schemas.openxmlformats.org/officeDocument/2006/relationships/image" Target="../media/image193.png"/><Relationship Id="rId14" Type="http://schemas.openxmlformats.org/officeDocument/2006/relationships/image" Target="../media/image198.png"/></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201.png"/><Relationship Id="rId5" Type="http://schemas.openxmlformats.org/officeDocument/2006/relationships/image" Target="../media/image200.png"/><Relationship Id="rId4" Type="http://schemas.openxmlformats.org/officeDocument/2006/relationships/image" Target="../media/image199.png"/></Relationships>
</file>

<file path=ppt/slides/_rels/slide13.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image" Target="../media/image21.png"/><Relationship Id="rId7" Type="http://schemas.openxmlformats.org/officeDocument/2006/relationships/image" Target="../media/image19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94.png"/><Relationship Id="rId5" Type="http://schemas.openxmlformats.org/officeDocument/2006/relationships/image" Target="../media/image163.png"/><Relationship Id="rId10" Type="http://schemas.openxmlformats.org/officeDocument/2006/relationships/image" Target="../media/image198.png"/><Relationship Id="rId4" Type="http://schemas.openxmlformats.org/officeDocument/2006/relationships/image" Target="../media/image122.png"/><Relationship Id="rId9" Type="http://schemas.openxmlformats.org/officeDocument/2006/relationships/image" Target="../media/image197.png"/></Relationships>
</file>

<file path=ppt/slides/_rels/slide1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8.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6.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8" Type="http://schemas.openxmlformats.org/officeDocument/2006/relationships/image" Target="../media/image207.png"/><Relationship Id="rId3" Type="http://schemas.openxmlformats.org/officeDocument/2006/relationships/image" Target="../media/image202.png"/><Relationship Id="rId7" Type="http://schemas.openxmlformats.org/officeDocument/2006/relationships/image" Target="../media/image206.png"/><Relationship Id="rId2" Type="http://schemas.openxmlformats.org/officeDocument/2006/relationships/notesSlide" Target="../notesSlides/notesSlide15.xml"/><Relationship Id="rId1" Type="http://schemas.openxmlformats.org/officeDocument/2006/relationships/slideLayout" Target="../slideLayouts/slideLayout4.xml"/><Relationship Id="rId6" Type="http://schemas.openxmlformats.org/officeDocument/2006/relationships/image" Target="../media/image205.png"/><Relationship Id="rId5" Type="http://schemas.openxmlformats.org/officeDocument/2006/relationships/image" Target="../media/image204.png"/><Relationship Id="rId4" Type="http://schemas.openxmlformats.org/officeDocument/2006/relationships/image" Target="../media/image203.png"/></Relationships>
</file>

<file path=ppt/slides/_rels/slide16.xml.rels><?xml version="1.0" encoding="UTF-8" standalone="yes"?>
<Relationships xmlns="http://schemas.openxmlformats.org/package/2006/relationships"><Relationship Id="rId3" Type="http://schemas.openxmlformats.org/officeDocument/2006/relationships/image" Target="../media/image208.png"/><Relationship Id="rId2" Type="http://schemas.openxmlformats.org/officeDocument/2006/relationships/notesSlide" Target="../notesSlides/notesSlide16.xml"/><Relationship Id="rId1" Type="http://schemas.openxmlformats.org/officeDocument/2006/relationships/slideLayout" Target="../slideLayouts/slideLayout4.xml"/><Relationship Id="rId6" Type="http://schemas.openxmlformats.org/officeDocument/2006/relationships/image" Target="../media/image211.png"/><Relationship Id="rId5" Type="http://schemas.openxmlformats.org/officeDocument/2006/relationships/image" Target="../media/image210.png"/><Relationship Id="rId4" Type="http://schemas.openxmlformats.org/officeDocument/2006/relationships/image" Target="../media/image209.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14.png"/><Relationship Id="rId5" Type="http://schemas.openxmlformats.org/officeDocument/2006/relationships/image" Target="../media/image213.png"/><Relationship Id="rId4" Type="http://schemas.openxmlformats.org/officeDocument/2006/relationships/image" Target="../media/image212.png"/></Relationships>
</file>

<file path=ppt/slides/_rels/slide18.xml.rels><?xml version="1.0" encoding="UTF-8" standalone="yes"?>
<Relationships xmlns="http://schemas.openxmlformats.org/package/2006/relationships"><Relationship Id="rId3" Type="http://schemas.openxmlformats.org/officeDocument/2006/relationships/image" Target="../media/image215.png"/><Relationship Id="rId2" Type="http://schemas.openxmlformats.org/officeDocument/2006/relationships/notesSlide" Target="../notesSlides/notesSlide18.xml"/><Relationship Id="rId1" Type="http://schemas.openxmlformats.org/officeDocument/2006/relationships/slideLayout" Target="../slideLayouts/slideLayout4.xml"/><Relationship Id="rId5" Type="http://schemas.openxmlformats.org/officeDocument/2006/relationships/image" Target="../media/image217.png"/><Relationship Id="rId4" Type="http://schemas.openxmlformats.org/officeDocument/2006/relationships/image" Target="../media/image216.png"/></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4.xml"/><Relationship Id="rId5" Type="http://schemas.openxmlformats.org/officeDocument/2006/relationships/image" Target="../media/image219.png"/><Relationship Id="rId4" Type="http://schemas.openxmlformats.org/officeDocument/2006/relationships/image" Target="../media/image218.png"/></Relationships>
</file>

<file path=ppt/slides/_rels/slide20.xml.rels><?xml version="1.0" encoding="UTF-8" standalone="yes"?>
<Relationships xmlns="http://schemas.openxmlformats.org/package/2006/relationships"><Relationship Id="rId8" Type="http://schemas.openxmlformats.org/officeDocument/2006/relationships/image" Target="../media/image196.png"/><Relationship Id="rId3" Type="http://schemas.openxmlformats.org/officeDocument/2006/relationships/image" Target="../media/image21.png"/><Relationship Id="rId7" Type="http://schemas.openxmlformats.org/officeDocument/2006/relationships/image" Target="../media/image195.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194.png"/><Relationship Id="rId5" Type="http://schemas.openxmlformats.org/officeDocument/2006/relationships/image" Target="../media/image163.png"/><Relationship Id="rId10" Type="http://schemas.openxmlformats.org/officeDocument/2006/relationships/image" Target="../media/image198.png"/><Relationship Id="rId4" Type="http://schemas.openxmlformats.org/officeDocument/2006/relationships/image" Target="../media/image122.png"/><Relationship Id="rId9" Type="http://schemas.openxmlformats.org/officeDocument/2006/relationships/image" Target="../media/image197.png"/></Relationships>
</file>

<file path=ppt/slides/_rels/slide21.xml.rels><?xml version="1.0" encoding="UTF-8" standalone="yes"?>
<Relationships xmlns="http://schemas.openxmlformats.org/package/2006/relationships"><Relationship Id="rId8" Type="http://schemas.openxmlformats.org/officeDocument/2006/relationships/image" Target="../media/image225.png"/><Relationship Id="rId3" Type="http://schemas.openxmlformats.org/officeDocument/2006/relationships/image" Target="../media/image220.png"/><Relationship Id="rId7" Type="http://schemas.openxmlformats.org/officeDocument/2006/relationships/image" Target="../media/image224.png"/><Relationship Id="rId2" Type="http://schemas.openxmlformats.org/officeDocument/2006/relationships/notesSlide" Target="../notesSlides/notesSlide21.xml"/><Relationship Id="rId1" Type="http://schemas.openxmlformats.org/officeDocument/2006/relationships/slideLayout" Target="../slideLayouts/slideLayout4.xml"/><Relationship Id="rId6" Type="http://schemas.openxmlformats.org/officeDocument/2006/relationships/image" Target="../media/image223.png"/><Relationship Id="rId5" Type="http://schemas.openxmlformats.org/officeDocument/2006/relationships/image" Target="../media/image222.png"/><Relationship Id="rId10" Type="http://schemas.openxmlformats.org/officeDocument/2006/relationships/image" Target="../media/image227.png"/><Relationship Id="rId4" Type="http://schemas.openxmlformats.org/officeDocument/2006/relationships/image" Target="../media/image221.png"/><Relationship Id="rId9" Type="http://schemas.openxmlformats.org/officeDocument/2006/relationships/image" Target="../media/image226.png"/></Relationships>
</file>

<file path=ppt/slides/_rels/slide22.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image" Target="../media/image188.png"/><Relationship Id="rId3" Type="http://schemas.openxmlformats.org/officeDocument/2006/relationships/image" Target="../media/image198.png"/><Relationship Id="rId7" Type="http://schemas.openxmlformats.org/officeDocument/2006/relationships/image" Target="../media/image194.png"/><Relationship Id="rId12" Type="http://schemas.openxmlformats.org/officeDocument/2006/relationships/image" Target="../media/image189.png"/><Relationship Id="rId2" Type="http://schemas.openxmlformats.org/officeDocument/2006/relationships/notesSlide" Target="../notesSlides/notesSlide22.xml"/><Relationship Id="rId1" Type="http://schemas.openxmlformats.org/officeDocument/2006/relationships/slideLayout" Target="../slideLayouts/slideLayout4.xml"/><Relationship Id="rId6" Type="http://schemas.openxmlformats.org/officeDocument/2006/relationships/image" Target="../media/image195.png"/><Relationship Id="rId11" Type="http://schemas.openxmlformats.org/officeDocument/2006/relationships/image" Target="../media/image190.png"/><Relationship Id="rId5" Type="http://schemas.openxmlformats.org/officeDocument/2006/relationships/image" Target="../media/image196.png"/><Relationship Id="rId10" Type="http://schemas.openxmlformats.org/officeDocument/2006/relationships/image" Target="../media/image191.png"/><Relationship Id="rId4" Type="http://schemas.openxmlformats.org/officeDocument/2006/relationships/image" Target="../media/image197.png"/><Relationship Id="rId9" Type="http://schemas.openxmlformats.org/officeDocument/2006/relationships/image" Target="../media/image192.png"/><Relationship Id="rId14" Type="http://schemas.openxmlformats.org/officeDocument/2006/relationships/image" Target="../media/image187.png"/></Relationships>
</file>

<file path=ppt/slides/_rels/slide23.xml.rels><?xml version="1.0" encoding="UTF-8" standalone="yes"?>
<Relationships xmlns="http://schemas.openxmlformats.org/package/2006/relationships"><Relationship Id="rId8" Type="http://schemas.openxmlformats.org/officeDocument/2006/relationships/image" Target="../media/image228.png"/><Relationship Id="rId13" Type="http://schemas.openxmlformats.org/officeDocument/2006/relationships/image" Target="../media/image233.png"/><Relationship Id="rId3" Type="http://schemas.openxmlformats.org/officeDocument/2006/relationships/image" Target="../media/image227.png"/><Relationship Id="rId7" Type="http://schemas.openxmlformats.org/officeDocument/2006/relationships/image" Target="../media/image223.png"/><Relationship Id="rId12" Type="http://schemas.openxmlformats.org/officeDocument/2006/relationships/image" Target="../media/image232.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224.png"/><Relationship Id="rId11" Type="http://schemas.openxmlformats.org/officeDocument/2006/relationships/image" Target="../media/image231.png"/><Relationship Id="rId5" Type="http://schemas.openxmlformats.org/officeDocument/2006/relationships/image" Target="../media/image225.png"/><Relationship Id="rId10" Type="http://schemas.openxmlformats.org/officeDocument/2006/relationships/image" Target="../media/image230.png"/><Relationship Id="rId4" Type="http://schemas.openxmlformats.org/officeDocument/2006/relationships/image" Target="../media/image226.png"/><Relationship Id="rId9" Type="http://schemas.openxmlformats.org/officeDocument/2006/relationships/image" Target="../media/image229.png"/><Relationship Id="rId14" Type="http://schemas.openxmlformats.org/officeDocument/2006/relationships/image" Target="../media/image234.png"/></Relationships>
</file>

<file path=ppt/slides/_rels/slide24.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24.xml"/><Relationship Id="rId1" Type="http://schemas.openxmlformats.org/officeDocument/2006/relationships/slideLayout" Target="../slideLayouts/slideLayout5.xml"/><Relationship Id="rId4" Type="http://schemas.openxmlformats.org/officeDocument/2006/relationships/image" Target="../media/image23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0"/>
              </a:spcBef>
              <a:spcAft>
                <a:spcPts val="0"/>
              </a:spcAft>
              <a:buClr>
                <a:srgbClr val="262626"/>
              </a:buClr>
              <a:buSzPts val="3600"/>
              <a:buNone/>
            </a:pPr>
            <a:r>
              <a:rPr lang="en-US" sz="3000"/>
              <a:t>Review Sound Family /oa/</a:t>
            </a:r>
            <a:endParaRPr sz="3000"/>
          </a:p>
        </p:txBody>
      </p:sp>
      <p:sp>
        <p:nvSpPr>
          <p:cNvPr id="679" name="Google Shape;679;p1"/>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Autofit/>
          </a:bodyPr>
          <a:lstStyle/>
          <a:p>
            <a:pPr marL="0" lvl="0" indent="0" algn="l" rtl="0">
              <a:lnSpc>
                <a:spcPct val="90000"/>
              </a:lnSpc>
              <a:spcBef>
                <a:spcPts val="1000"/>
              </a:spcBef>
              <a:spcAft>
                <a:spcPts val="0"/>
              </a:spcAft>
              <a:buSzPts val="2200"/>
              <a:buNone/>
            </a:pPr>
            <a:r>
              <a:rPr lang="en-US"/>
              <a:t>Lesson 20</a:t>
            </a:r>
            <a:endParaRPr/>
          </a:p>
        </p:txBody>
      </p:sp>
      <p:sp>
        <p:nvSpPr>
          <p:cNvPr id="680" name="Google Shape;680;p1"/>
          <p:cNvSpPr/>
          <p:nvPr/>
        </p:nvSpPr>
        <p:spPr>
          <a:xfrm>
            <a:off x="6539152" y="4096573"/>
            <a:ext cx="277200" cy="1608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grpSp>
        <p:nvGrpSpPr>
          <p:cNvPr id="681" name="Google Shape;681;p1"/>
          <p:cNvGrpSpPr/>
          <p:nvPr/>
        </p:nvGrpSpPr>
        <p:grpSpPr>
          <a:xfrm>
            <a:off x="4402424" y="4058485"/>
            <a:ext cx="4207316" cy="1732339"/>
            <a:chOff x="4402424" y="4058485"/>
            <a:chExt cx="4207316" cy="1732339"/>
          </a:xfrm>
        </p:grpSpPr>
        <p:sp>
          <p:nvSpPr>
            <p:cNvPr id="682" name="Google Shape;682;p1"/>
            <p:cNvSpPr/>
            <p:nvPr/>
          </p:nvSpPr>
          <p:spPr>
            <a:xfrm>
              <a:off x="6347592"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3" name="Google Shape;683;p1"/>
            <p:cNvSpPr/>
            <p:nvPr/>
          </p:nvSpPr>
          <p:spPr>
            <a:xfrm>
              <a:off x="6668626" y="5142205"/>
              <a:ext cx="138000" cy="801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4" name="Google Shape;684;p1"/>
            <p:cNvSpPr/>
            <p:nvPr/>
          </p:nvSpPr>
          <p:spPr>
            <a:xfrm>
              <a:off x="5340713"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5" name="Google Shape;685;p1"/>
            <p:cNvSpPr/>
            <p:nvPr/>
          </p:nvSpPr>
          <p:spPr>
            <a:xfrm>
              <a:off x="5661747" y="5142205"/>
              <a:ext cx="138000" cy="801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6" name="Google Shape;686;p1"/>
            <p:cNvSpPr/>
            <p:nvPr/>
          </p:nvSpPr>
          <p:spPr>
            <a:xfrm rot="141084">
              <a:off x="6526509" y="5061505"/>
              <a:ext cx="124305" cy="72062"/>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7" name="Google Shape;687;p1"/>
            <p:cNvSpPr/>
            <p:nvPr/>
          </p:nvSpPr>
          <p:spPr>
            <a:xfrm rot="141084">
              <a:off x="6815086" y="5073131"/>
              <a:ext cx="124305" cy="72062"/>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8" name="Google Shape;688;p1"/>
            <p:cNvSpPr/>
            <p:nvPr/>
          </p:nvSpPr>
          <p:spPr>
            <a:xfrm rot="141084">
              <a:off x="5621425" y="5025044"/>
              <a:ext cx="124305" cy="72062"/>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89" name="Google Shape;689;p1"/>
            <p:cNvSpPr/>
            <p:nvPr/>
          </p:nvSpPr>
          <p:spPr>
            <a:xfrm rot="141084">
              <a:off x="5910003" y="5036669"/>
              <a:ext cx="124305" cy="72062"/>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690" name="Google Shape;690;p1"/>
            <p:cNvPicPr preferRelativeResize="0"/>
            <p:nvPr/>
          </p:nvPicPr>
          <p:blipFill rotWithShape="1">
            <a:blip r:embed="rId3">
              <a:alphaModFix/>
            </a:blip>
            <a:srcRect l="19" r="19"/>
            <a:stretch/>
          </p:blipFill>
          <p:spPr>
            <a:xfrm rot="820683">
              <a:off x="7513444" y="4290141"/>
              <a:ext cx="950686" cy="1345568"/>
            </a:xfrm>
            <a:prstGeom prst="rect">
              <a:avLst/>
            </a:prstGeom>
            <a:noFill/>
            <a:ln>
              <a:noFill/>
            </a:ln>
            <a:effectLst>
              <a:outerShdw blurRad="71438" dist="38100" dir="5220000" algn="bl" rotWithShape="0">
                <a:srgbClr val="000000">
                  <a:alpha val="20000"/>
                </a:srgbClr>
              </a:outerShdw>
            </a:effectLst>
          </p:spPr>
        </p:pic>
        <p:pic>
          <p:nvPicPr>
            <p:cNvPr id="691" name="Google Shape;691;p1"/>
            <p:cNvPicPr preferRelativeResize="0"/>
            <p:nvPr/>
          </p:nvPicPr>
          <p:blipFill rotWithShape="1">
            <a:blip r:embed="rId4">
              <a:alphaModFix/>
            </a:blip>
            <a:srcRect l="79" r="69"/>
            <a:stretch/>
          </p:blipFill>
          <p:spPr>
            <a:xfrm rot="510632">
              <a:off x="7042885" y="4163586"/>
              <a:ext cx="950687" cy="1345566"/>
            </a:xfrm>
            <a:prstGeom prst="rect">
              <a:avLst/>
            </a:prstGeom>
            <a:noFill/>
            <a:ln>
              <a:noFill/>
            </a:ln>
            <a:effectLst>
              <a:outerShdw blurRad="71438" dist="38100" dir="5220000" algn="bl" rotWithShape="0">
                <a:srgbClr val="000000">
                  <a:alpha val="20000"/>
                </a:srgbClr>
              </a:outerShdw>
            </a:effectLst>
          </p:spPr>
        </p:pic>
        <p:pic>
          <p:nvPicPr>
            <p:cNvPr id="692" name="Google Shape;692;p1"/>
            <p:cNvPicPr preferRelativeResize="0"/>
            <p:nvPr/>
          </p:nvPicPr>
          <p:blipFill rotWithShape="1">
            <a:blip r:embed="rId5">
              <a:alphaModFix/>
            </a:blip>
            <a:srcRect l="79" r="69"/>
            <a:stretch/>
          </p:blipFill>
          <p:spPr>
            <a:xfrm rot="138408">
              <a:off x="6324233" y="4077073"/>
              <a:ext cx="950687" cy="1345571"/>
            </a:xfrm>
            <a:prstGeom prst="rect">
              <a:avLst/>
            </a:prstGeom>
            <a:noFill/>
            <a:ln>
              <a:noFill/>
            </a:ln>
            <a:effectLst>
              <a:outerShdw blurRad="71438" dist="38100" dir="5220000" algn="bl" rotWithShape="0">
                <a:srgbClr val="000000">
                  <a:alpha val="20000"/>
                </a:srgbClr>
              </a:outerShdw>
            </a:effectLst>
          </p:spPr>
        </p:pic>
        <p:pic>
          <p:nvPicPr>
            <p:cNvPr id="693" name="Google Shape;693;p1"/>
            <p:cNvPicPr preferRelativeResize="0"/>
            <p:nvPr/>
          </p:nvPicPr>
          <p:blipFill rotWithShape="1">
            <a:blip r:embed="rId6">
              <a:alphaModFix/>
            </a:blip>
            <a:srcRect l="19" r="19"/>
            <a:stretch/>
          </p:blipFill>
          <p:spPr>
            <a:xfrm rot="-144024">
              <a:off x="5760759" y="4103686"/>
              <a:ext cx="950689" cy="1345570"/>
            </a:xfrm>
            <a:prstGeom prst="rect">
              <a:avLst/>
            </a:prstGeom>
            <a:noFill/>
            <a:ln>
              <a:noFill/>
            </a:ln>
            <a:effectLst>
              <a:outerShdw blurRad="71438" dist="38100" dir="5220000" algn="bl" rotWithShape="0">
                <a:srgbClr val="000000">
                  <a:alpha val="20000"/>
                </a:srgbClr>
              </a:outerShdw>
            </a:effectLst>
          </p:spPr>
        </p:pic>
        <p:pic>
          <p:nvPicPr>
            <p:cNvPr id="694" name="Google Shape;694;p1"/>
            <p:cNvPicPr preferRelativeResize="0"/>
            <p:nvPr/>
          </p:nvPicPr>
          <p:blipFill rotWithShape="1">
            <a:blip r:embed="rId7">
              <a:alphaModFix/>
            </a:blip>
            <a:srcRect l="19" r="19"/>
            <a:stretch/>
          </p:blipFill>
          <p:spPr>
            <a:xfrm rot="-483801">
              <a:off x="5130588" y="4221760"/>
              <a:ext cx="950685" cy="1345570"/>
            </a:xfrm>
            <a:prstGeom prst="rect">
              <a:avLst/>
            </a:prstGeom>
            <a:noFill/>
            <a:ln>
              <a:noFill/>
            </a:ln>
            <a:effectLst>
              <a:outerShdw blurRad="71438" dist="38100" dir="5220000" algn="bl" rotWithShape="0">
                <a:srgbClr val="000000">
                  <a:alpha val="20000"/>
                </a:srgbClr>
              </a:outerShdw>
            </a:effectLst>
          </p:spPr>
        </p:pic>
        <p:pic>
          <p:nvPicPr>
            <p:cNvPr id="695" name="Google Shape;695;p1"/>
            <p:cNvPicPr preferRelativeResize="0"/>
            <p:nvPr/>
          </p:nvPicPr>
          <p:blipFill rotWithShape="1">
            <a:blip r:embed="rId8">
              <a:alphaModFix/>
            </a:blip>
            <a:srcRect l="19" r="19"/>
            <a:stretch/>
          </p:blipFill>
          <p:spPr>
            <a:xfrm rot="-721354">
              <a:off x="4532137" y="4360997"/>
              <a:ext cx="950684" cy="1345572"/>
            </a:xfrm>
            <a:prstGeom prst="rect">
              <a:avLst/>
            </a:prstGeom>
            <a:noFill/>
            <a:ln>
              <a:noFill/>
            </a:ln>
            <a:effectLst>
              <a:outerShdw blurRad="71438" dist="38100" dir="5220000" algn="bl" rotWithShape="0">
                <a:srgbClr val="000000">
                  <a:alpha val="20000"/>
                </a:srgbClr>
              </a:outerShdw>
            </a:effectLst>
          </p:spPr>
        </p:pic>
      </p:grpSp>
      <p:graphicFrame>
        <p:nvGraphicFramePr>
          <p:cNvPr id="696" name="Google Shape;696;p1"/>
          <p:cNvGraphicFramePr/>
          <p:nvPr/>
        </p:nvGraphicFramePr>
        <p:xfrm>
          <a:off x="4844200" y="1646527"/>
          <a:ext cx="3784875" cy="2032200"/>
        </p:xfrm>
        <a:graphic>
          <a:graphicData uri="http://schemas.openxmlformats.org/drawingml/2006/table">
            <a:tbl>
              <a:tblPr firstRow="1" bandRow="1">
                <a:noFill/>
                <a:tableStyleId>{BE4B4928-5DD6-4E9A-8217-D2F8598F1FE3}</a:tableStyleId>
              </a:tblPr>
              <a:tblGrid>
                <a:gridCol w="508550">
                  <a:extLst>
                    <a:ext uri="{9D8B030D-6E8A-4147-A177-3AD203B41FA5}">
                      <a16:colId xmlns:a16="http://schemas.microsoft.com/office/drawing/2014/main" val="20000"/>
                    </a:ext>
                  </a:extLst>
                </a:gridCol>
                <a:gridCol w="508550">
                  <a:extLst>
                    <a:ext uri="{9D8B030D-6E8A-4147-A177-3AD203B41FA5}">
                      <a16:colId xmlns:a16="http://schemas.microsoft.com/office/drawing/2014/main" val="20001"/>
                    </a:ext>
                  </a:extLst>
                </a:gridCol>
                <a:gridCol w="604975">
                  <a:extLst>
                    <a:ext uri="{9D8B030D-6E8A-4147-A177-3AD203B41FA5}">
                      <a16:colId xmlns:a16="http://schemas.microsoft.com/office/drawing/2014/main" val="20002"/>
                    </a:ext>
                  </a:extLst>
                </a:gridCol>
                <a:gridCol w="508575">
                  <a:extLst>
                    <a:ext uri="{9D8B030D-6E8A-4147-A177-3AD203B41FA5}">
                      <a16:colId xmlns:a16="http://schemas.microsoft.com/office/drawing/2014/main" val="20003"/>
                    </a:ext>
                  </a:extLst>
                </a:gridCol>
                <a:gridCol w="556725">
                  <a:extLst>
                    <a:ext uri="{9D8B030D-6E8A-4147-A177-3AD203B41FA5}">
                      <a16:colId xmlns:a16="http://schemas.microsoft.com/office/drawing/2014/main" val="20004"/>
                    </a:ext>
                  </a:extLst>
                </a:gridCol>
                <a:gridCol w="596975">
                  <a:extLst>
                    <a:ext uri="{9D8B030D-6E8A-4147-A177-3AD203B41FA5}">
                      <a16:colId xmlns:a16="http://schemas.microsoft.com/office/drawing/2014/main" val="20005"/>
                    </a:ext>
                  </a:extLst>
                </a:gridCol>
                <a:gridCol w="500525">
                  <a:extLst>
                    <a:ext uri="{9D8B030D-6E8A-4147-A177-3AD203B41FA5}">
                      <a16:colId xmlns:a16="http://schemas.microsoft.com/office/drawing/2014/main" val="20006"/>
                    </a:ext>
                  </a:extLst>
                </a:gridCol>
              </a:tblGrid>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a:t>
                      </a:r>
                      <a:r>
                        <a:rPr lang="en-US" sz="1350" u="none" strike="noStrike" cap="none">
                          <a:latin typeface="Poppins"/>
                          <a:ea typeface="Poppins"/>
                          <a:cs typeface="Poppins"/>
                          <a:sym typeface="Poppins"/>
                        </a:rPr>
                        <a:t>a</a:t>
                      </a:r>
                      <a:r>
                        <a:rPr lang="en-US" sz="1600" u="none" strike="noStrike" cap="none">
                          <a:latin typeface="Jost"/>
                          <a:ea typeface="Jost"/>
                          <a:cs typeface="Jost"/>
                          <a:sym typeface="Jost"/>
                        </a:rPr>
                        <a:t>i/</a:t>
                      </a:r>
                      <a:endParaRPr sz="1600" u="none" strike="noStrike" cap="none">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/ee/ </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latin typeface="Jost"/>
                          <a:ea typeface="Jost"/>
                          <a:cs typeface="Jost"/>
                          <a:sym typeface="Jost"/>
                        </a:rPr>
                        <a:t>/igh/</a:t>
                      </a:r>
                      <a:endParaRPr sz="1600" u="none" strike="noStrike" cap="none">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FFFFFF"/>
                          </a:solidFill>
                          <a:latin typeface="Jost"/>
                          <a:ea typeface="Jost"/>
                          <a:cs typeface="Jost"/>
                          <a:sym typeface="Jost"/>
                        </a:rPr>
                        <a:t>/o</a:t>
                      </a:r>
                      <a:r>
                        <a:rPr lang="en-US" sz="1350" u="none" strike="noStrike" cap="none">
                          <a:solidFill>
                            <a:srgbClr val="FFFFFF"/>
                          </a:solidFill>
                          <a:latin typeface="Poppins"/>
                          <a:ea typeface="Poppins"/>
                          <a:cs typeface="Poppins"/>
                          <a:sym typeface="Poppins"/>
                        </a:rPr>
                        <a:t>a</a:t>
                      </a:r>
                      <a:r>
                        <a:rPr lang="en-US" sz="1600" u="none" strike="noStrike" cap="none">
                          <a:solidFill>
                            <a:srgbClr val="FFFFFF"/>
                          </a:solidFill>
                          <a:latin typeface="Jost"/>
                          <a:ea typeface="Jost"/>
                          <a:cs typeface="Jost"/>
                          <a:sym typeface="Jost"/>
                        </a:rPr>
                        <a:t>/ </a:t>
                      </a:r>
                      <a:endParaRPr sz="1600" u="none" strike="noStrike" cap="none">
                        <a:solidFill>
                          <a:srgbClr val="FFFFFF"/>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000000"/>
                    </a:solidFill>
                  </a:tcPr>
                </a:tc>
                <a:tc>
                  <a:txBody>
                    <a:bodyPr/>
                    <a:lstStyle/>
                    <a:p>
                      <a:pPr marL="0" marR="0" lvl="0" indent="0" algn="ctr" rtl="0">
                        <a:lnSpc>
                          <a:spcPct val="100000"/>
                        </a:lnSpc>
                        <a:spcBef>
                          <a:spcPts val="0"/>
                        </a:spcBef>
                        <a:spcAft>
                          <a:spcPts val="0"/>
                        </a:spcAft>
                        <a:buClr>
                          <a:srgbClr val="000000"/>
                        </a:buClr>
                        <a:buSzPts val="1500"/>
                        <a:buFont typeface="Arial"/>
                        <a:buNone/>
                      </a:pPr>
                      <a:r>
                        <a:rPr lang="en-US" sz="1600" u="none" strike="noStrike" cap="none">
                          <a:solidFill>
                            <a:srgbClr val="D9D9D9"/>
                          </a:solidFill>
                          <a:latin typeface="Jost"/>
                          <a:ea typeface="Jost"/>
                          <a:cs typeface="Jost"/>
                          <a:sym typeface="Jost"/>
                        </a:rPr>
                        <a:t>/oo/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/y-oo/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0"/>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/n/</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/m/</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/ch/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/k/</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/j/</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/v/</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1"/>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/u/ </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/e/</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/i/ </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/s/</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600" u="none" strike="noStrike" cap="none">
                          <a:solidFill>
                            <a:srgbClr val="D9D9D9"/>
                          </a:solidFill>
                          <a:latin typeface="Jost"/>
                          <a:ea typeface="Jost"/>
                          <a:cs typeface="Jost"/>
                          <a:sym typeface="Jost"/>
                        </a:rPr>
                        <a:t>/zh/</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u="none" strike="noStrike" cap="none">
                          <a:solidFill>
                            <a:srgbClr val="D9D9D9"/>
                          </a:solidFill>
                          <a:latin typeface="Jost"/>
                          <a:ea typeface="Jost"/>
                          <a:cs typeface="Jost"/>
                          <a:sym typeface="Jost"/>
                        </a:rPr>
                        <a:t>/z/</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2"/>
                  </a:ext>
                </a:extLst>
              </a:tr>
              <a:tr h="508050">
                <a:tc>
                  <a:txBody>
                    <a:bodyPr/>
                    <a:lstStyle/>
                    <a:p>
                      <a:pPr marL="0" marR="0" lvl="0" indent="0" algn="ctr" rtl="0">
                        <a:lnSpc>
                          <a:spcPct val="100000"/>
                        </a:lnSpc>
                        <a:spcBef>
                          <a:spcPts val="0"/>
                        </a:spcBef>
                        <a:spcAft>
                          <a:spcPts val="0"/>
                        </a:spcAft>
                        <a:buClr>
                          <a:srgbClr val="000000"/>
                        </a:buClr>
                        <a:buSzPts val="1800"/>
                        <a:buFont typeface="Arial"/>
                        <a:buNone/>
                      </a:pPr>
                      <a:r>
                        <a:rPr lang="en-US" sz="1800" u="none" strike="noStrike" cap="none">
                          <a:solidFill>
                            <a:srgbClr val="D9D9D9"/>
                          </a:solidFill>
                          <a:latin typeface="Jost"/>
                          <a:ea typeface="Jost"/>
                          <a:cs typeface="Jost"/>
                          <a:sym typeface="Jost"/>
                        </a:rPr>
                        <a:t>/or/</a:t>
                      </a:r>
                      <a:endParaRPr sz="18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/ur/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lvl="0" indent="0" algn="ctr" rtl="0">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ir/</a:t>
                      </a:r>
                      <a:endParaRPr sz="1600">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9D9D9"/>
                          </a:solidFill>
                          <a:latin typeface="Jost"/>
                          <a:ea typeface="Jost"/>
                          <a:cs typeface="Jost"/>
                          <a:sym typeface="Jost"/>
                        </a:rPr>
                        <a:t>/e</a:t>
                      </a:r>
                      <a:r>
                        <a:rPr lang="en-US" sz="1350">
                          <a:solidFill>
                            <a:srgbClr val="D9D9D9"/>
                          </a:solidFill>
                          <a:latin typeface="Poppins"/>
                          <a:ea typeface="Poppins"/>
                          <a:cs typeface="Poppins"/>
                          <a:sym typeface="Poppins"/>
                        </a:rPr>
                        <a:t>a</a:t>
                      </a:r>
                      <a:r>
                        <a:rPr lang="en-US" sz="1600">
                          <a:solidFill>
                            <a:srgbClr val="D9D9D9"/>
                          </a:solidFill>
                          <a:latin typeface="Jost"/>
                          <a:ea typeface="Jost"/>
                          <a:cs typeface="Jost"/>
                          <a:sym typeface="Jost"/>
                        </a:rPr>
                        <a:t>r/</a:t>
                      </a: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600"/>
                        <a:buFont typeface="Arial"/>
                        <a:buNone/>
                      </a:pPr>
                      <a:endParaRPr sz="16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0CECE"/>
                      </a:solidFill>
                      <a:prstDash val="solid"/>
                      <a:round/>
                      <a:headEnd type="none" w="sm" len="sm"/>
                      <a:tailEnd type="none" w="sm" len="sm"/>
                    </a:lnT>
                    <a:lnB w="9525" cap="flat" cmpd="sng">
                      <a:solidFill>
                        <a:srgbClr val="D0CECE"/>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01"/>
        <p:cNvGrpSpPr/>
        <p:nvPr/>
      </p:nvGrpSpPr>
      <p:grpSpPr>
        <a:xfrm>
          <a:off x="0" y="0"/>
          <a:ext cx="0" cy="0"/>
          <a:chOff x="0" y="0"/>
          <a:chExt cx="0" cy="0"/>
        </a:xfrm>
      </p:grpSpPr>
      <p:pic>
        <p:nvPicPr>
          <p:cNvPr id="702" name="Google Shape;702;g2bee4f4af4b_0_204"/>
          <p:cNvPicPr preferRelativeResize="0"/>
          <p:nvPr/>
        </p:nvPicPr>
        <p:blipFill rotWithShape="1">
          <a:blip r:embed="rId3">
            <a:alphaModFix/>
          </a:blip>
          <a:srcRect t="49" b="59"/>
          <a:stretch/>
        </p:blipFill>
        <p:spPr>
          <a:xfrm>
            <a:off x="845550" y="4364250"/>
            <a:ext cx="1177926" cy="588950"/>
          </a:xfrm>
          <a:prstGeom prst="rect">
            <a:avLst/>
          </a:prstGeom>
          <a:noFill/>
          <a:ln>
            <a:noFill/>
          </a:ln>
          <a:effectLst>
            <a:outerShdw blurRad="57150" dist="19050" dir="5400000" algn="bl" rotWithShape="0">
              <a:srgbClr val="BFBFBF"/>
            </a:outerShdw>
          </a:effectLst>
        </p:spPr>
      </p:pic>
      <p:sp>
        <p:nvSpPr>
          <p:cNvPr id="703" name="Google Shape;703;g2bee4f4af4b_0_204"/>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a:t>
            </a:r>
            <a:r>
              <a:rPr lang="en-US">
                <a:solidFill>
                  <a:srgbClr val="8DC63F"/>
                </a:solidFill>
              </a:rPr>
              <a:t>/oa/</a:t>
            </a:r>
            <a:r>
              <a:rPr lang="en-US"/>
              <a:t> sound family spelling patterns, including homophones and Common Exception Words.</a:t>
            </a:r>
            <a:endParaRPr/>
          </a:p>
        </p:txBody>
      </p:sp>
      <p:sp>
        <p:nvSpPr>
          <p:cNvPr id="704" name="Google Shape;704;g2bee4f4af4b_0_204"/>
          <p:cNvSpPr txBox="1">
            <a:spLocks noGrp="1"/>
          </p:cNvSpPr>
          <p:nvPr>
            <p:ph type="body" idx="2"/>
          </p:nvPr>
        </p:nvSpPr>
        <p:spPr>
          <a:xfrm>
            <a:off x="3298550" y="2121560"/>
            <a:ext cx="48501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p:txBody>
      </p:sp>
      <p:sp>
        <p:nvSpPr>
          <p:cNvPr id="705" name="Google Shape;705;g2bee4f4af4b_0_204"/>
          <p:cNvSpPr txBox="1"/>
          <p:nvPr/>
        </p:nvSpPr>
        <p:spPr>
          <a:xfrm>
            <a:off x="2306383"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JN686</a:t>
            </a:r>
            <a:endParaRPr sz="1000" b="0" i="0" u="none" strike="noStrike" cap="none" dirty="0">
              <a:solidFill>
                <a:srgbClr val="000000"/>
              </a:solidFill>
              <a:latin typeface="Poppins"/>
              <a:ea typeface="Poppins"/>
              <a:cs typeface="Poppins"/>
              <a:sym typeface="Poppins"/>
            </a:endParaRPr>
          </a:p>
        </p:txBody>
      </p:sp>
      <p:sp>
        <p:nvSpPr>
          <p:cNvPr id="706" name="Google Shape;706;g2bee4f4af4b_0_204"/>
          <p:cNvSpPr txBox="1"/>
          <p:nvPr/>
        </p:nvSpPr>
        <p:spPr>
          <a:xfrm>
            <a:off x="2099083"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Grapheme to Phoneme Cards</a:t>
            </a:r>
            <a:endParaRPr sz="1400" b="0" i="0" u="none" strike="noStrike" cap="none">
              <a:solidFill>
                <a:srgbClr val="000000"/>
              </a:solidFill>
              <a:latin typeface="Poppins Medium"/>
              <a:ea typeface="Poppins Medium"/>
              <a:cs typeface="Poppins Medium"/>
              <a:sym typeface="Poppins Medium"/>
            </a:endParaRPr>
          </a:p>
        </p:txBody>
      </p:sp>
      <p:pic>
        <p:nvPicPr>
          <p:cNvPr id="707" name="Google Shape;707;g2bee4f4af4b_0_204"/>
          <p:cNvPicPr preferRelativeResize="0"/>
          <p:nvPr/>
        </p:nvPicPr>
        <p:blipFill rotWithShape="1">
          <a:blip r:embed="rId4">
            <a:alphaModFix/>
          </a:blip>
          <a:srcRect l="19" r="19"/>
          <a:stretch/>
        </p:blipFill>
        <p:spPr>
          <a:xfrm>
            <a:off x="2319758" y="4101860"/>
            <a:ext cx="786850" cy="1113688"/>
          </a:xfrm>
          <a:prstGeom prst="rect">
            <a:avLst/>
          </a:prstGeom>
          <a:noFill/>
          <a:ln>
            <a:noFill/>
          </a:ln>
          <a:effectLst>
            <a:outerShdw blurRad="71438" dist="19050" dir="5220000" algn="bl" rotWithShape="0">
              <a:srgbClr val="D8D8D8"/>
            </a:outerShdw>
          </a:effectLst>
        </p:spPr>
      </p:pic>
      <p:sp>
        <p:nvSpPr>
          <p:cNvPr id="708" name="Google Shape;708;g2bee4f4af4b_0_204"/>
          <p:cNvSpPr txBox="1"/>
          <p:nvPr/>
        </p:nvSpPr>
        <p:spPr>
          <a:xfrm>
            <a:off x="346303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09" name="Google Shape;709;g2bee4f4af4b_0_204"/>
          <p:cNvSpPr txBox="1"/>
          <p:nvPr/>
        </p:nvSpPr>
        <p:spPr>
          <a:xfrm>
            <a:off x="325573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10" name="Google Shape;710;g2bee4f4af4b_0_204"/>
          <p:cNvPicPr preferRelativeResize="0"/>
          <p:nvPr/>
        </p:nvPicPr>
        <p:blipFill rotWithShape="1">
          <a:blip r:embed="rId5">
            <a:alphaModFix/>
          </a:blip>
          <a:srcRect/>
          <a:stretch/>
        </p:blipFill>
        <p:spPr>
          <a:xfrm>
            <a:off x="3463036" y="4169988"/>
            <a:ext cx="813600" cy="977432"/>
          </a:xfrm>
          <a:prstGeom prst="rect">
            <a:avLst/>
          </a:prstGeom>
          <a:noFill/>
          <a:ln>
            <a:noFill/>
          </a:ln>
          <a:effectLst>
            <a:outerShdw blurRad="71438" dist="19050" dir="5220000" algn="bl" rotWithShape="0">
              <a:srgbClr val="D8D8D8"/>
            </a:outerShdw>
          </a:effectLst>
        </p:spPr>
      </p:pic>
      <p:sp>
        <p:nvSpPr>
          <p:cNvPr id="711" name="Google Shape;711;g2bee4f4af4b_0_204"/>
          <p:cNvSpPr txBox="1"/>
          <p:nvPr/>
        </p:nvSpPr>
        <p:spPr>
          <a:xfrm>
            <a:off x="583814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12" name="Google Shape;712;g2bee4f4af4b_0_204"/>
          <p:cNvSpPr txBox="1"/>
          <p:nvPr/>
        </p:nvSpPr>
        <p:spPr>
          <a:xfrm>
            <a:off x="563084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Words</a:t>
            </a:r>
            <a:endParaRPr sz="1400" b="0" i="0" u="none" strike="noStrike" cap="none">
              <a:solidFill>
                <a:srgbClr val="000000"/>
              </a:solidFill>
              <a:latin typeface="Poppins Medium"/>
              <a:ea typeface="Poppins Medium"/>
              <a:cs typeface="Poppins Medium"/>
              <a:sym typeface="Poppins Medium"/>
            </a:endParaRPr>
          </a:p>
        </p:txBody>
      </p:sp>
      <p:pic>
        <p:nvPicPr>
          <p:cNvPr id="713" name="Google Shape;713;g2bee4f4af4b_0_204"/>
          <p:cNvPicPr preferRelativeResize="0"/>
          <p:nvPr/>
        </p:nvPicPr>
        <p:blipFill rotWithShape="1">
          <a:blip r:embed="rId6">
            <a:alphaModFix/>
          </a:blip>
          <a:srcRect t="59" b="59"/>
          <a:stretch/>
        </p:blipFill>
        <p:spPr>
          <a:xfrm>
            <a:off x="5778959" y="4326104"/>
            <a:ext cx="931973" cy="665200"/>
          </a:xfrm>
          <a:prstGeom prst="rect">
            <a:avLst/>
          </a:prstGeom>
          <a:noFill/>
          <a:ln>
            <a:noFill/>
          </a:ln>
          <a:effectLst>
            <a:outerShdw blurRad="71438" dist="19050" dir="5220000" algn="bl" rotWithShape="0">
              <a:srgbClr val="D8D8D8"/>
            </a:outerShdw>
          </a:effectLst>
        </p:spPr>
      </p:pic>
      <p:sp>
        <p:nvSpPr>
          <p:cNvPr id="714" name="Google Shape;714;g2bee4f4af4b_0_204"/>
          <p:cNvSpPr txBox="1"/>
          <p:nvPr/>
        </p:nvSpPr>
        <p:spPr>
          <a:xfrm>
            <a:off x="465059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15" name="Google Shape;715;g2bee4f4af4b_0_204"/>
          <p:cNvSpPr txBox="1"/>
          <p:nvPr/>
        </p:nvSpPr>
        <p:spPr>
          <a:xfrm>
            <a:off x="453599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16" name="Google Shape;716;g2bee4f4af4b_0_204"/>
          <p:cNvPicPr preferRelativeResize="0"/>
          <p:nvPr/>
        </p:nvPicPr>
        <p:blipFill rotWithShape="1">
          <a:blip r:embed="rId7">
            <a:alphaModFix/>
          </a:blip>
          <a:srcRect/>
          <a:stretch/>
        </p:blipFill>
        <p:spPr>
          <a:xfrm>
            <a:off x="4750129" y="4232253"/>
            <a:ext cx="614525" cy="852902"/>
          </a:xfrm>
          <a:prstGeom prst="rect">
            <a:avLst/>
          </a:prstGeom>
          <a:noFill/>
          <a:ln>
            <a:noFill/>
          </a:ln>
          <a:effectLst>
            <a:outerShdw blurRad="71438" dist="19050" dir="5220000" algn="bl" rotWithShape="0">
              <a:srgbClr val="D8D8D8"/>
            </a:outerShdw>
          </a:effectLst>
        </p:spPr>
      </p:pic>
      <p:sp>
        <p:nvSpPr>
          <p:cNvPr id="717" name="Google Shape;717;g2bee4f4af4b_0_204"/>
          <p:cNvSpPr txBox="1"/>
          <p:nvPr/>
        </p:nvSpPr>
        <p:spPr>
          <a:xfrm>
            <a:off x="1034404"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JN693</a:t>
            </a:r>
            <a:endParaRPr sz="1000" b="0" i="0" u="none" strike="noStrike" cap="none" dirty="0">
              <a:solidFill>
                <a:srgbClr val="000000"/>
              </a:solidFill>
              <a:latin typeface="Poppins"/>
              <a:ea typeface="Poppins"/>
              <a:cs typeface="Poppins"/>
              <a:sym typeface="Poppins"/>
            </a:endParaRPr>
          </a:p>
        </p:txBody>
      </p:sp>
      <p:sp>
        <p:nvSpPr>
          <p:cNvPr id="718" name="Google Shape;718;g2bee4f4af4b_0_204"/>
          <p:cNvSpPr txBox="1"/>
          <p:nvPr/>
        </p:nvSpPr>
        <p:spPr>
          <a:xfrm>
            <a:off x="827104"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b="0" i="0" u="none" strike="noStrike" cap="none">
                <a:solidFill>
                  <a:srgbClr val="757070"/>
                </a:solidFill>
                <a:latin typeface="Poppins Medium"/>
                <a:ea typeface="Poppins Medium"/>
                <a:cs typeface="Poppins Medium"/>
                <a:sym typeface="Poppins Medium"/>
              </a:rPr>
              <a:t>Homophone Cards</a:t>
            </a:r>
            <a:endParaRPr sz="1400" b="0" i="0" u="none" strike="noStrike" cap="none">
              <a:solidFill>
                <a:srgbClr val="000000"/>
              </a:solidFill>
              <a:latin typeface="Poppins Medium"/>
              <a:ea typeface="Poppins Medium"/>
              <a:cs typeface="Poppins Medium"/>
              <a:sym typeface="Poppins Medium"/>
            </a:endParaRPr>
          </a:p>
        </p:txBody>
      </p:sp>
      <p:sp>
        <p:nvSpPr>
          <p:cNvPr id="719" name="Google Shape;719;g2bee4f4af4b_0_204">
            <a:hlinkClick r:id="rId8" action="ppaction://hlinksldjump"/>
          </p:cNvPr>
          <p:cNvSpPr/>
          <p:nvPr/>
        </p:nvSpPr>
        <p:spPr>
          <a:xfrm>
            <a:off x="2240868" y="381742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0" name="Google Shape;720;g2bee4f4af4b_0_204">
            <a:hlinkClick r:id="rId9" action="ppaction://hlinksldjump"/>
          </p:cNvPr>
          <p:cNvSpPr/>
          <p:nvPr/>
        </p:nvSpPr>
        <p:spPr>
          <a:xfrm>
            <a:off x="4528875" y="3759872"/>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1" name="Google Shape;721;g2bee4f4af4b_0_204">
            <a:hlinkClick r:id="rId10" action="ppaction://hlinksldjump"/>
          </p:cNvPr>
          <p:cNvSpPr/>
          <p:nvPr/>
        </p:nvSpPr>
        <p:spPr>
          <a:xfrm>
            <a:off x="5630845" y="3754504"/>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2" name="Google Shape;722;g2bee4f4af4b_0_204">
            <a:hlinkClick r:id="rId11" action="ppaction://hlinksldjump"/>
          </p:cNvPr>
          <p:cNvSpPr/>
          <p:nvPr/>
        </p:nvSpPr>
        <p:spPr>
          <a:xfrm>
            <a:off x="1010001" y="3632779"/>
            <a:ext cx="9963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dirty="0">
              <a:solidFill>
                <a:srgbClr val="000000"/>
              </a:solidFill>
              <a:latin typeface="Poppins"/>
              <a:ea typeface="Poppins"/>
              <a:cs typeface="Poppins"/>
              <a:sym typeface="Poppins"/>
            </a:endParaRPr>
          </a:p>
        </p:txBody>
      </p:sp>
      <p:sp>
        <p:nvSpPr>
          <p:cNvPr id="723" name="Google Shape;723;g2bee4f4af4b_0_204">
            <a:hlinkClick r:id="rId12" action="ppaction://hlinksldjump"/>
          </p:cNvPr>
          <p:cNvSpPr/>
          <p:nvPr/>
        </p:nvSpPr>
        <p:spPr>
          <a:xfrm>
            <a:off x="3391151" y="3757603"/>
            <a:ext cx="1099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28"/>
        <p:cNvGrpSpPr/>
        <p:nvPr/>
      </p:nvGrpSpPr>
      <p:grpSpPr>
        <a:xfrm>
          <a:off x="0" y="0"/>
          <a:ext cx="0" cy="0"/>
          <a:chOff x="0" y="0"/>
          <a:chExt cx="0" cy="0"/>
        </a:xfrm>
      </p:grpSpPr>
      <p:sp>
        <p:nvSpPr>
          <p:cNvPr id="729" name="Google Shape;729;g332c05beed5_0_3"/>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30" name="Google Shape;730;g332c05beed5_0_3"/>
          <p:cNvGrpSpPr/>
          <p:nvPr/>
        </p:nvGrpSpPr>
        <p:grpSpPr>
          <a:xfrm>
            <a:off x="930400" y="2053244"/>
            <a:ext cx="7283200" cy="3724851"/>
            <a:chOff x="930400" y="2129444"/>
            <a:chExt cx="7283200" cy="3724851"/>
          </a:xfrm>
        </p:grpSpPr>
        <p:pic>
          <p:nvPicPr>
            <p:cNvPr id="731" name="Google Shape;731;g332c05beed5_0_3"/>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32" name="Google Shape;732;g332c05beed5_0_3"/>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3" name="Google Shape;733;g332c05beed5_0_3"/>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4" name="Google Shape;734;g332c05beed5_0_3"/>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35" name="Google Shape;735;g332c05beed5_0_3"/>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36" name="Google Shape;736;g332c05beed5_0_3"/>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37" name="Google Shape;737;g332c05beed5_0_3"/>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38" name="Google Shape;738;g332c05beed5_0_3"/>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39" name="Google Shape;739;g332c05beed5_0_3"/>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40" name="Google Shape;740;g332c05beed5_0_3"/>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1" name="Google Shape;741;g332c05beed5_0_3"/>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2" name="Google Shape;742;g332c05beed5_0_3"/>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43" name="Google Shape;743;g332c05beed5_0_3"/>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44" name="Google Shape;744;g332c05beed5_0_3"/>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45" name="Google Shape;745;g332c05beed5_0_3"/>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46" name="Google Shape;746;g332c05beed5_0_3"/>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47" name="Google Shape;747;g332c05beed5_0_3"/>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48" name="Google Shape;748;g332c05beed5_0_3"/>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49" name="Google Shape;749;g332c05beed5_0_3"/>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0" name="Google Shape;750;g332c05beed5_0_3"/>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51" name="Google Shape;751;g332c05beed5_0_3"/>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52" name="Google Shape;752;g332c05beed5_0_3"/>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332c05beed5_0_3"/>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58"/>
        <p:cNvGrpSpPr/>
        <p:nvPr/>
      </p:nvGrpSpPr>
      <p:grpSpPr>
        <a:xfrm>
          <a:off x="0" y="0"/>
          <a:ext cx="0" cy="0"/>
          <a:chOff x="0" y="0"/>
          <a:chExt cx="0" cy="0"/>
        </a:xfrm>
      </p:grpSpPr>
      <p:sp>
        <p:nvSpPr>
          <p:cNvPr id="759" name="Google Shape;759;g332c05beed5_0_3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60" name="Google Shape;760;g332c05beed5_0_32"/>
          <p:cNvGrpSpPr/>
          <p:nvPr/>
        </p:nvGrpSpPr>
        <p:grpSpPr>
          <a:xfrm>
            <a:off x="930400" y="2053250"/>
            <a:ext cx="7283201" cy="2971674"/>
            <a:chOff x="930400" y="2129450"/>
            <a:chExt cx="7283201" cy="2971674"/>
          </a:xfrm>
        </p:grpSpPr>
        <p:pic>
          <p:nvPicPr>
            <p:cNvPr id="761" name="Google Shape;761;g332c05beed5_0_32"/>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62" name="Google Shape;762;g332c05beed5_0_32"/>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3" name="Google Shape;763;g332c05beed5_0_32"/>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64" name="Google Shape;764;g332c05beed5_0_32"/>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5" name="Google Shape;765;g332c05beed5_0_32"/>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6" name="Google Shape;766;g332c05beed5_0_32"/>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67" name="Google Shape;767;g332c05beed5_0_32"/>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68" name="Google Shape;768;g332c05beed5_0_32"/>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69" name="Google Shape;769;g332c05beed5_0_32"/>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70" name="Google Shape;770;g332c05beed5_0_32"/>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71" name="Google Shape;771;g332c05beed5_0_32"/>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72" name="Google Shape;772;g332c05beed5_0_32"/>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3" name="Google Shape;773;g332c05beed5_0_32"/>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4" name="Google Shape;774;g332c05beed5_0_32"/>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75" name="Google Shape;775;g332c05beed5_0_32"/>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76" name="Google Shape;776;g332c05beed5_0_32"/>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77" name="Google Shape;777;g332c05beed5_0_32"/>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8" name="Google Shape;778;g332c05beed5_0_32"/>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79" name="Google Shape;779;g332c05beed5_0_32"/>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0" name="Google Shape;780;g332c05beed5_0_32"/>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781" name="Google Shape;781;g332c05beed5_0_32"/>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782" name="Google Shape;782;g332c05beed5_0_32"/>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783" name="Google Shape;783;g332c05beed5_0_32"/>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784" name="Google Shape;784;g332c05beed5_0_32"/>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85" name="Google Shape;785;g332c05beed5_0_32"/>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786" name="Google Shape;786;g332c05beed5_0_32"/>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787" name="Google Shape;787;g332c05beed5_0_32"/>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788" name="Google Shape;788;g332c05beed5_0_32"/>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789" name="Google Shape;789;g332c05beed5_0_32"/>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sp>
        <p:nvSpPr>
          <p:cNvPr id="795" name="Google Shape;795;g332c05beed5_0_6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grpSp>
        <p:nvGrpSpPr>
          <p:cNvPr id="796" name="Google Shape;796;g332c05beed5_0_67"/>
          <p:cNvGrpSpPr/>
          <p:nvPr/>
        </p:nvGrpSpPr>
        <p:grpSpPr>
          <a:xfrm>
            <a:off x="930400" y="2053250"/>
            <a:ext cx="7283201" cy="2971674"/>
            <a:chOff x="930400" y="2053250"/>
            <a:chExt cx="7283201" cy="2971674"/>
          </a:xfrm>
        </p:grpSpPr>
        <p:pic>
          <p:nvPicPr>
            <p:cNvPr id="797" name="Google Shape;797;g332c05beed5_0_67"/>
            <p:cNvPicPr preferRelativeResize="0"/>
            <p:nvPr/>
          </p:nvPicPr>
          <p:blipFill rotWithShape="1">
            <a:blip r:embed="rId3">
              <a:alphaModFix/>
            </a:blip>
            <a:srcRect l="79" r="79"/>
            <a:stretch/>
          </p:blipFill>
          <p:spPr>
            <a:xfrm>
              <a:off x="2403067" y="4096088"/>
              <a:ext cx="656212" cy="928835"/>
            </a:xfrm>
            <a:prstGeom prst="rect">
              <a:avLst/>
            </a:prstGeom>
            <a:noFill/>
            <a:ln>
              <a:noFill/>
            </a:ln>
            <a:effectLst>
              <a:outerShdw blurRad="71438" dist="28575" dir="5400000" algn="bl" rotWithShape="0">
                <a:srgbClr val="000000">
                  <a:alpha val="14510"/>
                </a:srgbClr>
              </a:outerShdw>
            </a:effectLst>
          </p:spPr>
        </p:pic>
        <p:pic>
          <p:nvPicPr>
            <p:cNvPr id="798" name="Google Shape;798;g332c05beed5_0_67"/>
            <p:cNvPicPr preferRelativeResize="0"/>
            <p:nvPr/>
          </p:nvPicPr>
          <p:blipFill rotWithShape="1">
            <a:blip r:embed="rId4">
              <a:alphaModFix/>
            </a:blip>
            <a:srcRect l="19" r="29"/>
            <a:stretch/>
          </p:blipFill>
          <p:spPr>
            <a:xfrm>
              <a:off x="1666733" y="4096088"/>
              <a:ext cx="656212" cy="928836"/>
            </a:xfrm>
            <a:prstGeom prst="rect">
              <a:avLst/>
            </a:prstGeom>
            <a:noFill/>
            <a:ln>
              <a:noFill/>
            </a:ln>
            <a:effectLst>
              <a:outerShdw blurRad="71438" dist="28575" dir="5400000" algn="bl" rotWithShape="0">
                <a:srgbClr val="000000">
                  <a:alpha val="15290"/>
                </a:srgbClr>
              </a:outerShdw>
            </a:effectLst>
          </p:spPr>
        </p:pic>
        <p:pic>
          <p:nvPicPr>
            <p:cNvPr id="799" name="Google Shape;799;g332c05beed5_0_67"/>
            <p:cNvPicPr preferRelativeResize="0"/>
            <p:nvPr/>
          </p:nvPicPr>
          <p:blipFill rotWithShape="1">
            <a:blip r:embed="rId5">
              <a:alphaModFix/>
            </a:blip>
            <a:srcRect l="19" r="29"/>
            <a:stretch/>
          </p:blipFill>
          <p:spPr>
            <a:xfrm>
              <a:off x="930400" y="4096088"/>
              <a:ext cx="656212" cy="928836"/>
            </a:xfrm>
            <a:prstGeom prst="rect">
              <a:avLst/>
            </a:prstGeom>
            <a:noFill/>
            <a:ln>
              <a:noFill/>
            </a:ln>
            <a:effectLst>
              <a:outerShdw blurRad="71438" dist="28575" dir="5400000" algn="bl" rotWithShape="0">
                <a:srgbClr val="000000">
                  <a:alpha val="15290"/>
                </a:srgbClr>
              </a:outerShdw>
            </a:effectLst>
          </p:spPr>
        </p:pic>
        <p:pic>
          <p:nvPicPr>
            <p:cNvPr id="800" name="Google Shape;800;g332c05beed5_0_67"/>
            <p:cNvPicPr preferRelativeResize="0"/>
            <p:nvPr/>
          </p:nvPicPr>
          <p:blipFill rotWithShape="1">
            <a:blip r:embed="rId6">
              <a:alphaModFix/>
            </a:blip>
            <a:srcRect l="79" r="79"/>
            <a:stretch/>
          </p:blipFill>
          <p:spPr>
            <a:xfrm>
              <a:off x="7557389" y="3074669"/>
              <a:ext cx="656212" cy="928835"/>
            </a:xfrm>
            <a:prstGeom prst="rect">
              <a:avLst/>
            </a:prstGeom>
            <a:noFill/>
            <a:ln>
              <a:noFill/>
            </a:ln>
            <a:effectLst>
              <a:outerShdw blurRad="71438" dist="28575" dir="5400000" algn="bl" rotWithShape="0">
                <a:srgbClr val="000000">
                  <a:alpha val="15290"/>
                </a:srgbClr>
              </a:outerShdw>
            </a:effectLst>
          </p:spPr>
        </p:pic>
        <p:pic>
          <p:nvPicPr>
            <p:cNvPr id="801" name="Google Shape;801;g332c05beed5_0_67"/>
            <p:cNvPicPr preferRelativeResize="0"/>
            <p:nvPr/>
          </p:nvPicPr>
          <p:blipFill rotWithShape="1">
            <a:blip r:embed="rId7">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4900"/>
                </a:srgbClr>
              </a:outerShdw>
            </a:effectLst>
          </p:spPr>
        </p:pic>
        <p:pic>
          <p:nvPicPr>
            <p:cNvPr id="802" name="Google Shape;802;g332c05beed5_0_67"/>
            <p:cNvPicPr preferRelativeResize="0"/>
            <p:nvPr/>
          </p:nvPicPr>
          <p:blipFill rotWithShape="1">
            <a:blip r:embed="rId8">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3" name="Google Shape;803;g332c05beed5_0_67"/>
            <p:cNvPicPr preferRelativeResize="0"/>
            <p:nvPr/>
          </p:nvPicPr>
          <p:blipFill rotWithShape="1">
            <a:blip r:embed="rId9">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4900"/>
                </a:srgbClr>
              </a:outerShdw>
            </a:effectLst>
          </p:spPr>
        </p:pic>
        <p:pic>
          <p:nvPicPr>
            <p:cNvPr id="804" name="Google Shape;804;g332c05beed5_0_67"/>
            <p:cNvPicPr preferRelativeResize="0"/>
            <p:nvPr/>
          </p:nvPicPr>
          <p:blipFill rotWithShape="1">
            <a:blip r:embed="rId10">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4900"/>
                </a:srgbClr>
              </a:outerShdw>
            </a:effectLst>
          </p:spPr>
        </p:pic>
        <p:pic>
          <p:nvPicPr>
            <p:cNvPr id="805" name="Google Shape;805;g332c05beed5_0_67"/>
            <p:cNvPicPr preferRelativeResize="0"/>
            <p:nvPr/>
          </p:nvPicPr>
          <p:blipFill rotWithShape="1">
            <a:blip r:embed="rId11">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6" name="Google Shape;806;g332c05beed5_0_67"/>
            <p:cNvPicPr preferRelativeResize="0"/>
            <p:nvPr/>
          </p:nvPicPr>
          <p:blipFill rotWithShape="1">
            <a:blip r:embed="rId12">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4900"/>
                </a:srgbClr>
              </a:outerShdw>
            </a:effectLst>
          </p:spPr>
        </p:pic>
        <p:pic>
          <p:nvPicPr>
            <p:cNvPr id="807" name="Google Shape;807;g332c05beed5_0_67"/>
            <p:cNvPicPr preferRelativeResize="0"/>
            <p:nvPr/>
          </p:nvPicPr>
          <p:blipFill rotWithShape="1">
            <a:blip r:embed="rId13">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4900"/>
                </a:srgbClr>
              </a:outerShdw>
            </a:effectLst>
          </p:spPr>
        </p:pic>
        <p:pic>
          <p:nvPicPr>
            <p:cNvPr id="808" name="Google Shape;808;g332c05beed5_0_67"/>
            <p:cNvPicPr preferRelativeResize="0"/>
            <p:nvPr/>
          </p:nvPicPr>
          <p:blipFill rotWithShape="1">
            <a:blip r:embed="rId14">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4900"/>
                </a:srgbClr>
              </a:outerShdw>
            </a:effectLst>
          </p:spPr>
        </p:pic>
        <p:pic>
          <p:nvPicPr>
            <p:cNvPr id="809" name="Google Shape;809;g332c05beed5_0_67"/>
            <p:cNvPicPr preferRelativeResize="0"/>
            <p:nvPr/>
          </p:nvPicPr>
          <p:blipFill rotWithShape="1">
            <a:blip r:embed="rId15">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0" name="Google Shape;810;g332c05beed5_0_67"/>
            <p:cNvPicPr preferRelativeResize="0"/>
            <p:nvPr/>
          </p:nvPicPr>
          <p:blipFill rotWithShape="1">
            <a:blip r:embed="rId16">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1" name="Google Shape;811;g332c05beed5_0_67"/>
            <p:cNvPicPr preferRelativeResize="0"/>
            <p:nvPr/>
          </p:nvPicPr>
          <p:blipFill rotWithShape="1">
            <a:blip r:embed="rId17">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2" name="Google Shape;812;g332c05beed5_0_67"/>
            <p:cNvPicPr preferRelativeResize="0"/>
            <p:nvPr/>
          </p:nvPicPr>
          <p:blipFill rotWithShape="1">
            <a:blip r:embed="rId18">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13" name="Google Shape;813;g332c05beed5_0_67"/>
            <p:cNvPicPr preferRelativeResize="0"/>
            <p:nvPr/>
          </p:nvPicPr>
          <p:blipFill rotWithShape="1">
            <a:blip r:embed="rId19">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4900"/>
                </a:srgbClr>
              </a:outerShdw>
            </a:effectLst>
          </p:spPr>
        </p:pic>
        <p:pic>
          <p:nvPicPr>
            <p:cNvPr id="814" name="Google Shape;814;g332c05beed5_0_67"/>
            <p:cNvPicPr preferRelativeResize="0"/>
            <p:nvPr/>
          </p:nvPicPr>
          <p:blipFill rotWithShape="1">
            <a:blip r:embed="rId20">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5" name="Google Shape;815;g332c05beed5_0_67"/>
            <p:cNvPicPr preferRelativeResize="0"/>
            <p:nvPr/>
          </p:nvPicPr>
          <p:blipFill rotWithShape="1">
            <a:blip r:embed="rId21">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16" name="Google Shape;816;g332c05beed5_0_67"/>
            <p:cNvPicPr preferRelativeResize="0"/>
            <p:nvPr/>
          </p:nvPicPr>
          <p:blipFill rotWithShape="1">
            <a:blip r:embed="rId22">
              <a:alphaModFix/>
            </a:blip>
            <a:srcRect l="19" r="29"/>
            <a:stretch/>
          </p:blipFill>
          <p:spPr>
            <a:xfrm>
              <a:off x="6821063" y="3074669"/>
              <a:ext cx="656212" cy="928836"/>
            </a:xfrm>
            <a:prstGeom prst="rect">
              <a:avLst/>
            </a:prstGeom>
            <a:noFill/>
            <a:ln>
              <a:noFill/>
            </a:ln>
            <a:effectLst>
              <a:outerShdw blurRad="71438" dist="28575" dir="5400000" algn="bl" rotWithShape="0">
                <a:srgbClr val="000000">
                  <a:alpha val="14900"/>
                </a:srgbClr>
              </a:outerShdw>
            </a:effectLst>
          </p:spPr>
        </p:pic>
        <p:pic>
          <p:nvPicPr>
            <p:cNvPr id="817" name="Google Shape;817;g332c05beed5_0_67"/>
            <p:cNvPicPr preferRelativeResize="0"/>
            <p:nvPr/>
          </p:nvPicPr>
          <p:blipFill rotWithShape="1">
            <a:blip r:embed="rId23">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4900"/>
                </a:srgbClr>
              </a:outerShdw>
            </a:effectLst>
          </p:spPr>
        </p:pic>
        <p:pic>
          <p:nvPicPr>
            <p:cNvPr id="818" name="Google Shape;818;g332c05beed5_0_67"/>
            <p:cNvPicPr preferRelativeResize="0"/>
            <p:nvPr/>
          </p:nvPicPr>
          <p:blipFill rotWithShape="1">
            <a:blip r:embed="rId24">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19" name="Google Shape;819;g332c05beed5_0_67"/>
            <p:cNvPicPr preferRelativeResize="0"/>
            <p:nvPr/>
          </p:nvPicPr>
          <p:blipFill rotWithShape="1">
            <a:blip r:embed="rId25">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4900"/>
                </a:srgbClr>
              </a:outerShdw>
            </a:effectLst>
          </p:spPr>
        </p:pic>
        <p:pic>
          <p:nvPicPr>
            <p:cNvPr id="820" name="Google Shape;820;g332c05beed5_0_67"/>
            <p:cNvPicPr preferRelativeResize="0"/>
            <p:nvPr/>
          </p:nvPicPr>
          <p:blipFill rotWithShape="1">
            <a:blip r:embed="rId26">
              <a:alphaModFix/>
            </a:blip>
            <a:srcRect l="19" r="29"/>
            <a:stretch/>
          </p:blipFill>
          <p:spPr>
            <a:xfrm>
              <a:off x="6084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1" name="Google Shape;821;g332c05beed5_0_67"/>
            <p:cNvPicPr preferRelativeResize="0"/>
            <p:nvPr/>
          </p:nvPicPr>
          <p:blipFill rotWithShape="1">
            <a:blip r:embed="rId27">
              <a:alphaModFix/>
            </a:blip>
            <a:srcRect l="79" r="79"/>
            <a:stretch/>
          </p:blipFill>
          <p:spPr>
            <a:xfrm>
              <a:off x="5348400" y="3074669"/>
              <a:ext cx="656212" cy="928835"/>
            </a:xfrm>
            <a:prstGeom prst="rect">
              <a:avLst/>
            </a:prstGeom>
            <a:noFill/>
            <a:ln>
              <a:noFill/>
            </a:ln>
            <a:effectLst>
              <a:outerShdw blurRad="71438" dist="28575" dir="5400000" algn="bl" rotWithShape="0">
                <a:srgbClr val="000000">
                  <a:alpha val="15290"/>
                </a:srgbClr>
              </a:outerShdw>
            </a:effectLst>
          </p:spPr>
        </p:pic>
        <p:pic>
          <p:nvPicPr>
            <p:cNvPr id="822" name="Google Shape;822;g332c05beed5_0_67"/>
            <p:cNvPicPr preferRelativeResize="0"/>
            <p:nvPr/>
          </p:nvPicPr>
          <p:blipFill rotWithShape="1">
            <a:blip r:embed="rId28">
              <a:alphaModFix/>
            </a:blip>
            <a:srcRect l="79" r="79"/>
            <a:stretch/>
          </p:blipFill>
          <p:spPr>
            <a:xfrm>
              <a:off x="4612067" y="3074669"/>
              <a:ext cx="656212" cy="928835"/>
            </a:xfrm>
            <a:prstGeom prst="rect">
              <a:avLst/>
            </a:prstGeom>
            <a:noFill/>
            <a:ln>
              <a:noFill/>
            </a:ln>
            <a:effectLst>
              <a:outerShdw blurRad="71438" dist="28575" dir="5400000" algn="bl" rotWithShape="0">
                <a:srgbClr val="000000">
                  <a:alpha val="14900"/>
                </a:srgbClr>
              </a:outerShdw>
            </a:effectLst>
          </p:spPr>
        </p:pic>
        <p:pic>
          <p:nvPicPr>
            <p:cNvPr id="823" name="Google Shape;823;g332c05beed5_0_67"/>
            <p:cNvPicPr preferRelativeResize="0"/>
            <p:nvPr/>
          </p:nvPicPr>
          <p:blipFill rotWithShape="1">
            <a:blip r:embed="rId29">
              <a:alphaModFix/>
            </a:blip>
            <a:srcRect l="19" r="29"/>
            <a:stretch/>
          </p:blipFill>
          <p:spPr>
            <a:xfrm>
              <a:off x="3875733" y="3074669"/>
              <a:ext cx="656212" cy="928836"/>
            </a:xfrm>
            <a:prstGeom prst="rect">
              <a:avLst/>
            </a:prstGeom>
            <a:noFill/>
            <a:ln>
              <a:noFill/>
            </a:ln>
            <a:effectLst>
              <a:outerShdw blurRad="71438" dist="28575" dir="5400000" algn="bl" rotWithShape="0">
                <a:srgbClr val="000000">
                  <a:alpha val="15290"/>
                </a:srgbClr>
              </a:outerShdw>
            </a:effectLst>
          </p:spPr>
        </p:pic>
        <p:pic>
          <p:nvPicPr>
            <p:cNvPr id="824" name="Google Shape;824;g332c05beed5_0_67"/>
            <p:cNvPicPr preferRelativeResize="0"/>
            <p:nvPr/>
          </p:nvPicPr>
          <p:blipFill rotWithShape="1">
            <a:blip r:embed="rId30">
              <a:alphaModFix/>
            </a:blip>
            <a:srcRect l="19" r="29"/>
            <a:stretch/>
          </p:blipFill>
          <p:spPr>
            <a:xfrm>
              <a:off x="3139400" y="3074669"/>
              <a:ext cx="656212" cy="928836"/>
            </a:xfrm>
            <a:prstGeom prst="rect">
              <a:avLst/>
            </a:prstGeom>
            <a:noFill/>
            <a:ln>
              <a:noFill/>
            </a:ln>
            <a:effectLst>
              <a:outerShdw blurRad="71438" dist="28575" dir="5400000" algn="bl" rotWithShape="0">
                <a:srgbClr val="000000">
                  <a:alpha val="15290"/>
                </a:srgbClr>
              </a:outerShdw>
            </a:effectLst>
          </p:spPr>
        </p:pic>
        <p:pic>
          <p:nvPicPr>
            <p:cNvPr id="825" name="Google Shape;825;g332c05beed5_0_67"/>
            <p:cNvPicPr preferRelativeResize="0"/>
            <p:nvPr/>
          </p:nvPicPr>
          <p:blipFill rotWithShape="1">
            <a:blip r:embed="rId31">
              <a:alphaModFix/>
            </a:blip>
            <a:srcRect l="79" r="79"/>
            <a:stretch/>
          </p:blipFill>
          <p:spPr>
            <a:xfrm>
              <a:off x="2403067" y="3074669"/>
              <a:ext cx="656212" cy="928835"/>
            </a:xfrm>
            <a:prstGeom prst="rect">
              <a:avLst/>
            </a:prstGeom>
            <a:noFill/>
            <a:ln>
              <a:noFill/>
            </a:ln>
            <a:effectLst>
              <a:outerShdw blurRad="71438" dist="28575" dir="5400000" algn="bl" rotWithShape="0">
                <a:srgbClr val="000000">
                  <a:alpha val="15290"/>
                </a:srgbClr>
              </a:outerShdw>
            </a:effectLst>
          </p:spPr>
        </p:pic>
        <p:pic>
          <p:nvPicPr>
            <p:cNvPr id="826" name="Google Shape;826;g332c05beed5_0_67"/>
            <p:cNvPicPr preferRelativeResize="0"/>
            <p:nvPr/>
          </p:nvPicPr>
          <p:blipFill rotWithShape="1">
            <a:blip r:embed="rId32">
              <a:alphaModFix/>
            </a:blip>
            <a:srcRect l="19" r="29"/>
            <a:stretch/>
          </p:blipFill>
          <p:spPr>
            <a:xfrm>
              <a:off x="930400" y="3074669"/>
              <a:ext cx="656212" cy="928836"/>
            </a:xfrm>
            <a:prstGeom prst="rect">
              <a:avLst/>
            </a:prstGeom>
            <a:noFill/>
            <a:ln>
              <a:noFill/>
            </a:ln>
            <a:effectLst>
              <a:outerShdw blurRad="71438" dist="28575" dir="5400000" algn="bl" rotWithShape="0">
                <a:srgbClr val="000000">
                  <a:alpha val="14900"/>
                </a:srgbClr>
              </a:outerShdw>
            </a:effectLst>
          </p:spPr>
        </p:pic>
        <p:pic>
          <p:nvPicPr>
            <p:cNvPr id="827" name="Google Shape;827;g332c05beed5_0_67"/>
            <p:cNvPicPr preferRelativeResize="0"/>
            <p:nvPr/>
          </p:nvPicPr>
          <p:blipFill rotWithShape="1">
            <a:blip r:embed="rId33">
              <a:alphaModFix/>
            </a:blip>
            <a:srcRect l="19" r="29"/>
            <a:stretch/>
          </p:blipFill>
          <p:spPr>
            <a:xfrm>
              <a:off x="1666733" y="3074669"/>
              <a:ext cx="656212" cy="928836"/>
            </a:xfrm>
            <a:prstGeom prst="rect">
              <a:avLst/>
            </a:prstGeom>
            <a:noFill/>
            <a:ln>
              <a:noFill/>
            </a:ln>
            <a:effectLst>
              <a:outerShdw blurRad="71438" dist="28575" dir="5400000" algn="bl" rotWithShape="0">
                <a:srgbClr val="000000">
                  <a:alpha val="14900"/>
                </a:srgbClr>
              </a:outerShdw>
            </a:effectLst>
          </p:spPr>
        </p:pic>
        <p:pic>
          <p:nvPicPr>
            <p:cNvPr id="828" name="Google Shape;828;g332c05beed5_0_67"/>
            <p:cNvPicPr preferRelativeResize="0"/>
            <p:nvPr/>
          </p:nvPicPr>
          <p:blipFill rotWithShape="1">
            <a:blip r:embed="rId34">
              <a:alphaModFix/>
            </a:blip>
            <a:srcRect l="79" r="79"/>
            <a:stretch/>
          </p:blipFill>
          <p:spPr>
            <a:xfrm>
              <a:off x="930400" y="2053250"/>
              <a:ext cx="656212" cy="928835"/>
            </a:xfrm>
            <a:prstGeom prst="rect">
              <a:avLst/>
            </a:prstGeom>
            <a:noFill/>
            <a:ln>
              <a:noFill/>
            </a:ln>
            <a:effectLst>
              <a:outerShdw blurRad="71438" dist="28575" dir="5400000" algn="bl" rotWithShape="0">
                <a:srgbClr val="000000">
                  <a:alpha val="15290"/>
                </a:srgbClr>
              </a:outerShdw>
            </a:effectLst>
          </p:spPr>
        </p:pic>
        <p:pic>
          <p:nvPicPr>
            <p:cNvPr id="829" name="Google Shape;829;g332c05beed5_0_67"/>
            <p:cNvPicPr preferRelativeResize="0"/>
            <p:nvPr/>
          </p:nvPicPr>
          <p:blipFill rotWithShape="1">
            <a:blip r:embed="rId35">
              <a:alphaModFix/>
            </a:blip>
            <a:srcRect l="19" r="29"/>
            <a:stretch/>
          </p:blipFill>
          <p:spPr>
            <a:xfrm>
              <a:off x="3139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0" name="Google Shape;830;g332c05beed5_0_67"/>
            <p:cNvPicPr preferRelativeResize="0"/>
            <p:nvPr/>
          </p:nvPicPr>
          <p:blipFill rotWithShape="1">
            <a:blip r:embed="rId36">
              <a:alphaModFix/>
            </a:blip>
            <a:srcRect l="19" r="29"/>
            <a:stretch/>
          </p:blipFill>
          <p:spPr>
            <a:xfrm>
              <a:off x="1666733" y="2053250"/>
              <a:ext cx="656212" cy="928836"/>
            </a:xfrm>
            <a:prstGeom prst="rect">
              <a:avLst/>
            </a:prstGeom>
            <a:noFill/>
            <a:ln>
              <a:noFill/>
            </a:ln>
            <a:effectLst>
              <a:outerShdw blurRad="71438" dist="28575" dir="5400000" algn="bl" rotWithShape="0">
                <a:srgbClr val="000000">
                  <a:alpha val="15290"/>
                </a:srgbClr>
              </a:outerShdw>
            </a:effectLst>
          </p:spPr>
        </p:pic>
        <p:pic>
          <p:nvPicPr>
            <p:cNvPr id="831" name="Google Shape;831;g332c05beed5_0_67"/>
            <p:cNvPicPr preferRelativeResize="0"/>
            <p:nvPr/>
          </p:nvPicPr>
          <p:blipFill rotWithShape="1">
            <a:blip r:embed="rId37">
              <a:alphaModFix/>
            </a:blip>
            <a:srcRect l="19" r="29"/>
            <a:stretch/>
          </p:blipFill>
          <p:spPr>
            <a:xfrm>
              <a:off x="2403067" y="2053250"/>
              <a:ext cx="656212" cy="928836"/>
            </a:xfrm>
            <a:prstGeom prst="rect">
              <a:avLst/>
            </a:prstGeom>
            <a:noFill/>
            <a:ln>
              <a:noFill/>
            </a:ln>
            <a:effectLst>
              <a:outerShdw blurRad="71438" dist="28575" dir="5400000" algn="bl" rotWithShape="0">
                <a:srgbClr val="000000">
                  <a:alpha val="15290"/>
                </a:srgbClr>
              </a:outerShdw>
            </a:effectLst>
          </p:spPr>
        </p:pic>
        <p:pic>
          <p:nvPicPr>
            <p:cNvPr id="832" name="Google Shape;832;g332c05beed5_0_67"/>
            <p:cNvPicPr preferRelativeResize="0"/>
            <p:nvPr/>
          </p:nvPicPr>
          <p:blipFill rotWithShape="1">
            <a:blip r:embed="rId38">
              <a:alphaModFix/>
            </a:blip>
            <a:srcRect l="79" r="79"/>
            <a:stretch/>
          </p:blipFill>
          <p:spPr>
            <a:xfrm>
              <a:off x="3875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3" name="Google Shape;833;g332c05beed5_0_67"/>
            <p:cNvPicPr preferRelativeResize="0"/>
            <p:nvPr/>
          </p:nvPicPr>
          <p:blipFill rotWithShape="1">
            <a:blip r:embed="rId39">
              <a:alphaModFix/>
            </a:blip>
            <a:srcRect l="79" r="79"/>
            <a:stretch/>
          </p:blipFill>
          <p:spPr>
            <a:xfrm>
              <a:off x="6084733" y="2053250"/>
              <a:ext cx="656212" cy="928835"/>
            </a:xfrm>
            <a:prstGeom prst="rect">
              <a:avLst/>
            </a:prstGeom>
            <a:noFill/>
            <a:ln>
              <a:noFill/>
            </a:ln>
            <a:effectLst>
              <a:outerShdw blurRad="71438" dist="28575" dir="5400000" algn="bl" rotWithShape="0">
                <a:srgbClr val="000000">
                  <a:alpha val="15290"/>
                </a:srgbClr>
              </a:outerShdw>
            </a:effectLst>
          </p:spPr>
        </p:pic>
        <p:pic>
          <p:nvPicPr>
            <p:cNvPr id="834" name="Google Shape;834;g332c05beed5_0_67"/>
            <p:cNvPicPr preferRelativeResize="0"/>
            <p:nvPr/>
          </p:nvPicPr>
          <p:blipFill rotWithShape="1">
            <a:blip r:embed="rId40">
              <a:alphaModFix/>
            </a:blip>
            <a:srcRect l="79" r="79"/>
            <a:stretch/>
          </p:blipFill>
          <p:spPr>
            <a:xfrm>
              <a:off x="4612067" y="2053250"/>
              <a:ext cx="656212" cy="928835"/>
            </a:xfrm>
            <a:prstGeom prst="rect">
              <a:avLst/>
            </a:prstGeom>
            <a:noFill/>
            <a:ln>
              <a:noFill/>
            </a:ln>
            <a:effectLst>
              <a:outerShdw blurRad="71438" dist="28575" dir="5400000" algn="bl" rotWithShape="0">
                <a:srgbClr val="000000">
                  <a:alpha val="15290"/>
                </a:srgbClr>
              </a:outerShdw>
            </a:effectLst>
          </p:spPr>
        </p:pic>
        <p:pic>
          <p:nvPicPr>
            <p:cNvPr id="835" name="Google Shape;835;g332c05beed5_0_67"/>
            <p:cNvPicPr preferRelativeResize="0"/>
            <p:nvPr/>
          </p:nvPicPr>
          <p:blipFill rotWithShape="1">
            <a:blip r:embed="rId41">
              <a:alphaModFix/>
            </a:blip>
            <a:srcRect l="19" r="29"/>
            <a:stretch/>
          </p:blipFill>
          <p:spPr>
            <a:xfrm>
              <a:off x="5348400" y="2053250"/>
              <a:ext cx="656212" cy="928836"/>
            </a:xfrm>
            <a:prstGeom prst="rect">
              <a:avLst/>
            </a:prstGeom>
            <a:noFill/>
            <a:ln>
              <a:noFill/>
            </a:ln>
            <a:effectLst>
              <a:outerShdw blurRad="71438" dist="28575" dir="5400000" algn="bl" rotWithShape="0">
                <a:srgbClr val="000000">
                  <a:alpha val="15290"/>
                </a:srgbClr>
              </a:outerShdw>
            </a:effectLst>
          </p:spPr>
        </p:pic>
        <p:pic>
          <p:nvPicPr>
            <p:cNvPr id="836" name="Google Shape;836;g332c05beed5_0_67"/>
            <p:cNvPicPr preferRelativeResize="0"/>
            <p:nvPr/>
          </p:nvPicPr>
          <p:blipFill rotWithShape="1">
            <a:blip r:embed="rId42">
              <a:alphaModFix/>
            </a:blip>
            <a:srcRect l="79" r="79"/>
            <a:stretch/>
          </p:blipFill>
          <p:spPr>
            <a:xfrm>
              <a:off x="6821063" y="2053250"/>
              <a:ext cx="656212" cy="928835"/>
            </a:xfrm>
            <a:prstGeom prst="rect">
              <a:avLst/>
            </a:prstGeom>
            <a:noFill/>
            <a:ln>
              <a:noFill/>
            </a:ln>
            <a:effectLst>
              <a:outerShdw blurRad="71438" dist="28575" dir="5400000" algn="bl" rotWithShape="0">
                <a:srgbClr val="000000">
                  <a:alpha val="15290"/>
                </a:srgbClr>
              </a:outerShdw>
            </a:effectLst>
          </p:spPr>
        </p:pic>
        <p:pic>
          <p:nvPicPr>
            <p:cNvPr id="837" name="Google Shape;837;g332c05beed5_0_67"/>
            <p:cNvPicPr preferRelativeResize="0"/>
            <p:nvPr/>
          </p:nvPicPr>
          <p:blipFill rotWithShape="1">
            <a:blip r:embed="rId43">
              <a:alphaModFix/>
            </a:blip>
            <a:srcRect l="19" r="29"/>
            <a:stretch/>
          </p:blipFill>
          <p:spPr>
            <a:xfrm>
              <a:off x="7557389" y="2053250"/>
              <a:ext cx="656212" cy="928836"/>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42"/>
        <p:cNvGrpSpPr/>
        <p:nvPr/>
      </p:nvGrpSpPr>
      <p:grpSpPr>
        <a:xfrm>
          <a:off x="0" y="0"/>
          <a:ext cx="0" cy="0"/>
          <a:chOff x="0" y="0"/>
          <a:chExt cx="0" cy="0"/>
        </a:xfrm>
      </p:grpSpPr>
      <p:sp>
        <p:nvSpPr>
          <p:cNvPr id="843" name="Google Shape;843;g332c05beed5_0_87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844" name="Google Shape;844;g332c05beed5_0_875"/>
          <p:cNvPicPr preferRelativeResize="0"/>
          <p:nvPr/>
        </p:nvPicPr>
        <p:blipFill rotWithShape="1">
          <a:blip r:embed="rId3">
            <a:alphaModFix/>
          </a:blip>
          <a:srcRect l="79" r="79"/>
          <a:stretch/>
        </p:blipFill>
        <p:spPr>
          <a:xfrm>
            <a:off x="930400" y="2053250"/>
            <a:ext cx="723070" cy="1023475"/>
          </a:xfrm>
          <a:prstGeom prst="rect">
            <a:avLst/>
          </a:prstGeom>
          <a:noFill/>
          <a:ln>
            <a:noFill/>
          </a:ln>
          <a:effectLst>
            <a:outerShdw blurRad="71438" dist="28575" dir="5400000" algn="bl" rotWithShape="0">
              <a:srgbClr val="000000">
                <a:alpha val="15290"/>
              </a:srgbClr>
            </a:outerShdw>
          </a:effectLst>
        </p:spPr>
      </p:pic>
      <p:pic>
        <p:nvPicPr>
          <p:cNvPr id="845" name="Google Shape;845;g332c05beed5_0_875"/>
          <p:cNvPicPr preferRelativeResize="0"/>
          <p:nvPr/>
        </p:nvPicPr>
        <p:blipFill rotWithShape="1">
          <a:blip r:embed="rId4">
            <a:alphaModFix/>
          </a:blip>
          <a:srcRect l="79" r="79"/>
          <a:stretch/>
        </p:blipFill>
        <p:spPr>
          <a:xfrm>
            <a:off x="3364463" y="2053250"/>
            <a:ext cx="723070" cy="1023475"/>
          </a:xfrm>
          <a:prstGeom prst="rect">
            <a:avLst/>
          </a:prstGeom>
          <a:noFill/>
          <a:ln>
            <a:noFill/>
          </a:ln>
          <a:effectLst>
            <a:outerShdw blurRad="71438" dist="28575" dir="5400000" algn="bl" rotWithShape="0">
              <a:srgbClr val="000000">
                <a:alpha val="15290"/>
              </a:srgbClr>
            </a:outerShdw>
          </a:effectLst>
        </p:spPr>
      </p:pic>
      <p:pic>
        <p:nvPicPr>
          <p:cNvPr id="846" name="Google Shape;846;g332c05beed5_0_875"/>
          <p:cNvPicPr preferRelativeResize="0"/>
          <p:nvPr/>
        </p:nvPicPr>
        <p:blipFill rotWithShape="1">
          <a:blip r:embed="rId5">
            <a:alphaModFix/>
          </a:blip>
          <a:srcRect l="19" r="29"/>
          <a:stretch/>
        </p:blipFill>
        <p:spPr>
          <a:xfrm>
            <a:off x="1741753" y="2053250"/>
            <a:ext cx="723070" cy="1023475"/>
          </a:xfrm>
          <a:prstGeom prst="rect">
            <a:avLst/>
          </a:prstGeom>
          <a:noFill/>
          <a:ln>
            <a:noFill/>
          </a:ln>
          <a:effectLst>
            <a:outerShdw blurRad="71438" dist="28575" dir="5400000" algn="bl" rotWithShape="0">
              <a:srgbClr val="000000">
                <a:alpha val="15290"/>
              </a:srgbClr>
            </a:outerShdw>
          </a:effectLst>
        </p:spPr>
      </p:pic>
      <p:pic>
        <p:nvPicPr>
          <p:cNvPr id="847" name="Google Shape;847;g332c05beed5_0_875"/>
          <p:cNvPicPr preferRelativeResize="0"/>
          <p:nvPr/>
        </p:nvPicPr>
        <p:blipFill rotWithShape="1">
          <a:blip r:embed="rId6">
            <a:alphaModFix/>
          </a:blip>
          <a:srcRect l="19" r="29"/>
          <a:stretch/>
        </p:blipFill>
        <p:spPr>
          <a:xfrm>
            <a:off x="2553109" y="2053250"/>
            <a:ext cx="723070" cy="1023475"/>
          </a:xfrm>
          <a:prstGeom prst="rect">
            <a:avLst/>
          </a:prstGeom>
          <a:noFill/>
          <a:ln>
            <a:noFill/>
          </a:ln>
          <a:effectLst>
            <a:outerShdw blurRad="71438" dist="28575" dir="5400000" algn="bl" rotWithShape="0">
              <a:srgbClr val="000000">
                <a:alpha val="15290"/>
              </a:srgbClr>
            </a:outerShdw>
          </a:effectLst>
        </p:spPr>
      </p:pic>
      <p:pic>
        <p:nvPicPr>
          <p:cNvPr id="848" name="Google Shape;848;g332c05beed5_0_875"/>
          <p:cNvPicPr preferRelativeResize="0"/>
          <p:nvPr/>
        </p:nvPicPr>
        <p:blipFill rotWithShape="1">
          <a:blip r:embed="rId7">
            <a:alphaModFix/>
          </a:blip>
          <a:srcRect l="19" r="29"/>
          <a:stretch/>
        </p:blipFill>
        <p:spPr>
          <a:xfrm>
            <a:off x="4175816" y="2053250"/>
            <a:ext cx="723070" cy="1023475"/>
          </a:xfrm>
          <a:prstGeom prst="rect">
            <a:avLst/>
          </a:prstGeom>
          <a:noFill/>
          <a:ln>
            <a:noFill/>
          </a:ln>
          <a:effectLst>
            <a:outerShdw blurRad="71438" dist="28575" dir="5400000" algn="bl" rotWithShape="0">
              <a:srgbClr val="000000">
                <a:alpha val="15290"/>
              </a:srgbClr>
            </a:outerShdw>
          </a:effectLst>
        </p:spPr>
      </p:pic>
      <p:pic>
        <p:nvPicPr>
          <p:cNvPr id="849" name="Google Shape;849;g332c05beed5_0_875"/>
          <p:cNvPicPr preferRelativeResize="0"/>
          <p:nvPr/>
        </p:nvPicPr>
        <p:blipFill rotWithShape="1">
          <a:blip r:embed="rId8">
            <a:alphaModFix/>
          </a:blip>
          <a:srcRect l="79" r="79"/>
          <a:stretch/>
        </p:blipFill>
        <p:spPr>
          <a:xfrm>
            <a:off x="6609879" y="2053250"/>
            <a:ext cx="723070" cy="1023475"/>
          </a:xfrm>
          <a:prstGeom prst="rect">
            <a:avLst/>
          </a:prstGeom>
          <a:noFill/>
          <a:ln>
            <a:noFill/>
          </a:ln>
          <a:effectLst>
            <a:outerShdw blurRad="71438" dist="28575" dir="5400000" algn="bl" rotWithShape="0">
              <a:srgbClr val="000000">
                <a:alpha val="15290"/>
              </a:srgbClr>
            </a:outerShdw>
          </a:effectLst>
        </p:spPr>
      </p:pic>
      <p:pic>
        <p:nvPicPr>
          <p:cNvPr id="850" name="Google Shape;850;g332c05beed5_0_875"/>
          <p:cNvPicPr preferRelativeResize="0"/>
          <p:nvPr/>
        </p:nvPicPr>
        <p:blipFill rotWithShape="1">
          <a:blip r:embed="rId9">
            <a:alphaModFix/>
          </a:blip>
          <a:srcRect l="79" r="79"/>
          <a:stretch/>
        </p:blipFill>
        <p:spPr>
          <a:xfrm>
            <a:off x="4987172" y="2053250"/>
            <a:ext cx="723070" cy="1023475"/>
          </a:xfrm>
          <a:prstGeom prst="rect">
            <a:avLst/>
          </a:prstGeom>
          <a:noFill/>
          <a:ln>
            <a:noFill/>
          </a:ln>
          <a:effectLst>
            <a:outerShdw blurRad="71438" dist="28575" dir="5400000" algn="bl" rotWithShape="0">
              <a:srgbClr val="000000">
                <a:alpha val="15290"/>
              </a:srgbClr>
            </a:outerShdw>
          </a:effectLst>
        </p:spPr>
      </p:pic>
      <p:pic>
        <p:nvPicPr>
          <p:cNvPr id="851" name="Google Shape;851;g332c05beed5_0_875"/>
          <p:cNvPicPr preferRelativeResize="0"/>
          <p:nvPr/>
        </p:nvPicPr>
        <p:blipFill rotWithShape="1">
          <a:blip r:embed="rId10">
            <a:alphaModFix/>
          </a:blip>
          <a:srcRect l="79" r="79"/>
          <a:stretch/>
        </p:blipFill>
        <p:spPr>
          <a:xfrm>
            <a:off x="5798525" y="2053250"/>
            <a:ext cx="723070" cy="1023475"/>
          </a:xfrm>
          <a:prstGeom prst="rect">
            <a:avLst/>
          </a:prstGeom>
          <a:noFill/>
          <a:ln>
            <a:noFill/>
          </a:ln>
          <a:effectLst>
            <a:outerShdw blurRad="71438" dist="28575" dir="5400000" algn="bl" rotWithShape="0">
              <a:srgbClr val="000000">
                <a:alpha val="15290"/>
              </a:srgbClr>
            </a:outerShdw>
          </a:effectLst>
        </p:spPr>
      </p:pic>
      <p:pic>
        <p:nvPicPr>
          <p:cNvPr id="852" name="Google Shape;852;g332c05beed5_0_875"/>
          <p:cNvPicPr preferRelativeResize="0"/>
          <p:nvPr/>
        </p:nvPicPr>
        <p:blipFill rotWithShape="1">
          <a:blip r:embed="rId11">
            <a:alphaModFix/>
          </a:blip>
          <a:srcRect l="19" r="29"/>
          <a:stretch/>
        </p:blipFill>
        <p:spPr>
          <a:xfrm>
            <a:off x="7421230" y="2053250"/>
            <a:ext cx="723070" cy="102347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g332c05beed5_0_12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r>
              <a:rPr lang="en-US"/>
              <a:t>.</a:t>
            </a:r>
            <a:endParaRPr/>
          </a:p>
        </p:txBody>
      </p:sp>
      <p:grpSp>
        <p:nvGrpSpPr>
          <p:cNvPr id="859" name="Google Shape;859;g332c05beed5_0_127"/>
          <p:cNvGrpSpPr/>
          <p:nvPr/>
        </p:nvGrpSpPr>
        <p:grpSpPr>
          <a:xfrm>
            <a:off x="865957" y="2135925"/>
            <a:ext cx="7282807" cy="2686611"/>
            <a:chOff x="867357" y="2129450"/>
            <a:chExt cx="7282807" cy="2686611"/>
          </a:xfrm>
        </p:grpSpPr>
        <p:pic>
          <p:nvPicPr>
            <p:cNvPr id="860" name="Google Shape;860;g332c05beed5_0_127"/>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61" name="Google Shape;861;g332c05beed5_0_127"/>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62" name="Google Shape;862;g332c05beed5_0_127"/>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63" name="Google Shape;863;g332c05beed5_0_127"/>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64" name="Google Shape;864;g332c05beed5_0_127"/>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65" name="Google Shape;865;g332c05beed5_0_127"/>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6" name="Google Shape;866;g332c05beed5_0_127"/>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7" name="Google Shape;867;g332c05beed5_0_127"/>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68" name="Google Shape;868;g332c05beed5_0_127"/>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9" name="Google Shape;869;g332c05beed5_0_127"/>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70" name="Google Shape;870;g332c05beed5_0_127"/>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71" name="Google Shape;871;g332c05beed5_0_127"/>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72" name="Google Shape;872;g332c05beed5_0_127"/>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73" name="Google Shape;873;g332c05beed5_0_127"/>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78"/>
        <p:cNvGrpSpPr/>
        <p:nvPr/>
      </p:nvGrpSpPr>
      <p:grpSpPr>
        <a:xfrm>
          <a:off x="0" y="0"/>
          <a:ext cx="0" cy="0"/>
          <a:chOff x="0" y="0"/>
          <a:chExt cx="0" cy="0"/>
        </a:xfrm>
      </p:grpSpPr>
      <p:sp>
        <p:nvSpPr>
          <p:cNvPr id="879" name="Google Shape;879;g332c05beed5_0_147"/>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r>
              <a:rPr lang="en-US"/>
              <a:t>.</a:t>
            </a:r>
            <a:endParaRPr/>
          </a:p>
        </p:txBody>
      </p:sp>
      <p:grpSp>
        <p:nvGrpSpPr>
          <p:cNvPr id="880" name="Google Shape;880;g332c05beed5_0_147"/>
          <p:cNvGrpSpPr/>
          <p:nvPr/>
        </p:nvGrpSpPr>
        <p:grpSpPr>
          <a:xfrm>
            <a:off x="866900" y="2125438"/>
            <a:ext cx="7281864" cy="2684601"/>
            <a:chOff x="868300" y="2129450"/>
            <a:chExt cx="7281864" cy="2684601"/>
          </a:xfrm>
        </p:grpSpPr>
        <p:pic>
          <p:nvPicPr>
            <p:cNvPr id="881" name="Google Shape;881;g332c05beed5_0_147"/>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82" name="Google Shape;882;g332c05beed5_0_147"/>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83" name="Google Shape;883;g332c05beed5_0_147"/>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84" name="Google Shape;884;g332c05beed5_0_147"/>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85" name="Google Shape;885;g332c05beed5_0_147"/>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86" name="Google Shape;886;g332c05beed5_0_147"/>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87" name="Google Shape;887;g332c05beed5_0_147"/>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88" name="Google Shape;888;g332c05beed5_0_147"/>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89" name="Google Shape;889;g332c05beed5_0_147"/>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90" name="Google Shape;890;g332c05beed5_0_147"/>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91" name="Google Shape;891;g332c05beed5_0_147"/>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92" name="Google Shape;892;g332c05beed5_0_147"/>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93" name="Google Shape;893;g332c05beed5_0_147"/>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94" name="Google Shape;894;g332c05beed5_0_147"/>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95" name="Google Shape;895;g332c05beed5_0_147"/>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96" name="Google Shape;896;g332c05beed5_0_147"/>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97" name="Google Shape;897;g332c05beed5_0_147"/>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98" name="Google Shape;898;g332c05beed5_0_147"/>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99" name="Google Shape;899;g332c05beed5_0_147"/>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900" name="Google Shape;900;g332c05beed5_0_147"/>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901" name="Google Shape;901;g332c05beed5_0_147"/>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902" name="Google Shape;902;g332c05beed5_0_147"/>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903" name="Google Shape;903;g332c05beed5_0_147"/>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904" name="Google Shape;904;g332c05beed5_0_147"/>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905" name="Google Shape;905;g332c05beed5_0_147"/>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906" name="Google Shape;906;g332c05beed5_0_147"/>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907" name="Google Shape;907;g332c05beed5_0_147"/>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908" name="Google Shape;908;g332c05beed5_0_147"/>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g332c05beed5_0_181"/>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4 Common Exception Words </a:t>
            </a:r>
            <a:r>
              <a:rPr lang="en-US">
                <a:solidFill>
                  <a:srgbClr val="2356AF"/>
                </a:solidFill>
              </a:rPr>
              <a:t>said like out have some come what was so old do little one</a:t>
            </a:r>
            <a:r>
              <a:rPr lang="en-US"/>
              <a:t>.</a:t>
            </a:r>
            <a:endParaRPr/>
          </a:p>
        </p:txBody>
      </p:sp>
      <p:grpSp>
        <p:nvGrpSpPr>
          <p:cNvPr id="915" name="Google Shape;915;g332c05beed5_0_181"/>
          <p:cNvGrpSpPr/>
          <p:nvPr/>
        </p:nvGrpSpPr>
        <p:grpSpPr>
          <a:xfrm>
            <a:off x="868300" y="2129450"/>
            <a:ext cx="7281864" cy="2684601"/>
            <a:chOff x="868300" y="2053250"/>
            <a:chExt cx="7281864" cy="2684601"/>
          </a:xfrm>
        </p:grpSpPr>
        <p:pic>
          <p:nvPicPr>
            <p:cNvPr id="916" name="Google Shape;916;g332c05beed5_0_181"/>
            <p:cNvPicPr preferRelativeResize="0"/>
            <p:nvPr/>
          </p:nvPicPr>
          <p:blipFill rotWithShape="1">
            <a:blip r:embed="rId3">
              <a:alphaModFix/>
            </a:blip>
            <a:srcRect l="189" r="179"/>
            <a:stretch/>
          </p:blipFill>
          <p:spPr>
            <a:xfrm>
              <a:off x="868300" y="3914895"/>
              <a:ext cx="1147320" cy="822956"/>
            </a:xfrm>
            <a:prstGeom prst="rect">
              <a:avLst/>
            </a:prstGeom>
            <a:noFill/>
            <a:ln>
              <a:noFill/>
            </a:ln>
            <a:effectLst>
              <a:outerShdw blurRad="71438" dist="19050" dir="5400000" algn="bl" rotWithShape="0">
                <a:srgbClr val="000000">
                  <a:alpha val="17650"/>
                </a:srgbClr>
              </a:outerShdw>
            </a:effectLst>
          </p:spPr>
        </p:pic>
        <p:pic>
          <p:nvPicPr>
            <p:cNvPr id="917" name="Google Shape;917;g332c05beed5_0_181"/>
            <p:cNvPicPr preferRelativeResize="0"/>
            <p:nvPr/>
          </p:nvPicPr>
          <p:blipFill rotWithShape="1">
            <a:blip r:embed="rId4">
              <a:alphaModFix/>
            </a:blip>
            <a:srcRect l="39" r="39"/>
            <a:stretch/>
          </p:blipFill>
          <p:spPr>
            <a:xfrm>
              <a:off x="5774548" y="2984070"/>
              <a:ext cx="1148707" cy="822955"/>
            </a:xfrm>
            <a:prstGeom prst="rect">
              <a:avLst/>
            </a:prstGeom>
            <a:noFill/>
            <a:ln>
              <a:noFill/>
            </a:ln>
            <a:effectLst>
              <a:outerShdw blurRad="71438" dist="19050" dir="5400000" algn="bl" rotWithShape="0">
                <a:srgbClr val="000000">
                  <a:alpha val="17650"/>
                </a:srgbClr>
              </a:outerShdw>
            </a:effectLst>
          </p:spPr>
        </p:pic>
        <p:pic>
          <p:nvPicPr>
            <p:cNvPr id="918" name="Google Shape;918;g332c05beed5_0_181"/>
            <p:cNvPicPr preferRelativeResize="0"/>
            <p:nvPr/>
          </p:nvPicPr>
          <p:blipFill rotWithShape="1">
            <a:blip r:embed="rId5">
              <a:alphaModFix/>
            </a:blip>
            <a:srcRect l="39" r="39"/>
            <a:stretch/>
          </p:blipFill>
          <p:spPr>
            <a:xfrm>
              <a:off x="7001457" y="2984070"/>
              <a:ext cx="1148707" cy="821565"/>
            </a:xfrm>
            <a:prstGeom prst="rect">
              <a:avLst/>
            </a:prstGeom>
            <a:noFill/>
            <a:ln>
              <a:noFill/>
            </a:ln>
            <a:effectLst>
              <a:outerShdw blurRad="71438" dist="19050" dir="5400000" algn="bl" rotWithShape="0">
                <a:srgbClr val="000000">
                  <a:alpha val="17650"/>
                </a:srgbClr>
              </a:outerShdw>
            </a:effectLst>
          </p:spPr>
        </p:pic>
        <p:pic>
          <p:nvPicPr>
            <p:cNvPr id="919" name="Google Shape;919;g332c05beed5_0_181"/>
            <p:cNvPicPr preferRelativeResize="0"/>
            <p:nvPr/>
          </p:nvPicPr>
          <p:blipFill rotWithShape="1">
            <a:blip r:embed="rId6">
              <a:alphaModFix/>
            </a:blip>
            <a:srcRect l="39" r="39"/>
            <a:stretch/>
          </p:blipFill>
          <p:spPr>
            <a:xfrm>
              <a:off x="3320730" y="2984070"/>
              <a:ext cx="1148707" cy="822955"/>
            </a:xfrm>
            <a:prstGeom prst="rect">
              <a:avLst/>
            </a:prstGeom>
            <a:noFill/>
            <a:ln>
              <a:noFill/>
            </a:ln>
            <a:effectLst>
              <a:outerShdw blurRad="71438" dist="19050" dir="5400000" algn="bl" rotWithShape="0">
                <a:srgbClr val="000000">
                  <a:alpha val="17650"/>
                </a:srgbClr>
              </a:outerShdw>
            </a:effectLst>
          </p:spPr>
        </p:pic>
        <p:pic>
          <p:nvPicPr>
            <p:cNvPr id="920" name="Google Shape;920;g332c05beed5_0_181"/>
            <p:cNvPicPr preferRelativeResize="0"/>
            <p:nvPr/>
          </p:nvPicPr>
          <p:blipFill rotWithShape="1">
            <a:blip r:embed="rId7">
              <a:alphaModFix/>
            </a:blip>
            <a:srcRect l="39" r="39"/>
            <a:stretch/>
          </p:blipFill>
          <p:spPr>
            <a:xfrm>
              <a:off x="4547639" y="2984070"/>
              <a:ext cx="1148707" cy="822955"/>
            </a:xfrm>
            <a:prstGeom prst="rect">
              <a:avLst/>
            </a:prstGeom>
            <a:noFill/>
            <a:ln>
              <a:noFill/>
            </a:ln>
            <a:effectLst>
              <a:outerShdw blurRad="71438" dist="19050" dir="5400000" algn="bl" rotWithShape="0">
                <a:srgbClr val="000000">
                  <a:alpha val="17650"/>
                </a:srgbClr>
              </a:outerShdw>
            </a:effectLst>
          </p:spPr>
        </p:pic>
        <p:pic>
          <p:nvPicPr>
            <p:cNvPr id="921" name="Google Shape;921;g332c05beed5_0_181"/>
            <p:cNvPicPr preferRelativeResize="0"/>
            <p:nvPr/>
          </p:nvPicPr>
          <p:blipFill rotWithShape="1">
            <a:blip r:embed="rId8">
              <a:alphaModFix/>
            </a:blip>
            <a:srcRect l="189" r="179"/>
            <a:stretch/>
          </p:blipFill>
          <p:spPr>
            <a:xfrm>
              <a:off x="868300" y="2984070"/>
              <a:ext cx="1147320" cy="822956"/>
            </a:xfrm>
            <a:prstGeom prst="rect">
              <a:avLst/>
            </a:prstGeom>
            <a:noFill/>
            <a:ln>
              <a:noFill/>
            </a:ln>
            <a:effectLst>
              <a:outerShdw blurRad="71438" dist="19050" dir="5400000" algn="bl" rotWithShape="0">
                <a:srgbClr val="000000">
                  <a:alpha val="17650"/>
                </a:srgbClr>
              </a:outerShdw>
            </a:effectLst>
          </p:spPr>
        </p:pic>
        <p:pic>
          <p:nvPicPr>
            <p:cNvPr id="922" name="Google Shape;922;g332c05beed5_0_181"/>
            <p:cNvPicPr preferRelativeResize="0"/>
            <p:nvPr/>
          </p:nvPicPr>
          <p:blipFill rotWithShape="1">
            <a:blip r:embed="rId9">
              <a:alphaModFix/>
            </a:blip>
            <a:srcRect t="39" b="49"/>
            <a:stretch/>
          </p:blipFill>
          <p:spPr>
            <a:xfrm>
              <a:off x="2093821" y="2984070"/>
              <a:ext cx="1148707" cy="821566"/>
            </a:xfrm>
            <a:prstGeom prst="rect">
              <a:avLst/>
            </a:prstGeom>
            <a:noFill/>
            <a:ln>
              <a:noFill/>
            </a:ln>
            <a:effectLst>
              <a:outerShdw blurRad="71438" dist="19050" dir="5400000" algn="bl" rotWithShape="0">
                <a:srgbClr val="000000">
                  <a:alpha val="17650"/>
                </a:srgbClr>
              </a:outerShdw>
            </a:effectLst>
          </p:spPr>
        </p:pic>
        <p:pic>
          <p:nvPicPr>
            <p:cNvPr id="923" name="Google Shape;923;g332c05beed5_0_181"/>
            <p:cNvPicPr preferRelativeResize="0"/>
            <p:nvPr/>
          </p:nvPicPr>
          <p:blipFill rotWithShape="1">
            <a:blip r:embed="rId10">
              <a:alphaModFix/>
            </a:blip>
            <a:srcRect l="59" r="59"/>
            <a:stretch/>
          </p:blipFill>
          <p:spPr>
            <a:xfrm>
              <a:off x="868300" y="2053250"/>
              <a:ext cx="1146813" cy="819547"/>
            </a:xfrm>
            <a:prstGeom prst="rect">
              <a:avLst/>
            </a:prstGeom>
            <a:noFill/>
            <a:ln>
              <a:noFill/>
            </a:ln>
            <a:effectLst>
              <a:outerShdw blurRad="71438" dist="19050" dir="5400000" algn="bl" rotWithShape="0">
                <a:srgbClr val="000000">
                  <a:alpha val="18040"/>
                </a:srgbClr>
              </a:outerShdw>
            </a:effectLst>
          </p:spPr>
        </p:pic>
        <p:pic>
          <p:nvPicPr>
            <p:cNvPr id="924" name="Google Shape;924;g332c05beed5_0_181"/>
            <p:cNvPicPr preferRelativeResize="0"/>
            <p:nvPr/>
          </p:nvPicPr>
          <p:blipFill rotWithShape="1">
            <a:blip r:embed="rId11">
              <a:alphaModFix/>
            </a:blip>
            <a:srcRect l="159" r="159"/>
            <a:stretch/>
          </p:blipFill>
          <p:spPr>
            <a:xfrm>
              <a:off x="2094526" y="2053250"/>
              <a:ext cx="1147320" cy="822955"/>
            </a:xfrm>
            <a:prstGeom prst="rect">
              <a:avLst/>
            </a:prstGeom>
            <a:noFill/>
            <a:ln>
              <a:noFill/>
            </a:ln>
            <a:effectLst>
              <a:outerShdw blurRad="71438" dist="19050" dir="5400000" algn="bl" rotWithShape="0">
                <a:srgbClr val="000000">
                  <a:alpha val="18040"/>
                </a:srgbClr>
              </a:outerShdw>
            </a:effectLst>
          </p:spPr>
        </p:pic>
        <p:pic>
          <p:nvPicPr>
            <p:cNvPr id="925" name="Google Shape;925;g332c05beed5_0_181"/>
            <p:cNvPicPr preferRelativeResize="0"/>
            <p:nvPr/>
          </p:nvPicPr>
          <p:blipFill rotWithShape="1">
            <a:blip r:embed="rId12">
              <a:alphaModFix/>
            </a:blip>
            <a:srcRect l="159" r="159"/>
            <a:stretch/>
          </p:blipFill>
          <p:spPr>
            <a:xfrm>
              <a:off x="3321259" y="2053250"/>
              <a:ext cx="1147320" cy="821565"/>
            </a:xfrm>
            <a:prstGeom prst="rect">
              <a:avLst/>
            </a:prstGeom>
            <a:noFill/>
            <a:ln>
              <a:noFill/>
            </a:ln>
            <a:effectLst>
              <a:outerShdw blurRad="71438" dist="19050" dir="5400000" algn="bl" rotWithShape="0">
                <a:srgbClr val="000000">
                  <a:alpha val="18040"/>
                </a:srgbClr>
              </a:outerShdw>
            </a:effectLst>
          </p:spPr>
        </p:pic>
        <p:pic>
          <p:nvPicPr>
            <p:cNvPr id="926" name="Google Shape;926;g332c05beed5_0_181"/>
            <p:cNvPicPr preferRelativeResize="0"/>
            <p:nvPr/>
          </p:nvPicPr>
          <p:blipFill rotWithShape="1">
            <a:blip r:embed="rId13">
              <a:alphaModFix/>
            </a:blip>
            <a:srcRect l="79" r="69"/>
            <a:stretch/>
          </p:blipFill>
          <p:spPr>
            <a:xfrm>
              <a:off x="4547991" y="2053250"/>
              <a:ext cx="1147320" cy="821566"/>
            </a:xfrm>
            <a:prstGeom prst="rect">
              <a:avLst/>
            </a:prstGeom>
            <a:noFill/>
            <a:ln>
              <a:noFill/>
            </a:ln>
            <a:effectLst>
              <a:outerShdw blurRad="71438" dist="19050" dir="5400000" algn="bl" rotWithShape="0">
                <a:srgbClr val="000000">
                  <a:alpha val="18040"/>
                </a:srgbClr>
              </a:outerShdw>
            </a:effectLst>
          </p:spPr>
        </p:pic>
        <p:pic>
          <p:nvPicPr>
            <p:cNvPr id="927" name="Google Shape;927;g332c05beed5_0_181"/>
            <p:cNvPicPr preferRelativeResize="0"/>
            <p:nvPr/>
          </p:nvPicPr>
          <p:blipFill rotWithShape="1">
            <a:blip r:embed="rId14">
              <a:alphaModFix/>
            </a:blip>
            <a:srcRect l="79" r="69"/>
            <a:stretch/>
          </p:blipFill>
          <p:spPr>
            <a:xfrm>
              <a:off x="5774724" y="2053250"/>
              <a:ext cx="1147320" cy="821566"/>
            </a:xfrm>
            <a:prstGeom prst="rect">
              <a:avLst/>
            </a:prstGeom>
            <a:noFill/>
            <a:ln>
              <a:noFill/>
            </a:ln>
            <a:effectLst>
              <a:outerShdw blurRad="71438" dist="19050" dir="5400000" algn="bl" rotWithShape="0">
                <a:srgbClr val="000000">
                  <a:alpha val="18040"/>
                </a:srgbClr>
              </a:outerShdw>
            </a:effectLst>
          </p:spPr>
        </p:pic>
        <p:pic>
          <p:nvPicPr>
            <p:cNvPr id="928" name="Google Shape;928;g332c05beed5_0_181"/>
            <p:cNvPicPr preferRelativeResize="0"/>
            <p:nvPr/>
          </p:nvPicPr>
          <p:blipFill rotWithShape="1">
            <a:blip r:embed="rId15">
              <a:alphaModFix/>
            </a:blip>
            <a:srcRect l="79" r="69"/>
            <a:stretch/>
          </p:blipFill>
          <p:spPr>
            <a:xfrm>
              <a:off x="7001457" y="2053250"/>
              <a:ext cx="1147320" cy="821566"/>
            </a:xfrm>
            <a:prstGeom prst="rect">
              <a:avLst/>
            </a:prstGeom>
            <a:noFill/>
            <a:ln>
              <a:noFill/>
            </a:ln>
            <a:effectLst>
              <a:outerShdw blurRad="71438" dist="19050" dir="5400000" algn="bl" rotWithShape="0">
                <a:srgbClr val="000000">
                  <a:alpha val="18040"/>
                </a:srgbClr>
              </a:outerShdw>
            </a:effectLst>
          </p:spPr>
        </p:pic>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3"/>
        <p:cNvGrpSpPr/>
        <p:nvPr/>
      </p:nvGrpSpPr>
      <p:grpSpPr>
        <a:xfrm>
          <a:off x="0" y="0"/>
          <a:ext cx="0" cy="0"/>
          <a:chOff x="0" y="0"/>
          <a:chExt cx="0" cy="0"/>
        </a:xfrm>
      </p:grpSpPr>
      <p:sp>
        <p:nvSpPr>
          <p:cNvPr id="934" name="Google Shape;934;g332c05beed5_0_20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5 Common Exception Words </a:t>
            </a:r>
            <a:r>
              <a:rPr lang="en-US">
                <a:solidFill>
                  <a:srgbClr val="2356AF"/>
                </a:solidFill>
              </a:rPr>
              <a:t>today house mouse hour because Mr Mrs Ms where should could would move use</a:t>
            </a:r>
            <a:r>
              <a:rPr lang="en-US"/>
              <a:t>.</a:t>
            </a:r>
            <a:endParaRPr/>
          </a:p>
        </p:txBody>
      </p:sp>
      <p:grpSp>
        <p:nvGrpSpPr>
          <p:cNvPr id="935" name="Google Shape;935;g332c05beed5_0_200"/>
          <p:cNvGrpSpPr/>
          <p:nvPr/>
        </p:nvGrpSpPr>
        <p:grpSpPr>
          <a:xfrm>
            <a:off x="868300" y="2129450"/>
            <a:ext cx="7281864" cy="2688001"/>
            <a:chOff x="868300" y="2129450"/>
            <a:chExt cx="7281864" cy="2688001"/>
          </a:xfrm>
        </p:grpSpPr>
        <p:pic>
          <p:nvPicPr>
            <p:cNvPr id="936" name="Google Shape;936;g332c05beed5_0_200"/>
            <p:cNvPicPr preferRelativeResize="0"/>
            <p:nvPr/>
          </p:nvPicPr>
          <p:blipFill rotWithShape="1">
            <a:blip r:embed="rId3">
              <a:alphaModFix/>
            </a:blip>
            <a:srcRect l="248" r="238"/>
            <a:stretch/>
          </p:blipFill>
          <p:spPr>
            <a:xfrm>
              <a:off x="868300" y="3994495"/>
              <a:ext cx="1147320" cy="822956"/>
            </a:xfrm>
            <a:prstGeom prst="rect">
              <a:avLst/>
            </a:prstGeom>
            <a:noFill/>
            <a:ln>
              <a:noFill/>
            </a:ln>
            <a:effectLst>
              <a:outerShdw blurRad="71438" dist="19050" dir="5400000" algn="bl" rotWithShape="0">
                <a:srgbClr val="000000">
                  <a:alpha val="17650"/>
                </a:srgbClr>
              </a:outerShdw>
            </a:effectLst>
          </p:spPr>
        </p:pic>
        <p:pic>
          <p:nvPicPr>
            <p:cNvPr id="937" name="Google Shape;937;g332c05beed5_0_200"/>
            <p:cNvPicPr preferRelativeResize="0"/>
            <p:nvPr/>
          </p:nvPicPr>
          <p:blipFill rotWithShape="1">
            <a:blip r:embed="rId4">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7650"/>
                </a:srgbClr>
              </a:outerShdw>
            </a:effectLst>
          </p:spPr>
        </p:pic>
        <p:pic>
          <p:nvPicPr>
            <p:cNvPr id="938" name="Google Shape;938;g332c05beed5_0_200"/>
            <p:cNvPicPr preferRelativeResize="0"/>
            <p:nvPr/>
          </p:nvPicPr>
          <p:blipFill rotWithShape="1">
            <a:blip r:embed="rId5">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7650"/>
                </a:srgbClr>
              </a:outerShdw>
            </a:effectLst>
          </p:spPr>
        </p:pic>
        <p:pic>
          <p:nvPicPr>
            <p:cNvPr id="939" name="Google Shape;939;g332c05beed5_0_200"/>
            <p:cNvPicPr preferRelativeResize="0"/>
            <p:nvPr/>
          </p:nvPicPr>
          <p:blipFill rotWithShape="1">
            <a:blip r:embed="rId6">
              <a:alphaModFix/>
            </a:blip>
            <a:srcRect l="99" r="99"/>
            <a:stretch/>
          </p:blipFill>
          <p:spPr>
            <a:xfrm>
              <a:off x="3320730" y="3060270"/>
              <a:ext cx="1148707" cy="822955"/>
            </a:xfrm>
            <a:prstGeom prst="rect">
              <a:avLst/>
            </a:prstGeom>
            <a:noFill/>
            <a:ln>
              <a:noFill/>
            </a:ln>
            <a:effectLst>
              <a:outerShdw blurRad="71438" dist="19050" dir="5400000" algn="bl" rotWithShape="0">
                <a:srgbClr val="000000">
                  <a:alpha val="17650"/>
                </a:srgbClr>
              </a:outerShdw>
            </a:effectLst>
          </p:spPr>
        </p:pic>
        <p:pic>
          <p:nvPicPr>
            <p:cNvPr id="940" name="Google Shape;940;g332c05beed5_0_200"/>
            <p:cNvPicPr preferRelativeResize="0"/>
            <p:nvPr/>
          </p:nvPicPr>
          <p:blipFill rotWithShape="1">
            <a:blip r:embed="rId7">
              <a:alphaModFix/>
            </a:blip>
            <a:srcRect l="189" r="179"/>
            <a:stretch/>
          </p:blipFill>
          <p:spPr>
            <a:xfrm>
              <a:off x="4547639" y="3060270"/>
              <a:ext cx="1148707" cy="822956"/>
            </a:xfrm>
            <a:prstGeom prst="rect">
              <a:avLst/>
            </a:prstGeom>
            <a:noFill/>
            <a:ln>
              <a:noFill/>
            </a:ln>
            <a:effectLst>
              <a:outerShdw blurRad="71438" dist="19050" dir="5400000" algn="bl" rotWithShape="0">
                <a:srgbClr val="000000">
                  <a:alpha val="17650"/>
                </a:srgbClr>
              </a:outerShdw>
            </a:effectLst>
          </p:spPr>
        </p:pic>
        <p:pic>
          <p:nvPicPr>
            <p:cNvPr id="941" name="Google Shape;941;g332c05beed5_0_200"/>
            <p:cNvPicPr preferRelativeResize="0"/>
            <p:nvPr/>
          </p:nvPicPr>
          <p:blipFill rotWithShape="1">
            <a:blip r:embed="rId8">
              <a:alphaModFix/>
            </a:blip>
            <a:srcRect l="248" r="238"/>
            <a:stretch/>
          </p:blipFill>
          <p:spPr>
            <a:xfrm>
              <a:off x="868300" y="3060270"/>
              <a:ext cx="1147320" cy="822956"/>
            </a:xfrm>
            <a:prstGeom prst="rect">
              <a:avLst/>
            </a:prstGeom>
            <a:noFill/>
            <a:ln>
              <a:noFill/>
            </a:ln>
            <a:effectLst>
              <a:outerShdw blurRad="71438" dist="19050" dir="5400000" algn="bl" rotWithShape="0">
                <a:srgbClr val="000000">
                  <a:alpha val="17650"/>
                </a:srgbClr>
              </a:outerShdw>
            </a:effectLst>
          </p:spPr>
        </p:pic>
        <p:pic>
          <p:nvPicPr>
            <p:cNvPr id="942" name="Google Shape;942;g332c05beed5_0_200"/>
            <p:cNvPicPr preferRelativeResize="0"/>
            <p:nvPr/>
          </p:nvPicPr>
          <p:blipFill rotWithShape="1">
            <a:blip r:embed="rId9">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7650"/>
                </a:srgbClr>
              </a:outerShdw>
            </a:effectLst>
          </p:spPr>
        </p:pic>
        <p:pic>
          <p:nvPicPr>
            <p:cNvPr id="943" name="Google Shape;943;g332c05beed5_0_200"/>
            <p:cNvPicPr preferRelativeResize="0"/>
            <p:nvPr/>
          </p:nvPicPr>
          <p:blipFill rotWithShape="1">
            <a:blip r:embed="rId10">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944" name="Google Shape;944;g332c05beed5_0_200"/>
            <p:cNvPicPr preferRelativeResize="0"/>
            <p:nvPr/>
          </p:nvPicPr>
          <p:blipFill rotWithShape="1">
            <a:blip r:embed="rId11">
              <a:alphaModFix/>
            </a:blip>
            <a:srcRect l="248" r="238"/>
            <a:stretch/>
          </p:blipFill>
          <p:spPr>
            <a:xfrm>
              <a:off x="2094526" y="2129450"/>
              <a:ext cx="1147320" cy="822956"/>
            </a:xfrm>
            <a:prstGeom prst="rect">
              <a:avLst/>
            </a:prstGeom>
            <a:noFill/>
            <a:ln>
              <a:noFill/>
            </a:ln>
            <a:effectLst>
              <a:outerShdw blurRad="71438" dist="19050" dir="5400000" algn="bl" rotWithShape="0">
                <a:srgbClr val="000000">
                  <a:alpha val="18040"/>
                </a:srgbClr>
              </a:outerShdw>
            </a:effectLst>
          </p:spPr>
        </p:pic>
        <p:pic>
          <p:nvPicPr>
            <p:cNvPr id="945" name="Google Shape;945;g332c05beed5_0_200"/>
            <p:cNvPicPr preferRelativeResize="0"/>
            <p:nvPr/>
          </p:nvPicPr>
          <p:blipFill rotWithShape="1">
            <a:blip r:embed="rId12">
              <a:alphaModFix/>
            </a:blip>
            <a:srcRect l="159" r="159"/>
            <a:stretch/>
          </p:blipFill>
          <p:spPr>
            <a:xfrm>
              <a:off x="3321271" y="2130138"/>
              <a:ext cx="1147320" cy="821565"/>
            </a:xfrm>
            <a:prstGeom prst="rect">
              <a:avLst/>
            </a:prstGeom>
            <a:noFill/>
            <a:ln>
              <a:noFill/>
            </a:ln>
            <a:effectLst>
              <a:outerShdw blurRad="71438" dist="19050" dir="5400000" algn="bl" rotWithShape="0">
                <a:srgbClr val="000000">
                  <a:alpha val="18040"/>
                </a:srgbClr>
              </a:outerShdw>
            </a:effectLst>
          </p:spPr>
        </p:pic>
        <p:pic>
          <p:nvPicPr>
            <p:cNvPr id="946" name="Google Shape;946;g332c05beed5_0_200"/>
            <p:cNvPicPr preferRelativeResize="0"/>
            <p:nvPr/>
          </p:nvPicPr>
          <p:blipFill rotWithShape="1">
            <a:blip r:embed="rId13">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947" name="Google Shape;947;g332c05beed5_0_200"/>
            <p:cNvPicPr preferRelativeResize="0"/>
            <p:nvPr/>
          </p:nvPicPr>
          <p:blipFill rotWithShape="1">
            <a:blip r:embed="rId14">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948" name="Google Shape;948;g332c05beed5_0_200"/>
            <p:cNvPicPr preferRelativeResize="0"/>
            <p:nvPr/>
          </p:nvPicPr>
          <p:blipFill rotWithShape="1">
            <a:blip r:embed="rId15">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040"/>
                </a:srgbClr>
              </a:outerShdw>
            </a:effectLst>
          </p:spPr>
        </p:pic>
        <p:pic>
          <p:nvPicPr>
            <p:cNvPr id="949" name="Google Shape;949;g332c05beed5_0_200"/>
            <p:cNvPicPr preferRelativeResize="0"/>
            <p:nvPr/>
          </p:nvPicPr>
          <p:blipFill rotWithShape="1">
            <a:blip r:embed="rId16">
              <a:alphaModFix/>
            </a:blip>
            <a:srcRect l="19" r="9"/>
            <a:stretch/>
          </p:blipFill>
          <p:spPr>
            <a:xfrm>
              <a:off x="2093821" y="3995885"/>
              <a:ext cx="1148707" cy="821566"/>
            </a:xfrm>
            <a:prstGeom prst="rect">
              <a:avLst/>
            </a:prstGeom>
            <a:noFill/>
            <a:ln>
              <a:noFill/>
            </a:ln>
            <a:effectLst>
              <a:outerShdw blurRad="71438" dist="19050" dir="5400000" algn="bl" rotWithShape="0">
                <a:srgbClr val="000000">
                  <a:alpha val="17650"/>
                </a:srgbClr>
              </a:outerShdw>
            </a:effectLst>
          </p:spPr>
        </p:pic>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4"/>
        <p:cNvGrpSpPr/>
        <p:nvPr/>
      </p:nvGrpSpPr>
      <p:grpSpPr>
        <a:xfrm>
          <a:off x="0" y="0"/>
          <a:ext cx="0" cy="0"/>
          <a:chOff x="0" y="0"/>
          <a:chExt cx="0" cy="0"/>
        </a:xfrm>
      </p:grpSpPr>
      <p:sp>
        <p:nvSpPr>
          <p:cNvPr id="955" name="Google Shape;955;g332c05beed5_0_220"/>
          <p:cNvSpPr txBox="1">
            <a:spLocks noGrp="1"/>
          </p:cNvSpPr>
          <p:nvPr>
            <p:ph type="title"/>
          </p:nvPr>
        </p:nvSpPr>
        <p:spPr>
          <a:xfrm>
            <a:off x="1079300" y="582900"/>
            <a:ext cx="6985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160"/>
              <a:buNone/>
            </a:pPr>
            <a:r>
              <a:rPr lang="en-US"/>
              <a:t>Review Phase 5.5 Common Exception Words </a:t>
            </a:r>
            <a:br>
              <a:rPr lang="en-US"/>
            </a:br>
            <a:r>
              <a:rPr lang="en-US">
                <a:solidFill>
                  <a:srgbClr val="2356AF"/>
                </a:solidFill>
              </a:rPr>
              <a:t>people wild child mind kind behind eye oh most only both though</a:t>
            </a:r>
            <a:r>
              <a:rPr lang="en-US"/>
              <a:t>.</a:t>
            </a:r>
            <a:endParaRPr/>
          </a:p>
        </p:txBody>
      </p:sp>
      <p:pic>
        <p:nvPicPr>
          <p:cNvPr id="956" name="Google Shape;956;g332c05beed5_0_220"/>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7650"/>
              </a:srgbClr>
            </a:outerShdw>
          </a:effectLst>
        </p:spPr>
      </p:pic>
      <p:pic>
        <p:nvPicPr>
          <p:cNvPr id="957" name="Google Shape;957;g332c05beed5_0_220"/>
          <p:cNvPicPr preferRelativeResize="0"/>
          <p:nvPr/>
        </p:nvPicPr>
        <p:blipFill rotWithShape="1">
          <a:blip r:embed="rId4">
            <a:alphaModFix/>
          </a:blip>
          <a:srcRect l="189" r="179"/>
          <a:stretch/>
        </p:blipFill>
        <p:spPr>
          <a:xfrm>
            <a:off x="2094526" y="2129450"/>
            <a:ext cx="1147320" cy="822956"/>
          </a:xfrm>
          <a:prstGeom prst="rect">
            <a:avLst/>
          </a:prstGeom>
          <a:noFill/>
          <a:ln>
            <a:noFill/>
          </a:ln>
          <a:effectLst>
            <a:outerShdw blurRad="71438" dist="19050" dir="5400000" algn="bl" rotWithShape="0">
              <a:srgbClr val="000000">
                <a:alpha val="17650"/>
              </a:srgbClr>
            </a:outerShdw>
          </a:effectLst>
        </p:spPr>
      </p:pic>
      <p:pic>
        <p:nvPicPr>
          <p:cNvPr id="958" name="Google Shape;958;g332c05beed5_0_220"/>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7650"/>
              </a:srgbClr>
            </a:outerShdw>
          </a:effectLst>
        </p:spPr>
      </p:pic>
      <p:pic>
        <p:nvPicPr>
          <p:cNvPr id="959" name="Google Shape;959;g332c05beed5_0_220"/>
          <p:cNvPicPr preferRelativeResize="0"/>
          <p:nvPr/>
        </p:nvPicPr>
        <p:blipFill rotWithShape="1">
          <a:blip r:embed="rId6">
            <a:alphaModFix/>
          </a:blip>
          <a:srcRect l="19" r="9"/>
          <a:stretch/>
        </p:blipFill>
        <p:spPr>
          <a:xfrm>
            <a:off x="4547991" y="2129450"/>
            <a:ext cx="1147320" cy="821566"/>
          </a:xfrm>
          <a:prstGeom prst="rect">
            <a:avLst/>
          </a:prstGeom>
          <a:noFill/>
          <a:ln>
            <a:noFill/>
          </a:ln>
          <a:effectLst>
            <a:outerShdw blurRad="71438" dist="19050" dir="5400000" algn="bl" rotWithShape="0">
              <a:srgbClr val="000000">
                <a:alpha val="17650"/>
              </a:srgbClr>
            </a:outerShdw>
          </a:effectLst>
        </p:spPr>
      </p:pic>
      <p:pic>
        <p:nvPicPr>
          <p:cNvPr id="960" name="Google Shape;960;g332c05beed5_0_220"/>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7650"/>
              </a:srgbClr>
            </a:outerShdw>
          </a:effectLst>
        </p:spPr>
      </p:pic>
      <p:pic>
        <p:nvPicPr>
          <p:cNvPr id="961" name="Google Shape;961;g332c05beed5_0_220"/>
          <p:cNvPicPr preferRelativeResize="0"/>
          <p:nvPr/>
        </p:nvPicPr>
        <p:blipFill rotWithShape="1">
          <a:blip r:embed="rId8">
            <a:alphaModFix/>
          </a:blip>
          <a:srcRect l="19" r="9"/>
          <a:stretch/>
        </p:blipFill>
        <p:spPr>
          <a:xfrm>
            <a:off x="7001457" y="2129450"/>
            <a:ext cx="1147320" cy="821566"/>
          </a:xfrm>
          <a:prstGeom prst="rect">
            <a:avLst/>
          </a:prstGeom>
          <a:noFill/>
          <a:ln>
            <a:noFill/>
          </a:ln>
          <a:effectLst>
            <a:outerShdw blurRad="71438" dist="19050" dir="5400000" algn="bl" rotWithShape="0">
              <a:srgbClr val="000000">
                <a:alpha val="17650"/>
              </a:srgbClr>
            </a:outerShdw>
          </a:effectLst>
        </p:spPr>
      </p:pic>
      <p:pic>
        <p:nvPicPr>
          <p:cNvPr id="962" name="Google Shape;962;g332c05beed5_0_220"/>
          <p:cNvPicPr preferRelativeResize="0"/>
          <p:nvPr/>
        </p:nvPicPr>
        <p:blipFill rotWithShape="1">
          <a:blip r:embed="rId9">
            <a:alphaModFix/>
          </a:blip>
          <a:srcRect t="79" b="89"/>
          <a:stretch/>
        </p:blipFill>
        <p:spPr>
          <a:xfrm>
            <a:off x="868300" y="3060275"/>
            <a:ext cx="1146813" cy="819547"/>
          </a:xfrm>
          <a:prstGeom prst="rect">
            <a:avLst/>
          </a:prstGeom>
          <a:noFill/>
          <a:ln>
            <a:noFill/>
          </a:ln>
          <a:effectLst>
            <a:outerShdw blurRad="71438" dist="19050" dir="5400000" algn="bl" rotWithShape="0">
              <a:srgbClr val="000000">
                <a:alpha val="17650"/>
              </a:srgbClr>
            </a:outerShdw>
          </a:effectLst>
        </p:spPr>
      </p:pic>
      <p:pic>
        <p:nvPicPr>
          <p:cNvPr id="963" name="Google Shape;963;g332c05beed5_0_220"/>
          <p:cNvPicPr preferRelativeResize="0"/>
          <p:nvPr/>
        </p:nvPicPr>
        <p:blipFill rotWithShape="1">
          <a:blip r:embed="rId10">
            <a:alphaModFix/>
          </a:blip>
          <a:srcRect l="99" r="99"/>
          <a:stretch/>
        </p:blipFill>
        <p:spPr>
          <a:xfrm>
            <a:off x="2094526" y="3060275"/>
            <a:ext cx="1147320" cy="822955"/>
          </a:xfrm>
          <a:prstGeom prst="rect">
            <a:avLst/>
          </a:prstGeom>
          <a:noFill/>
          <a:ln>
            <a:noFill/>
          </a:ln>
          <a:effectLst>
            <a:outerShdw blurRad="71438" dist="19050" dir="5400000" algn="bl" rotWithShape="0">
              <a:srgbClr val="000000">
                <a:alpha val="17650"/>
              </a:srgbClr>
            </a:outerShdw>
          </a:effectLst>
        </p:spPr>
      </p:pic>
      <p:pic>
        <p:nvPicPr>
          <p:cNvPr id="964" name="Google Shape;964;g332c05beed5_0_220"/>
          <p:cNvPicPr preferRelativeResize="0"/>
          <p:nvPr/>
        </p:nvPicPr>
        <p:blipFill rotWithShape="1">
          <a:blip r:embed="rId11">
            <a:alphaModFix/>
          </a:blip>
          <a:srcRect l="159" r="159"/>
          <a:stretch/>
        </p:blipFill>
        <p:spPr>
          <a:xfrm>
            <a:off x="3321259" y="3060275"/>
            <a:ext cx="1147320" cy="821565"/>
          </a:xfrm>
          <a:prstGeom prst="rect">
            <a:avLst/>
          </a:prstGeom>
          <a:noFill/>
          <a:ln>
            <a:noFill/>
          </a:ln>
          <a:effectLst>
            <a:outerShdw blurRad="71438" dist="19050" dir="5400000" algn="bl" rotWithShape="0">
              <a:srgbClr val="000000">
                <a:alpha val="17650"/>
              </a:srgbClr>
            </a:outerShdw>
          </a:effectLst>
        </p:spPr>
      </p:pic>
      <p:pic>
        <p:nvPicPr>
          <p:cNvPr id="965" name="Google Shape;965;g332c05beed5_0_220"/>
          <p:cNvPicPr preferRelativeResize="0"/>
          <p:nvPr/>
        </p:nvPicPr>
        <p:blipFill rotWithShape="1">
          <a:blip r:embed="rId12">
            <a:alphaModFix/>
          </a:blip>
          <a:srcRect l="159" r="159"/>
          <a:stretch/>
        </p:blipFill>
        <p:spPr>
          <a:xfrm>
            <a:off x="4547991" y="3060275"/>
            <a:ext cx="1147320" cy="821565"/>
          </a:xfrm>
          <a:prstGeom prst="rect">
            <a:avLst/>
          </a:prstGeom>
          <a:noFill/>
          <a:ln>
            <a:noFill/>
          </a:ln>
          <a:effectLst>
            <a:outerShdw blurRad="71438" dist="19050" dir="5400000" algn="bl" rotWithShape="0">
              <a:srgbClr val="000000">
                <a:alpha val="17650"/>
              </a:srgbClr>
            </a:outerShdw>
          </a:effectLst>
        </p:spPr>
      </p:pic>
      <p:pic>
        <p:nvPicPr>
          <p:cNvPr id="966" name="Google Shape;966;g332c05beed5_0_220"/>
          <p:cNvPicPr preferRelativeResize="0"/>
          <p:nvPr/>
        </p:nvPicPr>
        <p:blipFill rotWithShape="1">
          <a:blip r:embed="rId13">
            <a:alphaModFix/>
          </a:blip>
          <a:srcRect l="159" r="159"/>
          <a:stretch/>
        </p:blipFill>
        <p:spPr>
          <a:xfrm>
            <a:off x="5774724" y="3060275"/>
            <a:ext cx="1147320" cy="821565"/>
          </a:xfrm>
          <a:prstGeom prst="rect">
            <a:avLst/>
          </a:prstGeom>
          <a:noFill/>
          <a:ln>
            <a:noFill/>
          </a:ln>
          <a:effectLst>
            <a:outerShdw blurRad="71438" dist="19050" dir="5400000" algn="bl" rotWithShape="0">
              <a:srgbClr val="000000">
                <a:alpha val="17650"/>
              </a:srgbClr>
            </a:outerShdw>
          </a:effectLst>
        </p:spPr>
      </p:pic>
      <p:pic>
        <p:nvPicPr>
          <p:cNvPr id="967" name="Google Shape;967;g332c05beed5_0_220"/>
          <p:cNvPicPr preferRelativeResize="0"/>
          <p:nvPr/>
        </p:nvPicPr>
        <p:blipFill rotWithShape="1">
          <a:blip r:embed="rId14">
            <a:alphaModFix/>
          </a:blip>
          <a:srcRect l="79" r="69"/>
          <a:stretch/>
        </p:blipFill>
        <p:spPr>
          <a:xfrm>
            <a:off x="7001457" y="3060275"/>
            <a:ext cx="1147320" cy="821566"/>
          </a:xfrm>
          <a:prstGeom prst="rect">
            <a:avLst/>
          </a:prstGeom>
          <a:noFill/>
          <a:ln>
            <a:noFill/>
          </a:ln>
          <a:effectLst>
            <a:outerShdw blurRad="71438" dist="19050" dir="5400000" algn="bl" rotWithShape="0">
              <a:srgbClr val="000000">
                <a:alpha val="1765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2"/>
        <p:cNvGrpSpPr/>
        <p:nvPr/>
      </p:nvGrpSpPr>
      <p:grpSpPr>
        <a:xfrm>
          <a:off x="0" y="0"/>
          <a:ext cx="0" cy="0"/>
          <a:chOff x="0" y="0"/>
          <a:chExt cx="0" cy="0"/>
        </a:xfrm>
      </p:grpSpPr>
      <p:sp>
        <p:nvSpPr>
          <p:cNvPr id="973" name="Google Shape;973;g26f40b1072c_1_2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chemeClr val="dk1"/>
              </a:buClr>
              <a:buSzPts val="1100"/>
              <a:buFont typeface="Arial"/>
              <a:buNone/>
            </a:pPr>
            <a:r>
              <a:rPr lang="en-US" sz="2000"/>
              <a:t>Teach Homophones within </a:t>
            </a:r>
            <a:r>
              <a:rPr lang="en-US" sz="2000">
                <a:solidFill>
                  <a:srgbClr val="8DC63F"/>
                </a:solidFill>
              </a:rPr>
              <a:t>/oa/</a:t>
            </a:r>
            <a:r>
              <a:rPr lang="en-US" sz="2000"/>
              <a:t> family:</a:t>
            </a:r>
            <a:endParaRPr sz="2000"/>
          </a:p>
          <a:p>
            <a:pPr marL="0" lvl="0" indent="0" algn="ctr" rtl="0">
              <a:lnSpc>
                <a:spcPct val="100000"/>
              </a:lnSpc>
              <a:spcBef>
                <a:spcPts val="0"/>
              </a:spcBef>
              <a:spcAft>
                <a:spcPts val="0"/>
              </a:spcAft>
              <a:buSzPts val="1100"/>
              <a:buNone/>
            </a:pPr>
            <a:r>
              <a:rPr lang="en-US" sz="2000">
                <a:solidFill>
                  <a:srgbClr val="2356AF"/>
                </a:solidFill>
              </a:rPr>
              <a:t>know / no, loan / lone, rows / rose, road / rode.</a:t>
            </a:r>
            <a:endParaRPr sz="2000">
              <a:solidFill>
                <a:srgbClr val="2356AF"/>
              </a:solidFill>
            </a:endParaRPr>
          </a:p>
        </p:txBody>
      </p:sp>
      <p:pic>
        <p:nvPicPr>
          <p:cNvPr id="974" name="Google Shape;974;g26f40b1072c_1_28"/>
          <p:cNvPicPr preferRelativeResize="0"/>
          <p:nvPr/>
        </p:nvPicPr>
        <p:blipFill rotWithShape="1">
          <a:blip r:embed="rId3">
            <a:alphaModFix/>
          </a:blip>
          <a:srcRect t="-3011" b="-3021"/>
          <a:stretch/>
        </p:blipFill>
        <p:spPr>
          <a:xfrm>
            <a:off x="962300" y="2080525"/>
            <a:ext cx="2342700" cy="1243225"/>
          </a:xfrm>
          <a:prstGeom prst="rect">
            <a:avLst/>
          </a:prstGeom>
          <a:noFill/>
          <a:ln>
            <a:noFill/>
          </a:ln>
          <a:effectLst>
            <a:outerShdw blurRad="57150" dist="19050" dir="5400000" algn="bl" rotWithShape="0">
              <a:srgbClr val="BFBFBF"/>
            </a:outerShdw>
          </a:effectLst>
        </p:spPr>
      </p:pic>
      <p:pic>
        <p:nvPicPr>
          <p:cNvPr id="975" name="Google Shape;975;g26f40b1072c_1_28"/>
          <p:cNvPicPr preferRelativeResize="0"/>
          <p:nvPr/>
        </p:nvPicPr>
        <p:blipFill rotWithShape="1">
          <a:blip r:embed="rId4">
            <a:alphaModFix/>
          </a:blip>
          <a:srcRect t="-3123" b="-3112"/>
          <a:stretch/>
        </p:blipFill>
        <p:spPr>
          <a:xfrm>
            <a:off x="3403100" y="2080538"/>
            <a:ext cx="2337750" cy="1243200"/>
          </a:xfrm>
          <a:prstGeom prst="rect">
            <a:avLst/>
          </a:prstGeom>
          <a:noFill/>
          <a:ln>
            <a:noFill/>
          </a:ln>
          <a:effectLst>
            <a:outerShdw blurRad="57150" dist="19050" dir="5400000" algn="bl" rotWithShape="0">
              <a:srgbClr val="BFBFBF"/>
            </a:outerShdw>
          </a:effectLst>
        </p:spPr>
      </p:pic>
      <p:pic>
        <p:nvPicPr>
          <p:cNvPr id="976" name="Google Shape;976;g26f40b1072c_1_28"/>
          <p:cNvPicPr preferRelativeResize="0"/>
          <p:nvPr/>
        </p:nvPicPr>
        <p:blipFill rotWithShape="1">
          <a:blip r:embed="rId5">
            <a:alphaModFix/>
          </a:blip>
          <a:srcRect t="-3123" b="-3112"/>
          <a:stretch/>
        </p:blipFill>
        <p:spPr>
          <a:xfrm>
            <a:off x="5843900" y="2080525"/>
            <a:ext cx="2337800" cy="1243200"/>
          </a:xfrm>
          <a:prstGeom prst="rect">
            <a:avLst/>
          </a:prstGeom>
          <a:noFill/>
          <a:ln>
            <a:noFill/>
          </a:ln>
          <a:effectLst>
            <a:outerShdw blurRad="57150" dist="19050" dir="5400000" algn="bl" rotWithShape="0">
              <a:srgbClr val="BFBFBF"/>
            </a:outerShdw>
          </a:effectLst>
        </p:spPr>
      </p:pic>
      <p:pic>
        <p:nvPicPr>
          <p:cNvPr id="977" name="Google Shape;977;g26f40b1072c_1_28"/>
          <p:cNvPicPr preferRelativeResize="0"/>
          <p:nvPr/>
        </p:nvPicPr>
        <p:blipFill rotWithShape="1">
          <a:blip r:embed="rId6">
            <a:alphaModFix/>
          </a:blip>
          <a:srcRect t="-5703" b="-5692"/>
          <a:stretch/>
        </p:blipFill>
        <p:spPr>
          <a:xfrm>
            <a:off x="3403100" y="3323752"/>
            <a:ext cx="2337774" cy="1303575"/>
          </a:xfrm>
          <a:prstGeom prst="rect">
            <a:avLst/>
          </a:prstGeom>
          <a:noFill/>
          <a:ln>
            <a:noFill/>
          </a:ln>
          <a:effectLst>
            <a:outerShdw blurRad="57150" dist="19050" dir="5400000" algn="bl" rotWithShape="0">
              <a:srgbClr val="BFBFBF"/>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pic>
        <p:nvPicPr>
          <p:cNvPr id="983" name="Google Shape;983;g26f40b1072c_1_0"/>
          <p:cNvPicPr preferRelativeResize="0"/>
          <p:nvPr/>
        </p:nvPicPr>
        <p:blipFill rotWithShape="1">
          <a:blip r:embed="rId3">
            <a:alphaModFix/>
          </a:blip>
          <a:srcRect/>
          <a:stretch/>
        </p:blipFill>
        <p:spPr>
          <a:xfrm>
            <a:off x="9285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984" name="Google Shape;984;g26f40b1072c_1_0"/>
          <p:cNvPicPr preferRelativeResize="0"/>
          <p:nvPr/>
        </p:nvPicPr>
        <p:blipFill rotWithShape="1">
          <a:blip r:embed="rId4">
            <a:alphaModFix/>
          </a:blip>
          <a:srcRect/>
          <a:stretch/>
        </p:blipFill>
        <p:spPr>
          <a:xfrm>
            <a:off x="27804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985" name="Google Shape;985;g26f40b1072c_1_0"/>
          <p:cNvPicPr preferRelativeResize="0"/>
          <p:nvPr/>
        </p:nvPicPr>
        <p:blipFill rotWithShape="1">
          <a:blip r:embed="rId5">
            <a:alphaModFix/>
          </a:blip>
          <a:srcRect t="79" b="89"/>
          <a:stretch/>
        </p:blipFill>
        <p:spPr>
          <a:xfrm>
            <a:off x="4632325" y="2129450"/>
            <a:ext cx="1731250" cy="1237205"/>
          </a:xfrm>
          <a:prstGeom prst="rect">
            <a:avLst/>
          </a:prstGeom>
          <a:noFill/>
          <a:ln>
            <a:noFill/>
          </a:ln>
          <a:effectLst>
            <a:outerShdw blurRad="71438" dist="19050" dir="5400000" algn="bl" rotWithShape="0">
              <a:srgbClr val="000000">
                <a:alpha val="17647"/>
              </a:srgbClr>
            </a:outerShdw>
          </a:effectLst>
        </p:spPr>
      </p:pic>
      <p:pic>
        <p:nvPicPr>
          <p:cNvPr id="986" name="Google Shape;986;g26f40b1072c_1_0"/>
          <p:cNvPicPr preferRelativeResize="0"/>
          <p:nvPr/>
        </p:nvPicPr>
        <p:blipFill rotWithShape="1">
          <a:blip r:embed="rId6">
            <a:alphaModFix/>
          </a:blip>
          <a:srcRect t="79" b="89"/>
          <a:stretch/>
        </p:blipFill>
        <p:spPr>
          <a:xfrm>
            <a:off x="6484224" y="2129450"/>
            <a:ext cx="1731250" cy="1237205"/>
          </a:xfrm>
          <a:prstGeom prst="rect">
            <a:avLst/>
          </a:prstGeom>
          <a:noFill/>
          <a:ln>
            <a:noFill/>
          </a:ln>
          <a:effectLst>
            <a:outerShdw blurRad="71438" dist="19050" dir="5400000" algn="bl" rotWithShape="0">
              <a:srgbClr val="000000">
                <a:alpha val="17647"/>
              </a:srgbClr>
            </a:outerShdw>
          </a:effectLst>
        </p:spPr>
      </p:pic>
      <p:pic>
        <p:nvPicPr>
          <p:cNvPr id="987" name="Google Shape;987;g26f40b1072c_1_0"/>
          <p:cNvPicPr preferRelativeResize="0"/>
          <p:nvPr/>
        </p:nvPicPr>
        <p:blipFill rotWithShape="1">
          <a:blip r:embed="rId7">
            <a:alphaModFix/>
          </a:blip>
          <a:srcRect l="59" r="59"/>
          <a:stretch/>
        </p:blipFill>
        <p:spPr>
          <a:xfrm>
            <a:off x="928525" y="3436275"/>
            <a:ext cx="1731251" cy="1237205"/>
          </a:xfrm>
          <a:prstGeom prst="rect">
            <a:avLst/>
          </a:prstGeom>
          <a:noFill/>
          <a:ln>
            <a:noFill/>
          </a:ln>
          <a:effectLst>
            <a:outerShdw blurRad="71438" dist="19050" dir="5400000" algn="bl" rotWithShape="0">
              <a:srgbClr val="000000">
                <a:alpha val="17647"/>
              </a:srgbClr>
            </a:outerShdw>
          </a:effectLst>
        </p:spPr>
      </p:pic>
      <p:pic>
        <p:nvPicPr>
          <p:cNvPr id="988" name="Google Shape;988;g26f40b1072c_1_0"/>
          <p:cNvPicPr preferRelativeResize="0"/>
          <p:nvPr/>
        </p:nvPicPr>
        <p:blipFill rotWithShape="1">
          <a:blip r:embed="rId8">
            <a:alphaModFix/>
          </a:blip>
          <a:srcRect l="59" r="59"/>
          <a:stretch/>
        </p:blipFill>
        <p:spPr>
          <a:xfrm>
            <a:off x="2780425" y="3436275"/>
            <a:ext cx="1731251" cy="1237205"/>
          </a:xfrm>
          <a:prstGeom prst="rect">
            <a:avLst/>
          </a:prstGeom>
          <a:noFill/>
          <a:ln>
            <a:noFill/>
          </a:ln>
          <a:effectLst>
            <a:outerShdw blurRad="71438" dist="19050" dir="5400000" algn="bl" rotWithShape="0">
              <a:srgbClr val="000000">
                <a:alpha val="17647"/>
              </a:srgbClr>
            </a:outerShdw>
          </a:effectLst>
        </p:spPr>
      </p:pic>
      <p:pic>
        <p:nvPicPr>
          <p:cNvPr id="989" name="Google Shape;989;g26f40b1072c_1_0"/>
          <p:cNvPicPr preferRelativeResize="0"/>
          <p:nvPr/>
        </p:nvPicPr>
        <p:blipFill rotWithShape="1">
          <a:blip r:embed="rId9">
            <a:alphaModFix/>
          </a:blip>
          <a:srcRect l="59" r="59"/>
          <a:stretch/>
        </p:blipFill>
        <p:spPr>
          <a:xfrm>
            <a:off x="4632325" y="3436275"/>
            <a:ext cx="1731251" cy="1237205"/>
          </a:xfrm>
          <a:prstGeom prst="rect">
            <a:avLst/>
          </a:prstGeom>
          <a:noFill/>
          <a:ln>
            <a:noFill/>
          </a:ln>
          <a:effectLst>
            <a:outerShdw blurRad="71438" dist="19050" dir="5400000" algn="bl" rotWithShape="0">
              <a:srgbClr val="000000">
                <a:alpha val="17647"/>
              </a:srgbClr>
            </a:outerShdw>
          </a:effectLst>
        </p:spPr>
      </p:pic>
      <p:pic>
        <p:nvPicPr>
          <p:cNvPr id="990" name="Google Shape;990;g26f40b1072c_1_0"/>
          <p:cNvPicPr preferRelativeResize="0"/>
          <p:nvPr/>
        </p:nvPicPr>
        <p:blipFill rotWithShape="1">
          <a:blip r:embed="rId10">
            <a:alphaModFix/>
          </a:blip>
          <a:srcRect t="19" b="29"/>
          <a:stretch/>
        </p:blipFill>
        <p:spPr>
          <a:xfrm>
            <a:off x="6484224" y="3436275"/>
            <a:ext cx="1731251" cy="1237206"/>
          </a:xfrm>
          <a:prstGeom prst="rect">
            <a:avLst/>
          </a:prstGeom>
          <a:noFill/>
          <a:ln>
            <a:noFill/>
          </a:ln>
          <a:effectLst>
            <a:outerShdw blurRad="71438" dist="19050" dir="5400000" algn="bl" rotWithShape="0">
              <a:srgbClr val="000000">
                <a:alpha val="17647"/>
              </a:srgbClr>
            </a:outerShdw>
          </a:effectLst>
        </p:spPr>
      </p:pic>
      <p:sp>
        <p:nvSpPr>
          <p:cNvPr id="991" name="Google Shape;991;g26f40b1072c_1_0"/>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100"/>
              <a:buNone/>
            </a:pPr>
            <a:r>
              <a:rPr lang="en-US" sz="2000"/>
              <a:t>Review Common Exception Words containing </a:t>
            </a:r>
            <a:r>
              <a:rPr lang="en-US" sz="2000">
                <a:solidFill>
                  <a:srgbClr val="8DC63F"/>
                </a:solidFill>
              </a:rPr>
              <a:t>/oa/</a:t>
            </a:r>
            <a:r>
              <a:rPr lang="en-US" sz="2000"/>
              <a:t> sound </a:t>
            </a:r>
            <a:r>
              <a:rPr lang="en-US" sz="2000">
                <a:solidFill>
                  <a:srgbClr val="2356AF"/>
                </a:solidFill>
              </a:rPr>
              <a:t>no go so oh most only both though</a:t>
            </a:r>
            <a:r>
              <a:rPr lang="en-US" sz="2000"/>
              <a:t>.</a:t>
            </a:r>
            <a:endParaRPr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96"/>
        <p:cNvGrpSpPr/>
        <p:nvPr/>
      </p:nvGrpSpPr>
      <p:grpSpPr>
        <a:xfrm>
          <a:off x="0" y="0"/>
          <a:ext cx="0" cy="0"/>
          <a:chOff x="0" y="0"/>
          <a:chExt cx="0" cy="0"/>
        </a:xfrm>
      </p:grpSpPr>
      <p:pic>
        <p:nvPicPr>
          <p:cNvPr id="997" name="Google Shape;997;g2ce718e20f2_0_845"/>
          <p:cNvPicPr preferRelativeResize="0"/>
          <p:nvPr/>
        </p:nvPicPr>
        <p:blipFill rotWithShape="1">
          <a:blip r:embed="rId3">
            <a:alphaModFix/>
          </a:blip>
          <a:srcRect l="19" r="29"/>
          <a:stretch/>
        </p:blipFill>
        <p:spPr>
          <a:xfrm>
            <a:off x="1325375" y="963136"/>
            <a:ext cx="1521025" cy="2152911"/>
          </a:xfrm>
          <a:prstGeom prst="rect">
            <a:avLst/>
          </a:prstGeom>
          <a:noFill/>
          <a:ln>
            <a:noFill/>
          </a:ln>
          <a:effectLst>
            <a:outerShdw blurRad="71438" dist="28575" dir="5400000" algn="bl" rotWithShape="0">
              <a:srgbClr val="000000">
                <a:alpha val="15686"/>
              </a:srgbClr>
            </a:outerShdw>
          </a:effectLst>
        </p:spPr>
      </p:pic>
      <p:pic>
        <p:nvPicPr>
          <p:cNvPr id="998" name="Google Shape;998;g2ce718e20f2_0_845"/>
          <p:cNvPicPr preferRelativeResize="0"/>
          <p:nvPr/>
        </p:nvPicPr>
        <p:blipFill rotWithShape="1">
          <a:blip r:embed="rId4">
            <a:alphaModFix/>
          </a:blip>
          <a:srcRect l="19" r="29"/>
          <a:stretch/>
        </p:blipFill>
        <p:spPr>
          <a:xfrm>
            <a:off x="2982784" y="963136"/>
            <a:ext cx="1521025" cy="2152911"/>
          </a:xfrm>
          <a:prstGeom prst="rect">
            <a:avLst/>
          </a:prstGeom>
          <a:noFill/>
          <a:ln>
            <a:noFill/>
          </a:ln>
          <a:effectLst>
            <a:outerShdw blurRad="71438" dist="28575" dir="5400000" algn="bl" rotWithShape="0">
              <a:srgbClr val="000000">
                <a:alpha val="15686"/>
              </a:srgbClr>
            </a:outerShdw>
          </a:effectLst>
        </p:spPr>
      </p:pic>
      <p:pic>
        <p:nvPicPr>
          <p:cNvPr id="999" name="Google Shape;999;g2ce718e20f2_0_845"/>
          <p:cNvPicPr preferRelativeResize="0"/>
          <p:nvPr/>
        </p:nvPicPr>
        <p:blipFill rotWithShape="1">
          <a:blip r:embed="rId5">
            <a:alphaModFix/>
          </a:blip>
          <a:srcRect l="19" r="29"/>
          <a:stretch/>
        </p:blipFill>
        <p:spPr>
          <a:xfrm>
            <a:off x="4640192" y="963136"/>
            <a:ext cx="1521025" cy="2152911"/>
          </a:xfrm>
          <a:prstGeom prst="rect">
            <a:avLst/>
          </a:prstGeom>
          <a:noFill/>
          <a:ln>
            <a:noFill/>
          </a:ln>
          <a:effectLst>
            <a:outerShdw blurRad="71438" dist="28575" dir="5400000" algn="bl" rotWithShape="0">
              <a:srgbClr val="000000">
                <a:alpha val="15686"/>
              </a:srgbClr>
            </a:outerShdw>
          </a:effectLst>
        </p:spPr>
      </p:pic>
      <p:pic>
        <p:nvPicPr>
          <p:cNvPr id="1000" name="Google Shape;1000;g2ce718e20f2_0_845"/>
          <p:cNvPicPr preferRelativeResize="0"/>
          <p:nvPr/>
        </p:nvPicPr>
        <p:blipFill rotWithShape="1">
          <a:blip r:embed="rId6">
            <a:alphaModFix/>
          </a:blip>
          <a:srcRect l="79" r="79"/>
          <a:stretch/>
        </p:blipFill>
        <p:spPr>
          <a:xfrm>
            <a:off x="6297601" y="963136"/>
            <a:ext cx="1521025" cy="2152911"/>
          </a:xfrm>
          <a:prstGeom prst="rect">
            <a:avLst/>
          </a:prstGeom>
          <a:noFill/>
          <a:ln>
            <a:noFill/>
          </a:ln>
          <a:effectLst>
            <a:outerShdw blurRad="71438" dist="28575" dir="5400000" algn="bl" rotWithShape="0">
              <a:srgbClr val="000000">
                <a:alpha val="15686"/>
              </a:srgbClr>
            </a:outerShdw>
          </a:effectLst>
        </p:spPr>
      </p:pic>
      <p:pic>
        <p:nvPicPr>
          <p:cNvPr id="1001" name="Google Shape;1001;g2ce718e20f2_0_845"/>
          <p:cNvPicPr preferRelativeResize="0"/>
          <p:nvPr/>
        </p:nvPicPr>
        <p:blipFill rotWithShape="1">
          <a:blip r:embed="rId7">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5686"/>
              </a:srgbClr>
            </a:outerShdw>
          </a:effectLst>
        </p:spPr>
      </p:pic>
      <p:pic>
        <p:nvPicPr>
          <p:cNvPr id="1002" name="Google Shape;1002;g2ce718e20f2_0_845"/>
          <p:cNvPicPr preferRelativeResize="0"/>
          <p:nvPr/>
        </p:nvPicPr>
        <p:blipFill rotWithShape="1">
          <a:blip r:embed="rId8">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5686"/>
              </a:srgbClr>
            </a:outerShdw>
          </a:effectLst>
        </p:spPr>
      </p:pic>
      <p:sp>
        <p:nvSpPr>
          <p:cNvPr id="1003" name="Google Shape;1003;g2ce718e20f2_0_84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04" name="Google Shape;1004;g2ce718e20f2_0_84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05" name="Google Shape;1005;g2ce718e20f2_0_84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g2701ceed56d_4_32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JN686</a:t>
            </a:r>
            <a:endParaRPr dirty="0"/>
          </a:p>
        </p:txBody>
      </p:sp>
      <p:sp>
        <p:nvSpPr>
          <p:cNvPr id="1012" name="Google Shape;1012;g2701ceed56d_4_32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000"/>
              <a:buNone/>
            </a:pPr>
            <a:r>
              <a:rPr lang="en-US"/>
              <a:t>Review Grapheme Captions</a:t>
            </a:r>
            <a:endParaRPr/>
          </a:p>
        </p:txBody>
      </p:sp>
      <p:sp>
        <p:nvSpPr>
          <p:cNvPr id="1013" name="Google Shape;1013;g2701ceed56d_4_32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14" name="Google Shape;1014;g2701ceed56d_4_329"/>
          <p:cNvPicPr preferRelativeResize="0"/>
          <p:nvPr/>
        </p:nvPicPr>
        <p:blipFill rotWithShape="1">
          <a:blip r:embed="rId3">
            <a:alphaModFix/>
          </a:blip>
          <a:srcRect l="19" r="29"/>
          <a:stretch/>
        </p:blipFill>
        <p:spPr>
          <a:xfrm>
            <a:off x="1325375" y="963136"/>
            <a:ext cx="1521025" cy="2152911"/>
          </a:xfrm>
          <a:prstGeom prst="rect">
            <a:avLst/>
          </a:prstGeom>
          <a:noFill/>
          <a:ln>
            <a:noFill/>
          </a:ln>
          <a:effectLst>
            <a:outerShdw blurRad="71438" dist="28575" dir="5400000" algn="bl" rotWithShape="0">
              <a:srgbClr val="000000">
                <a:alpha val="16078"/>
              </a:srgbClr>
            </a:outerShdw>
          </a:effectLst>
        </p:spPr>
      </p:pic>
      <p:pic>
        <p:nvPicPr>
          <p:cNvPr id="1015" name="Google Shape;1015;g2701ceed56d_4_329"/>
          <p:cNvPicPr preferRelativeResize="0"/>
          <p:nvPr/>
        </p:nvPicPr>
        <p:blipFill rotWithShape="1">
          <a:blip r:embed="rId4">
            <a:alphaModFix/>
          </a:blip>
          <a:srcRect l="19" r="29"/>
          <a:stretch/>
        </p:blipFill>
        <p:spPr>
          <a:xfrm>
            <a:off x="2982784" y="963136"/>
            <a:ext cx="1521025" cy="2152911"/>
          </a:xfrm>
          <a:prstGeom prst="rect">
            <a:avLst/>
          </a:prstGeom>
          <a:noFill/>
          <a:ln>
            <a:noFill/>
          </a:ln>
          <a:effectLst>
            <a:outerShdw blurRad="71438" dist="28575" dir="5400000" algn="bl" rotWithShape="0">
              <a:srgbClr val="000000">
                <a:alpha val="16078"/>
              </a:srgbClr>
            </a:outerShdw>
          </a:effectLst>
        </p:spPr>
      </p:pic>
      <p:pic>
        <p:nvPicPr>
          <p:cNvPr id="1016" name="Google Shape;1016;g2701ceed56d_4_329"/>
          <p:cNvPicPr preferRelativeResize="0"/>
          <p:nvPr/>
        </p:nvPicPr>
        <p:blipFill rotWithShape="1">
          <a:blip r:embed="rId5">
            <a:alphaModFix/>
          </a:blip>
          <a:srcRect l="79" r="79"/>
          <a:stretch/>
        </p:blipFill>
        <p:spPr>
          <a:xfrm>
            <a:off x="6297601" y="963136"/>
            <a:ext cx="1521025" cy="2152911"/>
          </a:xfrm>
          <a:prstGeom prst="rect">
            <a:avLst/>
          </a:prstGeom>
          <a:noFill/>
          <a:ln>
            <a:noFill/>
          </a:ln>
          <a:effectLst>
            <a:outerShdw blurRad="71438" dist="28575" dir="5400000" algn="bl" rotWithShape="0">
              <a:srgbClr val="000000">
                <a:alpha val="16078"/>
              </a:srgbClr>
            </a:outerShdw>
          </a:effectLst>
        </p:spPr>
      </p:pic>
      <p:pic>
        <p:nvPicPr>
          <p:cNvPr id="1017" name="Google Shape;1017;g2701ceed56d_4_329"/>
          <p:cNvPicPr preferRelativeResize="0"/>
          <p:nvPr/>
        </p:nvPicPr>
        <p:blipFill rotWithShape="1">
          <a:blip r:embed="rId6">
            <a:alphaModFix/>
          </a:blip>
          <a:srcRect l="79" r="79"/>
          <a:stretch/>
        </p:blipFill>
        <p:spPr>
          <a:xfrm>
            <a:off x="2982784" y="3206974"/>
            <a:ext cx="1521025" cy="2152911"/>
          </a:xfrm>
          <a:prstGeom prst="rect">
            <a:avLst/>
          </a:prstGeom>
          <a:noFill/>
          <a:ln>
            <a:noFill/>
          </a:ln>
          <a:effectLst>
            <a:outerShdw blurRad="71438" dist="28575" dir="5400000" algn="bl" rotWithShape="0">
              <a:srgbClr val="000000">
                <a:alpha val="16078"/>
              </a:srgbClr>
            </a:outerShdw>
          </a:effectLst>
        </p:spPr>
      </p:pic>
      <p:pic>
        <p:nvPicPr>
          <p:cNvPr id="1018" name="Google Shape;1018;g2701ceed56d_4_329"/>
          <p:cNvPicPr preferRelativeResize="0"/>
          <p:nvPr/>
        </p:nvPicPr>
        <p:blipFill rotWithShape="1">
          <a:blip r:embed="rId7">
            <a:alphaModFix/>
          </a:blip>
          <a:srcRect l="19" r="29"/>
          <a:stretch/>
        </p:blipFill>
        <p:spPr>
          <a:xfrm>
            <a:off x="4640192" y="3206974"/>
            <a:ext cx="1521025" cy="2152911"/>
          </a:xfrm>
          <a:prstGeom prst="rect">
            <a:avLst/>
          </a:prstGeom>
          <a:noFill/>
          <a:ln>
            <a:noFill/>
          </a:ln>
          <a:effectLst>
            <a:outerShdw blurRad="71438" dist="28575" dir="5400000" algn="bl" rotWithShape="0">
              <a:srgbClr val="000000">
                <a:alpha val="16078"/>
              </a:srgbClr>
            </a:outerShdw>
          </a:effectLst>
        </p:spPr>
      </p:pic>
      <p:pic>
        <p:nvPicPr>
          <p:cNvPr id="1019" name="Google Shape;1019;g2701ceed56d_4_329"/>
          <p:cNvPicPr preferRelativeResize="0"/>
          <p:nvPr/>
        </p:nvPicPr>
        <p:blipFill rotWithShape="1">
          <a:blip r:embed="rId8">
            <a:alphaModFix/>
          </a:blip>
          <a:srcRect l="19" r="29"/>
          <a:stretch/>
        </p:blipFill>
        <p:spPr>
          <a:xfrm>
            <a:off x="4640192" y="963136"/>
            <a:ext cx="1521025" cy="2152911"/>
          </a:xfrm>
          <a:prstGeom prst="rect">
            <a:avLst/>
          </a:prstGeom>
          <a:noFill/>
          <a:ln>
            <a:noFill/>
          </a:ln>
          <a:effectLst>
            <a:outerShdw blurRad="71438" dist="28575" dir="5400000" algn="bl" rotWithShape="0">
              <a:srgbClr val="000000">
                <a:alpha val="16078"/>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26" name="Google Shape;1026;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27" name="Google Shape;1027;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28" name="Google Shape;1028;g26b641b03cd_0_204"/>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29" name="Google Shape;1029;g26b641b03cd_0_204"/>
          <p:cNvPicPr preferRelativeResize="0"/>
          <p:nvPr/>
        </p:nvPicPr>
        <p:blipFill rotWithShape="1">
          <a:blip r:embed="rId4">
            <a:alphaModFix/>
          </a:blip>
          <a:srcRect l="69" r="6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0" name="Google Shape;1030;g26b641b03cd_0_204"/>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31" name="Google Shape;1031;g26b641b03cd_0_204"/>
          <p:cNvPicPr preferRelativeResize="0"/>
          <p:nvPr/>
        </p:nvPicPr>
        <p:blipFill rotWithShape="1">
          <a:blip r:embed="rId6">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36"/>
        <p:cNvGrpSpPr/>
        <p:nvPr/>
      </p:nvGrpSpPr>
      <p:grpSpPr>
        <a:xfrm>
          <a:off x="0" y="0"/>
          <a:ext cx="0" cy="0"/>
          <a:chOff x="0" y="0"/>
          <a:chExt cx="0" cy="0"/>
        </a:xfrm>
      </p:grpSpPr>
      <p:sp>
        <p:nvSpPr>
          <p:cNvPr id="1037" name="Google Shape;1037;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38" name="Google Shape;1038;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sp>
        <p:nvSpPr>
          <p:cNvPr id="1039" name="Google Shape;1039;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40" name="Google Shape;1040;g2c186218c5a_0_48"/>
          <p:cNvPicPr preferRelativeResize="0"/>
          <p:nvPr/>
        </p:nvPicPr>
        <p:blipFill rotWithShape="1">
          <a:blip r:embed="rId3">
            <a:alphaModFix/>
          </a:blip>
          <a:srcRect/>
          <a:stretch/>
        </p:blipFill>
        <p:spPr>
          <a:xfrm>
            <a:off x="9304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1" name="Google Shape;1041;g2c186218c5a_0_48"/>
          <p:cNvPicPr preferRelativeResize="0"/>
          <p:nvPr/>
        </p:nvPicPr>
        <p:blipFill rotWithShape="1">
          <a:blip r:embed="rId4">
            <a:alphaModFix/>
          </a:blip>
          <a:srcRect l="69" r="69"/>
          <a:stretch/>
        </p:blipFill>
        <p:spPr>
          <a:xfrm>
            <a:off x="6466501"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2" name="Google Shape;1042;g2c186218c5a_0_48"/>
          <p:cNvPicPr preferRelativeResize="0"/>
          <p:nvPr/>
        </p:nvPicPr>
        <p:blipFill rotWithShape="1">
          <a:blip r:embed="rId5">
            <a:alphaModFix/>
          </a:blip>
          <a:srcRect/>
          <a:stretch/>
        </p:blipFill>
        <p:spPr>
          <a:xfrm>
            <a:off x="4621150" y="2188099"/>
            <a:ext cx="1747051" cy="2098801"/>
          </a:xfrm>
          <a:prstGeom prst="rect">
            <a:avLst/>
          </a:prstGeom>
          <a:noFill/>
          <a:ln>
            <a:noFill/>
          </a:ln>
          <a:effectLst>
            <a:outerShdw blurRad="114300" dist="19050" dir="5400000" algn="bl" rotWithShape="0">
              <a:srgbClr val="000000">
                <a:alpha val="20000"/>
              </a:srgbClr>
            </a:outerShdw>
          </a:effectLst>
        </p:spPr>
      </p:pic>
      <p:pic>
        <p:nvPicPr>
          <p:cNvPr id="1043" name="Google Shape;1043;g2c186218c5a_0_48"/>
          <p:cNvPicPr preferRelativeResize="0"/>
          <p:nvPr/>
        </p:nvPicPr>
        <p:blipFill rotWithShape="1">
          <a:blip r:embed="rId6">
            <a:alphaModFix/>
          </a:blip>
          <a:srcRect/>
          <a:stretch/>
        </p:blipFill>
        <p:spPr>
          <a:xfrm>
            <a:off x="2775800" y="2188099"/>
            <a:ext cx="1747051" cy="2098801"/>
          </a:xfrm>
          <a:prstGeom prst="rect">
            <a:avLst/>
          </a:prstGeom>
          <a:noFill/>
          <a:ln>
            <a:noFill/>
          </a:ln>
          <a:effectLst>
            <a:outerShdw blurRad="114300" dist="19050" dir="5400000" algn="bl" rotWithShape="0">
              <a:srgbClr val="000000">
                <a:alpha val="2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50" name="Google Shape;105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51" name="Google Shape;1051;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pic>
        <p:nvPicPr>
          <p:cNvPr id="1052" name="Google Shape;1052;g26b641b03cd_0_213"/>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53" name="Google Shape;1053;g26b641b03cd_0_213"/>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54" name="Google Shape;1054;g26b641b03cd_0_213"/>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59"/>
        <p:cNvGrpSpPr/>
        <p:nvPr/>
      </p:nvGrpSpPr>
      <p:grpSpPr>
        <a:xfrm>
          <a:off x="0" y="0"/>
          <a:ext cx="0" cy="0"/>
          <a:chOff x="0" y="0"/>
          <a:chExt cx="0" cy="0"/>
        </a:xfrm>
      </p:grpSpPr>
      <p:sp>
        <p:nvSpPr>
          <p:cNvPr id="1060" name="Google Shape;1060;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61" name="Google Shape;1061;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sp>
        <p:nvSpPr>
          <p:cNvPr id="1062" name="Google Shape;1062;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63" name="Google Shape;1063;g2c186218c5a_0_149"/>
          <p:cNvPicPr preferRelativeResize="0"/>
          <p:nvPr/>
        </p:nvPicPr>
        <p:blipFill rotWithShape="1">
          <a:blip r:embed="rId3">
            <a:alphaModFix/>
          </a:blip>
          <a:srcRect l="228" r="228"/>
          <a:stretch/>
        </p:blipFill>
        <p:spPr>
          <a:xfrm>
            <a:off x="1360500"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64" name="Google Shape;1064;g2c186218c5a_0_149"/>
          <p:cNvPicPr preferRelativeResize="0"/>
          <p:nvPr/>
        </p:nvPicPr>
        <p:blipFill rotWithShape="1">
          <a:blip r:embed="rId4">
            <a:alphaModFix/>
          </a:blip>
          <a:srcRect l="228" r="228"/>
          <a:stretch/>
        </p:blipFill>
        <p:spPr>
          <a:xfrm>
            <a:off x="5763765" y="1768204"/>
            <a:ext cx="2019735" cy="2815892"/>
          </a:xfrm>
          <a:prstGeom prst="rect">
            <a:avLst/>
          </a:prstGeom>
          <a:noFill/>
          <a:ln>
            <a:noFill/>
          </a:ln>
          <a:effectLst>
            <a:outerShdw blurRad="85725" dist="19050" dir="5400000" algn="bl" rotWithShape="0">
              <a:srgbClr val="000000">
                <a:alpha val="20000"/>
              </a:srgbClr>
            </a:outerShdw>
          </a:effectLst>
        </p:spPr>
      </p:pic>
      <p:pic>
        <p:nvPicPr>
          <p:cNvPr id="1065" name="Google Shape;1065;g2c186218c5a_0_149"/>
          <p:cNvPicPr preferRelativeResize="0"/>
          <p:nvPr/>
        </p:nvPicPr>
        <p:blipFill rotWithShape="1">
          <a:blip r:embed="rId5">
            <a:alphaModFix/>
          </a:blip>
          <a:srcRect l="228" r="228"/>
          <a:stretch/>
        </p:blipFill>
        <p:spPr>
          <a:xfrm>
            <a:off x="3562133" y="1768204"/>
            <a:ext cx="2019735" cy="2815892"/>
          </a:xfrm>
          <a:prstGeom prst="rect">
            <a:avLst/>
          </a:prstGeom>
          <a:noFill/>
          <a:ln>
            <a:noFill/>
          </a:ln>
          <a:effectLst>
            <a:outerShdw blurRad="85725" dist="19050" dir="5400000" algn="bl" rotWithShape="0">
              <a:srgbClr val="000000">
                <a:alpha val="2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g26b641b03cd_0_301"/>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072" name="Google Shape;1072;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73" name="Google Shape;1073;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074" name="Google Shape;1074;g26b641b03cd_0_301"/>
          <p:cNvPicPr preferRelativeResize="0"/>
          <p:nvPr/>
        </p:nvPicPr>
        <p:blipFill rotWithShape="1">
          <a:blip r:embed="rId3">
            <a:alphaModFix/>
          </a:blip>
          <a:srcRect/>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1075" name="Google Shape;1075;g26b641b03cd_0_301"/>
          <p:cNvPicPr preferRelativeResize="0"/>
          <p:nvPr/>
        </p:nvPicPr>
        <p:blipFill rotWithShape="1">
          <a:blip r:embed="rId4">
            <a:alphaModFix/>
          </a:blip>
          <a:srcRect/>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1076" name="Google Shape;1076;g26b641b03cd_0_301"/>
          <p:cNvPicPr preferRelativeResize="0"/>
          <p:nvPr/>
        </p:nvPicPr>
        <p:blipFill rotWithShape="1">
          <a:blip r:embed="rId5">
            <a:alphaModFix/>
          </a:blip>
          <a:srcRect t="79" b="89"/>
          <a:stretch/>
        </p:blipFill>
        <p:spPr>
          <a:xfrm>
            <a:off x="5756963" y="841625"/>
            <a:ext cx="2043837" cy="1460582"/>
          </a:xfrm>
          <a:prstGeom prst="rect">
            <a:avLst/>
          </a:prstGeom>
          <a:noFill/>
          <a:ln>
            <a:noFill/>
          </a:ln>
          <a:effectLst>
            <a:outerShdw blurRad="57150" dist="19050" dir="5400000" algn="bl" rotWithShape="0">
              <a:srgbClr val="000000">
                <a:alpha val="20000"/>
              </a:srgbClr>
            </a:outerShdw>
          </a:effectLst>
        </p:spPr>
      </p:pic>
      <p:pic>
        <p:nvPicPr>
          <p:cNvPr id="1077" name="Google Shape;1077;g26b641b03cd_0_301"/>
          <p:cNvPicPr preferRelativeResize="0"/>
          <p:nvPr/>
        </p:nvPicPr>
        <p:blipFill rotWithShape="1">
          <a:blip r:embed="rId6">
            <a:alphaModFix/>
          </a:blip>
          <a:srcRect t="79" b="89"/>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78" name="Google Shape;1078;g26b641b03cd_0_301"/>
          <p:cNvPicPr preferRelativeResize="0"/>
          <p:nvPr/>
        </p:nvPicPr>
        <p:blipFill rotWithShape="1">
          <a:blip r:embed="rId7">
            <a:alphaModFix/>
          </a:blip>
          <a:srcRect l="59"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79" name="Google Shape;1079;g26b641b03cd_0_301"/>
          <p:cNvPicPr preferRelativeResize="0"/>
          <p:nvPr/>
        </p:nvPicPr>
        <p:blipFill rotWithShape="1">
          <a:blip r:embed="rId8">
            <a:alphaModFix/>
          </a:blip>
          <a:srcRect l="59" r="59"/>
          <a:stretch/>
        </p:blipFill>
        <p:spPr>
          <a:xfrm>
            <a:off x="5756963"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80" name="Google Shape;1080;g26b641b03cd_0_301"/>
          <p:cNvPicPr preferRelativeResize="0"/>
          <p:nvPr/>
        </p:nvPicPr>
        <p:blipFill rotWithShape="1">
          <a:blip r:embed="rId9">
            <a:alphaModFix/>
          </a:blip>
          <a:srcRect l="59" r="59"/>
          <a:stretch/>
        </p:blipFill>
        <p:spPr>
          <a:xfrm>
            <a:off x="2446640" y="4008262"/>
            <a:ext cx="2043837" cy="1460583"/>
          </a:xfrm>
          <a:prstGeom prst="rect">
            <a:avLst/>
          </a:prstGeom>
          <a:noFill/>
          <a:ln>
            <a:noFill/>
          </a:ln>
          <a:effectLst>
            <a:outerShdw blurRad="57150" dist="19050" dir="5400000" algn="bl" rotWithShape="0">
              <a:srgbClr val="000000">
                <a:alpha val="20000"/>
              </a:srgbClr>
            </a:outerShdw>
          </a:effectLst>
        </p:spPr>
      </p:pic>
      <p:pic>
        <p:nvPicPr>
          <p:cNvPr id="1081" name="Google Shape;1081;g26b641b03cd_0_301"/>
          <p:cNvPicPr preferRelativeResize="0"/>
          <p:nvPr/>
        </p:nvPicPr>
        <p:blipFill rotWithShape="1">
          <a:blip r:embed="rId10">
            <a:alphaModFix/>
          </a:blip>
          <a:srcRect t="19" b="29"/>
          <a:stretch/>
        </p:blipFill>
        <p:spPr>
          <a:xfrm>
            <a:off x="4653522" y="4008262"/>
            <a:ext cx="2043837" cy="14605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088" name="Google Shape;1088;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089" name="Google Shape;1089;g26b641b03cd_0_308"/>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090" name="Google Shape;1090;g26b641b03cd_0_308"/>
          <p:cNvPicPr preferRelativeResize="0"/>
          <p:nvPr/>
        </p:nvPicPr>
        <p:blipFill rotWithShape="1">
          <a:blip r:embed="rId3">
            <a:alphaModFix/>
          </a:blip>
          <a:srcRect l="59" r="59"/>
          <a:stretch/>
        </p:blipFill>
        <p:spPr>
          <a:xfrm>
            <a:off x="1343200" y="841625"/>
            <a:ext cx="2043837" cy="1460583"/>
          </a:xfrm>
          <a:prstGeom prst="rect">
            <a:avLst/>
          </a:prstGeom>
          <a:noFill/>
          <a:ln>
            <a:noFill/>
          </a:ln>
          <a:effectLst>
            <a:outerShdw blurRad="57150" dist="19050" dir="5400000" algn="bl" rotWithShape="0">
              <a:srgbClr val="000000">
                <a:alpha val="20000"/>
              </a:srgbClr>
            </a:outerShdw>
          </a:effectLst>
        </p:spPr>
      </p:pic>
      <p:pic>
        <p:nvPicPr>
          <p:cNvPr id="1091" name="Google Shape;1091;g26b641b03cd_0_308"/>
          <p:cNvPicPr preferRelativeResize="0"/>
          <p:nvPr/>
        </p:nvPicPr>
        <p:blipFill rotWithShape="1">
          <a:blip r:embed="rId4">
            <a:alphaModFix/>
          </a:blip>
          <a:srcRect l="59" r="59"/>
          <a:stretch/>
        </p:blipFill>
        <p:spPr>
          <a:xfrm>
            <a:off x="3550082" y="841625"/>
            <a:ext cx="2043837" cy="1460583"/>
          </a:xfrm>
          <a:prstGeom prst="rect">
            <a:avLst/>
          </a:prstGeom>
          <a:noFill/>
          <a:ln>
            <a:noFill/>
          </a:ln>
          <a:effectLst>
            <a:outerShdw blurRad="57150" dist="19050" dir="5400000" algn="bl" rotWithShape="0">
              <a:srgbClr val="000000">
                <a:alpha val="20000"/>
              </a:srgbClr>
            </a:outerShdw>
          </a:effectLst>
        </p:spPr>
      </p:pic>
      <p:pic>
        <p:nvPicPr>
          <p:cNvPr id="1092" name="Google Shape;1092;g26b641b03cd_0_308"/>
          <p:cNvPicPr preferRelativeResize="0"/>
          <p:nvPr/>
        </p:nvPicPr>
        <p:blipFill rotWithShape="1">
          <a:blip r:embed="rId5">
            <a:alphaModFix/>
          </a:blip>
          <a:srcRect t="19" b="29"/>
          <a:stretch/>
        </p:blipFill>
        <p:spPr>
          <a:xfrm>
            <a:off x="5756963" y="841625"/>
            <a:ext cx="2043837" cy="1460582"/>
          </a:xfrm>
          <a:prstGeom prst="rect">
            <a:avLst/>
          </a:prstGeom>
          <a:noFill/>
          <a:ln>
            <a:noFill/>
          </a:ln>
          <a:effectLst>
            <a:outerShdw blurRad="57150" dist="19050" dir="5400000" algn="bl" rotWithShape="0">
              <a:srgbClr val="000000">
                <a:alpha val="20000"/>
              </a:srgbClr>
            </a:outerShdw>
          </a:effectLst>
        </p:spPr>
      </p:pic>
      <p:pic>
        <p:nvPicPr>
          <p:cNvPr id="1093" name="Google Shape;1093;g26b641b03cd_0_308"/>
          <p:cNvPicPr preferRelativeResize="0"/>
          <p:nvPr/>
        </p:nvPicPr>
        <p:blipFill rotWithShape="1">
          <a:blip r:embed="rId6">
            <a:alphaModFix/>
          </a:blip>
          <a:srcRect t="79" b="89"/>
          <a:stretch/>
        </p:blipFill>
        <p:spPr>
          <a:xfrm>
            <a:off x="1343200" y="2424937"/>
            <a:ext cx="2043837" cy="1460582"/>
          </a:xfrm>
          <a:prstGeom prst="rect">
            <a:avLst/>
          </a:prstGeom>
          <a:noFill/>
          <a:ln>
            <a:noFill/>
          </a:ln>
          <a:effectLst>
            <a:outerShdw blurRad="57150" dist="19050" dir="5400000" algn="bl" rotWithShape="0">
              <a:srgbClr val="000000">
                <a:alpha val="20000"/>
              </a:srgbClr>
            </a:outerShdw>
          </a:effectLst>
        </p:spPr>
      </p:pic>
      <p:pic>
        <p:nvPicPr>
          <p:cNvPr id="1094" name="Google Shape;1094;g26b641b03cd_0_308"/>
          <p:cNvPicPr preferRelativeResize="0"/>
          <p:nvPr/>
        </p:nvPicPr>
        <p:blipFill rotWithShape="1">
          <a:blip r:embed="rId7">
            <a:alphaModFix/>
          </a:blip>
          <a:srcRect l="59" r="59"/>
          <a:stretch/>
        </p:blipFill>
        <p:spPr>
          <a:xfrm>
            <a:off x="3550082"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95" name="Google Shape;1095;g26b641b03cd_0_308"/>
          <p:cNvPicPr preferRelativeResize="0"/>
          <p:nvPr/>
        </p:nvPicPr>
        <p:blipFill rotWithShape="1">
          <a:blip r:embed="rId8">
            <a:alphaModFix/>
          </a:blip>
          <a:srcRect l="59" r="59"/>
          <a:stretch/>
        </p:blipFill>
        <p:spPr>
          <a:xfrm>
            <a:off x="5756963" y="2424937"/>
            <a:ext cx="2043837" cy="1460583"/>
          </a:xfrm>
          <a:prstGeom prst="rect">
            <a:avLst/>
          </a:prstGeom>
          <a:noFill/>
          <a:ln>
            <a:noFill/>
          </a:ln>
          <a:effectLst>
            <a:outerShdw blurRad="57150" dist="19050" dir="5400000" algn="bl" rotWithShape="0">
              <a:srgbClr val="000000">
                <a:alpha val="20000"/>
              </a:srgbClr>
            </a:outerShdw>
          </a:effectLst>
        </p:spPr>
      </p:pic>
      <p:pic>
        <p:nvPicPr>
          <p:cNvPr id="1096" name="Google Shape;1096;g26b641b03cd_0_308"/>
          <p:cNvPicPr preferRelativeResize="0"/>
          <p:nvPr/>
        </p:nvPicPr>
        <p:blipFill rotWithShape="1">
          <a:blip r:embed="rId9">
            <a:alphaModFix/>
          </a:blip>
          <a:srcRect l="59" r="59"/>
          <a:stretch/>
        </p:blipFill>
        <p:spPr>
          <a:xfrm>
            <a:off x="2446640" y="4008262"/>
            <a:ext cx="2043837" cy="1460583"/>
          </a:xfrm>
          <a:prstGeom prst="rect">
            <a:avLst/>
          </a:prstGeom>
          <a:noFill/>
          <a:ln>
            <a:noFill/>
          </a:ln>
          <a:effectLst>
            <a:outerShdw blurRad="57150" dist="19050" dir="5400000" algn="bl" rotWithShape="0">
              <a:srgbClr val="000000">
                <a:alpha val="20000"/>
              </a:srgbClr>
            </a:outerShdw>
          </a:effectLst>
        </p:spPr>
      </p:pic>
      <p:pic>
        <p:nvPicPr>
          <p:cNvPr id="1097" name="Google Shape;1097;g26b641b03cd_0_308"/>
          <p:cNvPicPr preferRelativeResize="0"/>
          <p:nvPr/>
        </p:nvPicPr>
        <p:blipFill rotWithShape="1">
          <a:blip r:embed="rId10">
            <a:alphaModFix/>
          </a:blip>
          <a:srcRect t="19" b="29"/>
          <a:stretch/>
        </p:blipFill>
        <p:spPr>
          <a:xfrm>
            <a:off x="4653522" y="4008262"/>
            <a:ext cx="2043837" cy="1460582"/>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g2701ceed56d_4_0"/>
          <p:cNvSpPr txBox="1">
            <a:spLocks noGrp="1"/>
          </p:cNvSpPr>
          <p:nvPr>
            <p:ph type="title"/>
          </p:nvPr>
        </p:nvSpPr>
        <p:spPr>
          <a:xfrm>
            <a:off x="594575" y="5568500"/>
            <a:ext cx="79548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sp>
        <p:nvSpPr>
          <p:cNvPr id="1104" name="Google Shape;1104;g2701ceed56d_4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05" name="Google Shape;1105;g2701ceed56d_4_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pic>
        <p:nvPicPr>
          <p:cNvPr id="1106" name="Google Shape;1106;g2701ceed56d_4_0"/>
          <p:cNvPicPr preferRelativeResize="0"/>
          <p:nvPr/>
        </p:nvPicPr>
        <p:blipFill rotWithShape="1">
          <a:blip r:embed="rId3">
            <a:alphaModFix/>
          </a:blip>
          <a:srcRect t="19" b="29"/>
          <a:stretch/>
        </p:blipFill>
        <p:spPr>
          <a:xfrm>
            <a:off x="6384127"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07" name="Google Shape;1107;g2701ceed56d_4_0"/>
          <p:cNvPicPr preferRelativeResize="0"/>
          <p:nvPr/>
        </p:nvPicPr>
        <p:blipFill rotWithShape="1">
          <a:blip r:embed="rId4">
            <a:alphaModFix/>
          </a:blip>
          <a:srcRect l="59" r="59"/>
          <a:stretch/>
        </p:blipFill>
        <p:spPr>
          <a:xfrm>
            <a:off x="4648938"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08" name="Google Shape;1108;g2701ceed56d_4_0"/>
          <p:cNvPicPr preferRelativeResize="0"/>
          <p:nvPr/>
        </p:nvPicPr>
        <p:blipFill rotWithShape="1">
          <a:blip r:embed="rId5">
            <a:alphaModFix/>
          </a:blip>
          <a:srcRect l="59" r="59"/>
          <a:stretch/>
        </p:blipFill>
        <p:spPr>
          <a:xfrm>
            <a:off x="2913772"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09" name="Google Shape;1109;g2701ceed56d_4_0"/>
          <p:cNvPicPr preferRelativeResize="0"/>
          <p:nvPr/>
        </p:nvPicPr>
        <p:blipFill rotWithShape="1">
          <a:blip r:embed="rId6">
            <a:alphaModFix/>
          </a:blip>
          <a:srcRect l="59" r="59"/>
          <a:stretch/>
        </p:blipFill>
        <p:spPr>
          <a:xfrm>
            <a:off x="1178584"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10" name="Google Shape;1110;g2701ceed56d_4_0"/>
          <p:cNvPicPr preferRelativeResize="0"/>
          <p:nvPr/>
        </p:nvPicPr>
        <p:blipFill rotWithShape="1">
          <a:blip r:embed="rId7">
            <a:alphaModFix/>
          </a:blip>
          <a:srcRect t="79" b="89"/>
          <a:stretch/>
        </p:blipFill>
        <p:spPr>
          <a:xfrm>
            <a:off x="6384127" y="2488190"/>
            <a:ext cx="1581311" cy="1130047"/>
          </a:xfrm>
          <a:prstGeom prst="rect">
            <a:avLst/>
          </a:prstGeom>
          <a:noFill/>
          <a:ln>
            <a:noFill/>
          </a:ln>
          <a:effectLst>
            <a:outerShdw blurRad="57150" dist="19050" dir="5400000" algn="bl" rotWithShape="0">
              <a:srgbClr val="000000">
                <a:alpha val="20000"/>
              </a:srgbClr>
            </a:outerShdw>
          </a:effectLst>
        </p:spPr>
      </p:pic>
      <p:pic>
        <p:nvPicPr>
          <p:cNvPr id="1111" name="Google Shape;1111;g2701ceed56d_4_0"/>
          <p:cNvPicPr preferRelativeResize="0"/>
          <p:nvPr/>
        </p:nvPicPr>
        <p:blipFill rotWithShape="1">
          <a:blip r:embed="rId8">
            <a:alphaModFix/>
          </a:blip>
          <a:srcRect t="79" b="89"/>
          <a:stretch/>
        </p:blipFill>
        <p:spPr>
          <a:xfrm>
            <a:off x="4648960"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12" name="Google Shape;1112;g2701ceed56d_4_0"/>
          <p:cNvPicPr preferRelativeResize="0"/>
          <p:nvPr/>
        </p:nvPicPr>
        <p:blipFill rotWithShape="1">
          <a:blip r:embed="rId9">
            <a:alphaModFix/>
          </a:blip>
          <a:srcRect t="79" b="89"/>
          <a:stretch/>
        </p:blipFill>
        <p:spPr>
          <a:xfrm>
            <a:off x="291377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13" name="Google Shape;1113;g2701ceed56d_4_0"/>
          <p:cNvPicPr preferRelativeResize="0"/>
          <p:nvPr/>
        </p:nvPicPr>
        <p:blipFill rotWithShape="1">
          <a:blip r:embed="rId10">
            <a:alphaModFix/>
          </a:blip>
          <a:srcRect/>
          <a:stretch/>
        </p:blipFill>
        <p:spPr>
          <a:xfrm>
            <a:off x="117856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14" name="Google Shape;1114;g2701ceed56d_4_0"/>
          <p:cNvPicPr preferRelativeResize="0"/>
          <p:nvPr/>
        </p:nvPicPr>
        <p:blipFill rotWithShape="1">
          <a:blip r:embed="rId11">
            <a:alphaModFix/>
          </a:blip>
          <a:srcRect t="79" b="89"/>
          <a:stretch/>
        </p:blipFill>
        <p:spPr>
          <a:xfrm>
            <a:off x="6384127"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15" name="Google Shape;1115;g2701ceed56d_4_0"/>
          <p:cNvPicPr preferRelativeResize="0"/>
          <p:nvPr/>
        </p:nvPicPr>
        <p:blipFill rotWithShape="1">
          <a:blip r:embed="rId12">
            <a:alphaModFix/>
          </a:blip>
          <a:srcRect/>
          <a:stretch/>
        </p:blipFill>
        <p:spPr>
          <a:xfrm>
            <a:off x="4648960"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16" name="Google Shape;1116;g2701ceed56d_4_0"/>
          <p:cNvPicPr preferRelativeResize="0"/>
          <p:nvPr/>
        </p:nvPicPr>
        <p:blipFill rotWithShape="1">
          <a:blip r:embed="rId13">
            <a:alphaModFix/>
          </a:blip>
          <a:srcRect/>
          <a:stretch/>
        </p:blipFill>
        <p:spPr>
          <a:xfrm>
            <a:off x="2913773"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17" name="Google Shape;1117;g2701ceed56d_4_0"/>
          <p:cNvPicPr preferRelativeResize="0"/>
          <p:nvPr/>
        </p:nvPicPr>
        <p:blipFill rotWithShape="1">
          <a:blip r:embed="rId14">
            <a:alphaModFix/>
          </a:blip>
          <a:srcRect/>
          <a:stretch/>
        </p:blipFill>
        <p:spPr>
          <a:xfrm>
            <a:off x="1178563" y="1222626"/>
            <a:ext cx="1581311" cy="113004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22"/>
        <p:cNvGrpSpPr/>
        <p:nvPr/>
      </p:nvGrpSpPr>
      <p:grpSpPr>
        <a:xfrm>
          <a:off x="0" y="0"/>
          <a:ext cx="0" cy="0"/>
          <a:chOff x="0" y="0"/>
          <a:chExt cx="0" cy="0"/>
        </a:xfrm>
      </p:grpSpPr>
      <p:sp>
        <p:nvSpPr>
          <p:cNvPr id="1123" name="Google Shape;1123;g2701ceed56d_4_2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sp>
        <p:nvSpPr>
          <p:cNvPr id="1124" name="Google Shape;1124;g2701ceed56d_4_260"/>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
        <p:nvSpPr>
          <p:cNvPr id="1125" name="Google Shape;1125;g2701ceed56d_4_260"/>
          <p:cNvSpPr txBox="1">
            <a:spLocks noGrp="1"/>
          </p:cNvSpPr>
          <p:nvPr>
            <p:ph type="title"/>
          </p:nvPr>
        </p:nvSpPr>
        <p:spPr>
          <a:xfrm>
            <a:off x="586850" y="5568500"/>
            <a:ext cx="79701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4000"/>
              <a:buNone/>
            </a:pPr>
            <a:r>
              <a:rPr lang="en-US"/>
              <a:t>Practise Common Exception Words</a:t>
            </a:r>
            <a:endParaRPr/>
          </a:p>
        </p:txBody>
      </p:sp>
      <p:pic>
        <p:nvPicPr>
          <p:cNvPr id="1126" name="Google Shape;1126;g2701ceed56d_4_260"/>
          <p:cNvPicPr preferRelativeResize="0"/>
          <p:nvPr/>
        </p:nvPicPr>
        <p:blipFill rotWithShape="1">
          <a:blip r:embed="rId3">
            <a:alphaModFix/>
          </a:blip>
          <a:srcRect t="19" b="29"/>
          <a:stretch/>
        </p:blipFill>
        <p:spPr>
          <a:xfrm>
            <a:off x="6384127"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27" name="Google Shape;1127;g2701ceed56d_4_260"/>
          <p:cNvPicPr preferRelativeResize="0"/>
          <p:nvPr/>
        </p:nvPicPr>
        <p:blipFill rotWithShape="1">
          <a:blip r:embed="rId4">
            <a:alphaModFix/>
          </a:blip>
          <a:srcRect l="59" r="59"/>
          <a:stretch/>
        </p:blipFill>
        <p:spPr>
          <a:xfrm>
            <a:off x="4648938"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28" name="Google Shape;1128;g2701ceed56d_4_260"/>
          <p:cNvPicPr preferRelativeResize="0"/>
          <p:nvPr/>
        </p:nvPicPr>
        <p:blipFill rotWithShape="1">
          <a:blip r:embed="rId5">
            <a:alphaModFix/>
          </a:blip>
          <a:srcRect l="59" r="59"/>
          <a:stretch/>
        </p:blipFill>
        <p:spPr>
          <a:xfrm>
            <a:off x="2913772"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29" name="Google Shape;1129;g2701ceed56d_4_260"/>
          <p:cNvPicPr preferRelativeResize="0"/>
          <p:nvPr/>
        </p:nvPicPr>
        <p:blipFill rotWithShape="1">
          <a:blip r:embed="rId6">
            <a:alphaModFix/>
          </a:blip>
          <a:srcRect l="59" r="59"/>
          <a:stretch/>
        </p:blipFill>
        <p:spPr>
          <a:xfrm>
            <a:off x="1178584" y="3753754"/>
            <a:ext cx="1581310" cy="1130047"/>
          </a:xfrm>
          <a:prstGeom prst="rect">
            <a:avLst/>
          </a:prstGeom>
          <a:noFill/>
          <a:ln>
            <a:noFill/>
          </a:ln>
          <a:effectLst>
            <a:outerShdw blurRad="57150" dist="19050" dir="5400000" algn="bl" rotWithShape="0">
              <a:srgbClr val="000000">
                <a:alpha val="20000"/>
              </a:srgbClr>
            </a:outerShdw>
          </a:effectLst>
        </p:spPr>
      </p:pic>
      <p:pic>
        <p:nvPicPr>
          <p:cNvPr id="1130" name="Google Shape;1130;g2701ceed56d_4_260"/>
          <p:cNvPicPr preferRelativeResize="0"/>
          <p:nvPr/>
        </p:nvPicPr>
        <p:blipFill rotWithShape="1">
          <a:blip r:embed="rId7">
            <a:alphaModFix/>
          </a:blip>
          <a:srcRect t="79" b="89"/>
          <a:stretch/>
        </p:blipFill>
        <p:spPr>
          <a:xfrm>
            <a:off x="6384127" y="2488190"/>
            <a:ext cx="1581311" cy="1130047"/>
          </a:xfrm>
          <a:prstGeom prst="rect">
            <a:avLst/>
          </a:prstGeom>
          <a:noFill/>
          <a:ln>
            <a:noFill/>
          </a:ln>
          <a:effectLst>
            <a:outerShdw blurRad="57150" dist="19050" dir="5400000" algn="bl" rotWithShape="0">
              <a:srgbClr val="000000">
                <a:alpha val="20000"/>
              </a:srgbClr>
            </a:outerShdw>
          </a:effectLst>
        </p:spPr>
      </p:pic>
      <p:pic>
        <p:nvPicPr>
          <p:cNvPr id="1131" name="Google Shape;1131;g2701ceed56d_4_260"/>
          <p:cNvPicPr preferRelativeResize="0"/>
          <p:nvPr/>
        </p:nvPicPr>
        <p:blipFill rotWithShape="1">
          <a:blip r:embed="rId8">
            <a:alphaModFix/>
          </a:blip>
          <a:srcRect t="79" b="89"/>
          <a:stretch/>
        </p:blipFill>
        <p:spPr>
          <a:xfrm>
            <a:off x="4648960"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32" name="Google Shape;1132;g2701ceed56d_4_260"/>
          <p:cNvPicPr preferRelativeResize="0"/>
          <p:nvPr/>
        </p:nvPicPr>
        <p:blipFill rotWithShape="1">
          <a:blip r:embed="rId9">
            <a:alphaModFix/>
          </a:blip>
          <a:srcRect t="79" b="89"/>
          <a:stretch/>
        </p:blipFill>
        <p:spPr>
          <a:xfrm>
            <a:off x="291377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33" name="Google Shape;1133;g2701ceed56d_4_260"/>
          <p:cNvPicPr preferRelativeResize="0"/>
          <p:nvPr/>
        </p:nvPicPr>
        <p:blipFill rotWithShape="1">
          <a:blip r:embed="rId10">
            <a:alphaModFix/>
          </a:blip>
          <a:srcRect/>
          <a:stretch/>
        </p:blipFill>
        <p:spPr>
          <a:xfrm>
            <a:off x="1178563" y="2488183"/>
            <a:ext cx="1581311" cy="1130047"/>
          </a:xfrm>
          <a:prstGeom prst="rect">
            <a:avLst/>
          </a:prstGeom>
          <a:noFill/>
          <a:ln>
            <a:noFill/>
          </a:ln>
          <a:effectLst>
            <a:outerShdw blurRad="57150" dist="19050" dir="5400000" algn="bl" rotWithShape="0">
              <a:srgbClr val="000000">
                <a:alpha val="20000"/>
              </a:srgbClr>
            </a:outerShdw>
          </a:effectLst>
        </p:spPr>
      </p:pic>
      <p:pic>
        <p:nvPicPr>
          <p:cNvPr id="1134" name="Google Shape;1134;g2701ceed56d_4_260"/>
          <p:cNvPicPr preferRelativeResize="0"/>
          <p:nvPr/>
        </p:nvPicPr>
        <p:blipFill rotWithShape="1">
          <a:blip r:embed="rId11">
            <a:alphaModFix/>
          </a:blip>
          <a:srcRect t="79" b="89"/>
          <a:stretch/>
        </p:blipFill>
        <p:spPr>
          <a:xfrm>
            <a:off x="6384127"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35" name="Google Shape;1135;g2701ceed56d_4_260"/>
          <p:cNvPicPr preferRelativeResize="0"/>
          <p:nvPr/>
        </p:nvPicPr>
        <p:blipFill rotWithShape="1">
          <a:blip r:embed="rId12">
            <a:alphaModFix/>
          </a:blip>
          <a:srcRect/>
          <a:stretch/>
        </p:blipFill>
        <p:spPr>
          <a:xfrm>
            <a:off x="4648960"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36" name="Google Shape;1136;g2701ceed56d_4_260"/>
          <p:cNvPicPr preferRelativeResize="0"/>
          <p:nvPr/>
        </p:nvPicPr>
        <p:blipFill rotWithShape="1">
          <a:blip r:embed="rId13">
            <a:alphaModFix/>
          </a:blip>
          <a:srcRect/>
          <a:stretch/>
        </p:blipFill>
        <p:spPr>
          <a:xfrm>
            <a:off x="2913773" y="1222626"/>
            <a:ext cx="1581311" cy="1130047"/>
          </a:xfrm>
          <a:prstGeom prst="rect">
            <a:avLst/>
          </a:prstGeom>
          <a:noFill/>
          <a:ln>
            <a:noFill/>
          </a:ln>
          <a:effectLst>
            <a:outerShdw blurRad="57150" dist="19050" dir="5400000" algn="bl" rotWithShape="0">
              <a:srgbClr val="000000">
                <a:alpha val="20000"/>
              </a:srgbClr>
            </a:outerShdw>
          </a:effectLst>
        </p:spPr>
      </p:pic>
      <p:pic>
        <p:nvPicPr>
          <p:cNvPr id="1137" name="Google Shape;1137;g2701ceed56d_4_260"/>
          <p:cNvPicPr preferRelativeResize="0"/>
          <p:nvPr/>
        </p:nvPicPr>
        <p:blipFill rotWithShape="1">
          <a:blip r:embed="rId14">
            <a:alphaModFix/>
          </a:blip>
          <a:srcRect/>
          <a:stretch/>
        </p:blipFill>
        <p:spPr>
          <a:xfrm>
            <a:off x="1178563" y="1222626"/>
            <a:ext cx="1581311" cy="1130047"/>
          </a:xfrm>
          <a:prstGeom prst="rect">
            <a:avLst/>
          </a:prstGeom>
          <a:noFill/>
          <a:ln>
            <a:noFill/>
          </a:ln>
          <a:effectLst>
            <a:outerShdw blurRad="57150" dist="19050" dir="5400000" algn="bl" rotWithShape="0">
              <a:srgbClr val="000000">
                <a:alpha val="2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42"/>
        <p:cNvGrpSpPr/>
        <p:nvPr/>
      </p:nvGrpSpPr>
      <p:grpSpPr>
        <a:xfrm>
          <a:off x="0" y="0"/>
          <a:ext cx="0" cy="0"/>
          <a:chOff x="0" y="0"/>
          <a:chExt cx="0" cy="0"/>
        </a:xfrm>
      </p:grpSpPr>
      <p:pic>
        <p:nvPicPr>
          <p:cNvPr id="1143" name="Google Shape;1143;g2d9e59d421a_0_98"/>
          <p:cNvPicPr preferRelativeResize="0"/>
          <p:nvPr/>
        </p:nvPicPr>
        <p:blipFill rotWithShape="1">
          <a:blip r:embed="rId3">
            <a:alphaModFix/>
          </a:blip>
          <a:srcRect/>
          <a:stretch/>
        </p:blipFill>
        <p:spPr>
          <a:xfrm>
            <a:off x="661750" y="2729650"/>
            <a:ext cx="4363975" cy="1154266"/>
          </a:xfrm>
          <a:prstGeom prst="rect">
            <a:avLst/>
          </a:prstGeom>
          <a:noFill/>
          <a:ln>
            <a:noFill/>
          </a:ln>
        </p:spPr>
      </p:pic>
      <p:pic>
        <p:nvPicPr>
          <p:cNvPr id="1144" name="Google Shape;1144;g2d9e59d421a_0_98"/>
          <p:cNvPicPr preferRelativeResize="0"/>
          <p:nvPr/>
        </p:nvPicPr>
        <p:blipFill rotWithShape="1">
          <a:blip r:embed="rId4">
            <a:alphaModFix/>
          </a:blip>
          <a:srcRect/>
          <a:stretch/>
        </p:blipFill>
        <p:spPr>
          <a:xfrm>
            <a:off x="5102925" y="2730300"/>
            <a:ext cx="3304474" cy="164137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g2c186218c5a_0_126"/>
          <p:cNvSpPr txBox="1">
            <a:spLocks noGrp="1"/>
          </p:cNvSpPr>
          <p:nvPr>
            <p:ph type="subTitle" idx="1"/>
          </p:nvPr>
        </p:nvSpPr>
        <p:spPr>
          <a:xfrm>
            <a:off x="2521374" y="6081000"/>
            <a:ext cx="6472500" cy="73470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1000"/>
              </a:spcBef>
              <a:spcAft>
                <a:spcPts val="0"/>
              </a:spcAft>
              <a:buSzPts val="1800"/>
              <a:buNone/>
            </a:pPr>
            <a:r>
              <a:rPr lang="en-US"/>
              <a:t>Sound Family /oo/; short vs long - Lesson 21</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Shape 1155"/>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419</Words>
  <Application>Microsoft Office PowerPoint</Application>
  <PresentationFormat>On-screen Show (4:3)</PresentationFormat>
  <Paragraphs>107</Paragraphs>
  <Slides>26</Slides>
  <Notes>26</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26</vt:i4>
      </vt:variant>
    </vt:vector>
  </HeadingPairs>
  <TitlesOfParts>
    <vt:vector size="34" baseType="lpstr">
      <vt:lpstr>Poppins SemiBold</vt:lpstr>
      <vt:lpstr>Poppins</vt:lpstr>
      <vt:lpstr>Calibri</vt:lpstr>
      <vt:lpstr>Nunito Black</vt:lpstr>
      <vt:lpstr>Poppins Medium</vt:lpstr>
      <vt:lpstr>Arial</vt:lpstr>
      <vt:lpstr>Jost</vt:lpstr>
      <vt:lpstr>Office Theme</vt:lpstr>
      <vt:lpstr>PowerPoint Presentation</vt:lpstr>
      <vt:lpstr>PowerPoint Presentation</vt:lpstr>
      <vt:lpstr>Recall all GPCs learned so far using flashcards.</vt:lpstr>
      <vt:lpstr>Recall all GPCs learned so far using flashcards.</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Review Phase 4 Common Exception Words said like out have some come what was so old do little one.</vt:lpstr>
      <vt:lpstr>Review Phase 5 Common Exception Words today house mouse hour because Mr Mrs Ms where should could would move use.</vt:lpstr>
      <vt:lpstr>Review Phase 5.5 Common Exception Words  people wild child mind kind behind eye oh most only both though.</vt:lpstr>
      <vt:lpstr>Teach Homophones within /oa/ family: know / no, loan / lone, rows / rose, road / rode.</vt:lpstr>
      <vt:lpstr>Review Common Exception Words containing /oa/ sound no go so oh most only both though.</vt:lpstr>
      <vt:lpstr>Review Grapheme Captions</vt:lpstr>
      <vt:lpstr>Review Grapheme Captions</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2026-05-25T04:40:24Z</dcterms:modified>
</cp:coreProperties>
</file>