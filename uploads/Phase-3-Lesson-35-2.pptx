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Mulish"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BJJ3XAEu54PlvfIGag2no4ub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5E3A9D-84AD-4CF9-AE25-760F03187F4F}">
  <a:tblStyle styleId="{2E5E3A9D-84AD-4CF9-AE25-760F03187F4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ai ee igh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7 - Friday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35</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14.xml"/><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9.xml"/><Relationship Id="rId5" Type="http://schemas.openxmlformats.org/officeDocument/2006/relationships/image" Target="../media/image9.png"/><Relationship Id="rId10" Type="http://schemas.openxmlformats.org/officeDocument/2006/relationships/slide" Target="slide7.xml"/><Relationship Id="rId4" Type="http://schemas.openxmlformats.org/officeDocument/2006/relationships/image" Target="../media/image7.png"/><Relationship Id="rId9" Type="http://schemas.openxmlformats.org/officeDocument/2006/relationships/slide" Target="slide17.xml"/><Relationship Id="rId14"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5.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notesSlide" Target="../notesSlides/notesSlide4.xml"/><Relationship Id="rId16" Type="http://schemas.openxmlformats.org/officeDocument/2006/relationships/image" Target="../media/image46.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6.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7.png"/><Relationship Id="rId9" Type="http://schemas.openxmlformats.org/officeDocument/2006/relationships/image" Target="../media/image39.png"/><Relationship Id="rId14" Type="http://schemas.openxmlformats.org/officeDocument/2006/relationships/image" Target="../media/image44.png"/></Relationships>
</file>

<file path=ppt/slides/_rels/slide5.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5.xml"/><Relationship Id="rId16"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s>
</file>

<file path=ppt/slides/_rels/slide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3.png"/><Relationship Id="rId7" Type="http://schemas.openxmlformats.org/officeDocument/2006/relationships/image" Target="../media/image6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11.png"/><Relationship Id="rId9" Type="http://schemas.openxmlformats.org/officeDocument/2006/relationships/image" Target="../media/image6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2.png"/><Relationship Id="rId4" Type="http://schemas.openxmlformats.org/officeDocument/2006/relationships/image" Target="../media/image71.png"/></Relationships>
</file>

<file path=ppt/slides/_rels/slide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75.png"/><Relationship Id="rId4" Type="http://schemas.openxmlformats.org/officeDocument/2006/relationships/image" Target="../media/image7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78.png"/><Relationship Id="rId4" Type="http://schemas.openxmlformats.org/officeDocument/2006/relationships/image" Target="../media/image77.png"/></Relationships>
</file>

<file path=ppt/slides/_rels/slide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81.png"/><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83.png"/><Relationship Id="rId4" Type="http://schemas.openxmlformats.org/officeDocument/2006/relationships/image" Target="../media/image82.png"/></Relationships>
</file>

<file path=ppt/slides/_rels/slide1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86.png"/><Relationship Id="rId4" Type="http://schemas.openxmlformats.org/officeDocument/2006/relationships/image" Target="../media/image85.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88.png"/><Relationship Id="rId4" Type="http://schemas.openxmlformats.org/officeDocument/2006/relationships/image" Target="../media/image87.png"/></Relationships>
</file>

<file path=ppt/slides/_rels/slide1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5.png"/><Relationship Id="rId7"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70.png"/><Relationship Id="rId5" Type="http://schemas.openxmlformats.org/officeDocument/2006/relationships/image" Target="../media/image63.png"/><Relationship Id="rId10" Type="http://schemas.openxmlformats.org/officeDocument/2006/relationships/image" Target="../media/image69.png"/><Relationship Id="rId4" Type="http://schemas.openxmlformats.org/officeDocument/2006/relationships/image" Target="../media/image66.png"/><Relationship Id="rId9" Type="http://schemas.openxmlformats.org/officeDocument/2006/relationships/image" Target="../media/image68.png"/></Relationships>
</file>

<file path=ppt/slides/_rels/slide16.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17.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110.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112.png"/><Relationship Id="rId5" Type="http://schemas.openxmlformats.org/officeDocument/2006/relationships/image" Target="../media/image6.png"/><Relationship Id="rId4" Type="http://schemas.openxmlformats.org/officeDocument/2006/relationships/image" Target="../media/image1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ai ee igh</a:t>
            </a:r>
            <a:endParaRPr/>
          </a:p>
        </p:txBody>
      </p:sp>
      <p:sp>
        <p:nvSpPr>
          <p:cNvPr id="711" name="Google Shape;711;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35</a:t>
            </a:r>
            <a:endParaRPr/>
          </a:p>
        </p:txBody>
      </p:sp>
      <p:graphicFrame>
        <p:nvGraphicFramePr>
          <p:cNvPr id="712" name="Google Shape;712;p1"/>
          <p:cNvGraphicFramePr/>
          <p:nvPr/>
        </p:nvGraphicFramePr>
        <p:xfrm>
          <a:off x="4844200" y="1891197"/>
          <a:ext cx="3784950" cy="1678950"/>
        </p:xfrm>
        <a:graphic>
          <a:graphicData uri="http://schemas.openxmlformats.org/drawingml/2006/table">
            <a:tbl>
              <a:tblPr firstRow="1" bandRow="1">
                <a:noFill/>
                <a:tableStyleId>{2E5E3A9D-84AD-4CF9-AE25-760F03187F4F}</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FFFFFF"/>
                          </a:solidFill>
                          <a:latin typeface="Poppins"/>
                          <a:ea typeface="Poppins"/>
                          <a:cs typeface="Poppins"/>
                          <a:sym typeface="Poppins"/>
                        </a:rPr>
                        <a:t>a</a:t>
                      </a:r>
                      <a:r>
                        <a:rPr lang="en-US" sz="1800" u="none" strike="noStrike" cap="none">
                          <a:solidFill>
                            <a:srgbClr val="FFFFFF"/>
                          </a:solidFill>
                          <a:latin typeface="Jost"/>
                          <a:ea typeface="Jost"/>
                          <a:cs typeface="Jost"/>
                          <a:sym typeface="Jost"/>
                        </a:rPr>
                        <a:t>i</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ee</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igh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3" name="Google Shape;713;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
        <p:nvSpPr>
          <p:cNvPr id="714" name="Google Shape;714;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5" name="Google Shape;715;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6" name="Google Shape;716;p1"/>
          <p:cNvPicPr preferRelativeResize="0"/>
          <p:nvPr/>
        </p:nvPicPr>
        <p:blipFill rotWithShape="1">
          <a:blip r:embed="rId3">
            <a:alphaModFix/>
          </a:blip>
          <a:srcRect l="79" r="79"/>
          <a:stretch/>
        </p:blipFill>
        <p:spPr>
          <a:xfrm rot="455440">
            <a:off x="7334776" y="3962416"/>
            <a:ext cx="1208039" cy="1709827"/>
          </a:xfrm>
          <a:prstGeom prst="rect">
            <a:avLst/>
          </a:prstGeom>
          <a:noFill/>
          <a:ln>
            <a:noFill/>
          </a:ln>
          <a:effectLst>
            <a:outerShdw blurRad="71438" dist="38100" dir="5220000" algn="bl" rotWithShape="0">
              <a:srgbClr val="000000">
                <a:alpha val="20000"/>
              </a:srgbClr>
            </a:outerShdw>
          </a:effectLst>
        </p:spPr>
      </p:pic>
      <p:pic>
        <p:nvPicPr>
          <p:cNvPr id="717" name="Google Shape;717;p1"/>
          <p:cNvPicPr preferRelativeResize="0"/>
          <p:nvPr/>
        </p:nvPicPr>
        <p:blipFill rotWithShape="1">
          <a:blip r:embed="rId4">
            <a:alphaModFix/>
          </a:blip>
          <a:srcRect l="79" r="69"/>
          <a:stretch/>
        </p:blipFill>
        <p:spPr>
          <a:xfrm rot="-65106">
            <a:off x="6295791" y="3890251"/>
            <a:ext cx="1208041" cy="1709825"/>
          </a:xfrm>
          <a:prstGeom prst="rect">
            <a:avLst/>
          </a:prstGeom>
          <a:noFill/>
          <a:ln>
            <a:noFill/>
          </a:ln>
          <a:effectLst>
            <a:outerShdw blurRad="71438" dist="38100" dir="5220000" algn="bl" rotWithShape="0">
              <a:srgbClr val="000000">
                <a:alpha val="20000"/>
              </a:srgbClr>
            </a:outerShdw>
          </a:effectLst>
        </p:spPr>
      </p:pic>
      <p:pic>
        <p:nvPicPr>
          <p:cNvPr id="718" name="Google Shape;718;p1"/>
          <p:cNvPicPr preferRelativeResize="0"/>
          <p:nvPr/>
        </p:nvPicPr>
        <p:blipFill rotWithShape="1">
          <a:blip r:embed="rId5">
            <a:alphaModFix/>
          </a:blip>
          <a:srcRect l="19" r="19"/>
          <a:stretch/>
        </p:blipFill>
        <p:spPr>
          <a:xfrm rot="-571955">
            <a:off x="5328352" y="3979072"/>
            <a:ext cx="1208040" cy="1709824"/>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digraphs </a:t>
            </a:r>
            <a:r>
              <a:rPr lang="en-US">
                <a:solidFill>
                  <a:srgbClr val="8DC63F"/>
                </a:solidFill>
              </a:rPr>
              <a:t>ai ee </a:t>
            </a:r>
            <a:r>
              <a:rPr lang="en-US"/>
              <a:t>and trigraph </a:t>
            </a:r>
            <a:r>
              <a:rPr lang="en-US">
                <a:solidFill>
                  <a:srgbClr val="8DC63F"/>
                </a:solidFill>
              </a:rPr>
              <a:t>igh</a:t>
            </a:r>
            <a:r>
              <a:rPr lang="en-US"/>
              <a:t>.</a:t>
            </a:r>
            <a:endParaRPr/>
          </a:p>
        </p:txBody>
      </p:sp>
      <p:sp>
        <p:nvSpPr>
          <p:cNvPr id="725" name="Google Shape;725;g2bee4f4af4b_0_204"/>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3 Common Exception Words learned so far </a:t>
            </a:r>
            <a:r>
              <a:rPr lang="en-US">
                <a:solidFill>
                  <a:srgbClr val="2356AF"/>
                </a:solidFill>
              </a:rPr>
              <a:t>push they me we be he she my by</a:t>
            </a:r>
            <a:r>
              <a:rPr lang="en-US"/>
              <a:t>.</a:t>
            </a:r>
            <a:endParaRPr/>
          </a:p>
        </p:txBody>
      </p:sp>
      <p:sp>
        <p:nvSpPr>
          <p:cNvPr id="726" name="Google Shape;726;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3">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29" name="Google Shape;72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4">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5">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6">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7">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9" action="ppaction://hlinksldjump"/>
          </p:cNvPr>
          <p:cNvSpPr/>
          <p:nvPr/>
        </p:nvSpPr>
        <p:spPr>
          <a:xfrm>
            <a:off x="7350521" y="378662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0" action="ppaction://hlinksldjump"/>
          </p:cNvPr>
          <p:cNvSpPr/>
          <p:nvPr/>
        </p:nvSpPr>
        <p:spPr>
          <a:xfrm>
            <a:off x="913612"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1" action="ppaction://hlinksldjump"/>
          </p:cNvPr>
          <p:cNvSpPr/>
          <p:nvPr/>
        </p:nvSpPr>
        <p:spPr>
          <a:xfrm>
            <a:off x="2460137" y="378662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2" action="ppaction://hlinksldjump"/>
          </p:cNvPr>
          <p:cNvSpPr/>
          <p:nvPr/>
        </p:nvSpPr>
        <p:spPr>
          <a:xfrm>
            <a:off x="3586640" y="378662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3" action="ppaction://hlinksldjump"/>
          </p:cNvPr>
          <p:cNvSpPr/>
          <p:nvPr/>
        </p:nvSpPr>
        <p:spPr>
          <a:xfrm>
            <a:off x="4881345" y="38174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4" action="ppaction://hlinksldjump"/>
          </p:cNvPr>
          <p:cNvSpPr/>
          <p:nvPr/>
        </p:nvSpPr>
        <p:spPr>
          <a:xfrm>
            <a:off x="5915017" y="381077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6" name="Google Shape;756;g26b641b03cd_0_165"/>
          <p:cNvGrpSpPr/>
          <p:nvPr/>
        </p:nvGrpSpPr>
        <p:grpSpPr>
          <a:xfrm>
            <a:off x="930400" y="2129444"/>
            <a:ext cx="7283200" cy="3724851"/>
            <a:chOff x="930400" y="2129444"/>
            <a:chExt cx="7283200" cy="3724851"/>
          </a:xfrm>
        </p:grpSpPr>
        <p:pic>
          <p:nvPicPr>
            <p:cNvPr id="757" name="Google Shape;75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6" name="Google Shape;786;g26b7edf6e71_0_26"/>
          <p:cNvPicPr preferRelativeResize="0"/>
          <p:nvPr/>
        </p:nvPicPr>
        <p:blipFill rotWithShape="1">
          <a:blip r:embed="rId3">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4">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5">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6">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7">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8">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9">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10">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11">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12">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13">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14">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15">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16">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17">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18">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08" name="Google Shape;808;g26b7edf6e71_0_109"/>
          <p:cNvGrpSpPr/>
          <p:nvPr/>
        </p:nvGrpSpPr>
        <p:grpSpPr>
          <a:xfrm>
            <a:off x="867357" y="2129450"/>
            <a:ext cx="7282807" cy="2686611"/>
            <a:chOff x="867357" y="2129450"/>
            <a:chExt cx="7282807" cy="2686611"/>
          </a:xfrm>
        </p:grpSpPr>
        <p:pic>
          <p:nvPicPr>
            <p:cNvPr id="809" name="Google Shape;80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a:t>
            </a:r>
            <a:r>
              <a:rPr lang="en-US"/>
              <a:t>.</a:t>
            </a:r>
            <a:endParaRPr/>
          </a:p>
        </p:txBody>
      </p:sp>
      <p:pic>
        <p:nvPicPr>
          <p:cNvPr id="829" name="Google Shape;829;g2c610ea7438_0_1"/>
          <p:cNvPicPr preferRelativeResize="0"/>
          <p:nvPr/>
        </p:nvPicPr>
        <p:blipFill rotWithShape="1">
          <a:blip r:embed="rId3">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30" name="Google Shape;830;g2c610ea7438_0_1"/>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31" name="Google Shape;831;g2c610ea7438_0_1"/>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32" name="Google Shape;832;g2c610ea7438_0_1"/>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33" name="Google Shape;833;g2c610ea7438_0_1"/>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34" name="Google Shape;834;g2c610ea7438_0_1"/>
          <p:cNvPicPr preferRelativeResize="0"/>
          <p:nvPr/>
        </p:nvPicPr>
        <p:blipFill rotWithShape="1">
          <a:blip r:embed="rId8">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35" name="Google Shape;835;g2c610ea7438_0_1"/>
          <p:cNvPicPr preferRelativeResize="0"/>
          <p:nvPr/>
        </p:nvPicPr>
        <p:blipFill rotWithShape="1">
          <a:blip r:embed="rId9">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36" name="Google Shape;836;g2c610ea7438_0_1"/>
          <p:cNvPicPr preferRelativeResize="0"/>
          <p:nvPr/>
        </p:nvPicPr>
        <p:blipFill rotWithShape="1">
          <a:blip r:embed="rId10">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37" name="Google Shape;837;g2c610ea7438_0_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4" name="Google Shape;84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45" name="Google Shape;84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6" name="Google Shape;846;g2c186218c5a_0_17"/>
          <p:cNvPicPr preferRelativeResize="0"/>
          <p:nvPr/>
        </p:nvPicPr>
        <p:blipFill rotWithShape="1">
          <a:blip r:embed="rId3">
            <a:alphaModFix/>
          </a:blip>
          <a:srcRect t="149" b="1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47" name="Google Shape;847;g2c186218c5a_0_17"/>
          <p:cNvPicPr preferRelativeResize="0"/>
          <p:nvPr/>
        </p:nvPicPr>
        <p:blipFill rotWithShape="1">
          <a:blip r:embed="rId4">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48" name="Google Shape;848;g2c186218c5a_0_17"/>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55" name="Google Shape;85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56" name="Google Shape;85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57" name="Google Shape;857;g26b641b03cd_0_185"/>
          <p:cNvPicPr preferRelativeResize="0"/>
          <p:nvPr/>
        </p:nvPicPr>
        <p:blipFill rotWithShape="1">
          <a:blip r:embed="rId3">
            <a:alphaModFix/>
          </a:blip>
          <a:srcRect t="149" b="1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58" name="Google Shape;858;g26b641b03cd_0_185"/>
          <p:cNvPicPr preferRelativeResize="0"/>
          <p:nvPr/>
        </p:nvPicPr>
        <p:blipFill rotWithShape="1">
          <a:blip r:embed="rId4">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59" name="Google Shape;859;g26b641b03cd_0_185"/>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6" name="Google Shape;86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67" name="Google Shape;86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68" name="Google Shape;868;g2c186218c5a_0_25"/>
          <p:cNvPicPr preferRelativeResize="0"/>
          <p:nvPr/>
        </p:nvPicPr>
        <p:blipFill rotWithShape="1">
          <a:blip r:embed="rId3">
            <a:alphaModFix/>
          </a:blip>
          <a:srcRect l="19" r="2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69" name="Google Shape;869;g2c186218c5a_0_25"/>
          <p:cNvPicPr preferRelativeResize="0"/>
          <p:nvPr/>
        </p:nvPicPr>
        <p:blipFill rotWithShape="1">
          <a:blip r:embed="rId4">
            <a:alphaModFix/>
          </a:blip>
          <a:srcRect l="79" r="7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70" name="Google Shape;870;g2c186218c5a_0_25"/>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7" name="Google Shape;87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78" name="Google Shape;878;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79" name="Google Shape;879;g26b641b03cd_0_192"/>
          <p:cNvPicPr preferRelativeResize="0"/>
          <p:nvPr/>
        </p:nvPicPr>
        <p:blipFill rotWithShape="1">
          <a:blip r:embed="rId3">
            <a:alphaModFix/>
          </a:blip>
          <a:srcRect l="19" r="2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80" name="Google Shape;880;g26b641b03cd_0_192"/>
          <p:cNvPicPr preferRelativeResize="0"/>
          <p:nvPr/>
        </p:nvPicPr>
        <p:blipFill rotWithShape="1">
          <a:blip r:embed="rId4">
            <a:alphaModFix/>
          </a:blip>
          <a:srcRect l="79" r="7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81" name="Google Shape;881;g26b641b03cd_0_192"/>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88" name="Google Shape;88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89" name="Google Shape;88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90" name="Google Shape;890;g26b641b03cd_0_204"/>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91" name="Google Shape;891;g26b641b03cd_0_204"/>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92" name="Google Shape;892;g26b641b03cd_0_204"/>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9" name="Google Shape;89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00" name="Google Shape;90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1" name="Google Shape;901;g2c186218c5a_0_48"/>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902" name="Google Shape;902;g2c186218c5a_0_48"/>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903" name="Google Shape;903;g2c186218c5a_0_48"/>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0" name="Google Shape;9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11" name="Google Shape;91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12" name="Google Shape;912;g26b641b03cd_0_213"/>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913" name="Google Shape;913;g26b641b03cd_0_213"/>
          <p:cNvPicPr preferRelativeResize="0"/>
          <p:nvPr/>
        </p:nvPicPr>
        <p:blipFill rotWithShape="1">
          <a:blip r:embed="rId4">
            <a:alphaModFix/>
          </a:blip>
          <a:srcRect l="228" r="228"/>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914" name="Google Shape;914;g26b641b03cd_0_213"/>
          <p:cNvPicPr preferRelativeResize="0"/>
          <p:nvPr/>
        </p:nvPicPr>
        <p:blipFill rotWithShape="1">
          <a:blip r:embed="rId5">
            <a:alphaModFix/>
          </a:blip>
          <a:srcRect l="228" r="228"/>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1" name="Google Shape;92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22" name="Google Shape;92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3" name="Google Shape;923;g2c186218c5a_0_149"/>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924" name="Google Shape;924;g2c186218c5a_0_149"/>
          <p:cNvPicPr preferRelativeResize="0"/>
          <p:nvPr/>
        </p:nvPicPr>
        <p:blipFill rotWithShape="1">
          <a:blip r:embed="rId4">
            <a:alphaModFix/>
          </a:blip>
          <a:srcRect l="228" r="228"/>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925" name="Google Shape;925;g2c186218c5a_0_149"/>
          <p:cNvPicPr preferRelativeResize="0"/>
          <p:nvPr/>
        </p:nvPicPr>
        <p:blipFill rotWithShape="1">
          <a:blip r:embed="rId5">
            <a:alphaModFix/>
          </a:blip>
          <a:srcRect l="228" r="228"/>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6b641b03cd_0_301"/>
          <p:cNvSpPr txBox="1">
            <a:spLocks noGrp="1"/>
          </p:cNvSpPr>
          <p:nvPr>
            <p:ph type="title"/>
          </p:nvPr>
        </p:nvSpPr>
        <p:spPr>
          <a:xfrm>
            <a:off x="826075" y="5568500"/>
            <a:ext cx="7491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32" name="Google Shape;93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933" name="Google Shape;93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4" name="Google Shape;934;g26b641b03cd_0_301"/>
          <p:cNvPicPr preferRelativeResize="0"/>
          <p:nvPr/>
        </p:nvPicPr>
        <p:blipFill rotWithShape="1">
          <a:blip r:embed="rId3">
            <a:alphaModFix/>
          </a:blip>
          <a:srcRect t="19" b="29"/>
          <a:stretch/>
        </p:blipFill>
        <p:spPr>
          <a:xfrm>
            <a:off x="1343200" y="2424932"/>
            <a:ext cx="2043837" cy="1460582"/>
          </a:xfrm>
          <a:prstGeom prst="rect">
            <a:avLst/>
          </a:prstGeom>
          <a:noFill/>
          <a:ln>
            <a:noFill/>
          </a:ln>
          <a:effectLst>
            <a:outerShdw blurRad="57150" dist="19050" dir="5400000" algn="bl" rotWithShape="0">
              <a:srgbClr val="000000">
                <a:alpha val="20000"/>
              </a:srgbClr>
            </a:outerShdw>
          </a:effectLst>
        </p:spPr>
      </p:pic>
      <p:pic>
        <p:nvPicPr>
          <p:cNvPr id="935" name="Google Shape;935;g26b641b03cd_0_301"/>
          <p:cNvPicPr preferRelativeResize="0"/>
          <p:nvPr/>
        </p:nvPicPr>
        <p:blipFill rotWithShape="1">
          <a:blip r:embed="rId4">
            <a:alphaModFix/>
          </a:blip>
          <a:srcRect t="19" b="29"/>
          <a:stretch/>
        </p:blipFill>
        <p:spPr>
          <a:xfrm>
            <a:off x="3550082" y="2424932"/>
            <a:ext cx="2043837" cy="1460582"/>
          </a:xfrm>
          <a:prstGeom prst="rect">
            <a:avLst/>
          </a:prstGeom>
          <a:noFill/>
          <a:ln>
            <a:noFill/>
          </a:ln>
          <a:effectLst>
            <a:outerShdw blurRad="57150" dist="19050" dir="5400000" algn="bl" rotWithShape="0">
              <a:srgbClr val="000000">
                <a:alpha val="20000"/>
              </a:srgbClr>
            </a:outerShdw>
          </a:effectLst>
        </p:spPr>
      </p:pic>
      <p:pic>
        <p:nvPicPr>
          <p:cNvPr id="936" name="Google Shape;936;g26b641b03cd_0_301"/>
          <p:cNvPicPr preferRelativeResize="0"/>
          <p:nvPr/>
        </p:nvPicPr>
        <p:blipFill rotWithShape="1">
          <a:blip r:embed="rId5">
            <a:alphaModFix/>
          </a:blip>
          <a:srcRect t="19" b="29"/>
          <a:stretch/>
        </p:blipFill>
        <p:spPr>
          <a:xfrm>
            <a:off x="1343200" y="841625"/>
            <a:ext cx="2043837" cy="1460582"/>
          </a:xfrm>
          <a:prstGeom prst="rect">
            <a:avLst/>
          </a:prstGeom>
          <a:noFill/>
          <a:ln>
            <a:noFill/>
          </a:ln>
          <a:effectLst>
            <a:outerShdw blurRad="57150" dist="19050" dir="5400000" algn="bl" rotWithShape="0">
              <a:srgbClr val="000000">
                <a:alpha val="20000"/>
              </a:srgbClr>
            </a:outerShdw>
          </a:effectLst>
        </p:spPr>
      </p:pic>
      <p:pic>
        <p:nvPicPr>
          <p:cNvPr id="937" name="Google Shape;937;g26b641b03cd_0_301"/>
          <p:cNvPicPr preferRelativeResize="0"/>
          <p:nvPr/>
        </p:nvPicPr>
        <p:blipFill rotWithShape="1">
          <a:blip r:embed="rId6">
            <a:alphaModFix/>
          </a:blip>
          <a:srcRect t="19" b="29"/>
          <a:stretch/>
        </p:blipFill>
        <p:spPr>
          <a:xfrm>
            <a:off x="3550082" y="841625"/>
            <a:ext cx="2043837" cy="1460582"/>
          </a:xfrm>
          <a:prstGeom prst="rect">
            <a:avLst/>
          </a:prstGeom>
          <a:noFill/>
          <a:ln>
            <a:noFill/>
          </a:ln>
          <a:effectLst>
            <a:outerShdw blurRad="57150" dist="19050" dir="5400000" algn="bl" rotWithShape="0">
              <a:srgbClr val="000000">
                <a:alpha val="20000"/>
              </a:srgbClr>
            </a:outerShdw>
          </a:effectLst>
        </p:spPr>
      </p:pic>
      <p:pic>
        <p:nvPicPr>
          <p:cNvPr id="938" name="Google Shape;938;g26b641b03cd_0_301"/>
          <p:cNvPicPr preferRelativeResize="0"/>
          <p:nvPr/>
        </p:nvPicPr>
        <p:blipFill rotWithShape="1">
          <a:blip r:embed="rId7">
            <a:alphaModFix/>
          </a:blip>
          <a:srcRect l="59" r="59"/>
          <a:stretch/>
        </p:blipFill>
        <p:spPr>
          <a:xfrm>
            <a:off x="5756963" y="2424932"/>
            <a:ext cx="2043837" cy="1460583"/>
          </a:xfrm>
          <a:prstGeom prst="rect">
            <a:avLst/>
          </a:prstGeom>
          <a:noFill/>
          <a:ln>
            <a:noFill/>
          </a:ln>
          <a:effectLst>
            <a:outerShdw blurRad="57150" dist="19050" dir="5400000" algn="bl" rotWithShape="0">
              <a:srgbClr val="000000">
                <a:alpha val="20000"/>
              </a:srgbClr>
            </a:outerShdw>
          </a:effectLst>
        </p:spPr>
      </p:pic>
      <p:pic>
        <p:nvPicPr>
          <p:cNvPr id="939" name="Google Shape;939;g26b641b03cd_0_301"/>
          <p:cNvPicPr preferRelativeResize="0"/>
          <p:nvPr/>
        </p:nvPicPr>
        <p:blipFill rotWithShape="1">
          <a:blip r:embed="rId8">
            <a:alphaModFix/>
          </a:blip>
          <a:srcRect l="59" r="59"/>
          <a:stretch/>
        </p:blipFill>
        <p:spPr>
          <a:xfrm>
            <a:off x="5756963" y="841625"/>
            <a:ext cx="2043837" cy="1460583"/>
          </a:xfrm>
          <a:prstGeom prst="rect">
            <a:avLst/>
          </a:prstGeom>
          <a:noFill/>
          <a:ln>
            <a:noFill/>
          </a:ln>
          <a:effectLst>
            <a:outerShdw blurRad="57150" dist="19050" dir="5400000" algn="bl" rotWithShape="0">
              <a:srgbClr val="000000">
                <a:alpha val="20000"/>
              </a:srgbClr>
            </a:outerShdw>
          </a:effectLst>
        </p:spPr>
      </p:pic>
      <p:pic>
        <p:nvPicPr>
          <p:cNvPr id="940" name="Google Shape;940;g26b641b03cd_0_301"/>
          <p:cNvPicPr preferRelativeResize="0"/>
          <p:nvPr/>
        </p:nvPicPr>
        <p:blipFill rotWithShape="1">
          <a:blip r:embed="rId9">
            <a:alphaModFix/>
          </a:blip>
          <a:srcRect t="19" b="29"/>
          <a:stretch/>
        </p:blipFill>
        <p:spPr>
          <a:xfrm>
            <a:off x="1343200" y="4008242"/>
            <a:ext cx="2043837" cy="1460582"/>
          </a:xfrm>
          <a:prstGeom prst="rect">
            <a:avLst/>
          </a:prstGeom>
          <a:noFill/>
          <a:ln>
            <a:noFill/>
          </a:ln>
          <a:effectLst>
            <a:outerShdw blurRad="57150" dist="19050" dir="5400000" algn="bl" rotWithShape="0">
              <a:srgbClr val="000000">
                <a:alpha val="20000"/>
              </a:srgbClr>
            </a:outerShdw>
          </a:effectLst>
        </p:spPr>
      </p:pic>
      <p:pic>
        <p:nvPicPr>
          <p:cNvPr id="941" name="Google Shape;941;g26b641b03cd_0_301"/>
          <p:cNvPicPr preferRelativeResize="0"/>
          <p:nvPr/>
        </p:nvPicPr>
        <p:blipFill rotWithShape="1">
          <a:blip r:embed="rId10">
            <a:alphaModFix/>
          </a:blip>
          <a:srcRect t="19" b="29"/>
          <a:stretch/>
        </p:blipFill>
        <p:spPr>
          <a:xfrm>
            <a:off x="3550082" y="4008242"/>
            <a:ext cx="2043837" cy="1460582"/>
          </a:xfrm>
          <a:prstGeom prst="rect">
            <a:avLst/>
          </a:prstGeom>
          <a:noFill/>
          <a:ln>
            <a:noFill/>
          </a:ln>
          <a:effectLst>
            <a:outerShdw blurRad="57150" dist="19050" dir="5400000" algn="bl" rotWithShape="0">
              <a:srgbClr val="000000">
                <a:alpha val="20000"/>
              </a:srgbClr>
            </a:outerShdw>
          </a:effectLst>
        </p:spPr>
      </p:pic>
      <p:pic>
        <p:nvPicPr>
          <p:cNvPr id="942" name="Google Shape;942;g26b641b03cd_0_301"/>
          <p:cNvPicPr preferRelativeResize="0"/>
          <p:nvPr/>
        </p:nvPicPr>
        <p:blipFill rotWithShape="1">
          <a:blip r:embed="rId11">
            <a:alphaModFix/>
          </a:blip>
          <a:srcRect l="59" r="59"/>
          <a:stretch/>
        </p:blipFill>
        <p:spPr>
          <a:xfrm>
            <a:off x="5756963" y="4008242"/>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949" name="Google Shape;94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0" name="Google Shape;950;g26b641b03cd_0_308"/>
          <p:cNvPicPr preferRelativeResize="0"/>
          <p:nvPr/>
        </p:nvPicPr>
        <p:blipFill rotWithShape="1">
          <a:blip r:embed="rId3">
            <a:alphaModFix/>
          </a:blip>
          <a:srcRect t="19" b="29"/>
          <a:stretch/>
        </p:blipFill>
        <p:spPr>
          <a:xfrm>
            <a:off x="1343200" y="2424932"/>
            <a:ext cx="2043837" cy="1460582"/>
          </a:xfrm>
          <a:prstGeom prst="rect">
            <a:avLst/>
          </a:prstGeom>
          <a:noFill/>
          <a:ln>
            <a:noFill/>
          </a:ln>
          <a:effectLst>
            <a:outerShdw blurRad="57150" dist="19050" dir="5400000" algn="bl" rotWithShape="0">
              <a:srgbClr val="000000">
                <a:alpha val="20000"/>
              </a:srgbClr>
            </a:outerShdw>
          </a:effectLst>
        </p:spPr>
      </p:pic>
      <p:pic>
        <p:nvPicPr>
          <p:cNvPr id="951" name="Google Shape;951;g26b641b03cd_0_308"/>
          <p:cNvPicPr preferRelativeResize="0"/>
          <p:nvPr/>
        </p:nvPicPr>
        <p:blipFill rotWithShape="1">
          <a:blip r:embed="rId4">
            <a:alphaModFix/>
          </a:blip>
          <a:srcRect t="19" b="29"/>
          <a:stretch/>
        </p:blipFill>
        <p:spPr>
          <a:xfrm>
            <a:off x="3550082" y="2424932"/>
            <a:ext cx="2043837" cy="1460582"/>
          </a:xfrm>
          <a:prstGeom prst="rect">
            <a:avLst/>
          </a:prstGeom>
          <a:noFill/>
          <a:ln>
            <a:noFill/>
          </a:ln>
          <a:effectLst>
            <a:outerShdw blurRad="57150" dist="19050" dir="5400000" algn="bl" rotWithShape="0">
              <a:srgbClr val="000000">
                <a:alpha val="20000"/>
              </a:srgbClr>
            </a:outerShdw>
          </a:effectLst>
        </p:spPr>
      </p:pic>
      <p:pic>
        <p:nvPicPr>
          <p:cNvPr id="952" name="Google Shape;952;g26b641b03cd_0_308"/>
          <p:cNvPicPr preferRelativeResize="0"/>
          <p:nvPr/>
        </p:nvPicPr>
        <p:blipFill rotWithShape="1">
          <a:blip r:embed="rId5">
            <a:alphaModFix/>
          </a:blip>
          <a:srcRect t="19" b="29"/>
          <a:stretch/>
        </p:blipFill>
        <p:spPr>
          <a:xfrm>
            <a:off x="1343200" y="841625"/>
            <a:ext cx="2043837" cy="1460582"/>
          </a:xfrm>
          <a:prstGeom prst="rect">
            <a:avLst/>
          </a:prstGeom>
          <a:noFill/>
          <a:ln>
            <a:noFill/>
          </a:ln>
          <a:effectLst>
            <a:outerShdw blurRad="57150" dist="19050" dir="5400000" algn="bl" rotWithShape="0">
              <a:srgbClr val="000000">
                <a:alpha val="20000"/>
              </a:srgbClr>
            </a:outerShdw>
          </a:effectLst>
        </p:spPr>
      </p:pic>
      <p:pic>
        <p:nvPicPr>
          <p:cNvPr id="953" name="Google Shape;953;g26b641b03cd_0_308"/>
          <p:cNvPicPr preferRelativeResize="0"/>
          <p:nvPr/>
        </p:nvPicPr>
        <p:blipFill rotWithShape="1">
          <a:blip r:embed="rId6">
            <a:alphaModFix/>
          </a:blip>
          <a:srcRect t="19" b="29"/>
          <a:stretch/>
        </p:blipFill>
        <p:spPr>
          <a:xfrm>
            <a:off x="3550082" y="841625"/>
            <a:ext cx="2043837" cy="1460582"/>
          </a:xfrm>
          <a:prstGeom prst="rect">
            <a:avLst/>
          </a:prstGeom>
          <a:noFill/>
          <a:ln>
            <a:noFill/>
          </a:ln>
          <a:effectLst>
            <a:outerShdw blurRad="57150" dist="19050" dir="5400000" algn="bl" rotWithShape="0">
              <a:srgbClr val="000000">
                <a:alpha val="20000"/>
              </a:srgbClr>
            </a:outerShdw>
          </a:effectLst>
        </p:spPr>
      </p:pic>
      <p:pic>
        <p:nvPicPr>
          <p:cNvPr id="954" name="Google Shape;954;g26b641b03cd_0_308"/>
          <p:cNvPicPr preferRelativeResize="0"/>
          <p:nvPr/>
        </p:nvPicPr>
        <p:blipFill rotWithShape="1">
          <a:blip r:embed="rId7">
            <a:alphaModFix/>
          </a:blip>
          <a:srcRect l="59" r="59"/>
          <a:stretch/>
        </p:blipFill>
        <p:spPr>
          <a:xfrm>
            <a:off x="5756963" y="2424932"/>
            <a:ext cx="2043837" cy="1460583"/>
          </a:xfrm>
          <a:prstGeom prst="rect">
            <a:avLst/>
          </a:prstGeom>
          <a:noFill/>
          <a:ln>
            <a:noFill/>
          </a:ln>
          <a:effectLst>
            <a:outerShdw blurRad="57150" dist="19050" dir="5400000" algn="bl" rotWithShape="0">
              <a:srgbClr val="000000">
                <a:alpha val="20000"/>
              </a:srgbClr>
            </a:outerShdw>
          </a:effectLst>
        </p:spPr>
      </p:pic>
      <p:pic>
        <p:nvPicPr>
          <p:cNvPr id="955" name="Google Shape;955;g26b641b03cd_0_308"/>
          <p:cNvPicPr preferRelativeResize="0"/>
          <p:nvPr/>
        </p:nvPicPr>
        <p:blipFill rotWithShape="1">
          <a:blip r:embed="rId8">
            <a:alphaModFix/>
          </a:blip>
          <a:srcRect l="59" r="59"/>
          <a:stretch/>
        </p:blipFill>
        <p:spPr>
          <a:xfrm>
            <a:off x="5756963" y="841625"/>
            <a:ext cx="2043837" cy="1460583"/>
          </a:xfrm>
          <a:prstGeom prst="rect">
            <a:avLst/>
          </a:prstGeom>
          <a:noFill/>
          <a:ln>
            <a:noFill/>
          </a:ln>
          <a:effectLst>
            <a:outerShdw blurRad="57150" dist="19050" dir="5400000" algn="bl" rotWithShape="0">
              <a:srgbClr val="000000">
                <a:alpha val="20000"/>
              </a:srgbClr>
            </a:outerShdw>
          </a:effectLst>
        </p:spPr>
      </p:pic>
      <p:pic>
        <p:nvPicPr>
          <p:cNvPr id="956" name="Google Shape;956;g26b641b03cd_0_308"/>
          <p:cNvPicPr preferRelativeResize="0"/>
          <p:nvPr/>
        </p:nvPicPr>
        <p:blipFill rotWithShape="1">
          <a:blip r:embed="rId9">
            <a:alphaModFix/>
          </a:blip>
          <a:srcRect t="19" b="29"/>
          <a:stretch/>
        </p:blipFill>
        <p:spPr>
          <a:xfrm>
            <a:off x="1343200" y="4008242"/>
            <a:ext cx="2043837" cy="1460582"/>
          </a:xfrm>
          <a:prstGeom prst="rect">
            <a:avLst/>
          </a:prstGeom>
          <a:noFill/>
          <a:ln>
            <a:noFill/>
          </a:ln>
          <a:effectLst>
            <a:outerShdw blurRad="57150" dist="19050" dir="5400000" algn="bl" rotWithShape="0">
              <a:srgbClr val="000000">
                <a:alpha val="20000"/>
              </a:srgbClr>
            </a:outerShdw>
          </a:effectLst>
        </p:spPr>
      </p:pic>
      <p:pic>
        <p:nvPicPr>
          <p:cNvPr id="957" name="Google Shape;957;g26b641b03cd_0_308"/>
          <p:cNvPicPr preferRelativeResize="0"/>
          <p:nvPr/>
        </p:nvPicPr>
        <p:blipFill rotWithShape="1">
          <a:blip r:embed="rId10">
            <a:alphaModFix/>
          </a:blip>
          <a:srcRect t="19" b="29"/>
          <a:stretch/>
        </p:blipFill>
        <p:spPr>
          <a:xfrm>
            <a:off x="3550082" y="4008242"/>
            <a:ext cx="2043837" cy="1460582"/>
          </a:xfrm>
          <a:prstGeom prst="rect">
            <a:avLst/>
          </a:prstGeom>
          <a:noFill/>
          <a:ln>
            <a:noFill/>
          </a:ln>
          <a:effectLst>
            <a:outerShdw blurRad="57150" dist="19050" dir="5400000" algn="bl" rotWithShape="0">
              <a:srgbClr val="000000">
                <a:alpha val="20000"/>
              </a:srgbClr>
            </a:outerShdw>
          </a:effectLst>
        </p:spPr>
      </p:pic>
      <p:pic>
        <p:nvPicPr>
          <p:cNvPr id="958" name="Google Shape;958;g26b641b03cd_0_308"/>
          <p:cNvPicPr preferRelativeResize="0"/>
          <p:nvPr/>
        </p:nvPicPr>
        <p:blipFill rotWithShape="1">
          <a:blip r:embed="rId11">
            <a:alphaModFix/>
          </a:blip>
          <a:srcRect l="59" r="59"/>
          <a:stretch/>
        </p:blipFill>
        <p:spPr>
          <a:xfrm>
            <a:off x="5756963" y="4008242"/>
            <a:ext cx="2043837" cy="1460583"/>
          </a:xfrm>
          <a:prstGeom prst="rect">
            <a:avLst/>
          </a:prstGeom>
          <a:noFill/>
          <a:ln>
            <a:noFill/>
          </a:ln>
          <a:effectLst>
            <a:outerShdw blurRad="57150" dist="19050" dir="5400000" algn="bl" rotWithShape="0">
              <a:srgbClr val="000000">
                <a:alpha val="20000"/>
              </a:srgbClr>
            </a:outerShdw>
          </a:effectLst>
        </p:spPr>
      </p:pic>
      <p:sp>
        <p:nvSpPr>
          <p:cNvPr id="959" name="Google Shape;959;g26b641b03cd_0_308"/>
          <p:cNvSpPr txBox="1">
            <a:spLocks noGrp="1"/>
          </p:cNvSpPr>
          <p:nvPr>
            <p:ph type="title"/>
          </p:nvPr>
        </p:nvSpPr>
        <p:spPr>
          <a:xfrm>
            <a:off x="826075" y="5568500"/>
            <a:ext cx="7491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6b641b03cd_0_315"/>
          <p:cNvSpPr txBox="1">
            <a:spLocks noGrp="1"/>
          </p:cNvSpPr>
          <p:nvPr>
            <p:ph type="title"/>
          </p:nvPr>
        </p:nvSpPr>
        <p:spPr>
          <a:xfrm>
            <a:off x="1018175" y="5568500"/>
            <a:ext cx="7107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66" name="Google Shape;966;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67" name="Google Shape;967;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8" name="Google Shape;968;g26b641b03cd_0_315"/>
          <p:cNvPicPr preferRelativeResize="0"/>
          <p:nvPr/>
        </p:nvPicPr>
        <p:blipFill rotWithShape="1">
          <a:blip r:embed="rId3">
            <a:alphaModFix/>
          </a:blip>
          <a:srcRect t="89" b="99"/>
          <a:stretch/>
        </p:blipFill>
        <p:spPr>
          <a:xfrm>
            <a:off x="3637039" y="869075"/>
            <a:ext cx="1869922" cy="1403124"/>
          </a:xfrm>
          <a:prstGeom prst="rect">
            <a:avLst/>
          </a:prstGeom>
          <a:noFill/>
          <a:ln>
            <a:noFill/>
          </a:ln>
          <a:effectLst>
            <a:outerShdw blurRad="57150" dist="19050" dir="5400000" algn="bl" rotWithShape="0">
              <a:srgbClr val="000000">
                <a:alpha val="20000"/>
              </a:srgbClr>
            </a:outerShdw>
          </a:effectLst>
        </p:spPr>
      </p:pic>
      <p:pic>
        <p:nvPicPr>
          <p:cNvPr id="969" name="Google Shape;969;g26b641b03cd_0_315"/>
          <p:cNvPicPr preferRelativeResize="0"/>
          <p:nvPr/>
        </p:nvPicPr>
        <p:blipFill rotWithShape="1">
          <a:blip r:embed="rId4">
            <a:alphaModFix/>
          </a:blip>
          <a:srcRect/>
          <a:stretch/>
        </p:blipFill>
        <p:spPr>
          <a:xfrm>
            <a:off x="5672478" y="869075"/>
            <a:ext cx="1869922" cy="1403125"/>
          </a:xfrm>
          <a:prstGeom prst="rect">
            <a:avLst/>
          </a:prstGeom>
          <a:noFill/>
          <a:ln>
            <a:noFill/>
          </a:ln>
          <a:effectLst>
            <a:outerShdw blurRad="57150" dist="19050" dir="5400000" algn="bl" rotWithShape="0">
              <a:srgbClr val="000000">
                <a:alpha val="20000"/>
              </a:srgbClr>
            </a:outerShdw>
          </a:effectLst>
        </p:spPr>
      </p:pic>
      <p:pic>
        <p:nvPicPr>
          <p:cNvPr id="970" name="Google Shape;970;g26b641b03cd_0_315"/>
          <p:cNvPicPr preferRelativeResize="0"/>
          <p:nvPr/>
        </p:nvPicPr>
        <p:blipFill rotWithShape="1">
          <a:blip r:embed="rId5">
            <a:alphaModFix/>
          </a:blip>
          <a:srcRect t="89" b="99"/>
          <a:stretch/>
        </p:blipFill>
        <p:spPr>
          <a:xfrm>
            <a:off x="1601600" y="869075"/>
            <a:ext cx="1869922" cy="1403125"/>
          </a:xfrm>
          <a:prstGeom prst="rect">
            <a:avLst/>
          </a:prstGeom>
          <a:noFill/>
          <a:ln>
            <a:noFill/>
          </a:ln>
          <a:effectLst>
            <a:outerShdw blurRad="57150" dist="19050" dir="5400000" algn="bl" rotWithShape="0">
              <a:srgbClr val="000000">
                <a:alpha val="20000"/>
              </a:srgbClr>
            </a:outerShdw>
          </a:effectLst>
        </p:spPr>
      </p:pic>
      <p:pic>
        <p:nvPicPr>
          <p:cNvPr id="971" name="Google Shape;971;g26b641b03cd_0_315"/>
          <p:cNvPicPr preferRelativeResize="0"/>
          <p:nvPr/>
        </p:nvPicPr>
        <p:blipFill rotWithShape="1">
          <a:blip r:embed="rId6">
            <a:alphaModFix/>
          </a:blip>
          <a:srcRect t="89" b="99"/>
          <a:stretch/>
        </p:blipFill>
        <p:spPr>
          <a:xfrm>
            <a:off x="3637039" y="2459188"/>
            <a:ext cx="1869922" cy="1403124"/>
          </a:xfrm>
          <a:prstGeom prst="rect">
            <a:avLst/>
          </a:prstGeom>
          <a:noFill/>
          <a:ln>
            <a:noFill/>
          </a:ln>
          <a:effectLst>
            <a:outerShdw blurRad="57150" dist="19050" dir="5400000" algn="bl" rotWithShape="0">
              <a:srgbClr val="000000">
                <a:alpha val="20000"/>
              </a:srgbClr>
            </a:outerShdw>
          </a:effectLst>
        </p:spPr>
      </p:pic>
      <p:pic>
        <p:nvPicPr>
          <p:cNvPr id="972" name="Google Shape;972;g26b641b03cd_0_315"/>
          <p:cNvPicPr preferRelativeResize="0"/>
          <p:nvPr/>
        </p:nvPicPr>
        <p:blipFill rotWithShape="1">
          <a:blip r:embed="rId7">
            <a:alphaModFix/>
          </a:blip>
          <a:srcRect/>
          <a:stretch/>
        </p:blipFill>
        <p:spPr>
          <a:xfrm>
            <a:off x="5672478" y="2459188"/>
            <a:ext cx="1869922" cy="1403125"/>
          </a:xfrm>
          <a:prstGeom prst="rect">
            <a:avLst/>
          </a:prstGeom>
          <a:noFill/>
          <a:ln>
            <a:noFill/>
          </a:ln>
          <a:effectLst>
            <a:outerShdw blurRad="57150" dist="19050" dir="5400000" algn="bl" rotWithShape="0">
              <a:srgbClr val="000000">
                <a:alpha val="20000"/>
              </a:srgbClr>
            </a:outerShdw>
          </a:effectLst>
        </p:spPr>
      </p:pic>
      <p:pic>
        <p:nvPicPr>
          <p:cNvPr id="973" name="Google Shape;973;g26b641b03cd_0_315"/>
          <p:cNvPicPr preferRelativeResize="0"/>
          <p:nvPr/>
        </p:nvPicPr>
        <p:blipFill rotWithShape="1">
          <a:blip r:embed="rId8">
            <a:alphaModFix/>
          </a:blip>
          <a:srcRect/>
          <a:stretch/>
        </p:blipFill>
        <p:spPr>
          <a:xfrm>
            <a:off x="1601600" y="2459188"/>
            <a:ext cx="1869922" cy="1403125"/>
          </a:xfrm>
          <a:prstGeom prst="rect">
            <a:avLst/>
          </a:prstGeom>
          <a:noFill/>
          <a:ln>
            <a:noFill/>
          </a:ln>
          <a:effectLst>
            <a:outerShdw blurRad="57150" dist="19050" dir="5400000" algn="bl" rotWithShape="0">
              <a:srgbClr val="000000">
                <a:alpha val="20000"/>
              </a:srgbClr>
            </a:outerShdw>
          </a:effectLst>
        </p:spPr>
      </p:pic>
      <p:pic>
        <p:nvPicPr>
          <p:cNvPr id="974" name="Google Shape;974;g26b641b03cd_0_315"/>
          <p:cNvPicPr preferRelativeResize="0"/>
          <p:nvPr/>
        </p:nvPicPr>
        <p:blipFill rotWithShape="1">
          <a:blip r:embed="rId9">
            <a:alphaModFix/>
          </a:blip>
          <a:srcRect t="89" b="99"/>
          <a:stretch/>
        </p:blipFill>
        <p:spPr>
          <a:xfrm>
            <a:off x="3637039" y="4049300"/>
            <a:ext cx="1869922" cy="1403124"/>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81" name="Google Shape;98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82" name="Google Shape;982;g26b641b03cd_1_0"/>
          <p:cNvPicPr preferRelativeResize="0"/>
          <p:nvPr/>
        </p:nvPicPr>
        <p:blipFill rotWithShape="1">
          <a:blip r:embed="rId3">
            <a:alphaModFix/>
          </a:blip>
          <a:srcRect t="19" b="29"/>
          <a:stretch/>
        </p:blipFill>
        <p:spPr>
          <a:xfrm>
            <a:off x="3637039" y="869075"/>
            <a:ext cx="1869922" cy="1403124"/>
          </a:xfrm>
          <a:prstGeom prst="rect">
            <a:avLst/>
          </a:prstGeom>
          <a:noFill/>
          <a:ln>
            <a:noFill/>
          </a:ln>
          <a:effectLst>
            <a:outerShdw blurRad="57150" dist="19050" dir="5400000" algn="bl" rotWithShape="0">
              <a:srgbClr val="000000">
                <a:alpha val="20000"/>
              </a:srgbClr>
            </a:outerShdw>
          </a:effectLst>
        </p:spPr>
      </p:pic>
      <p:pic>
        <p:nvPicPr>
          <p:cNvPr id="983" name="Google Shape;983;g26b641b03cd_1_0"/>
          <p:cNvPicPr preferRelativeResize="0"/>
          <p:nvPr/>
        </p:nvPicPr>
        <p:blipFill rotWithShape="1">
          <a:blip r:embed="rId4">
            <a:alphaModFix/>
          </a:blip>
          <a:srcRect l="69" r="69"/>
          <a:stretch/>
        </p:blipFill>
        <p:spPr>
          <a:xfrm>
            <a:off x="5672478" y="869075"/>
            <a:ext cx="1869922" cy="1403125"/>
          </a:xfrm>
          <a:prstGeom prst="rect">
            <a:avLst/>
          </a:prstGeom>
          <a:noFill/>
          <a:ln>
            <a:noFill/>
          </a:ln>
          <a:effectLst>
            <a:outerShdw blurRad="57150" dist="19050" dir="5400000" algn="bl" rotWithShape="0">
              <a:srgbClr val="000000">
                <a:alpha val="20000"/>
              </a:srgbClr>
            </a:outerShdw>
          </a:effectLst>
        </p:spPr>
      </p:pic>
      <p:pic>
        <p:nvPicPr>
          <p:cNvPr id="984" name="Google Shape;984;g26b641b03cd_1_0"/>
          <p:cNvPicPr preferRelativeResize="0"/>
          <p:nvPr/>
        </p:nvPicPr>
        <p:blipFill rotWithShape="1">
          <a:blip r:embed="rId5">
            <a:alphaModFix/>
          </a:blip>
          <a:srcRect t="19" b="29"/>
          <a:stretch/>
        </p:blipFill>
        <p:spPr>
          <a:xfrm>
            <a:off x="1601600" y="869075"/>
            <a:ext cx="1869922" cy="1403125"/>
          </a:xfrm>
          <a:prstGeom prst="rect">
            <a:avLst/>
          </a:prstGeom>
          <a:noFill/>
          <a:ln>
            <a:noFill/>
          </a:ln>
          <a:effectLst>
            <a:outerShdw blurRad="57150" dist="19050" dir="5400000" algn="bl" rotWithShape="0">
              <a:srgbClr val="000000">
                <a:alpha val="20000"/>
              </a:srgbClr>
            </a:outerShdw>
          </a:effectLst>
        </p:spPr>
      </p:pic>
      <p:pic>
        <p:nvPicPr>
          <p:cNvPr id="985" name="Google Shape;985;g26b641b03cd_1_0"/>
          <p:cNvPicPr preferRelativeResize="0"/>
          <p:nvPr/>
        </p:nvPicPr>
        <p:blipFill rotWithShape="1">
          <a:blip r:embed="rId6">
            <a:alphaModFix/>
          </a:blip>
          <a:srcRect t="19" b="29"/>
          <a:stretch/>
        </p:blipFill>
        <p:spPr>
          <a:xfrm>
            <a:off x="3637039" y="2459188"/>
            <a:ext cx="1869922" cy="1403124"/>
          </a:xfrm>
          <a:prstGeom prst="rect">
            <a:avLst/>
          </a:prstGeom>
          <a:noFill/>
          <a:ln>
            <a:noFill/>
          </a:ln>
          <a:effectLst>
            <a:outerShdw blurRad="57150" dist="19050" dir="5400000" algn="bl" rotWithShape="0">
              <a:srgbClr val="000000">
                <a:alpha val="20000"/>
              </a:srgbClr>
            </a:outerShdw>
          </a:effectLst>
        </p:spPr>
      </p:pic>
      <p:pic>
        <p:nvPicPr>
          <p:cNvPr id="986" name="Google Shape;986;g26b641b03cd_1_0"/>
          <p:cNvPicPr preferRelativeResize="0"/>
          <p:nvPr/>
        </p:nvPicPr>
        <p:blipFill rotWithShape="1">
          <a:blip r:embed="rId7">
            <a:alphaModFix/>
          </a:blip>
          <a:srcRect l="69" r="69"/>
          <a:stretch/>
        </p:blipFill>
        <p:spPr>
          <a:xfrm>
            <a:off x="5672478" y="2459188"/>
            <a:ext cx="1869922" cy="1403125"/>
          </a:xfrm>
          <a:prstGeom prst="rect">
            <a:avLst/>
          </a:prstGeom>
          <a:noFill/>
          <a:ln>
            <a:noFill/>
          </a:ln>
          <a:effectLst>
            <a:outerShdw blurRad="57150" dist="19050" dir="5400000" algn="bl" rotWithShape="0">
              <a:srgbClr val="000000">
                <a:alpha val="20000"/>
              </a:srgbClr>
            </a:outerShdw>
          </a:effectLst>
        </p:spPr>
      </p:pic>
      <p:pic>
        <p:nvPicPr>
          <p:cNvPr id="987" name="Google Shape;987;g26b641b03cd_1_0"/>
          <p:cNvPicPr preferRelativeResize="0"/>
          <p:nvPr/>
        </p:nvPicPr>
        <p:blipFill rotWithShape="1">
          <a:blip r:embed="rId8">
            <a:alphaModFix/>
          </a:blip>
          <a:srcRect l="69" r="69"/>
          <a:stretch/>
        </p:blipFill>
        <p:spPr>
          <a:xfrm>
            <a:off x="1601600" y="2459188"/>
            <a:ext cx="1869922" cy="1403125"/>
          </a:xfrm>
          <a:prstGeom prst="rect">
            <a:avLst/>
          </a:prstGeom>
          <a:noFill/>
          <a:ln>
            <a:noFill/>
          </a:ln>
          <a:effectLst>
            <a:outerShdw blurRad="57150" dist="19050" dir="5400000" algn="bl" rotWithShape="0">
              <a:srgbClr val="000000">
                <a:alpha val="20000"/>
              </a:srgbClr>
            </a:outerShdw>
          </a:effectLst>
        </p:spPr>
      </p:pic>
      <p:pic>
        <p:nvPicPr>
          <p:cNvPr id="988" name="Google Shape;988;g26b641b03cd_1_0"/>
          <p:cNvPicPr preferRelativeResize="0"/>
          <p:nvPr/>
        </p:nvPicPr>
        <p:blipFill rotWithShape="1">
          <a:blip r:embed="rId9">
            <a:alphaModFix/>
          </a:blip>
          <a:srcRect t="19" b="29"/>
          <a:stretch/>
        </p:blipFill>
        <p:spPr>
          <a:xfrm>
            <a:off x="3637039" y="4049300"/>
            <a:ext cx="1869922" cy="1403124"/>
          </a:xfrm>
          <a:prstGeom prst="rect">
            <a:avLst/>
          </a:prstGeom>
          <a:noFill/>
          <a:ln>
            <a:noFill/>
          </a:ln>
          <a:effectLst>
            <a:outerShdw blurRad="57150" dist="19050" dir="5400000" algn="bl" rotWithShape="0">
              <a:srgbClr val="000000">
                <a:alpha val="20000"/>
              </a:srgbClr>
            </a:outerShdw>
          </a:effectLst>
        </p:spPr>
      </p:pic>
      <p:sp>
        <p:nvSpPr>
          <p:cNvPr id="989" name="Google Shape;989;g26b641b03cd_1_0"/>
          <p:cNvSpPr txBox="1">
            <a:spLocks noGrp="1"/>
          </p:cNvSpPr>
          <p:nvPr>
            <p:ph type="title"/>
          </p:nvPr>
        </p:nvSpPr>
        <p:spPr>
          <a:xfrm>
            <a:off x="1018175" y="5568500"/>
            <a:ext cx="7107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pic>
        <p:nvPicPr>
          <p:cNvPr id="995" name="Google Shape;995;g2c186218c5a_0_118"/>
          <p:cNvPicPr preferRelativeResize="0"/>
          <p:nvPr/>
        </p:nvPicPr>
        <p:blipFill rotWithShape="1">
          <a:blip r:embed="rId3">
            <a:alphaModFix/>
          </a:blip>
          <a:srcRect l="79" r="79"/>
          <a:stretch/>
        </p:blipFill>
        <p:spPr>
          <a:xfrm rot="-467347">
            <a:off x="969125" y="2876537"/>
            <a:ext cx="880698" cy="1246576"/>
          </a:xfrm>
          <a:prstGeom prst="rect">
            <a:avLst/>
          </a:prstGeom>
          <a:noFill/>
          <a:ln>
            <a:noFill/>
          </a:ln>
        </p:spPr>
      </p:pic>
      <p:sp>
        <p:nvSpPr>
          <p:cNvPr id="996" name="Google Shape;996;g2c186218c5a_0_118"/>
          <p:cNvSpPr txBo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marR="0" lvl="0" indent="-330200" algn="l" rtl="0">
              <a:lnSpc>
                <a:spcPct val="115000"/>
              </a:lnSpc>
              <a:spcBef>
                <a:spcPts val="1000"/>
              </a:spcBef>
              <a:spcAft>
                <a:spcPts val="0"/>
              </a:spcAft>
              <a:buClr>
                <a:srgbClr val="262626"/>
              </a:buClr>
              <a:buSzPts val="1600"/>
              <a:buFont typeface="Poppins"/>
              <a:buChar char="•"/>
            </a:pPr>
            <a:r>
              <a:rPr lang="en-US" sz="1600" b="0" i="0" u="none" strike="noStrike" cap="none">
                <a:solidFill>
                  <a:srgbClr val="262626"/>
                </a:solidFill>
                <a:latin typeface="Poppins"/>
                <a:ea typeface="Poppins"/>
                <a:cs typeface="Poppins"/>
                <a:sym typeface="Poppins"/>
              </a:rPr>
              <a:t>Sorting with Feely bags - </a:t>
            </a:r>
            <a:r>
              <a:rPr lang="en-US" sz="1600" b="0" i="0" u="none" strike="noStrike" cap="none">
                <a:solidFill>
                  <a:srgbClr val="8DC63F"/>
                </a:solidFill>
                <a:latin typeface="Poppins"/>
                <a:ea typeface="Poppins"/>
                <a:cs typeface="Poppins"/>
                <a:sym typeface="Poppins"/>
              </a:rPr>
              <a:t>ai ee igh</a:t>
            </a:r>
            <a:r>
              <a:rPr lang="en-US" sz="1600" b="0" i="0" u="none" strike="noStrike" cap="none">
                <a:solidFill>
                  <a:srgbClr val="262626"/>
                </a:solidFill>
                <a:latin typeface="Poppins"/>
                <a:ea typeface="Poppins"/>
                <a:cs typeface="Poppins"/>
                <a:sym typeface="Poppins"/>
              </a:rPr>
              <a:t>; Have children sort objects beginning with the letter sounds into the correct bags.</a:t>
            </a:r>
            <a:endParaRPr sz="1600" b="0" i="0" u="none" strike="noStrike" cap="none">
              <a:solidFill>
                <a:srgbClr val="262626"/>
              </a:solidFill>
              <a:latin typeface="Poppins"/>
              <a:ea typeface="Poppins"/>
              <a:cs typeface="Poppins"/>
              <a:sym typeface="Poppins"/>
            </a:endParaRPr>
          </a:p>
        </p:txBody>
      </p:sp>
      <p:pic>
        <p:nvPicPr>
          <p:cNvPr id="997" name="Google Shape;997;g2c186218c5a_0_118"/>
          <p:cNvPicPr preferRelativeResize="0"/>
          <p:nvPr/>
        </p:nvPicPr>
        <p:blipFill rotWithShape="1">
          <a:blip r:embed="rId4">
            <a:alphaModFix/>
          </a:blip>
          <a:srcRect/>
          <a:stretch/>
        </p:blipFill>
        <p:spPr>
          <a:xfrm rot="730917">
            <a:off x="669554" y="3312100"/>
            <a:ext cx="1567898" cy="1577917"/>
          </a:xfrm>
          <a:prstGeom prst="rect">
            <a:avLst/>
          </a:prstGeom>
          <a:noFill/>
          <a:ln>
            <a:noFill/>
          </a:ln>
        </p:spPr>
      </p:pic>
      <p:pic>
        <p:nvPicPr>
          <p:cNvPr id="998" name="Google Shape;998;g2c186218c5a_0_118"/>
          <p:cNvPicPr preferRelativeResize="0"/>
          <p:nvPr/>
        </p:nvPicPr>
        <p:blipFill rotWithShape="1">
          <a:blip r:embed="rId4">
            <a:alphaModFix/>
          </a:blip>
          <a:srcRect/>
          <a:stretch/>
        </p:blipFill>
        <p:spPr>
          <a:xfrm rot="-713338" flipH="1">
            <a:off x="2508350" y="3025999"/>
            <a:ext cx="1567904" cy="1577924"/>
          </a:xfrm>
          <a:prstGeom prst="rect">
            <a:avLst/>
          </a:prstGeom>
          <a:noFill/>
          <a:ln>
            <a:noFill/>
          </a:ln>
        </p:spPr>
      </p:pic>
      <p:pic>
        <p:nvPicPr>
          <p:cNvPr id="999" name="Google Shape;999;g2c186218c5a_0_118"/>
          <p:cNvPicPr preferRelativeResize="0"/>
          <p:nvPr/>
        </p:nvPicPr>
        <p:blipFill rotWithShape="1">
          <a:blip r:embed="rId5">
            <a:alphaModFix/>
          </a:blip>
          <a:srcRect l="79" r="79"/>
          <a:stretch/>
        </p:blipFill>
        <p:spPr>
          <a:xfrm rot="917645">
            <a:off x="2182103" y="1956424"/>
            <a:ext cx="880698" cy="1246576"/>
          </a:xfrm>
          <a:prstGeom prst="rect">
            <a:avLst/>
          </a:prstGeom>
          <a:noFill/>
          <a:ln>
            <a:noFill/>
          </a:ln>
        </p:spPr>
      </p:pic>
      <p:pic>
        <p:nvPicPr>
          <p:cNvPr id="1000" name="Google Shape;1000;g2c186218c5a_0_118"/>
          <p:cNvPicPr preferRelativeResize="0"/>
          <p:nvPr/>
        </p:nvPicPr>
        <p:blipFill rotWithShape="1">
          <a:blip r:embed="rId6">
            <a:alphaModFix/>
          </a:blip>
          <a:srcRect/>
          <a:stretch/>
        </p:blipFill>
        <p:spPr>
          <a:xfrm rot="1652504" flipH="1">
            <a:off x="3017031" y="2624851"/>
            <a:ext cx="629575" cy="558300"/>
          </a:xfrm>
          <a:prstGeom prst="rect">
            <a:avLst/>
          </a:prstGeom>
          <a:noFill/>
          <a:ln>
            <a:noFill/>
          </a:ln>
        </p:spPr>
      </p:pic>
      <p:sp>
        <p:nvSpPr>
          <p:cNvPr id="1001" name="Google Shape;1001;g2c186218c5a_0_118"/>
          <p:cNvSpPr txBox="1"/>
          <p:nvPr/>
        </p:nvSpPr>
        <p:spPr>
          <a:xfrm rot="667770">
            <a:off x="846209" y="4045004"/>
            <a:ext cx="896765" cy="48338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5000"/>
              <a:buFont typeface="Arial"/>
              <a:buNone/>
            </a:pPr>
            <a:r>
              <a:rPr lang="en-US" sz="3600" b="0" i="0" u="none" strike="noStrike" cap="none">
                <a:solidFill>
                  <a:srgbClr val="FFFFFF"/>
                </a:solidFill>
                <a:latin typeface="Jost"/>
                <a:ea typeface="Jost"/>
                <a:cs typeface="Jost"/>
                <a:sym typeface="Jost"/>
              </a:rPr>
              <a:t>igh</a:t>
            </a:r>
            <a:endParaRPr sz="3600" b="0" i="0" u="none" strike="noStrike" cap="none">
              <a:solidFill>
                <a:srgbClr val="FFFFFF"/>
              </a:solidFill>
              <a:latin typeface="Jost"/>
              <a:ea typeface="Jost"/>
              <a:cs typeface="Jost"/>
              <a:sym typeface="Jost"/>
            </a:endParaRPr>
          </a:p>
        </p:txBody>
      </p:sp>
      <p:sp>
        <p:nvSpPr>
          <p:cNvPr id="1002" name="Google Shape;1002;g2c186218c5a_0_118"/>
          <p:cNvSpPr txBox="1"/>
          <p:nvPr/>
        </p:nvSpPr>
        <p:spPr>
          <a:xfrm rot="-749285">
            <a:off x="3020430" y="3791896"/>
            <a:ext cx="732531" cy="48331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5000"/>
              <a:buFont typeface="Arial"/>
              <a:buNone/>
            </a:pPr>
            <a:r>
              <a:rPr lang="en-US" sz="3600" b="0" i="0" u="none" strike="noStrike" cap="none">
                <a:solidFill>
                  <a:srgbClr val="FFFFFF"/>
                </a:solidFill>
                <a:latin typeface="Jost"/>
                <a:ea typeface="Jost"/>
                <a:cs typeface="Jost"/>
                <a:sym typeface="Jost"/>
              </a:rPr>
              <a:t>ee</a:t>
            </a:r>
            <a:endParaRPr sz="3600" b="0" i="0" u="none" strike="noStrike" cap="none">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276</Words>
  <Application>Microsoft Office PowerPoint</Application>
  <PresentationFormat>On-screen Show (4:3)</PresentationFormat>
  <Paragraphs>104</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Poppins</vt:lpstr>
      <vt:lpstr>Poppins Medium</vt:lpstr>
      <vt:lpstr>Nunito Black</vt:lpstr>
      <vt:lpstr>Mulish</vt:lpstr>
      <vt:lpstr>Calibri</vt:lpstr>
      <vt:lpstr>Poppins SemiBold</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2026-04-29T03:44:13Z</dcterms:modified>
</cp:coreProperties>
</file>