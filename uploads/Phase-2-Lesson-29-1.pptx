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embeddedFontLst>
    <p:embeddedFont>
      <p:font typeface="Jost" panose="020B0604020202020204" charset="0"/>
      <p:regular r:id="rId20"/>
      <p:bold r:id="rId21"/>
      <p:italic r:id="rId22"/>
      <p:boldItalic r:id="rId23"/>
    </p:embeddedFont>
    <p:embeddedFont>
      <p:font typeface="Mulish"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i09ZeDGMJxEPC+quRIa5nK1GDcq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D903CB3-2019-4ED2-BF15-618F96B9133A}">
  <a:tblStyle styleId="{1D903CB3-2019-4ED2-BF15-618F96B9133A}"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font" Target="fonts/font20.fntdata"/><Relationship Id="rId21" Type="http://schemas.openxmlformats.org/officeDocument/2006/relationships/font" Target="fonts/font2.fntdata"/><Relationship Id="rId34" Type="http://schemas.openxmlformats.org/officeDocument/2006/relationships/font" Target="fonts/font15.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font" Target="fonts/font21.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font" Target="fonts/font19.fntdata"/><Relationship Id="rId20" Type="http://schemas.openxmlformats.org/officeDocument/2006/relationships/font" Target="fonts/font1.fntdata"/><Relationship Id="rId41" Type="http://schemas.openxmlformats.org/officeDocument/2006/relationships/font" Target="fonts/font2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5" name="Google Shape;75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6" name="Google Shape;75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g2d05d2f5cfd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5" name="Google Shape;785;g2d05d2f5cf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6" name="Google Shape;786;g2d05d2f5cf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d9dee612c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d9dee612c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d9dee612c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7" name="Google Shape;817;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8" name="Google Shape;818;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8" name="Google Shape;828;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9" name="Google Shape;829;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9" name="Google Shape;839;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0" name="Google Shape;840;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0" name="Google Shape;850;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1" name="Google Shape;851;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1" name="Google Shape;86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2" name="Google Shape;86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5" name="Google Shape;905;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6" name="Google Shape;906;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5" name="Google Shape;925;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6" name="Google Shape;926;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527150" y="1032245"/>
            <a:ext cx="46944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527150" y="2190451"/>
            <a:ext cx="46944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l ll ss</a:t>
            </a:r>
            <a:endParaRPr sz="1800" b="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6 - Thursday </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29</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93"/>
        <p:cNvGrpSpPr/>
        <p:nvPr/>
      </p:nvGrpSpPr>
      <p:grpSpPr>
        <a:xfrm>
          <a:off x="0" y="0"/>
          <a:ext cx="0" cy="0"/>
          <a:chOff x="0" y="0"/>
          <a:chExt cx="0" cy="0"/>
        </a:xfrm>
      </p:grpSpPr>
      <p:sp>
        <p:nvSpPr>
          <p:cNvPr id="194" name="Google Shape;194;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5" name="Google Shape;195;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96" name="Google Shape;196;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7" name="Google Shape;197;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98" name="Google Shape;198;g26b641b03cd_0_260"/>
          <p:cNvPicPr preferRelativeResize="0"/>
          <p:nvPr/>
        </p:nvPicPr>
        <p:blipFill rotWithShape="1">
          <a:blip r:embed="rId2">
            <a:alphaModFix/>
          </a:blip>
          <a:srcRect/>
          <a:stretch/>
        </p:blipFill>
        <p:spPr>
          <a:xfrm>
            <a:off x="485725" y="5274400"/>
            <a:ext cx="2884177" cy="1390200"/>
          </a:xfrm>
          <a:prstGeom prst="rect">
            <a:avLst/>
          </a:prstGeom>
          <a:noFill/>
          <a:ln>
            <a:noFill/>
          </a:ln>
          <a:effectLst>
            <a:outerShdw blurRad="57150" dist="19050" dir="5400000" algn="bl" rotWithShape="0">
              <a:srgbClr val="000000">
                <a:alpha val="47450"/>
              </a:srgbClr>
            </a:outerShdw>
          </a:effectLst>
        </p:spPr>
      </p:pic>
      <p:grpSp>
        <p:nvGrpSpPr>
          <p:cNvPr id="199" name="Google Shape;199;g26b641b03cd_0_260"/>
          <p:cNvGrpSpPr/>
          <p:nvPr/>
        </p:nvGrpSpPr>
        <p:grpSpPr>
          <a:xfrm>
            <a:off x="8199150" y="5983875"/>
            <a:ext cx="586800" cy="571500"/>
            <a:chOff x="7894350" y="6212475"/>
            <a:chExt cx="586800" cy="571500"/>
          </a:xfrm>
        </p:grpSpPr>
        <p:sp>
          <p:nvSpPr>
            <p:cNvPr id="200" name="Google Shape;200;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3" name="Google Shape;203;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204" name="Google Shape;204;g26b641b03cd_0_260"/>
          <p:cNvGrpSpPr/>
          <p:nvPr/>
        </p:nvGrpSpPr>
        <p:grpSpPr>
          <a:xfrm>
            <a:off x="-36800" y="-52000"/>
            <a:ext cx="9236100" cy="543750"/>
            <a:chOff x="-36800" y="-52000"/>
            <a:chExt cx="9236100" cy="543750"/>
          </a:xfrm>
        </p:grpSpPr>
        <p:sp>
          <p:nvSpPr>
            <p:cNvPr id="205" name="Google Shape;205;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6" name="Google Shape;206;g26b641b03cd_0_260"/>
            <p:cNvGrpSpPr/>
            <p:nvPr/>
          </p:nvGrpSpPr>
          <p:grpSpPr>
            <a:xfrm>
              <a:off x="565600" y="88250"/>
              <a:ext cx="1337400" cy="403500"/>
              <a:chOff x="565600" y="88250"/>
              <a:chExt cx="1337400" cy="403500"/>
            </a:xfrm>
          </p:grpSpPr>
          <p:grpSp>
            <p:nvGrpSpPr>
              <p:cNvPr id="207" name="Google Shape;207;g26b641b03cd_0_260"/>
              <p:cNvGrpSpPr/>
              <p:nvPr/>
            </p:nvGrpSpPr>
            <p:grpSpPr>
              <a:xfrm>
                <a:off x="565600" y="88250"/>
                <a:ext cx="1337400" cy="403500"/>
                <a:chOff x="565600" y="88250"/>
                <a:chExt cx="1337400" cy="403500"/>
              </a:xfrm>
            </p:grpSpPr>
            <p:sp>
              <p:nvSpPr>
                <p:cNvPr id="208" name="Google Shape;208;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10" name="Google Shape;210;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211" name="Google Shape;211;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14" name="Google Shape;21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16" name="Google Shape;21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18" name="Google Shape;21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20" name="Google Shape;22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21"/>
        <p:cNvGrpSpPr/>
        <p:nvPr/>
      </p:nvGrpSpPr>
      <p:grpSpPr>
        <a:xfrm>
          <a:off x="0" y="0"/>
          <a:ext cx="0" cy="0"/>
          <a:chOff x="0" y="0"/>
          <a:chExt cx="0" cy="0"/>
        </a:xfrm>
      </p:grpSpPr>
      <p:sp>
        <p:nvSpPr>
          <p:cNvPr id="222" name="Google Shape;222;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3" name="Google Shape;223;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6" name="Google Shape;226;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29" name="Google Shape;229;g2c235dd0dad_1_87"/>
          <p:cNvGrpSpPr/>
          <p:nvPr/>
        </p:nvGrpSpPr>
        <p:grpSpPr>
          <a:xfrm>
            <a:off x="662575" y="6212475"/>
            <a:ext cx="586800" cy="571500"/>
            <a:chOff x="662575" y="6212475"/>
            <a:chExt cx="586800" cy="571500"/>
          </a:xfrm>
        </p:grpSpPr>
        <p:sp>
          <p:nvSpPr>
            <p:cNvPr id="230" name="Google Shape;23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2c235dd0dad_1_87"/>
          <p:cNvGrpSpPr/>
          <p:nvPr/>
        </p:nvGrpSpPr>
        <p:grpSpPr>
          <a:xfrm>
            <a:off x="7894350" y="6212475"/>
            <a:ext cx="586800" cy="571500"/>
            <a:chOff x="7894350" y="6212475"/>
            <a:chExt cx="586800" cy="571500"/>
          </a:xfrm>
        </p:grpSpPr>
        <p:sp>
          <p:nvSpPr>
            <p:cNvPr id="234" name="Google Shape;23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38" name="Google Shape;238;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9" name="Google Shape;239;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40" name="Google Shape;240;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1" name="Google Shape;241;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2" name="Google Shape;242;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3" name="Google Shape;243;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44" name="Google Shape;244;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45" name="Google Shape;245;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6" name="Google Shape;246;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7" name="Google Shape;247;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8" name="Google Shape;248;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9" name="Google Shape;249;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0" name="Google Shape;250;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1" name="Google Shape;251;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2" name="Google Shape;252;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53"/>
        <p:cNvGrpSpPr/>
        <p:nvPr/>
      </p:nvGrpSpPr>
      <p:grpSpPr>
        <a:xfrm>
          <a:off x="0" y="0"/>
          <a:ext cx="0" cy="0"/>
          <a:chOff x="0" y="0"/>
          <a:chExt cx="0" cy="0"/>
        </a:xfrm>
      </p:grpSpPr>
      <p:sp>
        <p:nvSpPr>
          <p:cNvPr id="254" name="Google Shape;254;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5" name="Google Shape;255;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60" name="Google Shape;260;g1f3daf8a844_0_32"/>
          <p:cNvGrpSpPr/>
          <p:nvPr/>
        </p:nvGrpSpPr>
        <p:grpSpPr>
          <a:xfrm>
            <a:off x="662575" y="6212475"/>
            <a:ext cx="586800" cy="571500"/>
            <a:chOff x="662575" y="6212475"/>
            <a:chExt cx="586800" cy="571500"/>
          </a:xfrm>
        </p:grpSpPr>
        <p:sp>
          <p:nvSpPr>
            <p:cNvPr id="261" name="Google Shape;26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4" name="Google Shape;264;g1f3daf8a844_0_32"/>
          <p:cNvGrpSpPr/>
          <p:nvPr/>
        </p:nvGrpSpPr>
        <p:grpSpPr>
          <a:xfrm>
            <a:off x="7894350" y="6212475"/>
            <a:ext cx="586800" cy="571500"/>
            <a:chOff x="7894350" y="6212475"/>
            <a:chExt cx="586800" cy="571500"/>
          </a:xfrm>
        </p:grpSpPr>
        <p:sp>
          <p:nvSpPr>
            <p:cNvPr id="265" name="Google Shape;26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8" name="Google Shape;268;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69" name="Google Shape;26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0" name="Google Shape;27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1" name="Google Shape;27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2" name="Google Shape;27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3" name="Google Shape;27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74" name="Google Shape;27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75" name="Google Shape;27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76" name="Google Shape;27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77" name="Google Shape;27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78" name="Google Shape;27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79" name="Google Shape;27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80" name="Google Shape;28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81" name="Google Shape;28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82" name="Google Shape;28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83"/>
        <p:cNvGrpSpPr/>
        <p:nvPr/>
      </p:nvGrpSpPr>
      <p:grpSpPr>
        <a:xfrm>
          <a:off x="0" y="0"/>
          <a:ext cx="0" cy="0"/>
          <a:chOff x="0" y="0"/>
          <a:chExt cx="0" cy="0"/>
        </a:xfrm>
      </p:grpSpPr>
      <p:sp>
        <p:nvSpPr>
          <p:cNvPr id="284" name="Google Shape;284;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90" name="Google Shape;290;g2c157a2fb06_0_53"/>
          <p:cNvGrpSpPr/>
          <p:nvPr/>
        </p:nvGrpSpPr>
        <p:grpSpPr>
          <a:xfrm>
            <a:off x="662575" y="6212475"/>
            <a:ext cx="586800" cy="571500"/>
            <a:chOff x="662575" y="6212475"/>
            <a:chExt cx="586800" cy="571500"/>
          </a:xfrm>
        </p:grpSpPr>
        <p:sp>
          <p:nvSpPr>
            <p:cNvPr id="291" name="Google Shape;291;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4" name="Google Shape;294;g2c157a2fb06_0_53"/>
          <p:cNvGrpSpPr/>
          <p:nvPr/>
        </p:nvGrpSpPr>
        <p:grpSpPr>
          <a:xfrm>
            <a:off x="7894350" y="6212475"/>
            <a:ext cx="586800" cy="571500"/>
            <a:chOff x="7894350" y="6212475"/>
            <a:chExt cx="586800" cy="571500"/>
          </a:xfrm>
        </p:grpSpPr>
        <p:sp>
          <p:nvSpPr>
            <p:cNvPr id="295" name="Google Shape;295;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8" name="Google Shape;298;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99" name="Google Shape;299;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305" name="Google Shape;30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6" name="Google Shape;30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7" name="Google Shape;30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8" name="Google Shape;30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9" name="Google Shape;30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0" name="Google Shape;31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1" name="Google Shape;31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2" name="Google Shape;31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3" name="Google Shape;31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14" name="Google Shape;314;g2c157a2fb06_0_53"/>
          <p:cNvGrpSpPr/>
          <p:nvPr/>
        </p:nvGrpSpPr>
        <p:grpSpPr>
          <a:xfrm>
            <a:off x="1403031" y="6958923"/>
            <a:ext cx="6774848" cy="1291477"/>
            <a:chOff x="717231" y="7263723"/>
            <a:chExt cx="6774848" cy="1291477"/>
          </a:xfrm>
        </p:grpSpPr>
        <p:sp>
          <p:nvSpPr>
            <p:cNvPr id="315" name="Google Shape;31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16" name="Google Shape;31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17" name="Google Shape;31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18" name="Google Shape;31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19" name="Google Shape;31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20" name="Google Shape;32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21" name="Google Shape;32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22" name="Google Shape;32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23" name="Google Shape;32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6" name="Google Shape;32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27" name="Google Shape;32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8"/>
        <p:cNvGrpSpPr/>
        <p:nvPr/>
      </p:nvGrpSpPr>
      <p:grpSpPr>
        <a:xfrm>
          <a:off x="0" y="0"/>
          <a:ext cx="0" cy="0"/>
          <a:chOff x="0" y="0"/>
          <a:chExt cx="0" cy="0"/>
        </a:xfrm>
      </p:grpSpPr>
      <p:pic>
        <p:nvPicPr>
          <p:cNvPr id="329" name="Google Shape;32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0" name="Google Shape;330;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5" name="Google Shape;335;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6" name="Google Shape;336;g2c157a2fb06_0_158"/>
          <p:cNvGrpSpPr/>
          <p:nvPr/>
        </p:nvGrpSpPr>
        <p:grpSpPr>
          <a:xfrm>
            <a:off x="662575" y="6212475"/>
            <a:ext cx="586800" cy="571500"/>
            <a:chOff x="662575" y="6212475"/>
            <a:chExt cx="586800" cy="571500"/>
          </a:xfrm>
        </p:grpSpPr>
        <p:sp>
          <p:nvSpPr>
            <p:cNvPr id="337" name="Google Shape;33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0" name="Google Shape;340;g2c157a2fb06_0_158"/>
          <p:cNvGrpSpPr/>
          <p:nvPr/>
        </p:nvGrpSpPr>
        <p:grpSpPr>
          <a:xfrm>
            <a:off x="7894350" y="6212475"/>
            <a:ext cx="586800" cy="571500"/>
            <a:chOff x="7894350" y="6212475"/>
            <a:chExt cx="586800" cy="571500"/>
          </a:xfrm>
        </p:grpSpPr>
        <p:sp>
          <p:nvSpPr>
            <p:cNvPr id="341" name="Google Shape;34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4" name="Google Shape;344;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5" name="Google Shape;345;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6" name="Google Shape;346;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7" name="Google Shape;34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8" name="Google Shape;34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9" name="Google Shape;34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50" name="Google Shape;35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51" name="Google Shape;35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4" name="Google Shape;35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5" name="Google Shape;35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6" name="Google Shape;35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7"/>
        <p:cNvGrpSpPr/>
        <p:nvPr/>
      </p:nvGrpSpPr>
      <p:grpSpPr>
        <a:xfrm>
          <a:off x="0" y="0"/>
          <a:ext cx="0" cy="0"/>
          <a:chOff x="0" y="0"/>
          <a:chExt cx="0" cy="0"/>
        </a:xfrm>
      </p:grpSpPr>
      <p:sp>
        <p:nvSpPr>
          <p:cNvPr id="358" name="Google Shape;358;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2" name="Google Shape;362;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4" name="Google Shape;364;g2c157a2fb06_0_263"/>
          <p:cNvGrpSpPr/>
          <p:nvPr/>
        </p:nvGrpSpPr>
        <p:grpSpPr>
          <a:xfrm>
            <a:off x="662575" y="6212475"/>
            <a:ext cx="586800" cy="571500"/>
            <a:chOff x="662575" y="6212475"/>
            <a:chExt cx="586800" cy="571500"/>
          </a:xfrm>
        </p:grpSpPr>
        <p:sp>
          <p:nvSpPr>
            <p:cNvPr id="365" name="Google Shape;365;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7" name="Google Shape;367;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68" name="Google Shape;368;g2c157a2fb06_0_263"/>
          <p:cNvGrpSpPr/>
          <p:nvPr/>
        </p:nvGrpSpPr>
        <p:grpSpPr>
          <a:xfrm>
            <a:off x="7894350" y="6212475"/>
            <a:ext cx="586800" cy="571500"/>
            <a:chOff x="7894350" y="6212475"/>
            <a:chExt cx="586800" cy="571500"/>
          </a:xfrm>
        </p:grpSpPr>
        <p:sp>
          <p:nvSpPr>
            <p:cNvPr id="369" name="Google Shape;369;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2" name="Google Shape;372;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3" name="Google Shape;373;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4" name="Google Shape;374;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6" name="Google Shape;37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7" name="Google Shape;37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78" name="Google Shape;37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79" name="Google Shape;37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0" name="Google Shape;38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1" name="Google Shape;38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2" name="Google Shape;38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3" name="Google Shape;383;g2c157a2fb06_0_263"/>
          <p:cNvSpPr>
            <a:spLocks noGrp="1"/>
          </p:cNvSpPr>
          <p:nvPr>
            <p:ph type="pic" idx="8"/>
          </p:nvPr>
        </p:nvSpPr>
        <p:spPr>
          <a:xfrm>
            <a:off x="5086375" y="4412425"/>
            <a:ext cx="2668800" cy="1291500"/>
          </a:xfrm>
          <a:prstGeom prst="rect">
            <a:avLst/>
          </a:prstGeom>
          <a:noFill/>
          <a:ln>
            <a:noFill/>
          </a:ln>
        </p:spPr>
      </p:sp>
      <p:sp>
        <p:nvSpPr>
          <p:cNvPr id="384" name="Google Shape;384;g2c157a2fb06_0_263"/>
          <p:cNvSpPr>
            <a:spLocks noGrp="1"/>
          </p:cNvSpPr>
          <p:nvPr>
            <p:ph type="pic" idx="9"/>
          </p:nvPr>
        </p:nvSpPr>
        <p:spPr>
          <a:xfrm>
            <a:off x="5086375" y="797675"/>
            <a:ext cx="2668800" cy="1291500"/>
          </a:xfrm>
          <a:prstGeom prst="rect">
            <a:avLst/>
          </a:prstGeom>
          <a:noFill/>
          <a:ln>
            <a:noFill/>
          </a:ln>
        </p:spPr>
      </p:sp>
      <p:sp>
        <p:nvSpPr>
          <p:cNvPr id="385" name="Google Shape;385;g2c157a2fb06_0_263"/>
          <p:cNvSpPr>
            <a:spLocks noGrp="1"/>
          </p:cNvSpPr>
          <p:nvPr>
            <p:ph type="pic" idx="13"/>
          </p:nvPr>
        </p:nvSpPr>
        <p:spPr>
          <a:xfrm>
            <a:off x="5086375" y="2002592"/>
            <a:ext cx="2668800" cy="1291500"/>
          </a:xfrm>
          <a:prstGeom prst="rect">
            <a:avLst/>
          </a:prstGeom>
          <a:noFill/>
          <a:ln>
            <a:noFill/>
          </a:ln>
        </p:spPr>
      </p:sp>
      <p:sp>
        <p:nvSpPr>
          <p:cNvPr id="386" name="Google Shape;386;g2c157a2fb06_0_263"/>
          <p:cNvSpPr>
            <a:spLocks noGrp="1"/>
          </p:cNvSpPr>
          <p:nvPr>
            <p:ph type="pic" idx="14"/>
          </p:nvPr>
        </p:nvSpPr>
        <p:spPr>
          <a:xfrm>
            <a:off x="5086375" y="3207508"/>
            <a:ext cx="2668800" cy="1291500"/>
          </a:xfrm>
          <a:prstGeom prst="rect">
            <a:avLst/>
          </a:prstGeom>
          <a:noFill/>
          <a:ln>
            <a:noFill/>
          </a:ln>
        </p:spPr>
      </p:sp>
      <p:sp>
        <p:nvSpPr>
          <p:cNvPr id="387" name="Google Shape;38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8" name="Google Shape;38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9"/>
        <p:cNvGrpSpPr/>
        <p:nvPr/>
      </p:nvGrpSpPr>
      <p:grpSpPr>
        <a:xfrm>
          <a:off x="0" y="0"/>
          <a:ext cx="0" cy="0"/>
          <a:chOff x="0" y="0"/>
          <a:chExt cx="0" cy="0"/>
        </a:xfrm>
      </p:grpSpPr>
      <p:cxnSp>
        <p:nvCxnSpPr>
          <p:cNvPr id="390" name="Google Shape;390;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1" name="Google Shape;391;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3" name="Google Shape;393;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6" name="Google Shape;396;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9" name="Google Shape;399;g2c157a2fb06_0_467"/>
          <p:cNvGrpSpPr/>
          <p:nvPr/>
        </p:nvGrpSpPr>
        <p:grpSpPr>
          <a:xfrm>
            <a:off x="662575" y="6212475"/>
            <a:ext cx="586800" cy="571500"/>
            <a:chOff x="662575" y="6212475"/>
            <a:chExt cx="586800" cy="571500"/>
          </a:xfrm>
        </p:grpSpPr>
        <p:sp>
          <p:nvSpPr>
            <p:cNvPr id="400" name="Google Shape;40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3" name="Google Shape;403;g2c157a2fb06_0_467"/>
          <p:cNvGrpSpPr/>
          <p:nvPr/>
        </p:nvGrpSpPr>
        <p:grpSpPr>
          <a:xfrm>
            <a:off x="7894350" y="6212475"/>
            <a:ext cx="586800" cy="571500"/>
            <a:chOff x="7894350" y="6212475"/>
            <a:chExt cx="586800" cy="571500"/>
          </a:xfrm>
        </p:grpSpPr>
        <p:sp>
          <p:nvSpPr>
            <p:cNvPr id="404" name="Google Shape;40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7" name="Google Shape;407;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8" name="Google Shape;408;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9" name="Google Shape;409;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1" name="Google Shape;41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2" name="Google Shape;41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3" name="Google Shape;41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414" name="Google Shape;41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5" name="Google Shape;41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6"/>
        <p:cNvGrpSpPr/>
        <p:nvPr/>
      </p:nvGrpSpPr>
      <p:grpSpPr>
        <a:xfrm>
          <a:off x="0" y="0"/>
          <a:ext cx="0" cy="0"/>
          <a:chOff x="0" y="0"/>
          <a:chExt cx="0" cy="0"/>
        </a:xfrm>
      </p:grpSpPr>
      <p:cxnSp>
        <p:nvCxnSpPr>
          <p:cNvPr id="417" name="Google Shape;417;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8" name="Google Shape;418;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2" name="Google Shape;422;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5" name="Google Shape;425;g2c157a2fb06_0_629"/>
          <p:cNvGrpSpPr/>
          <p:nvPr/>
        </p:nvGrpSpPr>
        <p:grpSpPr>
          <a:xfrm>
            <a:off x="662575" y="6212475"/>
            <a:ext cx="586800" cy="571500"/>
            <a:chOff x="662575" y="6212475"/>
            <a:chExt cx="586800" cy="571500"/>
          </a:xfrm>
        </p:grpSpPr>
        <p:sp>
          <p:nvSpPr>
            <p:cNvPr id="426" name="Google Shape;42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9" name="Google Shape;429;g2c157a2fb06_0_629"/>
          <p:cNvGrpSpPr/>
          <p:nvPr/>
        </p:nvGrpSpPr>
        <p:grpSpPr>
          <a:xfrm>
            <a:off x="7894350" y="6212475"/>
            <a:ext cx="586800" cy="571500"/>
            <a:chOff x="7894350" y="6212475"/>
            <a:chExt cx="586800" cy="571500"/>
          </a:xfrm>
        </p:grpSpPr>
        <p:sp>
          <p:nvSpPr>
            <p:cNvPr id="430" name="Google Shape;43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3" name="Google Shape;433;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5" name="Google Shape;435;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7" name="Google Shape;43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8" name="Google Shape;43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39" name="Google Shape;43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40" name="Google Shape;44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1" name="Google Shape;44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2" name="Google Shape;44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43"/>
        <p:cNvGrpSpPr/>
        <p:nvPr/>
      </p:nvGrpSpPr>
      <p:grpSpPr>
        <a:xfrm>
          <a:off x="0" y="0"/>
          <a:ext cx="0" cy="0"/>
          <a:chOff x="0" y="0"/>
          <a:chExt cx="0" cy="0"/>
        </a:xfrm>
      </p:grpSpPr>
      <p:cxnSp>
        <p:nvCxnSpPr>
          <p:cNvPr id="444" name="Google Shape;444;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5" name="Google Shape;445;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6" name="Google Shape;44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7" name="Google Shape;44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48" name="Google Shape;448;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1" name="Google Shape;451;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4" name="Google Shape;454;g2c157a2fb06_0_798"/>
          <p:cNvGrpSpPr/>
          <p:nvPr/>
        </p:nvGrpSpPr>
        <p:grpSpPr>
          <a:xfrm>
            <a:off x="662575" y="6212475"/>
            <a:ext cx="586800" cy="571500"/>
            <a:chOff x="662575" y="6212475"/>
            <a:chExt cx="586800" cy="571500"/>
          </a:xfrm>
        </p:grpSpPr>
        <p:sp>
          <p:nvSpPr>
            <p:cNvPr id="455" name="Google Shape;455;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8" name="Google Shape;458;g2c157a2fb06_0_798"/>
          <p:cNvGrpSpPr/>
          <p:nvPr/>
        </p:nvGrpSpPr>
        <p:grpSpPr>
          <a:xfrm>
            <a:off x="7894350" y="6212475"/>
            <a:ext cx="586800" cy="571500"/>
            <a:chOff x="7894350" y="6212475"/>
            <a:chExt cx="586800" cy="571500"/>
          </a:xfrm>
        </p:grpSpPr>
        <p:sp>
          <p:nvSpPr>
            <p:cNvPr id="459" name="Google Shape;459;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2" name="Google Shape;462;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4" name="Google Shape;464;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5" name="Google Shape;46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6" name="Google Shape;46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7" name="Google Shape;46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68" name="Google Shape;46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69" name="Google Shape;46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0" name="Google Shape;47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71"/>
        <p:cNvGrpSpPr/>
        <p:nvPr/>
      </p:nvGrpSpPr>
      <p:grpSpPr>
        <a:xfrm>
          <a:off x="0" y="0"/>
          <a:ext cx="0" cy="0"/>
          <a:chOff x="0" y="0"/>
          <a:chExt cx="0" cy="0"/>
        </a:xfrm>
      </p:grpSpPr>
      <p:cxnSp>
        <p:nvCxnSpPr>
          <p:cNvPr id="472" name="Google Shape;472;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3" name="Google Shape;473;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4" name="Google Shape;474;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5" name="Google Shape;475;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76" name="Google Shape;476;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9" name="Google Shape;479;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2" name="Google Shape;482;g2c157a2fb06_0_825"/>
          <p:cNvGrpSpPr/>
          <p:nvPr/>
        </p:nvGrpSpPr>
        <p:grpSpPr>
          <a:xfrm>
            <a:off x="662575" y="6212475"/>
            <a:ext cx="586800" cy="571500"/>
            <a:chOff x="662575" y="6212475"/>
            <a:chExt cx="586800" cy="571500"/>
          </a:xfrm>
        </p:grpSpPr>
        <p:sp>
          <p:nvSpPr>
            <p:cNvPr id="483" name="Google Shape;48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6" name="Google Shape;486;g2c157a2fb06_0_825"/>
          <p:cNvGrpSpPr/>
          <p:nvPr/>
        </p:nvGrpSpPr>
        <p:grpSpPr>
          <a:xfrm>
            <a:off x="7894350" y="6212475"/>
            <a:ext cx="586800" cy="571500"/>
            <a:chOff x="7894350" y="6212475"/>
            <a:chExt cx="586800" cy="571500"/>
          </a:xfrm>
        </p:grpSpPr>
        <p:sp>
          <p:nvSpPr>
            <p:cNvPr id="487" name="Google Shape;48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90" name="Google Shape;490;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2" name="Google Shape;492;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93" name="Google Shape;49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4" name="Google Shape;49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5" name="Google Shape;49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6" name="Google Shape;49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97" name="Google Shape;49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9"/>
        <p:cNvGrpSpPr/>
        <p:nvPr/>
      </p:nvGrpSpPr>
      <p:grpSpPr>
        <a:xfrm>
          <a:off x="0" y="0"/>
          <a:ext cx="0" cy="0"/>
          <a:chOff x="0" y="0"/>
          <a:chExt cx="0" cy="0"/>
        </a:xfrm>
      </p:grpSpPr>
      <p:sp>
        <p:nvSpPr>
          <p:cNvPr id="500" name="Google Shape;500;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09" name="Google Shape;509;g2c157a2fb06_0_700"/>
          <p:cNvGrpSpPr/>
          <p:nvPr/>
        </p:nvGrpSpPr>
        <p:grpSpPr>
          <a:xfrm>
            <a:off x="662575" y="6212475"/>
            <a:ext cx="586800" cy="571500"/>
            <a:chOff x="662575" y="6212475"/>
            <a:chExt cx="586800" cy="571500"/>
          </a:xfrm>
        </p:grpSpPr>
        <p:sp>
          <p:nvSpPr>
            <p:cNvPr id="510" name="Google Shape;51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3" name="Google Shape;513;g2c157a2fb06_0_700"/>
          <p:cNvGrpSpPr/>
          <p:nvPr/>
        </p:nvGrpSpPr>
        <p:grpSpPr>
          <a:xfrm>
            <a:off x="7894350" y="6212475"/>
            <a:ext cx="586800" cy="571500"/>
            <a:chOff x="7894350" y="6212475"/>
            <a:chExt cx="586800" cy="571500"/>
          </a:xfrm>
        </p:grpSpPr>
        <p:sp>
          <p:nvSpPr>
            <p:cNvPr id="514" name="Google Shape;51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17" name="Google Shape;517;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18" name="Google Shape;518;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9" name="Google Shape;519;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0" name="Google Shape;52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1" name="Google Shape;52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2" name="Google Shape;52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523" name="Google Shape;52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24" name="Google Shape;52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6" name="Google Shape;52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7" name="Google Shape;52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9" name="Google Shape;52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1" name="Google Shape;53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3" name="Google Shape;53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5" name="Google Shape;53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7" name="Google Shape;53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8" name="Google Shape;53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9"/>
        <p:cNvGrpSpPr/>
        <p:nvPr/>
      </p:nvGrpSpPr>
      <p:grpSpPr>
        <a:xfrm>
          <a:off x="0" y="0"/>
          <a:ext cx="0" cy="0"/>
          <a:chOff x="0" y="0"/>
          <a:chExt cx="0" cy="0"/>
        </a:xfrm>
      </p:grpSpPr>
      <p:sp>
        <p:nvSpPr>
          <p:cNvPr id="540" name="Google Shape;540;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46" name="Google Shape;546;g2c157a2fb06_0_932"/>
          <p:cNvGrpSpPr/>
          <p:nvPr/>
        </p:nvGrpSpPr>
        <p:grpSpPr>
          <a:xfrm>
            <a:off x="662575" y="6212475"/>
            <a:ext cx="586800" cy="571500"/>
            <a:chOff x="662575" y="6212475"/>
            <a:chExt cx="586800" cy="571500"/>
          </a:xfrm>
        </p:grpSpPr>
        <p:sp>
          <p:nvSpPr>
            <p:cNvPr id="547" name="Google Shape;54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932"/>
          <p:cNvGrpSpPr/>
          <p:nvPr/>
        </p:nvGrpSpPr>
        <p:grpSpPr>
          <a:xfrm>
            <a:off x="7894350" y="6212475"/>
            <a:ext cx="586800" cy="571500"/>
            <a:chOff x="7894350" y="6212475"/>
            <a:chExt cx="586800" cy="571500"/>
          </a:xfrm>
        </p:grpSpPr>
        <p:sp>
          <p:nvSpPr>
            <p:cNvPr id="551" name="Google Shape;55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54" name="Google Shape;554;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55" name="Google Shape;555;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57" name="Google Shape;55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8" name="Google Shape;55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9" name="Google Shape;55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60" name="Google Shape;56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1" name="Google Shape;56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2" name="Google Shape;56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3" name="Google Shape;56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4" name="Google Shape;56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5" name="Google Shape;56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6" name="Google Shape;56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7" name="Google Shape;56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68" name="Google Shape;56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9" name="Google Shape;56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70" name="Google Shape;57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1" name="Google Shape;57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2" name="Google Shape;57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3" name="Google Shape;57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4" name="Google Shape;57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5" name="Google Shape;57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6" name="Google Shape;57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7" name="Google Shape;57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8" name="Google Shape;57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9"/>
        <p:cNvGrpSpPr/>
        <p:nvPr/>
      </p:nvGrpSpPr>
      <p:grpSpPr>
        <a:xfrm>
          <a:off x="0" y="0"/>
          <a:ext cx="0" cy="0"/>
          <a:chOff x="0" y="0"/>
          <a:chExt cx="0" cy="0"/>
        </a:xfrm>
      </p:grpSpPr>
      <p:cxnSp>
        <p:nvCxnSpPr>
          <p:cNvPr id="580" name="Google Shape;58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1" name="Google Shape;58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2" name="Google Shape;58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3" name="Google Shape;58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4" name="Google Shape;58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5" name="Google Shape;58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6" name="Google Shape;58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4" name="Google Shape;594;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7" name="Google Shape;597;g2c157a2fb06_0_1045"/>
          <p:cNvGrpSpPr/>
          <p:nvPr/>
        </p:nvGrpSpPr>
        <p:grpSpPr>
          <a:xfrm>
            <a:off x="662575" y="6212475"/>
            <a:ext cx="586800" cy="571500"/>
            <a:chOff x="662575" y="6212475"/>
            <a:chExt cx="586800" cy="571500"/>
          </a:xfrm>
        </p:grpSpPr>
        <p:sp>
          <p:nvSpPr>
            <p:cNvPr id="598" name="Google Shape;59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045"/>
          <p:cNvGrpSpPr/>
          <p:nvPr/>
        </p:nvGrpSpPr>
        <p:grpSpPr>
          <a:xfrm>
            <a:off x="7894350" y="6212475"/>
            <a:ext cx="586800" cy="571500"/>
            <a:chOff x="7894350" y="6212475"/>
            <a:chExt cx="586800" cy="571500"/>
          </a:xfrm>
        </p:grpSpPr>
        <p:sp>
          <p:nvSpPr>
            <p:cNvPr id="602" name="Google Shape;60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5" name="Google Shape;605;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6" name="Google Shape;606;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7" name="Google Shape;607;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8" name="Google Shape;60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9" name="Google Shape;60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0" name="Google Shape;61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11" name="Google Shape;61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612" name="Google Shape;61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3" name="Google Shape;61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14" name="Google Shape;61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5" name="Google Shape;61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6"/>
        <p:cNvGrpSpPr/>
        <p:nvPr/>
      </p:nvGrpSpPr>
      <p:grpSpPr>
        <a:xfrm>
          <a:off x="0" y="0"/>
          <a:ext cx="0" cy="0"/>
          <a:chOff x="0" y="0"/>
          <a:chExt cx="0" cy="0"/>
        </a:xfrm>
      </p:grpSpPr>
      <p:sp>
        <p:nvSpPr>
          <p:cNvPr id="617" name="Google Shape;617;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23" name="Google Shape;623;g2c157a2fb06_0_1110"/>
          <p:cNvGrpSpPr/>
          <p:nvPr/>
        </p:nvGrpSpPr>
        <p:grpSpPr>
          <a:xfrm>
            <a:off x="662575" y="6212475"/>
            <a:ext cx="586800" cy="571500"/>
            <a:chOff x="662575" y="6212475"/>
            <a:chExt cx="586800" cy="571500"/>
          </a:xfrm>
        </p:grpSpPr>
        <p:sp>
          <p:nvSpPr>
            <p:cNvPr id="624" name="Google Shape;624;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7" name="Google Shape;627;g2c157a2fb06_0_1110"/>
          <p:cNvGrpSpPr/>
          <p:nvPr/>
        </p:nvGrpSpPr>
        <p:grpSpPr>
          <a:xfrm>
            <a:off x="7894350" y="6212475"/>
            <a:ext cx="586800" cy="571500"/>
            <a:chOff x="7894350" y="6212475"/>
            <a:chExt cx="586800" cy="571500"/>
          </a:xfrm>
        </p:grpSpPr>
        <p:sp>
          <p:nvSpPr>
            <p:cNvPr id="628" name="Google Shape;628;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0" name="Google Shape;630;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1" name="Google Shape;631;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32" name="Google Shape;632;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33" name="Google Shape;633;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34" name="Google Shape;63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5" name="Google Shape;63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6" name="Google Shape;63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37" name="Google Shape;63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38" name="Google Shape;63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39" name="Google Shape;63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40" name="Google Shape;64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41" name="Google Shape;64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42" name="Google Shape;642;g2c157a2fb06_0_1110"/>
          <p:cNvGrpSpPr/>
          <p:nvPr/>
        </p:nvGrpSpPr>
        <p:grpSpPr>
          <a:xfrm>
            <a:off x="5806200" y="1807463"/>
            <a:ext cx="756300" cy="146700"/>
            <a:chOff x="5806200" y="1807463"/>
            <a:chExt cx="756300" cy="146700"/>
          </a:xfrm>
        </p:grpSpPr>
        <p:sp>
          <p:nvSpPr>
            <p:cNvPr id="643" name="Google Shape;643;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4" name="Google Shape;644;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5" name="Google Shape;645;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46" name="Google Shape;64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47" name="Google Shape;64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48" name="Google Shape;648;g2c157a2fb06_0_1110"/>
          <p:cNvGrpSpPr/>
          <p:nvPr/>
        </p:nvGrpSpPr>
        <p:grpSpPr>
          <a:xfrm>
            <a:off x="5806200" y="2842438"/>
            <a:ext cx="756300" cy="146700"/>
            <a:chOff x="5806200" y="1807463"/>
            <a:chExt cx="756300" cy="146700"/>
          </a:xfrm>
        </p:grpSpPr>
        <p:sp>
          <p:nvSpPr>
            <p:cNvPr id="649" name="Google Shape;649;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2" name="Google Shape;652;g2c157a2fb06_0_1110"/>
          <p:cNvGrpSpPr/>
          <p:nvPr/>
        </p:nvGrpSpPr>
        <p:grpSpPr>
          <a:xfrm>
            <a:off x="5806200" y="3877413"/>
            <a:ext cx="756300" cy="146700"/>
            <a:chOff x="5806200" y="1807463"/>
            <a:chExt cx="756300" cy="146700"/>
          </a:xfrm>
        </p:grpSpPr>
        <p:sp>
          <p:nvSpPr>
            <p:cNvPr id="653" name="Google Shape;653;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4" name="Google Shape;654;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5" name="Google Shape;655;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6"/>
        <p:cNvGrpSpPr/>
        <p:nvPr/>
      </p:nvGrpSpPr>
      <p:grpSpPr>
        <a:xfrm>
          <a:off x="0" y="0"/>
          <a:ext cx="0" cy="0"/>
          <a:chOff x="0" y="0"/>
          <a:chExt cx="0" cy="0"/>
        </a:xfrm>
      </p:grpSpPr>
      <p:sp>
        <p:nvSpPr>
          <p:cNvPr id="657" name="Google Shape;657;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1" name="Google Shape;661;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2" name="Google Shape;662;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0" name="Google Shape;670;p30"/>
          <p:cNvGrpSpPr/>
          <p:nvPr/>
        </p:nvGrpSpPr>
        <p:grpSpPr>
          <a:xfrm>
            <a:off x="6022940" y="5341706"/>
            <a:ext cx="594501" cy="305904"/>
            <a:chOff x="5672081" y="1914352"/>
            <a:chExt cx="792668" cy="305904"/>
          </a:xfrm>
        </p:grpSpPr>
        <p:sp>
          <p:nvSpPr>
            <p:cNvPr id="671" name="Google Shape;671;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3" name="Google Shape;673;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4" name="Google Shape;674;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2" name="Google Shape;682;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3" name="Google Shape;683;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7" name="Google Shape;697;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0" name="Google Shape;700;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1" name="Google Shape;701;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2"/>
        <p:cNvGrpSpPr/>
        <p:nvPr/>
      </p:nvGrpSpPr>
      <p:grpSpPr>
        <a:xfrm>
          <a:off x="0" y="0"/>
          <a:ext cx="0" cy="0"/>
          <a:chOff x="0" y="0"/>
          <a:chExt cx="0" cy="0"/>
        </a:xfrm>
      </p:grpSpPr>
      <p:sp>
        <p:nvSpPr>
          <p:cNvPr id="703" name="Google Shape;703;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5" name="Google Shape;705;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6"/>
        <p:cNvGrpSpPr/>
        <p:nvPr/>
      </p:nvGrpSpPr>
      <p:grpSpPr>
        <a:xfrm>
          <a:off x="0" y="0"/>
          <a:ext cx="0" cy="0"/>
          <a:chOff x="0" y="0"/>
          <a:chExt cx="0" cy="0"/>
        </a:xfrm>
      </p:grpSpPr>
      <p:sp>
        <p:nvSpPr>
          <p:cNvPr id="707" name="Google Shape;707;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8" name="Google Shape;708;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9" name="Google Shape;709;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slide" Target="slide14.xml"/><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slide" Target="slide1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slide" Target="slide11.xml"/><Relationship Id="rId5" Type="http://schemas.openxmlformats.org/officeDocument/2006/relationships/image" Target="../media/image11.png"/><Relationship Id="rId10" Type="http://schemas.openxmlformats.org/officeDocument/2006/relationships/slide" Target="slide8.xml"/><Relationship Id="rId4" Type="http://schemas.openxmlformats.org/officeDocument/2006/relationships/image" Target="../media/image10.png"/><Relationship Id="rId9" Type="http://schemas.openxmlformats.org/officeDocument/2006/relationships/slide" Target="slide6.xml"/><Relationship Id="rId14" Type="http://schemas.openxmlformats.org/officeDocument/2006/relationships/slide" Target="slide16.xml"/></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15.png"/><Relationship Id="rId21" Type="http://schemas.openxmlformats.org/officeDocument/2006/relationships/image" Target="../media/image33.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5" Type="http://schemas.openxmlformats.org/officeDocument/2006/relationships/image" Target="../media/image36.png"/><Relationship Id="rId2" Type="http://schemas.openxmlformats.org/officeDocument/2006/relationships/notesSlide" Target="../notesSlides/notesSlide3.xml"/><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Layout" Target="../slideLayouts/slideLayout3.xml"/><Relationship Id="rId6" Type="http://schemas.openxmlformats.org/officeDocument/2006/relationships/image" Target="../media/image18.png"/><Relationship Id="rId11" Type="http://schemas.openxmlformats.org/officeDocument/2006/relationships/image" Target="../media/image23.png"/><Relationship Id="rId24" Type="http://schemas.openxmlformats.org/officeDocument/2006/relationships/image" Target="../media/image35.png"/><Relationship Id="rId5" Type="http://schemas.openxmlformats.org/officeDocument/2006/relationships/image" Target="../media/image17.png"/><Relationship Id="rId15" Type="http://schemas.openxmlformats.org/officeDocument/2006/relationships/image" Target="../media/image27.png"/><Relationship Id="rId23" Type="http://schemas.openxmlformats.org/officeDocument/2006/relationships/image" Target="../media/image9.png"/><Relationship Id="rId10" Type="http://schemas.openxmlformats.org/officeDocument/2006/relationships/image" Target="../media/image22.png"/><Relationship Id="rId19" Type="http://schemas.openxmlformats.org/officeDocument/2006/relationships/image" Target="../media/image31.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 Id="rId22" Type="http://schemas.openxmlformats.org/officeDocument/2006/relationships/image" Target="../media/image34.png"/></Relationships>
</file>

<file path=ppt/slides/_rels/slide4.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4.xml"/><Relationship Id="rId16" Type="http://schemas.openxmlformats.org/officeDocument/2006/relationships/image" Target="../media/image49.png"/><Relationship Id="rId1" Type="http://schemas.openxmlformats.org/officeDocument/2006/relationships/slideLayout" Target="../slideLayouts/slideLayout3.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5" Type="http://schemas.openxmlformats.org/officeDocument/2006/relationships/image" Target="../media/image48.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52.png"/><Relationship Id="rId4" Type="http://schemas.openxmlformats.org/officeDocument/2006/relationships/image" Target="../media/image51.png"/></Relationships>
</file>

<file path=ppt/slides/_rels/slide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55.png"/><Relationship Id="rId4" Type="http://schemas.openxmlformats.org/officeDocument/2006/relationships/image" Target="../media/image54.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36.png"/><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58.png"/><Relationship Id="rId4" Type="http://schemas.openxmlformats.org/officeDocument/2006/relationships/image" Target="../media/image57.png"/></Relationships>
</file>

<file path=ppt/slides/_rels/slide1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61.png"/><Relationship Id="rId4" Type="http://schemas.openxmlformats.org/officeDocument/2006/relationships/image" Target="../media/image6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63.png"/><Relationship Id="rId4" Type="http://schemas.openxmlformats.org/officeDocument/2006/relationships/image" Target="../media/image62.png"/></Relationships>
</file>

<file path=ppt/slides/_rels/slide1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66.png"/><Relationship Id="rId4" Type="http://schemas.openxmlformats.org/officeDocument/2006/relationships/image" Target="../media/image65.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68.png"/><Relationship Id="rId4" Type="http://schemas.openxmlformats.org/officeDocument/2006/relationships/image" Target="../media/image67.png"/></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70.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l ll ss</a:t>
            </a:r>
            <a:endParaRPr/>
          </a:p>
        </p:txBody>
      </p:sp>
      <p:sp>
        <p:nvSpPr>
          <p:cNvPr id="715" name="Google Shape;715;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16" name="Google Shape;716;p1"/>
          <p:cNvPicPr preferRelativeResize="0"/>
          <p:nvPr/>
        </p:nvPicPr>
        <p:blipFill rotWithShape="1">
          <a:blip r:embed="rId3">
            <a:alphaModFix/>
          </a:blip>
          <a:srcRect l="19" r="19"/>
          <a:stretch/>
        </p:blipFill>
        <p:spPr>
          <a:xfrm rot="455440">
            <a:off x="7334776" y="3962416"/>
            <a:ext cx="1208039" cy="1709828"/>
          </a:xfrm>
          <a:prstGeom prst="rect">
            <a:avLst/>
          </a:prstGeom>
          <a:noFill/>
          <a:ln>
            <a:noFill/>
          </a:ln>
          <a:effectLst>
            <a:outerShdw blurRad="71438" dist="38100" dir="5220000" algn="bl" rotWithShape="0">
              <a:srgbClr val="000000">
                <a:alpha val="20000"/>
              </a:srgbClr>
            </a:outerShdw>
          </a:effectLst>
        </p:spPr>
      </p:pic>
      <p:sp>
        <p:nvSpPr>
          <p:cNvPr id="717" name="Google Shape;717;p1"/>
          <p:cNvSpPr txBox="1">
            <a:spLocks noGrp="1"/>
          </p:cNvSpPr>
          <p:nvPr>
            <p:ph type="subTitle" idx="2"/>
          </p:nvPr>
        </p:nvSpPr>
        <p:spPr>
          <a:xfrm>
            <a:off x="884100" y="3296898"/>
            <a:ext cx="3882600" cy="12165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1000"/>
              </a:spcAft>
              <a:buSzPts val="2200"/>
              <a:buNone/>
            </a:pPr>
            <a:r>
              <a:rPr lang="en-US"/>
              <a:t>Lesson 29</a:t>
            </a:r>
            <a:endParaRPr sz="1200"/>
          </a:p>
        </p:txBody>
      </p:sp>
      <p:pic>
        <p:nvPicPr>
          <p:cNvPr id="718" name="Google Shape;718;p1"/>
          <p:cNvPicPr preferRelativeResize="0"/>
          <p:nvPr/>
        </p:nvPicPr>
        <p:blipFill rotWithShape="1">
          <a:blip r:embed="rId4">
            <a:alphaModFix/>
          </a:blip>
          <a:srcRect l="79" r="68"/>
          <a:stretch/>
        </p:blipFill>
        <p:spPr>
          <a:xfrm rot="-65106">
            <a:off x="6295791" y="3890251"/>
            <a:ext cx="1208041" cy="1709825"/>
          </a:xfrm>
          <a:prstGeom prst="rect">
            <a:avLst/>
          </a:prstGeom>
          <a:noFill/>
          <a:ln>
            <a:noFill/>
          </a:ln>
          <a:effectLst>
            <a:outerShdw blurRad="71438" dist="38100" dir="5220000" algn="bl" rotWithShape="0">
              <a:srgbClr val="000000">
                <a:alpha val="20000"/>
              </a:srgbClr>
            </a:outerShdw>
          </a:effectLst>
        </p:spPr>
      </p:pic>
      <p:pic>
        <p:nvPicPr>
          <p:cNvPr id="719" name="Google Shape;719;p1"/>
          <p:cNvPicPr preferRelativeResize="0"/>
          <p:nvPr/>
        </p:nvPicPr>
        <p:blipFill rotWithShape="1">
          <a:blip r:embed="rId5">
            <a:alphaModFix/>
          </a:blip>
          <a:srcRect l="79" r="68"/>
          <a:stretch/>
        </p:blipFill>
        <p:spPr>
          <a:xfrm rot="-571955">
            <a:off x="5328352" y="3979072"/>
            <a:ext cx="1208040" cy="1709824"/>
          </a:xfrm>
          <a:prstGeom prst="rect">
            <a:avLst/>
          </a:prstGeom>
          <a:noFill/>
          <a:ln>
            <a:noFill/>
          </a:ln>
          <a:effectLst>
            <a:outerShdw blurRad="71438" dist="38100" dir="5220000" algn="bl" rotWithShape="0">
              <a:srgbClr val="000000">
                <a:alpha val="20000"/>
              </a:srgbClr>
            </a:outerShdw>
          </a:effectLst>
        </p:spPr>
      </p:pic>
      <p:graphicFrame>
        <p:nvGraphicFramePr>
          <p:cNvPr id="720" name="Google Shape;720;p1"/>
          <p:cNvGraphicFramePr/>
          <p:nvPr/>
        </p:nvGraphicFramePr>
        <p:xfrm>
          <a:off x="4844200" y="1891197"/>
          <a:ext cx="3785000" cy="1678950"/>
        </p:xfrm>
        <a:graphic>
          <a:graphicData uri="http://schemas.openxmlformats.org/drawingml/2006/table">
            <a:tbl>
              <a:tblPr firstRow="1" bandRow="1">
                <a:noFill/>
                <a:tableStyleId>{1D903CB3-2019-4ED2-BF15-618F96B9133A}</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g</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b</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latin typeface="Jost"/>
                          <a:ea typeface="Jost"/>
                          <a:cs typeface="Jost"/>
                          <a:sym typeface="Jost"/>
                        </a:rPr>
                        <a:t>f</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latin typeface="Jost"/>
                          <a:ea typeface="Jost"/>
                          <a:cs typeface="Jost"/>
                          <a:sym typeface="Jost"/>
                        </a:rPr>
                        <a:t>ff</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l</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ll</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ss</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g2bee4f4af4b_0_204"/>
          <p:cNvSpPr txBox="1">
            <a:spLocks noGrp="1"/>
          </p:cNvSpPr>
          <p:nvPr>
            <p:ph type="body" idx="1"/>
          </p:nvPr>
        </p:nvSpPr>
        <p:spPr>
          <a:xfrm>
            <a:off x="3527150" y="1032245"/>
            <a:ext cx="46944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letter / sound and digraphs </a:t>
            </a:r>
            <a:r>
              <a:rPr lang="en-US">
                <a:solidFill>
                  <a:srgbClr val="8DC63F"/>
                </a:solidFill>
              </a:rPr>
              <a:t>l ll ss</a:t>
            </a:r>
            <a:r>
              <a:rPr lang="en-US"/>
              <a:t>.</a:t>
            </a:r>
            <a:endParaRPr/>
          </a:p>
        </p:txBody>
      </p:sp>
      <p:sp>
        <p:nvSpPr>
          <p:cNvPr id="727" name="Google Shape;727;g2bee4f4af4b_0_204"/>
          <p:cNvSpPr txBox="1">
            <a:spLocks noGrp="1"/>
          </p:cNvSpPr>
          <p:nvPr>
            <p:ph type="body" idx="2"/>
          </p:nvPr>
        </p:nvSpPr>
        <p:spPr>
          <a:xfrm>
            <a:off x="3527150" y="2190450"/>
            <a:ext cx="48198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t>
            </a:r>
            <a:r>
              <a:rPr lang="en-US">
                <a:solidFill>
                  <a:srgbClr val="8DC63F"/>
                </a:solidFill>
              </a:rPr>
              <a:t>s a t p i n m d g o c k ck e u r h b f ff</a:t>
            </a:r>
            <a:r>
              <a:rPr lang="en-US"/>
              <a:t>.</a:t>
            </a:r>
            <a:endParaRPr/>
          </a:p>
          <a:p>
            <a:pPr marL="457200" lvl="0" indent="-330200" algn="l" rtl="0">
              <a:lnSpc>
                <a:spcPct val="100000"/>
              </a:lnSpc>
              <a:spcBef>
                <a:spcPts val="0"/>
              </a:spcBef>
              <a:spcAft>
                <a:spcPts val="0"/>
              </a:spcAft>
              <a:buSzPts val="1600"/>
              <a:buChar char="•"/>
            </a:pPr>
            <a:r>
              <a:rPr lang="en-US"/>
              <a:t>Recall Common Exception Words </a:t>
            </a:r>
            <a:r>
              <a:rPr lang="en-US">
                <a:solidFill>
                  <a:srgbClr val="2356AF"/>
                </a:solidFill>
              </a:rPr>
              <a:t>as I is no go to into put has his of pull full</a:t>
            </a:r>
            <a:r>
              <a:rPr lang="en-US"/>
              <a:t>.</a:t>
            </a:r>
            <a:endParaRPr/>
          </a:p>
        </p:txBody>
      </p:sp>
      <p:sp>
        <p:nvSpPr>
          <p:cNvPr id="728" name="Google Shape;728;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29" name="Google Shape;729;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30" name="Google Shape;730;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31" name="Google Shape;731;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32" name="Google Shape;732;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35" name="Google Shape;735;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36" name="Google Shape;736;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38" name="Google Shape;738;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39" name="Google Shape;739;g2bee4f4af4b_0_204"/>
          <p:cNvSpPr txBox="1"/>
          <p:nvPr/>
        </p:nvSpPr>
        <p:spPr>
          <a:xfrm>
            <a:off x="5786327" y="5256525"/>
            <a:ext cx="1564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40" name="Google Shape;740;g2bee4f4af4b_0_204"/>
          <p:cNvPicPr preferRelativeResize="0"/>
          <p:nvPr/>
        </p:nvPicPr>
        <p:blipFill rotWithShape="1">
          <a:blip r:embed="rId6">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741" name="Google Shape;741;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42" name="Google Shape;742;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43" name="Google Shape;743;g2bee4f4af4b_0_204"/>
          <p:cNvPicPr preferRelativeResize="0"/>
          <p:nvPr/>
        </p:nvPicPr>
        <p:blipFill rotWithShape="1">
          <a:blip r:embed="rId7">
            <a:alphaModFix/>
          </a:blip>
          <a:srcRect t="89" b="99"/>
          <a:stretch/>
        </p:blipFill>
        <p:spPr>
          <a:xfrm>
            <a:off x="7455246" y="4363493"/>
            <a:ext cx="786850" cy="590421"/>
          </a:xfrm>
          <a:prstGeom prst="rect">
            <a:avLst/>
          </a:prstGeom>
          <a:noFill/>
          <a:ln>
            <a:noFill/>
          </a:ln>
          <a:effectLst>
            <a:outerShdw blurRad="71438" dist="19050" dir="5220000" algn="bl" rotWithShape="0">
              <a:srgbClr val="D8D8D8"/>
            </a:outerShdw>
          </a:effectLst>
        </p:spPr>
      </p:pic>
      <p:sp>
        <p:nvSpPr>
          <p:cNvPr id="744" name="Google Shape;744;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45" name="Google Shape;745;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6" name="Google Shape;746;g2bee4f4af4b_0_204"/>
          <p:cNvPicPr preferRelativeResize="0"/>
          <p:nvPr/>
        </p:nvPicPr>
        <p:blipFill rotWithShape="1">
          <a:blip r:embed="rId8">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47" name="Google Shape;747;g2bee4f4af4b_0_204">
            <a:hlinkClick r:id="rId9" action="ppaction://hlinksldjump"/>
          </p:cNvPr>
          <p:cNvSpPr/>
          <p:nvPr/>
        </p:nvSpPr>
        <p:spPr>
          <a:xfrm>
            <a:off x="1024464" y="3837371"/>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8" name="Google Shape;748;g2bee4f4af4b_0_204">
            <a:hlinkClick r:id="rId10" action="ppaction://hlinksldjump"/>
          </p:cNvPr>
          <p:cNvSpPr/>
          <p:nvPr/>
        </p:nvSpPr>
        <p:spPr>
          <a:xfrm>
            <a:off x="2402966" y="363277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9" name="Google Shape;749;g2bee4f4af4b_0_204">
            <a:hlinkClick r:id="rId11" action="ppaction://hlinksldjump"/>
          </p:cNvPr>
          <p:cNvSpPr/>
          <p:nvPr/>
        </p:nvSpPr>
        <p:spPr>
          <a:xfrm>
            <a:off x="3570680" y="381742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0" name="Google Shape;750;g2bee4f4af4b_0_204">
            <a:hlinkClick r:id="rId12" action="ppaction://hlinksldjump"/>
          </p:cNvPr>
          <p:cNvSpPr/>
          <p:nvPr/>
        </p:nvSpPr>
        <p:spPr>
          <a:xfrm>
            <a:off x="4866282" y="375989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1" name="Google Shape;751;g2bee4f4af4b_0_204">
            <a:hlinkClick r:id="rId13" action="ppaction://hlinksldjump"/>
          </p:cNvPr>
          <p:cNvSpPr/>
          <p:nvPr/>
        </p:nvSpPr>
        <p:spPr>
          <a:xfrm>
            <a:off x="5892382" y="37545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2" name="Google Shape;752;g2bee4f4af4b_0_204">
            <a:hlinkClick r:id="rId14" action="ppaction://hlinksldjump"/>
          </p:cNvPr>
          <p:cNvSpPr/>
          <p:nvPr/>
        </p:nvSpPr>
        <p:spPr>
          <a:xfrm>
            <a:off x="7335200" y="3768371"/>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59" name="Google Shape;759;g26b641b03cd_0_165"/>
          <p:cNvSpPr txBox="1">
            <a:spLocks noGrp="1"/>
          </p:cNvSpPr>
          <p:nvPr>
            <p:ph type="title" idx="2"/>
          </p:nvPr>
        </p:nvSpPr>
        <p:spPr>
          <a:xfrm>
            <a:off x="1190625" y="582900"/>
            <a:ext cx="67626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1000"/>
              </a:spcBef>
              <a:spcAft>
                <a:spcPts val="0"/>
              </a:spcAft>
              <a:buClr>
                <a:schemeClr val="dk1"/>
              </a:buClr>
              <a:buSzPts val="2400"/>
              <a:buFont typeface="Arial"/>
              <a:buNone/>
            </a:pPr>
            <a:r>
              <a:rPr lang="en-US">
                <a:solidFill>
                  <a:schemeClr val="dk1"/>
                </a:solidFill>
              </a:rPr>
              <a:t>Recall </a:t>
            </a:r>
            <a:r>
              <a:rPr lang="en-US">
                <a:solidFill>
                  <a:srgbClr val="8DC63F"/>
                </a:solidFill>
              </a:rPr>
              <a:t>s a t p i n m d g o c k ck e u r h b f ff l ll ss</a:t>
            </a:r>
            <a:r>
              <a:rPr lang="en-US">
                <a:solidFill>
                  <a:schemeClr val="dk1"/>
                </a:solidFill>
              </a:rPr>
              <a:t>.</a:t>
            </a:r>
            <a:endParaRPr/>
          </a:p>
        </p:txBody>
      </p:sp>
      <p:pic>
        <p:nvPicPr>
          <p:cNvPr id="760" name="Google Shape;76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686"/>
              </a:srgbClr>
            </a:outerShdw>
          </a:effectLst>
        </p:spPr>
      </p:pic>
      <p:pic>
        <p:nvPicPr>
          <p:cNvPr id="761" name="Google Shape;76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686"/>
              </a:srgbClr>
            </a:outerShdw>
          </a:effectLst>
        </p:spPr>
      </p:pic>
      <p:pic>
        <p:nvPicPr>
          <p:cNvPr id="762" name="Google Shape;76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686"/>
              </a:srgbClr>
            </a:outerShdw>
          </a:effectLst>
        </p:spPr>
      </p:pic>
      <p:pic>
        <p:nvPicPr>
          <p:cNvPr id="763" name="Google Shape;76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686"/>
              </a:srgbClr>
            </a:outerShdw>
          </a:effectLst>
        </p:spPr>
      </p:pic>
      <p:pic>
        <p:nvPicPr>
          <p:cNvPr id="764" name="Google Shape;76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686"/>
              </a:srgbClr>
            </a:outerShdw>
          </a:effectLst>
        </p:spPr>
      </p:pic>
      <p:pic>
        <p:nvPicPr>
          <p:cNvPr id="765" name="Google Shape;76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686"/>
              </a:srgbClr>
            </a:outerShdw>
          </a:effectLst>
        </p:spPr>
      </p:pic>
      <p:pic>
        <p:nvPicPr>
          <p:cNvPr id="766" name="Google Shape;76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686"/>
              </a:srgbClr>
            </a:outerShdw>
          </a:effectLst>
        </p:spPr>
      </p:pic>
      <p:pic>
        <p:nvPicPr>
          <p:cNvPr id="767" name="Google Shape;76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686"/>
              </a:srgbClr>
            </a:outerShdw>
          </a:effectLst>
        </p:spPr>
      </p:pic>
      <p:pic>
        <p:nvPicPr>
          <p:cNvPr id="768" name="Google Shape;76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686"/>
              </a:srgbClr>
            </a:outerShdw>
          </a:effectLst>
        </p:spPr>
      </p:pic>
      <p:pic>
        <p:nvPicPr>
          <p:cNvPr id="769" name="Google Shape;76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686"/>
              </a:srgbClr>
            </a:outerShdw>
          </a:effectLst>
        </p:spPr>
      </p:pic>
      <p:pic>
        <p:nvPicPr>
          <p:cNvPr id="770" name="Google Shape;77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686"/>
              </a:srgbClr>
            </a:outerShdw>
          </a:effectLst>
        </p:spPr>
      </p:pic>
      <p:pic>
        <p:nvPicPr>
          <p:cNvPr id="771" name="Google Shape;77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686"/>
              </a:srgbClr>
            </a:outerShdw>
          </a:effectLst>
        </p:spPr>
      </p:pic>
      <p:pic>
        <p:nvPicPr>
          <p:cNvPr id="772" name="Google Shape;77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686"/>
              </a:srgbClr>
            </a:outerShdw>
          </a:effectLst>
        </p:spPr>
      </p:pic>
      <p:pic>
        <p:nvPicPr>
          <p:cNvPr id="773" name="Google Shape;77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686"/>
              </a:srgbClr>
            </a:outerShdw>
          </a:effectLst>
        </p:spPr>
      </p:pic>
      <p:pic>
        <p:nvPicPr>
          <p:cNvPr id="774" name="Google Shape;77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686"/>
              </a:srgbClr>
            </a:outerShdw>
          </a:effectLst>
        </p:spPr>
      </p:pic>
      <p:pic>
        <p:nvPicPr>
          <p:cNvPr id="775" name="Google Shape;77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686"/>
              </a:srgbClr>
            </a:outerShdw>
          </a:effectLst>
        </p:spPr>
      </p:pic>
      <p:pic>
        <p:nvPicPr>
          <p:cNvPr id="776" name="Google Shape;77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686"/>
              </a:srgbClr>
            </a:outerShdw>
          </a:effectLst>
        </p:spPr>
      </p:pic>
      <p:pic>
        <p:nvPicPr>
          <p:cNvPr id="777" name="Google Shape;77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686"/>
              </a:srgbClr>
            </a:outerShdw>
          </a:effectLst>
        </p:spPr>
      </p:pic>
      <p:pic>
        <p:nvPicPr>
          <p:cNvPr id="778" name="Google Shape;77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686"/>
              </a:srgbClr>
            </a:outerShdw>
          </a:effectLst>
        </p:spPr>
      </p:pic>
      <p:pic>
        <p:nvPicPr>
          <p:cNvPr id="779" name="Google Shape;77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686"/>
              </a:srgbClr>
            </a:outerShdw>
          </a:effectLst>
        </p:spPr>
      </p:pic>
      <p:pic>
        <p:nvPicPr>
          <p:cNvPr id="780" name="Google Shape;780;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686"/>
              </a:srgbClr>
            </a:outerShdw>
          </a:effectLst>
        </p:spPr>
      </p:pic>
      <p:pic>
        <p:nvPicPr>
          <p:cNvPr id="781" name="Google Shape;781;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686"/>
              </a:srgbClr>
            </a:outerShdw>
          </a:effectLst>
        </p:spPr>
      </p:pic>
      <p:pic>
        <p:nvPicPr>
          <p:cNvPr id="782" name="Google Shape;782;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g2d05d2f5cfd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89" name="Google Shape;789;g2d05d2f5cfd_0_0"/>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2 Common Exception Words </a:t>
            </a:r>
            <a:br>
              <a:rPr lang="en-US">
                <a:solidFill>
                  <a:schemeClr val="dk1"/>
                </a:solidFill>
              </a:rPr>
            </a:br>
            <a:r>
              <a:rPr lang="en-US">
                <a:solidFill>
                  <a:srgbClr val="2356AF"/>
                </a:solidFill>
              </a:rPr>
              <a:t>as I is no go to into the put his of pull full</a:t>
            </a:r>
            <a:r>
              <a:rPr lang="en-US">
                <a:solidFill>
                  <a:schemeClr val="dk1"/>
                </a:solidFill>
              </a:rPr>
              <a:t>.</a:t>
            </a:r>
            <a:endParaRPr/>
          </a:p>
        </p:txBody>
      </p:sp>
      <p:cxnSp>
        <p:nvCxnSpPr>
          <p:cNvPr id="790" name="Google Shape;790;g2d05d2f5cfd_0_0"/>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pic>
        <p:nvPicPr>
          <p:cNvPr id="791" name="Google Shape;791;g2d05d2f5cfd_0_0"/>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1"/>
              </a:srgbClr>
            </a:outerShdw>
          </a:effectLst>
        </p:spPr>
      </p:pic>
      <p:pic>
        <p:nvPicPr>
          <p:cNvPr id="792" name="Google Shape;792;g2d05d2f5cfd_0_0"/>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1"/>
              </a:srgbClr>
            </a:outerShdw>
          </a:effectLst>
        </p:spPr>
      </p:pic>
      <p:pic>
        <p:nvPicPr>
          <p:cNvPr id="793" name="Google Shape;793;g2d05d2f5cfd_0_0"/>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1"/>
              </a:srgbClr>
            </a:outerShdw>
          </a:effectLst>
        </p:spPr>
      </p:pic>
      <p:pic>
        <p:nvPicPr>
          <p:cNvPr id="794" name="Google Shape;794;g2d05d2f5cfd_0_0"/>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1"/>
              </a:srgbClr>
            </a:outerShdw>
          </a:effectLst>
        </p:spPr>
      </p:pic>
      <p:pic>
        <p:nvPicPr>
          <p:cNvPr id="795" name="Google Shape;795;g2d05d2f5cfd_0_0"/>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1"/>
              </a:srgbClr>
            </a:outerShdw>
          </a:effectLst>
        </p:spPr>
      </p:pic>
      <p:pic>
        <p:nvPicPr>
          <p:cNvPr id="796" name="Google Shape;796;g2d05d2f5cfd_0_0"/>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1"/>
              </a:srgbClr>
            </a:outerShdw>
          </a:effectLst>
        </p:spPr>
      </p:pic>
      <p:pic>
        <p:nvPicPr>
          <p:cNvPr id="797" name="Google Shape;797;g2d05d2f5cfd_0_0"/>
          <p:cNvPicPr preferRelativeResize="0"/>
          <p:nvPr/>
        </p:nvPicPr>
        <p:blipFill rotWithShape="1">
          <a:blip r:embed="rId9">
            <a:alphaModFix/>
          </a:blip>
          <a:srcRect l="99" r="99"/>
          <a:stretch/>
        </p:blipFill>
        <p:spPr>
          <a:xfrm>
            <a:off x="868744" y="3060270"/>
            <a:ext cx="1147320" cy="822955"/>
          </a:xfrm>
          <a:prstGeom prst="rect">
            <a:avLst/>
          </a:prstGeom>
          <a:noFill/>
          <a:ln>
            <a:noFill/>
          </a:ln>
          <a:effectLst>
            <a:outerShdw blurRad="71438" dist="19050" dir="5400000" algn="bl" rotWithShape="0">
              <a:srgbClr val="000000">
                <a:alpha val="18431"/>
              </a:srgbClr>
            </a:outerShdw>
          </a:effectLst>
        </p:spPr>
      </p:pic>
      <p:pic>
        <p:nvPicPr>
          <p:cNvPr id="798" name="Google Shape;798;g2d05d2f5cfd_0_0"/>
          <p:cNvPicPr preferRelativeResize="0"/>
          <p:nvPr/>
        </p:nvPicPr>
        <p:blipFill rotWithShape="1">
          <a:blip r:embed="rId10">
            <a:alphaModFix/>
          </a:blip>
          <a:srcRect l="99" r="99"/>
          <a:stretch/>
        </p:blipFill>
        <p:spPr>
          <a:xfrm>
            <a:off x="3321246" y="3060270"/>
            <a:ext cx="1148707" cy="821565"/>
          </a:xfrm>
          <a:prstGeom prst="rect">
            <a:avLst/>
          </a:prstGeom>
          <a:noFill/>
          <a:ln>
            <a:noFill/>
          </a:ln>
          <a:effectLst>
            <a:outerShdw blurRad="71438" dist="19050" dir="5400000" algn="bl" rotWithShape="0">
              <a:srgbClr val="000000">
                <a:alpha val="18431"/>
              </a:srgbClr>
            </a:outerShdw>
          </a:effectLst>
        </p:spPr>
      </p:pic>
      <p:pic>
        <p:nvPicPr>
          <p:cNvPr id="799" name="Google Shape;799;g2d05d2f5cfd_0_0"/>
          <p:cNvPicPr preferRelativeResize="0"/>
          <p:nvPr/>
        </p:nvPicPr>
        <p:blipFill rotWithShape="1">
          <a:blip r:embed="rId11">
            <a:alphaModFix/>
          </a:blip>
          <a:srcRect l="99" r="99"/>
          <a:stretch/>
        </p:blipFill>
        <p:spPr>
          <a:xfrm>
            <a:off x="4548155" y="3060270"/>
            <a:ext cx="1148707" cy="822955"/>
          </a:xfrm>
          <a:prstGeom prst="rect">
            <a:avLst/>
          </a:prstGeom>
          <a:noFill/>
          <a:ln>
            <a:noFill/>
          </a:ln>
          <a:effectLst>
            <a:outerShdw blurRad="71438" dist="19050" dir="5400000" algn="bl" rotWithShape="0">
              <a:srgbClr val="000000">
                <a:alpha val="18431"/>
              </a:srgbClr>
            </a:outerShdw>
          </a:effectLst>
        </p:spPr>
      </p:pic>
      <p:pic>
        <p:nvPicPr>
          <p:cNvPr id="800" name="Google Shape;800;g2d05d2f5cfd_0_0"/>
          <p:cNvPicPr preferRelativeResize="0"/>
          <p:nvPr/>
        </p:nvPicPr>
        <p:blipFill rotWithShape="1">
          <a:blip r:embed="rId12">
            <a:alphaModFix/>
          </a:blip>
          <a:srcRect l="189" r="179"/>
          <a:stretch/>
        </p:blipFill>
        <p:spPr>
          <a:xfrm>
            <a:off x="5775064" y="3060270"/>
            <a:ext cx="1148707" cy="822956"/>
          </a:xfrm>
          <a:prstGeom prst="rect">
            <a:avLst/>
          </a:prstGeom>
          <a:noFill/>
          <a:ln>
            <a:noFill/>
          </a:ln>
          <a:effectLst>
            <a:outerShdw blurRad="71438" dist="19050" dir="5400000" algn="bl" rotWithShape="0">
              <a:srgbClr val="000000">
                <a:alpha val="18431"/>
              </a:srgbClr>
            </a:outerShdw>
          </a:effectLst>
        </p:spPr>
      </p:pic>
      <p:pic>
        <p:nvPicPr>
          <p:cNvPr id="801" name="Google Shape;801;g2d05d2f5cfd_0_0"/>
          <p:cNvPicPr preferRelativeResize="0"/>
          <p:nvPr/>
        </p:nvPicPr>
        <p:blipFill rotWithShape="1">
          <a:blip r:embed="rId13">
            <a:alphaModFix/>
          </a:blip>
          <a:srcRect l="99" r="99"/>
          <a:stretch/>
        </p:blipFill>
        <p:spPr>
          <a:xfrm>
            <a:off x="7001973" y="3060270"/>
            <a:ext cx="1148707" cy="822955"/>
          </a:xfrm>
          <a:prstGeom prst="rect">
            <a:avLst/>
          </a:prstGeom>
          <a:noFill/>
          <a:ln>
            <a:noFill/>
          </a:ln>
          <a:effectLst>
            <a:outerShdw blurRad="71438" dist="19050" dir="5400000" algn="bl" rotWithShape="0">
              <a:srgbClr val="000000">
                <a:alpha val="18431"/>
              </a:srgbClr>
            </a:outerShdw>
          </a:effectLst>
        </p:spPr>
      </p:pic>
      <p:pic>
        <p:nvPicPr>
          <p:cNvPr id="802" name="Google Shape;802;g2d05d2f5cfd_0_0"/>
          <p:cNvPicPr preferRelativeResize="0"/>
          <p:nvPr/>
        </p:nvPicPr>
        <p:blipFill rotWithShape="1">
          <a:blip r:embed="rId14">
            <a:alphaModFix/>
          </a:blip>
          <a:srcRect l="19" r="9"/>
          <a:stretch/>
        </p:blipFill>
        <p:spPr>
          <a:xfrm>
            <a:off x="867357" y="3994495"/>
            <a:ext cx="1148707" cy="821564"/>
          </a:xfrm>
          <a:prstGeom prst="rect">
            <a:avLst/>
          </a:prstGeom>
          <a:noFill/>
          <a:ln>
            <a:noFill/>
          </a:ln>
          <a:effectLst>
            <a:outerShdw blurRad="71438" dist="19050" dir="5400000" algn="bl" rotWithShape="0">
              <a:srgbClr val="000000">
                <a:alpha val="18431"/>
              </a:srgbClr>
            </a:outerShdw>
          </a:effectLst>
        </p:spPr>
      </p:pic>
      <p:pic>
        <p:nvPicPr>
          <p:cNvPr id="803" name="Google Shape;803;g2d05d2f5cfd_0_0"/>
          <p:cNvPicPr preferRelativeResize="0"/>
          <p:nvPr/>
        </p:nvPicPr>
        <p:blipFill rotWithShape="1">
          <a:blip r:embed="rId15">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pic>
        <p:nvPicPr>
          <p:cNvPr id="804" name="Google Shape;804;g2d05d2f5cfd_0_0"/>
          <p:cNvPicPr preferRelativeResize="0"/>
          <p:nvPr/>
        </p:nvPicPr>
        <p:blipFill rotWithShape="1">
          <a:blip r:embed="rId16">
            <a:alphaModFix/>
          </a:blip>
          <a:srcRect l="248" r="238"/>
          <a:stretch/>
        </p:blipFill>
        <p:spPr>
          <a:xfrm>
            <a:off x="2094526" y="3060270"/>
            <a:ext cx="1147320" cy="822956"/>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d9dee612c7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811" name="Google Shape;811;g2d9dee612c7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12" name="Google Shape;812;g2d9dee612c7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813" name="Google Shape;813;g2d9dee612c7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cxnSp>
        <p:nvCxnSpPr>
          <p:cNvPr id="814" name="Google Shape;814;g2d9dee612c7_0_0"/>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21" name="Google Shape;821;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22" name="Google Shape;822;g2c186218c5a_0_17"/>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sp>
        <p:nvSpPr>
          <p:cNvPr id="823" name="Google Shape;823;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24" name="Google Shape;824;g2c186218c5a_0_17"/>
          <p:cNvPicPr preferRelativeResize="0"/>
          <p:nvPr/>
        </p:nvPicPr>
        <p:blipFill rotWithShape="1">
          <a:blip r:embed="rId4">
            <a:alphaModFix/>
          </a:blip>
          <a:srcRect t="149" b="1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825" name="Google Shape;825;g2c186218c5a_0_17"/>
          <p:cNvPicPr preferRelativeResize="0"/>
          <p:nvPr/>
        </p:nvPicPr>
        <p:blipFill rotWithShape="1">
          <a:blip r:embed="rId5">
            <a:alphaModFix/>
          </a:blip>
          <a:srcRect t="39" b="39"/>
          <a:stretch/>
        </p:blipFill>
        <p:spPr>
          <a:xfrm>
            <a:off x="2777931"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32" name="Google Shape;832;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33" name="Google Shape;833;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34" name="Google Shape;834;g26b641b03cd_0_185"/>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835" name="Google Shape;835;g26b641b03cd_0_185"/>
          <p:cNvPicPr preferRelativeResize="0"/>
          <p:nvPr/>
        </p:nvPicPr>
        <p:blipFill rotWithShape="1">
          <a:blip r:embed="rId4">
            <a:alphaModFix/>
          </a:blip>
          <a:srcRect t="149" b="1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836" name="Google Shape;836;g26b641b03cd_0_185"/>
          <p:cNvPicPr preferRelativeResize="0"/>
          <p:nvPr/>
        </p:nvPicPr>
        <p:blipFill rotWithShape="1">
          <a:blip r:embed="rId5">
            <a:alphaModFix/>
          </a:blip>
          <a:srcRect t="39" b="39"/>
          <a:stretch/>
        </p:blipFill>
        <p:spPr>
          <a:xfrm>
            <a:off x="2777931"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3" name="Google Shape;843;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844" name="Google Shape;84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45" name="Google Shape;845;g2c186218c5a_0_25"/>
          <p:cNvPicPr preferRelativeResize="0"/>
          <p:nvPr/>
        </p:nvPicPr>
        <p:blipFill rotWithShape="1">
          <a:blip r:embed="rId3">
            <a:alphaModFix/>
          </a:blip>
          <a:srcRect l="79" r="79"/>
          <a:stretch/>
        </p:blipFill>
        <p:spPr>
          <a:xfrm>
            <a:off x="1088400" y="1696500"/>
            <a:ext cx="2177406" cy="3082000"/>
          </a:xfrm>
          <a:prstGeom prst="rect">
            <a:avLst/>
          </a:prstGeom>
          <a:noFill/>
          <a:ln>
            <a:noFill/>
          </a:ln>
          <a:effectLst>
            <a:outerShdw blurRad="71438" dist="28575" dir="5400000" algn="bl" rotWithShape="0">
              <a:srgbClr val="000000">
                <a:alpha val="15686"/>
              </a:srgbClr>
            </a:outerShdw>
          </a:effectLst>
        </p:spPr>
      </p:pic>
      <p:pic>
        <p:nvPicPr>
          <p:cNvPr id="846" name="Google Shape;846;g2c186218c5a_0_25"/>
          <p:cNvPicPr preferRelativeResize="0"/>
          <p:nvPr/>
        </p:nvPicPr>
        <p:blipFill rotWithShape="1">
          <a:blip r:embed="rId4">
            <a:alphaModFix/>
          </a:blip>
          <a:srcRect l="79" r="79"/>
          <a:stretch/>
        </p:blipFill>
        <p:spPr>
          <a:xfrm>
            <a:off x="3483297" y="1696500"/>
            <a:ext cx="2177406" cy="3082000"/>
          </a:xfrm>
          <a:prstGeom prst="rect">
            <a:avLst/>
          </a:prstGeom>
          <a:noFill/>
          <a:ln>
            <a:noFill/>
          </a:ln>
          <a:effectLst>
            <a:outerShdw blurRad="71438" dist="28575" dir="5400000" algn="bl" rotWithShape="0">
              <a:srgbClr val="000000">
                <a:alpha val="15686"/>
              </a:srgbClr>
            </a:outerShdw>
          </a:effectLst>
        </p:spPr>
      </p:pic>
      <p:pic>
        <p:nvPicPr>
          <p:cNvPr id="847" name="Google Shape;847;g2c186218c5a_0_25"/>
          <p:cNvPicPr preferRelativeResize="0"/>
          <p:nvPr/>
        </p:nvPicPr>
        <p:blipFill rotWithShape="1">
          <a:blip r:embed="rId5">
            <a:alphaModFix/>
          </a:blip>
          <a:srcRect l="19" r="29"/>
          <a:stretch/>
        </p:blipFill>
        <p:spPr>
          <a:xfrm>
            <a:off x="5878193" y="1696500"/>
            <a:ext cx="2177406" cy="3082000"/>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54" name="Google Shape;854;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855" name="Google Shape;855;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56" name="Google Shape;856;g26b641b03cd_0_192"/>
          <p:cNvPicPr preferRelativeResize="0"/>
          <p:nvPr/>
        </p:nvPicPr>
        <p:blipFill rotWithShape="1">
          <a:blip r:embed="rId3">
            <a:alphaModFix/>
          </a:blip>
          <a:srcRect l="79" r="79"/>
          <a:stretch/>
        </p:blipFill>
        <p:spPr>
          <a:xfrm>
            <a:off x="1088400" y="1696500"/>
            <a:ext cx="2177406" cy="3082000"/>
          </a:xfrm>
          <a:prstGeom prst="rect">
            <a:avLst/>
          </a:prstGeom>
          <a:noFill/>
          <a:ln>
            <a:noFill/>
          </a:ln>
          <a:effectLst>
            <a:outerShdw blurRad="71438" dist="28575" dir="5400000" algn="bl" rotWithShape="0">
              <a:srgbClr val="000000">
                <a:alpha val="16078"/>
              </a:srgbClr>
            </a:outerShdw>
          </a:effectLst>
        </p:spPr>
      </p:pic>
      <p:pic>
        <p:nvPicPr>
          <p:cNvPr id="857" name="Google Shape;857;g26b641b03cd_0_192"/>
          <p:cNvPicPr preferRelativeResize="0"/>
          <p:nvPr/>
        </p:nvPicPr>
        <p:blipFill rotWithShape="1">
          <a:blip r:embed="rId4">
            <a:alphaModFix/>
          </a:blip>
          <a:srcRect l="79" r="79"/>
          <a:stretch/>
        </p:blipFill>
        <p:spPr>
          <a:xfrm>
            <a:off x="3483297" y="1696500"/>
            <a:ext cx="2177406" cy="3082000"/>
          </a:xfrm>
          <a:prstGeom prst="rect">
            <a:avLst/>
          </a:prstGeom>
          <a:noFill/>
          <a:ln>
            <a:noFill/>
          </a:ln>
          <a:effectLst>
            <a:outerShdw blurRad="71438" dist="28575" dir="5400000" algn="bl" rotWithShape="0">
              <a:srgbClr val="000000">
                <a:alpha val="16078"/>
              </a:srgbClr>
            </a:outerShdw>
          </a:effectLst>
        </p:spPr>
      </p:pic>
      <p:pic>
        <p:nvPicPr>
          <p:cNvPr id="858" name="Google Shape;858;g26b641b03cd_0_192"/>
          <p:cNvPicPr preferRelativeResize="0"/>
          <p:nvPr/>
        </p:nvPicPr>
        <p:blipFill rotWithShape="1">
          <a:blip r:embed="rId5">
            <a:alphaModFix/>
          </a:blip>
          <a:srcRect l="19" r="29"/>
          <a:stretch/>
        </p:blipFill>
        <p:spPr>
          <a:xfrm>
            <a:off x="5878193" y="1696500"/>
            <a:ext cx="2177406" cy="3082000"/>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65" name="Google Shape;86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866" name="Google Shape;86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67" name="Google Shape;867;g26b641b03cd_0_204"/>
          <p:cNvPicPr preferRelativeResize="0"/>
          <p:nvPr/>
        </p:nvPicPr>
        <p:blipFill rotWithShape="1">
          <a:blip r:embed="rId3">
            <a:alphaModFix/>
          </a:blip>
          <a:srcRect l="79" r="89"/>
          <a:stretch/>
        </p:blipFill>
        <p:spPr>
          <a:xfrm>
            <a:off x="922225" y="1828800"/>
            <a:ext cx="2345214" cy="2817401"/>
          </a:xfrm>
          <a:prstGeom prst="rect">
            <a:avLst/>
          </a:prstGeom>
          <a:noFill/>
          <a:ln>
            <a:noFill/>
          </a:ln>
          <a:effectLst>
            <a:outerShdw blurRad="114300" dist="19050" dir="5400000" algn="bl" rotWithShape="0">
              <a:srgbClr val="000000">
                <a:alpha val="20000"/>
              </a:srgbClr>
            </a:outerShdw>
          </a:effectLst>
        </p:spPr>
      </p:pic>
      <p:pic>
        <p:nvPicPr>
          <p:cNvPr id="868" name="Google Shape;868;g26b641b03cd_0_204"/>
          <p:cNvPicPr preferRelativeResize="0"/>
          <p:nvPr/>
        </p:nvPicPr>
        <p:blipFill rotWithShape="1">
          <a:blip r:embed="rId4">
            <a:alphaModFix/>
          </a:blip>
          <a:srcRect l="79" r="89"/>
          <a:stretch/>
        </p:blipFill>
        <p:spPr>
          <a:xfrm>
            <a:off x="3399394" y="1828800"/>
            <a:ext cx="2345214" cy="2817401"/>
          </a:xfrm>
          <a:prstGeom prst="rect">
            <a:avLst/>
          </a:prstGeom>
          <a:noFill/>
          <a:ln>
            <a:noFill/>
          </a:ln>
          <a:effectLst>
            <a:outerShdw blurRad="114300" dist="19050" dir="5400000" algn="bl" rotWithShape="0">
              <a:srgbClr val="000000">
                <a:alpha val="20000"/>
              </a:srgbClr>
            </a:outerShdw>
          </a:effectLst>
        </p:spPr>
      </p:pic>
      <p:pic>
        <p:nvPicPr>
          <p:cNvPr id="869" name="Google Shape;869;g26b641b03cd_0_204"/>
          <p:cNvPicPr preferRelativeResize="0"/>
          <p:nvPr/>
        </p:nvPicPr>
        <p:blipFill rotWithShape="1">
          <a:blip r:embed="rId5">
            <a:alphaModFix/>
          </a:blip>
          <a:srcRect/>
          <a:stretch/>
        </p:blipFill>
        <p:spPr>
          <a:xfrm>
            <a:off x="5876562" y="1828800"/>
            <a:ext cx="2345214" cy="28174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76" name="Google Shape;876;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877" name="Google Shape;87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78" name="Google Shape;878;g2c186218c5a_0_48"/>
          <p:cNvPicPr preferRelativeResize="0"/>
          <p:nvPr/>
        </p:nvPicPr>
        <p:blipFill rotWithShape="1">
          <a:blip r:embed="rId3">
            <a:alphaModFix/>
          </a:blip>
          <a:srcRect/>
          <a:stretch/>
        </p:blipFill>
        <p:spPr>
          <a:xfrm>
            <a:off x="922225" y="1828800"/>
            <a:ext cx="2345214" cy="2817401"/>
          </a:xfrm>
          <a:prstGeom prst="rect">
            <a:avLst/>
          </a:prstGeom>
          <a:noFill/>
          <a:ln>
            <a:noFill/>
          </a:ln>
          <a:effectLst>
            <a:outerShdw blurRad="114300" dist="19050" dir="5400000" algn="bl" rotWithShape="0">
              <a:srgbClr val="000000">
                <a:alpha val="20000"/>
              </a:srgbClr>
            </a:outerShdw>
          </a:effectLst>
        </p:spPr>
      </p:pic>
      <p:pic>
        <p:nvPicPr>
          <p:cNvPr id="879" name="Google Shape;879;g2c186218c5a_0_48"/>
          <p:cNvPicPr preferRelativeResize="0"/>
          <p:nvPr/>
        </p:nvPicPr>
        <p:blipFill rotWithShape="1">
          <a:blip r:embed="rId4">
            <a:alphaModFix/>
          </a:blip>
          <a:srcRect/>
          <a:stretch/>
        </p:blipFill>
        <p:spPr>
          <a:xfrm>
            <a:off x="3399394" y="1828800"/>
            <a:ext cx="2345214" cy="2817401"/>
          </a:xfrm>
          <a:prstGeom prst="rect">
            <a:avLst/>
          </a:prstGeom>
          <a:noFill/>
          <a:ln>
            <a:noFill/>
          </a:ln>
          <a:effectLst>
            <a:outerShdw blurRad="114300" dist="19050" dir="5400000" algn="bl" rotWithShape="0">
              <a:srgbClr val="000000">
                <a:alpha val="20000"/>
              </a:srgbClr>
            </a:outerShdw>
          </a:effectLst>
        </p:spPr>
      </p:pic>
      <p:pic>
        <p:nvPicPr>
          <p:cNvPr id="880" name="Google Shape;880;g2c186218c5a_0_48"/>
          <p:cNvPicPr preferRelativeResize="0"/>
          <p:nvPr/>
        </p:nvPicPr>
        <p:blipFill rotWithShape="1">
          <a:blip r:embed="rId5">
            <a:alphaModFix/>
          </a:blip>
          <a:srcRect l="79" r="89"/>
          <a:stretch/>
        </p:blipFill>
        <p:spPr>
          <a:xfrm>
            <a:off x="5876562" y="1828800"/>
            <a:ext cx="2345214" cy="28174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887" name="Google Shape;887;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888" name="Google Shape;888;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89" name="Google Shape;889;g26b641b03cd_0_213"/>
          <p:cNvPicPr preferRelativeResize="0"/>
          <p:nvPr/>
        </p:nvPicPr>
        <p:blipFill rotWithShape="1">
          <a:blip r:embed="rId3">
            <a:alphaModFix/>
          </a:blip>
          <a:srcRect l="228" r="228"/>
          <a:stretch/>
        </p:blipFill>
        <p:spPr>
          <a:xfrm>
            <a:off x="930725" y="1579775"/>
            <a:ext cx="2290023" cy="3192750"/>
          </a:xfrm>
          <a:prstGeom prst="rect">
            <a:avLst/>
          </a:prstGeom>
          <a:noFill/>
          <a:ln>
            <a:noFill/>
          </a:ln>
          <a:effectLst>
            <a:outerShdw blurRad="85725" dist="19050" dir="5400000" algn="bl" rotWithShape="0">
              <a:srgbClr val="000000">
                <a:alpha val="20000"/>
              </a:srgbClr>
            </a:outerShdw>
          </a:effectLst>
        </p:spPr>
      </p:pic>
      <p:pic>
        <p:nvPicPr>
          <p:cNvPr id="890" name="Google Shape;890;g26b641b03cd_0_213"/>
          <p:cNvPicPr preferRelativeResize="0"/>
          <p:nvPr/>
        </p:nvPicPr>
        <p:blipFill rotWithShape="1">
          <a:blip r:embed="rId4">
            <a:alphaModFix/>
          </a:blip>
          <a:srcRect l="129" r="139"/>
          <a:stretch/>
        </p:blipFill>
        <p:spPr>
          <a:xfrm>
            <a:off x="3426989" y="1579775"/>
            <a:ext cx="2290023" cy="3192750"/>
          </a:xfrm>
          <a:prstGeom prst="rect">
            <a:avLst/>
          </a:prstGeom>
          <a:noFill/>
          <a:ln>
            <a:noFill/>
          </a:ln>
          <a:effectLst>
            <a:outerShdw blurRad="85725" dist="19050" dir="5400000" algn="bl" rotWithShape="0">
              <a:srgbClr val="000000">
                <a:alpha val="20000"/>
              </a:srgbClr>
            </a:outerShdw>
          </a:effectLst>
        </p:spPr>
      </p:pic>
      <p:pic>
        <p:nvPicPr>
          <p:cNvPr id="891" name="Google Shape;891;g26b641b03cd_0_213"/>
          <p:cNvPicPr preferRelativeResize="0"/>
          <p:nvPr/>
        </p:nvPicPr>
        <p:blipFill rotWithShape="1">
          <a:blip r:embed="rId5">
            <a:alphaModFix/>
          </a:blip>
          <a:srcRect l="228" r="228"/>
          <a:stretch/>
        </p:blipFill>
        <p:spPr>
          <a:xfrm>
            <a:off x="5923252" y="1579775"/>
            <a:ext cx="2290023" cy="319275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898" name="Google Shape;898;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899" name="Google Shape;899;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00" name="Google Shape;900;g2c186218c5a_0_149"/>
          <p:cNvPicPr preferRelativeResize="0"/>
          <p:nvPr/>
        </p:nvPicPr>
        <p:blipFill rotWithShape="1">
          <a:blip r:embed="rId3">
            <a:alphaModFix/>
          </a:blip>
          <a:srcRect l="228" r="228"/>
          <a:stretch/>
        </p:blipFill>
        <p:spPr>
          <a:xfrm>
            <a:off x="930725" y="1579775"/>
            <a:ext cx="2290023" cy="3192750"/>
          </a:xfrm>
          <a:prstGeom prst="rect">
            <a:avLst/>
          </a:prstGeom>
          <a:noFill/>
          <a:ln>
            <a:noFill/>
          </a:ln>
          <a:effectLst>
            <a:outerShdw blurRad="85725" dist="19050" dir="5400000" algn="bl" rotWithShape="0">
              <a:srgbClr val="000000">
                <a:alpha val="20000"/>
              </a:srgbClr>
            </a:outerShdw>
          </a:effectLst>
        </p:spPr>
      </p:pic>
      <p:pic>
        <p:nvPicPr>
          <p:cNvPr id="901" name="Google Shape;901;g2c186218c5a_0_149"/>
          <p:cNvPicPr preferRelativeResize="0"/>
          <p:nvPr/>
        </p:nvPicPr>
        <p:blipFill rotWithShape="1">
          <a:blip r:embed="rId4">
            <a:alphaModFix/>
          </a:blip>
          <a:srcRect l="129" r="139"/>
          <a:stretch/>
        </p:blipFill>
        <p:spPr>
          <a:xfrm>
            <a:off x="3426989" y="1579775"/>
            <a:ext cx="2290023" cy="3192750"/>
          </a:xfrm>
          <a:prstGeom prst="rect">
            <a:avLst/>
          </a:prstGeom>
          <a:noFill/>
          <a:ln>
            <a:noFill/>
          </a:ln>
          <a:effectLst>
            <a:outerShdw blurRad="85725" dist="19050" dir="5400000" algn="bl" rotWithShape="0">
              <a:srgbClr val="000000">
                <a:alpha val="20000"/>
              </a:srgbClr>
            </a:outerShdw>
          </a:effectLst>
        </p:spPr>
      </p:pic>
      <p:pic>
        <p:nvPicPr>
          <p:cNvPr id="902" name="Google Shape;902;g2c186218c5a_0_149"/>
          <p:cNvPicPr preferRelativeResize="0"/>
          <p:nvPr/>
        </p:nvPicPr>
        <p:blipFill rotWithShape="1">
          <a:blip r:embed="rId5">
            <a:alphaModFix/>
          </a:blip>
          <a:srcRect l="228" r="228"/>
          <a:stretch/>
        </p:blipFill>
        <p:spPr>
          <a:xfrm>
            <a:off x="5923252" y="1579775"/>
            <a:ext cx="2290023" cy="319275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g26b641b03cd_0_301"/>
          <p:cNvSpPr txBox="1">
            <a:spLocks noGrp="1"/>
          </p:cNvSpPr>
          <p:nvPr>
            <p:ph type="title"/>
          </p:nvPr>
        </p:nvSpPr>
        <p:spPr>
          <a:xfrm>
            <a:off x="870475" y="5568500"/>
            <a:ext cx="7403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09" name="Google Shape;909;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10" name="Google Shape;910;g26b641b03cd_0_301"/>
          <p:cNvPicPr preferRelativeResize="0"/>
          <p:nvPr/>
        </p:nvPicPr>
        <p:blipFill rotWithShape="1">
          <a:blip r:embed="rId3">
            <a:alphaModFix/>
          </a:blip>
          <a:srcRect l="59" r="59"/>
          <a:stretch/>
        </p:blipFill>
        <p:spPr>
          <a:xfrm>
            <a:off x="4655337" y="1852050"/>
            <a:ext cx="3680951" cy="2630550"/>
          </a:xfrm>
          <a:prstGeom prst="rect">
            <a:avLst/>
          </a:prstGeom>
          <a:noFill/>
          <a:ln>
            <a:noFill/>
          </a:ln>
          <a:effectLst>
            <a:outerShdw blurRad="57150" dist="19050" dir="5400000" algn="bl" rotWithShape="0">
              <a:srgbClr val="000000">
                <a:alpha val="20000"/>
              </a:srgbClr>
            </a:outerShdw>
          </a:effectLst>
        </p:spPr>
      </p:pic>
      <p:sp>
        <p:nvSpPr>
          <p:cNvPr id="911" name="Google Shape;911;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12" name="Google Shape;912;g26b641b03cd_0_301"/>
          <p:cNvPicPr preferRelativeResize="0"/>
          <p:nvPr/>
        </p:nvPicPr>
        <p:blipFill rotWithShape="1">
          <a:blip r:embed="rId4">
            <a:alphaModFix/>
          </a:blip>
          <a:srcRect t="19" b="29"/>
          <a:stretch/>
        </p:blipFill>
        <p:spPr>
          <a:xfrm>
            <a:off x="807712" y="1852050"/>
            <a:ext cx="3680951" cy="2630551"/>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26b641b03cd_0_308"/>
          <p:cNvSpPr txBox="1">
            <a:spLocks noGrp="1"/>
          </p:cNvSpPr>
          <p:nvPr>
            <p:ph type="title"/>
          </p:nvPr>
        </p:nvSpPr>
        <p:spPr>
          <a:xfrm>
            <a:off x="951900" y="5568500"/>
            <a:ext cx="7240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19" name="Google Shape;919;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920" name="Google Shape;920;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21" name="Google Shape;921;g26b641b03cd_0_308"/>
          <p:cNvPicPr preferRelativeResize="0"/>
          <p:nvPr/>
        </p:nvPicPr>
        <p:blipFill rotWithShape="1">
          <a:blip r:embed="rId3">
            <a:alphaModFix/>
          </a:blip>
          <a:srcRect/>
          <a:stretch/>
        </p:blipFill>
        <p:spPr>
          <a:xfrm>
            <a:off x="4655337" y="1852050"/>
            <a:ext cx="3680950" cy="2630550"/>
          </a:xfrm>
          <a:prstGeom prst="rect">
            <a:avLst/>
          </a:prstGeom>
          <a:noFill/>
          <a:ln>
            <a:noFill/>
          </a:ln>
          <a:effectLst>
            <a:outerShdw blurRad="57150" dist="19050" dir="5400000" algn="bl" rotWithShape="0">
              <a:srgbClr val="000000">
                <a:alpha val="20000"/>
              </a:srgbClr>
            </a:outerShdw>
          </a:effectLst>
        </p:spPr>
      </p:pic>
      <p:pic>
        <p:nvPicPr>
          <p:cNvPr id="922" name="Google Shape;922;g26b641b03cd_0_308"/>
          <p:cNvPicPr preferRelativeResize="0"/>
          <p:nvPr/>
        </p:nvPicPr>
        <p:blipFill rotWithShape="1">
          <a:blip r:embed="rId4">
            <a:alphaModFix/>
          </a:blip>
          <a:srcRect t="79" b="89"/>
          <a:stretch/>
        </p:blipFill>
        <p:spPr>
          <a:xfrm>
            <a:off x="807712" y="1852050"/>
            <a:ext cx="3680950" cy="2630551"/>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29" name="Google Shape;929;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930" name="Google Shape;930;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31" name="Google Shape;931;g26b641b03cd_0_315"/>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38" name="Google Shape;938;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939" name="Google Shape;939;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40" name="Google Shape;940;g26b641b03cd_1_0"/>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327</Words>
  <Application>Microsoft Office PowerPoint</Application>
  <PresentationFormat>On-screen Show (4:3)</PresentationFormat>
  <Paragraphs>100</Paragraphs>
  <Slides>17</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Calibri</vt:lpstr>
      <vt:lpstr>Poppins SemiBold</vt:lpstr>
      <vt:lpstr>Poppins</vt:lpstr>
      <vt:lpstr>Poppins Medium</vt:lpstr>
      <vt:lpstr>Mulish</vt:lpstr>
      <vt:lpstr>Arial</vt:lpstr>
      <vt:lpstr>Nunito Black</vt:lpstr>
      <vt:lpstr>Jost</vt:lpstr>
      <vt:lpstr>Office Theme</vt:lpstr>
      <vt:lpstr>PowerPoint Presentation</vt:lpstr>
      <vt:lpstr>PowerPoint Presentation</vt:lpstr>
      <vt:lpstr>PowerPoint Presentation</vt:lpstr>
      <vt:lpstr>PowerPoint Presentation</vt:lpstr>
      <vt:lpstr>PowerPoint Presentation</vt:lpstr>
      <vt:lpstr>Hear Phonemes</vt:lpstr>
      <vt:lpstr>Hear Phonemes</vt:lpstr>
      <vt:lpstr>Review Grapheme Caption</vt:lpstr>
      <vt:lpstr>Review Lowercase Formation</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2026-04-28T02:39:17Z</dcterms:modified>
</cp:coreProperties>
</file>