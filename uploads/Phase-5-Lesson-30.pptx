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embeddedFontLst>
    <p:embeddedFont>
      <p:font typeface="Helvetica Neue" panose="020B0604020202020204" charset="0"/>
      <p:regular r:id="rId20"/>
      <p:bold r:id="rId21"/>
      <p:italic r:id="rId22"/>
      <p:boldItalic r:id="rId23"/>
    </p:embeddedFon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qAAzbc/8Ufyl3OGIIr56P5Z3y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D82CB3-D21B-4EF4-9E45-A4C9CA42ADAD}">
  <a:tblStyle styleId="{81D82CB3-D21B-4EF4-9E45-A4C9CA42ADA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20" Type="http://schemas.openxmlformats.org/officeDocument/2006/relationships/font" Target="fonts/font1.fntdata"/><Relationship Id="rId41"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5" name="Google Shape;73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6" name="Google Shape;73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dad4d892d1_0_1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dad4d892d1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dad4d892d1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dad4d892d1_0_1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dad4d892d1_0_1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dad4d892d1_0_1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2dad4d892d1_0_1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3" name="Google Shape;1043;g2dad4d892d1_0_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4" name="Google Shape;1044;g2dad4d892d1_0_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dad4d892d1_0_8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dad4d892d1_0_8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dad4d892d1_0_8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3501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7188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6" name="Google Shape;46;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7" name="Google Shape;47;p15"/>
          <p:cNvGrpSpPr/>
          <p:nvPr/>
        </p:nvGrpSpPr>
        <p:grpSpPr>
          <a:xfrm>
            <a:off x="357775" y="5983875"/>
            <a:ext cx="586800" cy="571500"/>
            <a:chOff x="662575" y="6212475"/>
            <a:chExt cx="586800" cy="571500"/>
          </a:xfrm>
        </p:grpSpPr>
        <p:sp>
          <p:nvSpPr>
            <p:cNvPr id="48" name="Google Shape;48;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 name="Google Shape;49;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 name="Google Shape;51;p15"/>
          <p:cNvGrpSpPr/>
          <p:nvPr/>
        </p:nvGrpSpPr>
        <p:grpSpPr>
          <a:xfrm>
            <a:off x="8199150" y="5983875"/>
            <a:ext cx="586800" cy="571500"/>
            <a:chOff x="7894350" y="6212475"/>
            <a:chExt cx="586800" cy="571500"/>
          </a:xfrm>
        </p:grpSpPr>
        <p:sp>
          <p:nvSpPr>
            <p:cNvPr id="52" name="Google Shape;52;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 name="Google Shape;55;p15"/>
          <p:cNvSpPr txBox="1"/>
          <p:nvPr/>
        </p:nvSpPr>
        <p:spPr>
          <a:xfrm>
            <a:off x="856314" y="23149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6" name="Google Shape;56;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7" name="Google Shape;57;p15"/>
          <p:cNvGrpSpPr/>
          <p:nvPr/>
        </p:nvGrpSpPr>
        <p:grpSpPr>
          <a:xfrm>
            <a:off x="-36800" y="-52000"/>
            <a:ext cx="9236100" cy="543600"/>
            <a:chOff x="-36800" y="-52000"/>
            <a:chExt cx="9236100" cy="543600"/>
          </a:xfrm>
        </p:grpSpPr>
        <p:sp>
          <p:nvSpPr>
            <p:cNvPr id="58" name="Google Shape;58;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9" name="Google Shape;59;p15"/>
            <p:cNvGrpSpPr/>
            <p:nvPr/>
          </p:nvGrpSpPr>
          <p:grpSpPr>
            <a:xfrm>
              <a:off x="4570840" y="88100"/>
              <a:ext cx="1337400" cy="403500"/>
              <a:chOff x="565600" y="88250"/>
              <a:chExt cx="1337400" cy="403500"/>
            </a:xfrm>
          </p:grpSpPr>
          <p:sp>
            <p:nvSpPr>
              <p:cNvPr id="60" name="Google Shape;60;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1" name="Google Shape;61;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2" name="Google Shape;62;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3" name="Google Shape;63;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 name="Google Shape;66;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69" name="Google Shape;69;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cxnSp>
        <p:nvCxnSpPr>
          <p:cNvPr id="73" name="Google Shape;73;p15"/>
          <p:cNvCxnSpPr/>
          <p:nvPr/>
        </p:nvCxnSpPr>
        <p:spPr>
          <a:xfrm>
            <a:off x="865586" y="36117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600"/>
            <a:chOff x="-36800" y="-52000"/>
            <a:chExt cx="9236100" cy="54360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4570840" y="8810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1" name="Google Shape;91;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8" name="Google Shape;98;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2319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Common Exception Word</a:t>
            </a:r>
            <a:r>
              <a:rPr lang="en-US" sz="1800" b="0" i="0" u="none" strike="noStrike" cap="none">
                <a:solidFill>
                  <a:srgbClr val="FFFFFF"/>
                </a:solidFill>
                <a:latin typeface="Poppins SemiBold"/>
                <a:ea typeface="Poppins SemiBold"/>
                <a:cs typeface="Poppins SemiBold"/>
                <a:sym typeface="Poppins SemiBold"/>
              </a:rPr>
              <a:t>s</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885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6 - Friday</a:t>
            </a:r>
            <a:endParaRPr sz="1800" b="0" i="0" u="none" strike="noStrike" cap="none">
              <a:solidFill>
                <a:srgbClr val="92278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30</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5"/>
        <p:cNvGrpSpPr/>
        <p:nvPr/>
      </p:nvGrpSpPr>
      <p:grpSpPr>
        <a:xfrm>
          <a:off x="0" y="0"/>
          <a:ext cx="0" cy="0"/>
          <a:chOff x="0" y="0"/>
          <a:chExt cx="0" cy="0"/>
        </a:xfrm>
      </p:grpSpPr>
      <p:sp>
        <p:nvSpPr>
          <p:cNvPr id="126" name="Google Shape;126;g2d076fa4460_0_8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8" name="Google Shape;128;g2d076fa4460_0_82"/>
          <p:cNvGrpSpPr/>
          <p:nvPr/>
        </p:nvGrpSpPr>
        <p:grpSpPr>
          <a:xfrm>
            <a:off x="8199150" y="5983875"/>
            <a:ext cx="586800" cy="571500"/>
            <a:chOff x="7894350" y="6212475"/>
            <a:chExt cx="586800" cy="571500"/>
          </a:xfrm>
        </p:grpSpPr>
        <p:sp>
          <p:nvSpPr>
            <p:cNvPr id="129" name="Google Shape;129;g2d076fa4460_0_8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 name="Google Shape;130;g2d076fa4460_0_8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d076fa4460_0_8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2" name="Google Shape;132;g2d076fa4460_0_82"/>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93FA2"/>
                </a:solidFill>
                <a:latin typeface="Poppins Medium"/>
                <a:ea typeface="Poppins Medium"/>
                <a:cs typeface="Poppins Medium"/>
                <a:sym typeface="Poppins Medium"/>
              </a:rPr>
              <a:t>Independent Reading</a:t>
            </a:r>
            <a:endParaRPr sz="3200" b="0" i="0" u="none" strike="noStrike" cap="none">
              <a:solidFill>
                <a:srgbClr val="993FA2"/>
              </a:solidFill>
              <a:latin typeface="Poppins Medium"/>
              <a:ea typeface="Poppins Medium"/>
              <a:cs typeface="Poppins Medium"/>
              <a:sym typeface="Poppins Medium"/>
            </a:endParaRPr>
          </a:p>
        </p:txBody>
      </p:sp>
      <p:cxnSp>
        <p:nvCxnSpPr>
          <p:cNvPr id="133" name="Google Shape;133;g2d076fa4460_0_82"/>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d076fa4460_0_82"/>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5" name="Google Shape;135;g2d076fa4460_0_82"/>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Decodable Readers</a:t>
            </a:r>
            <a:endParaRPr sz="1100" b="0" i="0" u="none" strike="noStrike" cap="none">
              <a:solidFill>
                <a:srgbClr val="993FA2"/>
              </a:solidFill>
              <a:latin typeface="Poppins Medium"/>
              <a:ea typeface="Poppins Medium"/>
              <a:cs typeface="Poppins Medium"/>
              <a:sym typeface="Poppins Medium"/>
            </a:endParaRPr>
          </a:p>
        </p:txBody>
      </p:sp>
      <p:grpSp>
        <p:nvGrpSpPr>
          <p:cNvPr id="136" name="Google Shape;136;g2d076fa4460_0_82"/>
          <p:cNvGrpSpPr/>
          <p:nvPr/>
        </p:nvGrpSpPr>
        <p:grpSpPr>
          <a:xfrm>
            <a:off x="-36800" y="-52000"/>
            <a:ext cx="9236100" cy="543600"/>
            <a:chOff x="-36800" y="-52000"/>
            <a:chExt cx="9236100" cy="543600"/>
          </a:xfrm>
        </p:grpSpPr>
        <p:sp>
          <p:nvSpPr>
            <p:cNvPr id="137" name="Google Shape;137;g2d076fa4460_0_8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8" name="Google Shape;138;g2d076fa4460_0_82"/>
            <p:cNvGrpSpPr/>
            <p:nvPr/>
          </p:nvGrpSpPr>
          <p:grpSpPr>
            <a:xfrm>
              <a:off x="4570840" y="88100"/>
              <a:ext cx="1337400" cy="403500"/>
              <a:chOff x="565600" y="88250"/>
              <a:chExt cx="1337400" cy="403500"/>
            </a:xfrm>
          </p:grpSpPr>
          <p:sp>
            <p:nvSpPr>
              <p:cNvPr id="139" name="Google Shape;139;g2d076fa4460_0_8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0" name="Google Shape;140;g2d076fa4460_0_8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1" name="Google Shape;141;g2d076fa4460_0_8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2" name="Google Shape;142;g2d076fa4460_0_8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d076fa4460_0_8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d076fa4460_0_8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d076fa4460_0_8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d076fa4460_0_8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d076fa4460_0_8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48" name="Google Shape;148;g2d076fa4460_0_8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d076fa4460_0_8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d076fa4460_0_8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d076fa4460_0_8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5"/>
        <p:cNvGrpSpPr/>
        <p:nvPr/>
      </p:nvGrpSpPr>
      <p:grpSpPr>
        <a:xfrm>
          <a:off x="0" y="0"/>
          <a:ext cx="0" cy="0"/>
          <a:chOff x="0" y="0"/>
          <a:chExt cx="0" cy="0"/>
        </a:xfrm>
      </p:grpSpPr>
      <p:sp>
        <p:nvSpPr>
          <p:cNvPr id="186" name="Google Shape;186;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7" name="Google Shape;187;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88" name="Google Shape;188;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89" name="Google Shape;189;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2" name="Google Shape;192;g26b641b03cd_0_260"/>
          <p:cNvGrpSpPr/>
          <p:nvPr/>
        </p:nvGrpSpPr>
        <p:grpSpPr>
          <a:xfrm>
            <a:off x="8199150" y="5983875"/>
            <a:ext cx="586800" cy="571500"/>
            <a:chOff x="7894350" y="6212475"/>
            <a:chExt cx="586800" cy="571500"/>
          </a:xfrm>
        </p:grpSpPr>
        <p:sp>
          <p:nvSpPr>
            <p:cNvPr id="193" name="Google Shape;19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6" name="Google Shape;196;g26b641b03cd_0_260"/>
          <p:cNvGrpSpPr/>
          <p:nvPr/>
        </p:nvGrpSpPr>
        <p:grpSpPr>
          <a:xfrm>
            <a:off x="-36800" y="-52000"/>
            <a:ext cx="9236100" cy="543600"/>
            <a:chOff x="-36800" y="-52000"/>
            <a:chExt cx="9236100" cy="543600"/>
          </a:xfrm>
        </p:grpSpPr>
        <p:sp>
          <p:nvSpPr>
            <p:cNvPr id="197" name="Google Shape;197;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8" name="Google Shape;198;g26b641b03cd_0_260"/>
            <p:cNvGrpSpPr/>
            <p:nvPr/>
          </p:nvGrpSpPr>
          <p:grpSpPr>
            <a:xfrm>
              <a:off x="4570840" y="88100"/>
              <a:ext cx="1337400" cy="403500"/>
              <a:chOff x="565600" y="88250"/>
              <a:chExt cx="1337400" cy="403500"/>
            </a:xfrm>
          </p:grpSpPr>
          <p:sp>
            <p:nvSpPr>
              <p:cNvPr id="199" name="Google Shape;199;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0" name="Google Shape;200;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1" name="Google Shape;20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2" name="Google Shape;20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3" name="Google Shape;20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6" name="Google Shape;206;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08" name="Google Shape;20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2"/>
        <p:cNvGrpSpPr/>
        <p:nvPr/>
      </p:nvGrpSpPr>
      <p:grpSpPr>
        <a:xfrm>
          <a:off x="0" y="0"/>
          <a:ext cx="0" cy="0"/>
          <a:chOff x="0" y="0"/>
          <a:chExt cx="0" cy="0"/>
        </a:xfrm>
      </p:grpSpPr>
      <p:sp>
        <p:nvSpPr>
          <p:cNvPr id="213" name="Google Shape;213;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5" name="Google Shape;21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6" name="Google Shape;216;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0" name="Google Shape;22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1" name="Google Shape;221;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2" name="Google Shape;222;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3" name="Google Shape;223;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4" name="Google Shape;224;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5" name="Google Shape;225;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26" name="Google Shape;226;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7" name="Google Shape;227;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8" name="Google Shape;228;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9" name="Google Shape;229;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0" name="Google Shape;230;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1" name="Google Shape;231;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3" name="Google Shape;233;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4" name="Google Shape;234;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5" name="Google Shape;235;g2c235dd0dad_1_87"/>
          <p:cNvGrpSpPr/>
          <p:nvPr/>
        </p:nvGrpSpPr>
        <p:grpSpPr>
          <a:xfrm>
            <a:off x="662575" y="6212475"/>
            <a:ext cx="586800" cy="571500"/>
            <a:chOff x="662575" y="6212475"/>
            <a:chExt cx="586800" cy="571500"/>
          </a:xfrm>
        </p:grpSpPr>
        <p:sp>
          <p:nvSpPr>
            <p:cNvPr id="236" name="Google Shape;236;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9" name="Google Shape;239;g2c235dd0dad_1_87"/>
          <p:cNvGrpSpPr/>
          <p:nvPr/>
        </p:nvGrpSpPr>
        <p:grpSpPr>
          <a:xfrm>
            <a:off x="7894350" y="6212475"/>
            <a:ext cx="586800" cy="571500"/>
            <a:chOff x="7894350" y="6212475"/>
            <a:chExt cx="586800" cy="571500"/>
          </a:xfrm>
        </p:grpSpPr>
        <p:sp>
          <p:nvSpPr>
            <p:cNvPr id="240" name="Google Shape;240;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3"/>
        <p:cNvGrpSpPr/>
        <p:nvPr/>
      </p:nvGrpSpPr>
      <p:grpSpPr>
        <a:xfrm>
          <a:off x="0" y="0"/>
          <a:ext cx="0" cy="0"/>
          <a:chOff x="0" y="0"/>
          <a:chExt cx="0" cy="0"/>
        </a:xfrm>
      </p:grpSpPr>
      <p:sp>
        <p:nvSpPr>
          <p:cNvPr id="244" name="Google Shape;244;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6" name="Google Shape;246;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7" name="Google Shape;247;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1" name="Google Shape;251;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2" name="Google Shape;25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3" name="Google Shape;25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4" name="Google Shape;25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5" name="Google Shape;25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56" name="Google Shape;25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8" name="Google Shape;25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9" name="Google Shape;25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0" name="Google Shape;26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2" name="Google Shape;26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3" name="Google Shape;26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4" name="Google Shape;264;g1f3daf8a844_0_32"/>
          <p:cNvGrpSpPr/>
          <p:nvPr/>
        </p:nvGrpSpPr>
        <p:grpSpPr>
          <a:xfrm>
            <a:off x="662575" y="6212475"/>
            <a:ext cx="586800" cy="571500"/>
            <a:chOff x="662575" y="6212475"/>
            <a:chExt cx="586800" cy="571500"/>
          </a:xfrm>
        </p:grpSpPr>
        <p:sp>
          <p:nvSpPr>
            <p:cNvPr id="265" name="Google Shape;265;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8" name="Google Shape;268;g1f3daf8a844_0_32"/>
          <p:cNvGrpSpPr/>
          <p:nvPr/>
        </p:nvGrpSpPr>
        <p:grpSpPr>
          <a:xfrm>
            <a:off x="7894350" y="6212475"/>
            <a:ext cx="586800" cy="571500"/>
            <a:chOff x="7894350" y="6212475"/>
            <a:chExt cx="586800" cy="571500"/>
          </a:xfrm>
        </p:grpSpPr>
        <p:sp>
          <p:nvSpPr>
            <p:cNvPr id="269" name="Google Shape;269;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2"/>
        <p:cNvGrpSpPr/>
        <p:nvPr/>
      </p:nvGrpSpPr>
      <p:grpSpPr>
        <a:xfrm>
          <a:off x="0" y="0"/>
          <a:ext cx="0" cy="0"/>
          <a:chOff x="0" y="0"/>
          <a:chExt cx="0" cy="0"/>
        </a:xfrm>
      </p:grpSpPr>
      <p:sp>
        <p:nvSpPr>
          <p:cNvPr id="273" name="Google Shape;273;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5" name="Google Shape;27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6" name="Google Shape;276;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80" name="Google Shape;28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1" name="Google Shape;28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82" name="Google Shape;282;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3" name="Google Shape;283;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4" name="Google Shape;284;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5" name="Google Shape;285;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6" name="Google Shape;286;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7" name="Google Shape;287;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8" name="Google Shape;28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9" name="Google Shape;28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0" name="Google Shape;29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 name="Google Shape;29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 name="Google Shape;29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3" name="Google Shape;293;g2c157a2fb06_0_53"/>
          <p:cNvGrpSpPr/>
          <p:nvPr/>
        </p:nvGrpSpPr>
        <p:grpSpPr>
          <a:xfrm>
            <a:off x="1403031" y="6958923"/>
            <a:ext cx="6774848" cy="1291477"/>
            <a:chOff x="717231" y="7263723"/>
            <a:chExt cx="6774848" cy="1291477"/>
          </a:xfrm>
        </p:grpSpPr>
        <p:sp>
          <p:nvSpPr>
            <p:cNvPr id="294" name="Google Shape;29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5" name="Google Shape;29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96" name="Google Shape;29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97" name="Google Shape;29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8" name="Google Shape;29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2" name="Google Shape;30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5" name="Google Shape;30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06" name="Google Shape;30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07" name="Google Shape;307;g2c157a2fb06_0_53"/>
          <p:cNvGrpSpPr/>
          <p:nvPr/>
        </p:nvGrpSpPr>
        <p:grpSpPr>
          <a:xfrm>
            <a:off x="662575" y="6212475"/>
            <a:ext cx="586800" cy="571500"/>
            <a:chOff x="662575" y="6212475"/>
            <a:chExt cx="586800" cy="571500"/>
          </a:xfrm>
        </p:grpSpPr>
        <p:sp>
          <p:nvSpPr>
            <p:cNvPr id="308" name="Google Shape;30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53"/>
          <p:cNvGrpSpPr/>
          <p:nvPr/>
        </p:nvGrpSpPr>
        <p:grpSpPr>
          <a:xfrm>
            <a:off x="7894350" y="6212475"/>
            <a:ext cx="586800" cy="571500"/>
            <a:chOff x="7894350" y="6212475"/>
            <a:chExt cx="586800" cy="571500"/>
          </a:xfrm>
        </p:grpSpPr>
        <p:sp>
          <p:nvSpPr>
            <p:cNvPr id="312" name="Google Shape;31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6"/>
        <p:cNvGrpSpPr/>
        <p:nvPr/>
      </p:nvGrpSpPr>
      <p:grpSpPr>
        <a:xfrm>
          <a:off x="0" y="0"/>
          <a:ext cx="0" cy="0"/>
          <a:chOff x="0" y="0"/>
          <a:chExt cx="0" cy="0"/>
        </a:xfrm>
      </p:grpSpPr>
      <p:sp>
        <p:nvSpPr>
          <p:cNvPr id="317" name="Google Shape;317;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324" name="Google Shape;324;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5" name="Google Shape;32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6" name="Google Shape;32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7" name="Google Shape;32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9" name="Google Shape;32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30" name="Google Shape;33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5" name="Google Shape;33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6" name="Google Shape;336;g2c157a2fb06_0_158"/>
          <p:cNvGrpSpPr/>
          <p:nvPr/>
        </p:nvGrpSpPr>
        <p:grpSpPr>
          <a:xfrm>
            <a:off x="662575" y="6212475"/>
            <a:ext cx="586800" cy="571500"/>
            <a:chOff x="662575" y="6212475"/>
            <a:chExt cx="586800" cy="571500"/>
          </a:xfrm>
        </p:grpSpPr>
        <p:sp>
          <p:nvSpPr>
            <p:cNvPr id="337" name="Google Shape;33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0" name="Google Shape;340;g2c157a2fb06_0_158"/>
          <p:cNvGrpSpPr/>
          <p:nvPr/>
        </p:nvGrpSpPr>
        <p:grpSpPr>
          <a:xfrm>
            <a:off x="7894350" y="6212475"/>
            <a:ext cx="586800" cy="571500"/>
            <a:chOff x="7894350" y="6212475"/>
            <a:chExt cx="586800" cy="571500"/>
          </a:xfrm>
        </p:grpSpPr>
        <p:sp>
          <p:nvSpPr>
            <p:cNvPr id="341" name="Google Shape;34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4"/>
        <p:cNvGrpSpPr/>
        <p:nvPr/>
      </p:nvGrpSpPr>
      <p:grpSpPr>
        <a:xfrm>
          <a:off x="0" y="0"/>
          <a:ext cx="0" cy="0"/>
          <a:chOff x="0" y="0"/>
          <a:chExt cx="0" cy="0"/>
        </a:xfrm>
      </p:grpSpPr>
      <p:sp>
        <p:nvSpPr>
          <p:cNvPr id="345" name="Google Shape;345;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7" name="Google Shape;34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1" name="Google Shape;351;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52" name="Google Shape;35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3" name="Google Shape;35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4" name="Google Shape;35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6" name="Google Shape;35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57" name="Google Shape;35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8" name="Google Shape;35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1" name="Google Shape;361;g2c157a2fb06_0_263"/>
          <p:cNvSpPr>
            <a:spLocks noGrp="1"/>
          </p:cNvSpPr>
          <p:nvPr>
            <p:ph type="pic" idx="8"/>
          </p:nvPr>
        </p:nvSpPr>
        <p:spPr>
          <a:xfrm>
            <a:off x="5086375" y="4412425"/>
            <a:ext cx="2668800" cy="1291500"/>
          </a:xfrm>
          <a:prstGeom prst="rect">
            <a:avLst/>
          </a:prstGeom>
          <a:noFill/>
          <a:ln>
            <a:noFill/>
          </a:ln>
        </p:spPr>
      </p:sp>
      <p:sp>
        <p:nvSpPr>
          <p:cNvPr id="362" name="Google Shape;362;g2c157a2fb06_0_263"/>
          <p:cNvSpPr>
            <a:spLocks noGrp="1"/>
          </p:cNvSpPr>
          <p:nvPr>
            <p:ph type="pic" idx="9"/>
          </p:nvPr>
        </p:nvSpPr>
        <p:spPr>
          <a:xfrm>
            <a:off x="5086375" y="797675"/>
            <a:ext cx="2668800" cy="1291500"/>
          </a:xfrm>
          <a:prstGeom prst="rect">
            <a:avLst/>
          </a:prstGeom>
          <a:noFill/>
          <a:ln>
            <a:noFill/>
          </a:ln>
        </p:spPr>
      </p:sp>
      <p:sp>
        <p:nvSpPr>
          <p:cNvPr id="363" name="Google Shape;363;g2c157a2fb06_0_263"/>
          <p:cNvSpPr>
            <a:spLocks noGrp="1"/>
          </p:cNvSpPr>
          <p:nvPr>
            <p:ph type="pic" idx="13"/>
          </p:nvPr>
        </p:nvSpPr>
        <p:spPr>
          <a:xfrm>
            <a:off x="5086375" y="2002592"/>
            <a:ext cx="2668800" cy="1291500"/>
          </a:xfrm>
          <a:prstGeom prst="rect">
            <a:avLst/>
          </a:prstGeom>
          <a:noFill/>
          <a:ln>
            <a:noFill/>
          </a:ln>
        </p:spPr>
      </p:sp>
      <p:sp>
        <p:nvSpPr>
          <p:cNvPr id="364" name="Google Shape;364;g2c157a2fb06_0_263"/>
          <p:cNvSpPr>
            <a:spLocks noGrp="1"/>
          </p:cNvSpPr>
          <p:nvPr>
            <p:ph type="pic" idx="14"/>
          </p:nvPr>
        </p:nvSpPr>
        <p:spPr>
          <a:xfrm>
            <a:off x="5086375" y="3207508"/>
            <a:ext cx="2668800" cy="1291500"/>
          </a:xfrm>
          <a:prstGeom prst="rect">
            <a:avLst/>
          </a:prstGeom>
          <a:noFill/>
          <a:ln>
            <a:noFill/>
          </a:ln>
        </p:spPr>
      </p:sp>
      <p:sp>
        <p:nvSpPr>
          <p:cNvPr id="365" name="Google Shape;36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263"/>
          <p:cNvGrpSpPr/>
          <p:nvPr/>
        </p:nvGrpSpPr>
        <p:grpSpPr>
          <a:xfrm>
            <a:off x="662575" y="6212475"/>
            <a:ext cx="586800" cy="571500"/>
            <a:chOff x="662575" y="6212475"/>
            <a:chExt cx="586800" cy="571500"/>
          </a:xfrm>
        </p:grpSpPr>
        <p:sp>
          <p:nvSpPr>
            <p:cNvPr id="368" name="Google Shape;36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263"/>
          <p:cNvGrpSpPr/>
          <p:nvPr/>
        </p:nvGrpSpPr>
        <p:grpSpPr>
          <a:xfrm>
            <a:off x="7894350" y="6212475"/>
            <a:ext cx="586800" cy="571500"/>
            <a:chOff x="7894350" y="6212475"/>
            <a:chExt cx="586800" cy="571500"/>
          </a:xfrm>
        </p:grpSpPr>
        <p:sp>
          <p:nvSpPr>
            <p:cNvPr id="372" name="Google Shape;37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5"/>
        <p:cNvGrpSpPr/>
        <p:nvPr/>
      </p:nvGrpSpPr>
      <p:grpSpPr>
        <a:xfrm>
          <a:off x="0" y="0"/>
          <a:ext cx="0" cy="0"/>
          <a:chOff x="0" y="0"/>
          <a:chExt cx="0" cy="0"/>
        </a:xfrm>
      </p:grpSpPr>
      <p:sp>
        <p:nvSpPr>
          <p:cNvPr id="376" name="Google Shape;376;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5" name="Google Shape;385;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91" name="Google Shape;39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467"/>
          <p:cNvGrpSpPr/>
          <p:nvPr/>
        </p:nvGrpSpPr>
        <p:grpSpPr>
          <a:xfrm>
            <a:off x="662575" y="6212475"/>
            <a:ext cx="586800" cy="571500"/>
            <a:chOff x="662575" y="6212475"/>
            <a:chExt cx="586800" cy="571500"/>
          </a:xfrm>
        </p:grpSpPr>
        <p:sp>
          <p:nvSpPr>
            <p:cNvPr id="394" name="Google Shape;39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467"/>
          <p:cNvGrpSpPr/>
          <p:nvPr/>
        </p:nvGrpSpPr>
        <p:grpSpPr>
          <a:xfrm>
            <a:off x="7894350" y="6212475"/>
            <a:ext cx="586800" cy="571500"/>
            <a:chOff x="7894350" y="6212475"/>
            <a:chExt cx="586800" cy="571500"/>
          </a:xfrm>
        </p:grpSpPr>
        <p:sp>
          <p:nvSpPr>
            <p:cNvPr id="398" name="Google Shape;39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1"/>
        <p:cNvGrpSpPr/>
        <p:nvPr/>
      </p:nvGrpSpPr>
      <p:grpSpPr>
        <a:xfrm>
          <a:off x="0" y="0"/>
          <a:ext cx="0" cy="0"/>
          <a:chOff x="0" y="0"/>
          <a:chExt cx="0" cy="0"/>
        </a:xfrm>
      </p:grpSpPr>
      <p:sp>
        <p:nvSpPr>
          <p:cNvPr id="402" name="Google Shape;402;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0" name="Google Shape;410;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1" name="Google Shape;411;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2" name="Google Shape;412;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3" name="Google Shape;413;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4" name="Google Shape;41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5" name="Google Shape;41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416" name="Google Shape;416;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8" name="Google Shape;41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19" name="Google Shape;419;g2c157a2fb06_0_629"/>
          <p:cNvGrpSpPr/>
          <p:nvPr/>
        </p:nvGrpSpPr>
        <p:grpSpPr>
          <a:xfrm>
            <a:off x="662575" y="6212475"/>
            <a:ext cx="586800" cy="571500"/>
            <a:chOff x="662575" y="6212475"/>
            <a:chExt cx="586800" cy="571500"/>
          </a:xfrm>
        </p:grpSpPr>
        <p:sp>
          <p:nvSpPr>
            <p:cNvPr id="420" name="Google Shape;42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3" name="Google Shape;423;g2c157a2fb06_0_629"/>
          <p:cNvGrpSpPr/>
          <p:nvPr/>
        </p:nvGrpSpPr>
        <p:grpSpPr>
          <a:xfrm>
            <a:off x="7894350" y="6212475"/>
            <a:ext cx="586800" cy="571500"/>
            <a:chOff x="7894350" y="6212475"/>
            <a:chExt cx="586800" cy="571500"/>
          </a:xfrm>
        </p:grpSpPr>
        <p:sp>
          <p:nvSpPr>
            <p:cNvPr id="424" name="Google Shape;42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7"/>
        <p:cNvGrpSpPr/>
        <p:nvPr/>
      </p:nvGrpSpPr>
      <p:grpSpPr>
        <a:xfrm>
          <a:off x="0" y="0"/>
          <a:ext cx="0" cy="0"/>
          <a:chOff x="0" y="0"/>
          <a:chExt cx="0" cy="0"/>
        </a:xfrm>
      </p:grpSpPr>
      <p:sp>
        <p:nvSpPr>
          <p:cNvPr id="428" name="Google Shape;428;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0" name="Google Shape;43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1" name="Google Shape;431;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5" name="Google Shape;43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6" name="Google Shape;43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7" name="Google Shape;43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8" name="Google Shape;43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39" name="Google Shape;439;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0" name="Google Shape;440;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1" name="Google Shape;441;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3" name="Google Shape;44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44" name="Google Shape;44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5" name="Google Shape;44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6" name="Google Shape;446;g2c157a2fb06_0_798"/>
          <p:cNvGrpSpPr/>
          <p:nvPr/>
        </p:nvGrpSpPr>
        <p:grpSpPr>
          <a:xfrm>
            <a:off x="662575" y="6212475"/>
            <a:ext cx="586800" cy="571500"/>
            <a:chOff x="662575" y="6212475"/>
            <a:chExt cx="586800" cy="571500"/>
          </a:xfrm>
        </p:grpSpPr>
        <p:sp>
          <p:nvSpPr>
            <p:cNvPr id="447" name="Google Shape;44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0" name="Google Shape;450;g2c157a2fb06_0_798"/>
          <p:cNvGrpSpPr/>
          <p:nvPr/>
        </p:nvGrpSpPr>
        <p:grpSpPr>
          <a:xfrm>
            <a:off x="7894350" y="6212475"/>
            <a:ext cx="586800" cy="571500"/>
            <a:chOff x="7894350" y="6212475"/>
            <a:chExt cx="586800" cy="571500"/>
          </a:xfrm>
        </p:grpSpPr>
        <p:sp>
          <p:nvSpPr>
            <p:cNvPr id="451" name="Google Shape;45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4"/>
        <p:cNvGrpSpPr/>
        <p:nvPr/>
      </p:nvGrpSpPr>
      <p:grpSpPr>
        <a:xfrm>
          <a:off x="0" y="0"/>
          <a:ext cx="0" cy="0"/>
          <a:chOff x="0" y="0"/>
          <a:chExt cx="0" cy="0"/>
        </a:xfrm>
      </p:grpSpPr>
      <p:sp>
        <p:nvSpPr>
          <p:cNvPr id="455" name="Google Shape;455;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7" name="Google Shape;45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8" name="Google Shape;458;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63" name="Google Shape;46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4" name="Google Shape;46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5" name="Google Shape;46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6" name="Google Shape;46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7" name="Google Shape;467;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69" name="Google Shape;469;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1" name="Google Shape;471;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72" name="Google Shape;472;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3" name="Google Shape;473;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4" name="Google Shape;474;g2c157a2fb06_0_825"/>
          <p:cNvGrpSpPr/>
          <p:nvPr/>
        </p:nvGrpSpPr>
        <p:grpSpPr>
          <a:xfrm>
            <a:off x="662575" y="6212475"/>
            <a:ext cx="586800" cy="571500"/>
            <a:chOff x="662575" y="6212475"/>
            <a:chExt cx="586800" cy="571500"/>
          </a:xfrm>
        </p:grpSpPr>
        <p:sp>
          <p:nvSpPr>
            <p:cNvPr id="475" name="Google Shape;475;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8" name="Google Shape;478;g2c157a2fb06_0_825"/>
          <p:cNvGrpSpPr/>
          <p:nvPr/>
        </p:nvGrpSpPr>
        <p:grpSpPr>
          <a:xfrm>
            <a:off x="7894350" y="6212475"/>
            <a:ext cx="586800" cy="571500"/>
            <a:chOff x="7894350" y="6212475"/>
            <a:chExt cx="586800" cy="571500"/>
          </a:xfrm>
        </p:grpSpPr>
        <p:sp>
          <p:nvSpPr>
            <p:cNvPr id="479" name="Google Shape;479;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2"/>
        <p:cNvGrpSpPr/>
        <p:nvPr/>
      </p:nvGrpSpPr>
      <p:grpSpPr>
        <a:xfrm>
          <a:off x="0" y="0"/>
          <a:ext cx="0" cy="0"/>
          <a:chOff x="0" y="0"/>
          <a:chExt cx="0" cy="0"/>
        </a:xfrm>
      </p:grpSpPr>
      <p:sp>
        <p:nvSpPr>
          <p:cNvPr id="483" name="Google Shape;483;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5" name="Google Shape;48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6" name="Google Shape;486;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9" name="Google Shape;48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90" name="Google Shape;49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4" name="Google Shape;494;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5" name="Google Shape;495;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6" name="Google Shape;496;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97" name="Google Shape;497;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8" name="Google Shape;498;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9" name="Google Shape;499;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2" name="Google Shape;512;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3" name="Google Shape;513;g2c157a2fb06_0_700"/>
          <p:cNvGrpSpPr/>
          <p:nvPr/>
        </p:nvGrpSpPr>
        <p:grpSpPr>
          <a:xfrm>
            <a:off x="662575" y="6212475"/>
            <a:ext cx="586800" cy="571500"/>
            <a:chOff x="662575" y="6212475"/>
            <a:chExt cx="586800" cy="571500"/>
          </a:xfrm>
        </p:grpSpPr>
        <p:sp>
          <p:nvSpPr>
            <p:cNvPr id="514" name="Google Shape;514;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7" name="Google Shape;517;g2c157a2fb06_0_700"/>
          <p:cNvGrpSpPr/>
          <p:nvPr/>
        </p:nvGrpSpPr>
        <p:grpSpPr>
          <a:xfrm>
            <a:off x="7894350" y="6212475"/>
            <a:ext cx="586800" cy="571500"/>
            <a:chOff x="7894350" y="6212475"/>
            <a:chExt cx="586800" cy="571500"/>
          </a:xfrm>
        </p:grpSpPr>
        <p:sp>
          <p:nvSpPr>
            <p:cNvPr id="518" name="Google Shape;518;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1"/>
        <p:cNvGrpSpPr/>
        <p:nvPr/>
      </p:nvGrpSpPr>
      <p:grpSpPr>
        <a:xfrm>
          <a:off x="0" y="0"/>
          <a:ext cx="0" cy="0"/>
          <a:chOff x="0" y="0"/>
          <a:chExt cx="0" cy="0"/>
        </a:xfrm>
      </p:grpSpPr>
      <p:sp>
        <p:nvSpPr>
          <p:cNvPr id="522" name="Google Shape;522;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4" name="Google Shape;524;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5" name="Google Shape;525;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6" name="Google Shape;526;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8" name="Google Shape;528;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29" name="Google Shape;529;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1" name="Google Shape;53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32" name="Google Shape;53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4" name="Google Shape;534;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35" name="Google Shape;535;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1" name="Google Shape;541;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2" name="Google Shape;542;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3" name="Google Shape;543;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2" name="Google Shape;552;g2c157a2fb06_0_932"/>
          <p:cNvGrpSpPr/>
          <p:nvPr/>
        </p:nvGrpSpPr>
        <p:grpSpPr>
          <a:xfrm>
            <a:off x="662575" y="6212475"/>
            <a:ext cx="586800" cy="571500"/>
            <a:chOff x="662575" y="6212475"/>
            <a:chExt cx="586800" cy="571500"/>
          </a:xfrm>
        </p:grpSpPr>
        <p:sp>
          <p:nvSpPr>
            <p:cNvPr id="553" name="Google Shape;553;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6" name="Google Shape;556;g2c157a2fb06_0_932"/>
          <p:cNvGrpSpPr/>
          <p:nvPr/>
        </p:nvGrpSpPr>
        <p:grpSpPr>
          <a:xfrm>
            <a:off x="7894350" y="6212475"/>
            <a:ext cx="586800" cy="571500"/>
            <a:chOff x="7894350" y="6212475"/>
            <a:chExt cx="586800" cy="571500"/>
          </a:xfrm>
        </p:grpSpPr>
        <p:sp>
          <p:nvSpPr>
            <p:cNvPr id="557" name="Google Shape;557;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8" name="Google Shape;558;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0"/>
        <p:cNvGrpSpPr/>
        <p:nvPr/>
      </p:nvGrpSpPr>
      <p:grpSpPr>
        <a:xfrm>
          <a:off x="0" y="0"/>
          <a:ext cx="0" cy="0"/>
          <a:chOff x="0" y="0"/>
          <a:chExt cx="0" cy="0"/>
        </a:xfrm>
      </p:grpSpPr>
      <p:sp>
        <p:nvSpPr>
          <p:cNvPr id="561" name="Google Shape;561;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3" name="Google Shape;56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4" name="Google Shape;564;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7" name="Google Shape;567;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68" name="Google Shape;568;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69" name="Google Shape;569;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0" name="Google Shape;570;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1" name="Google Shape;571;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2" name="Google Shape;582;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3" name="Google Shape;583;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84" name="Google Shape;584;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6" name="Google Shape;586;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7" name="Google Shape;587;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88" name="Google Shape;588;g2c157a2fb06_0_1045"/>
          <p:cNvGrpSpPr/>
          <p:nvPr/>
        </p:nvGrpSpPr>
        <p:grpSpPr>
          <a:xfrm>
            <a:off x="662575" y="6212475"/>
            <a:ext cx="586800" cy="571500"/>
            <a:chOff x="662575" y="6212475"/>
            <a:chExt cx="586800" cy="571500"/>
          </a:xfrm>
        </p:grpSpPr>
        <p:sp>
          <p:nvSpPr>
            <p:cNvPr id="589" name="Google Shape;58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2" name="Google Shape;592;g2c157a2fb06_0_1045"/>
          <p:cNvGrpSpPr/>
          <p:nvPr/>
        </p:nvGrpSpPr>
        <p:grpSpPr>
          <a:xfrm>
            <a:off x="7894350" y="6212475"/>
            <a:ext cx="586800" cy="571500"/>
            <a:chOff x="7894350" y="6212475"/>
            <a:chExt cx="586800" cy="571500"/>
          </a:xfrm>
        </p:grpSpPr>
        <p:sp>
          <p:nvSpPr>
            <p:cNvPr id="593" name="Google Shape;59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6"/>
        <p:cNvGrpSpPr/>
        <p:nvPr/>
      </p:nvGrpSpPr>
      <p:grpSpPr>
        <a:xfrm>
          <a:off x="0" y="0"/>
          <a:ext cx="0" cy="0"/>
          <a:chOff x="0" y="0"/>
          <a:chExt cx="0" cy="0"/>
        </a:xfrm>
      </p:grpSpPr>
      <p:sp>
        <p:nvSpPr>
          <p:cNvPr id="597" name="Google Shape;597;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99" name="Google Shape;599;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0" name="Google Shape;600;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3" name="Google Shape;603;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7" name="Google Shape;627;g2c157a2fb06_0_1110"/>
          <p:cNvGrpSpPr/>
          <p:nvPr/>
        </p:nvGrpSpPr>
        <p:grpSpPr>
          <a:xfrm>
            <a:off x="662575" y="6212475"/>
            <a:ext cx="586800" cy="571500"/>
            <a:chOff x="662575" y="6212475"/>
            <a:chExt cx="586800" cy="571500"/>
          </a:xfrm>
        </p:grpSpPr>
        <p:sp>
          <p:nvSpPr>
            <p:cNvPr id="628" name="Google Shape;628;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1" name="Google Shape;631;g2c157a2fb06_0_1110"/>
          <p:cNvGrpSpPr/>
          <p:nvPr/>
        </p:nvGrpSpPr>
        <p:grpSpPr>
          <a:xfrm>
            <a:off x="7894350" y="6212475"/>
            <a:ext cx="586800" cy="571500"/>
            <a:chOff x="7894350" y="6212475"/>
            <a:chExt cx="586800" cy="571500"/>
          </a:xfrm>
        </p:grpSpPr>
        <p:sp>
          <p:nvSpPr>
            <p:cNvPr id="632" name="Google Shape;632;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35"/>
        <p:cNvGrpSpPr/>
        <p:nvPr/>
      </p:nvGrpSpPr>
      <p:grpSpPr>
        <a:xfrm>
          <a:off x="0" y="0"/>
          <a:ext cx="0" cy="0"/>
          <a:chOff x="0" y="0"/>
          <a:chExt cx="0" cy="0"/>
        </a:xfrm>
      </p:grpSpPr>
      <p:sp>
        <p:nvSpPr>
          <p:cNvPr id="636" name="Google Shape;63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40" name="Google Shape;64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43" name="Google Shape;64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44" name="Google Shape;64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45" name="Google Shape;64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46" name="Google Shape;64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7" name="Google Shape;64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8" name="Google Shape;64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9" name="Google Shape;649;p30"/>
          <p:cNvGrpSpPr/>
          <p:nvPr/>
        </p:nvGrpSpPr>
        <p:grpSpPr>
          <a:xfrm>
            <a:off x="6022940" y="5341706"/>
            <a:ext cx="594501" cy="305904"/>
            <a:chOff x="5672081" y="1914352"/>
            <a:chExt cx="792668" cy="305904"/>
          </a:xfrm>
        </p:grpSpPr>
        <p:sp>
          <p:nvSpPr>
            <p:cNvPr id="650" name="Google Shape;65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52" name="Google Shape;65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53" name="Google Shape;65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62" name="Google Shape;66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5" name="Google Shape;66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6" name="Google Shape;66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72" name="Google Shape;67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73" name="Google Shape;67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74" name="Google Shape;67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75" name="Google Shape;67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76" name="Google Shape;67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9" name="Google Shape;67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80" name="Google Shape;68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81"/>
        <p:cNvGrpSpPr/>
        <p:nvPr/>
      </p:nvGrpSpPr>
      <p:grpSpPr>
        <a:xfrm>
          <a:off x="0" y="0"/>
          <a:ext cx="0" cy="0"/>
          <a:chOff x="0" y="0"/>
          <a:chExt cx="0" cy="0"/>
        </a:xfrm>
      </p:grpSpPr>
      <p:sp>
        <p:nvSpPr>
          <p:cNvPr id="682" name="Google Shape;68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3" name="Google Shape;68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84" name="Google Shape;68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85"/>
        <p:cNvGrpSpPr/>
        <p:nvPr/>
      </p:nvGrpSpPr>
      <p:grpSpPr>
        <a:xfrm>
          <a:off x="0" y="0"/>
          <a:ext cx="0" cy="0"/>
          <a:chOff x="0" y="0"/>
          <a:chExt cx="0" cy="0"/>
        </a:xfrm>
      </p:grpSpPr>
      <p:sp>
        <p:nvSpPr>
          <p:cNvPr id="686" name="Google Shape;68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7" name="Google Shape;68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8" name="Google Shape;68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7.png"/><Relationship Id="rId7" Type="http://schemas.openxmlformats.org/officeDocument/2006/relationships/image" Target="../media/image12.png"/><Relationship Id="rId12"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7.xml"/><Relationship Id="rId5" Type="http://schemas.openxmlformats.org/officeDocument/2006/relationships/image" Target="../media/image10.png"/><Relationship Id="rId10" Type="http://schemas.openxmlformats.org/officeDocument/2006/relationships/slide" Target="slide8.xml"/><Relationship Id="rId4" Type="http://schemas.openxmlformats.org/officeDocument/2006/relationships/image" Target="../media/image9.png"/><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13" Type="http://schemas.openxmlformats.org/officeDocument/2006/relationships/image" Target="../media/image75.png"/><Relationship Id="rId18" Type="http://schemas.openxmlformats.org/officeDocument/2006/relationships/image" Target="../media/image80.png"/><Relationship Id="rId26" Type="http://schemas.openxmlformats.org/officeDocument/2006/relationships/image" Target="../media/image88.png"/><Relationship Id="rId39" Type="http://schemas.openxmlformats.org/officeDocument/2006/relationships/image" Target="../media/image101.png"/><Relationship Id="rId21" Type="http://schemas.openxmlformats.org/officeDocument/2006/relationships/image" Target="../media/image83.png"/><Relationship Id="rId34" Type="http://schemas.openxmlformats.org/officeDocument/2006/relationships/image" Target="../media/image96.png"/><Relationship Id="rId42" Type="http://schemas.openxmlformats.org/officeDocument/2006/relationships/image" Target="../media/image104.png"/><Relationship Id="rId7"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8.png"/><Relationship Id="rId20" Type="http://schemas.openxmlformats.org/officeDocument/2006/relationships/image" Target="../media/image82.png"/><Relationship Id="rId29" Type="http://schemas.openxmlformats.org/officeDocument/2006/relationships/image" Target="../media/image91.png"/><Relationship Id="rId41" Type="http://schemas.openxmlformats.org/officeDocument/2006/relationships/image" Target="../media/image103.png"/><Relationship Id="rId1" Type="http://schemas.openxmlformats.org/officeDocument/2006/relationships/slideLayout" Target="../slideLayouts/slideLayout3.xml"/><Relationship Id="rId6" Type="http://schemas.openxmlformats.org/officeDocument/2006/relationships/image" Target="../media/image68.png"/><Relationship Id="rId11" Type="http://schemas.openxmlformats.org/officeDocument/2006/relationships/image" Target="../media/image73.png"/><Relationship Id="rId24" Type="http://schemas.openxmlformats.org/officeDocument/2006/relationships/image" Target="../media/image86.png"/><Relationship Id="rId32" Type="http://schemas.openxmlformats.org/officeDocument/2006/relationships/image" Target="../media/image94.png"/><Relationship Id="rId37" Type="http://schemas.openxmlformats.org/officeDocument/2006/relationships/image" Target="../media/image99.png"/><Relationship Id="rId40" Type="http://schemas.openxmlformats.org/officeDocument/2006/relationships/image" Target="../media/image102.png"/><Relationship Id="rId5" Type="http://schemas.openxmlformats.org/officeDocument/2006/relationships/image" Target="../media/image67.png"/><Relationship Id="rId15" Type="http://schemas.openxmlformats.org/officeDocument/2006/relationships/image" Target="../media/image77.png"/><Relationship Id="rId23" Type="http://schemas.openxmlformats.org/officeDocument/2006/relationships/image" Target="../media/image85.png"/><Relationship Id="rId28" Type="http://schemas.openxmlformats.org/officeDocument/2006/relationships/image" Target="../media/image90.png"/><Relationship Id="rId36" Type="http://schemas.openxmlformats.org/officeDocument/2006/relationships/image" Target="../media/image98.png"/><Relationship Id="rId10" Type="http://schemas.openxmlformats.org/officeDocument/2006/relationships/image" Target="../media/image72.png"/><Relationship Id="rId19" Type="http://schemas.openxmlformats.org/officeDocument/2006/relationships/image" Target="../media/image81.png"/><Relationship Id="rId31" Type="http://schemas.openxmlformats.org/officeDocument/2006/relationships/image" Target="../media/image93.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 Id="rId22" Type="http://schemas.openxmlformats.org/officeDocument/2006/relationships/image" Target="../media/image84.png"/><Relationship Id="rId27" Type="http://schemas.openxmlformats.org/officeDocument/2006/relationships/image" Target="../media/image89.png"/><Relationship Id="rId30" Type="http://schemas.openxmlformats.org/officeDocument/2006/relationships/image" Target="../media/image92.png"/><Relationship Id="rId35" Type="http://schemas.openxmlformats.org/officeDocument/2006/relationships/image" Target="../media/image97.png"/><Relationship Id="rId43" Type="http://schemas.openxmlformats.org/officeDocument/2006/relationships/image" Target="../media/image105.png"/><Relationship Id="rId8" Type="http://schemas.openxmlformats.org/officeDocument/2006/relationships/image" Target="../media/image70.png"/><Relationship Id="rId3" Type="http://schemas.openxmlformats.org/officeDocument/2006/relationships/image" Target="../media/image65.png"/><Relationship Id="rId12" Type="http://schemas.openxmlformats.org/officeDocument/2006/relationships/image" Target="../media/image74.png"/><Relationship Id="rId17" Type="http://schemas.openxmlformats.org/officeDocument/2006/relationships/image" Target="../media/image79.png"/><Relationship Id="rId25" Type="http://schemas.openxmlformats.org/officeDocument/2006/relationships/image" Target="../media/image87.png"/><Relationship Id="rId33" Type="http://schemas.openxmlformats.org/officeDocument/2006/relationships/image" Target="../media/image95.png"/><Relationship Id="rId38" Type="http://schemas.openxmlformats.org/officeDocument/2006/relationships/image" Target="../media/image100.png"/></Relationships>
</file>

<file path=ppt/slides/_rels/slide6.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12.png"/><Relationship Id="rId7" Type="http://schemas.openxmlformats.org/officeDocument/2006/relationships/image" Target="../media/image109.png"/><Relationship Id="rId12" Type="http://schemas.openxmlformats.org/officeDocument/2006/relationships/image" Target="../media/image114.png"/><Relationship Id="rId2" Type="http://schemas.openxmlformats.org/officeDocument/2006/relationships/notesSlide" Target="../notesSlides/notesSlide6.xml"/><Relationship Id="rId16" Type="http://schemas.openxmlformats.org/officeDocument/2006/relationships/image" Target="../media/image118.png"/><Relationship Id="rId1" Type="http://schemas.openxmlformats.org/officeDocument/2006/relationships/slideLayout" Target="../slideLayouts/slideLayout3.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s>
</file>

<file path=ppt/slides/_rels/slide7.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18" Type="http://schemas.openxmlformats.org/officeDocument/2006/relationships/image" Target="../media/image134.png"/><Relationship Id="rId26" Type="http://schemas.openxmlformats.org/officeDocument/2006/relationships/image" Target="../media/image141.png"/><Relationship Id="rId3" Type="http://schemas.openxmlformats.org/officeDocument/2006/relationships/image" Target="../media/image119.png"/><Relationship Id="rId21" Type="http://schemas.openxmlformats.org/officeDocument/2006/relationships/image" Target="../media/image136.png"/><Relationship Id="rId7" Type="http://schemas.openxmlformats.org/officeDocument/2006/relationships/image" Target="../media/image123.png"/><Relationship Id="rId12" Type="http://schemas.openxmlformats.org/officeDocument/2006/relationships/image" Target="../media/image128.png"/><Relationship Id="rId17" Type="http://schemas.openxmlformats.org/officeDocument/2006/relationships/image" Target="../media/image133.png"/><Relationship Id="rId25" Type="http://schemas.openxmlformats.org/officeDocument/2006/relationships/image" Target="../media/image140.png"/><Relationship Id="rId2" Type="http://schemas.openxmlformats.org/officeDocument/2006/relationships/notesSlide" Target="../notesSlides/notesSlide7.xml"/><Relationship Id="rId16" Type="http://schemas.openxmlformats.org/officeDocument/2006/relationships/image" Target="../media/image132.png"/><Relationship Id="rId20" Type="http://schemas.openxmlformats.org/officeDocument/2006/relationships/image" Target="../media/image135.png"/><Relationship Id="rId29" Type="http://schemas.openxmlformats.org/officeDocument/2006/relationships/image" Target="../media/image144.png"/><Relationship Id="rId1" Type="http://schemas.openxmlformats.org/officeDocument/2006/relationships/slideLayout" Target="../slideLayouts/slideLayout3.xml"/><Relationship Id="rId6" Type="http://schemas.openxmlformats.org/officeDocument/2006/relationships/image" Target="../media/image122.png"/><Relationship Id="rId11" Type="http://schemas.openxmlformats.org/officeDocument/2006/relationships/image" Target="../media/image127.png"/><Relationship Id="rId24" Type="http://schemas.openxmlformats.org/officeDocument/2006/relationships/image" Target="../media/image139.png"/><Relationship Id="rId5" Type="http://schemas.openxmlformats.org/officeDocument/2006/relationships/image" Target="../media/image121.png"/><Relationship Id="rId15" Type="http://schemas.openxmlformats.org/officeDocument/2006/relationships/image" Target="../media/image131.png"/><Relationship Id="rId23" Type="http://schemas.openxmlformats.org/officeDocument/2006/relationships/image" Target="../media/image138.png"/><Relationship Id="rId28" Type="http://schemas.openxmlformats.org/officeDocument/2006/relationships/image" Target="../media/image143.png"/><Relationship Id="rId10" Type="http://schemas.openxmlformats.org/officeDocument/2006/relationships/image" Target="../media/image126.png"/><Relationship Id="rId19" Type="http://schemas.openxmlformats.org/officeDocument/2006/relationships/image" Target="../media/image11.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30.png"/><Relationship Id="rId22" Type="http://schemas.openxmlformats.org/officeDocument/2006/relationships/image" Target="../media/image137.png"/><Relationship Id="rId27" Type="http://schemas.openxmlformats.org/officeDocument/2006/relationships/image" Target="../media/image142.png"/><Relationship Id="rId30" Type="http://schemas.openxmlformats.org/officeDocument/2006/relationships/image" Target="../media/image145.png"/></Relationships>
</file>

<file path=ppt/slides/_rels/slide8.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5.png"/><Relationship Id="rId3" Type="http://schemas.openxmlformats.org/officeDocument/2006/relationships/image" Target="../media/image146.png"/><Relationship Id="rId7" Type="http://schemas.openxmlformats.org/officeDocument/2006/relationships/image" Target="../media/image150.png"/><Relationship Id="rId12" Type="http://schemas.openxmlformats.org/officeDocument/2006/relationships/image" Target="../media/image15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9.png"/><Relationship Id="rId11" Type="http://schemas.openxmlformats.org/officeDocument/2006/relationships/image" Target="../media/image153.png"/><Relationship Id="rId5" Type="http://schemas.openxmlformats.org/officeDocument/2006/relationships/image" Target="../media/image148.png"/><Relationship Id="rId15" Type="http://schemas.openxmlformats.org/officeDocument/2006/relationships/image" Target="../media/image157.png"/><Relationship Id="rId10" Type="http://schemas.openxmlformats.org/officeDocument/2006/relationships/image" Target="../media/image10.png"/><Relationship Id="rId4" Type="http://schemas.openxmlformats.org/officeDocument/2006/relationships/image" Target="../media/image147.png"/><Relationship Id="rId9" Type="http://schemas.openxmlformats.org/officeDocument/2006/relationships/image" Target="../media/image152.png"/><Relationship Id="rId14" Type="http://schemas.openxmlformats.org/officeDocument/2006/relationships/image" Target="../media/image156.png"/></Relationships>
</file>

<file path=ppt/slides/_rels/slide9.xml.rels><?xml version="1.0" encoding="UTF-8" standalone="yes"?>
<Relationships xmlns="http://schemas.openxmlformats.org/package/2006/relationships"><Relationship Id="rId8" Type="http://schemas.openxmlformats.org/officeDocument/2006/relationships/image" Target="../media/image163.png"/><Relationship Id="rId13" Type="http://schemas.openxmlformats.org/officeDocument/2006/relationships/image" Target="../media/image5.png"/><Relationship Id="rId3" Type="http://schemas.openxmlformats.org/officeDocument/2006/relationships/image" Target="../media/image158.png"/><Relationship Id="rId7" Type="http://schemas.openxmlformats.org/officeDocument/2006/relationships/image" Target="../media/image162.png"/><Relationship Id="rId12" Type="http://schemas.openxmlformats.org/officeDocument/2006/relationships/image" Target="../media/image6.png"/><Relationship Id="rId2" Type="http://schemas.openxmlformats.org/officeDocument/2006/relationships/notesSlide" Target="../notesSlides/notesSlide9.xml"/><Relationship Id="rId16" Type="http://schemas.openxmlformats.org/officeDocument/2006/relationships/image" Target="../media/image167.png"/><Relationship Id="rId1" Type="http://schemas.openxmlformats.org/officeDocument/2006/relationships/slideLayout" Target="../slideLayouts/slideLayout3.xml"/><Relationship Id="rId6" Type="http://schemas.openxmlformats.org/officeDocument/2006/relationships/image" Target="../media/image161.png"/><Relationship Id="rId11" Type="http://schemas.openxmlformats.org/officeDocument/2006/relationships/image" Target="../media/image7.png"/><Relationship Id="rId5" Type="http://schemas.openxmlformats.org/officeDocument/2006/relationships/image" Target="../media/image160.png"/><Relationship Id="rId15" Type="http://schemas.openxmlformats.org/officeDocument/2006/relationships/image" Target="../media/image166.png"/><Relationship Id="rId10" Type="http://schemas.openxmlformats.org/officeDocument/2006/relationships/image" Target="../media/image8.png"/><Relationship Id="rId4" Type="http://schemas.openxmlformats.org/officeDocument/2006/relationships/image" Target="../media/image159.png"/><Relationship Id="rId9" Type="http://schemas.openxmlformats.org/officeDocument/2006/relationships/image" Target="../media/image164.png"/><Relationship Id="rId14" Type="http://schemas.openxmlformats.org/officeDocument/2006/relationships/image" Target="../media/image165.png"/></Relationships>
</file>

<file path=ppt/slides/_rels/slide10.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5.png"/><Relationship Id="rId3" Type="http://schemas.openxmlformats.org/officeDocument/2006/relationships/image" Target="../media/image159.png"/><Relationship Id="rId7" Type="http://schemas.openxmlformats.org/officeDocument/2006/relationships/image" Target="../media/image163.png"/><Relationship Id="rId12" Type="http://schemas.openxmlformats.org/officeDocument/2006/relationships/image" Target="../media/image5.png"/><Relationship Id="rId2" Type="http://schemas.openxmlformats.org/officeDocument/2006/relationships/notesSlide" Target="../notesSlides/notesSlide10.xml"/><Relationship Id="rId16" Type="http://schemas.openxmlformats.org/officeDocument/2006/relationships/image" Target="../media/image167.png"/><Relationship Id="rId1" Type="http://schemas.openxmlformats.org/officeDocument/2006/relationships/slideLayout" Target="../slideLayouts/slideLayout4.xml"/><Relationship Id="rId6" Type="http://schemas.openxmlformats.org/officeDocument/2006/relationships/image" Target="../media/image162.png"/><Relationship Id="rId11" Type="http://schemas.openxmlformats.org/officeDocument/2006/relationships/image" Target="../media/image6.png"/><Relationship Id="rId5" Type="http://schemas.openxmlformats.org/officeDocument/2006/relationships/image" Target="../media/image161.png"/><Relationship Id="rId15" Type="http://schemas.openxmlformats.org/officeDocument/2006/relationships/image" Target="../media/image158.png"/><Relationship Id="rId10" Type="http://schemas.openxmlformats.org/officeDocument/2006/relationships/image" Target="../media/image7.png"/><Relationship Id="rId4" Type="http://schemas.openxmlformats.org/officeDocument/2006/relationships/image" Target="../media/image160.png"/><Relationship Id="rId9" Type="http://schemas.openxmlformats.org/officeDocument/2006/relationships/image" Target="../media/image8.png"/><Relationship Id="rId14" Type="http://schemas.openxmlformats.org/officeDocument/2006/relationships/image" Target="../media/image166.png"/></Relationships>
</file>

<file path=ppt/slides/_rels/slide11.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78.png"/><Relationship Id="rId3" Type="http://schemas.openxmlformats.org/officeDocument/2006/relationships/image" Target="../media/image168.png"/><Relationship Id="rId7" Type="http://schemas.openxmlformats.org/officeDocument/2006/relationships/image" Target="../media/image172.png"/><Relationship Id="rId12" Type="http://schemas.openxmlformats.org/officeDocument/2006/relationships/image" Target="../media/image177.png"/><Relationship Id="rId2" Type="http://schemas.openxmlformats.org/officeDocument/2006/relationships/notesSlide" Target="../notesSlides/notesSlide11.xml"/><Relationship Id="rId16" Type="http://schemas.openxmlformats.org/officeDocument/2006/relationships/image" Target="../media/image181.png"/><Relationship Id="rId1" Type="http://schemas.openxmlformats.org/officeDocument/2006/relationships/slideLayout" Target="../slideLayouts/slideLayout4.xml"/><Relationship Id="rId6" Type="http://schemas.openxmlformats.org/officeDocument/2006/relationships/image" Target="../media/image171.png"/><Relationship Id="rId11" Type="http://schemas.openxmlformats.org/officeDocument/2006/relationships/image" Target="../media/image176.png"/><Relationship Id="rId5" Type="http://schemas.openxmlformats.org/officeDocument/2006/relationships/image" Target="../media/image170.png"/><Relationship Id="rId15" Type="http://schemas.openxmlformats.org/officeDocument/2006/relationships/image" Target="../media/image180.png"/><Relationship Id="rId10" Type="http://schemas.openxmlformats.org/officeDocument/2006/relationships/image" Target="../media/image175.png"/><Relationship Id="rId4" Type="http://schemas.openxmlformats.org/officeDocument/2006/relationships/image" Target="../media/image169.png"/><Relationship Id="rId9" Type="http://schemas.openxmlformats.org/officeDocument/2006/relationships/image" Target="../media/image174.png"/><Relationship Id="rId14" Type="http://schemas.openxmlformats.org/officeDocument/2006/relationships/image" Target="../media/image179.png"/></Relationships>
</file>

<file path=ppt/slides/_rels/slide1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188.png"/><Relationship Id="rId3" Type="http://schemas.openxmlformats.org/officeDocument/2006/relationships/image" Target="../media/image184.png"/><Relationship Id="rId7" Type="http://schemas.openxmlformats.org/officeDocument/2006/relationships/image" Target="../media/image18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86.png"/><Relationship Id="rId11" Type="http://schemas.openxmlformats.org/officeDocument/2006/relationships/image" Target="../media/image191.png"/><Relationship Id="rId5" Type="http://schemas.openxmlformats.org/officeDocument/2006/relationships/image" Target="../media/image9.png"/><Relationship Id="rId10" Type="http://schemas.openxmlformats.org/officeDocument/2006/relationships/image" Target="../media/image190.png"/><Relationship Id="rId4" Type="http://schemas.openxmlformats.org/officeDocument/2006/relationships/image" Target="../media/image185.png"/><Relationship Id="rId9" Type="http://schemas.openxmlformats.org/officeDocument/2006/relationships/image" Target="../media/image189.png"/></Relationships>
</file>

<file path=ppt/slides/_rels/slide15.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image" Target="../media/image192.png"/><Relationship Id="rId7" Type="http://schemas.openxmlformats.org/officeDocument/2006/relationships/image" Target="../media/image19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95.png"/><Relationship Id="rId11" Type="http://schemas.openxmlformats.org/officeDocument/2006/relationships/image" Target="../media/image200.png"/><Relationship Id="rId5" Type="http://schemas.openxmlformats.org/officeDocument/2006/relationships/image" Target="../media/image194.png"/><Relationship Id="rId10" Type="http://schemas.openxmlformats.org/officeDocument/2006/relationships/image" Target="../media/image199.png"/><Relationship Id="rId4" Type="http://schemas.openxmlformats.org/officeDocument/2006/relationships/image" Target="../media/image193.png"/><Relationship Id="rId9" Type="http://schemas.openxmlformats.org/officeDocument/2006/relationships/image" Target="../media/image198.png"/></Relationships>
</file>

<file path=ppt/slides/_rels/slide16.xml.rels><?xml version="1.0" encoding="UTF-8" standalone="yes"?>
<Relationships xmlns="http://schemas.openxmlformats.org/package/2006/relationships"><Relationship Id="rId8" Type="http://schemas.openxmlformats.org/officeDocument/2006/relationships/image" Target="../media/image206.jpg"/><Relationship Id="rId13" Type="http://schemas.openxmlformats.org/officeDocument/2006/relationships/image" Target="../media/image211.jpg"/><Relationship Id="rId18" Type="http://schemas.openxmlformats.org/officeDocument/2006/relationships/hyperlink" Target="https://cdn.shopify.com/s/files/1/0005/5915/3196/files/Decodables-Tracker-US.pdf?v=1706227143" TargetMode="External"/><Relationship Id="rId26" Type="http://schemas.openxmlformats.org/officeDocument/2006/relationships/image" Target="../media/image223.jpg"/><Relationship Id="rId3" Type="http://schemas.openxmlformats.org/officeDocument/2006/relationships/image" Target="../media/image201.png"/><Relationship Id="rId21" Type="http://schemas.openxmlformats.org/officeDocument/2006/relationships/image" Target="../media/image218.jpg"/><Relationship Id="rId7" Type="http://schemas.openxmlformats.org/officeDocument/2006/relationships/image" Target="../media/image205.jpg"/><Relationship Id="rId12" Type="http://schemas.openxmlformats.org/officeDocument/2006/relationships/image" Target="../media/image210.jpg"/><Relationship Id="rId17" Type="http://schemas.openxmlformats.org/officeDocument/2006/relationships/image" Target="../media/image215.png"/><Relationship Id="rId25" Type="http://schemas.openxmlformats.org/officeDocument/2006/relationships/image" Target="../media/image222.jpg"/><Relationship Id="rId2" Type="http://schemas.openxmlformats.org/officeDocument/2006/relationships/notesSlide" Target="../notesSlides/notesSlide16.xml"/><Relationship Id="rId16" Type="http://schemas.openxmlformats.org/officeDocument/2006/relationships/image" Target="../media/image214.png"/><Relationship Id="rId20" Type="http://schemas.openxmlformats.org/officeDocument/2006/relationships/image" Target="../media/image217.jpg"/><Relationship Id="rId29" Type="http://schemas.openxmlformats.org/officeDocument/2006/relationships/image" Target="../media/image226.jpg"/><Relationship Id="rId1" Type="http://schemas.openxmlformats.org/officeDocument/2006/relationships/slideLayout" Target="../slideLayouts/slideLayout5.xml"/><Relationship Id="rId6" Type="http://schemas.openxmlformats.org/officeDocument/2006/relationships/image" Target="../media/image204.jpg"/><Relationship Id="rId11" Type="http://schemas.openxmlformats.org/officeDocument/2006/relationships/image" Target="../media/image209.jpg"/><Relationship Id="rId24" Type="http://schemas.openxmlformats.org/officeDocument/2006/relationships/image" Target="../media/image221.jpg"/><Relationship Id="rId5" Type="http://schemas.openxmlformats.org/officeDocument/2006/relationships/image" Target="../media/image203.jpg"/><Relationship Id="rId15" Type="http://schemas.openxmlformats.org/officeDocument/2006/relationships/image" Target="../media/image213.jpg"/><Relationship Id="rId23" Type="http://schemas.openxmlformats.org/officeDocument/2006/relationships/image" Target="../media/image220.jpg"/><Relationship Id="rId28" Type="http://schemas.openxmlformats.org/officeDocument/2006/relationships/image" Target="../media/image225.jpg"/><Relationship Id="rId10" Type="http://schemas.openxmlformats.org/officeDocument/2006/relationships/image" Target="../media/image208.jpg"/><Relationship Id="rId19" Type="http://schemas.openxmlformats.org/officeDocument/2006/relationships/image" Target="../media/image216.jpg"/><Relationship Id="rId4" Type="http://schemas.openxmlformats.org/officeDocument/2006/relationships/image" Target="../media/image202.jpg"/><Relationship Id="rId9" Type="http://schemas.openxmlformats.org/officeDocument/2006/relationships/image" Target="../media/image207.jpg"/><Relationship Id="rId14" Type="http://schemas.openxmlformats.org/officeDocument/2006/relationships/image" Target="../media/image212.jpg"/><Relationship Id="rId22" Type="http://schemas.openxmlformats.org/officeDocument/2006/relationships/image" Target="../media/image219.jpg"/><Relationship Id="rId27" Type="http://schemas.openxmlformats.org/officeDocument/2006/relationships/image" Target="../media/image224.jpg"/><Relationship Id="rId30" Type="http://schemas.openxmlformats.org/officeDocument/2006/relationships/image" Target="../media/image227.jpg"/></Relationships>
</file>

<file path=ppt/slides/_rels/slide17.xml.rels><?xml version="1.0" encoding="UTF-8" standalone="yes"?>
<Relationships xmlns="http://schemas.openxmlformats.org/package/2006/relationships"><Relationship Id="rId8" Type="http://schemas.openxmlformats.org/officeDocument/2006/relationships/image" Target="../media/image232.jpg"/><Relationship Id="rId13" Type="http://schemas.openxmlformats.org/officeDocument/2006/relationships/image" Target="../media/image237.jpg"/><Relationship Id="rId18" Type="http://schemas.openxmlformats.org/officeDocument/2006/relationships/hyperlink" Target="https://cdn.shopify.com/s/files/1/0005/5915/3196/files/Decodables-Tracker-US.pdf?v=1706227143" TargetMode="External"/><Relationship Id="rId26" Type="http://schemas.openxmlformats.org/officeDocument/2006/relationships/image" Target="../media/image247.jpg"/><Relationship Id="rId3" Type="http://schemas.openxmlformats.org/officeDocument/2006/relationships/image" Target="../media/image201.png"/><Relationship Id="rId21" Type="http://schemas.openxmlformats.org/officeDocument/2006/relationships/image" Target="../media/image242.jpg"/><Relationship Id="rId7" Type="http://schemas.openxmlformats.org/officeDocument/2006/relationships/image" Target="../media/image231.jpg"/><Relationship Id="rId12" Type="http://schemas.openxmlformats.org/officeDocument/2006/relationships/image" Target="../media/image236.jpg"/><Relationship Id="rId17" Type="http://schemas.openxmlformats.org/officeDocument/2006/relationships/image" Target="../media/image215.png"/><Relationship Id="rId25" Type="http://schemas.openxmlformats.org/officeDocument/2006/relationships/image" Target="../media/image246.jpg"/><Relationship Id="rId2" Type="http://schemas.openxmlformats.org/officeDocument/2006/relationships/notesSlide" Target="../notesSlides/notesSlide17.xml"/><Relationship Id="rId16" Type="http://schemas.openxmlformats.org/officeDocument/2006/relationships/image" Target="../media/image214.png"/><Relationship Id="rId20" Type="http://schemas.openxmlformats.org/officeDocument/2006/relationships/image" Target="../media/image241.jpg"/><Relationship Id="rId29" Type="http://schemas.openxmlformats.org/officeDocument/2006/relationships/image" Target="../media/image250.jpg"/><Relationship Id="rId1" Type="http://schemas.openxmlformats.org/officeDocument/2006/relationships/slideLayout" Target="../slideLayouts/slideLayout5.xml"/><Relationship Id="rId6" Type="http://schemas.openxmlformats.org/officeDocument/2006/relationships/image" Target="../media/image230.jpg"/><Relationship Id="rId11" Type="http://schemas.openxmlformats.org/officeDocument/2006/relationships/image" Target="../media/image235.jpg"/><Relationship Id="rId24" Type="http://schemas.openxmlformats.org/officeDocument/2006/relationships/image" Target="../media/image245.jpg"/><Relationship Id="rId5" Type="http://schemas.openxmlformats.org/officeDocument/2006/relationships/image" Target="../media/image229.jpg"/><Relationship Id="rId15" Type="http://schemas.openxmlformats.org/officeDocument/2006/relationships/image" Target="../media/image239.jpg"/><Relationship Id="rId23" Type="http://schemas.openxmlformats.org/officeDocument/2006/relationships/image" Target="../media/image244.jpg"/><Relationship Id="rId28" Type="http://schemas.openxmlformats.org/officeDocument/2006/relationships/image" Target="../media/image249.jpg"/><Relationship Id="rId10" Type="http://schemas.openxmlformats.org/officeDocument/2006/relationships/image" Target="../media/image234.jpg"/><Relationship Id="rId19" Type="http://schemas.openxmlformats.org/officeDocument/2006/relationships/image" Target="../media/image240.jpg"/><Relationship Id="rId4" Type="http://schemas.openxmlformats.org/officeDocument/2006/relationships/image" Target="../media/image228.jpg"/><Relationship Id="rId9" Type="http://schemas.openxmlformats.org/officeDocument/2006/relationships/image" Target="../media/image233.jpg"/><Relationship Id="rId14" Type="http://schemas.openxmlformats.org/officeDocument/2006/relationships/image" Target="../media/image238.jpg"/><Relationship Id="rId22" Type="http://schemas.openxmlformats.org/officeDocument/2006/relationships/image" Target="../media/image243.jpg"/><Relationship Id="rId27" Type="http://schemas.openxmlformats.org/officeDocument/2006/relationships/image" Target="../media/image248.jpg"/><Relationship Id="rId30" Type="http://schemas.openxmlformats.org/officeDocument/2006/relationships/image" Target="../media/image25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Common Exception Words</a:t>
            </a:r>
            <a:endParaRPr sz="3000"/>
          </a:p>
        </p:txBody>
      </p:sp>
      <p:sp>
        <p:nvSpPr>
          <p:cNvPr id="694" name="Google Shape;694;p1"/>
          <p:cNvSpPr txBox="1">
            <a:spLocks noGrp="1"/>
          </p:cNvSpPr>
          <p:nvPr>
            <p:ph type="subTitle" idx="2"/>
          </p:nvPr>
        </p:nvSpPr>
        <p:spPr>
          <a:xfrm>
            <a:off x="884092" y="34493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30</a:t>
            </a:r>
            <a:endParaRPr/>
          </a:p>
        </p:txBody>
      </p:sp>
      <p:graphicFrame>
        <p:nvGraphicFramePr>
          <p:cNvPr id="695" name="Google Shape;695;p1"/>
          <p:cNvGraphicFramePr/>
          <p:nvPr/>
        </p:nvGraphicFramePr>
        <p:xfrm>
          <a:off x="4844200" y="1891197"/>
          <a:ext cx="3785000" cy="1678950"/>
        </p:xfrm>
        <a:graphic>
          <a:graphicData uri="http://schemas.openxmlformats.org/drawingml/2006/table">
            <a:tbl>
              <a:tblPr firstRow="1" bandRow="1">
                <a:noFill/>
                <a:tableStyleId>{81D82CB3-D21B-4EF4-9E45-A4C9CA42ADAD}</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96" name="Google Shape;696;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7" name="Google Shape;697;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8" name="Google Shape;698;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9" name="Google Shape;699;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00" name="Google Shape;700;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01" name="Google Shape;701;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02" name="Google Shape;702;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647"/>
              </a:srgbClr>
            </a:outerShdw>
          </a:effectLst>
        </p:spPr>
      </p:pic>
      <p:pic>
        <p:nvPicPr>
          <p:cNvPr id="703" name="Google Shape;703;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47"/>
              </a:srgbClr>
            </a:outerShdw>
          </a:effectLst>
        </p:spPr>
      </p:pic>
      <p:pic>
        <p:nvPicPr>
          <p:cNvPr id="704" name="Google Shape;704;p1"/>
          <p:cNvPicPr preferRelativeResize="0"/>
          <p:nvPr/>
        </p:nvPicPr>
        <p:blipFill rotWithShape="1">
          <a:blip r:embed="rId5">
            <a:alphaModFix/>
          </a:blip>
          <a:srcRect l="99" r="99"/>
          <a:stretch/>
        </p:blipFill>
        <p:spPr>
          <a:xfrm rot="-305105">
            <a:off x="5255740" y="4206861"/>
            <a:ext cx="1336093" cy="955590"/>
          </a:xfrm>
          <a:prstGeom prst="rect">
            <a:avLst/>
          </a:prstGeom>
          <a:noFill/>
          <a:ln>
            <a:noFill/>
          </a:ln>
          <a:effectLst>
            <a:outerShdw blurRad="71438" dist="19050" dir="5400000" algn="bl" rotWithShape="0">
              <a:srgbClr val="000000">
                <a:alpha val="17647"/>
              </a:srgbClr>
            </a:outerShdw>
          </a:effectLst>
        </p:spPr>
      </p:pic>
      <p:pic>
        <p:nvPicPr>
          <p:cNvPr id="705" name="Google Shape;705;p1"/>
          <p:cNvPicPr preferRelativeResize="0"/>
          <p:nvPr/>
        </p:nvPicPr>
        <p:blipFill rotWithShape="1">
          <a:blip r:embed="rId6">
            <a:alphaModFix/>
          </a:blip>
          <a:srcRect l="59" r="59"/>
          <a:stretch/>
        </p:blipFill>
        <p:spPr>
          <a:xfrm rot="-511407">
            <a:off x="4253749" y="4487467"/>
            <a:ext cx="1333892" cy="953243"/>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12" name="Google Shape;712;g2bee4f4af4b_0_204"/>
          <p:cNvSpPr txBox="1">
            <a:spLocks noGrp="1"/>
          </p:cNvSpPr>
          <p:nvPr>
            <p:ph type="body" idx="2"/>
          </p:nvPr>
        </p:nvSpPr>
        <p:spPr>
          <a:xfrm>
            <a:off x="3298550" y="1708125"/>
            <a:ext cx="5418300" cy="18963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4 &amp; Phase 5 Common Exception Words: </a:t>
            </a:r>
            <a:endParaRPr/>
          </a:p>
          <a:p>
            <a:pPr marL="457200" lvl="0" indent="-330200" algn="l" rtl="0">
              <a:lnSpc>
                <a:spcPct val="100000"/>
              </a:lnSpc>
              <a:spcBef>
                <a:spcPts val="0"/>
              </a:spcBef>
              <a:spcAft>
                <a:spcPts val="0"/>
              </a:spcAft>
              <a:buSzPts val="1600"/>
              <a:buChar char="•"/>
            </a:pPr>
            <a:r>
              <a:rPr lang="en-US">
                <a:solidFill>
                  <a:srgbClr val="2356AF"/>
                </a:solidFill>
              </a:rPr>
              <a:t>said like out have some come was what so old do little one</a:t>
            </a:r>
            <a:endParaRPr>
              <a:solidFill>
                <a:srgbClr val="2356AF"/>
              </a:solidFill>
            </a:endParaRPr>
          </a:p>
          <a:p>
            <a:pPr marL="457200" lvl="0" indent="-330200" algn="l" rtl="0">
              <a:lnSpc>
                <a:spcPct val="100000"/>
              </a:lnSpc>
              <a:spcBef>
                <a:spcPts val="0"/>
              </a:spcBef>
              <a:spcAft>
                <a:spcPts val="0"/>
              </a:spcAft>
              <a:buClr>
                <a:srgbClr val="2356AF"/>
              </a:buClr>
              <a:buSzPts val="1600"/>
              <a:buChar char="•"/>
            </a:pPr>
            <a:r>
              <a:rPr lang="en-US">
                <a:solidFill>
                  <a:srgbClr val="2356AF"/>
                </a:solidFill>
              </a:rPr>
              <a:t>today house mouse hour because Mr Mrs Ms where should could would move use</a:t>
            </a:r>
            <a:endParaRPr>
              <a:solidFill>
                <a:srgbClr val="2356AF"/>
              </a:solidFill>
            </a:endParaRPr>
          </a:p>
        </p:txBody>
      </p:sp>
      <p:sp>
        <p:nvSpPr>
          <p:cNvPr id="713" name="Google Shape;713;g2bee4f4af4b_0_204"/>
          <p:cNvSpPr txBox="1"/>
          <p:nvPr/>
        </p:nvSpPr>
        <p:spPr>
          <a:xfrm>
            <a:off x="49424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4660064" y="5117929"/>
            <a:ext cx="13782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5</a:t>
            </a:r>
            <a:endParaRPr sz="900" b="0" i="0" u="none" strike="noStrike" cap="none">
              <a:solidFill>
                <a:srgbClr val="75707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3">
            <a:alphaModFix/>
          </a:blip>
          <a:srcRect/>
          <a:stretch/>
        </p:blipFill>
        <p:spPr>
          <a:xfrm>
            <a:off x="4883229" y="4326104"/>
            <a:ext cx="931974" cy="665200"/>
          </a:xfrm>
          <a:prstGeom prst="rect">
            <a:avLst/>
          </a:prstGeom>
          <a:noFill/>
          <a:ln>
            <a:noFill/>
          </a:ln>
          <a:effectLst>
            <a:outerShdw blurRad="71438" dist="19050" dir="5220000" algn="bl" rotWithShape="0">
              <a:srgbClr val="D8D8D8"/>
            </a:outerShdw>
          </a:effectLst>
        </p:spPr>
      </p:pic>
      <p:sp>
        <p:nvSpPr>
          <p:cNvPr id="716" name="Google Shape;716;g2bee4f4af4b_0_204"/>
          <p:cNvSpPr txBox="1"/>
          <p:nvPr/>
        </p:nvSpPr>
        <p:spPr>
          <a:xfrm>
            <a:off x="62226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17" name="Google Shape;717;g2bee4f4af4b_0_204"/>
          <p:cNvSpPr txBox="1"/>
          <p:nvPr/>
        </p:nvSpPr>
        <p:spPr>
          <a:xfrm>
            <a:off x="60153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8" name="Google Shape;718;g2bee4f4af4b_0_204"/>
          <p:cNvPicPr preferRelativeResize="0"/>
          <p:nvPr/>
        </p:nvPicPr>
        <p:blipFill rotWithShape="1">
          <a:blip r:embed="rId4">
            <a:alphaModFix/>
          </a:blip>
          <a:srcRect t="19" b="29"/>
          <a:stretch/>
        </p:blipFill>
        <p:spPr>
          <a:xfrm>
            <a:off x="6236046" y="4363493"/>
            <a:ext cx="786850" cy="590421"/>
          </a:xfrm>
          <a:prstGeom prst="rect">
            <a:avLst/>
          </a:prstGeom>
          <a:noFill/>
          <a:ln>
            <a:noFill/>
          </a:ln>
          <a:effectLst>
            <a:outerShdw blurRad="71438" dist="19050" dir="5220000" algn="bl" rotWithShape="0">
              <a:srgbClr val="D8D8D8"/>
            </a:outerShdw>
          </a:effectLst>
        </p:spPr>
      </p:pic>
      <p:sp>
        <p:nvSpPr>
          <p:cNvPr id="719" name="Google Shape;719;g2bee4f4af4b_0_204"/>
          <p:cNvSpPr txBox="1"/>
          <p:nvPr/>
        </p:nvSpPr>
        <p:spPr>
          <a:xfrm>
            <a:off x="36470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0" name="Google Shape;720;g2bee4f4af4b_0_204"/>
          <p:cNvSpPr txBox="1"/>
          <p:nvPr/>
        </p:nvSpPr>
        <p:spPr>
          <a:xfrm>
            <a:off x="3336877" y="5117929"/>
            <a:ext cx="14340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21" name="Google Shape;721;g2bee4f4af4b_0_204"/>
          <p:cNvPicPr preferRelativeResize="0"/>
          <p:nvPr/>
        </p:nvPicPr>
        <p:blipFill rotWithShape="1">
          <a:blip r:embed="rId5">
            <a:alphaModFix/>
          </a:blip>
          <a:srcRect/>
          <a:stretch/>
        </p:blipFill>
        <p:spPr>
          <a:xfrm>
            <a:off x="3587829" y="4326104"/>
            <a:ext cx="931974" cy="665200"/>
          </a:xfrm>
          <a:prstGeom prst="rect">
            <a:avLst/>
          </a:prstGeom>
          <a:noFill/>
          <a:ln>
            <a:noFill/>
          </a:ln>
          <a:effectLst>
            <a:outerShdw blurRad="71438" dist="19050" dir="5220000" algn="bl" rotWithShape="0">
              <a:srgbClr val="D8D8D8"/>
            </a:outerShdw>
          </a:effectLst>
        </p:spPr>
      </p:pic>
      <p:sp>
        <p:nvSpPr>
          <p:cNvPr id="722" name="Google Shape;722;g2bee4f4af4b_0_204"/>
          <p:cNvSpPr txBox="1"/>
          <p:nvPr/>
        </p:nvSpPr>
        <p:spPr>
          <a:xfrm>
            <a:off x="2351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3" name="Google Shape;723;g2bee4f4af4b_0_204"/>
          <p:cNvSpPr txBox="1"/>
          <p:nvPr/>
        </p:nvSpPr>
        <p:spPr>
          <a:xfrm>
            <a:off x="2077126" y="5117929"/>
            <a:ext cx="13626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r>
              <a:rPr lang="en-US" sz="900" b="0" i="0" u="none" strike="noStrike" cap="none">
                <a:solidFill>
                  <a:srgbClr val="757070"/>
                </a:solidFill>
                <a:latin typeface="Poppins Medium"/>
                <a:ea typeface="Poppins Medium"/>
                <a:cs typeface="Poppins Medium"/>
                <a:sym typeface="Poppins Medium"/>
              </a:rPr>
              <a:t> </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3</a:t>
            </a:r>
            <a:endParaRPr sz="1400" b="0" i="0" u="none" strike="noStrike" cap="none">
              <a:solidFill>
                <a:srgbClr val="000000"/>
              </a:solidFill>
              <a:latin typeface="Poppins Medium"/>
              <a:ea typeface="Poppins Medium"/>
              <a:cs typeface="Poppins Medium"/>
              <a:sym typeface="Poppins Medium"/>
            </a:endParaRPr>
          </a:p>
        </p:txBody>
      </p:sp>
      <p:pic>
        <p:nvPicPr>
          <p:cNvPr id="724" name="Google Shape;724;g2bee4f4af4b_0_204"/>
          <p:cNvPicPr preferRelativeResize="0"/>
          <p:nvPr/>
        </p:nvPicPr>
        <p:blipFill rotWithShape="1">
          <a:blip r:embed="rId6">
            <a:alphaModFix/>
          </a:blip>
          <a:srcRect t="89" b="79"/>
          <a:stretch/>
        </p:blipFill>
        <p:spPr>
          <a:xfrm>
            <a:off x="2292429" y="4326104"/>
            <a:ext cx="931974" cy="665199"/>
          </a:xfrm>
          <a:prstGeom prst="rect">
            <a:avLst/>
          </a:prstGeom>
          <a:noFill/>
          <a:ln>
            <a:noFill/>
          </a:ln>
          <a:effectLst>
            <a:outerShdw blurRad="71438" dist="19050" dir="5220000" algn="bl" rotWithShape="0">
              <a:srgbClr val="D8D8D8"/>
            </a:outerShdw>
          </a:effectLst>
        </p:spPr>
      </p:pic>
      <p:sp>
        <p:nvSpPr>
          <p:cNvPr id="725" name="Google Shape;725;g2bee4f4af4b_0_204"/>
          <p:cNvSpPr txBox="1"/>
          <p:nvPr/>
        </p:nvSpPr>
        <p:spPr>
          <a:xfrm>
            <a:off x="10562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6" name="Google Shape;726;g2bee4f4af4b_0_204"/>
          <p:cNvSpPr txBox="1"/>
          <p:nvPr/>
        </p:nvSpPr>
        <p:spPr>
          <a:xfrm>
            <a:off x="730949" y="5117929"/>
            <a:ext cx="14640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727" name="Google Shape;727;g2bee4f4af4b_0_204"/>
          <p:cNvPicPr preferRelativeResize="0"/>
          <p:nvPr/>
        </p:nvPicPr>
        <p:blipFill rotWithShape="1">
          <a:blip r:embed="rId7">
            <a:alphaModFix/>
          </a:blip>
          <a:srcRect t="59" b="59"/>
          <a:stretch/>
        </p:blipFill>
        <p:spPr>
          <a:xfrm>
            <a:off x="997029" y="4326104"/>
            <a:ext cx="931973" cy="665200"/>
          </a:xfrm>
          <a:prstGeom prst="rect">
            <a:avLst/>
          </a:prstGeom>
          <a:noFill/>
          <a:ln>
            <a:noFill/>
          </a:ln>
          <a:effectLst>
            <a:outerShdw blurRad="71438" dist="19050" dir="5220000" algn="bl" rotWithShape="0">
              <a:srgbClr val="D8D8D8"/>
            </a:outerShdw>
          </a:effectLst>
        </p:spPr>
      </p:pic>
      <p:sp>
        <p:nvSpPr>
          <p:cNvPr id="728" name="Google Shape;728;g2bee4f4af4b_0_204">
            <a:hlinkClick r:id="rId8" action="ppaction://hlinksldjump"/>
          </p:cNvPr>
          <p:cNvSpPr/>
          <p:nvPr/>
        </p:nvSpPr>
        <p:spPr>
          <a:xfrm>
            <a:off x="4706471"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9" name="Google Shape;729;g2bee4f4af4b_0_204">
            <a:hlinkClick r:id="rId9" action="ppaction://hlinksldjump"/>
          </p:cNvPr>
          <p:cNvSpPr/>
          <p:nvPr/>
        </p:nvSpPr>
        <p:spPr>
          <a:xfrm>
            <a:off x="6205036" y="37310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0" name="Google Shape;730;g2bee4f4af4b_0_204">
            <a:hlinkClick r:id="rId10" action="ppaction://hlinksldjump"/>
          </p:cNvPr>
          <p:cNvSpPr/>
          <p:nvPr/>
        </p:nvSpPr>
        <p:spPr>
          <a:xfrm>
            <a:off x="3488257" y="37310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1" name="Google Shape;731;g2bee4f4af4b_0_204">
            <a:hlinkClick r:id="rId11" action="ppaction://hlinksldjump"/>
          </p:cNvPr>
          <p:cNvSpPr/>
          <p:nvPr/>
        </p:nvSpPr>
        <p:spPr>
          <a:xfrm>
            <a:off x="2125657"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2" name="Google Shape;732;g2bee4f4af4b_0_204">
            <a:hlinkClick r:id="rId12" action="ppaction://hlinksldjump"/>
          </p:cNvPr>
          <p:cNvSpPr/>
          <p:nvPr/>
        </p:nvSpPr>
        <p:spPr>
          <a:xfrm>
            <a:off x="884408" y="36942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9" name="Google Shape;739;g26b641b03cd_0_165"/>
          <p:cNvGrpSpPr/>
          <p:nvPr/>
        </p:nvGrpSpPr>
        <p:grpSpPr>
          <a:xfrm>
            <a:off x="930400" y="2053244"/>
            <a:ext cx="7283200" cy="3724851"/>
            <a:chOff x="930400" y="2129444"/>
            <a:chExt cx="7283200" cy="3724851"/>
          </a:xfrm>
        </p:grpSpPr>
        <p:pic>
          <p:nvPicPr>
            <p:cNvPr id="740" name="Google Shape;74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9" name="Google Shape;769;g26b7edf6e71_0_26"/>
          <p:cNvGrpSpPr/>
          <p:nvPr/>
        </p:nvGrpSpPr>
        <p:grpSpPr>
          <a:xfrm>
            <a:off x="930400" y="2053250"/>
            <a:ext cx="7283201" cy="2971674"/>
            <a:chOff x="930400" y="2129450"/>
            <a:chExt cx="7283201" cy="2971674"/>
          </a:xfrm>
        </p:grpSpPr>
        <p:pic>
          <p:nvPicPr>
            <p:cNvPr id="770" name="Google Shape;77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4" name="Google Shape;77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5" name="Google Shape;77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6" name="Google Shape;77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7" name="Google Shape;77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8" name="Google Shape;77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0" name="Google Shape;78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5" name="Google Shape;80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09"/>
              </a:srgbClr>
            </a:outerShdw>
          </a:effectLst>
        </p:spPr>
      </p:pic>
      <p:pic>
        <p:nvPicPr>
          <p:cNvPr id="806" name="Google Shape;80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810" name="Google Shape;81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812" name="Google Shape;81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14" name="Google Shape;81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15" name="Google Shape;81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16" name="Google Shape;81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17" name="Google Shape;81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8" name="Google Shape;81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9" name="Google Shape;81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0" name="Google Shape;82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1" name="Google Shape;82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22" name="Google Shape;82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3" name="Google Shape;82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24" name="Google Shape;82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25" name="Google Shape;82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26" name="Google Shape;82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7" name="Google Shape;82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28" name="Google Shape;82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9" name="Google Shape;82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31" name="Google Shape;83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33" name="Google Shape;83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34" name="Google Shape;83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35" name="Google Shape;83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36" name="Google Shape;83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37" name="Google Shape;83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8" name="Google Shape;83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39" name="Google Shape;83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40" name="Google Shape;84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41" name="Google Shape;84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42" name="Google Shape;84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43" name="Google Shape;84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44" name="Google Shape;84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45" name="Google Shape;84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r>
              <a:rPr lang="en-US">
                <a:solidFill>
                  <a:srgbClr val="2356AF"/>
                </a:solidFill>
              </a:rPr>
              <a:t>as I is no go to into the put his has of pull full</a:t>
            </a:r>
            <a:r>
              <a:rPr lang="en-US"/>
              <a:t>.</a:t>
            </a:r>
            <a:endParaRPr/>
          </a:p>
        </p:txBody>
      </p:sp>
      <p:grpSp>
        <p:nvGrpSpPr>
          <p:cNvPr id="852" name="Google Shape;852;g26b7edf6e71_0_109"/>
          <p:cNvGrpSpPr/>
          <p:nvPr/>
        </p:nvGrpSpPr>
        <p:grpSpPr>
          <a:xfrm>
            <a:off x="865957" y="2135925"/>
            <a:ext cx="7282807" cy="2686611"/>
            <a:chOff x="867357" y="2129450"/>
            <a:chExt cx="7282807" cy="2686611"/>
          </a:xfrm>
        </p:grpSpPr>
        <p:pic>
          <p:nvPicPr>
            <p:cNvPr id="853" name="Google Shape;85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1" name="Google Shape;86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2" name="Google Shape;86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64" name="Google Shape;86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5" name="Google Shape;86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6" name="Google Shape;86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73" name="Google Shape;873;g2c298d33e0c_0_6"/>
          <p:cNvGrpSpPr/>
          <p:nvPr/>
        </p:nvGrpSpPr>
        <p:grpSpPr>
          <a:xfrm>
            <a:off x="866900" y="2079100"/>
            <a:ext cx="7281864" cy="2684601"/>
            <a:chOff x="868300" y="2129450"/>
            <a:chExt cx="7281864" cy="2684601"/>
          </a:xfrm>
        </p:grpSpPr>
        <p:pic>
          <p:nvPicPr>
            <p:cNvPr id="874" name="Google Shape;87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8" name="Google Shape;87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6" name="Google Shape;89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7" name="Google Shape;89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8" name="Google Shape;89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9" name="Google Shape;89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0" name="Google Shape;90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1" name="Google Shape;90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08" name="Google Shape;908;g2c298da1f27_0_455"/>
          <p:cNvGrpSpPr/>
          <p:nvPr/>
        </p:nvGrpSpPr>
        <p:grpSpPr>
          <a:xfrm>
            <a:off x="868300" y="2129450"/>
            <a:ext cx="7281864" cy="2684601"/>
            <a:chOff x="868300" y="2053250"/>
            <a:chExt cx="7281864" cy="2684601"/>
          </a:xfrm>
        </p:grpSpPr>
        <p:pic>
          <p:nvPicPr>
            <p:cNvPr id="909" name="Google Shape;909;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12" name="Google Shape;912;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14" name="Google Shape;914;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15" name="Google Shape;915;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16" name="Google Shape;916;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18" name="Google Shape;918;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19" name="Google Shape;919;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20" name="Google Shape;920;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21" name="Google Shape;921;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28" name="Google Shape;928;g2c298da1f27_1_0"/>
          <p:cNvGrpSpPr/>
          <p:nvPr/>
        </p:nvGrpSpPr>
        <p:grpSpPr>
          <a:xfrm>
            <a:off x="868300" y="2129450"/>
            <a:ext cx="7281864" cy="2688001"/>
            <a:chOff x="868300" y="2129450"/>
            <a:chExt cx="7281864" cy="2688001"/>
          </a:xfrm>
        </p:grpSpPr>
        <p:pic>
          <p:nvPicPr>
            <p:cNvPr id="929" name="Google Shape;929;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30" name="Google Shape;930;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31" name="Google Shape;931;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32" name="Google Shape;932;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3" name="Google Shape;933;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4" name="Google Shape;934;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5" name="Google Shape;935;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6" name="Google Shape;936;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7" name="Google Shape;937;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8" name="Google Shape;938;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9" name="Google Shape;939;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40" name="Google Shape;940;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41" name="Google Shape;941;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42" name="Google Shape;942;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6b641b03cd_0_301"/>
          <p:cNvSpPr txBox="1">
            <a:spLocks noGrp="1"/>
          </p:cNvSpPr>
          <p:nvPr>
            <p:ph type="title"/>
          </p:nvPr>
        </p:nvSpPr>
        <p:spPr>
          <a:xfrm>
            <a:off x="769600" y="5568500"/>
            <a:ext cx="7604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49" name="Google Shape;94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sp>
        <p:nvSpPr>
          <p:cNvPr id="950" name="Google Shape;95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951" name="Google Shape;951;g26b641b03cd_0_301"/>
          <p:cNvGrpSpPr/>
          <p:nvPr/>
        </p:nvGrpSpPr>
        <p:grpSpPr>
          <a:xfrm>
            <a:off x="931068" y="2129450"/>
            <a:ext cx="7281864" cy="1753776"/>
            <a:chOff x="868300" y="2129450"/>
            <a:chExt cx="7281864" cy="1753776"/>
          </a:xfrm>
        </p:grpSpPr>
        <p:pic>
          <p:nvPicPr>
            <p:cNvPr id="952" name="Google Shape;952;g26b641b03cd_0_301"/>
            <p:cNvPicPr preferRelativeResize="0"/>
            <p:nvPr/>
          </p:nvPicPr>
          <p:blipFill rotWithShape="1">
            <a:blip r:embed="rId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53" name="Google Shape;953;g26b641b03cd_0_301"/>
            <p:cNvPicPr preferRelativeResize="0"/>
            <p:nvPr/>
          </p:nvPicPr>
          <p:blipFill rotWithShape="1">
            <a:blip r:embed="rId4">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54" name="Google Shape;954;g26b641b03cd_0_301"/>
            <p:cNvPicPr preferRelativeResize="0"/>
            <p:nvPr/>
          </p:nvPicPr>
          <p:blipFill rotWithShape="1">
            <a:blip r:embed="rId5">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55" name="Google Shape;955;g26b641b03cd_0_301"/>
            <p:cNvPicPr preferRelativeResize="0"/>
            <p:nvPr/>
          </p:nvPicPr>
          <p:blipFill rotWithShape="1">
            <a:blip r:embed="rId6">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56" name="Google Shape;956;g26b641b03cd_0_301"/>
            <p:cNvPicPr preferRelativeResize="0"/>
            <p:nvPr/>
          </p:nvPicPr>
          <p:blipFill rotWithShape="1">
            <a:blip r:embed="rId7">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57" name="Google Shape;957;g26b641b03cd_0_301"/>
            <p:cNvPicPr preferRelativeResize="0"/>
            <p:nvPr/>
          </p:nvPicPr>
          <p:blipFill rotWithShape="1">
            <a:blip r:embed="rId8">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58" name="Google Shape;958;g26b641b03cd_0_301"/>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59" name="Google Shape;959;g26b641b03cd_0_301"/>
            <p:cNvPicPr preferRelativeResize="0"/>
            <p:nvPr/>
          </p:nvPicPr>
          <p:blipFill rotWithShape="1">
            <a:blip r:embed="rId10">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60" name="Google Shape;960;g26b641b03cd_0_301"/>
            <p:cNvPicPr preferRelativeResize="0"/>
            <p:nvPr/>
          </p:nvPicPr>
          <p:blipFill rotWithShape="1">
            <a:blip r:embed="rId11">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61" name="Google Shape;961;g26b641b03cd_0_301"/>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62" name="Google Shape;962;g26b641b03cd_0_301"/>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63" name="Google Shape;963;g26b641b03cd_0_301"/>
            <p:cNvPicPr preferRelativeResize="0"/>
            <p:nvPr/>
          </p:nvPicPr>
          <p:blipFill rotWithShape="1">
            <a:blip r:embed="rId1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grpSp>
      <p:grpSp>
        <p:nvGrpSpPr>
          <p:cNvPr id="964" name="Google Shape;964;g26b641b03cd_0_301"/>
          <p:cNvGrpSpPr/>
          <p:nvPr/>
        </p:nvGrpSpPr>
        <p:grpSpPr>
          <a:xfrm>
            <a:off x="3384886" y="3994495"/>
            <a:ext cx="2374228" cy="822956"/>
            <a:chOff x="868300" y="3994495"/>
            <a:chExt cx="2374228" cy="822956"/>
          </a:xfrm>
        </p:grpSpPr>
        <p:pic>
          <p:nvPicPr>
            <p:cNvPr id="965" name="Google Shape;965;g26b641b03cd_0_301"/>
            <p:cNvPicPr preferRelativeResize="0"/>
            <p:nvPr/>
          </p:nvPicPr>
          <p:blipFill rotWithShape="1">
            <a:blip r:embed="rId15">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66" name="Google Shape;966;g26b641b03cd_0_301"/>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sp>
        <p:nvSpPr>
          <p:cNvPr id="973" name="Google Shape;97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74" name="Google Shape;974;g26b641b03cd_0_308"/>
          <p:cNvSpPr txBox="1">
            <a:spLocks noGrp="1"/>
          </p:cNvSpPr>
          <p:nvPr>
            <p:ph type="title"/>
          </p:nvPr>
        </p:nvSpPr>
        <p:spPr>
          <a:xfrm>
            <a:off x="788625" y="5568500"/>
            <a:ext cx="7566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975" name="Google Shape;975;g26b641b03cd_0_308"/>
          <p:cNvPicPr preferRelativeResize="0"/>
          <p:nvPr/>
        </p:nvPicPr>
        <p:blipFill rotWithShape="1">
          <a:blip r:embed="rId3">
            <a:alphaModFix/>
          </a:blip>
          <a:srcRect l="99" r="99"/>
          <a:stretch/>
        </p:blipFill>
        <p:spPr>
          <a:xfrm>
            <a:off x="5837316" y="3060270"/>
            <a:ext cx="1148707" cy="822955"/>
          </a:xfrm>
          <a:prstGeom prst="rect">
            <a:avLst/>
          </a:prstGeom>
          <a:noFill/>
          <a:ln>
            <a:noFill/>
          </a:ln>
          <a:effectLst>
            <a:outerShdw blurRad="71438" dist="19050" dir="5400000" algn="bl" rotWithShape="0">
              <a:srgbClr val="000000">
                <a:alpha val="17650"/>
              </a:srgbClr>
            </a:outerShdw>
          </a:effectLst>
        </p:spPr>
      </p:pic>
      <p:pic>
        <p:nvPicPr>
          <p:cNvPr id="976" name="Google Shape;976;g26b641b03cd_0_308"/>
          <p:cNvPicPr preferRelativeResize="0"/>
          <p:nvPr/>
        </p:nvPicPr>
        <p:blipFill rotWithShape="1">
          <a:blip r:embed="rId4">
            <a:alphaModFix/>
          </a:blip>
          <a:srcRect l="99" r="99"/>
          <a:stretch/>
        </p:blipFill>
        <p:spPr>
          <a:xfrm>
            <a:off x="7064225" y="3060270"/>
            <a:ext cx="1148707" cy="821565"/>
          </a:xfrm>
          <a:prstGeom prst="rect">
            <a:avLst/>
          </a:prstGeom>
          <a:noFill/>
          <a:ln>
            <a:noFill/>
          </a:ln>
          <a:effectLst>
            <a:outerShdw blurRad="71438" dist="19050" dir="5400000" algn="bl" rotWithShape="0">
              <a:srgbClr val="000000">
                <a:alpha val="17650"/>
              </a:srgbClr>
            </a:outerShdw>
          </a:effectLst>
        </p:spPr>
      </p:pic>
      <p:pic>
        <p:nvPicPr>
          <p:cNvPr id="977" name="Google Shape;977;g26b641b03cd_0_308"/>
          <p:cNvPicPr preferRelativeResize="0"/>
          <p:nvPr/>
        </p:nvPicPr>
        <p:blipFill rotWithShape="1">
          <a:blip r:embed="rId5">
            <a:alphaModFix/>
          </a:blip>
          <a:srcRect l="99" r="99"/>
          <a:stretch/>
        </p:blipFill>
        <p:spPr>
          <a:xfrm>
            <a:off x="3383498" y="3060270"/>
            <a:ext cx="1148707" cy="822955"/>
          </a:xfrm>
          <a:prstGeom prst="rect">
            <a:avLst/>
          </a:prstGeom>
          <a:noFill/>
          <a:ln>
            <a:noFill/>
          </a:ln>
          <a:effectLst>
            <a:outerShdw blurRad="71438" dist="19050" dir="5400000" algn="bl" rotWithShape="0">
              <a:srgbClr val="000000">
                <a:alpha val="17650"/>
              </a:srgbClr>
            </a:outerShdw>
          </a:effectLst>
        </p:spPr>
      </p:pic>
      <p:pic>
        <p:nvPicPr>
          <p:cNvPr id="978" name="Google Shape;978;g26b641b03cd_0_308"/>
          <p:cNvPicPr preferRelativeResize="0"/>
          <p:nvPr/>
        </p:nvPicPr>
        <p:blipFill rotWithShape="1">
          <a:blip r:embed="rId6">
            <a:alphaModFix/>
          </a:blip>
          <a:srcRect l="189" r="179"/>
          <a:stretch/>
        </p:blipFill>
        <p:spPr>
          <a:xfrm>
            <a:off x="4610407" y="3060270"/>
            <a:ext cx="1148707" cy="822956"/>
          </a:xfrm>
          <a:prstGeom prst="rect">
            <a:avLst/>
          </a:prstGeom>
          <a:noFill/>
          <a:ln>
            <a:noFill/>
          </a:ln>
          <a:effectLst>
            <a:outerShdw blurRad="71438" dist="19050" dir="5400000" algn="bl" rotWithShape="0">
              <a:srgbClr val="000000">
                <a:alpha val="17650"/>
              </a:srgbClr>
            </a:outerShdw>
          </a:effectLst>
        </p:spPr>
      </p:pic>
      <p:pic>
        <p:nvPicPr>
          <p:cNvPr id="979" name="Google Shape;979;g26b641b03cd_0_308"/>
          <p:cNvPicPr preferRelativeResize="0"/>
          <p:nvPr/>
        </p:nvPicPr>
        <p:blipFill rotWithShape="1">
          <a:blip r:embed="rId7">
            <a:alphaModFix/>
          </a:blip>
          <a:srcRect l="248" r="238"/>
          <a:stretch/>
        </p:blipFill>
        <p:spPr>
          <a:xfrm>
            <a:off x="931068" y="3060270"/>
            <a:ext cx="1147320" cy="822956"/>
          </a:xfrm>
          <a:prstGeom prst="rect">
            <a:avLst/>
          </a:prstGeom>
          <a:noFill/>
          <a:ln>
            <a:noFill/>
          </a:ln>
          <a:effectLst>
            <a:outerShdw blurRad="71438" dist="19050" dir="5400000" algn="bl" rotWithShape="0">
              <a:srgbClr val="000000">
                <a:alpha val="17650"/>
              </a:srgbClr>
            </a:outerShdw>
          </a:effectLst>
        </p:spPr>
      </p:pic>
      <p:pic>
        <p:nvPicPr>
          <p:cNvPr id="980" name="Google Shape;980;g26b641b03cd_0_308"/>
          <p:cNvPicPr preferRelativeResize="0"/>
          <p:nvPr/>
        </p:nvPicPr>
        <p:blipFill rotWithShape="1">
          <a:blip r:embed="rId8">
            <a:alphaModFix/>
          </a:blip>
          <a:srcRect l="99" r="99"/>
          <a:stretch/>
        </p:blipFill>
        <p:spPr>
          <a:xfrm>
            <a:off x="2156589" y="3060270"/>
            <a:ext cx="1148707" cy="821565"/>
          </a:xfrm>
          <a:prstGeom prst="rect">
            <a:avLst/>
          </a:prstGeom>
          <a:noFill/>
          <a:ln>
            <a:noFill/>
          </a:ln>
          <a:effectLst>
            <a:outerShdw blurRad="71438" dist="19050" dir="5400000" algn="bl" rotWithShape="0">
              <a:srgbClr val="000000">
                <a:alpha val="17650"/>
              </a:srgbClr>
            </a:outerShdw>
          </a:effectLst>
        </p:spPr>
      </p:pic>
      <p:pic>
        <p:nvPicPr>
          <p:cNvPr id="981" name="Google Shape;981;g26b641b03cd_0_308"/>
          <p:cNvPicPr preferRelativeResize="0"/>
          <p:nvPr/>
        </p:nvPicPr>
        <p:blipFill rotWithShape="1">
          <a:blip r:embed="rId9">
            <a:alphaModFix/>
          </a:blip>
          <a:srcRect l="59" r="59"/>
          <a:stretch/>
        </p:blipFill>
        <p:spPr>
          <a:xfrm>
            <a:off x="931068" y="2129450"/>
            <a:ext cx="1146813" cy="819547"/>
          </a:xfrm>
          <a:prstGeom prst="rect">
            <a:avLst/>
          </a:prstGeom>
          <a:noFill/>
          <a:ln>
            <a:noFill/>
          </a:ln>
          <a:effectLst>
            <a:outerShdw blurRad="71438" dist="19050" dir="5400000" algn="bl" rotWithShape="0">
              <a:srgbClr val="000000">
                <a:alpha val="18040"/>
              </a:srgbClr>
            </a:outerShdw>
          </a:effectLst>
        </p:spPr>
      </p:pic>
      <p:pic>
        <p:nvPicPr>
          <p:cNvPr id="982" name="Google Shape;982;g26b641b03cd_0_308"/>
          <p:cNvPicPr preferRelativeResize="0"/>
          <p:nvPr/>
        </p:nvPicPr>
        <p:blipFill rotWithShape="1">
          <a:blip r:embed="rId10">
            <a:alphaModFix/>
          </a:blip>
          <a:srcRect l="248" r="238"/>
          <a:stretch/>
        </p:blipFill>
        <p:spPr>
          <a:xfrm>
            <a:off x="2157294" y="2129450"/>
            <a:ext cx="1147320" cy="822956"/>
          </a:xfrm>
          <a:prstGeom prst="rect">
            <a:avLst/>
          </a:prstGeom>
          <a:noFill/>
          <a:ln>
            <a:noFill/>
          </a:ln>
          <a:effectLst>
            <a:outerShdw blurRad="71438" dist="19050" dir="5400000" algn="bl" rotWithShape="0">
              <a:srgbClr val="000000">
                <a:alpha val="18040"/>
              </a:srgbClr>
            </a:outerShdw>
          </a:effectLst>
        </p:spPr>
      </p:pic>
      <p:pic>
        <p:nvPicPr>
          <p:cNvPr id="983" name="Google Shape;983;g26b641b03cd_0_308"/>
          <p:cNvPicPr preferRelativeResize="0"/>
          <p:nvPr/>
        </p:nvPicPr>
        <p:blipFill rotWithShape="1">
          <a:blip r:embed="rId11">
            <a:alphaModFix/>
          </a:blip>
          <a:srcRect l="159" r="159"/>
          <a:stretch/>
        </p:blipFill>
        <p:spPr>
          <a:xfrm>
            <a:off x="3384039" y="2130138"/>
            <a:ext cx="1147320" cy="821565"/>
          </a:xfrm>
          <a:prstGeom prst="rect">
            <a:avLst/>
          </a:prstGeom>
          <a:noFill/>
          <a:ln>
            <a:noFill/>
          </a:ln>
          <a:effectLst>
            <a:outerShdw blurRad="71438" dist="19050" dir="5400000" algn="bl" rotWithShape="0">
              <a:srgbClr val="000000">
                <a:alpha val="18040"/>
              </a:srgbClr>
            </a:outerShdw>
          </a:effectLst>
        </p:spPr>
      </p:pic>
      <p:pic>
        <p:nvPicPr>
          <p:cNvPr id="984" name="Google Shape;984;g26b641b03cd_0_308"/>
          <p:cNvPicPr preferRelativeResize="0"/>
          <p:nvPr/>
        </p:nvPicPr>
        <p:blipFill rotWithShape="1">
          <a:blip r:embed="rId12">
            <a:alphaModFix/>
          </a:blip>
          <a:srcRect l="79" r="69"/>
          <a:stretch/>
        </p:blipFill>
        <p:spPr>
          <a:xfrm>
            <a:off x="4610759" y="2129450"/>
            <a:ext cx="1147320" cy="821566"/>
          </a:xfrm>
          <a:prstGeom prst="rect">
            <a:avLst/>
          </a:prstGeom>
          <a:noFill/>
          <a:ln>
            <a:noFill/>
          </a:ln>
          <a:effectLst>
            <a:outerShdw blurRad="71438" dist="19050" dir="5400000" algn="bl" rotWithShape="0">
              <a:srgbClr val="000000">
                <a:alpha val="18040"/>
              </a:srgbClr>
            </a:outerShdw>
          </a:effectLst>
        </p:spPr>
      </p:pic>
      <p:pic>
        <p:nvPicPr>
          <p:cNvPr id="985" name="Google Shape;985;g26b641b03cd_0_308"/>
          <p:cNvPicPr preferRelativeResize="0"/>
          <p:nvPr/>
        </p:nvPicPr>
        <p:blipFill rotWithShape="1">
          <a:blip r:embed="rId13">
            <a:alphaModFix/>
          </a:blip>
          <a:srcRect l="79" r="69"/>
          <a:stretch/>
        </p:blipFill>
        <p:spPr>
          <a:xfrm>
            <a:off x="5837492" y="2129450"/>
            <a:ext cx="1147320" cy="821566"/>
          </a:xfrm>
          <a:prstGeom prst="rect">
            <a:avLst/>
          </a:prstGeom>
          <a:noFill/>
          <a:ln>
            <a:noFill/>
          </a:ln>
          <a:effectLst>
            <a:outerShdw blurRad="71438" dist="19050" dir="5400000" algn="bl" rotWithShape="0">
              <a:srgbClr val="000000">
                <a:alpha val="18040"/>
              </a:srgbClr>
            </a:outerShdw>
          </a:effectLst>
        </p:spPr>
      </p:pic>
      <p:pic>
        <p:nvPicPr>
          <p:cNvPr id="986" name="Google Shape;986;g26b641b03cd_0_308"/>
          <p:cNvPicPr preferRelativeResize="0"/>
          <p:nvPr/>
        </p:nvPicPr>
        <p:blipFill rotWithShape="1">
          <a:blip r:embed="rId14">
            <a:alphaModFix/>
          </a:blip>
          <a:srcRect l="159" r="159"/>
          <a:stretch/>
        </p:blipFill>
        <p:spPr>
          <a:xfrm>
            <a:off x="7064225" y="2129450"/>
            <a:ext cx="1147320" cy="821565"/>
          </a:xfrm>
          <a:prstGeom prst="rect">
            <a:avLst/>
          </a:prstGeom>
          <a:noFill/>
          <a:ln>
            <a:noFill/>
          </a:ln>
          <a:effectLst>
            <a:outerShdw blurRad="71438" dist="19050" dir="5400000" algn="bl" rotWithShape="0">
              <a:srgbClr val="000000">
                <a:alpha val="18040"/>
              </a:srgbClr>
            </a:outerShdw>
          </a:effectLst>
        </p:spPr>
      </p:pic>
      <p:pic>
        <p:nvPicPr>
          <p:cNvPr id="987" name="Google Shape;987;g26b641b03cd_0_308"/>
          <p:cNvPicPr preferRelativeResize="0"/>
          <p:nvPr/>
        </p:nvPicPr>
        <p:blipFill rotWithShape="1">
          <a:blip r:embed="rId15">
            <a:alphaModFix/>
          </a:blip>
          <a:srcRect l="248" r="238"/>
          <a:stretch/>
        </p:blipFill>
        <p:spPr>
          <a:xfrm>
            <a:off x="3384886" y="3994495"/>
            <a:ext cx="1147320" cy="822956"/>
          </a:xfrm>
          <a:prstGeom prst="rect">
            <a:avLst/>
          </a:prstGeom>
          <a:noFill/>
          <a:ln>
            <a:noFill/>
          </a:ln>
          <a:effectLst>
            <a:outerShdw blurRad="71438" dist="19050" dir="5400000" algn="bl" rotWithShape="0">
              <a:srgbClr val="000000">
                <a:alpha val="17650"/>
              </a:srgbClr>
            </a:outerShdw>
          </a:effectLst>
        </p:spPr>
      </p:pic>
      <p:pic>
        <p:nvPicPr>
          <p:cNvPr id="988" name="Google Shape;988;g26b641b03cd_0_308"/>
          <p:cNvPicPr preferRelativeResize="0"/>
          <p:nvPr/>
        </p:nvPicPr>
        <p:blipFill rotWithShape="1">
          <a:blip r:embed="rId16">
            <a:alphaModFix/>
          </a:blip>
          <a:srcRect l="19" r="9"/>
          <a:stretch/>
        </p:blipFill>
        <p:spPr>
          <a:xfrm>
            <a:off x="4610407" y="3995885"/>
            <a:ext cx="1148707"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dad4d892d1_0_114"/>
          <p:cNvSpPr txBox="1">
            <a:spLocks noGrp="1"/>
          </p:cNvSpPr>
          <p:nvPr>
            <p:ph type="title"/>
          </p:nvPr>
        </p:nvSpPr>
        <p:spPr>
          <a:xfrm>
            <a:off x="852075" y="5568500"/>
            <a:ext cx="7439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sp>
        <p:nvSpPr>
          <p:cNvPr id="995" name="Google Shape;995;g2dad4d892d1_0_1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996" name="Google Shape;996;g2dad4d892d1_0_114"/>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97" name="Google Shape;997;g2dad4d892d1_0_11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dad4d892d1_0_1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04" name="Google Shape;1004;g2dad4d892d1_0_1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05" name="Google Shape;1005;g2dad4d892d1_0_122"/>
          <p:cNvSpPr txBox="1">
            <a:spLocks noGrp="1"/>
          </p:cNvSpPr>
          <p:nvPr>
            <p:ph type="title"/>
          </p:nvPr>
        </p:nvSpPr>
        <p:spPr>
          <a:xfrm>
            <a:off x="858425" y="5568500"/>
            <a:ext cx="7427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pic>
        <p:nvPicPr>
          <p:cNvPr id="1006" name="Google Shape;1006;g2dad4d892d1_0_122"/>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13" name="Google Shape;1013;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14" name="Google Shape;1014;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15" name="Google Shape;1015;g26b641b03cd_0_315"/>
          <p:cNvPicPr preferRelativeResize="0"/>
          <p:nvPr/>
        </p:nvPicPr>
        <p:blipFill rotWithShape="1">
          <a:blip r:embed="rId3">
            <a:alphaModFix/>
          </a:blip>
          <a:srcRect t="19" b="29"/>
          <a:stretch/>
        </p:blipFill>
        <p:spPr>
          <a:xfrm>
            <a:off x="3655767" y="949125"/>
            <a:ext cx="1832467" cy="1375015"/>
          </a:xfrm>
          <a:prstGeom prst="rect">
            <a:avLst/>
          </a:prstGeom>
          <a:noFill/>
          <a:ln>
            <a:noFill/>
          </a:ln>
          <a:effectLst>
            <a:outerShdw blurRad="57150" dist="19050" dir="5400000" algn="bl" rotWithShape="0">
              <a:srgbClr val="000000">
                <a:alpha val="20000"/>
              </a:srgbClr>
            </a:outerShdw>
          </a:effectLst>
        </p:spPr>
      </p:pic>
      <p:pic>
        <p:nvPicPr>
          <p:cNvPr id="1016" name="Google Shape;1016;g26b641b03cd_0_315"/>
          <p:cNvPicPr preferRelativeResize="0"/>
          <p:nvPr/>
        </p:nvPicPr>
        <p:blipFill rotWithShape="1">
          <a:blip r:embed="rId4">
            <a:alphaModFix/>
          </a:blip>
          <a:srcRect l="69" r="69"/>
          <a:stretch/>
        </p:blipFill>
        <p:spPr>
          <a:xfrm>
            <a:off x="5650433" y="949125"/>
            <a:ext cx="1832467" cy="1375014"/>
          </a:xfrm>
          <a:prstGeom prst="rect">
            <a:avLst/>
          </a:prstGeom>
          <a:noFill/>
          <a:ln>
            <a:noFill/>
          </a:ln>
          <a:effectLst>
            <a:outerShdw blurRad="57150" dist="19050" dir="5400000" algn="bl" rotWithShape="0">
              <a:srgbClr val="000000">
                <a:alpha val="20000"/>
              </a:srgbClr>
            </a:outerShdw>
          </a:effectLst>
        </p:spPr>
      </p:pic>
      <p:pic>
        <p:nvPicPr>
          <p:cNvPr id="1017" name="Google Shape;1017;g26b641b03cd_0_315"/>
          <p:cNvPicPr preferRelativeResize="0"/>
          <p:nvPr/>
        </p:nvPicPr>
        <p:blipFill rotWithShape="1">
          <a:blip r:embed="rId5">
            <a:alphaModFix/>
          </a:blip>
          <a:srcRect t="19" b="29"/>
          <a:stretch/>
        </p:blipFill>
        <p:spPr>
          <a:xfrm>
            <a:off x="1661100" y="949125"/>
            <a:ext cx="1832467" cy="1375015"/>
          </a:xfrm>
          <a:prstGeom prst="rect">
            <a:avLst/>
          </a:prstGeom>
          <a:noFill/>
          <a:ln>
            <a:noFill/>
          </a:ln>
          <a:effectLst>
            <a:outerShdw blurRad="57150" dist="19050" dir="5400000" algn="bl" rotWithShape="0">
              <a:srgbClr val="000000">
                <a:alpha val="20000"/>
              </a:srgbClr>
            </a:outerShdw>
          </a:effectLst>
        </p:spPr>
      </p:pic>
      <p:pic>
        <p:nvPicPr>
          <p:cNvPr id="1018" name="Google Shape;1018;g26b641b03cd_0_315"/>
          <p:cNvPicPr preferRelativeResize="0"/>
          <p:nvPr/>
        </p:nvPicPr>
        <p:blipFill rotWithShape="1">
          <a:blip r:embed="rId6">
            <a:alphaModFix/>
          </a:blip>
          <a:srcRect t="19" b="29"/>
          <a:stretch/>
        </p:blipFill>
        <p:spPr>
          <a:xfrm>
            <a:off x="3655767" y="2435605"/>
            <a:ext cx="1832467" cy="1375015"/>
          </a:xfrm>
          <a:prstGeom prst="rect">
            <a:avLst/>
          </a:prstGeom>
          <a:noFill/>
          <a:ln>
            <a:noFill/>
          </a:ln>
          <a:effectLst>
            <a:outerShdw blurRad="57150" dist="19050" dir="5400000" algn="bl" rotWithShape="0">
              <a:srgbClr val="000000">
                <a:alpha val="20000"/>
              </a:srgbClr>
            </a:outerShdw>
          </a:effectLst>
        </p:spPr>
      </p:pic>
      <p:pic>
        <p:nvPicPr>
          <p:cNvPr id="1019" name="Google Shape;1019;g26b641b03cd_0_315"/>
          <p:cNvPicPr preferRelativeResize="0"/>
          <p:nvPr/>
        </p:nvPicPr>
        <p:blipFill rotWithShape="1">
          <a:blip r:embed="rId7">
            <a:alphaModFix/>
          </a:blip>
          <a:srcRect l="69" r="69"/>
          <a:stretch/>
        </p:blipFill>
        <p:spPr>
          <a:xfrm>
            <a:off x="5650433" y="2435605"/>
            <a:ext cx="1832467" cy="1375014"/>
          </a:xfrm>
          <a:prstGeom prst="rect">
            <a:avLst/>
          </a:prstGeom>
          <a:noFill/>
          <a:ln>
            <a:noFill/>
          </a:ln>
          <a:effectLst>
            <a:outerShdw blurRad="57150" dist="19050" dir="5400000" algn="bl" rotWithShape="0">
              <a:srgbClr val="000000">
                <a:alpha val="20000"/>
              </a:srgbClr>
            </a:outerShdw>
          </a:effectLst>
        </p:spPr>
      </p:pic>
      <p:pic>
        <p:nvPicPr>
          <p:cNvPr id="1020" name="Google Shape;1020;g26b641b03cd_0_315"/>
          <p:cNvPicPr preferRelativeResize="0"/>
          <p:nvPr/>
        </p:nvPicPr>
        <p:blipFill rotWithShape="1">
          <a:blip r:embed="rId8">
            <a:alphaModFix/>
          </a:blip>
          <a:srcRect l="69" r="69"/>
          <a:stretch/>
        </p:blipFill>
        <p:spPr>
          <a:xfrm>
            <a:off x="1661100" y="2435605"/>
            <a:ext cx="1832467" cy="1375014"/>
          </a:xfrm>
          <a:prstGeom prst="rect">
            <a:avLst/>
          </a:prstGeom>
          <a:noFill/>
          <a:ln>
            <a:noFill/>
          </a:ln>
          <a:effectLst>
            <a:outerShdw blurRad="57150" dist="19050" dir="5400000" algn="bl" rotWithShape="0">
              <a:srgbClr val="000000">
                <a:alpha val="20000"/>
              </a:srgbClr>
            </a:outerShdw>
          </a:effectLst>
        </p:spPr>
      </p:pic>
      <p:pic>
        <p:nvPicPr>
          <p:cNvPr id="1021" name="Google Shape;1021;g26b641b03cd_0_315"/>
          <p:cNvPicPr preferRelativeResize="0"/>
          <p:nvPr/>
        </p:nvPicPr>
        <p:blipFill rotWithShape="1">
          <a:blip r:embed="rId9">
            <a:alphaModFix/>
          </a:blip>
          <a:srcRect t="19" b="29"/>
          <a:stretch/>
        </p:blipFill>
        <p:spPr>
          <a:xfrm>
            <a:off x="3655767" y="3922085"/>
            <a:ext cx="1832467" cy="1375015"/>
          </a:xfrm>
          <a:prstGeom prst="rect">
            <a:avLst/>
          </a:prstGeom>
          <a:noFill/>
          <a:ln>
            <a:noFill/>
          </a:ln>
          <a:effectLst>
            <a:outerShdw blurRad="57150" dist="19050" dir="5400000" algn="bl" rotWithShape="0">
              <a:srgbClr val="000000">
                <a:alpha val="20000"/>
              </a:srgbClr>
            </a:outerShdw>
          </a:effectLst>
        </p:spPr>
      </p:pic>
      <p:pic>
        <p:nvPicPr>
          <p:cNvPr id="1022" name="Google Shape;1022;g26b641b03cd_0_315"/>
          <p:cNvPicPr preferRelativeResize="0"/>
          <p:nvPr/>
        </p:nvPicPr>
        <p:blipFill rotWithShape="1">
          <a:blip r:embed="rId10">
            <a:alphaModFix/>
          </a:blip>
          <a:srcRect l="69" r="69"/>
          <a:stretch/>
        </p:blipFill>
        <p:spPr>
          <a:xfrm>
            <a:off x="5650433" y="3922085"/>
            <a:ext cx="1832467" cy="1375014"/>
          </a:xfrm>
          <a:prstGeom prst="rect">
            <a:avLst/>
          </a:prstGeom>
          <a:noFill/>
          <a:ln>
            <a:noFill/>
          </a:ln>
          <a:effectLst>
            <a:outerShdw blurRad="57150" dist="19050" dir="5400000" algn="bl" rotWithShape="0">
              <a:srgbClr val="000000">
                <a:alpha val="20000"/>
              </a:srgbClr>
            </a:outerShdw>
          </a:effectLst>
        </p:spPr>
      </p:pic>
      <p:pic>
        <p:nvPicPr>
          <p:cNvPr id="1023" name="Google Shape;1023;g26b641b03cd_0_315"/>
          <p:cNvPicPr preferRelativeResize="0"/>
          <p:nvPr/>
        </p:nvPicPr>
        <p:blipFill rotWithShape="1">
          <a:blip r:embed="rId11">
            <a:alphaModFix/>
          </a:blip>
          <a:srcRect t="19" b="29"/>
          <a:stretch/>
        </p:blipFill>
        <p:spPr>
          <a:xfrm>
            <a:off x="1661100" y="3922085"/>
            <a:ext cx="1832467" cy="137501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30" name="Google Shape;103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31" name="Google Shape;103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32" name="Google Shape;1032;g26b641b03cd_1_0"/>
          <p:cNvPicPr preferRelativeResize="0"/>
          <p:nvPr/>
        </p:nvPicPr>
        <p:blipFill rotWithShape="1">
          <a:blip r:embed="rId3">
            <a:alphaModFix/>
          </a:blip>
          <a:srcRect t="69" b="69"/>
          <a:stretch/>
        </p:blipFill>
        <p:spPr>
          <a:xfrm>
            <a:off x="3655263" y="953650"/>
            <a:ext cx="1833474" cy="1376459"/>
          </a:xfrm>
          <a:prstGeom prst="rect">
            <a:avLst/>
          </a:prstGeom>
          <a:noFill/>
          <a:ln>
            <a:noFill/>
          </a:ln>
          <a:effectLst>
            <a:outerShdw blurRad="57150" dist="19050" dir="5400000" algn="bl" rotWithShape="0">
              <a:srgbClr val="000000">
                <a:alpha val="20000"/>
              </a:srgbClr>
            </a:outerShdw>
          </a:effectLst>
        </p:spPr>
      </p:pic>
      <p:pic>
        <p:nvPicPr>
          <p:cNvPr id="1033" name="Google Shape;1033;g26b641b03cd_1_0"/>
          <p:cNvPicPr preferRelativeResize="0"/>
          <p:nvPr/>
        </p:nvPicPr>
        <p:blipFill rotWithShape="1">
          <a:blip r:embed="rId4">
            <a:alphaModFix/>
          </a:blip>
          <a:srcRect l="29" r="19"/>
          <a:stretch/>
        </p:blipFill>
        <p:spPr>
          <a:xfrm>
            <a:off x="5651026" y="953650"/>
            <a:ext cx="1833474" cy="1376460"/>
          </a:xfrm>
          <a:prstGeom prst="rect">
            <a:avLst/>
          </a:prstGeom>
          <a:noFill/>
          <a:ln>
            <a:noFill/>
          </a:ln>
          <a:effectLst>
            <a:outerShdw blurRad="57150" dist="19050" dir="5400000" algn="bl" rotWithShape="0">
              <a:srgbClr val="000000">
                <a:alpha val="20000"/>
              </a:srgbClr>
            </a:outerShdw>
          </a:effectLst>
        </p:spPr>
      </p:pic>
      <p:pic>
        <p:nvPicPr>
          <p:cNvPr id="1034" name="Google Shape;1034;g26b641b03cd_1_0"/>
          <p:cNvPicPr preferRelativeResize="0"/>
          <p:nvPr/>
        </p:nvPicPr>
        <p:blipFill rotWithShape="1">
          <a:blip r:embed="rId5">
            <a:alphaModFix/>
          </a:blip>
          <a:srcRect t="69" b="69"/>
          <a:stretch/>
        </p:blipFill>
        <p:spPr>
          <a:xfrm>
            <a:off x="1659500" y="953650"/>
            <a:ext cx="1833474" cy="1376459"/>
          </a:xfrm>
          <a:prstGeom prst="rect">
            <a:avLst/>
          </a:prstGeom>
          <a:noFill/>
          <a:ln>
            <a:noFill/>
          </a:ln>
          <a:effectLst>
            <a:outerShdw blurRad="57150" dist="19050" dir="5400000" algn="bl" rotWithShape="0">
              <a:srgbClr val="000000">
                <a:alpha val="20000"/>
              </a:srgbClr>
            </a:outerShdw>
          </a:effectLst>
        </p:spPr>
      </p:pic>
      <p:pic>
        <p:nvPicPr>
          <p:cNvPr id="1035" name="Google Shape;1035;g26b641b03cd_1_0"/>
          <p:cNvPicPr preferRelativeResize="0"/>
          <p:nvPr/>
        </p:nvPicPr>
        <p:blipFill rotWithShape="1">
          <a:blip r:embed="rId6">
            <a:alphaModFix/>
          </a:blip>
          <a:srcRect t="69" b="69"/>
          <a:stretch/>
        </p:blipFill>
        <p:spPr>
          <a:xfrm>
            <a:off x="3655263" y="2441692"/>
            <a:ext cx="1833474" cy="1376459"/>
          </a:xfrm>
          <a:prstGeom prst="rect">
            <a:avLst/>
          </a:prstGeom>
          <a:noFill/>
          <a:ln>
            <a:noFill/>
          </a:ln>
          <a:effectLst>
            <a:outerShdw blurRad="57150" dist="19050" dir="5400000" algn="bl" rotWithShape="0">
              <a:srgbClr val="000000">
                <a:alpha val="20000"/>
              </a:srgbClr>
            </a:outerShdw>
          </a:effectLst>
        </p:spPr>
      </p:pic>
      <p:pic>
        <p:nvPicPr>
          <p:cNvPr id="1036" name="Google Shape;1036;g26b641b03cd_1_0"/>
          <p:cNvPicPr preferRelativeResize="0"/>
          <p:nvPr/>
        </p:nvPicPr>
        <p:blipFill rotWithShape="1">
          <a:blip r:embed="rId7">
            <a:alphaModFix/>
          </a:blip>
          <a:srcRect l="29" r="19"/>
          <a:stretch/>
        </p:blipFill>
        <p:spPr>
          <a:xfrm>
            <a:off x="5651026" y="2441692"/>
            <a:ext cx="1833474" cy="1376460"/>
          </a:xfrm>
          <a:prstGeom prst="rect">
            <a:avLst/>
          </a:prstGeom>
          <a:noFill/>
          <a:ln>
            <a:noFill/>
          </a:ln>
          <a:effectLst>
            <a:outerShdw blurRad="57150" dist="19050" dir="5400000" algn="bl" rotWithShape="0">
              <a:srgbClr val="000000">
                <a:alpha val="20000"/>
              </a:srgbClr>
            </a:outerShdw>
          </a:effectLst>
        </p:spPr>
      </p:pic>
      <p:pic>
        <p:nvPicPr>
          <p:cNvPr id="1037" name="Google Shape;1037;g26b641b03cd_1_0"/>
          <p:cNvPicPr preferRelativeResize="0"/>
          <p:nvPr/>
        </p:nvPicPr>
        <p:blipFill rotWithShape="1">
          <a:blip r:embed="rId8">
            <a:alphaModFix/>
          </a:blip>
          <a:srcRect l="29" r="19"/>
          <a:stretch/>
        </p:blipFill>
        <p:spPr>
          <a:xfrm>
            <a:off x="1659500" y="2441692"/>
            <a:ext cx="1833474" cy="1376460"/>
          </a:xfrm>
          <a:prstGeom prst="rect">
            <a:avLst/>
          </a:prstGeom>
          <a:noFill/>
          <a:ln>
            <a:noFill/>
          </a:ln>
          <a:effectLst>
            <a:outerShdw blurRad="57150" dist="19050" dir="5400000" algn="bl" rotWithShape="0">
              <a:srgbClr val="000000">
                <a:alpha val="20000"/>
              </a:srgbClr>
            </a:outerShdw>
          </a:effectLst>
        </p:spPr>
      </p:pic>
      <p:pic>
        <p:nvPicPr>
          <p:cNvPr id="1038" name="Google Shape;1038;g26b641b03cd_1_0"/>
          <p:cNvPicPr preferRelativeResize="0"/>
          <p:nvPr/>
        </p:nvPicPr>
        <p:blipFill rotWithShape="1">
          <a:blip r:embed="rId9">
            <a:alphaModFix/>
          </a:blip>
          <a:srcRect/>
          <a:stretch/>
        </p:blipFill>
        <p:spPr>
          <a:xfrm>
            <a:off x="3655263" y="3929734"/>
            <a:ext cx="1833474" cy="1376459"/>
          </a:xfrm>
          <a:prstGeom prst="rect">
            <a:avLst/>
          </a:prstGeom>
          <a:noFill/>
          <a:ln>
            <a:noFill/>
          </a:ln>
          <a:effectLst>
            <a:outerShdw blurRad="57150" dist="19050" dir="5400000" algn="bl" rotWithShape="0">
              <a:srgbClr val="000000">
                <a:alpha val="20000"/>
              </a:srgbClr>
            </a:outerShdw>
          </a:effectLst>
        </p:spPr>
      </p:pic>
      <p:pic>
        <p:nvPicPr>
          <p:cNvPr id="1039" name="Google Shape;1039;g26b641b03cd_1_0"/>
          <p:cNvPicPr preferRelativeResize="0"/>
          <p:nvPr/>
        </p:nvPicPr>
        <p:blipFill rotWithShape="1">
          <a:blip r:embed="rId10">
            <a:alphaModFix/>
          </a:blip>
          <a:srcRect l="99" r="89"/>
          <a:stretch/>
        </p:blipFill>
        <p:spPr>
          <a:xfrm>
            <a:off x="5651026" y="3929734"/>
            <a:ext cx="1833474" cy="1376460"/>
          </a:xfrm>
          <a:prstGeom prst="rect">
            <a:avLst/>
          </a:prstGeom>
          <a:noFill/>
          <a:ln>
            <a:noFill/>
          </a:ln>
          <a:effectLst>
            <a:outerShdw blurRad="57150" dist="19050" dir="5400000" algn="bl" rotWithShape="0">
              <a:srgbClr val="000000">
                <a:alpha val="20000"/>
              </a:srgbClr>
            </a:outerShdw>
          </a:effectLst>
        </p:spPr>
      </p:pic>
      <p:pic>
        <p:nvPicPr>
          <p:cNvPr id="1040" name="Google Shape;1040;g26b641b03cd_1_0"/>
          <p:cNvPicPr preferRelativeResize="0"/>
          <p:nvPr/>
        </p:nvPicPr>
        <p:blipFill rotWithShape="1">
          <a:blip r:embed="rId11">
            <a:alphaModFix/>
          </a:blip>
          <a:srcRect/>
          <a:stretch/>
        </p:blipFill>
        <p:spPr>
          <a:xfrm>
            <a:off x="1659500" y="3929734"/>
            <a:ext cx="1833474" cy="137645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pic>
        <p:nvPicPr>
          <p:cNvPr id="1046" name="Google Shape;1046;g2dad4d892d1_0_108"/>
          <p:cNvPicPr preferRelativeResize="0"/>
          <p:nvPr/>
        </p:nvPicPr>
        <p:blipFill rotWithShape="1">
          <a:blip r:embed="rId3">
            <a:alphaModFix/>
          </a:blip>
          <a:srcRect t="95977"/>
          <a:stretch/>
        </p:blipFill>
        <p:spPr>
          <a:xfrm>
            <a:off x="2378725" y="5256203"/>
            <a:ext cx="4386550" cy="132250"/>
          </a:xfrm>
          <a:prstGeom prst="rect">
            <a:avLst/>
          </a:prstGeom>
          <a:noFill/>
          <a:ln>
            <a:noFill/>
          </a:ln>
        </p:spPr>
      </p:pic>
      <p:sp>
        <p:nvSpPr>
          <p:cNvPr id="1047" name="Google Shape;1047;g2dad4d892d1_0_108"/>
          <p:cNvSpPr txBox="1"/>
          <p:nvPr/>
        </p:nvSpPr>
        <p:spPr>
          <a:xfrm>
            <a:off x="3341580" y="3459550"/>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1000"/>
              <a:buFont typeface="Arial"/>
              <a:buNone/>
            </a:pPr>
            <a:r>
              <a:rPr lang="en-US" sz="1000" b="1" i="0" u="none" strike="noStrike" cap="none">
                <a:solidFill>
                  <a:srgbClr val="000000"/>
                </a:solidFill>
                <a:latin typeface="Helvetica Neue"/>
                <a:ea typeface="Helvetica Neue"/>
                <a:cs typeface="Helvetica Neue"/>
                <a:sym typeface="Helvetica Neue"/>
              </a:rPr>
              <a:t>Set 1 Non-Fiction</a:t>
            </a:r>
            <a:r>
              <a:rPr lang="en-US" sz="1000" b="0" i="0" u="none" strike="noStrike" cap="none">
                <a:solidFill>
                  <a:srgbClr val="000000"/>
                </a:solidFill>
                <a:latin typeface="Helvetica Neue"/>
                <a:ea typeface="Helvetica Neue"/>
                <a:cs typeface="Helvetica Neue"/>
                <a:sym typeface="Helvetica Neue"/>
              </a:rPr>
              <a:t> Books 1 - 12</a:t>
            </a:r>
            <a:br>
              <a:rPr lang="en-US" sz="1000" b="0" i="0" u="none" strike="noStrike" cap="none">
                <a:solidFill>
                  <a:srgbClr val="000000"/>
                </a:solidFill>
                <a:latin typeface="Helvetica Neue"/>
                <a:ea typeface="Helvetica Neue"/>
                <a:cs typeface="Helvetica Neue"/>
                <a:sym typeface="Helvetica Neue"/>
              </a:rPr>
            </a:br>
            <a:r>
              <a:rPr lang="en-US" sz="800" b="0" i="0" u="none" strike="noStrike" cap="none">
                <a:solidFill>
                  <a:srgbClr val="000000"/>
                </a:solidFill>
                <a:latin typeface="Helvetica Neue"/>
                <a:ea typeface="Helvetica Neue"/>
                <a:cs typeface="Helvetica Neue"/>
                <a:sym typeface="Helvetica Neue"/>
              </a:rPr>
              <a:t>JL390</a:t>
            </a:r>
            <a:endParaRPr sz="800" b="0" i="0" u="none" strike="noStrike" cap="none">
              <a:solidFill>
                <a:srgbClr val="000000"/>
              </a:solidFill>
              <a:latin typeface="Helvetica Neue"/>
              <a:ea typeface="Helvetica Neue"/>
              <a:cs typeface="Helvetica Neue"/>
              <a:sym typeface="Helvetica Neue"/>
            </a:endParaRPr>
          </a:p>
        </p:txBody>
      </p:sp>
      <p:sp>
        <p:nvSpPr>
          <p:cNvPr id="1048" name="Google Shape;1048;g2dad4d892d1_0_108"/>
          <p:cNvSpPr txBox="1"/>
          <p:nvPr/>
        </p:nvSpPr>
        <p:spPr>
          <a:xfrm>
            <a:off x="3341520" y="4621956"/>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1000"/>
              <a:buFont typeface="Arial"/>
              <a:buNone/>
            </a:pPr>
            <a:r>
              <a:rPr lang="en-US" sz="1000" b="1" i="0" u="none" strike="noStrike" cap="none">
                <a:solidFill>
                  <a:srgbClr val="000000"/>
                </a:solidFill>
                <a:latin typeface="Helvetica Neue"/>
                <a:ea typeface="Helvetica Neue"/>
                <a:cs typeface="Helvetica Neue"/>
                <a:sym typeface="Helvetica Neue"/>
              </a:rPr>
              <a:t>Set 2 Non-Fiction</a:t>
            </a:r>
            <a:r>
              <a:rPr lang="en-US" sz="1000" b="0" i="0" u="none" strike="noStrike" cap="none">
                <a:solidFill>
                  <a:srgbClr val="000000"/>
                </a:solidFill>
                <a:latin typeface="Helvetica Neue"/>
                <a:ea typeface="Helvetica Neue"/>
                <a:cs typeface="Helvetica Neue"/>
                <a:sym typeface="Helvetica Neue"/>
              </a:rPr>
              <a:t> Books 1 - 12</a:t>
            </a:r>
            <a:br>
              <a:rPr lang="en-US" sz="1000" b="0" i="0" u="none" strike="noStrike" cap="none">
                <a:solidFill>
                  <a:srgbClr val="000000"/>
                </a:solidFill>
                <a:latin typeface="Helvetica Neue"/>
                <a:ea typeface="Helvetica Neue"/>
                <a:cs typeface="Helvetica Neue"/>
                <a:sym typeface="Helvetica Neue"/>
              </a:rPr>
            </a:br>
            <a:r>
              <a:rPr lang="en-US" sz="800" b="0" i="0" u="none" strike="noStrike" cap="none">
                <a:solidFill>
                  <a:srgbClr val="000000"/>
                </a:solidFill>
                <a:latin typeface="Helvetica Neue"/>
                <a:ea typeface="Helvetica Neue"/>
                <a:cs typeface="Helvetica Neue"/>
                <a:sym typeface="Helvetica Neue"/>
              </a:rPr>
              <a:t>BB115</a:t>
            </a:r>
            <a:endParaRPr sz="800" b="1" i="0" u="none" strike="noStrike" cap="none">
              <a:solidFill>
                <a:srgbClr val="000000"/>
              </a:solidFill>
              <a:latin typeface="Helvetica Neue"/>
              <a:ea typeface="Helvetica Neue"/>
              <a:cs typeface="Helvetica Neue"/>
              <a:sym typeface="Helvetica Neue"/>
            </a:endParaRPr>
          </a:p>
        </p:txBody>
      </p:sp>
      <p:grpSp>
        <p:nvGrpSpPr>
          <p:cNvPr id="1049" name="Google Shape;1049;g2dad4d892d1_0_108"/>
          <p:cNvGrpSpPr/>
          <p:nvPr/>
        </p:nvGrpSpPr>
        <p:grpSpPr>
          <a:xfrm>
            <a:off x="929500" y="2729275"/>
            <a:ext cx="7338176" cy="654076"/>
            <a:chOff x="929500" y="2729275"/>
            <a:chExt cx="7338176" cy="654076"/>
          </a:xfrm>
        </p:grpSpPr>
        <p:pic>
          <p:nvPicPr>
            <p:cNvPr id="1050" name="Google Shape;1050;g2dad4d892d1_0_108"/>
            <p:cNvPicPr preferRelativeResize="0"/>
            <p:nvPr/>
          </p:nvPicPr>
          <p:blipFill rotWithShape="1">
            <a:blip r:embed="rId4">
              <a:alphaModFix/>
            </a:blip>
            <a:srcRect b="10"/>
            <a:stretch/>
          </p:blipFill>
          <p:spPr>
            <a:xfrm>
              <a:off x="929500" y="2729275"/>
              <a:ext cx="538776" cy="654076"/>
            </a:xfrm>
            <a:prstGeom prst="rect">
              <a:avLst/>
            </a:prstGeom>
            <a:noFill/>
            <a:ln>
              <a:noFill/>
            </a:ln>
            <a:effectLst>
              <a:outerShdw blurRad="42863" dist="9525" dir="5400000" algn="bl" rotWithShape="0">
                <a:srgbClr val="000000">
                  <a:alpha val="20000"/>
                </a:srgbClr>
              </a:outerShdw>
            </a:effectLst>
          </p:spPr>
        </p:pic>
        <p:pic>
          <p:nvPicPr>
            <p:cNvPr id="1051" name="Google Shape;1051;g2dad4d892d1_0_108"/>
            <p:cNvPicPr preferRelativeResize="0"/>
            <p:nvPr/>
          </p:nvPicPr>
          <p:blipFill rotWithShape="1">
            <a:blip r:embed="rId5">
              <a:alphaModFix/>
            </a:blip>
            <a:srcRect b="10"/>
            <a:stretch/>
          </p:blipFill>
          <p:spPr>
            <a:xfrm>
              <a:off x="1547627" y="2729275"/>
              <a:ext cx="538776" cy="654076"/>
            </a:xfrm>
            <a:prstGeom prst="rect">
              <a:avLst/>
            </a:prstGeom>
            <a:noFill/>
            <a:ln>
              <a:noFill/>
            </a:ln>
            <a:effectLst>
              <a:outerShdw blurRad="42863" dist="9525" dir="5400000" algn="bl" rotWithShape="0">
                <a:srgbClr val="000000">
                  <a:alpha val="20000"/>
                </a:srgbClr>
              </a:outerShdw>
            </a:effectLst>
          </p:spPr>
        </p:pic>
        <p:pic>
          <p:nvPicPr>
            <p:cNvPr id="1052" name="Google Shape;1052;g2dad4d892d1_0_108"/>
            <p:cNvPicPr preferRelativeResize="0"/>
            <p:nvPr/>
          </p:nvPicPr>
          <p:blipFill rotWithShape="1">
            <a:blip r:embed="rId6">
              <a:alphaModFix/>
            </a:blip>
            <a:srcRect b="10"/>
            <a:stretch/>
          </p:blipFill>
          <p:spPr>
            <a:xfrm>
              <a:off x="2165755" y="2729275"/>
              <a:ext cx="538776" cy="654076"/>
            </a:xfrm>
            <a:prstGeom prst="rect">
              <a:avLst/>
            </a:prstGeom>
            <a:noFill/>
            <a:ln>
              <a:noFill/>
            </a:ln>
            <a:effectLst>
              <a:outerShdw blurRad="42863" dist="9525" dir="5400000" algn="bl" rotWithShape="0">
                <a:srgbClr val="000000">
                  <a:alpha val="20000"/>
                </a:srgbClr>
              </a:outerShdw>
            </a:effectLst>
          </p:spPr>
        </p:pic>
        <p:pic>
          <p:nvPicPr>
            <p:cNvPr id="1053" name="Google Shape;1053;g2dad4d892d1_0_108"/>
            <p:cNvPicPr preferRelativeResize="0"/>
            <p:nvPr/>
          </p:nvPicPr>
          <p:blipFill rotWithShape="1">
            <a:blip r:embed="rId7">
              <a:alphaModFix/>
            </a:blip>
            <a:srcRect b="10"/>
            <a:stretch/>
          </p:blipFill>
          <p:spPr>
            <a:xfrm>
              <a:off x="2783882" y="2729275"/>
              <a:ext cx="538776" cy="654076"/>
            </a:xfrm>
            <a:prstGeom prst="rect">
              <a:avLst/>
            </a:prstGeom>
            <a:noFill/>
            <a:ln>
              <a:noFill/>
            </a:ln>
            <a:effectLst>
              <a:outerShdw blurRad="42863" dist="9525" dir="5400000" algn="bl" rotWithShape="0">
                <a:srgbClr val="000000">
                  <a:alpha val="20000"/>
                </a:srgbClr>
              </a:outerShdw>
            </a:effectLst>
          </p:spPr>
        </p:pic>
        <p:pic>
          <p:nvPicPr>
            <p:cNvPr id="1054" name="Google Shape;1054;g2dad4d892d1_0_108"/>
            <p:cNvPicPr preferRelativeResize="0"/>
            <p:nvPr/>
          </p:nvPicPr>
          <p:blipFill rotWithShape="1">
            <a:blip r:embed="rId8">
              <a:alphaModFix/>
            </a:blip>
            <a:srcRect b="10"/>
            <a:stretch/>
          </p:blipFill>
          <p:spPr>
            <a:xfrm>
              <a:off x="3402009" y="2729275"/>
              <a:ext cx="538776" cy="654076"/>
            </a:xfrm>
            <a:prstGeom prst="rect">
              <a:avLst/>
            </a:prstGeom>
            <a:noFill/>
            <a:ln>
              <a:noFill/>
            </a:ln>
            <a:effectLst>
              <a:outerShdw blurRad="42863" dist="9525" dir="5400000" algn="bl" rotWithShape="0">
                <a:srgbClr val="000000">
                  <a:alpha val="20000"/>
                </a:srgbClr>
              </a:outerShdw>
            </a:effectLst>
          </p:spPr>
        </p:pic>
        <p:pic>
          <p:nvPicPr>
            <p:cNvPr id="1055" name="Google Shape;1055;g2dad4d892d1_0_108"/>
            <p:cNvPicPr preferRelativeResize="0"/>
            <p:nvPr/>
          </p:nvPicPr>
          <p:blipFill rotWithShape="1">
            <a:blip r:embed="rId9">
              <a:alphaModFix/>
            </a:blip>
            <a:srcRect b="10"/>
            <a:stretch/>
          </p:blipFill>
          <p:spPr>
            <a:xfrm>
              <a:off x="4020136" y="2729275"/>
              <a:ext cx="538776" cy="654076"/>
            </a:xfrm>
            <a:prstGeom prst="rect">
              <a:avLst/>
            </a:prstGeom>
            <a:noFill/>
            <a:ln>
              <a:noFill/>
            </a:ln>
            <a:effectLst>
              <a:outerShdw blurRad="42863" dist="9525" dir="5400000" algn="bl" rotWithShape="0">
                <a:srgbClr val="000000">
                  <a:alpha val="20000"/>
                </a:srgbClr>
              </a:outerShdw>
            </a:effectLst>
          </p:spPr>
        </p:pic>
        <p:pic>
          <p:nvPicPr>
            <p:cNvPr id="1056" name="Google Shape;1056;g2dad4d892d1_0_108"/>
            <p:cNvPicPr preferRelativeResize="0"/>
            <p:nvPr/>
          </p:nvPicPr>
          <p:blipFill rotWithShape="1">
            <a:blip r:embed="rId10">
              <a:alphaModFix/>
            </a:blip>
            <a:srcRect b="10"/>
            <a:stretch/>
          </p:blipFill>
          <p:spPr>
            <a:xfrm>
              <a:off x="4638264" y="2729275"/>
              <a:ext cx="538776" cy="654076"/>
            </a:xfrm>
            <a:prstGeom prst="rect">
              <a:avLst/>
            </a:prstGeom>
            <a:noFill/>
            <a:ln>
              <a:noFill/>
            </a:ln>
            <a:effectLst>
              <a:outerShdw blurRad="42863" dist="9525" dir="5400000" algn="bl" rotWithShape="0">
                <a:srgbClr val="000000">
                  <a:alpha val="20000"/>
                </a:srgbClr>
              </a:outerShdw>
            </a:effectLst>
          </p:spPr>
        </p:pic>
        <p:pic>
          <p:nvPicPr>
            <p:cNvPr id="1057" name="Google Shape;1057;g2dad4d892d1_0_108"/>
            <p:cNvPicPr preferRelativeResize="0"/>
            <p:nvPr/>
          </p:nvPicPr>
          <p:blipFill rotWithShape="1">
            <a:blip r:embed="rId11">
              <a:alphaModFix/>
            </a:blip>
            <a:srcRect b="10"/>
            <a:stretch/>
          </p:blipFill>
          <p:spPr>
            <a:xfrm>
              <a:off x="5256391" y="2729275"/>
              <a:ext cx="538776" cy="654076"/>
            </a:xfrm>
            <a:prstGeom prst="rect">
              <a:avLst/>
            </a:prstGeom>
            <a:noFill/>
            <a:ln>
              <a:noFill/>
            </a:ln>
            <a:effectLst>
              <a:outerShdw blurRad="42863" dist="9525" dir="5400000" algn="bl" rotWithShape="0">
                <a:srgbClr val="000000">
                  <a:alpha val="20000"/>
                </a:srgbClr>
              </a:outerShdw>
            </a:effectLst>
          </p:spPr>
        </p:pic>
        <p:pic>
          <p:nvPicPr>
            <p:cNvPr id="1058" name="Google Shape;1058;g2dad4d892d1_0_108"/>
            <p:cNvPicPr preferRelativeResize="0"/>
            <p:nvPr/>
          </p:nvPicPr>
          <p:blipFill rotWithShape="1">
            <a:blip r:embed="rId12">
              <a:alphaModFix/>
            </a:blip>
            <a:srcRect b="10"/>
            <a:stretch/>
          </p:blipFill>
          <p:spPr>
            <a:xfrm>
              <a:off x="5874518" y="2729275"/>
              <a:ext cx="538776" cy="654076"/>
            </a:xfrm>
            <a:prstGeom prst="rect">
              <a:avLst/>
            </a:prstGeom>
            <a:noFill/>
            <a:ln>
              <a:noFill/>
            </a:ln>
            <a:effectLst>
              <a:outerShdw blurRad="42863" dist="9525" dir="5400000" algn="bl" rotWithShape="0">
                <a:srgbClr val="000000">
                  <a:alpha val="20000"/>
                </a:srgbClr>
              </a:outerShdw>
            </a:effectLst>
          </p:spPr>
        </p:pic>
        <p:pic>
          <p:nvPicPr>
            <p:cNvPr id="1059" name="Google Shape;1059;g2dad4d892d1_0_108"/>
            <p:cNvPicPr preferRelativeResize="0"/>
            <p:nvPr/>
          </p:nvPicPr>
          <p:blipFill rotWithShape="1">
            <a:blip r:embed="rId13">
              <a:alphaModFix/>
            </a:blip>
            <a:srcRect b="10"/>
            <a:stretch/>
          </p:blipFill>
          <p:spPr>
            <a:xfrm>
              <a:off x="6492645" y="2729275"/>
              <a:ext cx="538776" cy="654076"/>
            </a:xfrm>
            <a:prstGeom prst="rect">
              <a:avLst/>
            </a:prstGeom>
            <a:noFill/>
            <a:ln>
              <a:noFill/>
            </a:ln>
            <a:effectLst>
              <a:outerShdw blurRad="42863" dist="9525" dir="5400000" algn="bl" rotWithShape="0">
                <a:srgbClr val="000000">
                  <a:alpha val="20000"/>
                </a:srgbClr>
              </a:outerShdw>
            </a:effectLst>
          </p:spPr>
        </p:pic>
        <p:pic>
          <p:nvPicPr>
            <p:cNvPr id="1060" name="Google Shape;1060;g2dad4d892d1_0_108"/>
            <p:cNvPicPr preferRelativeResize="0"/>
            <p:nvPr/>
          </p:nvPicPr>
          <p:blipFill rotWithShape="1">
            <a:blip r:embed="rId14">
              <a:alphaModFix/>
            </a:blip>
            <a:srcRect b="10"/>
            <a:stretch/>
          </p:blipFill>
          <p:spPr>
            <a:xfrm>
              <a:off x="7110773" y="2729275"/>
              <a:ext cx="538776" cy="654076"/>
            </a:xfrm>
            <a:prstGeom prst="rect">
              <a:avLst/>
            </a:prstGeom>
            <a:noFill/>
            <a:ln>
              <a:noFill/>
            </a:ln>
            <a:effectLst>
              <a:outerShdw blurRad="42863" dist="9525" dir="5400000" algn="bl" rotWithShape="0">
                <a:srgbClr val="000000">
                  <a:alpha val="20000"/>
                </a:srgbClr>
              </a:outerShdw>
            </a:effectLst>
          </p:spPr>
        </p:pic>
        <p:pic>
          <p:nvPicPr>
            <p:cNvPr id="1061" name="Google Shape;1061;g2dad4d892d1_0_108"/>
            <p:cNvPicPr preferRelativeResize="0"/>
            <p:nvPr/>
          </p:nvPicPr>
          <p:blipFill rotWithShape="1">
            <a:blip r:embed="rId15">
              <a:alphaModFix/>
            </a:blip>
            <a:srcRect b="10"/>
            <a:stretch/>
          </p:blipFill>
          <p:spPr>
            <a:xfrm>
              <a:off x="7728900" y="2729275"/>
              <a:ext cx="538776" cy="654076"/>
            </a:xfrm>
            <a:prstGeom prst="rect">
              <a:avLst/>
            </a:prstGeom>
            <a:noFill/>
            <a:ln>
              <a:noFill/>
            </a:ln>
            <a:effectLst>
              <a:outerShdw blurRad="42863" dist="9525" dir="5400000" algn="bl" rotWithShape="0">
                <a:srgbClr val="000000">
                  <a:alpha val="20000"/>
                </a:srgbClr>
              </a:outerShdw>
            </a:effectLst>
          </p:spPr>
        </p:pic>
      </p:grpSp>
      <p:grpSp>
        <p:nvGrpSpPr>
          <p:cNvPr id="1062" name="Google Shape;1062;g2dad4d892d1_0_108"/>
          <p:cNvGrpSpPr/>
          <p:nvPr/>
        </p:nvGrpSpPr>
        <p:grpSpPr>
          <a:xfrm>
            <a:off x="5865800" y="746499"/>
            <a:ext cx="2637000" cy="1724051"/>
            <a:chOff x="5865800" y="746499"/>
            <a:chExt cx="2637000" cy="1724051"/>
          </a:xfrm>
        </p:grpSpPr>
        <p:sp>
          <p:nvSpPr>
            <p:cNvPr id="1063" name="Google Shape;1063;g2dad4d892d1_0_108"/>
            <p:cNvSpPr/>
            <p:nvPr/>
          </p:nvSpPr>
          <p:spPr>
            <a:xfrm rot="555701">
              <a:off x="7210835" y="829606"/>
              <a:ext cx="1140772" cy="1491536"/>
            </a:xfrm>
            <a:prstGeom prst="roundRect">
              <a:avLst>
                <a:gd name="adj" fmla="val 7407"/>
              </a:avLst>
            </a:prstGeom>
            <a:solidFill>
              <a:srgbClr val="FFFFFF"/>
            </a:solidFill>
            <a:ln>
              <a:noFill/>
            </a:ln>
            <a:effectLst>
              <a:outerShdw blurRad="42863" dist="19050" dir="5400000"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2dad4d892d1_0_108"/>
            <p:cNvSpPr txBox="1"/>
            <p:nvPr/>
          </p:nvSpPr>
          <p:spPr>
            <a:xfrm>
              <a:off x="5865801" y="856225"/>
              <a:ext cx="1462800" cy="31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000" b="0" i="0" u="none" strike="noStrike" cap="none">
                  <a:solidFill>
                    <a:srgbClr val="000000"/>
                  </a:solidFill>
                  <a:latin typeface="Poppins"/>
                  <a:ea typeface="Poppins"/>
                  <a:cs typeface="Poppins"/>
                  <a:sym typeface="Poppins"/>
                </a:rPr>
                <a:t>click to view online book tracker</a:t>
              </a:r>
              <a:endParaRPr sz="1000" b="0" i="0" u="none" strike="noStrike" cap="none">
                <a:solidFill>
                  <a:srgbClr val="000000"/>
                </a:solidFill>
                <a:latin typeface="Poppins"/>
                <a:ea typeface="Poppins"/>
                <a:cs typeface="Poppins"/>
                <a:sym typeface="Poppins"/>
              </a:endParaRPr>
            </a:p>
          </p:txBody>
        </p:sp>
        <p:pic>
          <p:nvPicPr>
            <p:cNvPr id="1065" name="Google Shape;1065;g2dad4d892d1_0_108"/>
            <p:cNvPicPr preferRelativeResize="0"/>
            <p:nvPr/>
          </p:nvPicPr>
          <p:blipFill rotWithShape="1">
            <a:blip r:embed="rId16">
              <a:alphaModFix/>
            </a:blip>
            <a:srcRect/>
            <a:stretch/>
          </p:blipFill>
          <p:spPr>
            <a:xfrm rot="2297168" flipH="1">
              <a:off x="6837510" y="1250543"/>
              <a:ext cx="469392" cy="232787"/>
            </a:xfrm>
            <a:prstGeom prst="rect">
              <a:avLst/>
            </a:prstGeom>
            <a:noFill/>
            <a:ln>
              <a:noFill/>
            </a:ln>
          </p:spPr>
        </p:pic>
        <p:pic>
          <p:nvPicPr>
            <p:cNvPr id="1066" name="Google Shape;1066;g2dad4d892d1_0_108"/>
            <p:cNvPicPr preferRelativeResize="0"/>
            <p:nvPr/>
          </p:nvPicPr>
          <p:blipFill rotWithShape="1">
            <a:blip r:embed="rId17">
              <a:alphaModFix/>
            </a:blip>
            <a:srcRect/>
            <a:stretch/>
          </p:blipFill>
          <p:spPr>
            <a:xfrm rot="555184">
              <a:off x="7266109" y="820598"/>
              <a:ext cx="1040680" cy="1470852"/>
            </a:xfrm>
            <a:prstGeom prst="rect">
              <a:avLst/>
            </a:prstGeom>
            <a:noFill/>
            <a:ln>
              <a:noFill/>
            </a:ln>
          </p:spPr>
        </p:pic>
        <p:sp>
          <p:nvSpPr>
            <p:cNvPr id="1067" name="Google Shape;1067;g2dad4d892d1_0_108">
              <a:hlinkClick r:id="rId18"/>
            </p:cNvPr>
            <p:cNvSpPr/>
            <p:nvPr/>
          </p:nvSpPr>
          <p:spPr>
            <a:xfrm>
              <a:off x="5865800" y="815150"/>
              <a:ext cx="2637000" cy="1655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068" name="Google Shape;1068;g2dad4d892d1_0_108"/>
          <p:cNvGrpSpPr/>
          <p:nvPr/>
        </p:nvGrpSpPr>
        <p:grpSpPr>
          <a:xfrm>
            <a:off x="929500" y="3891690"/>
            <a:ext cx="7338176" cy="654076"/>
            <a:chOff x="929500" y="3891690"/>
            <a:chExt cx="7338176" cy="654076"/>
          </a:xfrm>
        </p:grpSpPr>
        <p:pic>
          <p:nvPicPr>
            <p:cNvPr id="1069" name="Google Shape;1069;g2dad4d892d1_0_108"/>
            <p:cNvPicPr preferRelativeResize="0"/>
            <p:nvPr/>
          </p:nvPicPr>
          <p:blipFill rotWithShape="1">
            <a:blip r:embed="rId19">
              <a:alphaModFix/>
            </a:blip>
            <a:srcRect b="10"/>
            <a:stretch/>
          </p:blipFill>
          <p:spPr>
            <a:xfrm>
              <a:off x="929500" y="3891690"/>
              <a:ext cx="538776" cy="654076"/>
            </a:xfrm>
            <a:prstGeom prst="rect">
              <a:avLst/>
            </a:prstGeom>
            <a:noFill/>
            <a:ln>
              <a:noFill/>
            </a:ln>
            <a:effectLst>
              <a:outerShdw blurRad="42863" dist="9525" dir="5400000" algn="bl" rotWithShape="0">
                <a:srgbClr val="000000">
                  <a:alpha val="20000"/>
                </a:srgbClr>
              </a:outerShdw>
            </a:effectLst>
          </p:spPr>
        </p:pic>
        <p:pic>
          <p:nvPicPr>
            <p:cNvPr id="1070" name="Google Shape;1070;g2dad4d892d1_0_108"/>
            <p:cNvPicPr preferRelativeResize="0"/>
            <p:nvPr/>
          </p:nvPicPr>
          <p:blipFill rotWithShape="1">
            <a:blip r:embed="rId20">
              <a:alphaModFix/>
            </a:blip>
            <a:srcRect b="10"/>
            <a:stretch/>
          </p:blipFill>
          <p:spPr>
            <a:xfrm>
              <a:off x="1547627" y="3891690"/>
              <a:ext cx="538776" cy="654076"/>
            </a:xfrm>
            <a:prstGeom prst="rect">
              <a:avLst/>
            </a:prstGeom>
            <a:noFill/>
            <a:ln>
              <a:noFill/>
            </a:ln>
            <a:effectLst>
              <a:outerShdw blurRad="42863" dist="9525" dir="5400000" algn="bl" rotWithShape="0">
                <a:srgbClr val="000000">
                  <a:alpha val="20000"/>
                </a:srgbClr>
              </a:outerShdw>
            </a:effectLst>
          </p:spPr>
        </p:pic>
        <p:pic>
          <p:nvPicPr>
            <p:cNvPr id="1071" name="Google Shape;1071;g2dad4d892d1_0_108"/>
            <p:cNvPicPr preferRelativeResize="0"/>
            <p:nvPr/>
          </p:nvPicPr>
          <p:blipFill rotWithShape="1">
            <a:blip r:embed="rId21">
              <a:alphaModFix/>
            </a:blip>
            <a:srcRect b="10"/>
            <a:stretch/>
          </p:blipFill>
          <p:spPr>
            <a:xfrm>
              <a:off x="2165755" y="3891690"/>
              <a:ext cx="538776" cy="654076"/>
            </a:xfrm>
            <a:prstGeom prst="rect">
              <a:avLst/>
            </a:prstGeom>
            <a:noFill/>
            <a:ln>
              <a:noFill/>
            </a:ln>
            <a:effectLst>
              <a:outerShdw blurRad="42863" dist="9525" dir="5400000" algn="bl" rotWithShape="0">
                <a:srgbClr val="000000">
                  <a:alpha val="20000"/>
                </a:srgbClr>
              </a:outerShdw>
            </a:effectLst>
          </p:spPr>
        </p:pic>
        <p:pic>
          <p:nvPicPr>
            <p:cNvPr id="1072" name="Google Shape;1072;g2dad4d892d1_0_108"/>
            <p:cNvPicPr preferRelativeResize="0"/>
            <p:nvPr/>
          </p:nvPicPr>
          <p:blipFill rotWithShape="1">
            <a:blip r:embed="rId22">
              <a:alphaModFix/>
            </a:blip>
            <a:srcRect b="10"/>
            <a:stretch/>
          </p:blipFill>
          <p:spPr>
            <a:xfrm>
              <a:off x="2783882" y="3891690"/>
              <a:ext cx="538776" cy="654076"/>
            </a:xfrm>
            <a:prstGeom prst="rect">
              <a:avLst/>
            </a:prstGeom>
            <a:noFill/>
            <a:ln>
              <a:noFill/>
            </a:ln>
            <a:effectLst>
              <a:outerShdw blurRad="42863" dist="9525" dir="5400000" algn="bl" rotWithShape="0">
                <a:srgbClr val="000000">
                  <a:alpha val="20000"/>
                </a:srgbClr>
              </a:outerShdw>
            </a:effectLst>
          </p:spPr>
        </p:pic>
        <p:pic>
          <p:nvPicPr>
            <p:cNvPr id="1073" name="Google Shape;1073;g2dad4d892d1_0_108"/>
            <p:cNvPicPr preferRelativeResize="0"/>
            <p:nvPr/>
          </p:nvPicPr>
          <p:blipFill rotWithShape="1">
            <a:blip r:embed="rId23">
              <a:alphaModFix/>
            </a:blip>
            <a:srcRect b="10"/>
            <a:stretch/>
          </p:blipFill>
          <p:spPr>
            <a:xfrm>
              <a:off x="3402009" y="3891690"/>
              <a:ext cx="538776" cy="654076"/>
            </a:xfrm>
            <a:prstGeom prst="rect">
              <a:avLst/>
            </a:prstGeom>
            <a:noFill/>
            <a:ln>
              <a:noFill/>
            </a:ln>
            <a:effectLst>
              <a:outerShdw blurRad="42863" dist="9525" dir="5400000" algn="bl" rotWithShape="0">
                <a:srgbClr val="000000">
                  <a:alpha val="20000"/>
                </a:srgbClr>
              </a:outerShdw>
            </a:effectLst>
          </p:spPr>
        </p:pic>
        <p:pic>
          <p:nvPicPr>
            <p:cNvPr id="1074" name="Google Shape;1074;g2dad4d892d1_0_108"/>
            <p:cNvPicPr preferRelativeResize="0"/>
            <p:nvPr/>
          </p:nvPicPr>
          <p:blipFill rotWithShape="1">
            <a:blip r:embed="rId24">
              <a:alphaModFix/>
            </a:blip>
            <a:srcRect b="10"/>
            <a:stretch/>
          </p:blipFill>
          <p:spPr>
            <a:xfrm>
              <a:off x="4020136" y="3891690"/>
              <a:ext cx="538776" cy="654076"/>
            </a:xfrm>
            <a:prstGeom prst="rect">
              <a:avLst/>
            </a:prstGeom>
            <a:noFill/>
            <a:ln>
              <a:noFill/>
            </a:ln>
            <a:effectLst>
              <a:outerShdw blurRad="42863" dist="9525" dir="5400000" algn="bl" rotWithShape="0">
                <a:srgbClr val="000000">
                  <a:alpha val="20000"/>
                </a:srgbClr>
              </a:outerShdw>
            </a:effectLst>
          </p:spPr>
        </p:pic>
        <p:pic>
          <p:nvPicPr>
            <p:cNvPr id="1075" name="Google Shape;1075;g2dad4d892d1_0_108"/>
            <p:cNvPicPr preferRelativeResize="0"/>
            <p:nvPr/>
          </p:nvPicPr>
          <p:blipFill rotWithShape="1">
            <a:blip r:embed="rId25">
              <a:alphaModFix/>
            </a:blip>
            <a:srcRect b="10"/>
            <a:stretch/>
          </p:blipFill>
          <p:spPr>
            <a:xfrm>
              <a:off x="4638264" y="3891690"/>
              <a:ext cx="538776" cy="654076"/>
            </a:xfrm>
            <a:prstGeom prst="rect">
              <a:avLst/>
            </a:prstGeom>
            <a:noFill/>
            <a:ln>
              <a:noFill/>
            </a:ln>
            <a:effectLst>
              <a:outerShdw blurRad="42863" dist="9525" dir="5400000" algn="bl" rotWithShape="0">
                <a:srgbClr val="000000">
                  <a:alpha val="20000"/>
                </a:srgbClr>
              </a:outerShdw>
            </a:effectLst>
          </p:spPr>
        </p:pic>
        <p:pic>
          <p:nvPicPr>
            <p:cNvPr id="1076" name="Google Shape;1076;g2dad4d892d1_0_108"/>
            <p:cNvPicPr preferRelativeResize="0"/>
            <p:nvPr/>
          </p:nvPicPr>
          <p:blipFill rotWithShape="1">
            <a:blip r:embed="rId26">
              <a:alphaModFix/>
            </a:blip>
            <a:srcRect b="10"/>
            <a:stretch/>
          </p:blipFill>
          <p:spPr>
            <a:xfrm>
              <a:off x="5256391" y="3891690"/>
              <a:ext cx="538776" cy="654076"/>
            </a:xfrm>
            <a:prstGeom prst="rect">
              <a:avLst/>
            </a:prstGeom>
            <a:noFill/>
            <a:ln>
              <a:noFill/>
            </a:ln>
            <a:effectLst>
              <a:outerShdw blurRad="42863" dist="9525" dir="5400000" algn="bl" rotWithShape="0">
                <a:srgbClr val="000000">
                  <a:alpha val="20000"/>
                </a:srgbClr>
              </a:outerShdw>
            </a:effectLst>
          </p:spPr>
        </p:pic>
        <p:pic>
          <p:nvPicPr>
            <p:cNvPr id="1077" name="Google Shape;1077;g2dad4d892d1_0_108"/>
            <p:cNvPicPr preferRelativeResize="0"/>
            <p:nvPr/>
          </p:nvPicPr>
          <p:blipFill rotWithShape="1">
            <a:blip r:embed="rId27">
              <a:alphaModFix/>
            </a:blip>
            <a:srcRect b="10"/>
            <a:stretch/>
          </p:blipFill>
          <p:spPr>
            <a:xfrm>
              <a:off x="5874518" y="3891690"/>
              <a:ext cx="538776" cy="654076"/>
            </a:xfrm>
            <a:prstGeom prst="rect">
              <a:avLst/>
            </a:prstGeom>
            <a:noFill/>
            <a:ln>
              <a:noFill/>
            </a:ln>
            <a:effectLst>
              <a:outerShdw blurRad="42863" dist="9525" dir="5400000" algn="bl" rotWithShape="0">
                <a:srgbClr val="000000">
                  <a:alpha val="20000"/>
                </a:srgbClr>
              </a:outerShdw>
            </a:effectLst>
          </p:spPr>
        </p:pic>
        <p:pic>
          <p:nvPicPr>
            <p:cNvPr id="1078" name="Google Shape;1078;g2dad4d892d1_0_108"/>
            <p:cNvPicPr preferRelativeResize="0"/>
            <p:nvPr/>
          </p:nvPicPr>
          <p:blipFill rotWithShape="1">
            <a:blip r:embed="rId28">
              <a:alphaModFix/>
            </a:blip>
            <a:srcRect b="10"/>
            <a:stretch/>
          </p:blipFill>
          <p:spPr>
            <a:xfrm>
              <a:off x="7110773" y="3891690"/>
              <a:ext cx="538776" cy="654076"/>
            </a:xfrm>
            <a:prstGeom prst="rect">
              <a:avLst/>
            </a:prstGeom>
            <a:noFill/>
            <a:ln>
              <a:noFill/>
            </a:ln>
            <a:effectLst>
              <a:outerShdw blurRad="42863" dist="9525" dir="5400000" algn="bl" rotWithShape="0">
                <a:srgbClr val="000000">
                  <a:alpha val="20000"/>
                </a:srgbClr>
              </a:outerShdw>
            </a:effectLst>
          </p:spPr>
        </p:pic>
        <p:pic>
          <p:nvPicPr>
            <p:cNvPr id="1079" name="Google Shape;1079;g2dad4d892d1_0_108"/>
            <p:cNvPicPr preferRelativeResize="0"/>
            <p:nvPr/>
          </p:nvPicPr>
          <p:blipFill rotWithShape="1">
            <a:blip r:embed="rId29">
              <a:alphaModFix/>
            </a:blip>
            <a:srcRect b="10"/>
            <a:stretch/>
          </p:blipFill>
          <p:spPr>
            <a:xfrm>
              <a:off x="7728900" y="3891690"/>
              <a:ext cx="538776" cy="654076"/>
            </a:xfrm>
            <a:prstGeom prst="rect">
              <a:avLst/>
            </a:prstGeom>
            <a:noFill/>
            <a:ln>
              <a:noFill/>
            </a:ln>
            <a:effectLst>
              <a:outerShdw blurRad="42863" dist="9525" dir="5400000" algn="bl" rotWithShape="0">
                <a:srgbClr val="000000">
                  <a:alpha val="20000"/>
                </a:srgbClr>
              </a:outerShdw>
            </a:effectLst>
          </p:spPr>
        </p:pic>
        <p:pic>
          <p:nvPicPr>
            <p:cNvPr id="1080" name="Google Shape;1080;g2dad4d892d1_0_108"/>
            <p:cNvPicPr preferRelativeResize="0"/>
            <p:nvPr/>
          </p:nvPicPr>
          <p:blipFill rotWithShape="1">
            <a:blip r:embed="rId30">
              <a:alphaModFix/>
            </a:blip>
            <a:srcRect b="10"/>
            <a:stretch/>
          </p:blipFill>
          <p:spPr>
            <a:xfrm>
              <a:off x="6492645" y="3891690"/>
              <a:ext cx="538776" cy="654076"/>
            </a:xfrm>
            <a:prstGeom prst="rect">
              <a:avLst/>
            </a:prstGeom>
            <a:noFill/>
            <a:ln>
              <a:noFill/>
            </a:ln>
            <a:effectLst>
              <a:outerShdw blurRad="42863" dist="9525" dir="5400000" algn="bl" rotWithShape="0">
                <a:srgbClr val="000000">
                  <a:alpha val="20000"/>
                </a:srgbClr>
              </a:outerShdw>
            </a:effectLst>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pic>
        <p:nvPicPr>
          <p:cNvPr id="1086" name="Google Shape;1086;g2dad4d892d1_0_820"/>
          <p:cNvPicPr preferRelativeResize="0"/>
          <p:nvPr/>
        </p:nvPicPr>
        <p:blipFill rotWithShape="1">
          <a:blip r:embed="rId3">
            <a:alphaModFix/>
          </a:blip>
          <a:srcRect t="95977"/>
          <a:stretch/>
        </p:blipFill>
        <p:spPr>
          <a:xfrm>
            <a:off x="2378725" y="5256203"/>
            <a:ext cx="4386550" cy="132250"/>
          </a:xfrm>
          <a:prstGeom prst="rect">
            <a:avLst/>
          </a:prstGeom>
          <a:noFill/>
          <a:ln>
            <a:noFill/>
          </a:ln>
        </p:spPr>
      </p:pic>
      <p:sp>
        <p:nvSpPr>
          <p:cNvPr id="1087" name="Google Shape;1087;g2dad4d892d1_0_820"/>
          <p:cNvSpPr txBox="1"/>
          <p:nvPr/>
        </p:nvSpPr>
        <p:spPr>
          <a:xfrm>
            <a:off x="3341580" y="3459550"/>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1000"/>
              <a:buFont typeface="Arial"/>
              <a:buNone/>
            </a:pPr>
            <a:r>
              <a:rPr lang="en-US" sz="1000" b="1" i="0" u="none" strike="noStrike" cap="none">
                <a:solidFill>
                  <a:srgbClr val="000000"/>
                </a:solidFill>
                <a:latin typeface="Helvetica Neue"/>
                <a:ea typeface="Helvetica Neue"/>
                <a:cs typeface="Helvetica Neue"/>
                <a:sym typeface="Helvetica Neue"/>
              </a:rPr>
              <a:t>Set 1 Fiction </a:t>
            </a:r>
            <a:r>
              <a:rPr lang="en-US" sz="1000" b="0" i="0" u="none" strike="noStrike" cap="none">
                <a:solidFill>
                  <a:srgbClr val="000000"/>
                </a:solidFill>
                <a:latin typeface="Helvetica Neue"/>
                <a:ea typeface="Helvetica Neue"/>
                <a:cs typeface="Helvetica Neue"/>
                <a:sym typeface="Helvetica Neue"/>
              </a:rPr>
              <a:t>Books 1 - 12</a:t>
            </a:r>
            <a:br>
              <a:rPr lang="en-US" sz="1000" b="0" i="0" u="none" strike="noStrike" cap="none">
                <a:solidFill>
                  <a:srgbClr val="000000"/>
                </a:solidFill>
                <a:latin typeface="Helvetica Neue"/>
                <a:ea typeface="Helvetica Neue"/>
                <a:cs typeface="Helvetica Neue"/>
                <a:sym typeface="Helvetica Neue"/>
              </a:rPr>
            </a:br>
            <a:r>
              <a:rPr lang="en-US" sz="800" b="0" i="0" u="none" strike="noStrike" cap="none">
                <a:solidFill>
                  <a:srgbClr val="000000"/>
                </a:solidFill>
                <a:latin typeface="Helvetica Neue"/>
                <a:ea typeface="Helvetica Neue"/>
                <a:cs typeface="Helvetica Neue"/>
                <a:sym typeface="Helvetica Neue"/>
              </a:rPr>
              <a:t>JL384</a:t>
            </a:r>
            <a:endParaRPr sz="1000" b="1" i="0" u="none" strike="noStrike" cap="none">
              <a:solidFill>
                <a:srgbClr val="000000"/>
              </a:solidFill>
              <a:latin typeface="Helvetica Neue"/>
              <a:ea typeface="Helvetica Neue"/>
              <a:cs typeface="Helvetica Neue"/>
              <a:sym typeface="Helvetica Neue"/>
            </a:endParaRPr>
          </a:p>
        </p:txBody>
      </p:sp>
      <p:sp>
        <p:nvSpPr>
          <p:cNvPr id="1088" name="Google Shape;1088;g2dad4d892d1_0_820"/>
          <p:cNvSpPr txBox="1"/>
          <p:nvPr/>
        </p:nvSpPr>
        <p:spPr>
          <a:xfrm>
            <a:off x="3341520" y="4621956"/>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1000"/>
              <a:buFont typeface="Arial"/>
              <a:buNone/>
            </a:pPr>
            <a:r>
              <a:rPr lang="en-US" sz="1000" b="1" i="0" u="none" strike="noStrike" cap="none">
                <a:solidFill>
                  <a:srgbClr val="000000"/>
                </a:solidFill>
                <a:latin typeface="Helvetica Neue"/>
                <a:ea typeface="Helvetica Neue"/>
                <a:cs typeface="Helvetica Neue"/>
                <a:sym typeface="Helvetica Neue"/>
              </a:rPr>
              <a:t>Set 2 Fiction</a:t>
            </a:r>
            <a:r>
              <a:rPr lang="en-US" sz="1000" b="0" i="0" u="none" strike="noStrike" cap="none">
                <a:solidFill>
                  <a:srgbClr val="000000"/>
                </a:solidFill>
                <a:latin typeface="Helvetica Neue"/>
                <a:ea typeface="Helvetica Neue"/>
                <a:cs typeface="Helvetica Neue"/>
                <a:sym typeface="Helvetica Neue"/>
              </a:rPr>
              <a:t> Books 1 - 12</a:t>
            </a:r>
            <a:br>
              <a:rPr lang="en-US" sz="1000" b="0" i="0" u="none" strike="noStrike" cap="none">
                <a:solidFill>
                  <a:srgbClr val="000000"/>
                </a:solidFill>
                <a:latin typeface="Helvetica Neue"/>
                <a:ea typeface="Helvetica Neue"/>
                <a:cs typeface="Helvetica Neue"/>
                <a:sym typeface="Helvetica Neue"/>
              </a:rPr>
            </a:br>
            <a:r>
              <a:rPr lang="en-US" sz="800" b="0" i="0" u="none" strike="noStrike" cap="none">
                <a:solidFill>
                  <a:srgbClr val="000000"/>
                </a:solidFill>
                <a:latin typeface="Helvetica Neue"/>
                <a:ea typeface="Helvetica Neue"/>
                <a:cs typeface="Helvetica Neue"/>
                <a:sym typeface="Helvetica Neue"/>
              </a:rPr>
              <a:t>BB109</a:t>
            </a:r>
            <a:endParaRPr sz="1000" b="1" i="0" u="none" strike="noStrike" cap="none">
              <a:solidFill>
                <a:srgbClr val="000000"/>
              </a:solidFill>
              <a:latin typeface="Helvetica Neue"/>
              <a:ea typeface="Helvetica Neue"/>
              <a:cs typeface="Helvetica Neue"/>
              <a:sym typeface="Helvetica Neue"/>
            </a:endParaRPr>
          </a:p>
        </p:txBody>
      </p:sp>
      <p:grpSp>
        <p:nvGrpSpPr>
          <p:cNvPr id="1089" name="Google Shape;1089;g2dad4d892d1_0_820"/>
          <p:cNvGrpSpPr/>
          <p:nvPr/>
        </p:nvGrpSpPr>
        <p:grpSpPr>
          <a:xfrm>
            <a:off x="929500" y="3891690"/>
            <a:ext cx="7338176" cy="654076"/>
            <a:chOff x="929500" y="3891690"/>
            <a:chExt cx="7338176" cy="654076"/>
          </a:xfrm>
        </p:grpSpPr>
        <p:pic>
          <p:nvPicPr>
            <p:cNvPr id="1090" name="Google Shape;1090;g2dad4d892d1_0_820"/>
            <p:cNvPicPr preferRelativeResize="0"/>
            <p:nvPr/>
          </p:nvPicPr>
          <p:blipFill rotWithShape="1">
            <a:blip r:embed="rId4">
              <a:alphaModFix/>
            </a:blip>
            <a:srcRect b="10"/>
            <a:stretch/>
          </p:blipFill>
          <p:spPr>
            <a:xfrm>
              <a:off x="929500" y="3891690"/>
              <a:ext cx="538776" cy="654076"/>
            </a:xfrm>
            <a:prstGeom prst="rect">
              <a:avLst/>
            </a:prstGeom>
            <a:noFill/>
            <a:ln>
              <a:noFill/>
            </a:ln>
            <a:effectLst>
              <a:outerShdw blurRad="42863" dist="9525" dir="5400000" algn="bl" rotWithShape="0">
                <a:srgbClr val="000000">
                  <a:alpha val="20000"/>
                </a:srgbClr>
              </a:outerShdw>
            </a:effectLst>
          </p:spPr>
        </p:pic>
        <p:pic>
          <p:nvPicPr>
            <p:cNvPr id="1091" name="Google Shape;1091;g2dad4d892d1_0_820"/>
            <p:cNvPicPr preferRelativeResize="0"/>
            <p:nvPr/>
          </p:nvPicPr>
          <p:blipFill rotWithShape="1">
            <a:blip r:embed="rId5">
              <a:alphaModFix/>
            </a:blip>
            <a:srcRect b="10"/>
            <a:stretch/>
          </p:blipFill>
          <p:spPr>
            <a:xfrm>
              <a:off x="1547627" y="3891690"/>
              <a:ext cx="538776" cy="654076"/>
            </a:xfrm>
            <a:prstGeom prst="rect">
              <a:avLst/>
            </a:prstGeom>
            <a:noFill/>
            <a:ln>
              <a:noFill/>
            </a:ln>
            <a:effectLst>
              <a:outerShdw blurRad="42863" dist="9525" dir="5400000" algn="bl" rotWithShape="0">
                <a:srgbClr val="000000">
                  <a:alpha val="20000"/>
                </a:srgbClr>
              </a:outerShdw>
            </a:effectLst>
          </p:spPr>
        </p:pic>
        <p:pic>
          <p:nvPicPr>
            <p:cNvPr id="1092" name="Google Shape;1092;g2dad4d892d1_0_820"/>
            <p:cNvPicPr preferRelativeResize="0"/>
            <p:nvPr/>
          </p:nvPicPr>
          <p:blipFill rotWithShape="1">
            <a:blip r:embed="rId6">
              <a:alphaModFix/>
            </a:blip>
            <a:srcRect b="10"/>
            <a:stretch/>
          </p:blipFill>
          <p:spPr>
            <a:xfrm>
              <a:off x="2165755" y="3891690"/>
              <a:ext cx="538776" cy="654076"/>
            </a:xfrm>
            <a:prstGeom prst="rect">
              <a:avLst/>
            </a:prstGeom>
            <a:noFill/>
            <a:ln>
              <a:noFill/>
            </a:ln>
            <a:effectLst>
              <a:outerShdw blurRad="42863" dist="9525" dir="5400000" algn="bl" rotWithShape="0">
                <a:srgbClr val="000000">
                  <a:alpha val="20000"/>
                </a:srgbClr>
              </a:outerShdw>
            </a:effectLst>
          </p:spPr>
        </p:pic>
        <p:pic>
          <p:nvPicPr>
            <p:cNvPr id="1093" name="Google Shape;1093;g2dad4d892d1_0_820"/>
            <p:cNvPicPr preferRelativeResize="0"/>
            <p:nvPr/>
          </p:nvPicPr>
          <p:blipFill rotWithShape="1">
            <a:blip r:embed="rId7">
              <a:alphaModFix/>
            </a:blip>
            <a:srcRect b="10"/>
            <a:stretch/>
          </p:blipFill>
          <p:spPr>
            <a:xfrm>
              <a:off x="2783882" y="3891690"/>
              <a:ext cx="538776" cy="654076"/>
            </a:xfrm>
            <a:prstGeom prst="rect">
              <a:avLst/>
            </a:prstGeom>
            <a:noFill/>
            <a:ln>
              <a:noFill/>
            </a:ln>
            <a:effectLst>
              <a:outerShdw blurRad="42863" dist="9525" dir="5400000" algn="bl" rotWithShape="0">
                <a:srgbClr val="000000">
                  <a:alpha val="20000"/>
                </a:srgbClr>
              </a:outerShdw>
            </a:effectLst>
          </p:spPr>
        </p:pic>
        <p:pic>
          <p:nvPicPr>
            <p:cNvPr id="1094" name="Google Shape;1094;g2dad4d892d1_0_820"/>
            <p:cNvPicPr preferRelativeResize="0"/>
            <p:nvPr/>
          </p:nvPicPr>
          <p:blipFill rotWithShape="1">
            <a:blip r:embed="rId8">
              <a:alphaModFix/>
            </a:blip>
            <a:srcRect b="10"/>
            <a:stretch/>
          </p:blipFill>
          <p:spPr>
            <a:xfrm>
              <a:off x="3402009" y="3891690"/>
              <a:ext cx="538776" cy="654076"/>
            </a:xfrm>
            <a:prstGeom prst="rect">
              <a:avLst/>
            </a:prstGeom>
            <a:noFill/>
            <a:ln>
              <a:noFill/>
            </a:ln>
            <a:effectLst>
              <a:outerShdw blurRad="42863" dist="9525" dir="5400000" algn="bl" rotWithShape="0">
                <a:srgbClr val="000000">
                  <a:alpha val="20000"/>
                </a:srgbClr>
              </a:outerShdw>
            </a:effectLst>
          </p:spPr>
        </p:pic>
        <p:pic>
          <p:nvPicPr>
            <p:cNvPr id="1095" name="Google Shape;1095;g2dad4d892d1_0_820"/>
            <p:cNvPicPr preferRelativeResize="0"/>
            <p:nvPr/>
          </p:nvPicPr>
          <p:blipFill rotWithShape="1">
            <a:blip r:embed="rId9">
              <a:alphaModFix/>
            </a:blip>
            <a:srcRect b="10"/>
            <a:stretch/>
          </p:blipFill>
          <p:spPr>
            <a:xfrm>
              <a:off x="4020136" y="3891690"/>
              <a:ext cx="538776" cy="654076"/>
            </a:xfrm>
            <a:prstGeom prst="rect">
              <a:avLst/>
            </a:prstGeom>
            <a:noFill/>
            <a:ln>
              <a:noFill/>
            </a:ln>
            <a:effectLst>
              <a:outerShdw blurRad="42863" dist="9525" dir="5400000" algn="bl" rotWithShape="0">
                <a:srgbClr val="000000">
                  <a:alpha val="20000"/>
                </a:srgbClr>
              </a:outerShdw>
            </a:effectLst>
          </p:spPr>
        </p:pic>
        <p:pic>
          <p:nvPicPr>
            <p:cNvPr id="1096" name="Google Shape;1096;g2dad4d892d1_0_820"/>
            <p:cNvPicPr preferRelativeResize="0"/>
            <p:nvPr/>
          </p:nvPicPr>
          <p:blipFill rotWithShape="1">
            <a:blip r:embed="rId10">
              <a:alphaModFix/>
            </a:blip>
            <a:srcRect b="10"/>
            <a:stretch/>
          </p:blipFill>
          <p:spPr>
            <a:xfrm>
              <a:off x="4638264" y="3891690"/>
              <a:ext cx="538776" cy="654076"/>
            </a:xfrm>
            <a:prstGeom prst="rect">
              <a:avLst/>
            </a:prstGeom>
            <a:noFill/>
            <a:ln>
              <a:noFill/>
            </a:ln>
            <a:effectLst>
              <a:outerShdw blurRad="42863" dist="9525" dir="5400000" algn="bl" rotWithShape="0">
                <a:srgbClr val="000000">
                  <a:alpha val="20000"/>
                </a:srgbClr>
              </a:outerShdw>
            </a:effectLst>
          </p:spPr>
        </p:pic>
        <p:pic>
          <p:nvPicPr>
            <p:cNvPr id="1097" name="Google Shape;1097;g2dad4d892d1_0_820"/>
            <p:cNvPicPr preferRelativeResize="0"/>
            <p:nvPr/>
          </p:nvPicPr>
          <p:blipFill rotWithShape="1">
            <a:blip r:embed="rId11">
              <a:alphaModFix/>
            </a:blip>
            <a:srcRect b="10"/>
            <a:stretch/>
          </p:blipFill>
          <p:spPr>
            <a:xfrm>
              <a:off x="5256391" y="3891690"/>
              <a:ext cx="538776" cy="654076"/>
            </a:xfrm>
            <a:prstGeom prst="rect">
              <a:avLst/>
            </a:prstGeom>
            <a:noFill/>
            <a:ln>
              <a:noFill/>
            </a:ln>
            <a:effectLst>
              <a:outerShdw blurRad="42863" dist="9525" dir="5400000" algn="bl" rotWithShape="0">
                <a:srgbClr val="000000">
                  <a:alpha val="20000"/>
                </a:srgbClr>
              </a:outerShdw>
            </a:effectLst>
          </p:spPr>
        </p:pic>
        <p:pic>
          <p:nvPicPr>
            <p:cNvPr id="1098" name="Google Shape;1098;g2dad4d892d1_0_820"/>
            <p:cNvPicPr preferRelativeResize="0"/>
            <p:nvPr/>
          </p:nvPicPr>
          <p:blipFill rotWithShape="1">
            <a:blip r:embed="rId12">
              <a:alphaModFix/>
            </a:blip>
            <a:srcRect b="10"/>
            <a:stretch/>
          </p:blipFill>
          <p:spPr>
            <a:xfrm>
              <a:off x="5874518" y="3891690"/>
              <a:ext cx="538776" cy="654076"/>
            </a:xfrm>
            <a:prstGeom prst="rect">
              <a:avLst/>
            </a:prstGeom>
            <a:noFill/>
            <a:ln>
              <a:noFill/>
            </a:ln>
            <a:effectLst>
              <a:outerShdw blurRad="42863" dist="9525" dir="5400000" algn="bl" rotWithShape="0">
                <a:srgbClr val="000000">
                  <a:alpha val="20000"/>
                </a:srgbClr>
              </a:outerShdw>
            </a:effectLst>
          </p:spPr>
        </p:pic>
        <p:pic>
          <p:nvPicPr>
            <p:cNvPr id="1099" name="Google Shape;1099;g2dad4d892d1_0_820"/>
            <p:cNvPicPr preferRelativeResize="0"/>
            <p:nvPr/>
          </p:nvPicPr>
          <p:blipFill rotWithShape="1">
            <a:blip r:embed="rId13">
              <a:alphaModFix/>
            </a:blip>
            <a:srcRect b="10"/>
            <a:stretch/>
          </p:blipFill>
          <p:spPr>
            <a:xfrm>
              <a:off x="6492645" y="3891690"/>
              <a:ext cx="538776" cy="654076"/>
            </a:xfrm>
            <a:prstGeom prst="rect">
              <a:avLst/>
            </a:prstGeom>
            <a:noFill/>
            <a:ln>
              <a:noFill/>
            </a:ln>
            <a:effectLst>
              <a:outerShdw blurRad="42863" dist="9525" dir="5400000" algn="bl" rotWithShape="0">
                <a:srgbClr val="000000">
                  <a:alpha val="20000"/>
                </a:srgbClr>
              </a:outerShdw>
            </a:effectLst>
          </p:spPr>
        </p:pic>
        <p:pic>
          <p:nvPicPr>
            <p:cNvPr id="1100" name="Google Shape;1100;g2dad4d892d1_0_820"/>
            <p:cNvPicPr preferRelativeResize="0"/>
            <p:nvPr/>
          </p:nvPicPr>
          <p:blipFill rotWithShape="1">
            <a:blip r:embed="rId14">
              <a:alphaModFix/>
            </a:blip>
            <a:srcRect b="10"/>
            <a:stretch/>
          </p:blipFill>
          <p:spPr>
            <a:xfrm>
              <a:off x="7110773" y="3891690"/>
              <a:ext cx="538776" cy="654076"/>
            </a:xfrm>
            <a:prstGeom prst="rect">
              <a:avLst/>
            </a:prstGeom>
            <a:noFill/>
            <a:ln>
              <a:noFill/>
            </a:ln>
            <a:effectLst>
              <a:outerShdw blurRad="42863" dist="9525" dir="5400000" algn="bl" rotWithShape="0">
                <a:srgbClr val="000000">
                  <a:alpha val="20000"/>
                </a:srgbClr>
              </a:outerShdw>
            </a:effectLst>
          </p:spPr>
        </p:pic>
        <p:pic>
          <p:nvPicPr>
            <p:cNvPr id="1101" name="Google Shape;1101;g2dad4d892d1_0_820"/>
            <p:cNvPicPr preferRelativeResize="0"/>
            <p:nvPr/>
          </p:nvPicPr>
          <p:blipFill rotWithShape="1">
            <a:blip r:embed="rId15">
              <a:alphaModFix/>
            </a:blip>
            <a:srcRect b="10"/>
            <a:stretch/>
          </p:blipFill>
          <p:spPr>
            <a:xfrm>
              <a:off x="7728900" y="3891690"/>
              <a:ext cx="538776" cy="654076"/>
            </a:xfrm>
            <a:prstGeom prst="rect">
              <a:avLst/>
            </a:prstGeom>
            <a:noFill/>
            <a:ln>
              <a:noFill/>
            </a:ln>
            <a:effectLst>
              <a:outerShdw blurRad="42863" dist="9525" dir="5400000" algn="bl" rotWithShape="0">
                <a:srgbClr val="000000">
                  <a:alpha val="20000"/>
                </a:srgbClr>
              </a:outerShdw>
            </a:effectLst>
          </p:spPr>
        </p:pic>
      </p:grpSp>
      <p:grpSp>
        <p:nvGrpSpPr>
          <p:cNvPr id="1102" name="Google Shape;1102;g2dad4d892d1_0_820"/>
          <p:cNvGrpSpPr/>
          <p:nvPr/>
        </p:nvGrpSpPr>
        <p:grpSpPr>
          <a:xfrm>
            <a:off x="5865800" y="746499"/>
            <a:ext cx="2637000" cy="1724051"/>
            <a:chOff x="5865800" y="746499"/>
            <a:chExt cx="2637000" cy="1724051"/>
          </a:xfrm>
        </p:grpSpPr>
        <p:sp>
          <p:nvSpPr>
            <p:cNvPr id="1103" name="Google Shape;1103;g2dad4d892d1_0_820"/>
            <p:cNvSpPr/>
            <p:nvPr/>
          </p:nvSpPr>
          <p:spPr>
            <a:xfrm rot="555701">
              <a:off x="7210835" y="829606"/>
              <a:ext cx="1140772" cy="1491536"/>
            </a:xfrm>
            <a:prstGeom prst="roundRect">
              <a:avLst>
                <a:gd name="adj" fmla="val 7407"/>
              </a:avLst>
            </a:prstGeom>
            <a:solidFill>
              <a:srgbClr val="FFFFFF"/>
            </a:solidFill>
            <a:ln>
              <a:noFill/>
            </a:ln>
            <a:effectLst>
              <a:outerShdw blurRad="42863" dist="19050" dir="5400000"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4" name="Google Shape;1104;g2dad4d892d1_0_820"/>
            <p:cNvSpPr txBox="1"/>
            <p:nvPr/>
          </p:nvSpPr>
          <p:spPr>
            <a:xfrm>
              <a:off x="5865801" y="856225"/>
              <a:ext cx="1462800" cy="31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000" b="0" i="0" u="none" strike="noStrike" cap="none">
                  <a:solidFill>
                    <a:srgbClr val="000000"/>
                  </a:solidFill>
                  <a:latin typeface="Poppins"/>
                  <a:ea typeface="Poppins"/>
                  <a:cs typeface="Poppins"/>
                  <a:sym typeface="Poppins"/>
                </a:rPr>
                <a:t>click to view online book tracker</a:t>
              </a:r>
              <a:endParaRPr sz="1000" b="0" i="0" u="none" strike="noStrike" cap="none">
                <a:solidFill>
                  <a:srgbClr val="000000"/>
                </a:solidFill>
                <a:latin typeface="Poppins"/>
                <a:ea typeface="Poppins"/>
                <a:cs typeface="Poppins"/>
                <a:sym typeface="Poppins"/>
              </a:endParaRPr>
            </a:p>
          </p:txBody>
        </p:sp>
        <p:pic>
          <p:nvPicPr>
            <p:cNvPr id="1105" name="Google Shape;1105;g2dad4d892d1_0_820"/>
            <p:cNvPicPr preferRelativeResize="0"/>
            <p:nvPr/>
          </p:nvPicPr>
          <p:blipFill rotWithShape="1">
            <a:blip r:embed="rId16">
              <a:alphaModFix/>
            </a:blip>
            <a:srcRect/>
            <a:stretch/>
          </p:blipFill>
          <p:spPr>
            <a:xfrm rot="2297168" flipH="1">
              <a:off x="6837510" y="1250543"/>
              <a:ext cx="469392" cy="232787"/>
            </a:xfrm>
            <a:prstGeom prst="rect">
              <a:avLst/>
            </a:prstGeom>
            <a:noFill/>
            <a:ln>
              <a:noFill/>
            </a:ln>
          </p:spPr>
        </p:pic>
        <p:pic>
          <p:nvPicPr>
            <p:cNvPr id="1106" name="Google Shape;1106;g2dad4d892d1_0_820"/>
            <p:cNvPicPr preferRelativeResize="0"/>
            <p:nvPr/>
          </p:nvPicPr>
          <p:blipFill rotWithShape="1">
            <a:blip r:embed="rId17">
              <a:alphaModFix/>
            </a:blip>
            <a:srcRect/>
            <a:stretch/>
          </p:blipFill>
          <p:spPr>
            <a:xfrm rot="555184">
              <a:off x="7266109" y="820598"/>
              <a:ext cx="1040680" cy="1470852"/>
            </a:xfrm>
            <a:prstGeom prst="rect">
              <a:avLst/>
            </a:prstGeom>
            <a:noFill/>
            <a:ln>
              <a:noFill/>
            </a:ln>
          </p:spPr>
        </p:pic>
        <p:sp>
          <p:nvSpPr>
            <p:cNvPr id="1107" name="Google Shape;1107;g2dad4d892d1_0_820">
              <a:hlinkClick r:id="rId18"/>
            </p:cNvPr>
            <p:cNvSpPr/>
            <p:nvPr/>
          </p:nvSpPr>
          <p:spPr>
            <a:xfrm>
              <a:off x="5865800" y="815150"/>
              <a:ext cx="2637000" cy="1655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08" name="Google Shape;1108;g2dad4d892d1_0_820"/>
          <p:cNvGrpSpPr/>
          <p:nvPr/>
        </p:nvGrpSpPr>
        <p:grpSpPr>
          <a:xfrm>
            <a:off x="929500" y="2729275"/>
            <a:ext cx="7338176" cy="654076"/>
            <a:chOff x="929500" y="2729275"/>
            <a:chExt cx="7338176" cy="654076"/>
          </a:xfrm>
        </p:grpSpPr>
        <p:pic>
          <p:nvPicPr>
            <p:cNvPr id="1109" name="Google Shape;1109;g2dad4d892d1_0_820"/>
            <p:cNvPicPr preferRelativeResize="0"/>
            <p:nvPr/>
          </p:nvPicPr>
          <p:blipFill rotWithShape="1">
            <a:blip r:embed="rId19">
              <a:alphaModFix/>
            </a:blip>
            <a:srcRect b="10"/>
            <a:stretch/>
          </p:blipFill>
          <p:spPr>
            <a:xfrm>
              <a:off x="929500" y="2729275"/>
              <a:ext cx="538776" cy="654076"/>
            </a:xfrm>
            <a:prstGeom prst="rect">
              <a:avLst/>
            </a:prstGeom>
            <a:noFill/>
            <a:ln>
              <a:noFill/>
            </a:ln>
            <a:effectLst>
              <a:outerShdw blurRad="42863" dist="9525" dir="5400000" algn="bl" rotWithShape="0">
                <a:srgbClr val="000000">
                  <a:alpha val="20000"/>
                </a:srgbClr>
              </a:outerShdw>
            </a:effectLst>
          </p:spPr>
        </p:pic>
        <p:pic>
          <p:nvPicPr>
            <p:cNvPr id="1110" name="Google Shape;1110;g2dad4d892d1_0_820"/>
            <p:cNvPicPr preferRelativeResize="0"/>
            <p:nvPr/>
          </p:nvPicPr>
          <p:blipFill rotWithShape="1">
            <a:blip r:embed="rId20">
              <a:alphaModFix/>
            </a:blip>
            <a:srcRect b="10"/>
            <a:stretch/>
          </p:blipFill>
          <p:spPr>
            <a:xfrm>
              <a:off x="1547627" y="2729275"/>
              <a:ext cx="538776" cy="654076"/>
            </a:xfrm>
            <a:prstGeom prst="rect">
              <a:avLst/>
            </a:prstGeom>
            <a:noFill/>
            <a:ln>
              <a:noFill/>
            </a:ln>
            <a:effectLst>
              <a:outerShdw blurRad="42863" dist="9525" dir="5400000" algn="bl" rotWithShape="0">
                <a:srgbClr val="000000">
                  <a:alpha val="20000"/>
                </a:srgbClr>
              </a:outerShdw>
            </a:effectLst>
          </p:spPr>
        </p:pic>
        <p:pic>
          <p:nvPicPr>
            <p:cNvPr id="1111" name="Google Shape;1111;g2dad4d892d1_0_820"/>
            <p:cNvPicPr preferRelativeResize="0"/>
            <p:nvPr/>
          </p:nvPicPr>
          <p:blipFill rotWithShape="1">
            <a:blip r:embed="rId21">
              <a:alphaModFix/>
            </a:blip>
            <a:srcRect b="10"/>
            <a:stretch/>
          </p:blipFill>
          <p:spPr>
            <a:xfrm>
              <a:off x="2165755" y="2729275"/>
              <a:ext cx="538776" cy="654076"/>
            </a:xfrm>
            <a:prstGeom prst="rect">
              <a:avLst/>
            </a:prstGeom>
            <a:noFill/>
            <a:ln>
              <a:noFill/>
            </a:ln>
            <a:effectLst>
              <a:outerShdw blurRad="42863" dist="9525" dir="5400000" algn="bl" rotWithShape="0">
                <a:srgbClr val="000000">
                  <a:alpha val="20000"/>
                </a:srgbClr>
              </a:outerShdw>
            </a:effectLst>
          </p:spPr>
        </p:pic>
        <p:pic>
          <p:nvPicPr>
            <p:cNvPr id="1112" name="Google Shape;1112;g2dad4d892d1_0_820"/>
            <p:cNvPicPr preferRelativeResize="0"/>
            <p:nvPr/>
          </p:nvPicPr>
          <p:blipFill rotWithShape="1">
            <a:blip r:embed="rId22">
              <a:alphaModFix/>
            </a:blip>
            <a:srcRect b="10"/>
            <a:stretch/>
          </p:blipFill>
          <p:spPr>
            <a:xfrm>
              <a:off x="2783882" y="2729275"/>
              <a:ext cx="538776" cy="654076"/>
            </a:xfrm>
            <a:prstGeom prst="rect">
              <a:avLst/>
            </a:prstGeom>
            <a:noFill/>
            <a:ln>
              <a:noFill/>
            </a:ln>
            <a:effectLst>
              <a:outerShdw blurRad="42863" dist="9525" dir="5400000" algn="bl" rotWithShape="0">
                <a:srgbClr val="000000">
                  <a:alpha val="20000"/>
                </a:srgbClr>
              </a:outerShdw>
            </a:effectLst>
          </p:spPr>
        </p:pic>
        <p:pic>
          <p:nvPicPr>
            <p:cNvPr id="1113" name="Google Shape;1113;g2dad4d892d1_0_820"/>
            <p:cNvPicPr preferRelativeResize="0"/>
            <p:nvPr/>
          </p:nvPicPr>
          <p:blipFill rotWithShape="1">
            <a:blip r:embed="rId23">
              <a:alphaModFix/>
            </a:blip>
            <a:srcRect b="10"/>
            <a:stretch/>
          </p:blipFill>
          <p:spPr>
            <a:xfrm>
              <a:off x="3402009" y="2729275"/>
              <a:ext cx="538776" cy="654076"/>
            </a:xfrm>
            <a:prstGeom prst="rect">
              <a:avLst/>
            </a:prstGeom>
            <a:noFill/>
            <a:ln>
              <a:noFill/>
            </a:ln>
            <a:effectLst>
              <a:outerShdw blurRad="42863" dist="9525" dir="5400000" algn="bl" rotWithShape="0">
                <a:srgbClr val="000000">
                  <a:alpha val="20000"/>
                </a:srgbClr>
              </a:outerShdw>
            </a:effectLst>
          </p:spPr>
        </p:pic>
        <p:pic>
          <p:nvPicPr>
            <p:cNvPr id="1114" name="Google Shape;1114;g2dad4d892d1_0_820"/>
            <p:cNvPicPr preferRelativeResize="0"/>
            <p:nvPr/>
          </p:nvPicPr>
          <p:blipFill rotWithShape="1">
            <a:blip r:embed="rId24">
              <a:alphaModFix/>
            </a:blip>
            <a:srcRect b="10"/>
            <a:stretch/>
          </p:blipFill>
          <p:spPr>
            <a:xfrm>
              <a:off x="4020136" y="2729275"/>
              <a:ext cx="538776" cy="654076"/>
            </a:xfrm>
            <a:prstGeom prst="rect">
              <a:avLst/>
            </a:prstGeom>
            <a:noFill/>
            <a:ln>
              <a:noFill/>
            </a:ln>
            <a:effectLst>
              <a:outerShdw blurRad="42863" dist="9525" dir="5400000" algn="bl" rotWithShape="0">
                <a:srgbClr val="000000">
                  <a:alpha val="20000"/>
                </a:srgbClr>
              </a:outerShdw>
            </a:effectLst>
          </p:spPr>
        </p:pic>
        <p:pic>
          <p:nvPicPr>
            <p:cNvPr id="1115" name="Google Shape;1115;g2dad4d892d1_0_820"/>
            <p:cNvPicPr preferRelativeResize="0"/>
            <p:nvPr/>
          </p:nvPicPr>
          <p:blipFill rotWithShape="1">
            <a:blip r:embed="rId25">
              <a:alphaModFix/>
            </a:blip>
            <a:srcRect b="10"/>
            <a:stretch/>
          </p:blipFill>
          <p:spPr>
            <a:xfrm>
              <a:off x="5256391" y="2729275"/>
              <a:ext cx="538776" cy="654076"/>
            </a:xfrm>
            <a:prstGeom prst="rect">
              <a:avLst/>
            </a:prstGeom>
            <a:noFill/>
            <a:ln>
              <a:noFill/>
            </a:ln>
            <a:effectLst>
              <a:outerShdw blurRad="42863" dist="9525" dir="5400000" algn="bl" rotWithShape="0">
                <a:srgbClr val="000000">
                  <a:alpha val="20000"/>
                </a:srgbClr>
              </a:outerShdw>
            </a:effectLst>
          </p:spPr>
        </p:pic>
        <p:pic>
          <p:nvPicPr>
            <p:cNvPr id="1116" name="Google Shape;1116;g2dad4d892d1_0_820"/>
            <p:cNvPicPr preferRelativeResize="0"/>
            <p:nvPr/>
          </p:nvPicPr>
          <p:blipFill rotWithShape="1">
            <a:blip r:embed="rId26">
              <a:alphaModFix/>
            </a:blip>
            <a:srcRect b="10"/>
            <a:stretch/>
          </p:blipFill>
          <p:spPr>
            <a:xfrm>
              <a:off x="5874518" y="2729275"/>
              <a:ext cx="538776" cy="654076"/>
            </a:xfrm>
            <a:prstGeom prst="rect">
              <a:avLst/>
            </a:prstGeom>
            <a:noFill/>
            <a:ln>
              <a:noFill/>
            </a:ln>
            <a:effectLst>
              <a:outerShdw blurRad="42863" dist="9525" dir="5400000" algn="bl" rotWithShape="0">
                <a:srgbClr val="000000">
                  <a:alpha val="20000"/>
                </a:srgbClr>
              </a:outerShdw>
            </a:effectLst>
          </p:spPr>
        </p:pic>
        <p:pic>
          <p:nvPicPr>
            <p:cNvPr id="1117" name="Google Shape;1117;g2dad4d892d1_0_820"/>
            <p:cNvPicPr preferRelativeResize="0"/>
            <p:nvPr/>
          </p:nvPicPr>
          <p:blipFill rotWithShape="1">
            <a:blip r:embed="rId27">
              <a:alphaModFix/>
            </a:blip>
            <a:srcRect b="10"/>
            <a:stretch/>
          </p:blipFill>
          <p:spPr>
            <a:xfrm>
              <a:off x="6492645" y="2729275"/>
              <a:ext cx="538776" cy="654076"/>
            </a:xfrm>
            <a:prstGeom prst="rect">
              <a:avLst/>
            </a:prstGeom>
            <a:noFill/>
            <a:ln>
              <a:noFill/>
            </a:ln>
            <a:effectLst>
              <a:outerShdw blurRad="42863" dist="9525" dir="5400000" algn="bl" rotWithShape="0">
                <a:srgbClr val="000000">
                  <a:alpha val="20000"/>
                </a:srgbClr>
              </a:outerShdw>
            </a:effectLst>
          </p:spPr>
        </p:pic>
        <p:pic>
          <p:nvPicPr>
            <p:cNvPr id="1118" name="Google Shape;1118;g2dad4d892d1_0_820"/>
            <p:cNvPicPr preferRelativeResize="0"/>
            <p:nvPr/>
          </p:nvPicPr>
          <p:blipFill rotWithShape="1">
            <a:blip r:embed="rId28">
              <a:alphaModFix/>
            </a:blip>
            <a:srcRect b="10"/>
            <a:stretch/>
          </p:blipFill>
          <p:spPr>
            <a:xfrm>
              <a:off x="7110773" y="2729275"/>
              <a:ext cx="538776" cy="654076"/>
            </a:xfrm>
            <a:prstGeom prst="rect">
              <a:avLst/>
            </a:prstGeom>
            <a:noFill/>
            <a:ln>
              <a:noFill/>
            </a:ln>
            <a:effectLst>
              <a:outerShdw blurRad="42863" dist="9525" dir="5400000" algn="bl" rotWithShape="0">
                <a:srgbClr val="000000">
                  <a:alpha val="20000"/>
                </a:srgbClr>
              </a:outerShdw>
            </a:effectLst>
          </p:spPr>
        </p:pic>
        <p:pic>
          <p:nvPicPr>
            <p:cNvPr id="1119" name="Google Shape;1119;g2dad4d892d1_0_820"/>
            <p:cNvPicPr preferRelativeResize="0"/>
            <p:nvPr/>
          </p:nvPicPr>
          <p:blipFill rotWithShape="1">
            <a:blip r:embed="rId29">
              <a:alphaModFix/>
            </a:blip>
            <a:srcRect b="10"/>
            <a:stretch/>
          </p:blipFill>
          <p:spPr>
            <a:xfrm>
              <a:off x="7728900" y="2729275"/>
              <a:ext cx="538776" cy="654076"/>
            </a:xfrm>
            <a:prstGeom prst="rect">
              <a:avLst/>
            </a:prstGeom>
            <a:noFill/>
            <a:ln>
              <a:noFill/>
            </a:ln>
            <a:effectLst>
              <a:outerShdw blurRad="42863" dist="9525" dir="5400000" algn="bl" rotWithShape="0">
                <a:srgbClr val="000000">
                  <a:alpha val="20000"/>
                </a:srgbClr>
              </a:outerShdw>
            </a:effectLst>
          </p:spPr>
        </p:pic>
        <p:pic>
          <p:nvPicPr>
            <p:cNvPr id="1120" name="Google Shape;1120;g2dad4d892d1_0_820"/>
            <p:cNvPicPr preferRelativeResize="0"/>
            <p:nvPr/>
          </p:nvPicPr>
          <p:blipFill rotWithShape="1">
            <a:blip r:embed="rId30">
              <a:alphaModFix/>
            </a:blip>
            <a:srcRect b="10"/>
            <a:stretch/>
          </p:blipFill>
          <p:spPr>
            <a:xfrm>
              <a:off x="4638264" y="2729275"/>
              <a:ext cx="538776" cy="654076"/>
            </a:xfrm>
            <a:prstGeom prst="rect">
              <a:avLst/>
            </a:prstGeom>
            <a:noFill/>
            <a:ln>
              <a:noFill/>
            </a:ln>
            <a:effectLst>
              <a:outerShdw blurRad="42863" dist="9525" dir="5400000" algn="bl" rotWithShape="0">
                <a:srgbClr val="000000">
                  <a:alpha val="20000"/>
                </a:srgbClr>
              </a:outerShdw>
            </a:effectLst>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329</Words>
  <Application>Microsoft Office PowerPoint</Application>
  <PresentationFormat>On-screen Show (4:3)</PresentationFormat>
  <Paragraphs>87</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Calibri</vt:lpstr>
      <vt:lpstr>Poppins SemiBold</vt:lpstr>
      <vt:lpstr>Poppins</vt:lpstr>
      <vt:lpstr>Nunito Black</vt:lpstr>
      <vt:lpstr>Arial</vt:lpstr>
      <vt:lpstr>Jost</vt:lpstr>
      <vt:lpstr>Helvetica Neue</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Practise Common Exception Words</vt:lpstr>
      <vt:lpstr>Practise Common Exception Words</vt:lpstr>
      <vt:lpstr>Teach Common Exception Words</vt:lpstr>
      <vt:lpstr>Teach Common Exception Words</vt:lpstr>
      <vt:lpstr>Practise High Frequency Words</vt:lpstr>
      <vt:lpstr>Practise High Frequency Words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2026-05-20T07:11:55Z</dcterms:modified>
</cp:coreProperties>
</file>