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Lst>
  <p:sldSz cx="9144000" cy="6858000" type="screen4x3"/>
  <p:notesSz cx="6858000" cy="9144000"/>
  <p:embeddedFontLst>
    <p:embeddedFont>
      <p:font typeface="Jost" panose="020B0604020202020204" charset="0"/>
      <p:regular r:id="rId24"/>
      <p:bold r:id="rId25"/>
      <p:italic r:id="rId26"/>
      <p:boldItalic r:id="rId27"/>
    </p:embeddedFont>
    <p:embeddedFont>
      <p:font typeface="Nunito Black" pitchFamily="2" charset="0"/>
      <p:bold r:id="rId28"/>
      <p:boldItalic r:id="rId29"/>
    </p:embeddedFont>
    <p:embeddedFont>
      <p:font typeface="Poppins" panose="00000500000000000000" pitchFamily="2" charset="0"/>
      <p:regular r:id="rId30"/>
      <p:bold r:id="rId31"/>
      <p:italic r:id="rId32"/>
      <p:boldItalic r:id="rId33"/>
    </p:embeddedFont>
    <p:embeddedFont>
      <p:font typeface="Poppins Medium" panose="00000600000000000000" pitchFamily="2" charset="0"/>
      <p:regular r:id="rId34"/>
      <p:bold r:id="rId35"/>
      <p:italic r:id="rId36"/>
      <p:boldItalic r:id="rId37"/>
    </p:embeddedFont>
    <p:embeddedFont>
      <p:font typeface="Poppins SemiBold" panose="00000700000000000000" pitchFamily="2"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8" roundtripDataSignature="AMtx7mh2aUfO9n46IElGuIv6v6FFt6pr7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5C6B80-CCDC-4486-8FC5-4B7C12018601}">
  <a:tblStyle styleId="{B35C6B80-CCDC-4486-8FC5-4B7C12018601}"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font" Target="fonts/font16.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font" Target="fonts/font14.fntdata"/><Relationship Id="rId40" Type="http://schemas.openxmlformats.org/officeDocument/2006/relationships/font" Target="fonts/font1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font" Target="fonts/font13.fntdata"/><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48" Type="http://customschemas.google.com/relationships/presentationmetadata" Target="metadata"/><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font" Target="fonts/font15.fntdata"/><Relationship Id="rId20" Type="http://schemas.openxmlformats.org/officeDocument/2006/relationships/slide" Target="slides/slide19.xml"/><Relationship Id="rId41" Type="http://schemas.openxmlformats.org/officeDocument/2006/relationships/font" Target="fonts/font18.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7" name="Google Shape;657;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5" name="Google Shape;665;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g2c298da1f27_0_4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0" name="Google Shape;730;g2c298da1f27_0_4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1" name="Google Shape;731;g2c298da1f27_0_4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cdbdd49f8e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cdbdd49f8e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cdbdd49f8e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2c298da1f27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0" name="Google Shape;830;g2c298da1f27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1" name="Google Shape;831;g2c298da1f27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6"/>
        <p:cNvGrpSpPr/>
        <p:nvPr/>
      </p:nvGrpSpPr>
      <p:grpSpPr>
        <a:xfrm>
          <a:off x="0" y="0"/>
          <a:ext cx="0" cy="0"/>
          <a:chOff x="0" y="0"/>
          <a:chExt cx="0" cy="0"/>
        </a:xfrm>
      </p:grpSpPr>
      <p:sp>
        <p:nvSpPr>
          <p:cNvPr id="857" name="Google Shape;857;g2ce66866dac_0_115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8" name="Google Shape;858;g2ce66866dac_0_115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9" name="Google Shape;859;g2ce66866dac_0_115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g2ce66866dac_0_115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5" name="Google Shape;865;g2ce66866dac_0_115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6" name="Google Shape;866;g2ce66866dac_0_115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5"/>
        <p:cNvGrpSpPr/>
        <p:nvPr/>
      </p:nvGrpSpPr>
      <p:grpSpPr>
        <a:xfrm>
          <a:off x="0" y="0"/>
          <a:ext cx="0" cy="0"/>
          <a:chOff x="0" y="0"/>
          <a:chExt cx="0" cy="0"/>
        </a:xfrm>
      </p:grpSpPr>
      <p:sp>
        <p:nvSpPr>
          <p:cNvPr id="876" name="Google Shape;876;g273c6d159b6_0_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7" name="Google Shape;877;g273c6d159b6_0_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8" name="Google Shape;878;g273c6d159b6_0_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g273c6d159b6_0_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g273c6d159b6_0_2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0" name="Google Shape;890;g273c6d159b6_0_2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9"/>
        <p:cNvGrpSpPr/>
        <p:nvPr/>
      </p:nvGrpSpPr>
      <p:grpSpPr>
        <a:xfrm>
          <a:off x="0" y="0"/>
          <a:ext cx="0" cy="0"/>
          <a:chOff x="0" y="0"/>
          <a:chExt cx="0" cy="0"/>
        </a:xfrm>
      </p:grpSpPr>
      <p:sp>
        <p:nvSpPr>
          <p:cNvPr id="900" name="Google Shape;900;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1" name="Google Shape;901;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2" name="Google Shape;902;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4fb7f661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4fb7f661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4fb7f6616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2ee8cc892e9_0_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4" name="Google Shape;944;g2ee8cc892e9_0_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5" name="Google Shape;945;g2ee8cc892e9_0_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5"/>
        <p:cNvGrpSpPr/>
        <p:nvPr/>
      </p:nvGrpSpPr>
      <p:grpSpPr>
        <a:xfrm>
          <a:off x="0" y="0"/>
          <a:ext cx="0" cy="0"/>
          <a:chOff x="0" y="0"/>
          <a:chExt cx="0" cy="0"/>
        </a:xfrm>
      </p:grpSpPr>
      <p:sp>
        <p:nvSpPr>
          <p:cNvPr id="986" name="Google Shape;986;g274c77bcda0_0_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7" name="Google Shape;987;g274c77bcda0_0_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8" name="Google Shape;988;g274c77bcda0_0_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2ee8cc892e9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9" name="Google Shape;1029;g2ee8cc892e9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0" name="Google Shape;1030;g2ee8cc892e9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2dadbbe58d1_1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5" name="Google Shape;1085;g2dadbbe58d1_1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6" name="Google Shape;1086;g2dadbbe58d1_1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g274c77bcda0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g274c77bcda0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3" name="Google Shape;1123;g274c77bcda0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7"/>
        <p:cNvGrpSpPr/>
        <p:nvPr/>
      </p:nvGrpSpPr>
      <p:grpSpPr>
        <a:xfrm>
          <a:off x="0" y="0"/>
          <a:ext cx="0" cy="0"/>
          <a:chOff x="0" y="0"/>
          <a:chExt cx="0" cy="0"/>
        </a:xfrm>
      </p:grpSpPr>
      <p:sp>
        <p:nvSpPr>
          <p:cNvPr id="1158" name="Google Shape;1158;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9" name="Google Shape;1159;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0" name="Google Shape;1160;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6"/>
        <p:cNvGrpSpPr/>
        <p:nvPr/>
      </p:nvGrpSpPr>
      <p:grpSpPr>
        <a:xfrm>
          <a:off x="0" y="0"/>
          <a:ext cx="0" cy="0"/>
          <a:chOff x="0" y="0"/>
          <a:chExt cx="0" cy="0"/>
        </a:xfrm>
      </p:grpSpPr>
      <p:sp>
        <p:nvSpPr>
          <p:cNvPr id="1207" name="Google Shape;1207;g273c6d159b6_0_9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8" name="Google Shape;1208;g273c6d159b6_0_9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9" name="Google Shape;1209;g273c6d159b6_0_9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lvl1pPr lvl="0" algn="l">
              <a:lnSpc>
                <a:spcPct val="10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100000"/>
              </a:lnSpc>
              <a:spcBef>
                <a:spcPts val="500"/>
              </a:spcBef>
              <a:spcAft>
                <a:spcPts val="0"/>
              </a:spcAft>
              <a:buClr>
                <a:schemeClr val="dk1"/>
              </a:buClr>
              <a:buSzPts val="3000"/>
              <a:buNone/>
              <a:defRPr sz="3000"/>
            </a:lvl2pPr>
            <a:lvl3pPr lvl="2" algn="ctr">
              <a:lnSpc>
                <a:spcPct val="100000"/>
              </a:lnSpc>
              <a:spcBef>
                <a:spcPts val="500"/>
              </a:spcBef>
              <a:spcAft>
                <a:spcPts val="0"/>
              </a:spcAft>
              <a:buClr>
                <a:schemeClr val="dk1"/>
              </a:buClr>
              <a:buSzPts val="3000"/>
              <a:buNone/>
              <a:defRPr sz="3000"/>
            </a:lvl3pPr>
            <a:lvl4pPr lvl="3" algn="ctr">
              <a:lnSpc>
                <a:spcPct val="100000"/>
              </a:lnSpc>
              <a:spcBef>
                <a:spcPts val="500"/>
              </a:spcBef>
              <a:spcAft>
                <a:spcPts val="0"/>
              </a:spcAft>
              <a:buClr>
                <a:schemeClr val="dk1"/>
              </a:buClr>
              <a:buSzPts val="3000"/>
              <a:buNone/>
              <a:defRPr sz="3000"/>
            </a:lvl4pPr>
            <a:lvl5pPr lvl="4" algn="ctr">
              <a:lnSpc>
                <a:spcPct val="100000"/>
              </a:lnSpc>
              <a:spcBef>
                <a:spcPts val="500"/>
              </a:spcBef>
              <a:spcAft>
                <a:spcPts val="0"/>
              </a:spcAft>
              <a:buClr>
                <a:schemeClr val="dk1"/>
              </a:buClr>
              <a:buSzPts val="3000"/>
              <a:buNone/>
              <a:defRPr sz="3000"/>
            </a:lvl5pPr>
            <a:lvl6pPr lvl="5" algn="ctr">
              <a:lnSpc>
                <a:spcPct val="100000"/>
              </a:lnSpc>
              <a:spcBef>
                <a:spcPts val="500"/>
              </a:spcBef>
              <a:spcAft>
                <a:spcPts val="0"/>
              </a:spcAft>
              <a:buClr>
                <a:schemeClr val="dk1"/>
              </a:buClr>
              <a:buSzPts val="3000"/>
              <a:buNone/>
              <a:defRPr sz="3000"/>
            </a:lvl6pPr>
            <a:lvl7pPr lvl="6" algn="ctr">
              <a:lnSpc>
                <a:spcPct val="100000"/>
              </a:lnSpc>
              <a:spcBef>
                <a:spcPts val="500"/>
              </a:spcBef>
              <a:spcAft>
                <a:spcPts val="0"/>
              </a:spcAft>
              <a:buClr>
                <a:schemeClr val="dk1"/>
              </a:buClr>
              <a:buSzPts val="3000"/>
              <a:buNone/>
              <a:defRPr sz="3000"/>
            </a:lvl7pPr>
            <a:lvl8pPr lvl="7" algn="ctr">
              <a:lnSpc>
                <a:spcPct val="100000"/>
              </a:lnSpc>
              <a:spcBef>
                <a:spcPts val="500"/>
              </a:spcBef>
              <a:spcAft>
                <a:spcPts val="0"/>
              </a:spcAft>
              <a:buClr>
                <a:schemeClr val="dk1"/>
              </a:buClr>
              <a:buSzPts val="3000"/>
              <a:buNone/>
              <a:defRPr sz="3000"/>
            </a:lvl8pPr>
            <a:lvl9pPr lvl="8" algn="ctr">
              <a:lnSpc>
                <a:spcPct val="10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5" y="1600125"/>
            <a:ext cx="52392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E82625"/>
                </a:solidFill>
                <a:latin typeface="Poppins SemiBold"/>
                <a:ea typeface="Poppins SemiBold"/>
                <a:cs typeface="Poppins SemiBold"/>
                <a:sym typeface="Poppins SemiBold"/>
              </a:rPr>
              <a:t>Phase 6</a:t>
            </a:r>
            <a:endParaRPr sz="6000" b="0" i="0" u="none" strike="noStrike" cap="none">
              <a:solidFill>
                <a:srgbClr val="E8262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7240990" y="88100"/>
              <a:ext cx="1337400" cy="403500"/>
              <a:chOff x="3235750" y="88250"/>
              <a:chExt cx="1337400" cy="403500"/>
            </a:xfrm>
          </p:grpSpPr>
          <p:sp>
            <p:nvSpPr>
              <p:cNvPr id="28" name="Google Shape;28;p14"/>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35" name="Google Shape;35;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7" name="Google Shape;37;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649025" y="2353728"/>
            <a:ext cx="44997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5" name="Google Shape;45;p15"/>
          <p:cNvGrpSpPr/>
          <p:nvPr/>
        </p:nvGrpSpPr>
        <p:grpSpPr>
          <a:xfrm>
            <a:off x="357775" y="5983875"/>
            <a:ext cx="586800" cy="571500"/>
            <a:chOff x="662575" y="6212475"/>
            <a:chExt cx="586800" cy="571500"/>
          </a:xfrm>
        </p:grpSpPr>
        <p:sp>
          <p:nvSpPr>
            <p:cNvPr id="46" name="Google Shape;46;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 name="Google Shape;47;p1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 name="Google Shape;48;p1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 name="Google Shape;49;p15"/>
          <p:cNvGrpSpPr/>
          <p:nvPr/>
        </p:nvGrpSpPr>
        <p:grpSpPr>
          <a:xfrm>
            <a:off x="8199150" y="5983875"/>
            <a:ext cx="586800" cy="571500"/>
            <a:chOff x="7894350" y="6212475"/>
            <a:chExt cx="586800" cy="571500"/>
          </a:xfrm>
        </p:grpSpPr>
        <p:sp>
          <p:nvSpPr>
            <p:cNvPr id="50" name="Google Shape;50;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3" name="Google Shape;53;p15"/>
          <p:cNvSpPr txBox="1"/>
          <p:nvPr/>
        </p:nvSpPr>
        <p:spPr>
          <a:xfrm>
            <a:off x="856325" y="4395925"/>
            <a:ext cx="28866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Terminology</a:t>
            </a:r>
            <a:endParaRPr sz="3200" b="0" i="0" u="none" strike="noStrike" cap="none">
              <a:solidFill>
                <a:srgbClr val="E82625"/>
              </a:solidFill>
              <a:latin typeface="Poppins Medium"/>
              <a:ea typeface="Poppins Medium"/>
              <a:cs typeface="Poppins Medium"/>
              <a:sym typeface="Poppins Medium"/>
            </a:endParaRPr>
          </a:p>
        </p:txBody>
      </p:sp>
      <p:sp>
        <p:nvSpPr>
          <p:cNvPr id="54" name="Google Shape;54;p15"/>
          <p:cNvSpPr txBox="1"/>
          <p:nvPr/>
        </p:nvSpPr>
        <p:spPr>
          <a:xfrm>
            <a:off x="9530850" y="948800"/>
            <a:ext cx="3348000" cy="51102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Suffix</a:t>
            </a:r>
            <a:r>
              <a:rPr lang="en-US" sz="1600" b="0" i="0" u="none" strike="noStrike" cap="none">
                <a:solidFill>
                  <a:srgbClr val="000000"/>
                </a:solidFill>
                <a:latin typeface="Poppins"/>
                <a:ea typeface="Poppins"/>
                <a:cs typeface="Poppins"/>
                <a:sym typeface="Poppins"/>
              </a:rPr>
              <a:t> - a letter or group of letters placed at the end of a word to make a new word.</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Root Word</a:t>
            </a:r>
            <a:r>
              <a:rPr lang="en-US" sz="1600" b="0" i="0" u="none" strike="noStrike" cap="none">
                <a:solidFill>
                  <a:srgbClr val="000000"/>
                </a:solidFill>
                <a:latin typeface="Poppins"/>
                <a:ea typeface="Poppins"/>
                <a:cs typeface="Poppins"/>
                <a:sym typeface="Poppins"/>
              </a:rPr>
              <a:t> - a word that forms the basis of new words though the addition of prefixes and suffixes.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Syllable</a:t>
            </a:r>
            <a:r>
              <a:rPr lang="en-US" sz="1600" b="0" i="0" u="none" strike="noStrike" cap="none">
                <a:solidFill>
                  <a:srgbClr val="000000"/>
                </a:solidFill>
                <a:latin typeface="Poppins"/>
                <a:ea typeface="Poppins"/>
                <a:cs typeface="Poppins"/>
                <a:sym typeface="Poppins"/>
              </a:rPr>
              <a:t> - a unit of pronunciation that has one vowel sound with or without surrounding consonants.</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Noun</a:t>
            </a:r>
            <a:r>
              <a:rPr lang="en-US" sz="1600" b="0" i="0" u="none" strike="noStrike" cap="none">
                <a:solidFill>
                  <a:srgbClr val="000000"/>
                </a:solidFill>
                <a:latin typeface="Poppins"/>
                <a:ea typeface="Poppins"/>
                <a:cs typeface="Poppins"/>
                <a:sym typeface="Poppins"/>
              </a:rPr>
              <a:t> - a noun is the name for an object or set of objects, such as a thing, a person, an animal, a place, a quality, an idea or an action.</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Verb</a:t>
            </a:r>
            <a:r>
              <a:rPr lang="en-US" sz="1600" b="0" i="0" u="none" strike="noStrike" cap="none">
                <a:solidFill>
                  <a:srgbClr val="000000"/>
                </a:solidFill>
                <a:latin typeface="Poppins"/>
                <a:ea typeface="Poppins"/>
                <a:cs typeface="Poppins"/>
                <a:sym typeface="Poppins"/>
              </a:rPr>
              <a:t> - a verb is a doing word used to describe an action. </a:t>
            </a:r>
            <a:endParaRPr sz="1600" b="0" i="0" u="none"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000000"/>
                </a:solidFill>
                <a:latin typeface="Poppins SemiBold"/>
                <a:ea typeface="Poppins SemiBold"/>
                <a:cs typeface="Poppins SemiBold"/>
                <a:sym typeface="Poppins SemiBold"/>
              </a:rPr>
              <a:t>Plural</a:t>
            </a:r>
            <a:r>
              <a:rPr lang="en-US" sz="1600" b="0" i="0" u="none" strike="noStrike" cap="none">
                <a:solidFill>
                  <a:srgbClr val="000000"/>
                </a:solidFill>
                <a:latin typeface="Poppins"/>
                <a:ea typeface="Poppins"/>
                <a:cs typeface="Poppins"/>
                <a:sym typeface="Poppins"/>
              </a:rPr>
              <a:t> - denotes more than one of a noun.</a:t>
            </a:r>
            <a:endParaRPr sz="1600" b="0" i="0" u="none" strike="noStrike" cap="none">
              <a:solidFill>
                <a:srgbClr val="000000"/>
              </a:solidFill>
              <a:latin typeface="Poppins"/>
              <a:ea typeface="Poppins"/>
              <a:cs typeface="Poppins"/>
              <a:sym typeface="Poppins"/>
            </a:endParaRPr>
          </a:p>
        </p:txBody>
      </p:sp>
      <p:sp>
        <p:nvSpPr>
          <p:cNvPr id="55" name="Google Shape;55;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Objective</a:t>
            </a:r>
            <a:endParaRPr sz="3200" b="0" i="0" u="none" strike="noStrike" cap="none">
              <a:solidFill>
                <a:srgbClr val="E82625"/>
              </a:solidFill>
              <a:latin typeface="Poppins Medium"/>
              <a:ea typeface="Poppins Medium"/>
              <a:cs typeface="Poppins Medium"/>
              <a:sym typeface="Poppins Medium"/>
            </a:endParaRPr>
          </a:p>
        </p:txBody>
      </p:sp>
      <p:sp>
        <p:nvSpPr>
          <p:cNvPr id="56" name="Google Shape;56;p15"/>
          <p:cNvSpPr txBox="1"/>
          <p:nvPr/>
        </p:nvSpPr>
        <p:spPr>
          <a:xfrm>
            <a:off x="856314" y="2318478"/>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Review</a:t>
            </a:r>
            <a:endParaRPr sz="3200" b="0" i="0" u="none" strike="noStrike" cap="none">
              <a:solidFill>
                <a:srgbClr val="E82625"/>
              </a:solidFill>
              <a:latin typeface="Poppins Medium"/>
              <a:ea typeface="Poppins Medium"/>
              <a:cs typeface="Poppins Medium"/>
              <a:sym typeface="Poppins Medium"/>
            </a:endParaRPr>
          </a:p>
        </p:txBody>
      </p:sp>
      <p:cxnSp>
        <p:nvCxnSpPr>
          <p:cNvPr id="57" name="Google Shape;57;p15"/>
          <p:cNvCxnSpPr/>
          <p:nvPr/>
        </p:nvCxnSpPr>
        <p:spPr>
          <a:xfrm>
            <a:off x="865586" y="3550406"/>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8" name="Google Shape;58;p15"/>
          <p:cNvCxnSpPr/>
          <p:nvPr/>
        </p:nvCxnSpPr>
        <p:spPr>
          <a:xfrm>
            <a:off x="865586" y="1777749"/>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7240990" y="88100"/>
              <a:ext cx="1337400" cy="403500"/>
              <a:chOff x="3235750" y="88250"/>
              <a:chExt cx="1337400" cy="403500"/>
            </a:xfrm>
          </p:grpSpPr>
          <p:sp>
            <p:nvSpPr>
              <p:cNvPr id="62" name="Google Shape;62;p15"/>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69" name="Google Shape;69;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1" name="Google Shape;71;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
        <p:nvSpPr>
          <p:cNvPr id="75" name="Google Shape;75;p15"/>
          <p:cNvSpPr txBox="1"/>
          <p:nvPr/>
        </p:nvSpPr>
        <p:spPr>
          <a:xfrm>
            <a:off x="3742925" y="3790375"/>
            <a:ext cx="4612800" cy="2054700"/>
          </a:xfrm>
          <a:prstGeom prst="rect">
            <a:avLst/>
          </a:prstGeom>
          <a:noFill/>
          <a:ln>
            <a:noFill/>
          </a:ln>
        </p:spPr>
        <p:txBody>
          <a:bodyPr spcFirstLastPara="1" wrap="square" lIns="91425" tIns="91425" rIns="0" bIns="9142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Comparative Adjective </a:t>
            </a:r>
            <a:r>
              <a:rPr lang="en-US" sz="1600" b="0" i="0" u="none" strike="noStrike" cap="none">
                <a:solidFill>
                  <a:srgbClr val="000000"/>
                </a:solidFill>
                <a:latin typeface="Poppins"/>
                <a:ea typeface="Poppins"/>
                <a:cs typeface="Poppins"/>
                <a:sym typeface="Poppins"/>
              </a:rPr>
              <a:t>- an adjective used to say that something is more of a certain quality / adjective than something else.</a:t>
            </a:r>
            <a:endParaRPr sz="1600" b="0" i="0" u="none" strike="noStrike" cap="none">
              <a:solidFill>
                <a:srgbClr val="000000"/>
              </a:solidFill>
              <a:latin typeface="Poppins"/>
              <a:ea typeface="Poppins"/>
              <a:cs typeface="Poppins"/>
              <a:sym typeface="Poppins"/>
            </a:endParaRPr>
          </a:p>
          <a:p>
            <a:pPr marL="0" marR="0" lvl="0" indent="0" algn="l" rtl="0">
              <a:lnSpc>
                <a:spcPct val="120000"/>
              </a:lnSpc>
              <a:spcBef>
                <a:spcPts val="0"/>
              </a:spcBef>
              <a:spcAft>
                <a:spcPts val="0"/>
              </a:spcAft>
              <a:buClr>
                <a:srgbClr val="000000"/>
              </a:buClr>
              <a:buSzPts val="1100"/>
              <a:buFont typeface="Arial"/>
              <a:buNone/>
            </a:pPr>
            <a:r>
              <a:rPr lang="en-US" sz="1600" b="0" i="0" u="none" strike="noStrike" cap="none">
                <a:solidFill>
                  <a:srgbClr val="000000"/>
                </a:solidFill>
                <a:latin typeface="Poppins SemiBold"/>
                <a:ea typeface="Poppins SemiBold"/>
                <a:cs typeface="Poppins SemiBold"/>
                <a:sym typeface="Poppins SemiBold"/>
              </a:rPr>
              <a:t>Superlative Adjective </a:t>
            </a:r>
            <a:r>
              <a:rPr lang="en-US" sz="1600" b="0" i="0" u="none" strike="noStrike" cap="none">
                <a:solidFill>
                  <a:srgbClr val="000000"/>
                </a:solidFill>
                <a:latin typeface="Poppins"/>
                <a:ea typeface="Poppins"/>
                <a:cs typeface="Poppins"/>
                <a:sym typeface="Poppins"/>
              </a:rPr>
              <a:t>- an adjective used to say that something is the most of a certain quality / adjective than something else.</a:t>
            </a:r>
            <a:endParaRPr sz="1600" b="0" i="0" u="none" strike="noStrike" cap="none">
              <a:solidFill>
                <a:srgbClr val="000000"/>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6"/>
        <p:cNvGrpSpPr/>
        <p:nvPr/>
      </p:nvGrpSpPr>
      <p:grpSpPr>
        <a:xfrm>
          <a:off x="0" y="0"/>
          <a:ext cx="0" cy="0"/>
          <a:chOff x="0" y="0"/>
          <a:chExt cx="0" cy="0"/>
        </a:xfrm>
      </p:grpSpPr>
      <p:sp>
        <p:nvSpPr>
          <p:cNvPr id="77" name="Google Shape;77;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9" name="Google Shape;79;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80" name="Google Shape;80;g26b641b03cd_1_92"/>
          <p:cNvGrpSpPr/>
          <p:nvPr/>
        </p:nvGrpSpPr>
        <p:grpSpPr>
          <a:xfrm>
            <a:off x="357775" y="5983875"/>
            <a:ext cx="586800" cy="571500"/>
            <a:chOff x="662575" y="6212475"/>
            <a:chExt cx="586800" cy="571500"/>
          </a:xfrm>
        </p:grpSpPr>
        <p:sp>
          <p:nvSpPr>
            <p:cNvPr id="81" name="Google Shape;81;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 name="Google Shape;83;g26b641b03cd_1_9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4" name="Google Shape;84;g26b641b03cd_1_92"/>
          <p:cNvGrpSpPr/>
          <p:nvPr/>
        </p:nvGrpSpPr>
        <p:grpSpPr>
          <a:xfrm>
            <a:off x="8199150" y="5983875"/>
            <a:ext cx="586800" cy="571500"/>
            <a:chOff x="7894350" y="6212475"/>
            <a:chExt cx="586800" cy="571500"/>
          </a:xfrm>
        </p:grpSpPr>
        <p:sp>
          <p:nvSpPr>
            <p:cNvPr id="85" name="Google Shape;85;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7" name="Google Shape;87;g26b641b03cd_1_9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8" name="Google Shape;88;g26b641b03cd_1_92"/>
          <p:cNvGrpSpPr/>
          <p:nvPr/>
        </p:nvGrpSpPr>
        <p:grpSpPr>
          <a:xfrm>
            <a:off x="-36800" y="-52000"/>
            <a:ext cx="9236100" cy="543600"/>
            <a:chOff x="-36800" y="-52000"/>
            <a:chExt cx="9236100" cy="543600"/>
          </a:xfrm>
        </p:grpSpPr>
        <p:sp>
          <p:nvSpPr>
            <p:cNvPr id="89" name="Google Shape;89;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90" name="Google Shape;90;g26b641b03cd_1_92"/>
            <p:cNvGrpSpPr/>
            <p:nvPr/>
          </p:nvGrpSpPr>
          <p:grpSpPr>
            <a:xfrm>
              <a:off x="7240990" y="88100"/>
              <a:ext cx="1337400" cy="403500"/>
              <a:chOff x="3235750" y="88250"/>
              <a:chExt cx="1337400" cy="403500"/>
            </a:xfrm>
          </p:grpSpPr>
          <p:sp>
            <p:nvSpPr>
              <p:cNvPr id="91" name="Google Shape;91;g26b641b03cd_1_92"/>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2" name="Google Shape;92;g26b641b03cd_1_92"/>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98" name="Google Shape;98;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 name="Google Shape;103;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4"/>
        <p:cNvGrpSpPr/>
        <p:nvPr/>
      </p:nvGrpSpPr>
      <p:grpSpPr>
        <a:xfrm>
          <a:off x="0" y="0"/>
          <a:ext cx="0" cy="0"/>
          <a:chOff x="0" y="0"/>
          <a:chExt cx="0" cy="0"/>
        </a:xfrm>
      </p:grpSpPr>
      <p:sp>
        <p:nvSpPr>
          <p:cNvPr id="105" name="Google Shape;105;g26b641b03cd_0_3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7" name="Google Shape;107;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8" name="Google Shape;108;g26b641b03cd_0_3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0" name="Google Shape;110;g26b641b03cd_0_33"/>
          <p:cNvSpPr/>
          <p:nvPr/>
        </p:nvSpPr>
        <p:spPr>
          <a:xfrm rot="-5400000" flipH="1">
            <a:off x="-938345" y="2091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1" name="Google Shape;111;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-est suffix (drop y, add i)</a:t>
            </a:r>
            <a:endParaRPr sz="1800" b="0" i="0" u="none" strike="noStrike" cap="none">
              <a:solidFill>
                <a:srgbClr val="FFFFFF"/>
              </a:solidFill>
              <a:latin typeface="Poppins SemiBold"/>
              <a:ea typeface="Poppins SemiBold"/>
              <a:cs typeface="Poppins SemiBold"/>
              <a:sym typeface="Poppins SemiBold"/>
            </a:endParaRPr>
          </a:p>
        </p:txBody>
      </p:sp>
      <p:sp>
        <p:nvSpPr>
          <p:cNvPr id="112" name="Google Shape;112;g26b641b03cd_0_33"/>
          <p:cNvSpPr txBox="1"/>
          <p:nvPr/>
        </p:nvSpPr>
        <p:spPr>
          <a:xfrm rot="-5400000">
            <a:off x="-1852558" y="56566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Week 5 - Wednesday</a:t>
            </a:r>
            <a:endParaRPr sz="1800" b="0" i="0" u="none" strike="noStrike" cap="none">
              <a:solidFill>
                <a:srgbClr val="E82625"/>
              </a:solidFill>
              <a:latin typeface="Poppins Medium"/>
              <a:ea typeface="Poppins Medium"/>
              <a:cs typeface="Poppins Medium"/>
              <a:sym typeface="Poppins Medium"/>
            </a:endParaRPr>
          </a:p>
        </p:txBody>
      </p:sp>
      <p:sp>
        <p:nvSpPr>
          <p:cNvPr id="113" name="Google Shape;113;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Lesson 23</a:t>
            </a:r>
            <a:endParaRPr sz="1800" b="0" i="0" u="none" strike="noStrike" cap="none">
              <a:solidFill>
                <a:srgbClr val="E82625"/>
              </a:solidFill>
              <a:latin typeface="Poppins Medium"/>
              <a:ea typeface="Poppins Medium"/>
              <a:cs typeface="Poppins Medium"/>
              <a:sym typeface="Poppins Medium"/>
            </a:endParaRPr>
          </a:p>
        </p:txBody>
      </p:sp>
      <p:sp>
        <p:nvSpPr>
          <p:cNvPr id="114" name="Google Shape;114;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
        <p:nvSpPr>
          <p:cNvPr id="115" name="Google Shape;115;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6" name="Google Shape;116;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7" name="Google Shape;117;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E82625"/>
              </a:buClr>
              <a:buSzPts val="3200"/>
              <a:buFont typeface="Poppins Medium"/>
              <a:buNone/>
              <a:defRPr sz="3200">
                <a:solidFill>
                  <a:srgbClr val="E82625"/>
                </a:solidFill>
                <a:latin typeface="Poppins Medium"/>
                <a:ea typeface="Poppins Medium"/>
                <a:cs typeface="Poppins Medium"/>
                <a:sym typeface="Poppins Medium"/>
              </a:defRPr>
            </a:lvl1pPr>
            <a:lvl2pPr lvl="1" algn="ctr">
              <a:lnSpc>
                <a:spcPct val="100000"/>
              </a:lnSpc>
              <a:spcBef>
                <a:spcPts val="0"/>
              </a:spcBef>
              <a:spcAft>
                <a:spcPts val="0"/>
              </a:spcAft>
              <a:buClr>
                <a:srgbClr val="E82625"/>
              </a:buClr>
              <a:buSzPts val="3600"/>
              <a:buNone/>
              <a:defRPr sz="3600">
                <a:solidFill>
                  <a:srgbClr val="E82625"/>
                </a:solidFill>
              </a:defRPr>
            </a:lvl2pPr>
            <a:lvl3pPr lvl="2" algn="ctr">
              <a:lnSpc>
                <a:spcPct val="100000"/>
              </a:lnSpc>
              <a:spcBef>
                <a:spcPts val="0"/>
              </a:spcBef>
              <a:spcAft>
                <a:spcPts val="0"/>
              </a:spcAft>
              <a:buClr>
                <a:srgbClr val="E82625"/>
              </a:buClr>
              <a:buSzPts val="3600"/>
              <a:buNone/>
              <a:defRPr sz="3600">
                <a:solidFill>
                  <a:srgbClr val="E82625"/>
                </a:solidFill>
              </a:defRPr>
            </a:lvl3pPr>
            <a:lvl4pPr lvl="3" algn="ctr">
              <a:lnSpc>
                <a:spcPct val="100000"/>
              </a:lnSpc>
              <a:spcBef>
                <a:spcPts val="0"/>
              </a:spcBef>
              <a:spcAft>
                <a:spcPts val="0"/>
              </a:spcAft>
              <a:buClr>
                <a:srgbClr val="E82625"/>
              </a:buClr>
              <a:buSzPts val="3600"/>
              <a:buNone/>
              <a:defRPr sz="3600">
                <a:solidFill>
                  <a:srgbClr val="E82625"/>
                </a:solidFill>
              </a:defRPr>
            </a:lvl4pPr>
            <a:lvl5pPr lvl="4" algn="ctr">
              <a:lnSpc>
                <a:spcPct val="100000"/>
              </a:lnSpc>
              <a:spcBef>
                <a:spcPts val="0"/>
              </a:spcBef>
              <a:spcAft>
                <a:spcPts val="0"/>
              </a:spcAft>
              <a:buClr>
                <a:srgbClr val="E82625"/>
              </a:buClr>
              <a:buSzPts val="3600"/>
              <a:buNone/>
              <a:defRPr sz="3600">
                <a:solidFill>
                  <a:srgbClr val="E82625"/>
                </a:solidFill>
              </a:defRPr>
            </a:lvl5pPr>
            <a:lvl6pPr lvl="5" algn="ctr">
              <a:lnSpc>
                <a:spcPct val="100000"/>
              </a:lnSpc>
              <a:spcBef>
                <a:spcPts val="0"/>
              </a:spcBef>
              <a:spcAft>
                <a:spcPts val="0"/>
              </a:spcAft>
              <a:buClr>
                <a:srgbClr val="E82625"/>
              </a:buClr>
              <a:buSzPts val="3600"/>
              <a:buNone/>
              <a:defRPr sz="3600">
                <a:solidFill>
                  <a:srgbClr val="E82625"/>
                </a:solidFill>
              </a:defRPr>
            </a:lvl6pPr>
            <a:lvl7pPr lvl="6" algn="ctr">
              <a:lnSpc>
                <a:spcPct val="100000"/>
              </a:lnSpc>
              <a:spcBef>
                <a:spcPts val="0"/>
              </a:spcBef>
              <a:spcAft>
                <a:spcPts val="0"/>
              </a:spcAft>
              <a:buClr>
                <a:srgbClr val="E82625"/>
              </a:buClr>
              <a:buSzPts val="3600"/>
              <a:buNone/>
              <a:defRPr sz="3600">
                <a:solidFill>
                  <a:srgbClr val="E82625"/>
                </a:solidFill>
              </a:defRPr>
            </a:lvl7pPr>
            <a:lvl8pPr lvl="7" algn="ctr">
              <a:lnSpc>
                <a:spcPct val="100000"/>
              </a:lnSpc>
              <a:spcBef>
                <a:spcPts val="0"/>
              </a:spcBef>
              <a:spcAft>
                <a:spcPts val="0"/>
              </a:spcAft>
              <a:buClr>
                <a:srgbClr val="E82625"/>
              </a:buClr>
              <a:buSzPts val="3600"/>
              <a:buNone/>
              <a:defRPr sz="3600">
                <a:solidFill>
                  <a:srgbClr val="E82625"/>
                </a:solidFill>
              </a:defRPr>
            </a:lvl8pPr>
            <a:lvl9pPr lvl="8" algn="ctr">
              <a:lnSpc>
                <a:spcPct val="100000"/>
              </a:lnSpc>
              <a:spcBef>
                <a:spcPts val="0"/>
              </a:spcBef>
              <a:spcAft>
                <a:spcPts val="0"/>
              </a:spcAft>
              <a:buClr>
                <a:srgbClr val="E82625"/>
              </a:buClr>
              <a:buSzPts val="3600"/>
              <a:buNone/>
              <a:defRPr sz="3600">
                <a:solidFill>
                  <a:srgbClr val="E82625"/>
                </a:solidFill>
              </a:defRPr>
            </a:lvl9pPr>
          </a:lstStyle>
          <a:p>
            <a:endParaRPr/>
          </a:p>
        </p:txBody>
      </p:sp>
      <p:sp>
        <p:nvSpPr>
          <p:cNvPr id="118" name="Google Shape;118;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9" name="Google Shape;119;g26b641b03cd_0_33"/>
          <p:cNvGrpSpPr/>
          <p:nvPr/>
        </p:nvGrpSpPr>
        <p:grpSpPr>
          <a:xfrm>
            <a:off x="662575" y="6212475"/>
            <a:ext cx="586800" cy="571500"/>
            <a:chOff x="662575" y="6212475"/>
            <a:chExt cx="586800" cy="571500"/>
          </a:xfrm>
        </p:grpSpPr>
        <p:sp>
          <p:nvSpPr>
            <p:cNvPr id="120" name="Google Shape;120;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3" name="Google Shape;123;g26b641b03cd_0_33"/>
          <p:cNvGrpSpPr/>
          <p:nvPr/>
        </p:nvGrpSpPr>
        <p:grpSpPr>
          <a:xfrm>
            <a:off x="7894350" y="6212475"/>
            <a:ext cx="586800" cy="571500"/>
            <a:chOff x="7894350" y="6212475"/>
            <a:chExt cx="586800" cy="571500"/>
          </a:xfrm>
        </p:grpSpPr>
        <p:sp>
          <p:nvSpPr>
            <p:cNvPr id="124" name="Google Shape;124;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6" name="Google Shape;126;g26b641b03cd_0_3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E82625"/>
                </a:solidFill>
                <a:latin typeface="Poppins Medium"/>
                <a:ea typeface="Poppins Medium"/>
                <a:cs typeface="Poppins Medium"/>
                <a:sym typeface="Poppins Medium"/>
              </a:rPr>
              <a:t>End of Session</a:t>
            </a:r>
            <a:endParaRPr sz="3200" b="0" i="0" u="none" strike="noStrike" cap="none">
              <a:solidFill>
                <a:srgbClr val="E82625"/>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600"/>
            <a:chOff x="-36800" y="-52000"/>
            <a:chExt cx="9236100" cy="54360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7240990" y="88100"/>
              <a:ext cx="1337400" cy="403500"/>
              <a:chOff x="3235750" y="88250"/>
              <a:chExt cx="1337400" cy="403500"/>
            </a:xfrm>
          </p:grpSpPr>
          <p:sp>
            <p:nvSpPr>
              <p:cNvPr id="174" name="Google Shape;174;g26b641b03cd_0_260"/>
              <p:cNvSpPr/>
              <p:nvPr/>
            </p:nvSpPr>
            <p:spPr>
              <a:xfrm>
                <a:off x="3235750" y="88250"/>
                <a:ext cx="1337400" cy="240000"/>
              </a:xfrm>
              <a:prstGeom prst="roundRect">
                <a:avLst>
                  <a:gd name="adj" fmla="val 16667"/>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75" name="Google Shape;175;g26b641b03cd_0_260"/>
              <p:cNvSpPr/>
              <p:nvPr/>
            </p:nvSpPr>
            <p:spPr>
              <a:xfrm>
                <a:off x="3235750" y="251750"/>
                <a:ext cx="1337400" cy="240000"/>
              </a:xfrm>
              <a:prstGeom prst="rect">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76" name="Google Shape;176;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7" name="Google Shape;177;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6</a:t>
              </a:r>
              <a:endParaRPr sz="1300" b="0" i="0" u="none" strike="noStrike" cap="none">
                <a:solidFill>
                  <a:srgbClr val="FFFFFF"/>
                </a:solidFill>
                <a:latin typeface="Poppins SemiBold"/>
                <a:ea typeface="Poppins SemiBold"/>
                <a:cs typeface="Poppins SemiBold"/>
                <a:sym typeface="Poppins SemiBold"/>
              </a:endParaRPr>
            </a:p>
          </p:txBody>
        </p:sp>
        <p:sp>
          <p:nvSpPr>
            <p:cNvPr id="181" name="Google Shape;181;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3" name="Google Shape;183;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4" name="Google Shape;184;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5" name="Google Shape;185;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6" name="Google Shape;186;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FFFFFF"/>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89" name="Google Shape;18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190" name="Google Shape;19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sp>
        <p:nvSpPr>
          <p:cNvPr id="191" name="Google Shape;191;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192" name="Google Shape;19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193" name="Google Shape;19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94" name="Google Shape;19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195" name="Google Shape;19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6" name="Google Shape;19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197" name="Google Shape;19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198" name="Google Shape;19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199" name="Google Shape;199;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00" name="Google Shape;200;g2c235dd0dad_1_87"/>
          <p:cNvGrpSpPr/>
          <p:nvPr/>
        </p:nvGrpSpPr>
        <p:grpSpPr>
          <a:xfrm>
            <a:off x="662575" y="6212475"/>
            <a:ext cx="586800" cy="571500"/>
            <a:chOff x="662575" y="6212475"/>
            <a:chExt cx="586800" cy="571500"/>
          </a:xfrm>
        </p:grpSpPr>
        <p:sp>
          <p:nvSpPr>
            <p:cNvPr id="201" name="Google Shape;20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2" name="Google Shape;202;g2c235dd0dad_1_8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3" name="Google Shape;203;g2c235dd0dad_1_8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04" name="Google Shape;204;g2c235dd0dad_1_87"/>
          <p:cNvGrpSpPr/>
          <p:nvPr/>
        </p:nvGrpSpPr>
        <p:grpSpPr>
          <a:xfrm>
            <a:off x="7894350" y="6212475"/>
            <a:ext cx="586800" cy="571500"/>
            <a:chOff x="7894350" y="6212475"/>
            <a:chExt cx="586800" cy="571500"/>
          </a:xfrm>
        </p:grpSpPr>
        <p:sp>
          <p:nvSpPr>
            <p:cNvPr id="205" name="Google Shape;20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6" name="Google Shape;206;g2c235dd0dad_1_8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7" name="Google Shape;207;g2c235dd0dad_1_8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08" name="Google Shape;208;g2c235dd0dad_1_8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9" name="Google Shape;209;g2c235dd0dad_1_8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10" name="Google Shape;21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1" name="Google Shape;211;g2c235dd0dad_1_8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14" name="Google Shape;214;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15" name="Google Shape;215;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16" name="Google Shape;216;g2c235dd0dad_1_8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17" name="Google Shape;217;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20" name="Google Shape;22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E82625"/>
                </a:solidFill>
                <a:latin typeface="Poppins Medium"/>
                <a:ea typeface="Poppins Medium"/>
                <a:cs typeface="Poppins Medium"/>
                <a:sym typeface="Poppins Medium"/>
              </a:rPr>
              <a:t>Practise</a:t>
            </a:r>
            <a:r>
              <a:rPr lang="en-US" sz="3000" b="0" i="0" u="none" strike="noStrike" cap="none">
                <a:solidFill>
                  <a:srgbClr val="E82625"/>
                </a:solidFill>
                <a:latin typeface="Poppins Medium"/>
                <a:ea typeface="Poppins Medium"/>
                <a:cs typeface="Poppins Medium"/>
                <a:sym typeface="Poppins Medium"/>
              </a:rPr>
              <a:t> Building Words</a:t>
            </a:r>
            <a:endParaRPr sz="3000" b="0" i="0" u="none" strike="noStrike" cap="none">
              <a:solidFill>
                <a:srgbClr val="E82625"/>
              </a:solidFill>
              <a:latin typeface="Poppins Medium"/>
              <a:ea typeface="Poppins Medium"/>
              <a:cs typeface="Poppins Medium"/>
              <a:sym typeface="Poppins Medium"/>
            </a:endParaRPr>
          </a:p>
        </p:txBody>
      </p:sp>
      <p:cxnSp>
        <p:nvCxnSpPr>
          <p:cNvPr id="221" name="Google Shape;22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2" name="Google Shape;22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3" name="Google Shape;22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4" name="Google Shape;22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5" name="Google Shape;22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6" name="Google Shape;22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7" name="Google Shape;22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8" name="Google Shape;228;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29" name="Google Shape;229;g1f3daf8a844_0_32"/>
          <p:cNvGrpSpPr/>
          <p:nvPr/>
        </p:nvGrpSpPr>
        <p:grpSpPr>
          <a:xfrm>
            <a:off x="662575" y="6212475"/>
            <a:ext cx="586800" cy="571500"/>
            <a:chOff x="662575" y="6212475"/>
            <a:chExt cx="586800" cy="571500"/>
          </a:xfrm>
        </p:grpSpPr>
        <p:sp>
          <p:nvSpPr>
            <p:cNvPr id="230" name="Google Shape;23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1f3daf8a844_0_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1f3daf8a844_0_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33" name="Google Shape;233;g1f3daf8a844_0_32"/>
          <p:cNvGrpSpPr/>
          <p:nvPr/>
        </p:nvGrpSpPr>
        <p:grpSpPr>
          <a:xfrm>
            <a:off x="7894350" y="6212475"/>
            <a:ext cx="586800" cy="571500"/>
            <a:chOff x="7894350" y="6212475"/>
            <a:chExt cx="586800" cy="571500"/>
          </a:xfrm>
        </p:grpSpPr>
        <p:sp>
          <p:nvSpPr>
            <p:cNvPr id="234" name="Google Shape;23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5" name="Google Shape;235;g1f3daf8a844_0_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6" name="Google Shape;236;g1f3daf8a844_0_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37" name="Google Shape;237;g1f3daf8a844_0_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8" name="Google Shape;238;g1f3daf8a844_0_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39" name="Google Shape;239;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0" name="Google Shape;240;g1f3daf8a844_0_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43" name="Google Shape;243;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44" name="Google Shape;244;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45" name="Google Shape;245;g1f3daf8a844_0_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46" name="Google Shape;246;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49" name="Google Shape;24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Quickwrite</a:t>
            </a:r>
            <a:endParaRPr sz="3000" b="0" i="0" u="none" strike="noStrike" cap="none">
              <a:solidFill>
                <a:srgbClr val="E82625"/>
              </a:solidFill>
              <a:latin typeface="Poppins Medium"/>
              <a:ea typeface="Poppins Medium"/>
              <a:cs typeface="Poppins Medium"/>
              <a:sym typeface="Poppins Medium"/>
            </a:endParaRPr>
          </a:p>
        </p:txBody>
      </p:sp>
      <p:sp>
        <p:nvSpPr>
          <p:cNvPr id="250" name="Google Shape;250;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1" name="Google Shape;251;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2" name="Google Shape;252;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53" name="Google Shape;253;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4" name="Google Shape;254;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55" name="Google Shape;255;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56" name="Google Shape;256;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57" name="Google Shape;257;g2c157a2fb06_0_53"/>
          <p:cNvGrpSpPr/>
          <p:nvPr/>
        </p:nvGrpSpPr>
        <p:grpSpPr>
          <a:xfrm>
            <a:off x="662575" y="6212475"/>
            <a:ext cx="586800" cy="571500"/>
            <a:chOff x="662575" y="6212475"/>
            <a:chExt cx="586800" cy="571500"/>
          </a:xfrm>
        </p:grpSpPr>
        <p:sp>
          <p:nvSpPr>
            <p:cNvPr id="258" name="Google Shape;258;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9" name="Google Shape;259;g2c157a2fb06_0_5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2c157a2fb06_0_5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61" name="Google Shape;261;g2c157a2fb06_0_53"/>
          <p:cNvGrpSpPr/>
          <p:nvPr/>
        </p:nvGrpSpPr>
        <p:grpSpPr>
          <a:xfrm>
            <a:off x="7894350" y="6212475"/>
            <a:ext cx="586800" cy="571500"/>
            <a:chOff x="7894350" y="6212475"/>
            <a:chExt cx="586800" cy="571500"/>
          </a:xfrm>
        </p:grpSpPr>
        <p:sp>
          <p:nvSpPr>
            <p:cNvPr id="262" name="Google Shape;262;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3" name="Google Shape;263;g2c157a2fb06_0_5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4" name="Google Shape;264;g2c157a2fb06_0_5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65" name="Google Shape;265;g2c157a2fb06_0_5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6" name="Google Shape;266;g2c157a2fb06_0_5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67" name="Google Shape;267;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8" name="Google Shape;268;g2c157a2fb06_0_5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2c157a2fb06_0_5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0" name="Google Shape;270;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71" name="Google Shape;271;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72" name="Google Shape;272;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273" name="Google Shape;273;g2c157a2fb06_0_5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274" name="Google Shape;274;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75"/>
        <p:cNvGrpSpPr/>
        <p:nvPr/>
      </p:nvGrpSpPr>
      <p:grpSpPr>
        <a:xfrm>
          <a:off x="0" y="0"/>
          <a:ext cx="0" cy="0"/>
          <a:chOff x="0" y="0"/>
          <a:chExt cx="0" cy="0"/>
        </a:xfrm>
      </p:grpSpPr>
      <p:pic>
        <p:nvPicPr>
          <p:cNvPr id="276" name="Google Shape;276;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277" name="Google Shape;277;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8" name="Google Shape;278;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Full Circle</a:t>
            </a:r>
            <a:endParaRPr sz="3000" b="0" i="0" u="none" strike="noStrike" cap="none">
              <a:solidFill>
                <a:srgbClr val="E82625"/>
              </a:solidFill>
              <a:latin typeface="Poppins Medium"/>
              <a:ea typeface="Poppins Medium"/>
              <a:cs typeface="Poppins Medium"/>
              <a:sym typeface="Poppins Medium"/>
            </a:endParaRPr>
          </a:p>
        </p:txBody>
      </p:sp>
      <p:sp>
        <p:nvSpPr>
          <p:cNvPr id="279" name="Google Shape;279;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0" name="Google Shape;280;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1" name="Google Shape;281;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2" name="Google Shape;282;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283" name="Google Shape;283;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4" name="Google Shape;284;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285" name="Google Shape;285;g2c157a2fb06_0_158"/>
          <p:cNvGrpSpPr/>
          <p:nvPr/>
        </p:nvGrpSpPr>
        <p:grpSpPr>
          <a:xfrm>
            <a:off x="662575" y="6212475"/>
            <a:ext cx="586800" cy="571500"/>
            <a:chOff x="662575" y="6212475"/>
            <a:chExt cx="586800" cy="571500"/>
          </a:xfrm>
        </p:grpSpPr>
        <p:sp>
          <p:nvSpPr>
            <p:cNvPr id="286" name="Google Shape;286;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7" name="Google Shape;287;g2c157a2fb06_0_15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15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9" name="Google Shape;289;g2c157a2fb06_0_158"/>
          <p:cNvGrpSpPr/>
          <p:nvPr/>
        </p:nvGrpSpPr>
        <p:grpSpPr>
          <a:xfrm>
            <a:off x="7894350" y="6212475"/>
            <a:ext cx="586800" cy="571500"/>
            <a:chOff x="7894350" y="6212475"/>
            <a:chExt cx="586800" cy="571500"/>
          </a:xfrm>
        </p:grpSpPr>
        <p:sp>
          <p:nvSpPr>
            <p:cNvPr id="290" name="Google Shape;290;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15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2" name="Google Shape;292;g2c157a2fb06_0_15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293" name="Google Shape;293;g2c157a2fb06_0_15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15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5" name="Google Shape;295;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6" name="Google Shape;296;g2c157a2fb06_0_15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9" name="Google Shape;299;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00" name="Google Shape;300;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01" name="Google Shape;301;g2c157a2fb06_0_15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02" name="Google Shape;302;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03"/>
        <p:cNvGrpSpPr/>
        <p:nvPr/>
      </p:nvGrpSpPr>
      <p:grpSpPr>
        <a:xfrm>
          <a:off x="0" y="0"/>
          <a:ext cx="0" cy="0"/>
          <a:chOff x="0" y="0"/>
          <a:chExt cx="0" cy="0"/>
        </a:xfrm>
      </p:grpSpPr>
      <p:sp>
        <p:nvSpPr>
          <p:cNvPr id="304" name="Google Shape;304;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05" name="Google Shape;305;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Picture Match</a:t>
            </a:r>
            <a:endParaRPr sz="3000" b="0" i="0" u="none" strike="noStrike" cap="none">
              <a:solidFill>
                <a:srgbClr val="E82625"/>
              </a:solidFill>
              <a:latin typeface="Poppins Medium"/>
              <a:ea typeface="Poppins Medium"/>
              <a:cs typeface="Poppins Medium"/>
              <a:sym typeface="Poppins Medium"/>
            </a:endParaRPr>
          </a:p>
        </p:txBody>
      </p:sp>
      <p:sp>
        <p:nvSpPr>
          <p:cNvPr id="306" name="Google Shape;306;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263"/>
          <p:cNvSpPr>
            <a:spLocks noGrp="1"/>
          </p:cNvSpPr>
          <p:nvPr>
            <p:ph type="pic" idx="5"/>
          </p:nvPr>
        </p:nvSpPr>
        <p:spPr>
          <a:xfrm>
            <a:off x="5086375" y="4412425"/>
            <a:ext cx="2668800" cy="1291500"/>
          </a:xfrm>
          <a:prstGeom prst="rect">
            <a:avLst/>
          </a:prstGeom>
          <a:noFill/>
          <a:ln>
            <a:noFill/>
          </a:ln>
        </p:spPr>
      </p:sp>
      <p:sp>
        <p:nvSpPr>
          <p:cNvPr id="311" name="Google Shape;311;g2c157a2fb06_0_263"/>
          <p:cNvSpPr>
            <a:spLocks noGrp="1"/>
          </p:cNvSpPr>
          <p:nvPr>
            <p:ph type="pic" idx="6"/>
          </p:nvPr>
        </p:nvSpPr>
        <p:spPr>
          <a:xfrm>
            <a:off x="5086375" y="797675"/>
            <a:ext cx="2668800" cy="1291500"/>
          </a:xfrm>
          <a:prstGeom prst="rect">
            <a:avLst/>
          </a:prstGeom>
          <a:noFill/>
          <a:ln>
            <a:noFill/>
          </a:ln>
        </p:spPr>
      </p:sp>
      <p:sp>
        <p:nvSpPr>
          <p:cNvPr id="312" name="Google Shape;312;g2c157a2fb06_0_263"/>
          <p:cNvSpPr>
            <a:spLocks noGrp="1"/>
          </p:cNvSpPr>
          <p:nvPr>
            <p:ph type="pic" idx="7"/>
          </p:nvPr>
        </p:nvSpPr>
        <p:spPr>
          <a:xfrm>
            <a:off x="5086375" y="2002592"/>
            <a:ext cx="2668800" cy="1291500"/>
          </a:xfrm>
          <a:prstGeom prst="rect">
            <a:avLst/>
          </a:prstGeom>
          <a:noFill/>
          <a:ln>
            <a:noFill/>
          </a:ln>
        </p:spPr>
      </p:sp>
      <p:sp>
        <p:nvSpPr>
          <p:cNvPr id="313" name="Google Shape;313;g2c157a2fb06_0_263"/>
          <p:cNvSpPr>
            <a:spLocks noGrp="1"/>
          </p:cNvSpPr>
          <p:nvPr>
            <p:ph type="pic" idx="8"/>
          </p:nvPr>
        </p:nvSpPr>
        <p:spPr>
          <a:xfrm>
            <a:off x="5086375" y="3207508"/>
            <a:ext cx="2668800" cy="1291500"/>
          </a:xfrm>
          <a:prstGeom prst="rect">
            <a:avLst/>
          </a:prstGeom>
          <a:noFill/>
          <a:ln>
            <a:noFill/>
          </a:ln>
        </p:spPr>
      </p:sp>
      <p:sp>
        <p:nvSpPr>
          <p:cNvPr id="314" name="Google Shape;314;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5" name="Google Shape;315;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16" name="Google Shape;316;g2c157a2fb06_0_263"/>
          <p:cNvGrpSpPr/>
          <p:nvPr/>
        </p:nvGrpSpPr>
        <p:grpSpPr>
          <a:xfrm>
            <a:off x="662575" y="6212475"/>
            <a:ext cx="586800" cy="571500"/>
            <a:chOff x="662575" y="6212475"/>
            <a:chExt cx="586800" cy="571500"/>
          </a:xfrm>
        </p:grpSpPr>
        <p:sp>
          <p:nvSpPr>
            <p:cNvPr id="317" name="Google Shape;317;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263">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263">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0" name="Google Shape;320;g2c157a2fb06_0_263"/>
          <p:cNvGrpSpPr/>
          <p:nvPr/>
        </p:nvGrpSpPr>
        <p:grpSpPr>
          <a:xfrm>
            <a:off x="7894350" y="6212475"/>
            <a:ext cx="586800" cy="571500"/>
            <a:chOff x="7894350" y="6212475"/>
            <a:chExt cx="586800" cy="571500"/>
          </a:xfrm>
        </p:grpSpPr>
        <p:sp>
          <p:nvSpPr>
            <p:cNvPr id="321" name="Google Shape;321;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2" name="Google Shape;322;g2c157a2fb06_0_263">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263">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24" name="Google Shape;324;g2c157a2fb06_0_263"/>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6" name="Google Shape;326;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7" name="Google Shape;327;g2c157a2fb06_0_263"/>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0" name="Google Shape;330;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31" name="Google Shape;331;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32" name="Google Shape;332;g2c157a2fb06_0_26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33" name="Google Shape;333;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34"/>
        <p:cNvGrpSpPr/>
        <p:nvPr/>
      </p:nvGrpSpPr>
      <p:grpSpPr>
        <a:xfrm>
          <a:off x="0" y="0"/>
          <a:ext cx="0" cy="0"/>
          <a:chOff x="0" y="0"/>
          <a:chExt cx="0" cy="0"/>
        </a:xfrm>
      </p:grpSpPr>
      <p:cxnSp>
        <p:nvCxnSpPr>
          <p:cNvPr id="335" name="Google Shape;335;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36" name="Google Shape;336;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37" name="Google Shape;337;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38" name="Google Shape;338;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39" name="Google Shape;339;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Caption</a:t>
            </a:r>
            <a:endParaRPr sz="3000" b="0" i="0" u="none" strike="noStrike" cap="none">
              <a:solidFill>
                <a:srgbClr val="E82625"/>
              </a:solidFill>
              <a:latin typeface="Poppins Medium"/>
              <a:ea typeface="Poppins Medium"/>
              <a:cs typeface="Poppins Medium"/>
              <a:sym typeface="Poppins Medium"/>
            </a:endParaRPr>
          </a:p>
        </p:txBody>
      </p:sp>
      <p:sp>
        <p:nvSpPr>
          <p:cNvPr id="340" name="Google Shape;340;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467"/>
          <p:cNvGrpSpPr/>
          <p:nvPr/>
        </p:nvGrpSpPr>
        <p:grpSpPr>
          <a:xfrm>
            <a:off x="662575" y="6212475"/>
            <a:ext cx="586800" cy="571500"/>
            <a:chOff x="662575" y="6212475"/>
            <a:chExt cx="586800" cy="571500"/>
          </a:xfrm>
        </p:grpSpPr>
        <p:sp>
          <p:nvSpPr>
            <p:cNvPr id="343" name="Google Shape;343;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467">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467">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467"/>
          <p:cNvGrpSpPr/>
          <p:nvPr/>
        </p:nvGrpSpPr>
        <p:grpSpPr>
          <a:xfrm>
            <a:off x="7894350" y="6212475"/>
            <a:ext cx="586800" cy="571500"/>
            <a:chOff x="7894350" y="6212475"/>
            <a:chExt cx="586800" cy="571500"/>
          </a:xfrm>
        </p:grpSpPr>
        <p:sp>
          <p:nvSpPr>
            <p:cNvPr id="347" name="Google Shape;347;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467">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467">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50" name="Google Shape;350;g2c157a2fb06_0_467"/>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467"/>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2" name="Google Shape;352;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3" name="Google Shape;353;g2c157a2fb06_0_467"/>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4" name="Google Shape;354;g2c157a2fb06_0_467"/>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6" name="Google Shape;356;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7" name="Google Shape;357;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58" name="Google Shape;358;g2c157a2fb06_0_467"/>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59" name="Google Shape;359;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60"/>
        <p:cNvGrpSpPr/>
        <p:nvPr/>
      </p:nvGrpSpPr>
      <p:grpSpPr>
        <a:xfrm>
          <a:off x="0" y="0"/>
          <a:ext cx="0" cy="0"/>
          <a:chOff x="0" y="0"/>
          <a:chExt cx="0" cy="0"/>
        </a:xfrm>
      </p:grpSpPr>
      <p:cxnSp>
        <p:nvCxnSpPr>
          <p:cNvPr id="361" name="Google Shape;361;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2" name="Google Shape;362;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63" name="Google Shape;363;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64" name="Google Shape;364;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Caption</a:t>
            </a:r>
            <a:endParaRPr sz="3000" b="0" i="0" u="none" strike="noStrike" cap="none">
              <a:solidFill>
                <a:srgbClr val="E82625"/>
              </a:solidFill>
              <a:latin typeface="Poppins Medium"/>
              <a:ea typeface="Poppins Medium"/>
              <a:cs typeface="Poppins Medium"/>
              <a:sym typeface="Poppins Medium"/>
            </a:endParaRPr>
          </a:p>
        </p:txBody>
      </p:sp>
      <p:sp>
        <p:nvSpPr>
          <p:cNvPr id="365" name="Google Shape;365;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6" name="Google Shape;366;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629"/>
          <p:cNvGrpSpPr/>
          <p:nvPr/>
        </p:nvGrpSpPr>
        <p:grpSpPr>
          <a:xfrm>
            <a:off x="662575" y="6212475"/>
            <a:ext cx="586800" cy="571500"/>
            <a:chOff x="662575" y="6212475"/>
            <a:chExt cx="586800" cy="571500"/>
          </a:xfrm>
        </p:grpSpPr>
        <p:sp>
          <p:nvSpPr>
            <p:cNvPr id="369" name="Google Shape;369;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629">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629">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629"/>
          <p:cNvGrpSpPr/>
          <p:nvPr/>
        </p:nvGrpSpPr>
        <p:grpSpPr>
          <a:xfrm>
            <a:off x="7894350" y="6212475"/>
            <a:ext cx="586800" cy="571500"/>
            <a:chOff x="7894350" y="6212475"/>
            <a:chExt cx="586800" cy="571500"/>
          </a:xfrm>
        </p:grpSpPr>
        <p:sp>
          <p:nvSpPr>
            <p:cNvPr id="373" name="Google Shape;373;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629">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629">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376" name="Google Shape;376;g2c157a2fb06_0_629"/>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7" name="Google Shape;377;g2c157a2fb06_0_629"/>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8" name="Google Shape;378;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9" name="Google Shape;379;g2c157a2fb06_0_629"/>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0" name="Google Shape;380;g2c157a2fb06_0_629"/>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2" name="Google Shape;382;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83" name="Google Shape;383;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384" name="Google Shape;384;g2c157a2fb06_0_629"/>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385" name="Google Shape;385;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386"/>
        <p:cNvGrpSpPr/>
        <p:nvPr/>
      </p:nvGrpSpPr>
      <p:grpSpPr>
        <a:xfrm>
          <a:off x="0" y="0"/>
          <a:ext cx="0" cy="0"/>
          <a:chOff x="0" y="0"/>
          <a:chExt cx="0" cy="0"/>
        </a:xfrm>
      </p:grpSpPr>
      <p:cxnSp>
        <p:nvCxnSpPr>
          <p:cNvPr id="387" name="Google Shape;387;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388" name="Google Shape;388;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0" name="Google Shape;390;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391" name="Google Shape;391;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92" name="Google Shape;392;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Write a Sentence</a:t>
            </a:r>
            <a:endParaRPr sz="3000" b="0" i="0" u="none" strike="noStrike" cap="none">
              <a:solidFill>
                <a:srgbClr val="E82625"/>
              </a:solidFill>
              <a:latin typeface="Poppins Medium"/>
              <a:ea typeface="Poppins Medium"/>
              <a:cs typeface="Poppins Medium"/>
              <a:sym typeface="Poppins Medium"/>
            </a:endParaRPr>
          </a:p>
        </p:txBody>
      </p:sp>
      <p:sp>
        <p:nvSpPr>
          <p:cNvPr id="393" name="Google Shape;393;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5" name="Google Shape;395;g2c157a2fb06_0_798"/>
          <p:cNvGrpSpPr/>
          <p:nvPr/>
        </p:nvGrpSpPr>
        <p:grpSpPr>
          <a:xfrm>
            <a:off x="662575" y="6212475"/>
            <a:ext cx="586800" cy="571500"/>
            <a:chOff x="662575" y="6212475"/>
            <a:chExt cx="586800" cy="571500"/>
          </a:xfrm>
        </p:grpSpPr>
        <p:sp>
          <p:nvSpPr>
            <p:cNvPr id="396" name="Google Shape;396;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798">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8" name="Google Shape;398;g2c157a2fb06_0_798">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9" name="Google Shape;399;g2c157a2fb06_0_798"/>
          <p:cNvGrpSpPr/>
          <p:nvPr/>
        </p:nvGrpSpPr>
        <p:grpSpPr>
          <a:xfrm>
            <a:off x="7894350" y="6212475"/>
            <a:ext cx="586800" cy="571500"/>
            <a:chOff x="7894350" y="6212475"/>
            <a:chExt cx="586800" cy="571500"/>
          </a:xfrm>
        </p:grpSpPr>
        <p:sp>
          <p:nvSpPr>
            <p:cNvPr id="400" name="Google Shape;400;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798">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2" name="Google Shape;402;g2c157a2fb06_0_798">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03" name="Google Shape;403;g2c157a2fb06_0_798"/>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10" name="Google Shape;410;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11" name="Google Shape;411;g2c157a2fb06_0_798"/>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12" name="Google Shape;412;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13"/>
        <p:cNvGrpSpPr/>
        <p:nvPr/>
      </p:nvGrpSpPr>
      <p:grpSpPr>
        <a:xfrm>
          <a:off x="0" y="0"/>
          <a:ext cx="0" cy="0"/>
          <a:chOff x="0" y="0"/>
          <a:chExt cx="0" cy="0"/>
        </a:xfrm>
      </p:grpSpPr>
      <p:cxnSp>
        <p:nvCxnSpPr>
          <p:cNvPr id="414" name="Google Shape;414;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Read a Sentence</a:t>
            </a:r>
            <a:endParaRPr sz="3000" b="0" i="0" u="none" strike="noStrike" cap="none">
              <a:solidFill>
                <a:srgbClr val="E82625"/>
              </a:solidFill>
              <a:latin typeface="Poppins Medium"/>
              <a:ea typeface="Poppins Medium"/>
              <a:cs typeface="Poppins Medium"/>
              <a:sym typeface="Poppins Medium"/>
            </a:endParaRPr>
          </a:p>
        </p:txBody>
      </p:sp>
      <p:sp>
        <p:nvSpPr>
          <p:cNvPr id="420" name="Google Shape;420;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2" name="Google Shape;422;g2c157a2fb06_0_825"/>
          <p:cNvGrpSpPr/>
          <p:nvPr/>
        </p:nvGrpSpPr>
        <p:grpSpPr>
          <a:xfrm>
            <a:off x="662575" y="6212475"/>
            <a:ext cx="586800" cy="571500"/>
            <a:chOff x="662575" y="6212475"/>
            <a:chExt cx="586800" cy="571500"/>
          </a:xfrm>
        </p:grpSpPr>
        <p:sp>
          <p:nvSpPr>
            <p:cNvPr id="423" name="Google Shape;423;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82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5" name="Google Shape;425;g2c157a2fb06_0_82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6" name="Google Shape;426;g2c157a2fb06_0_825"/>
          <p:cNvGrpSpPr/>
          <p:nvPr/>
        </p:nvGrpSpPr>
        <p:grpSpPr>
          <a:xfrm>
            <a:off x="7894350" y="6212475"/>
            <a:ext cx="586800" cy="571500"/>
            <a:chOff x="7894350" y="6212475"/>
            <a:chExt cx="586800" cy="571500"/>
          </a:xfrm>
        </p:grpSpPr>
        <p:sp>
          <p:nvSpPr>
            <p:cNvPr id="427" name="Google Shape;427;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82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9" name="Google Shape;429;g2c157a2fb06_0_82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30" name="Google Shape;430;g2c157a2fb06_0_82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37" name="Google Shape;437;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38" name="Google Shape;438;g2c157a2fb06_0_82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39" name="Google Shape;439;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40"/>
        <p:cNvGrpSpPr/>
        <p:nvPr/>
      </p:nvGrpSpPr>
      <p:grpSpPr>
        <a:xfrm>
          <a:off x="0" y="0"/>
          <a:ext cx="0" cy="0"/>
          <a:chOff x="0" y="0"/>
          <a:chExt cx="0" cy="0"/>
        </a:xfrm>
      </p:grpSpPr>
      <p:sp>
        <p:nvSpPr>
          <p:cNvPr id="441" name="Google Shape;441;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3" name="Google Shape;443;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4" name="Google Shape;444;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Hands Up, Pair Up</a:t>
            </a:r>
            <a:endParaRPr sz="3000" b="0" i="0" u="none" strike="noStrike" cap="none">
              <a:solidFill>
                <a:srgbClr val="E82625"/>
              </a:solidFill>
              <a:latin typeface="Poppins Medium"/>
              <a:ea typeface="Poppins Medium"/>
              <a:cs typeface="Poppins Medium"/>
              <a:sym typeface="Poppins Medium"/>
            </a:endParaRPr>
          </a:p>
        </p:txBody>
      </p:sp>
      <p:sp>
        <p:nvSpPr>
          <p:cNvPr id="445" name="Google Shape;445;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7" name="Google Shape;447;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8" name="Google Shape;448;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49" name="Google Shape;449;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1" name="Google Shape;451;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2" name="Google Shape;452;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3" name="Google Shape;453;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5" name="Google Shape;455;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6" name="Google Shape;456;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7" name="Google Shape;457;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59" name="Google Shape;459;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60" name="Google Shape;460;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61" name="Google Shape;461;g2c157a2fb06_0_700"/>
          <p:cNvGrpSpPr/>
          <p:nvPr/>
        </p:nvGrpSpPr>
        <p:grpSpPr>
          <a:xfrm>
            <a:off x="662575" y="6212475"/>
            <a:ext cx="586800" cy="571500"/>
            <a:chOff x="662575" y="6212475"/>
            <a:chExt cx="586800" cy="571500"/>
          </a:xfrm>
        </p:grpSpPr>
        <p:sp>
          <p:nvSpPr>
            <p:cNvPr id="462" name="Google Shape;462;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3" name="Google Shape;463;g2c157a2fb06_0_70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4" name="Google Shape;464;g2c157a2fb06_0_70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5" name="Google Shape;465;g2c157a2fb06_0_700"/>
          <p:cNvGrpSpPr/>
          <p:nvPr/>
        </p:nvGrpSpPr>
        <p:grpSpPr>
          <a:xfrm>
            <a:off x="7894350" y="6212475"/>
            <a:ext cx="586800" cy="571500"/>
            <a:chOff x="7894350" y="6212475"/>
            <a:chExt cx="586800" cy="571500"/>
          </a:xfrm>
        </p:grpSpPr>
        <p:sp>
          <p:nvSpPr>
            <p:cNvPr id="466" name="Google Shape;466;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8" name="Google Shape;468;g2c157a2fb06_0_70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469" name="Google Shape;469;g2c157a2fb06_0_70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71" name="Google Shape;471;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2" name="Google Shape;472;g2c157a2fb06_0_70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76" name="Google Shape;476;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477" name="Google Shape;477;g2c157a2fb06_0_70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478" name="Google Shape;478;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79"/>
        <p:cNvGrpSpPr/>
        <p:nvPr/>
      </p:nvGrpSpPr>
      <p:grpSpPr>
        <a:xfrm>
          <a:off x="0" y="0"/>
          <a:ext cx="0" cy="0"/>
          <a:chOff x="0" y="0"/>
          <a:chExt cx="0" cy="0"/>
        </a:xfrm>
      </p:grpSpPr>
      <p:sp>
        <p:nvSpPr>
          <p:cNvPr id="480" name="Google Shape;480;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Bingo</a:t>
            </a:r>
            <a:endParaRPr sz="3000" b="0" i="0" u="none" strike="noStrike" cap="none">
              <a:solidFill>
                <a:srgbClr val="E82625"/>
              </a:solidFill>
              <a:latin typeface="Poppins Medium"/>
              <a:ea typeface="Poppins Medium"/>
              <a:cs typeface="Poppins Medium"/>
              <a:sym typeface="Poppins Medium"/>
            </a:endParaRPr>
          </a:p>
        </p:txBody>
      </p:sp>
      <p:cxnSp>
        <p:nvCxnSpPr>
          <p:cNvPr id="481" name="Google Shape;481;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2" name="Google Shape;482;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3" name="Google Shape;483;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4" name="Google Shape;484;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85" name="Google Shape;485;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6" name="Google Shape;486;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7" name="Google Shape;487;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488" name="Google Shape;488;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489" name="Google Shape;489;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0" name="Google Shape;490;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91" name="Google Shape;491;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2" name="Google Shape;492;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3" name="Google Shape;493;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4" name="Google Shape;494;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5" name="Google Shape;495;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6" name="Google Shape;496;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7" name="Google Shape;497;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8" name="Google Shape;498;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99" name="Google Shape;499;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00" name="Google Shape;500;g2c157a2fb06_0_932"/>
          <p:cNvGrpSpPr/>
          <p:nvPr/>
        </p:nvGrpSpPr>
        <p:grpSpPr>
          <a:xfrm>
            <a:off x="662575" y="6212475"/>
            <a:ext cx="586800" cy="571500"/>
            <a:chOff x="662575" y="6212475"/>
            <a:chExt cx="586800" cy="571500"/>
          </a:xfrm>
        </p:grpSpPr>
        <p:sp>
          <p:nvSpPr>
            <p:cNvPr id="501" name="Google Shape;501;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932">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3" name="Google Shape;503;g2c157a2fb06_0_932">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4" name="Google Shape;504;g2c157a2fb06_0_932"/>
          <p:cNvGrpSpPr/>
          <p:nvPr/>
        </p:nvGrpSpPr>
        <p:grpSpPr>
          <a:xfrm>
            <a:off x="7894350" y="6212475"/>
            <a:ext cx="586800" cy="571500"/>
            <a:chOff x="7894350" y="6212475"/>
            <a:chExt cx="586800" cy="571500"/>
          </a:xfrm>
        </p:grpSpPr>
        <p:sp>
          <p:nvSpPr>
            <p:cNvPr id="505" name="Google Shape;505;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932">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7" name="Google Shape;507;g2c157a2fb06_0_932">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08" name="Google Shape;508;g2c157a2fb06_0_932"/>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2" name="Google Shape;512;g2c157a2fb06_0_932"/>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4" name="Google Shape;514;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15" name="Google Shape;515;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16" name="Google Shape;516;g2c157a2fb06_0_932"/>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17" name="Google Shape;517;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18"/>
        <p:cNvGrpSpPr/>
        <p:nvPr/>
      </p:nvGrpSpPr>
      <p:grpSpPr>
        <a:xfrm>
          <a:off x="0" y="0"/>
          <a:ext cx="0" cy="0"/>
          <a:chOff x="0" y="0"/>
          <a:chExt cx="0" cy="0"/>
        </a:xfrm>
      </p:grpSpPr>
      <p:cxnSp>
        <p:nvCxnSpPr>
          <p:cNvPr id="519" name="Google Shape;519;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20" name="Google Shape;520;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21" name="Google Shape;521;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2" name="Google Shape;522;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3" name="Google Shape;523;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4" name="Google Shape;524;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5" name="Google Shape;525;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6" name="Google Shape;526;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7" name="Google Shape;527;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8" name="Google Shape;528;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29" name="Google Shape;529;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0" name="Google Shape;53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31" name="Google Shape;53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Lucky Dip</a:t>
            </a:r>
            <a:endParaRPr sz="3000" b="0" i="0" u="none" strike="noStrike" cap="none">
              <a:solidFill>
                <a:srgbClr val="E82625"/>
              </a:solidFill>
              <a:latin typeface="Poppins Medium"/>
              <a:ea typeface="Poppins Medium"/>
              <a:cs typeface="Poppins Medium"/>
              <a:sym typeface="Poppins Medium"/>
            </a:endParaRPr>
          </a:p>
        </p:txBody>
      </p:sp>
      <p:sp>
        <p:nvSpPr>
          <p:cNvPr id="532" name="Google Shape;532;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33" name="Google Shape;53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34" name="Google Shape;53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35" name="Google Shape;53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36" name="Google Shape;536;g2c157a2fb06_0_1045"/>
          <p:cNvGrpSpPr/>
          <p:nvPr/>
        </p:nvGrpSpPr>
        <p:grpSpPr>
          <a:xfrm>
            <a:off x="662575" y="6212475"/>
            <a:ext cx="586800" cy="571500"/>
            <a:chOff x="662575" y="6212475"/>
            <a:chExt cx="586800" cy="571500"/>
          </a:xfrm>
        </p:grpSpPr>
        <p:sp>
          <p:nvSpPr>
            <p:cNvPr id="537" name="Google Shape;53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8" name="Google Shape;538;g2c157a2fb06_0_1045">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0" name="Google Shape;540;g2c157a2fb06_0_1045"/>
          <p:cNvGrpSpPr/>
          <p:nvPr/>
        </p:nvGrpSpPr>
        <p:grpSpPr>
          <a:xfrm>
            <a:off x="7894350" y="6212475"/>
            <a:ext cx="586800" cy="571500"/>
            <a:chOff x="7894350" y="6212475"/>
            <a:chExt cx="586800" cy="571500"/>
          </a:xfrm>
        </p:grpSpPr>
        <p:sp>
          <p:nvSpPr>
            <p:cNvPr id="541" name="Google Shape;54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1045">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1045">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44" name="Google Shape;544;g2c157a2fb06_0_1045"/>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1045"/>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46" name="Google Shape;546;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7" name="Google Shape;547;g2c157a2fb06_0_1045"/>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8" name="Google Shape;548;g2c157a2fb06_0_1045"/>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0" name="Google Shape;550;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51" name="Google Shape;551;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52" name="Google Shape;552;g2c157a2fb06_0_1045"/>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53" name="Google Shape;553;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54"/>
        <p:cNvGrpSpPr/>
        <p:nvPr/>
      </p:nvGrpSpPr>
      <p:grpSpPr>
        <a:xfrm>
          <a:off x="0" y="0"/>
          <a:ext cx="0" cy="0"/>
          <a:chOff x="0" y="0"/>
          <a:chExt cx="0" cy="0"/>
        </a:xfrm>
      </p:grpSpPr>
      <p:sp>
        <p:nvSpPr>
          <p:cNvPr id="555" name="Google Shape;555;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56" name="Google Shape;556;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E82625"/>
                </a:solidFill>
                <a:latin typeface="Poppins Medium"/>
                <a:ea typeface="Poppins Medium"/>
                <a:cs typeface="Poppins Medium"/>
                <a:sym typeface="Poppins Medium"/>
              </a:rPr>
              <a:t>Countdown</a:t>
            </a:r>
            <a:endParaRPr sz="3000" b="0" i="0" u="none" strike="noStrike" cap="none">
              <a:solidFill>
                <a:srgbClr val="E82625"/>
              </a:solidFill>
              <a:latin typeface="Poppins Medium"/>
              <a:ea typeface="Poppins Medium"/>
              <a:cs typeface="Poppins Medium"/>
              <a:sym typeface="Poppins Medium"/>
            </a:endParaRPr>
          </a:p>
        </p:txBody>
      </p:sp>
      <p:sp>
        <p:nvSpPr>
          <p:cNvPr id="557" name="Google Shape;557;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8" name="Google Shape;558;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59" name="Google Shape;559;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60" name="Google Shape;560;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61" name="Google Shape;561;g2c157a2fb06_0_1110"/>
          <p:cNvGrpSpPr/>
          <p:nvPr/>
        </p:nvGrpSpPr>
        <p:grpSpPr>
          <a:xfrm>
            <a:off x="5806200" y="1807463"/>
            <a:ext cx="756300" cy="146700"/>
            <a:chOff x="5806200" y="1807463"/>
            <a:chExt cx="756300" cy="146700"/>
          </a:xfrm>
        </p:grpSpPr>
        <p:sp>
          <p:nvSpPr>
            <p:cNvPr id="562" name="Google Shape;56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3" name="Google Shape;56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65" name="Google Shape;565;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6" name="Google Shape;566;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67" name="Google Shape;567;g2c157a2fb06_0_1110"/>
          <p:cNvGrpSpPr/>
          <p:nvPr/>
        </p:nvGrpSpPr>
        <p:grpSpPr>
          <a:xfrm>
            <a:off x="5806200" y="2842438"/>
            <a:ext cx="756300" cy="146700"/>
            <a:chOff x="5806200" y="1807463"/>
            <a:chExt cx="756300" cy="146700"/>
          </a:xfrm>
        </p:grpSpPr>
        <p:sp>
          <p:nvSpPr>
            <p:cNvPr id="568" name="Google Shape;568;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0" name="Google Shape;570;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1" name="Google Shape;571;g2c157a2fb06_0_1110"/>
          <p:cNvGrpSpPr/>
          <p:nvPr/>
        </p:nvGrpSpPr>
        <p:grpSpPr>
          <a:xfrm>
            <a:off x="5806200" y="3877413"/>
            <a:ext cx="756300" cy="146700"/>
            <a:chOff x="5806200" y="1807463"/>
            <a:chExt cx="756300" cy="146700"/>
          </a:xfrm>
        </p:grpSpPr>
        <p:sp>
          <p:nvSpPr>
            <p:cNvPr id="572" name="Google Shape;572;g2c157a2fb06_0_1110"/>
            <p:cNvSpPr/>
            <p:nvPr/>
          </p:nvSpPr>
          <p:spPr>
            <a:xfrm>
              <a:off x="58062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3" name="Google Shape;573;g2c157a2fb06_0_1110"/>
            <p:cNvSpPr/>
            <p:nvPr/>
          </p:nvSpPr>
          <p:spPr>
            <a:xfrm>
              <a:off x="61110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4" name="Google Shape;574;g2c157a2fb06_0_1110"/>
            <p:cNvSpPr/>
            <p:nvPr/>
          </p:nvSpPr>
          <p:spPr>
            <a:xfrm>
              <a:off x="6415800" y="1807463"/>
              <a:ext cx="146700" cy="146700"/>
            </a:xfrm>
            <a:prstGeom prst="ellipse">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5" name="Google Shape;575;g2c157a2fb06_0_1110"/>
          <p:cNvGrpSpPr/>
          <p:nvPr/>
        </p:nvGrpSpPr>
        <p:grpSpPr>
          <a:xfrm>
            <a:off x="662575" y="6212475"/>
            <a:ext cx="586800" cy="571500"/>
            <a:chOff x="662575" y="6212475"/>
            <a:chExt cx="586800" cy="571500"/>
          </a:xfrm>
        </p:grpSpPr>
        <p:sp>
          <p:nvSpPr>
            <p:cNvPr id="576" name="Google Shape;576;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7" name="Google Shape;577;g2c157a2fb06_0_1110">
              <a:hlinkClick r:id="" action="ppaction://hlinkshowjump?jump=previousslide"/>
            </p:cNvPr>
            <p:cNvSpPr/>
            <p:nvPr/>
          </p:nvSpPr>
          <p:spPr>
            <a:xfrm>
              <a:off x="767700"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110">
              <a:hlinkClick r:id="" action="ppaction://hlinkshowjump?jump=previousslide"/>
            </p:cNvPr>
            <p:cNvSpPr/>
            <p:nvPr/>
          </p:nvSpPr>
          <p:spPr>
            <a:xfrm flipH="1">
              <a:off x="869175"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9" name="Google Shape;579;g2c157a2fb06_0_1110"/>
          <p:cNvGrpSpPr/>
          <p:nvPr/>
        </p:nvGrpSpPr>
        <p:grpSpPr>
          <a:xfrm>
            <a:off x="7894350" y="6212475"/>
            <a:ext cx="586800" cy="571500"/>
            <a:chOff x="7894350" y="6212475"/>
            <a:chExt cx="586800" cy="571500"/>
          </a:xfrm>
        </p:grpSpPr>
        <p:sp>
          <p:nvSpPr>
            <p:cNvPr id="580" name="Google Shape;580;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1" name="Google Shape;581;g2c157a2fb06_0_1110">
              <a:hlinkClick r:id="" action="ppaction://hlinkshowjump?jump=nextslide"/>
            </p:cNvPr>
            <p:cNvSpPr/>
            <p:nvPr/>
          </p:nvSpPr>
          <p:spPr>
            <a:xfrm flipH="1">
              <a:off x="8000425" y="6313675"/>
              <a:ext cx="375600" cy="375600"/>
            </a:xfrm>
            <a:prstGeom prst="ellipse">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110">
              <a:hlinkClick r:id="" action="ppaction://hlinkshowjump?jump=nextslide"/>
            </p:cNvPr>
            <p:cNvSpPr/>
            <p:nvPr/>
          </p:nvSpPr>
          <p:spPr>
            <a:xfrm>
              <a:off x="8120950" y="6409225"/>
              <a:ext cx="153600" cy="184500"/>
            </a:xfrm>
            <a:prstGeom prst="chevron">
              <a:avLst>
                <a:gd name="adj" fmla="val 50000"/>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83" name="Google Shape;583;g2c157a2fb06_0_1110"/>
          <p:cNvSpPr/>
          <p:nvPr/>
        </p:nvSpPr>
        <p:spPr>
          <a:xfrm>
            <a:off x="8557475"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4" name="Google Shape;584;g2c157a2fb06_0_1110"/>
          <p:cNvSpPr/>
          <p:nvPr/>
        </p:nvSpPr>
        <p:spPr>
          <a:xfrm>
            <a:off x="8562263"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85" name="Google Shape;585;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6" name="Google Shape;586;g2c157a2fb06_0_1110"/>
          <p:cNvSpPr/>
          <p:nvPr/>
        </p:nvSpPr>
        <p:spPr>
          <a:xfrm flipH="1">
            <a:off x="-258" y="-4275"/>
            <a:ext cx="586500" cy="6862200"/>
          </a:xfrm>
          <a:prstGeom prst="rect">
            <a:avLst/>
          </a:prstGeom>
          <a:solidFill>
            <a:srgbClr val="F9E8D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flipH="1">
            <a:off x="-5045" y="-2100"/>
            <a:ext cx="586500" cy="2453100"/>
          </a:xfrm>
          <a:prstGeom prst="rect">
            <a:avLst/>
          </a:prstGeom>
          <a:solidFill>
            <a:srgbClr val="E8262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8" name="Google Shape;588;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9" name="Google Shape;589;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90" name="Google Shape;590;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Week - Day Here</a:t>
            </a:r>
            <a:endParaRPr sz="1800" b="0" i="0" u="none" strike="noStrike" cap="none">
              <a:solidFill>
                <a:srgbClr val="E82625"/>
              </a:solidFill>
              <a:latin typeface="Poppins Medium"/>
              <a:ea typeface="Poppins Medium"/>
              <a:cs typeface="Poppins Medium"/>
              <a:sym typeface="Poppins Medium"/>
            </a:endParaRPr>
          </a:p>
        </p:txBody>
      </p:sp>
      <p:sp>
        <p:nvSpPr>
          <p:cNvPr id="591" name="Google Shape;591;g2c157a2fb06_0_1110"/>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E82625"/>
                </a:solidFill>
                <a:latin typeface="Poppins Medium"/>
                <a:ea typeface="Poppins Medium"/>
                <a:cs typeface="Poppins Medium"/>
                <a:sym typeface="Poppins Medium"/>
              </a:rPr>
              <a:t>Insert Lesson Number</a:t>
            </a:r>
            <a:endParaRPr sz="1800" b="0" i="0" u="none" strike="noStrike" cap="none">
              <a:solidFill>
                <a:srgbClr val="E82625"/>
              </a:solidFill>
              <a:latin typeface="Poppins Medium"/>
              <a:ea typeface="Poppins Medium"/>
              <a:cs typeface="Poppins Medium"/>
              <a:sym typeface="Poppins Medium"/>
            </a:endParaRPr>
          </a:p>
        </p:txBody>
      </p:sp>
      <p:sp>
        <p:nvSpPr>
          <p:cNvPr id="592" name="Google Shape;592;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6 - Suffixes</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593"/>
        <p:cNvGrpSpPr/>
        <p:nvPr/>
      </p:nvGrpSpPr>
      <p:grpSpPr>
        <a:xfrm>
          <a:off x="0" y="0"/>
          <a:ext cx="0" cy="0"/>
          <a:chOff x="0" y="0"/>
          <a:chExt cx="0" cy="0"/>
        </a:xfrm>
      </p:grpSpPr>
      <p:sp>
        <p:nvSpPr>
          <p:cNvPr id="594" name="Google Shape;594;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5" name="Google Shape;595;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6" name="Google Shape;596;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7" name="Google Shape;597;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598" name="Google Shape;598;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599" name="Google Shape;599;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0" name="Google Shape;600;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01" name="Google Shape;601;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02" name="Google Shape;602;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03" name="Google Shape;603;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04" name="Google Shape;604;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05" name="Google Shape;605;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06" name="Google Shape;606;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07" name="Google Shape;607;p30"/>
          <p:cNvGrpSpPr/>
          <p:nvPr/>
        </p:nvGrpSpPr>
        <p:grpSpPr>
          <a:xfrm>
            <a:off x="6022940" y="5341706"/>
            <a:ext cx="594501" cy="305904"/>
            <a:chOff x="5672081" y="1914352"/>
            <a:chExt cx="792668" cy="305904"/>
          </a:xfrm>
        </p:grpSpPr>
        <p:sp>
          <p:nvSpPr>
            <p:cNvPr id="608" name="Google Shape;608;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09" name="Google Shape;609;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10" name="Google Shape;610;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11" name="Google Shape;611;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2" name="Google Shape;612;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3" name="Google Shape;613;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4" name="Google Shape;614;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5" name="Google Shape;615;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6" name="Google Shape;616;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7" name="Google Shape;617;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18" name="Google Shape;618;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19" name="Google Shape;619;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20" name="Google Shape;620;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1" name="Google Shape;621;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5" name="Google Shape;625;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28" name="Google Shape;628;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29" name="Google Shape;629;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30" name="Google Shape;630;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31" name="Google Shape;631;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32" name="Google Shape;632;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33" name="Google Shape;633;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34" name="Google Shape;634;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5" name="Google Shape;635;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36" name="Google Shape;636;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37" name="Google Shape;637;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38" name="Google Shape;638;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39"/>
        <p:cNvGrpSpPr/>
        <p:nvPr/>
      </p:nvGrpSpPr>
      <p:grpSpPr>
        <a:xfrm>
          <a:off x="0" y="0"/>
          <a:ext cx="0" cy="0"/>
          <a:chOff x="0" y="0"/>
          <a:chExt cx="0" cy="0"/>
        </a:xfrm>
      </p:grpSpPr>
      <p:sp>
        <p:nvSpPr>
          <p:cNvPr id="640" name="Google Shape;640;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1" name="Google Shape;641;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42" name="Google Shape;642;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43"/>
        <p:cNvGrpSpPr/>
        <p:nvPr/>
      </p:nvGrpSpPr>
      <p:grpSpPr>
        <a:xfrm>
          <a:off x="0" y="0"/>
          <a:ext cx="0" cy="0"/>
          <a:chOff x="0" y="0"/>
          <a:chExt cx="0" cy="0"/>
        </a:xfrm>
      </p:grpSpPr>
      <p:sp>
        <p:nvSpPr>
          <p:cNvPr id="644" name="Google Shape;644;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45" name="Google Shape;645;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46" name="Google Shape;646;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18" Type="http://schemas.openxmlformats.org/officeDocument/2006/relationships/image" Target="../media/image20.pn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png"/><Relationship Id="rId17" Type="http://schemas.openxmlformats.org/officeDocument/2006/relationships/image" Target="../media/image19.png"/><Relationship Id="rId25" Type="http://schemas.openxmlformats.org/officeDocument/2006/relationships/image" Target="../media/image27.png"/><Relationship Id="rId2" Type="http://schemas.openxmlformats.org/officeDocument/2006/relationships/notesSlide" Target="../notesSlides/notesSlide3.xml"/><Relationship Id="rId16" Type="http://schemas.openxmlformats.org/officeDocument/2006/relationships/image" Target="../media/image18.png"/><Relationship Id="rId20" Type="http://schemas.openxmlformats.org/officeDocument/2006/relationships/image" Target="../media/image22.png"/><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24" Type="http://schemas.openxmlformats.org/officeDocument/2006/relationships/image" Target="../media/image26.png"/><Relationship Id="rId5" Type="http://schemas.openxmlformats.org/officeDocument/2006/relationships/image" Target="../media/image7.png"/><Relationship Id="rId15" Type="http://schemas.openxmlformats.org/officeDocument/2006/relationships/image" Target="../media/image17.png"/><Relationship Id="rId23" Type="http://schemas.openxmlformats.org/officeDocument/2006/relationships/image" Target="../media/image25.png"/><Relationship Id="rId10" Type="http://schemas.openxmlformats.org/officeDocument/2006/relationships/image" Target="../media/image12.png"/><Relationship Id="rId19" Type="http://schemas.openxmlformats.org/officeDocument/2006/relationships/image" Target="../media/image21.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 Id="rId22" Type="http://schemas.openxmlformats.org/officeDocument/2006/relationships/image" Target="../media/image24.png"/></Relationships>
</file>

<file path=ppt/slides/_rels/slide4.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38.png"/><Relationship Id="rId18" Type="http://schemas.openxmlformats.org/officeDocument/2006/relationships/image" Target="../media/image43.png"/><Relationship Id="rId26" Type="http://schemas.openxmlformats.org/officeDocument/2006/relationships/image" Target="../media/image51.png"/><Relationship Id="rId3" Type="http://schemas.openxmlformats.org/officeDocument/2006/relationships/image" Target="../media/image28.png"/><Relationship Id="rId21" Type="http://schemas.openxmlformats.org/officeDocument/2006/relationships/image" Target="../media/image46.png"/><Relationship Id="rId7" Type="http://schemas.openxmlformats.org/officeDocument/2006/relationships/image" Target="../media/image32.png"/><Relationship Id="rId12" Type="http://schemas.openxmlformats.org/officeDocument/2006/relationships/image" Target="../media/image37.png"/><Relationship Id="rId17" Type="http://schemas.openxmlformats.org/officeDocument/2006/relationships/image" Target="../media/image42.png"/><Relationship Id="rId25" Type="http://schemas.openxmlformats.org/officeDocument/2006/relationships/image" Target="../media/image50.png"/><Relationship Id="rId2" Type="http://schemas.openxmlformats.org/officeDocument/2006/relationships/notesSlide" Target="../notesSlides/notesSlide4.xml"/><Relationship Id="rId16" Type="http://schemas.openxmlformats.org/officeDocument/2006/relationships/image" Target="../media/image41.png"/><Relationship Id="rId20" Type="http://schemas.openxmlformats.org/officeDocument/2006/relationships/image" Target="../media/image45.png"/><Relationship Id="rId29" Type="http://schemas.openxmlformats.org/officeDocument/2006/relationships/image" Target="../media/image54.png"/><Relationship Id="rId1" Type="http://schemas.openxmlformats.org/officeDocument/2006/relationships/slideLayout" Target="../slideLayouts/slideLayout3.xml"/><Relationship Id="rId6" Type="http://schemas.openxmlformats.org/officeDocument/2006/relationships/image" Target="../media/image31.png"/><Relationship Id="rId11" Type="http://schemas.openxmlformats.org/officeDocument/2006/relationships/image" Target="../media/image36.png"/><Relationship Id="rId24" Type="http://schemas.openxmlformats.org/officeDocument/2006/relationships/image" Target="../media/image49.png"/><Relationship Id="rId5" Type="http://schemas.openxmlformats.org/officeDocument/2006/relationships/image" Target="../media/image30.png"/><Relationship Id="rId15" Type="http://schemas.openxmlformats.org/officeDocument/2006/relationships/image" Target="../media/image40.png"/><Relationship Id="rId23" Type="http://schemas.openxmlformats.org/officeDocument/2006/relationships/image" Target="../media/image48.png"/><Relationship Id="rId28" Type="http://schemas.openxmlformats.org/officeDocument/2006/relationships/image" Target="../media/image53.png"/><Relationship Id="rId10" Type="http://schemas.openxmlformats.org/officeDocument/2006/relationships/image" Target="../media/image35.png"/><Relationship Id="rId19" Type="http://schemas.openxmlformats.org/officeDocument/2006/relationships/image" Target="../media/image44.png"/><Relationship Id="rId31" Type="http://schemas.openxmlformats.org/officeDocument/2006/relationships/image" Target="../media/image56.png"/><Relationship Id="rId4" Type="http://schemas.openxmlformats.org/officeDocument/2006/relationships/image" Target="../media/image29.png"/><Relationship Id="rId9" Type="http://schemas.openxmlformats.org/officeDocument/2006/relationships/image" Target="../media/image34.png"/><Relationship Id="rId14" Type="http://schemas.openxmlformats.org/officeDocument/2006/relationships/image" Target="../media/image39.png"/><Relationship Id="rId22" Type="http://schemas.openxmlformats.org/officeDocument/2006/relationships/image" Target="../media/image47.png"/><Relationship Id="rId27" Type="http://schemas.openxmlformats.org/officeDocument/2006/relationships/image" Target="../media/image52.png"/><Relationship Id="rId30" Type="http://schemas.openxmlformats.org/officeDocument/2006/relationships/image" Target="../media/image55.png"/></Relationships>
</file>

<file path=ppt/slides/_rels/slide5.xml.rels><?xml version="1.0" encoding="UTF-8" standalone="yes"?>
<Relationships xmlns="http://schemas.openxmlformats.org/package/2006/relationships"><Relationship Id="rId13" Type="http://schemas.openxmlformats.org/officeDocument/2006/relationships/image" Target="../media/image67.png"/><Relationship Id="rId18" Type="http://schemas.openxmlformats.org/officeDocument/2006/relationships/image" Target="../media/image72.png"/><Relationship Id="rId26" Type="http://schemas.openxmlformats.org/officeDocument/2006/relationships/image" Target="../media/image80.png"/><Relationship Id="rId39" Type="http://schemas.openxmlformats.org/officeDocument/2006/relationships/image" Target="../media/image93.png"/><Relationship Id="rId21" Type="http://schemas.openxmlformats.org/officeDocument/2006/relationships/image" Target="../media/image75.png"/><Relationship Id="rId34" Type="http://schemas.openxmlformats.org/officeDocument/2006/relationships/image" Target="../media/image88.png"/><Relationship Id="rId42" Type="http://schemas.openxmlformats.org/officeDocument/2006/relationships/image" Target="../media/image96.png"/><Relationship Id="rId7" Type="http://schemas.openxmlformats.org/officeDocument/2006/relationships/image" Target="../media/image61.png"/><Relationship Id="rId2" Type="http://schemas.openxmlformats.org/officeDocument/2006/relationships/notesSlide" Target="../notesSlides/notesSlide5.xml"/><Relationship Id="rId16" Type="http://schemas.openxmlformats.org/officeDocument/2006/relationships/image" Target="../media/image70.png"/><Relationship Id="rId20" Type="http://schemas.openxmlformats.org/officeDocument/2006/relationships/image" Target="../media/image74.png"/><Relationship Id="rId29" Type="http://schemas.openxmlformats.org/officeDocument/2006/relationships/image" Target="../media/image83.png"/><Relationship Id="rId41" Type="http://schemas.openxmlformats.org/officeDocument/2006/relationships/image" Target="../media/image95.png"/><Relationship Id="rId1" Type="http://schemas.openxmlformats.org/officeDocument/2006/relationships/slideLayout" Target="../slideLayouts/slideLayout3.xml"/><Relationship Id="rId6" Type="http://schemas.openxmlformats.org/officeDocument/2006/relationships/image" Target="../media/image60.png"/><Relationship Id="rId11" Type="http://schemas.openxmlformats.org/officeDocument/2006/relationships/image" Target="../media/image65.png"/><Relationship Id="rId24" Type="http://schemas.openxmlformats.org/officeDocument/2006/relationships/image" Target="../media/image78.png"/><Relationship Id="rId32" Type="http://schemas.openxmlformats.org/officeDocument/2006/relationships/image" Target="../media/image86.png"/><Relationship Id="rId37" Type="http://schemas.openxmlformats.org/officeDocument/2006/relationships/image" Target="../media/image91.png"/><Relationship Id="rId40" Type="http://schemas.openxmlformats.org/officeDocument/2006/relationships/image" Target="../media/image94.png"/><Relationship Id="rId5" Type="http://schemas.openxmlformats.org/officeDocument/2006/relationships/image" Target="../media/image59.png"/><Relationship Id="rId15" Type="http://schemas.openxmlformats.org/officeDocument/2006/relationships/image" Target="../media/image69.png"/><Relationship Id="rId23" Type="http://schemas.openxmlformats.org/officeDocument/2006/relationships/image" Target="../media/image77.png"/><Relationship Id="rId28" Type="http://schemas.openxmlformats.org/officeDocument/2006/relationships/image" Target="../media/image82.png"/><Relationship Id="rId36" Type="http://schemas.openxmlformats.org/officeDocument/2006/relationships/image" Target="../media/image90.png"/><Relationship Id="rId10" Type="http://schemas.openxmlformats.org/officeDocument/2006/relationships/image" Target="../media/image64.png"/><Relationship Id="rId19" Type="http://schemas.openxmlformats.org/officeDocument/2006/relationships/image" Target="../media/image73.png"/><Relationship Id="rId31" Type="http://schemas.openxmlformats.org/officeDocument/2006/relationships/image" Target="../media/image85.png"/><Relationship Id="rId4" Type="http://schemas.openxmlformats.org/officeDocument/2006/relationships/image" Target="../media/image58.png"/><Relationship Id="rId9" Type="http://schemas.openxmlformats.org/officeDocument/2006/relationships/image" Target="../media/image63.png"/><Relationship Id="rId14" Type="http://schemas.openxmlformats.org/officeDocument/2006/relationships/image" Target="../media/image68.png"/><Relationship Id="rId22" Type="http://schemas.openxmlformats.org/officeDocument/2006/relationships/image" Target="../media/image76.png"/><Relationship Id="rId27" Type="http://schemas.openxmlformats.org/officeDocument/2006/relationships/image" Target="../media/image81.png"/><Relationship Id="rId30" Type="http://schemas.openxmlformats.org/officeDocument/2006/relationships/image" Target="../media/image84.png"/><Relationship Id="rId35" Type="http://schemas.openxmlformats.org/officeDocument/2006/relationships/image" Target="../media/image89.png"/><Relationship Id="rId43" Type="http://schemas.openxmlformats.org/officeDocument/2006/relationships/image" Target="../media/image97.png"/><Relationship Id="rId8" Type="http://schemas.openxmlformats.org/officeDocument/2006/relationships/image" Target="../media/image62.png"/><Relationship Id="rId3" Type="http://schemas.openxmlformats.org/officeDocument/2006/relationships/image" Target="../media/image57.png"/><Relationship Id="rId12" Type="http://schemas.openxmlformats.org/officeDocument/2006/relationships/image" Target="../media/image66.png"/><Relationship Id="rId17" Type="http://schemas.openxmlformats.org/officeDocument/2006/relationships/image" Target="../media/image71.png"/><Relationship Id="rId25" Type="http://schemas.openxmlformats.org/officeDocument/2006/relationships/image" Target="../media/image79.png"/><Relationship Id="rId33" Type="http://schemas.openxmlformats.org/officeDocument/2006/relationships/image" Target="../media/image87.png"/><Relationship Id="rId38" Type="http://schemas.openxmlformats.org/officeDocument/2006/relationships/image" Target="../media/image92.png"/></Relationships>
</file>

<file path=ppt/slides/_rels/slide6.xml.rels><?xml version="1.0" encoding="UTF-8" standalone="yes"?>
<Relationships xmlns="http://schemas.openxmlformats.org/package/2006/relationships"><Relationship Id="rId13" Type="http://schemas.openxmlformats.org/officeDocument/2006/relationships/image" Target="../media/image108.png"/><Relationship Id="rId18" Type="http://schemas.openxmlformats.org/officeDocument/2006/relationships/image" Target="../media/image113.png"/><Relationship Id="rId26" Type="http://schemas.openxmlformats.org/officeDocument/2006/relationships/image" Target="../media/image121.png"/><Relationship Id="rId39" Type="http://schemas.openxmlformats.org/officeDocument/2006/relationships/image" Target="../media/image134.png"/><Relationship Id="rId21" Type="http://schemas.openxmlformats.org/officeDocument/2006/relationships/image" Target="../media/image116.png"/><Relationship Id="rId34" Type="http://schemas.openxmlformats.org/officeDocument/2006/relationships/image" Target="../media/image129.png"/><Relationship Id="rId42" Type="http://schemas.openxmlformats.org/officeDocument/2006/relationships/image" Target="../media/image137.png"/><Relationship Id="rId47" Type="http://schemas.openxmlformats.org/officeDocument/2006/relationships/image" Target="../media/image142.png"/><Relationship Id="rId7" Type="http://schemas.openxmlformats.org/officeDocument/2006/relationships/image" Target="../media/image102.png"/><Relationship Id="rId2" Type="http://schemas.openxmlformats.org/officeDocument/2006/relationships/notesSlide" Target="../notesSlides/notesSlide6.xml"/><Relationship Id="rId16" Type="http://schemas.openxmlformats.org/officeDocument/2006/relationships/image" Target="../media/image111.png"/><Relationship Id="rId29" Type="http://schemas.openxmlformats.org/officeDocument/2006/relationships/image" Target="../media/image124.png"/><Relationship Id="rId1" Type="http://schemas.openxmlformats.org/officeDocument/2006/relationships/slideLayout" Target="../slideLayouts/slideLayout3.xml"/><Relationship Id="rId6" Type="http://schemas.openxmlformats.org/officeDocument/2006/relationships/image" Target="../media/image101.png"/><Relationship Id="rId11" Type="http://schemas.openxmlformats.org/officeDocument/2006/relationships/image" Target="../media/image106.png"/><Relationship Id="rId24" Type="http://schemas.openxmlformats.org/officeDocument/2006/relationships/image" Target="../media/image119.png"/><Relationship Id="rId32" Type="http://schemas.openxmlformats.org/officeDocument/2006/relationships/image" Target="../media/image127.png"/><Relationship Id="rId37" Type="http://schemas.openxmlformats.org/officeDocument/2006/relationships/image" Target="../media/image132.png"/><Relationship Id="rId40" Type="http://schemas.openxmlformats.org/officeDocument/2006/relationships/image" Target="../media/image135.png"/><Relationship Id="rId45" Type="http://schemas.openxmlformats.org/officeDocument/2006/relationships/image" Target="../media/image140.png"/><Relationship Id="rId5" Type="http://schemas.openxmlformats.org/officeDocument/2006/relationships/image" Target="../media/image100.png"/><Relationship Id="rId15" Type="http://schemas.openxmlformats.org/officeDocument/2006/relationships/image" Target="../media/image110.png"/><Relationship Id="rId23" Type="http://schemas.openxmlformats.org/officeDocument/2006/relationships/image" Target="../media/image118.png"/><Relationship Id="rId28" Type="http://schemas.openxmlformats.org/officeDocument/2006/relationships/image" Target="../media/image123.png"/><Relationship Id="rId36" Type="http://schemas.openxmlformats.org/officeDocument/2006/relationships/image" Target="../media/image131.png"/><Relationship Id="rId10" Type="http://schemas.openxmlformats.org/officeDocument/2006/relationships/image" Target="../media/image105.png"/><Relationship Id="rId19" Type="http://schemas.openxmlformats.org/officeDocument/2006/relationships/image" Target="../media/image114.png"/><Relationship Id="rId31" Type="http://schemas.openxmlformats.org/officeDocument/2006/relationships/image" Target="../media/image126.png"/><Relationship Id="rId44" Type="http://schemas.openxmlformats.org/officeDocument/2006/relationships/image" Target="../media/image139.png"/><Relationship Id="rId4" Type="http://schemas.openxmlformats.org/officeDocument/2006/relationships/image" Target="../media/image99.png"/><Relationship Id="rId9" Type="http://schemas.openxmlformats.org/officeDocument/2006/relationships/image" Target="../media/image104.png"/><Relationship Id="rId14" Type="http://schemas.openxmlformats.org/officeDocument/2006/relationships/image" Target="../media/image109.png"/><Relationship Id="rId22" Type="http://schemas.openxmlformats.org/officeDocument/2006/relationships/image" Target="../media/image117.png"/><Relationship Id="rId27" Type="http://schemas.openxmlformats.org/officeDocument/2006/relationships/image" Target="../media/image122.png"/><Relationship Id="rId30" Type="http://schemas.openxmlformats.org/officeDocument/2006/relationships/image" Target="../media/image125.png"/><Relationship Id="rId35" Type="http://schemas.openxmlformats.org/officeDocument/2006/relationships/image" Target="../media/image130.png"/><Relationship Id="rId43" Type="http://schemas.openxmlformats.org/officeDocument/2006/relationships/image" Target="../media/image138.png"/><Relationship Id="rId8" Type="http://schemas.openxmlformats.org/officeDocument/2006/relationships/image" Target="../media/image103.png"/><Relationship Id="rId3" Type="http://schemas.openxmlformats.org/officeDocument/2006/relationships/image" Target="../media/image98.png"/><Relationship Id="rId12" Type="http://schemas.openxmlformats.org/officeDocument/2006/relationships/image" Target="../media/image107.png"/><Relationship Id="rId17" Type="http://schemas.openxmlformats.org/officeDocument/2006/relationships/image" Target="../media/image112.png"/><Relationship Id="rId25" Type="http://schemas.openxmlformats.org/officeDocument/2006/relationships/image" Target="../media/image120.png"/><Relationship Id="rId33" Type="http://schemas.openxmlformats.org/officeDocument/2006/relationships/image" Target="../media/image128.png"/><Relationship Id="rId38" Type="http://schemas.openxmlformats.org/officeDocument/2006/relationships/image" Target="../media/image133.png"/><Relationship Id="rId46" Type="http://schemas.openxmlformats.org/officeDocument/2006/relationships/image" Target="../media/image141.png"/><Relationship Id="rId20" Type="http://schemas.openxmlformats.org/officeDocument/2006/relationships/image" Target="../media/image115.png"/><Relationship Id="rId41" Type="http://schemas.openxmlformats.org/officeDocument/2006/relationships/image" Target="../media/image136.png"/></Relationships>
</file>

<file path=ppt/slides/_rels/slide7.xml.rels><?xml version="1.0" encoding="UTF-8" standalone="yes"?>
<Relationships xmlns="http://schemas.openxmlformats.org/package/2006/relationships"><Relationship Id="rId8" Type="http://schemas.openxmlformats.org/officeDocument/2006/relationships/image" Target="../media/image148.png"/><Relationship Id="rId13" Type="http://schemas.openxmlformats.org/officeDocument/2006/relationships/image" Target="../media/image153.png"/><Relationship Id="rId3" Type="http://schemas.openxmlformats.org/officeDocument/2006/relationships/image" Target="../media/image143.png"/><Relationship Id="rId7" Type="http://schemas.openxmlformats.org/officeDocument/2006/relationships/image" Target="../media/image147.png"/><Relationship Id="rId12" Type="http://schemas.openxmlformats.org/officeDocument/2006/relationships/image" Target="../media/image152.png"/><Relationship Id="rId17" Type="http://schemas.openxmlformats.org/officeDocument/2006/relationships/image" Target="../media/image157.png"/><Relationship Id="rId2" Type="http://schemas.openxmlformats.org/officeDocument/2006/relationships/notesSlide" Target="../notesSlides/notesSlide7.xml"/><Relationship Id="rId16" Type="http://schemas.openxmlformats.org/officeDocument/2006/relationships/image" Target="../media/image156.png"/><Relationship Id="rId1" Type="http://schemas.openxmlformats.org/officeDocument/2006/relationships/slideLayout" Target="../slideLayouts/slideLayout3.xml"/><Relationship Id="rId6" Type="http://schemas.openxmlformats.org/officeDocument/2006/relationships/image" Target="../media/image146.png"/><Relationship Id="rId11" Type="http://schemas.openxmlformats.org/officeDocument/2006/relationships/image" Target="../media/image151.png"/><Relationship Id="rId5" Type="http://schemas.openxmlformats.org/officeDocument/2006/relationships/image" Target="../media/image145.png"/><Relationship Id="rId15" Type="http://schemas.openxmlformats.org/officeDocument/2006/relationships/image" Target="../media/image155.png"/><Relationship Id="rId10" Type="http://schemas.openxmlformats.org/officeDocument/2006/relationships/image" Target="../media/image150.png"/><Relationship Id="rId4" Type="http://schemas.openxmlformats.org/officeDocument/2006/relationships/image" Target="../media/image144.png"/><Relationship Id="rId9" Type="http://schemas.openxmlformats.org/officeDocument/2006/relationships/image" Target="../media/image149.png"/><Relationship Id="rId14" Type="http://schemas.openxmlformats.org/officeDocument/2006/relationships/image" Target="../media/image15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a:t>-est suffix </a:t>
            </a:r>
            <a:br>
              <a:rPr lang="en-US"/>
            </a:br>
            <a:r>
              <a:rPr lang="en-US"/>
              <a:t>(drop y, add i)</a:t>
            </a:r>
            <a:endParaRPr sz="3000"/>
          </a:p>
        </p:txBody>
      </p:sp>
      <p:sp>
        <p:nvSpPr>
          <p:cNvPr id="652" name="Google Shape;652;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aphicFrame>
        <p:nvGraphicFramePr>
          <p:cNvPr id="653" name="Google Shape;653;p1"/>
          <p:cNvGraphicFramePr/>
          <p:nvPr/>
        </p:nvGraphicFramePr>
        <p:xfrm>
          <a:off x="4844200" y="1891197"/>
          <a:ext cx="3785000" cy="1678950"/>
        </p:xfrm>
        <a:graphic>
          <a:graphicData uri="http://schemas.openxmlformats.org/drawingml/2006/table">
            <a:tbl>
              <a:tblPr firstRow="1" bandRow="1">
                <a:noFill/>
                <a:tableStyleId>{B35C6B80-CCDC-4486-8FC5-4B7C12018601}</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-s and -es</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-ing</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-ed</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dk1"/>
                          </a:solidFill>
                          <a:latin typeface="Jost"/>
                          <a:ea typeface="Jost"/>
                          <a:cs typeface="Jost"/>
                          <a:sym typeface="Jost"/>
                        </a:rPr>
                        <a:t>-er</a:t>
                      </a:r>
                      <a:endParaRPr sz="20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chemeClr val="lt1"/>
                          </a:solidFill>
                          <a:latin typeface="Jost"/>
                          <a:ea typeface="Jost"/>
                          <a:cs typeface="Jost"/>
                          <a:sym typeface="Jost"/>
                        </a:rPr>
                        <a:t>-est</a:t>
                      </a:r>
                      <a:endParaRPr sz="20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2000"/>
                        <a:buFont typeface="Arial"/>
                        <a:buNone/>
                      </a:pPr>
                      <a:r>
                        <a:rPr lang="en-US" sz="2000" u="none" strike="noStrike" cap="none">
                          <a:solidFill>
                            <a:srgbClr val="D9D9D9"/>
                          </a:solidFill>
                          <a:latin typeface="Jost"/>
                          <a:ea typeface="Jost"/>
                          <a:cs typeface="Jost"/>
                          <a:sym typeface="Jost"/>
                        </a:rPr>
                        <a:t>un-</a:t>
                      </a:r>
                      <a:endParaRPr sz="20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
        <p:nvSpPr>
          <p:cNvPr id="654" name="Google Shape;654;p1"/>
          <p:cNvSpPr txBox="1"/>
          <p:nvPr/>
        </p:nvSpPr>
        <p:spPr>
          <a:xfrm>
            <a:off x="884092" y="3677905"/>
            <a:ext cx="3882600" cy="845400"/>
          </a:xfrm>
          <a:prstGeom prst="rect">
            <a:avLst/>
          </a:prstGeom>
          <a:noFill/>
          <a:ln>
            <a:noFill/>
          </a:ln>
        </p:spPr>
        <p:txBody>
          <a:bodyPr spcFirstLastPara="1" wrap="square" lIns="0" tIns="0" rIns="0" bIns="0" anchor="t" anchorCtr="0">
            <a:normAutofit/>
          </a:bodyPr>
          <a:lstStyle/>
          <a:p>
            <a:pPr marL="0" marR="0" lvl="0" indent="0" algn="l" rtl="0">
              <a:lnSpc>
                <a:spcPct val="90000"/>
              </a:lnSpc>
              <a:spcBef>
                <a:spcPts val="1000"/>
              </a:spcBef>
              <a:spcAft>
                <a:spcPts val="0"/>
              </a:spcAft>
              <a:buClr>
                <a:srgbClr val="000000"/>
              </a:buClr>
              <a:buSzPts val="2200"/>
              <a:buFont typeface="Arial"/>
              <a:buNone/>
            </a:pPr>
            <a:r>
              <a:rPr lang="en-US" sz="2200" b="0" i="1" u="none" strike="noStrike" cap="none">
                <a:solidFill>
                  <a:srgbClr val="262626"/>
                </a:solidFill>
                <a:latin typeface="Poppins"/>
                <a:ea typeface="Poppins"/>
                <a:cs typeface="Poppins"/>
                <a:sym typeface="Poppins"/>
              </a:rPr>
              <a:t>Lesson 23</a:t>
            </a:r>
            <a:endParaRPr sz="2200" b="0" i="1" u="none" strike="noStrike" cap="none">
              <a:solidFill>
                <a:srgbClr val="262626"/>
              </a:solidFill>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g2bee4f4af4b_0_204"/>
          <p:cNvSpPr txBox="1">
            <a:spLocks noGrp="1"/>
          </p:cNvSpPr>
          <p:nvPr>
            <p:ph type="body" idx="1"/>
          </p:nvPr>
        </p:nvSpPr>
        <p:spPr>
          <a:xfrm>
            <a:off x="3649025" y="1038275"/>
            <a:ext cx="44997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suffix </a:t>
            </a:r>
            <a:r>
              <a:rPr lang="en-US">
                <a:solidFill>
                  <a:srgbClr val="2356AF"/>
                </a:solidFill>
              </a:rPr>
              <a:t>-est.</a:t>
            </a:r>
            <a:endParaRPr>
              <a:solidFill>
                <a:srgbClr val="2356AF"/>
              </a:solidFill>
            </a:endParaRPr>
          </a:p>
        </p:txBody>
      </p:sp>
      <p:sp>
        <p:nvSpPr>
          <p:cNvPr id="661" name="Google Shape;661;g2bee4f4af4b_0_204"/>
          <p:cNvSpPr txBox="1">
            <a:spLocks noGrp="1"/>
          </p:cNvSpPr>
          <p:nvPr>
            <p:ph type="body" idx="2"/>
          </p:nvPr>
        </p:nvSpPr>
        <p:spPr>
          <a:xfrm>
            <a:off x="3649025" y="2393250"/>
            <a:ext cx="4877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1000"/>
              </a:spcBef>
              <a:spcAft>
                <a:spcPts val="0"/>
              </a:spcAft>
              <a:buSzPts val="1600"/>
              <a:buChar char="•"/>
            </a:pPr>
            <a:r>
              <a:rPr lang="en-US"/>
              <a:t>Recall Phase 5 Common Exception Words </a:t>
            </a:r>
            <a:r>
              <a:rPr lang="en-US">
                <a:solidFill>
                  <a:srgbClr val="2356AF"/>
                </a:solidFill>
              </a:rPr>
              <a:t>today house mouse hour because Mr Mrs Ms where should could would move use want.</a:t>
            </a:r>
            <a:endParaRPr>
              <a:solidFill>
                <a:srgbClr val="2356AF"/>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g26b641b03cd_0_165"/>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668" name="Google Shape;668;g26b641b03cd_0_165"/>
          <p:cNvGrpSpPr/>
          <p:nvPr/>
        </p:nvGrpSpPr>
        <p:grpSpPr>
          <a:xfrm>
            <a:off x="854200" y="2053244"/>
            <a:ext cx="7283200" cy="3724851"/>
            <a:chOff x="930400" y="2129444"/>
            <a:chExt cx="7283200" cy="3724851"/>
          </a:xfrm>
        </p:grpSpPr>
        <p:pic>
          <p:nvPicPr>
            <p:cNvPr id="669" name="Google Shape;669;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670" name="Google Shape;670;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1" name="Google Shape;671;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2" name="Google Shape;672;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673" name="Google Shape;673;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674" name="Google Shape;674;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675" name="Google Shape;675;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676" name="Google Shape;676;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677" name="Google Shape;677;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678" name="Google Shape;678;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679" name="Google Shape;679;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0" name="Google Shape;680;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681" name="Google Shape;681;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682" name="Google Shape;682;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683" name="Google Shape;683;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684" name="Google Shape;684;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685" name="Google Shape;685;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686" name="Google Shape;686;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687" name="Google Shape;687;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688" name="Google Shape;688;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689" name="Google Shape;689;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690" name="Google Shape;690;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691" name="Google Shape;691;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6b7edf6e71_0_26"/>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698" name="Google Shape;698;g26b7edf6e71_0_26"/>
          <p:cNvGrpSpPr/>
          <p:nvPr/>
        </p:nvGrpSpPr>
        <p:grpSpPr>
          <a:xfrm>
            <a:off x="854200" y="2053250"/>
            <a:ext cx="7283201" cy="2971674"/>
            <a:chOff x="930400" y="2129450"/>
            <a:chExt cx="7283201" cy="2971674"/>
          </a:xfrm>
        </p:grpSpPr>
        <p:pic>
          <p:nvPicPr>
            <p:cNvPr id="699" name="Google Shape;699;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00" name="Google Shape;700;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1" name="Google Shape;701;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02" name="Google Shape;702;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3" name="Google Shape;703;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4" name="Google Shape;704;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5" name="Google Shape;705;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06" name="Google Shape;706;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07" name="Google Shape;707;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08" name="Google Shape;708;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09" name="Google Shape;709;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10" name="Google Shape;710;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1" name="Google Shape;711;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2" name="Google Shape;712;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13" name="Google Shape;713;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14" name="Google Shape;714;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15" name="Google Shape;715;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6" name="Google Shape;716;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17" name="Google Shape;717;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18" name="Google Shape;718;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19" name="Google Shape;719;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20" name="Google Shape;720;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21" name="Google Shape;721;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22" name="Google Shape;722;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23" name="Google Shape;723;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24" name="Google Shape;724;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25" name="Google Shape;725;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26" name="Google Shape;726;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27" name="Google Shape;727;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3" name="Google Shape;733;g2c298da1f27_0_417"/>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34" name="Google Shape;734;g2c298da1f27_0_417"/>
          <p:cNvGrpSpPr/>
          <p:nvPr/>
        </p:nvGrpSpPr>
        <p:grpSpPr>
          <a:xfrm>
            <a:off x="854200" y="2053250"/>
            <a:ext cx="7283201" cy="2971674"/>
            <a:chOff x="930400" y="2053250"/>
            <a:chExt cx="7283201" cy="2971674"/>
          </a:xfrm>
        </p:grpSpPr>
        <p:pic>
          <p:nvPicPr>
            <p:cNvPr id="735" name="Google Shape;735;g2c298da1f27_0_41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36" name="Google Shape;736;g2c298da1f27_0_41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37" name="Google Shape;737;g2c298da1f27_0_41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738" name="Google Shape;738;g2c298da1f27_0_41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739" name="Google Shape;739;g2c298da1f27_0_41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740" name="Google Shape;740;g2c298da1f27_0_41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1" name="Google Shape;741;g2c298da1f27_0_41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742" name="Google Shape;742;g2c298da1f27_0_41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743" name="Google Shape;743;g2c298da1f27_0_41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4" name="Google Shape;744;g2c298da1f27_0_41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745" name="Google Shape;745;g2c298da1f27_0_41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746" name="Google Shape;746;g2c298da1f27_0_41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747" name="Google Shape;747;g2c298da1f27_0_41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48" name="Google Shape;748;g2c298da1f27_0_41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49" name="Google Shape;749;g2c298da1f27_0_41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0" name="Google Shape;750;g2c298da1f27_0_41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51" name="Google Shape;751;g2c298da1f27_0_41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752" name="Google Shape;752;g2c298da1f27_0_41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3" name="Google Shape;753;g2c298da1f27_0_41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54" name="Google Shape;754;g2c298da1f27_0_41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755" name="Google Shape;755;g2c298da1f27_0_41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756" name="Google Shape;756;g2c298da1f27_0_41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57" name="Google Shape;757;g2c298da1f27_0_41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758" name="Google Shape;758;g2c298da1f27_0_41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59" name="Google Shape;759;g2c298da1f27_0_41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760" name="Google Shape;760;g2c298da1f27_0_41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761" name="Google Shape;761;g2c298da1f27_0_41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762" name="Google Shape;762;g2c298da1f27_0_41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763" name="Google Shape;763;g2c298da1f27_0_41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764" name="Google Shape;764;g2c298da1f27_0_41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765" name="Google Shape;765;g2c298da1f27_0_41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766" name="Google Shape;766;g2c298da1f27_0_41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767" name="Google Shape;767;g2c298da1f27_0_41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68" name="Google Shape;768;g2c298da1f27_0_41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769" name="Google Shape;769;g2c298da1f27_0_41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770" name="Google Shape;770;g2c298da1f27_0_41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1" name="Google Shape;771;g2c298da1f27_0_41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772" name="Google Shape;772;g2c298da1f27_0_41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773" name="Google Shape;773;g2c298da1f27_0_41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774" name="Google Shape;774;g2c298da1f27_0_41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775" name="Google Shape;775;g2c298da1f27_0_41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cdbdd49f8e_0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82" name="Google Shape;782;g2cdbdd49f8e_0_0"/>
          <p:cNvGrpSpPr/>
          <p:nvPr/>
        </p:nvGrpSpPr>
        <p:grpSpPr>
          <a:xfrm>
            <a:off x="779705" y="2053250"/>
            <a:ext cx="7272577" cy="3316697"/>
            <a:chOff x="855905" y="2053250"/>
            <a:chExt cx="7272577" cy="3316697"/>
          </a:xfrm>
        </p:grpSpPr>
        <p:pic>
          <p:nvPicPr>
            <p:cNvPr id="783" name="Google Shape;783;g2cdbdd49f8e_0_0"/>
            <p:cNvPicPr preferRelativeResize="0"/>
            <p:nvPr/>
          </p:nvPicPr>
          <p:blipFill rotWithShape="1">
            <a:blip r:embed="rId3">
              <a:alphaModFix/>
            </a:blip>
            <a:srcRect/>
            <a:stretch/>
          </p:blipFill>
          <p:spPr>
            <a:xfrm>
              <a:off x="3913873" y="2901638"/>
              <a:ext cx="545045" cy="771487"/>
            </a:xfrm>
            <a:prstGeom prst="rect">
              <a:avLst/>
            </a:prstGeom>
            <a:noFill/>
            <a:ln>
              <a:noFill/>
            </a:ln>
            <a:effectLst>
              <a:outerShdw blurRad="71438" dist="28575" dir="5400000" algn="bl" rotWithShape="0">
                <a:srgbClr val="000000">
                  <a:alpha val="14900"/>
                </a:srgbClr>
              </a:outerShdw>
            </a:effectLst>
          </p:spPr>
        </p:pic>
        <p:pic>
          <p:nvPicPr>
            <p:cNvPr id="784" name="Google Shape;784;g2cdbdd49f8e_0_0"/>
            <p:cNvPicPr preferRelativeResize="0"/>
            <p:nvPr/>
          </p:nvPicPr>
          <p:blipFill rotWithShape="1">
            <a:blip r:embed="rId4">
              <a:alphaModFix/>
            </a:blip>
            <a:srcRect l="79" r="79"/>
            <a:stretch/>
          </p:blipFill>
          <p:spPr>
            <a:xfrm>
              <a:off x="4525464" y="2901638"/>
              <a:ext cx="545045" cy="771487"/>
            </a:xfrm>
            <a:prstGeom prst="rect">
              <a:avLst/>
            </a:prstGeom>
            <a:noFill/>
            <a:ln>
              <a:noFill/>
            </a:ln>
            <a:effectLst>
              <a:outerShdw blurRad="71438" dist="28575" dir="5400000" algn="bl" rotWithShape="0">
                <a:srgbClr val="000000">
                  <a:alpha val="14900"/>
                </a:srgbClr>
              </a:outerShdw>
            </a:effectLst>
          </p:spPr>
        </p:pic>
        <p:pic>
          <p:nvPicPr>
            <p:cNvPr id="785" name="Google Shape;785;g2cdbdd49f8e_0_0"/>
            <p:cNvPicPr preferRelativeResize="0"/>
            <p:nvPr/>
          </p:nvPicPr>
          <p:blipFill rotWithShape="1">
            <a:blip r:embed="rId5">
              <a:alphaModFix/>
            </a:blip>
            <a:srcRect l="19" r="29"/>
            <a:stretch/>
          </p:blipFill>
          <p:spPr>
            <a:xfrm>
              <a:off x="5137051" y="2901638"/>
              <a:ext cx="545045" cy="771492"/>
            </a:xfrm>
            <a:prstGeom prst="rect">
              <a:avLst/>
            </a:prstGeom>
            <a:noFill/>
            <a:ln>
              <a:noFill/>
            </a:ln>
            <a:effectLst>
              <a:outerShdw blurRad="71438" dist="28575" dir="5400000" algn="bl" rotWithShape="0">
                <a:srgbClr val="000000">
                  <a:alpha val="14900"/>
                </a:srgbClr>
              </a:outerShdw>
            </a:effectLst>
          </p:spPr>
        </p:pic>
        <p:pic>
          <p:nvPicPr>
            <p:cNvPr id="786" name="Google Shape;786;g2cdbdd49f8e_0_0"/>
            <p:cNvPicPr preferRelativeResize="0"/>
            <p:nvPr/>
          </p:nvPicPr>
          <p:blipFill rotWithShape="1">
            <a:blip r:embed="rId6">
              <a:alphaModFix/>
            </a:blip>
            <a:srcRect l="19" r="29"/>
            <a:stretch/>
          </p:blipFill>
          <p:spPr>
            <a:xfrm>
              <a:off x="5748645" y="2901638"/>
              <a:ext cx="545045" cy="771492"/>
            </a:xfrm>
            <a:prstGeom prst="rect">
              <a:avLst/>
            </a:prstGeom>
            <a:noFill/>
            <a:ln>
              <a:noFill/>
            </a:ln>
            <a:effectLst>
              <a:outerShdw blurRad="71438" dist="28575" dir="5400000" algn="bl" rotWithShape="0">
                <a:srgbClr val="000000">
                  <a:alpha val="14900"/>
                </a:srgbClr>
              </a:outerShdw>
            </a:effectLst>
          </p:spPr>
        </p:pic>
        <p:pic>
          <p:nvPicPr>
            <p:cNvPr id="787" name="Google Shape;787;g2cdbdd49f8e_0_0"/>
            <p:cNvPicPr preferRelativeResize="0"/>
            <p:nvPr/>
          </p:nvPicPr>
          <p:blipFill rotWithShape="1">
            <a:blip r:embed="rId7">
              <a:alphaModFix/>
            </a:blip>
            <a:srcRect l="19" r="29"/>
            <a:stretch/>
          </p:blipFill>
          <p:spPr>
            <a:xfrm>
              <a:off x="6360241" y="2901638"/>
              <a:ext cx="545045" cy="771492"/>
            </a:xfrm>
            <a:prstGeom prst="rect">
              <a:avLst/>
            </a:prstGeom>
            <a:noFill/>
            <a:ln>
              <a:noFill/>
            </a:ln>
            <a:effectLst>
              <a:outerShdw blurRad="71438" dist="28575" dir="5400000" algn="bl" rotWithShape="0">
                <a:srgbClr val="000000">
                  <a:alpha val="14900"/>
                </a:srgbClr>
              </a:outerShdw>
            </a:effectLst>
          </p:spPr>
        </p:pic>
        <p:pic>
          <p:nvPicPr>
            <p:cNvPr id="788" name="Google Shape;788;g2cdbdd49f8e_0_0"/>
            <p:cNvPicPr preferRelativeResize="0"/>
            <p:nvPr/>
          </p:nvPicPr>
          <p:blipFill rotWithShape="1">
            <a:blip r:embed="rId8">
              <a:alphaModFix/>
            </a:blip>
            <a:srcRect l="79" r="79"/>
            <a:stretch/>
          </p:blipFill>
          <p:spPr>
            <a:xfrm>
              <a:off x="7583414" y="2901642"/>
              <a:ext cx="545045" cy="771487"/>
            </a:xfrm>
            <a:prstGeom prst="rect">
              <a:avLst/>
            </a:prstGeom>
            <a:noFill/>
            <a:ln>
              <a:noFill/>
            </a:ln>
            <a:effectLst>
              <a:outerShdw blurRad="71438" dist="28575" dir="5400000" algn="bl" rotWithShape="0">
                <a:srgbClr val="000000">
                  <a:alpha val="14900"/>
                </a:srgbClr>
              </a:outerShdw>
            </a:effectLst>
          </p:spPr>
        </p:pic>
        <p:pic>
          <p:nvPicPr>
            <p:cNvPr id="789" name="Google Shape;789;g2cdbdd49f8e_0_0"/>
            <p:cNvPicPr preferRelativeResize="0"/>
            <p:nvPr/>
          </p:nvPicPr>
          <p:blipFill rotWithShape="1">
            <a:blip r:embed="rId9">
              <a:alphaModFix/>
            </a:blip>
            <a:srcRect l="79" r="79"/>
            <a:stretch/>
          </p:blipFill>
          <p:spPr>
            <a:xfrm>
              <a:off x="6971821" y="2901642"/>
              <a:ext cx="545045" cy="771487"/>
            </a:xfrm>
            <a:prstGeom prst="rect">
              <a:avLst/>
            </a:prstGeom>
            <a:noFill/>
            <a:ln>
              <a:noFill/>
            </a:ln>
            <a:effectLst>
              <a:outerShdw blurRad="71438" dist="28575" dir="5400000" algn="bl" rotWithShape="0">
                <a:srgbClr val="000000">
                  <a:alpha val="14900"/>
                </a:srgbClr>
              </a:outerShdw>
            </a:effectLst>
          </p:spPr>
        </p:pic>
        <p:pic>
          <p:nvPicPr>
            <p:cNvPr id="790" name="Google Shape;790;g2cdbdd49f8e_0_0"/>
            <p:cNvPicPr preferRelativeResize="0"/>
            <p:nvPr/>
          </p:nvPicPr>
          <p:blipFill rotWithShape="1">
            <a:blip r:embed="rId10">
              <a:alphaModFix/>
            </a:blip>
            <a:srcRect l="19" r="29"/>
            <a:stretch/>
          </p:blipFill>
          <p:spPr>
            <a:xfrm>
              <a:off x="856170" y="3750043"/>
              <a:ext cx="545045" cy="771492"/>
            </a:xfrm>
            <a:prstGeom prst="rect">
              <a:avLst/>
            </a:prstGeom>
            <a:noFill/>
            <a:ln>
              <a:noFill/>
            </a:ln>
            <a:effectLst>
              <a:outerShdw blurRad="71438" dist="28575" dir="5400000" algn="bl" rotWithShape="0">
                <a:srgbClr val="000000">
                  <a:alpha val="14900"/>
                </a:srgbClr>
              </a:outerShdw>
            </a:effectLst>
          </p:spPr>
        </p:pic>
        <p:pic>
          <p:nvPicPr>
            <p:cNvPr id="791" name="Google Shape;791;g2cdbdd49f8e_0_0"/>
            <p:cNvPicPr preferRelativeResize="0"/>
            <p:nvPr/>
          </p:nvPicPr>
          <p:blipFill rotWithShape="1">
            <a:blip r:embed="rId11">
              <a:alphaModFix/>
            </a:blip>
            <a:srcRect l="79" r="79"/>
            <a:stretch/>
          </p:blipFill>
          <p:spPr>
            <a:xfrm>
              <a:off x="2690948" y="3750028"/>
              <a:ext cx="545045" cy="771487"/>
            </a:xfrm>
            <a:prstGeom prst="rect">
              <a:avLst/>
            </a:prstGeom>
            <a:noFill/>
            <a:ln>
              <a:noFill/>
            </a:ln>
            <a:effectLst>
              <a:outerShdw blurRad="71438" dist="28575" dir="5400000" algn="bl" rotWithShape="0">
                <a:srgbClr val="000000">
                  <a:alpha val="14900"/>
                </a:srgbClr>
              </a:outerShdw>
            </a:effectLst>
          </p:spPr>
        </p:pic>
        <p:pic>
          <p:nvPicPr>
            <p:cNvPr id="792" name="Google Shape;792;g2cdbdd49f8e_0_0"/>
            <p:cNvPicPr preferRelativeResize="0"/>
            <p:nvPr/>
          </p:nvPicPr>
          <p:blipFill rotWithShape="1">
            <a:blip r:embed="rId12">
              <a:alphaModFix/>
            </a:blip>
            <a:srcRect l="79" r="79"/>
            <a:stretch/>
          </p:blipFill>
          <p:spPr>
            <a:xfrm>
              <a:off x="1467764" y="3750043"/>
              <a:ext cx="545045" cy="771487"/>
            </a:xfrm>
            <a:prstGeom prst="rect">
              <a:avLst/>
            </a:prstGeom>
            <a:noFill/>
            <a:ln>
              <a:noFill/>
            </a:ln>
            <a:effectLst>
              <a:outerShdw blurRad="71438" dist="28575" dir="5400000" algn="bl" rotWithShape="0">
                <a:srgbClr val="000000">
                  <a:alpha val="14900"/>
                </a:srgbClr>
              </a:outerShdw>
            </a:effectLst>
          </p:spPr>
        </p:pic>
        <p:pic>
          <p:nvPicPr>
            <p:cNvPr id="793" name="Google Shape;793;g2cdbdd49f8e_0_0"/>
            <p:cNvPicPr preferRelativeResize="0"/>
            <p:nvPr/>
          </p:nvPicPr>
          <p:blipFill rotWithShape="1">
            <a:blip r:embed="rId13">
              <a:alphaModFix/>
            </a:blip>
            <a:srcRect l="79" r="79"/>
            <a:stretch/>
          </p:blipFill>
          <p:spPr>
            <a:xfrm>
              <a:off x="2079354" y="3750027"/>
              <a:ext cx="545045" cy="771487"/>
            </a:xfrm>
            <a:prstGeom prst="rect">
              <a:avLst/>
            </a:prstGeom>
            <a:noFill/>
            <a:ln>
              <a:noFill/>
            </a:ln>
            <a:effectLst>
              <a:outerShdw blurRad="71438" dist="28575" dir="5400000" algn="bl" rotWithShape="0">
                <a:srgbClr val="000000">
                  <a:alpha val="14900"/>
                </a:srgbClr>
              </a:outerShdw>
            </a:effectLst>
          </p:spPr>
        </p:pic>
        <p:pic>
          <p:nvPicPr>
            <p:cNvPr id="794" name="Google Shape;794;g2cdbdd49f8e_0_0"/>
            <p:cNvPicPr preferRelativeResize="0"/>
            <p:nvPr/>
          </p:nvPicPr>
          <p:blipFill rotWithShape="1">
            <a:blip r:embed="rId14">
              <a:alphaModFix/>
            </a:blip>
            <a:srcRect l="19" r="29"/>
            <a:stretch/>
          </p:blipFill>
          <p:spPr>
            <a:xfrm>
              <a:off x="3302538" y="3750028"/>
              <a:ext cx="545045" cy="771492"/>
            </a:xfrm>
            <a:prstGeom prst="rect">
              <a:avLst/>
            </a:prstGeom>
            <a:noFill/>
            <a:ln>
              <a:noFill/>
            </a:ln>
            <a:effectLst>
              <a:outerShdw blurRad="71438" dist="28575" dir="5400000" algn="bl" rotWithShape="0">
                <a:srgbClr val="000000">
                  <a:alpha val="14900"/>
                </a:srgbClr>
              </a:outerShdw>
            </a:effectLst>
          </p:spPr>
        </p:pic>
        <p:pic>
          <p:nvPicPr>
            <p:cNvPr id="795" name="Google Shape;795;g2cdbdd49f8e_0_0"/>
            <p:cNvPicPr preferRelativeResize="0"/>
            <p:nvPr/>
          </p:nvPicPr>
          <p:blipFill rotWithShape="1">
            <a:blip r:embed="rId15">
              <a:alphaModFix/>
            </a:blip>
            <a:srcRect l="79" r="79"/>
            <a:stretch/>
          </p:blipFill>
          <p:spPr>
            <a:xfrm>
              <a:off x="3914125" y="3750027"/>
              <a:ext cx="545045" cy="771487"/>
            </a:xfrm>
            <a:prstGeom prst="rect">
              <a:avLst/>
            </a:prstGeom>
            <a:noFill/>
            <a:ln>
              <a:noFill/>
            </a:ln>
            <a:effectLst>
              <a:outerShdw blurRad="71438" dist="28575" dir="5400000" algn="bl" rotWithShape="0">
                <a:srgbClr val="000000">
                  <a:alpha val="14900"/>
                </a:srgbClr>
              </a:outerShdw>
            </a:effectLst>
          </p:spPr>
        </p:pic>
        <p:pic>
          <p:nvPicPr>
            <p:cNvPr id="796" name="Google Shape;796;g2cdbdd49f8e_0_0"/>
            <p:cNvPicPr preferRelativeResize="0"/>
            <p:nvPr/>
          </p:nvPicPr>
          <p:blipFill rotWithShape="1">
            <a:blip r:embed="rId16">
              <a:alphaModFix/>
            </a:blip>
            <a:srcRect l="79" r="79"/>
            <a:stretch/>
          </p:blipFill>
          <p:spPr>
            <a:xfrm>
              <a:off x="4525722" y="3750028"/>
              <a:ext cx="545045" cy="771487"/>
            </a:xfrm>
            <a:prstGeom prst="rect">
              <a:avLst/>
            </a:prstGeom>
            <a:noFill/>
            <a:ln>
              <a:noFill/>
            </a:ln>
            <a:effectLst>
              <a:outerShdw blurRad="71438" dist="28575" dir="5400000" algn="bl" rotWithShape="0">
                <a:srgbClr val="000000">
                  <a:alpha val="14900"/>
                </a:srgbClr>
              </a:outerShdw>
            </a:effectLst>
          </p:spPr>
        </p:pic>
        <p:pic>
          <p:nvPicPr>
            <p:cNvPr id="797" name="Google Shape;797;g2cdbdd49f8e_0_0"/>
            <p:cNvPicPr preferRelativeResize="0"/>
            <p:nvPr/>
          </p:nvPicPr>
          <p:blipFill rotWithShape="1">
            <a:blip r:embed="rId17">
              <a:alphaModFix/>
            </a:blip>
            <a:srcRect l="19" r="29"/>
            <a:stretch/>
          </p:blipFill>
          <p:spPr>
            <a:xfrm>
              <a:off x="5137316" y="3750027"/>
              <a:ext cx="545045" cy="771487"/>
            </a:xfrm>
            <a:prstGeom prst="rect">
              <a:avLst/>
            </a:prstGeom>
            <a:noFill/>
            <a:ln>
              <a:noFill/>
            </a:ln>
            <a:effectLst>
              <a:outerShdw blurRad="71438" dist="28575" dir="5400000" algn="bl" rotWithShape="0">
                <a:srgbClr val="000000">
                  <a:alpha val="14900"/>
                </a:srgbClr>
              </a:outerShdw>
            </a:effectLst>
          </p:spPr>
        </p:pic>
        <p:pic>
          <p:nvPicPr>
            <p:cNvPr id="798" name="Google Shape;798;g2cdbdd49f8e_0_0"/>
            <p:cNvPicPr preferRelativeResize="0"/>
            <p:nvPr/>
          </p:nvPicPr>
          <p:blipFill rotWithShape="1">
            <a:blip r:embed="rId18">
              <a:alphaModFix/>
            </a:blip>
            <a:srcRect l="79" r="79"/>
            <a:stretch/>
          </p:blipFill>
          <p:spPr>
            <a:xfrm>
              <a:off x="5748909" y="3750026"/>
              <a:ext cx="545045" cy="771487"/>
            </a:xfrm>
            <a:prstGeom prst="rect">
              <a:avLst/>
            </a:prstGeom>
            <a:noFill/>
            <a:ln>
              <a:noFill/>
            </a:ln>
            <a:effectLst>
              <a:outerShdw blurRad="71438" dist="28575" dir="5400000" algn="bl" rotWithShape="0">
                <a:srgbClr val="000000">
                  <a:alpha val="14900"/>
                </a:srgbClr>
              </a:outerShdw>
            </a:effectLst>
          </p:spPr>
        </p:pic>
        <p:pic>
          <p:nvPicPr>
            <p:cNvPr id="799" name="Google Shape;799;g2cdbdd49f8e_0_0"/>
            <p:cNvPicPr preferRelativeResize="0"/>
            <p:nvPr/>
          </p:nvPicPr>
          <p:blipFill rotWithShape="1">
            <a:blip r:embed="rId19">
              <a:alphaModFix/>
            </a:blip>
            <a:srcRect l="89" r="79"/>
            <a:stretch/>
          </p:blipFill>
          <p:spPr>
            <a:xfrm>
              <a:off x="6360482" y="3750026"/>
              <a:ext cx="544981" cy="771496"/>
            </a:xfrm>
            <a:prstGeom prst="rect">
              <a:avLst/>
            </a:prstGeom>
            <a:noFill/>
            <a:ln>
              <a:noFill/>
            </a:ln>
            <a:effectLst>
              <a:outerShdw blurRad="71438" dist="28575" dir="5400000" algn="bl" rotWithShape="0">
                <a:srgbClr val="000000">
                  <a:alpha val="14900"/>
                </a:srgbClr>
              </a:outerShdw>
            </a:effectLst>
          </p:spPr>
        </p:pic>
        <p:pic>
          <p:nvPicPr>
            <p:cNvPr id="800" name="Google Shape;800;g2cdbdd49f8e_0_0"/>
            <p:cNvPicPr preferRelativeResize="0"/>
            <p:nvPr/>
          </p:nvPicPr>
          <p:blipFill rotWithShape="1">
            <a:blip r:embed="rId20">
              <a:alphaModFix/>
            </a:blip>
            <a:srcRect/>
            <a:stretch/>
          </p:blipFill>
          <p:spPr>
            <a:xfrm>
              <a:off x="3302280" y="2901638"/>
              <a:ext cx="545045" cy="771487"/>
            </a:xfrm>
            <a:prstGeom prst="rect">
              <a:avLst/>
            </a:prstGeom>
            <a:noFill/>
            <a:ln>
              <a:noFill/>
            </a:ln>
            <a:effectLst>
              <a:outerShdw blurRad="71438" dist="28575" dir="5400000" algn="bl" rotWithShape="0">
                <a:srgbClr val="000000">
                  <a:alpha val="14900"/>
                </a:srgbClr>
              </a:outerShdw>
            </a:effectLst>
          </p:spPr>
        </p:pic>
        <p:pic>
          <p:nvPicPr>
            <p:cNvPr id="801" name="Google Shape;801;g2cdbdd49f8e_0_0"/>
            <p:cNvPicPr preferRelativeResize="0"/>
            <p:nvPr/>
          </p:nvPicPr>
          <p:blipFill rotWithShape="1">
            <a:blip r:embed="rId21">
              <a:alphaModFix/>
            </a:blip>
            <a:srcRect/>
            <a:stretch/>
          </p:blipFill>
          <p:spPr>
            <a:xfrm>
              <a:off x="2690687" y="2901638"/>
              <a:ext cx="545045" cy="771487"/>
            </a:xfrm>
            <a:prstGeom prst="rect">
              <a:avLst/>
            </a:prstGeom>
            <a:noFill/>
            <a:ln>
              <a:noFill/>
            </a:ln>
            <a:effectLst>
              <a:outerShdw blurRad="71438" dist="28575" dir="5400000" algn="bl" rotWithShape="0">
                <a:srgbClr val="000000">
                  <a:alpha val="15290"/>
                </a:srgbClr>
              </a:outerShdw>
            </a:effectLst>
          </p:spPr>
        </p:pic>
        <p:pic>
          <p:nvPicPr>
            <p:cNvPr id="802" name="Google Shape;802;g2cdbdd49f8e_0_0"/>
            <p:cNvPicPr preferRelativeResize="0"/>
            <p:nvPr/>
          </p:nvPicPr>
          <p:blipFill rotWithShape="1">
            <a:blip r:embed="rId22">
              <a:alphaModFix/>
            </a:blip>
            <a:srcRect/>
            <a:stretch/>
          </p:blipFill>
          <p:spPr>
            <a:xfrm>
              <a:off x="2079093" y="2901638"/>
              <a:ext cx="545045" cy="771487"/>
            </a:xfrm>
            <a:prstGeom prst="rect">
              <a:avLst/>
            </a:prstGeom>
            <a:noFill/>
            <a:ln>
              <a:noFill/>
            </a:ln>
            <a:effectLst>
              <a:outerShdw blurRad="71438" dist="28575" dir="5400000" algn="bl" rotWithShape="0">
                <a:srgbClr val="000000">
                  <a:alpha val="15290"/>
                </a:srgbClr>
              </a:outerShdw>
            </a:effectLst>
          </p:spPr>
        </p:pic>
        <p:pic>
          <p:nvPicPr>
            <p:cNvPr id="803" name="Google Shape;803;g2cdbdd49f8e_0_0"/>
            <p:cNvPicPr preferRelativeResize="0"/>
            <p:nvPr/>
          </p:nvPicPr>
          <p:blipFill rotWithShape="1">
            <a:blip r:embed="rId23">
              <a:alphaModFix/>
            </a:blip>
            <a:srcRect t="59" b="49"/>
            <a:stretch/>
          </p:blipFill>
          <p:spPr>
            <a:xfrm>
              <a:off x="1467500" y="2901638"/>
              <a:ext cx="545045" cy="771492"/>
            </a:xfrm>
            <a:prstGeom prst="rect">
              <a:avLst/>
            </a:prstGeom>
            <a:noFill/>
            <a:ln>
              <a:noFill/>
            </a:ln>
            <a:effectLst>
              <a:outerShdw blurRad="71438" dist="28575" dir="5400000" algn="bl" rotWithShape="0">
                <a:srgbClr val="000000">
                  <a:alpha val="15290"/>
                </a:srgbClr>
              </a:outerShdw>
            </a:effectLst>
          </p:spPr>
        </p:pic>
        <p:pic>
          <p:nvPicPr>
            <p:cNvPr id="804" name="Google Shape;804;g2cdbdd49f8e_0_0"/>
            <p:cNvPicPr preferRelativeResize="0"/>
            <p:nvPr/>
          </p:nvPicPr>
          <p:blipFill rotWithShape="1">
            <a:blip r:embed="rId24">
              <a:alphaModFix/>
            </a:blip>
            <a:srcRect l="79" r="79"/>
            <a:stretch/>
          </p:blipFill>
          <p:spPr>
            <a:xfrm>
              <a:off x="855908" y="2053250"/>
              <a:ext cx="545045" cy="771487"/>
            </a:xfrm>
            <a:prstGeom prst="rect">
              <a:avLst/>
            </a:prstGeom>
            <a:noFill/>
            <a:ln>
              <a:noFill/>
            </a:ln>
            <a:effectLst>
              <a:outerShdw blurRad="71438" dist="28575" dir="5400000" algn="bl" rotWithShape="0">
                <a:srgbClr val="000000">
                  <a:alpha val="15290"/>
                </a:srgbClr>
              </a:outerShdw>
            </a:effectLst>
          </p:spPr>
        </p:pic>
        <p:pic>
          <p:nvPicPr>
            <p:cNvPr id="805" name="Google Shape;805;g2cdbdd49f8e_0_0"/>
            <p:cNvPicPr preferRelativeResize="0"/>
            <p:nvPr/>
          </p:nvPicPr>
          <p:blipFill rotWithShape="1">
            <a:blip r:embed="rId25">
              <a:alphaModFix/>
            </a:blip>
            <a:srcRect l="79" r="79"/>
            <a:stretch/>
          </p:blipFill>
          <p:spPr>
            <a:xfrm>
              <a:off x="2690688" y="2053250"/>
              <a:ext cx="545045" cy="771487"/>
            </a:xfrm>
            <a:prstGeom prst="rect">
              <a:avLst/>
            </a:prstGeom>
            <a:noFill/>
            <a:ln>
              <a:noFill/>
            </a:ln>
            <a:effectLst>
              <a:outerShdw blurRad="71438" dist="28575" dir="5400000" algn="bl" rotWithShape="0">
                <a:srgbClr val="000000">
                  <a:alpha val="15290"/>
                </a:srgbClr>
              </a:outerShdw>
            </a:effectLst>
          </p:spPr>
        </p:pic>
        <p:pic>
          <p:nvPicPr>
            <p:cNvPr id="806" name="Google Shape;806;g2cdbdd49f8e_0_0"/>
            <p:cNvPicPr preferRelativeResize="0"/>
            <p:nvPr/>
          </p:nvPicPr>
          <p:blipFill rotWithShape="1">
            <a:blip r:embed="rId26">
              <a:alphaModFix/>
            </a:blip>
            <a:srcRect l="19" r="29"/>
            <a:stretch/>
          </p:blipFill>
          <p:spPr>
            <a:xfrm>
              <a:off x="1467501" y="2053250"/>
              <a:ext cx="545045" cy="771492"/>
            </a:xfrm>
            <a:prstGeom prst="rect">
              <a:avLst/>
            </a:prstGeom>
            <a:noFill/>
            <a:ln>
              <a:noFill/>
            </a:ln>
            <a:effectLst>
              <a:outerShdw blurRad="71438" dist="28575" dir="5400000" algn="bl" rotWithShape="0">
                <a:srgbClr val="000000">
                  <a:alpha val="15290"/>
                </a:srgbClr>
              </a:outerShdw>
            </a:effectLst>
          </p:spPr>
        </p:pic>
        <p:pic>
          <p:nvPicPr>
            <p:cNvPr id="807" name="Google Shape;807;g2cdbdd49f8e_0_0"/>
            <p:cNvPicPr preferRelativeResize="0"/>
            <p:nvPr/>
          </p:nvPicPr>
          <p:blipFill rotWithShape="1">
            <a:blip r:embed="rId27">
              <a:alphaModFix/>
            </a:blip>
            <a:srcRect l="19" r="29"/>
            <a:stretch/>
          </p:blipFill>
          <p:spPr>
            <a:xfrm>
              <a:off x="2079096" y="2053250"/>
              <a:ext cx="545045" cy="771492"/>
            </a:xfrm>
            <a:prstGeom prst="rect">
              <a:avLst/>
            </a:prstGeom>
            <a:noFill/>
            <a:ln>
              <a:noFill/>
            </a:ln>
            <a:effectLst>
              <a:outerShdw blurRad="71438" dist="28575" dir="5400000" algn="bl" rotWithShape="0">
                <a:srgbClr val="000000">
                  <a:alpha val="15290"/>
                </a:srgbClr>
              </a:outerShdw>
            </a:effectLst>
          </p:spPr>
        </p:pic>
        <p:pic>
          <p:nvPicPr>
            <p:cNvPr id="808" name="Google Shape;808;g2cdbdd49f8e_0_0"/>
            <p:cNvPicPr preferRelativeResize="0"/>
            <p:nvPr/>
          </p:nvPicPr>
          <p:blipFill rotWithShape="1">
            <a:blip r:embed="rId28">
              <a:alphaModFix/>
            </a:blip>
            <a:srcRect l="19" r="29"/>
            <a:stretch/>
          </p:blipFill>
          <p:spPr>
            <a:xfrm>
              <a:off x="3302281" y="2053250"/>
              <a:ext cx="545045" cy="771492"/>
            </a:xfrm>
            <a:prstGeom prst="rect">
              <a:avLst/>
            </a:prstGeom>
            <a:noFill/>
            <a:ln>
              <a:noFill/>
            </a:ln>
            <a:effectLst>
              <a:outerShdw blurRad="71438" dist="28575" dir="5400000" algn="bl" rotWithShape="0">
                <a:srgbClr val="000000">
                  <a:alpha val="15290"/>
                </a:srgbClr>
              </a:outerShdw>
            </a:effectLst>
          </p:spPr>
        </p:pic>
        <p:pic>
          <p:nvPicPr>
            <p:cNvPr id="809" name="Google Shape;809;g2cdbdd49f8e_0_0"/>
            <p:cNvPicPr preferRelativeResize="0"/>
            <p:nvPr/>
          </p:nvPicPr>
          <p:blipFill rotWithShape="1">
            <a:blip r:embed="rId29">
              <a:alphaModFix/>
            </a:blip>
            <a:srcRect l="79" r="79"/>
            <a:stretch/>
          </p:blipFill>
          <p:spPr>
            <a:xfrm>
              <a:off x="5137061" y="2053250"/>
              <a:ext cx="545045" cy="771487"/>
            </a:xfrm>
            <a:prstGeom prst="rect">
              <a:avLst/>
            </a:prstGeom>
            <a:noFill/>
            <a:ln>
              <a:noFill/>
            </a:ln>
            <a:effectLst>
              <a:outerShdw blurRad="71438" dist="28575" dir="5400000" algn="bl" rotWithShape="0">
                <a:srgbClr val="000000">
                  <a:alpha val="15290"/>
                </a:srgbClr>
              </a:outerShdw>
            </a:effectLst>
          </p:spPr>
        </p:pic>
        <p:pic>
          <p:nvPicPr>
            <p:cNvPr id="810" name="Google Shape;810;g2cdbdd49f8e_0_0"/>
            <p:cNvPicPr preferRelativeResize="0"/>
            <p:nvPr/>
          </p:nvPicPr>
          <p:blipFill rotWithShape="1">
            <a:blip r:embed="rId30">
              <a:alphaModFix/>
            </a:blip>
            <a:srcRect l="79" r="79"/>
            <a:stretch/>
          </p:blipFill>
          <p:spPr>
            <a:xfrm>
              <a:off x="3913876" y="2053250"/>
              <a:ext cx="545045" cy="771487"/>
            </a:xfrm>
            <a:prstGeom prst="rect">
              <a:avLst/>
            </a:prstGeom>
            <a:noFill/>
            <a:ln>
              <a:noFill/>
            </a:ln>
            <a:effectLst>
              <a:outerShdw blurRad="71438" dist="28575" dir="5400000" algn="bl" rotWithShape="0">
                <a:srgbClr val="000000">
                  <a:alpha val="15290"/>
                </a:srgbClr>
              </a:outerShdw>
            </a:effectLst>
          </p:spPr>
        </p:pic>
        <p:pic>
          <p:nvPicPr>
            <p:cNvPr id="811" name="Google Shape;811;g2cdbdd49f8e_0_0"/>
            <p:cNvPicPr preferRelativeResize="0"/>
            <p:nvPr/>
          </p:nvPicPr>
          <p:blipFill rotWithShape="1">
            <a:blip r:embed="rId31">
              <a:alphaModFix/>
            </a:blip>
            <a:srcRect l="79" r="79"/>
            <a:stretch/>
          </p:blipFill>
          <p:spPr>
            <a:xfrm>
              <a:off x="4525469" y="2053250"/>
              <a:ext cx="545045" cy="771487"/>
            </a:xfrm>
            <a:prstGeom prst="rect">
              <a:avLst/>
            </a:prstGeom>
            <a:noFill/>
            <a:ln>
              <a:noFill/>
            </a:ln>
            <a:effectLst>
              <a:outerShdw blurRad="71438" dist="28575" dir="5400000" algn="bl" rotWithShape="0">
                <a:srgbClr val="000000">
                  <a:alpha val="15290"/>
                </a:srgbClr>
              </a:outerShdw>
            </a:effectLst>
          </p:spPr>
        </p:pic>
        <p:pic>
          <p:nvPicPr>
            <p:cNvPr id="812" name="Google Shape;812;g2cdbdd49f8e_0_0"/>
            <p:cNvPicPr preferRelativeResize="0"/>
            <p:nvPr/>
          </p:nvPicPr>
          <p:blipFill rotWithShape="1">
            <a:blip r:embed="rId32">
              <a:alphaModFix/>
            </a:blip>
            <a:srcRect l="19" r="29"/>
            <a:stretch/>
          </p:blipFill>
          <p:spPr>
            <a:xfrm>
              <a:off x="5748652" y="2053250"/>
              <a:ext cx="545045" cy="771492"/>
            </a:xfrm>
            <a:prstGeom prst="rect">
              <a:avLst/>
            </a:prstGeom>
            <a:noFill/>
            <a:ln>
              <a:noFill/>
            </a:ln>
            <a:effectLst>
              <a:outerShdw blurRad="71438" dist="28575" dir="5400000" algn="bl" rotWithShape="0">
                <a:srgbClr val="000000">
                  <a:alpha val="15290"/>
                </a:srgbClr>
              </a:outerShdw>
            </a:effectLst>
          </p:spPr>
        </p:pic>
        <p:pic>
          <p:nvPicPr>
            <p:cNvPr id="813" name="Google Shape;813;g2cdbdd49f8e_0_0"/>
            <p:cNvPicPr preferRelativeResize="0"/>
            <p:nvPr/>
          </p:nvPicPr>
          <p:blipFill rotWithShape="1">
            <a:blip r:embed="rId33">
              <a:alphaModFix/>
            </a:blip>
            <a:srcRect/>
            <a:stretch/>
          </p:blipFill>
          <p:spPr>
            <a:xfrm>
              <a:off x="6360240" y="2053250"/>
              <a:ext cx="545045" cy="771487"/>
            </a:xfrm>
            <a:prstGeom prst="rect">
              <a:avLst/>
            </a:prstGeom>
            <a:noFill/>
            <a:ln>
              <a:noFill/>
            </a:ln>
            <a:effectLst>
              <a:outerShdw blurRad="71438" dist="28575" dir="5400000" algn="bl" rotWithShape="0">
                <a:srgbClr val="000000">
                  <a:alpha val="15290"/>
                </a:srgbClr>
              </a:outerShdw>
            </a:effectLst>
          </p:spPr>
        </p:pic>
        <p:pic>
          <p:nvPicPr>
            <p:cNvPr id="814" name="Google Shape;814;g2cdbdd49f8e_0_0"/>
            <p:cNvPicPr preferRelativeResize="0"/>
            <p:nvPr/>
          </p:nvPicPr>
          <p:blipFill rotWithShape="1">
            <a:blip r:embed="rId34">
              <a:alphaModFix/>
            </a:blip>
            <a:srcRect t="59" b="49"/>
            <a:stretch/>
          </p:blipFill>
          <p:spPr>
            <a:xfrm>
              <a:off x="6971835" y="2053250"/>
              <a:ext cx="545045" cy="771492"/>
            </a:xfrm>
            <a:prstGeom prst="rect">
              <a:avLst/>
            </a:prstGeom>
            <a:noFill/>
            <a:ln>
              <a:noFill/>
            </a:ln>
            <a:effectLst>
              <a:outerShdw blurRad="71438" dist="28575" dir="5400000" algn="bl" rotWithShape="0">
                <a:srgbClr val="000000">
                  <a:alpha val="15290"/>
                </a:srgbClr>
              </a:outerShdw>
            </a:effectLst>
          </p:spPr>
        </p:pic>
        <p:pic>
          <p:nvPicPr>
            <p:cNvPr id="815" name="Google Shape;815;g2cdbdd49f8e_0_0"/>
            <p:cNvPicPr preferRelativeResize="0"/>
            <p:nvPr/>
          </p:nvPicPr>
          <p:blipFill rotWithShape="1">
            <a:blip r:embed="rId35">
              <a:alphaModFix/>
            </a:blip>
            <a:srcRect t="59" b="49"/>
            <a:stretch/>
          </p:blipFill>
          <p:spPr>
            <a:xfrm>
              <a:off x="7583436" y="2053254"/>
              <a:ext cx="545045" cy="771492"/>
            </a:xfrm>
            <a:prstGeom prst="rect">
              <a:avLst/>
            </a:prstGeom>
            <a:noFill/>
            <a:ln>
              <a:noFill/>
            </a:ln>
            <a:effectLst>
              <a:outerShdw blurRad="71438" dist="28575" dir="5400000" algn="bl" rotWithShape="0">
                <a:srgbClr val="000000">
                  <a:alpha val="15290"/>
                </a:srgbClr>
              </a:outerShdw>
            </a:effectLst>
          </p:spPr>
        </p:pic>
        <p:pic>
          <p:nvPicPr>
            <p:cNvPr id="816" name="Google Shape;816;g2cdbdd49f8e_0_0"/>
            <p:cNvPicPr preferRelativeResize="0"/>
            <p:nvPr/>
          </p:nvPicPr>
          <p:blipFill rotWithShape="1">
            <a:blip r:embed="rId36">
              <a:alphaModFix/>
            </a:blip>
            <a:srcRect/>
            <a:stretch/>
          </p:blipFill>
          <p:spPr>
            <a:xfrm>
              <a:off x="855905" y="2901641"/>
              <a:ext cx="545045" cy="771487"/>
            </a:xfrm>
            <a:prstGeom prst="rect">
              <a:avLst/>
            </a:prstGeom>
            <a:noFill/>
            <a:ln>
              <a:noFill/>
            </a:ln>
            <a:effectLst>
              <a:outerShdw blurRad="71438" dist="28575" dir="5400000" algn="bl" rotWithShape="0">
                <a:srgbClr val="000000">
                  <a:alpha val="15290"/>
                </a:srgbClr>
              </a:outerShdw>
            </a:effectLst>
          </p:spPr>
        </p:pic>
        <p:pic>
          <p:nvPicPr>
            <p:cNvPr id="817" name="Google Shape;817;g2cdbdd49f8e_0_0"/>
            <p:cNvPicPr preferRelativeResize="0"/>
            <p:nvPr/>
          </p:nvPicPr>
          <p:blipFill rotWithShape="1">
            <a:blip r:embed="rId37">
              <a:alphaModFix/>
            </a:blip>
            <a:srcRect l="89" r="79"/>
            <a:stretch/>
          </p:blipFill>
          <p:spPr>
            <a:xfrm>
              <a:off x="6971985" y="3750026"/>
              <a:ext cx="544981" cy="771496"/>
            </a:xfrm>
            <a:prstGeom prst="rect">
              <a:avLst/>
            </a:prstGeom>
            <a:noFill/>
            <a:ln>
              <a:noFill/>
            </a:ln>
            <a:effectLst>
              <a:outerShdw blurRad="71438" dist="28575" dir="5400000" algn="bl" rotWithShape="0">
                <a:srgbClr val="000000">
                  <a:alpha val="14900"/>
                </a:srgbClr>
              </a:outerShdw>
            </a:effectLst>
          </p:spPr>
        </p:pic>
        <p:pic>
          <p:nvPicPr>
            <p:cNvPr id="818" name="Google Shape;818;g2cdbdd49f8e_0_0"/>
            <p:cNvPicPr preferRelativeResize="0"/>
            <p:nvPr/>
          </p:nvPicPr>
          <p:blipFill rotWithShape="1">
            <a:blip r:embed="rId38">
              <a:alphaModFix/>
            </a:blip>
            <a:srcRect l="29" r="29"/>
            <a:stretch/>
          </p:blipFill>
          <p:spPr>
            <a:xfrm>
              <a:off x="7583489" y="3750026"/>
              <a:ext cx="544981" cy="771496"/>
            </a:xfrm>
            <a:prstGeom prst="rect">
              <a:avLst/>
            </a:prstGeom>
            <a:noFill/>
            <a:ln>
              <a:noFill/>
            </a:ln>
            <a:effectLst>
              <a:outerShdw blurRad="71438" dist="28575" dir="5400000" algn="bl" rotWithShape="0">
                <a:srgbClr val="000000">
                  <a:alpha val="14900"/>
                </a:srgbClr>
              </a:outerShdw>
            </a:effectLst>
          </p:spPr>
        </p:pic>
        <p:pic>
          <p:nvPicPr>
            <p:cNvPr id="819" name="Google Shape;819;g2cdbdd49f8e_0_0"/>
            <p:cNvPicPr preferRelativeResize="0"/>
            <p:nvPr/>
          </p:nvPicPr>
          <p:blipFill rotWithShape="1">
            <a:blip r:embed="rId39">
              <a:alphaModFix/>
            </a:blip>
            <a:srcRect l="89" r="79"/>
            <a:stretch/>
          </p:blipFill>
          <p:spPr>
            <a:xfrm>
              <a:off x="856030" y="4598451"/>
              <a:ext cx="544981" cy="771496"/>
            </a:xfrm>
            <a:prstGeom prst="rect">
              <a:avLst/>
            </a:prstGeom>
            <a:noFill/>
            <a:ln>
              <a:noFill/>
            </a:ln>
            <a:effectLst>
              <a:outerShdw blurRad="71438" dist="28575" dir="5400000" algn="bl" rotWithShape="0">
                <a:srgbClr val="000000">
                  <a:alpha val="14900"/>
                </a:srgbClr>
              </a:outerShdw>
            </a:effectLst>
          </p:spPr>
        </p:pic>
        <p:pic>
          <p:nvPicPr>
            <p:cNvPr id="820" name="Google Shape;820;g2cdbdd49f8e_0_0"/>
            <p:cNvPicPr preferRelativeResize="0"/>
            <p:nvPr/>
          </p:nvPicPr>
          <p:blipFill rotWithShape="1">
            <a:blip r:embed="rId40">
              <a:alphaModFix/>
            </a:blip>
            <a:srcRect l="29" r="29"/>
            <a:stretch/>
          </p:blipFill>
          <p:spPr>
            <a:xfrm>
              <a:off x="1467533" y="4598451"/>
              <a:ext cx="544981" cy="771496"/>
            </a:xfrm>
            <a:prstGeom prst="rect">
              <a:avLst/>
            </a:prstGeom>
            <a:noFill/>
            <a:ln>
              <a:noFill/>
            </a:ln>
            <a:effectLst>
              <a:outerShdw blurRad="71438" dist="28575" dir="5400000" algn="bl" rotWithShape="0">
                <a:srgbClr val="000000">
                  <a:alpha val="14900"/>
                </a:srgbClr>
              </a:outerShdw>
            </a:effectLst>
          </p:spPr>
        </p:pic>
        <p:pic>
          <p:nvPicPr>
            <p:cNvPr id="821" name="Google Shape;821;g2cdbdd49f8e_0_0"/>
            <p:cNvPicPr preferRelativeResize="0"/>
            <p:nvPr/>
          </p:nvPicPr>
          <p:blipFill rotWithShape="1">
            <a:blip r:embed="rId41">
              <a:alphaModFix/>
            </a:blip>
            <a:srcRect l="89" r="79"/>
            <a:stretch/>
          </p:blipFill>
          <p:spPr>
            <a:xfrm>
              <a:off x="2079037" y="4598451"/>
              <a:ext cx="544981" cy="771496"/>
            </a:xfrm>
            <a:prstGeom prst="rect">
              <a:avLst/>
            </a:prstGeom>
            <a:noFill/>
            <a:ln>
              <a:noFill/>
            </a:ln>
            <a:effectLst>
              <a:outerShdw blurRad="71438" dist="28575" dir="5400000" algn="bl" rotWithShape="0">
                <a:srgbClr val="000000">
                  <a:alpha val="14900"/>
                </a:srgbClr>
              </a:outerShdw>
            </a:effectLst>
          </p:spPr>
        </p:pic>
        <p:pic>
          <p:nvPicPr>
            <p:cNvPr id="822" name="Google Shape;822;g2cdbdd49f8e_0_0"/>
            <p:cNvPicPr preferRelativeResize="0"/>
            <p:nvPr/>
          </p:nvPicPr>
          <p:blipFill rotWithShape="1">
            <a:blip r:embed="rId42">
              <a:alphaModFix/>
            </a:blip>
            <a:srcRect l="79" r="79"/>
            <a:stretch/>
          </p:blipFill>
          <p:spPr>
            <a:xfrm>
              <a:off x="2690529" y="4598412"/>
              <a:ext cx="545045" cy="771487"/>
            </a:xfrm>
            <a:prstGeom prst="rect">
              <a:avLst/>
            </a:prstGeom>
            <a:noFill/>
            <a:ln>
              <a:noFill/>
            </a:ln>
            <a:effectLst>
              <a:outerShdw blurRad="71438" dist="28575" dir="5400000" algn="bl" rotWithShape="0">
                <a:srgbClr val="000000">
                  <a:alpha val="14900"/>
                </a:srgbClr>
              </a:outerShdw>
            </a:effectLst>
          </p:spPr>
        </p:pic>
        <p:pic>
          <p:nvPicPr>
            <p:cNvPr id="823" name="Google Shape;823;g2cdbdd49f8e_0_0"/>
            <p:cNvPicPr preferRelativeResize="0"/>
            <p:nvPr/>
          </p:nvPicPr>
          <p:blipFill rotWithShape="1">
            <a:blip r:embed="rId43">
              <a:alphaModFix/>
            </a:blip>
            <a:srcRect l="79" r="79"/>
            <a:stretch/>
          </p:blipFill>
          <p:spPr>
            <a:xfrm>
              <a:off x="3302141" y="4598412"/>
              <a:ext cx="545045" cy="771487"/>
            </a:xfrm>
            <a:prstGeom prst="rect">
              <a:avLst/>
            </a:prstGeom>
            <a:noFill/>
            <a:ln>
              <a:noFill/>
            </a:ln>
            <a:effectLst>
              <a:outerShdw blurRad="71438" dist="28575" dir="5400000" algn="bl" rotWithShape="0">
                <a:srgbClr val="000000">
                  <a:alpha val="14900"/>
                </a:srgbClr>
              </a:outerShdw>
            </a:effectLst>
          </p:spPr>
        </p:pic>
        <p:pic>
          <p:nvPicPr>
            <p:cNvPr id="824" name="Google Shape;824;g2cdbdd49f8e_0_0"/>
            <p:cNvPicPr preferRelativeResize="0"/>
            <p:nvPr/>
          </p:nvPicPr>
          <p:blipFill rotWithShape="1">
            <a:blip r:embed="rId44">
              <a:alphaModFix/>
            </a:blip>
            <a:srcRect l="19" r="29"/>
            <a:stretch/>
          </p:blipFill>
          <p:spPr>
            <a:xfrm>
              <a:off x="3913752" y="4598412"/>
              <a:ext cx="545045" cy="771487"/>
            </a:xfrm>
            <a:prstGeom prst="rect">
              <a:avLst/>
            </a:prstGeom>
            <a:noFill/>
            <a:ln>
              <a:noFill/>
            </a:ln>
            <a:effectLst>
              <a:outerShdw blurRad="71438" dist="28575" dir="5400000" algn="bl" rotWithShape="0">
                <a:srgbClr val="000000">
                  <a:alpha val="14900"/>
                </a:srgbClr>
              </a:outerShdw>
            </a:effectLst>
          </p:spPr>
        </p:pic>
        <p:pic>
          <p:nvPicPr>
            <p:cNvPr id="825" name="Google Shape;825;g2cdbdd49f8e_0_0"/>
            <p:cNvPicPr preferRelativeResize="0"/>
            <p:nvPr/>
          </p:nvPicPr>
          <p:blipFill rotWithShape="1">
            <a:blip r:embed="rId45">
              <a:alphaModFix/>
            </a:blip>
            <a:srcRect l="79" r="79"/>
            <a:stretch/>
          </p:blipFill>
          <p:spPr>
            <a:xfrm>
              <a:off x="4525363" y="4598412"/>
              <a:ext cx="545045" cy="771487"/>
            </a:xfrm>
            <a:prstGeom prst="rect">
              <a:avLst/>
            </a:prstGeom>
            <a:noFill/>
            <a:ln>
              <a:noFill/>
            </a:ln>
            <a:effectLst>
              <a:outerShdw blurRad="71438" dist="28575" dir="5400000" algn="bl" rotWithShape="0">
                <a:srgbClr val="000000">
                  <a:alpha val="14900"/>
                </a:srgbClr>
              </a:outerShdw>
            </a:effectLst>
          </p:spPr>
        </p:pic>
        <p:pic>
          <p:nvPicPr>
            <p:cNvPr id="826" name="Google Shape;826;g2cdbdd49f8e_0_0"/>
            <p:cNvPicPr preferRelativeResize="0"/>
            <p:nvPr/>
          </p:nvPicPr>
          <p:blipFill rotWithShape="1">
            <a:blip r:embed="rId46">
              <a:alphaModFix/>
            </a:blip>
            <a:srcRect l="79" r="79"/>
            <a:stretch/>
          </p:blipFill>
          <p:spPr>
            <a:xfrm>
              <a:off x="5136975" y="4598412"/>
              <a:ext cx="545045" cy="771487"/>
            </a:xfrm>
            <a:prstGeom prst="rect">
              <a:avLst/>
            </a:prstGeom>
            <a:noFill/>
            <a:ln>
              <a:noFill/>
            </a:ln>
            <a:effectLst>
              <a:outerShdw blurRad="71438" dist="28575" dir="5400000" algn="bl" rotWithShape="0">
                <a:srgbClr val="000000">
                  <a:alpha val="14900"/>
                </a:srgbClr>
              </a:outerShdw>
            </a:effectLst>
          </p:spPr>
        </p:pic>
        <p:pic>
          <p:nvPicPr>
            <p:cNvPr id="827" name="Google Shape;827;g2cdbdd49f8e_0_0"/>
            <p:cNvPicPr preferRelativeResize="0"/>
            <p:nvPr/>
          </p:nvPicPr>
          <p:blipFill rotWithShape="1">
            <a:blip r:embed="rId47">
              <a:alphaModFix/>
            </a:blip>
            <a:srcRect l="19" r="29"/>
            <a:stretch/>
          </p:blipFill>
          <p:spPr>
            <a:xfrm>
              <a:off x="5748586" y="4598412"/>
              <a:ext cx="545045" cy="771487"/>
            </a:xfrm>
            <a:prstGeom prst="rect">
              <a:avLst/>
            </a:prstGeom>
            <a:noFill/>
            <a:ln>
              <a:noFill/>
            </a:ln>
            <a:effectLst>
              <a:outerShdw blurRad="71438" dist="28575" dir="5400000" algn="bl" rotWithShape="0">
                <a:srgbClr val="000000">
                  <a:alpha val="1490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32"/>
        <p:cNvGrpSpPr/>
        <p:nvPr/>
      </p:nvGrpSpPr>
      <p:grpSpPr>
        <a:xfrm>
          <a:off x="0" y="0"/>
          <a:ext cx="0" cy="0"/>
          <a:chOff x="0" y="0"/>
          <a:chExt cx="0" cy="0"/>
        </a:xfrm>
      </p:grpSpPr>
      <p:sp>
        <p:nvSpPr>
          <p:cNvPr id="833" name="Google Shape;833;g2c298da1f27_1_0"/>
          <p:cNvSpPr txBox="1">
            <a:spLocks noGrp="1"/>
          </p:cNvSpPr>
          <p:nvPr>
            <p:ph type="title"/>
          </p:nvPr>
        </p:nvSpPr>
        <p:spPr>
          <a:xfrm>
            <a:off x="9190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 want</a:t>
            </a:r>
            <a:r>
              <a:rPr lang="en-US"/>
              <a:t>.</a:t>
            </a:r>
            <a:endParaRPr/>
          </a:p>
        </p:txBody>
      </p:sp>
      <p:grpSp>
        <p:nvGrpSpPr>
          <p:cNvPr id="834" name="Google Shape;834;g2c298da1f27_1_0"/>
          <p:cNvGrpSpPr/>
          <p:nvPr/>
        </p:nvGrpSpPr>
        <p:grpSpPr>
          <a:xfrm>
            <a:off x="854868" y="2129450"/>
            <a:ext cx="7281864" cy="2688001"/>
            <a:chOff x="868300" y="2129450"/>
            <a:chExt cx="7281864" cy="2688001"/>
          </a:xfrm>
        </p:grpSpPr>
        <p:pic>
          <p:nvPicPr>
            <p:cNvPr id="835" name="Google Shape;835;g2c298da1f27_1_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836" name="Google Shape;836;g2c298da1f27_1_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837" name="Google Shape;837;g2c298da1f27_1_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838" name="Google Shape;838;g2c298da1f27_1_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839" name="Google Shape;839;g2c298da1f27_1_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840" name="Google Shape;840;g2c298da1f27_1_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841" name="Google Shape;841;g2c298da1f27_1_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842" name="Google Shape;842;g2c298da1f27_1_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43" name="Google Shape;843;g2c298da1f27_1_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844" name="Google Shape;844;g2c298da1f27_1_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845" name="Google Shape;845;g2c298da1f27_1_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46" name="Google Shape;846;g2c298da1f27_1_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47" name="Google Shape;847;g2c298da1f27_1_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848" name="Google Shape;848;g2c298da1f27_1_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pic>
          <p:nvPicPr>
            <p:cNvPr id="849" name="Google Shape;849;g2c298da1f27_1_0"/>
            <p:cNvPicPr preferRelativeResize="0"/>
            <p:nvPr/>
          </p:nvPicPr>
          <p:blipFill rotWithShape="1">
            <a:blip r:embed="rId17">
              <a:alphaModFix/>
            </a:blip>
            <a:srcRect l="99" r="99"/>
            <a:stretch/>
          </p:blipFill>
          <p:spPr>
            <a:xfrm>
              <a:off x="3320721" y="3991810"/>
              <a:ext cx="1148707" cy="821565"/>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60"/>
        <p:cNvGrpSpPr/>
        <p:nvPr/>
      </p:nvGrpSpPr>
      <p:grpSpPr>
        <a:xfrm>
          <a:off x="0" y="0"/>
          <a:ext cx="0" cy="0"/>
          <a:chOff x="0" y="0"/>
          <a:chExt cx="0" cy="0"/>
        </a:xfrm>
      </p:grpSpPr>
      <p:sp>
        <p:nvSpPr>
          <p:cNvPr id="861" name="Google Shape;861;g2ce66866dac_0_115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Teach Suffix Rule</a:t>
            </a:r>
            <a:endParaRPr/>
          </a:p>
        </p:txBody>
      </p:sp>
      <p:sp>
        <p:nvSpPr>
          <p:cNvPr id="862" name="Google Shape;862;g2ce66866dac_0_1153"/>
          <p:cNvSpPr txBox="1"/>
          <p:nvPr/>
        </p:nvSpPr>
        <p:spPr>
          <a:xfrm>
            <a:off x="1191300" y="1475175"/>
            <a:ext cx="6852300" cy="3542100"/>
          </a:xfrm>
          <a:prstGeom prst="rect">
            <a:avLst/>
          </a:prstGeom>
          <a:noFill/>
          <a:ln>
            <a:noFill/>
          </a:ln>
        </p:spPr>
        <p:txBody>
          <a:bodyPr spcFirstLastPara="1" wrap="square" lIns="91425" tIns="91425" rIns="91425" bIns="91425" anchor="ctr" anchorCtr="0">
            <a:noAutofit/>
          </a:bodyPr>
          <a:lstStyle/>
          <a:p>
            <a:pPr marL="0" marR="0" lvl="0" indent="0" algn="ctr" rtl="0">
              <a:lnSpc>
                <a:spcPct val="115000"/>
              </a:lnSpc>
              <a:spcBef>
                <a:spcPts val="0"/>
              </a:spcBef>
              <a:spcAft>
                <a:spcPts val="0"/>
              </a:spcAft>
              <a:buClr>
                <a:schemeClr val="dk1"/>
              </a:buClr>
              <a:buSzPts val="1100"/>
              <a:buFont typeface="Arial"/>
              <a:buNone/>
            </a:pPr>
            <a:r>
              <a:rPr lang="en-US" sz="2300" b="0" i="0" u="none" strike="noStrike" cap="none">
                <a:solidFill>
                  <a:schemeClr val="dk1"/>
                </a:solidFill>
                <a:latin typeface="Poppins"/>
                <a:ea typeface="Poppins"/>
                <a:cs typeface="Poppins"/>
                <a:sym typeface="Poppins"/>
              </a:rPr>
              <a:t>When suffix </a:t>
            </a:r>
            <a:r>
              <a:rPr lang="en-US" sz="2300" b="0" i="0" u="none" strike="noStrike" cap="none">
                <a:solidFill>
                  <a:srgbClr val="2356AF"/>
                </a:solidFill>
                <a:latin typeface="Poppins"/>
                <a:ea typeface="Poppins"/>
                <a:cs typeface="Poppins"/>
                <a:sym typeface="Poppins"/>
              </a:rPr>
              <a:t>-est</a:t>
            </a:r>
            <a:r>
              <a:rPr lang="en-US" sz="2300" b="0" i="0" u="none" strike="noStrike" cap="none">
                <a:solidFill>
                  <a:schemeClr val="dk1"/>
                </a:solidFill>
                <a:latin typeface="Poppins"/>
                <a:ea typeface="Poppins"/>
                <a:cs typeface="Poppins"/>
                <a:sym typeface="Poppins"/>
              </a:rPr>
              <a:t> is added to the end of an adjective, the adjective changes to a superlative adjective. A superlative adjective is an adjective used to say that something is the most of a certain quality / adjective than something else. </a:t>
            </a:r>
            <a:endParaRPr sz="23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endParaRPr sz="2300" b="0" i="0" u="none" strike="noStrike" cap="none">
              <a:solidFill>
                <a:schemeClr val="dk1"/>
              </a:solidFill>
              <a:latin typeface="Poppins"/>
              <a:ea typeface="Poppins"/>
              <a:cs typeface="Poppins"/>
              <a:sym typeface="Poppins"/>
            </a:endParaRPr>
          </a:p>
          <a:p>
            <a:pPr marL="0" marR="0" lvl="0" indent="0" algn="ctr" rtl="0">
              <a:lnSpc>
                <a:spcPct val="115000"/>
              </a:lnSpc>
              <a:spcBef>
                <a:spcPts val="0"/>
              </a:spcBef>
              <a:spcAft>
                <a:spcPts val="0"/>
              </a:spcAft>
              <a:buClr>
                <a:schemeClr val="dk1"/>
              </a:buClr>
              <a:buSzPts val="1100"/>
              <a:buFont typeface="Arial"/>
              <a:buNone/>
            </a:pPr>
            <a:r>
              <a:rPr lang="en-US" sz="2300" b="0" i="0" u="none" strike="noStrike" cap="none">
                <a:solidFill>
                  <a:schemeClr val="dk1"/>
                </a:solidFill>
                <a:latin typeface="Poppins SemiBold"/>
                <a:ea typeface="Poppins SemiBold"/>
                <a:cs typeface="Poppins SemiBold"/>
                <a:sym typeface="Poppins SemiBold"/>
              </a:rPr>
              <a:t>Spelling Rule: </a:t>
            </a:r>
            <a:r>
              <a:rPr lang="en-US" sz="2300" b="0" i="0" u="none" strike="noStrike" cap="none">
                <a:solidFill>
                  <a:schemeClr val="dk1"/>
                </a:solidFill>
                <a:latin typeface="Poppins"/>
                <a:ea typeface="Poppins"/>
                <a:cs typeface="Poppins"/>
                <a:sym typeface="Poppins"/>
              </a:rPr>
              <a:t>When the root word ends in letter ‘</a:t>
            </a:r>
            <a:r>
              <a:rPr lang="en-US" sz="2300" b="0" i="0" u="none" strike="noStrike" cap="none">
                <a:solidFill>
                  <a:srgbClr val="8DC63F"/>
                </a:solidFill>
                <a:latin typeface="Poppins"/>
                <a:ea typeface="Poppins"/>
                <a:cs typeface="Poppins"/>
                <a:sym typeface="Poppins"/>
              </a:rPr>
              <a:t>y</a:t>
            </a:r>
            <a:r>
              <a:rPr lang="en-US" sz="2300" b="0" i="0" u="none" strike="noStrike" cap="none">
                <a:solidFill>
                  <a:schemeClr val="dk1"/>
                </a:solidFill>
                <a:latin typeface="Poppins"/>
                <a:ea typeface="Poppins"/>
                <a:cs typeface="Poppins"/>
                <a:sym typeface="Poppins"/>
              </a:rPr>
              <a:t>’, the ‘</a:t>
            </a:r>
            <a:r>
              <a:rPr lang="en-US" sz="2300" b="0" i="0" u="none" strike="noStrike" cap="none">
                <a:solidFill>
                  <a:srgbClr val="8DC63F"/>
                </a:solidFill>
                <a:latin typeface="Poppins"/>
                <a:ea typeface="Poppins"/>
                <a:cs typeface="Poppins"/>
                <a:sym typeface="Poppins"/>
              </a:rPr>
              <a:t>y</a:t>
            </a:r>
            <a:r>
              <a:rPr lang="en-US" sz="2300" b="0" i="0" u="none" strike="noStrike" cap="none">
                <a:solidFill>
                  <a:schemeClr val="dk1"/>
                </a:solidFill>
                <a:latin typeface="Poppins"/>
                <a:ea typeface="Poppins"/>
                <a:cs typeface="Poppins"/>
                <a:sym typeface="Poppins"/>
              </a:rPr>
              <a:t>’ is changed to an ‘</a:t>
            </a:r>
            <a:r>
              <a:rPr lang="en-US" sz="2300" b="0" i="0" u="none" strike="noStrike" cap="none">
                <a:solidFill>
                  <a:srgbClr val="8DC63F"/>
                </a:solidFill>
                <a:latin typeface="Poppins"/>
                <a:ea typeface="Poppins"/>
                <a:cs typeface="Poppins"/>
                <a:sym typeface="Poppins"/>
              </a:rPr>
              <a:t>i</a:t>
            </a:r>
            <a:r>
              <a:rPr lang="en-US" sz="2300" b="0" i="0" u="none" strike="noStrike" cap="none">
                <a:solidFill>
                  <a:schemeClr val="dk1"/>
                </a:solidFill>
                <a:latin typeface="Poppins"/>
                <a:ea typeface="Poppins"/>
                <a:cs typeface="Poppins"/>
                <a:sym typeface="Poppins"/>
              </a:rPr>
              <a:t>’ and the suffix </a:t>
            </a:r>
            <a:r>
              <a:rPr lang="en-US" sz="2300" b="0" i="0" u="none" strike="noStrike" cap="none">
                <a:solidFill>
                  <a:srgbClr val="2356AF"/>
                </a:solidFill>
                <a:latin typeface="Poppins"/>
                <a:ea typeface="Poppins"/>
                <a:cs typeface="Poppins"/>
                <a:sym typeface="Poppins"/>
              </a:rPr>
              <a:t>-est</a:t>
            </a:r>
            <a:r>
              <a:rPr lang="en-US" sz="2300" b="0" i="0" u="none" strike="noStrike" cap="none">
                <a:solidFill>
                  <a:schemeClr val="dk1"/>
                </a:solidFill>
                <a:latin typeface="Poppins"/>
                <a:ea typeface="Poppins"/>
                <a:cs typeface="Poppins"/>
                <a:sym typeface="Poppins"/>
              </a:rPr>
              <a:t> is added.</a:t>
            </a:r>
            <a:endParaRPr sz="2300" b="0" i="0" u="none" strike="noStrike" cap="none">
              <a:solidFill>
                <a:schemeClr val="dk1"/>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67"/>
        <p:cNvGrpSpPr/>
        <p:nvPr/>
      </p:nvGrpSpPr>
      <p:grpSpPr>
        <a:xfrm>
          <a:off x="0" y="0"/>
          <a:ext cx="0" cy="0"/>
          <a:chOff x="0" y="0"/>
          <a:chExt cx="0" cy="0"/>
        </a:xfrm>
      </p:grpSpPr>
      <p:sp>
        <p:nvSpPr>
          <p:cNvPr id="868" name="Google Shape;868;g2ce66866dac_0_1159"/>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9" name="Google Shape;869;g2ce66866dac_0_1159"/>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then add suffix </a:t>
            </a:r>
            <a:r>
              <a:rPr lang="en-US" sz="2200" b="0" i="0" u="none" strike="noStrike" cap="none">
                <a:solidFill>
                  <a:srgbClr val="2356AF"/>
                </a:solidFill>
                <a:latin typeface="Poppins"/>
                <a:ea typeface="Poppins"/>
                <a:cs typeface="Poppins"/>
                <a:sym typeface="Poppins"/>
              </a:rPr>
              <a:t>-est</a:t>
            </a:r>
            <a:endParaRPr sz="2200" b="0" i="0" u="none" strike="noStrike" cap="none">
              <a:solidFill>
                <a:srgbClr val="2356AF"/>
              </a:solidFill>
              <a:latin typeface="Poppins"/>
              <a:ea typeface="Poppins"/>
              <a:cs typeface="Poppins"/>
              <a:sym typeface="Poppins"/>
            </a:endParaRPr>
          </a:p>
        </p:txBody>
      </p:sp>
      <p:sp>
        <p:nvSpPr>
          <p:cNvPr id="870" name="Google Shape;870;g2ce66866dac_0_115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71" name="Google Shape;871;g2ce66866dac_0_1159"/>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72" name="Google Shape;872;g2ce66866dac_0_1159"/>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h</a:t>
            </a:r>
            <a:r>
              <a:rPr lang="en-US" sz="6700" b="0" i="0" u="none" strike="noStrike" cap="none">
                <a:solidFill>
                  <a:srgbClr val="000000"/>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ppy</a:t>
            </a:r>
            <a:endParaRPr sz="8000" b="0" i="0" u="none" strike="noStrike" cap="none">
              <a:solidFill>
                <a:srgbClr val="000000"/>
              </a:solidFill>
              <a:latin typeface="Jost"/>
              <a:ea typeface="Jost"/>
              <a:cs typeface="Jost"/>
              <a:sym typeface="Jost"/>
            </a:endParaRPr>
          </a:p>
        </p:txBody>
      </p:sp>
      <p:sp>
        <p:nvSpPr>
          <p:cNvPr id="873" name="Google Shape;873;g2ce66866dac_0_1159"/>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h</a:t>
            </a:r>
            <a:r>
              <a:rPr lang="en-US" sz="6700" b="0" i="0" u="none" strike="noStrike" cap="none">
                <a:solidFill>
                  <a:schemeClr val="dk1"/>
                </a:solidFill>
                <a:latin typeface="Poppins"/>
                <a:ea typeface="Poppins"/>
                <a:cs typeface="Poppins"/>
                <a:sym typeface="Poppins"/>
              </a:rPr>
              <a:t>a</a:t>
            </a:r>
            <a:r>
              <a:rPr lang="en-US" sz="8000" b="0" i="0" u="none" strike="noStrike" cap="none">
                <a:solidFill>
                  <a:srgbClr val="000000"/>
                </a:solidFill>
                <a:latin typeface="Jost"/>
                <a:ea typeface="Jost"/>
                <a:cs typeface="Jost"/>
                <a:sym typeface="Jost"/>
              </a:rPr>
              <a:t>ppi</a:t>
            </a:r>
            <a:r>
              <a:rPr lang="en-US" sz="8000" b="0" i="0" u="none" strike="noStrike" cap="none">
                <a:solidFill>
                  <a:srgbClr val="2356AF"/>
                </a:solidFill>
                <a:latin typeface="Jost"/>
                <a:ea typeface="Jost"/>
                <a:cs typeface="Jost"/>
                <a:sym typeface="Jost"/>
              </a:rPr>
              <a:t>est</a:t>
            </a:r>
            <a:endParaRPr sz="8000" b="0" i="0" u="none" strike="noStrike" cap="none">
              <a:solidFill>
                <a:srgbClr val="2356AF"/>
              </a:solidFill>
              <a:latin typeface="Jost"/>
              <a:ea typeface="Jost"/>
              <a:cs typeface="Jost"/>
              <a:sym typeface="Jost"/>
            </a:endParaRPr>
          </a:p>
        </p:txBody>
      </p:sp>
      <p:cxnSp>
        <p:nvCxnSpPr>
          <p:cNvPr id="874" name="Google Shape;874;g2ce66866dac_0_1159"/>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79"/>
        <p:cNvGrpSpPr/>
        <p:nvPr/>
      </p:nvGrpSpPr>
      <p:grpSpPr>
        <a:xfrm>
          <a:off x="0" y="0"/>
          <a:ext cx="0" cy="0"/>
          <a:chOff x="0" y="0"/>
          <a:chExt cx="0" cy="0"/>
        </a:xfrm>
      </p:grpSpPr>
      <p:sp>
        <p:nvSpPr>
          <p:cNvPr id="880" name="Google Shape;880;g273c6d159b6_0_11"/>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81" name="Google Shape;881;g273c6d159b6_0_11"/>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then add suffix </a:t>
            </a:r>
            <a:r>
              <a:rPr lang="en-US" sz="2200" b="0" i="0" u="none" strike="noStrike" cap="none">
                <a:solidFill>
                  <a:srgbClr val="2356AF"/>
                </a:solidFill>
                <a:latin typeface="Poppins"/>
                <a:ea typeface="Poppins"/>
                <a:cs typeface="Poppins"/>
                <a:sym typeface="Poppins"/>
              </a:rPr>
              <a:t>-est</a:t>
            </a:r>
            <a:endParaRPr sz="2200" b="0" i="0" u="none" strike="noStrike" cap="none">
              <a:solidFill>
                <a:schemeClr val="dk1"/>
              </a:solidFill>
              <a:latin typeface="Poppins"/>
              <a:ea typeface="Poppins"/>
              <a:cs typeface="Poppins"/>
              <a:sym typeface="Poppins"/>
            </a:endParaRPr>
          </a:p>
        </p:txBody>
      </p:sp>
      <p:sp>
        <p:nvSpPr>
          <p:cNvPr id="882" name="Google Shape;882;g273c6d159b6_0_1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83" name="Google Shape;883;g273c6d159b6_0_11"/>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84" name="Google Shape;884;g273c6d159b6_0_11"/>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grumpy</a:t>
            </a:r>
            <a:endParaRPr sz="8000" b="0" i="0" u="none" strike="noStrike" cap="none">
              <a:solidFill>
                <a:srgbClr val="000000"/>
              </a:solidFill>
              <a:latin typeface="Jost"/>
              <a:ea typeface="Jost"/>
              <a:cs typeface="Jost"/>
              <a:sym typeface="Jost"/>
            </a:endParaRPr>
          </a:p>
        </p:txBody>
      </p:sp>
      <p:sp>
        <p:nvSpPr>
          <p:cNvPr id="885" name="Google Shape;885;g273c6d159b6_0_11"/>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grumpi</a:t>
            </a:r>
            <a:r>
              <a:rPr lang="en-US" sz="8000" b="0" i="0" u="none" strike="noStrike" cap="none">
                <a:solidFill>
                  <a:srgbClr val="2356AF"/>
                </a:solidFill>
                <a:latin typeface="Jost"/>
                <a:ea typeface="Jost"/>
                <a:cs typeface="Jost"/>
                <a:sym typeface="Jost"/>
              </a:rPr>
              <a:t>est</a:t>
            </a:r>
            <a:endParaRPr sz="8000" b="0" i="0" u="none" strike="noStrike" cap="none">
              <a:solidFill>
                <a:srgbClr val="2356AF"/>
              </a:solidFill>
              <a:latin typeface="Jost"/>
              <a:ea typeface="Jost"/>
              <a:cs typeface="Jost"/>
              <a:sym typeface="Jost"/>
            </a:endParaRPr>
          </a:p>
        </p:txBody>
      </p:sp>
      <p:cxnSp>
        <p:nvCxnSpPr>
          <p:cNvPr id="886" name="Google Shape;886;g273c6d159b6_0_11"/>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g273c6d159b6_0_23"/>
          <p:cNvSpPr/>
          <p:nvPr/>
        </p:nvSpPr>
        <p:spPr>
          <a:xfrm>
            <a:off x="1583525" y="2849950"/>
            <a:ext cx="5976900" cy="559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93" name="Google Shape;893;g273c6d159b6_0_23"/>
          <p:cNvSpPr txBox="1"/>
          <p:nvPr/>
        </p:nvSpPr>
        <p:spPr>
          <a:xfrm>
            <a:off x="1672800" y="2903550"/>
            <a:ext cx="5798400" cy="434400"/>
          </a:xfrm>
          <a:prstGeom prst="rect">
            <a:avLst/>
          </a:prstGeom>
          <a:noFill/>
          <a:ln>
            <a:noFill/>
          </a:ln>
        </p:spPr>
        <p:txBody>
          <a:bodyPr spcFirstLastPara="1" wrap="square" lIns="91425" tIns="91425" rIns="91425" bIns="91425" anchor="ctr" anchorCtr="0">
            <a:normAutofit fontScale="92500" lnSpcReduction="20000"/>
          </a:bodyPr>
          <a:lstStyle/>
          <a:p>
            <a:pPr marL="0" marR="0" lvl="0" indent="0" algn="ctr" rtl="0">
              <a:lnSpc>
                <a:spcPct val="100000"/>
              </a:lnSpc>
              <a:spcBef>
                <a:spcPts val="0"/>
              </a:spcBef>
              <a:spcAft>
                <a:spcPts val="0"/>
              </a:spcAft>
              <a:buClr>
                <a:schemeClr val="dk1"/>
              </a:buClr>
              <a:buSzPct val="50000"/>
              <a:buFont typeface="Arial"/>
              <a:buNone/>
            </a:pPr>
            <a:r>
              <a:rPr lang="en-US" sz="2200" b="0" i="0" u="none" strike="noStrike" cap="none">
                <a:solidFill>
                  <a:schemeClr val="dk1"/>
                </a:solidFill>
                <a:latin typeface="Poppins"/>
                <a:ea typeface="Poppins"/>
                <a:cs typeface="Poppins"/>
                <a:sym typeface="Poppins"/>
              </a:rPr>
              <a:t>drop ‘</a:t>
            </a:r>
            <a:r>
              <a:rPr lang="en-US" sz="2200" b="0" i="0" u="none" strike="noStrike" cap="none">
                <a:solidFill>
                  <a:srgbClr val="8DC63F"/>
                </a:solidFill>
                <a:latin typeface="Poppins"/>
                <a:ea typeface="Poppins"/>
                <a:cs typeface="Poppins"/>
                <a:sym typeface="Poppins"/>
              </a:rPr>
              <a:t>y</a:t>
            </a:r>
            <a:r>
              <a:rPr lang="en-US" sz="2200" b="0" i="0" u="none" strike="noStrike" cap="none">
                <a:solidFill>
                  <a:schemeClr val="dk1"/>
                </a:solidFill>
                <a:latin typeface="Poppins"/>
                <a:ea typeface="Poppins"/>
                <a:cs typeface="Poppins"/>
                <a:sym typeface="Poppins"/>
              </a:rPr>
              <a:t>’ and add ‘</a:t>
            </a:r>
            <a:r>
              <a:rPr lang="en-US" sz="2200" b="0" i="0" u="none" strike="noStrike" cap="none">
                <a:solidFill>
                  <a:srgbClr val="8DC63F"/>
                </a:solidFill>
                <a:latin typeface="Poppins"/>
                <a:ea typeface="Poppins"/>
                <a:cs typeface="Poppins"/>
                <a:sym typeface="Poppins"/>
              </a:rPr>
              <a:t>i</a:t>
            </a:r>
            <a:r>
              <a:rPr lang="en-US" sz="2200" b="0" i="0" u="none" strike="noStrike" cap="none">
                <a:solidFill>
                  <a:schemeClr val="dk1"/>
                </a:solidFill>
                <a:latin typeface="Poppins"/>
                <a:ea typeface="Poppins"/>
                <a:cs typeface="Poppins"/>
                <a:sym typeface="Poppins"/>
              </a:rPr>
              <a:t>’, then add suffix </a:t>
            </a:r>
            <a:r>
              <a:rPr lang="en-US" sz="2200" b="0" i="0" u="none" strike="noStrike" cap="none">
                <a:solidFill>
                  <a:srgbClr val="2356AF"/>
                </a:solidFill>
                <a:latin typeface="Poppins"/>
                <a:ea typeface="Poppins"/>
                <a:cs typeface="Poppins"/>
                <a:sym typeface="Poppins"/>
              </a:rPr>
              <a:t>-est</a:t>
            </a:r>
            <a:endParaRPr sz="2200" b="0" i="0" u="none" strike="noStrike" cap="none">
              <a:solidFill>
                <a:schemeClr val="dk1"/>
              </a:solidFill>
              <a:latin typeface="Poppins"/>
              <a:ea typeface="Poppins"/>
              <a:cs typeface="Poppins"/>
              <a:sym typeface="Poppins"/>
            </a:endParaRPr>
          </a:p>
        </p:txBody>
      </p:sp>
      <p:sp>
        <p:nvSpPr>
          <p:cNvPr id="894" name="Google Shape;894;g273c6d159b6_0_2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Demonstrate Using Examples</a:t>
            </a:r>
            <a:endParaRPr/>
          </a:p>
        </p:txBody>
      </p:sp>
      <p:cxnSp>
        <p:nvCxnSpPr>
          <p:cNvPr id="895" name="Google Shape;895;g273c6d159b6_0_23"/>
          <p:cNvCxnSpPr/>
          <p:nvPr/>
        </p:nvCxnSpPr>
        <p:spPr>
          <a:xfrm>
            <a:off x="1290900" y="2911851"/>
            <a:ext cx="0" cy="434400"/>
          </a:xfrm>
          <a:prstGeom prst="straightConnector1">
            <a:avLst/>
          </a:prstGeom>
          <a:noFill/>
          <a:ln w="38100" cap="flat" cmpd="sng">
            <a:solidFill>
              <a:srgbClr val="CFD9EF"/>
            </a:solidFill>
            <a:prstDash val="solid"/>
            <a:miter lim="800000"/>
            <a:headEnd type="none" w="sm" len="sm"/>
            <a:tailEnd type="stealth" w="sm" len="sm"/>
          </a:ln>
        </p:spPr>
      </p:cxnSp>
      <p:sp>
        <p:nvSpPr>
          <p:cNvPr id="896" name="Google Shape;896;g273c6d159b6_0_23"/>
          <p:cNvSpPr txBox="1"/>
          <p:nvPr/>
        </p:nvSpPr>
        <p:spPr>
          <a:xfrm>
            <a:off x="1672825" y="9804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lonely</a:t>
            </a:r>
            <a:endParaRPr sz="8000" b="0" i="0" u="none" strike="noStrike" cap="none">
              <a:solidFill>
                <a:srgbClr val="000000"/>
              </a:solidFill>
              <a:latin typeface="Jost"/>
              <a:ea typeface="Jost"/>
              <a:cs typeface="Jost"/>
              <a:sym typeface="Jost"/>
            </a:endParaRPr>
          </a:p>
        </p:txBody>
      </p:sp>
      <p:sp>
        <p:nvSpPr>
          <p:cNvPr id="897" name="Google Shape;897;g273c6d159b6_0_23"/>
          <p:cNvSpPr txBox="1"/>
          <p:nvPr/>
        </p:nvSpPr>
        <p:spPr>
          <a:xfrm>
            <a:off x="1672825" y="3659375"/>
            <a:ext cx="5798400" cy="1619700"/>
          </a:xfrm>
          <a:prstGeom prst="rect">
            <a:avLst/>
          </a:prstGeom>
          <a:noFill/>
          <a:ln>
            <a:noFill/>
          </a:ln>
        </p:spPr>
        <p:txBody>
          <a:bodyPr spcFirstLastPara="1" wrap="square" lIns="91425" tIns="45700" rIns="91425" bIns="45700" anchor="ctr" anchorCtr="0">
            <a:normAutofit/>
          </a:bodyPr>
          <a:lstStyle/>
          <a:p>
            <a:pPr marL="0" marR="0" lvl="0" indent="0" algn="ctr" rtl="0">
              <a:lnSpc>
                <a:spcPct val="90000"/>
              </a:lnSpc>
              <a:spcBef>
                <a:spcPts val="1000"/>
              </a:spcBef>
              <a:spcAft>
                <a:spcPts val="0"/>
              </a:spcAft>
              <a:buClr>
                <a:srgbClr val="000000"/>
              </a:buClr>
              <a:buSzPts val="8000"/>
              <a:buFont typeface="Arial"/>
              <a:buNone/>
            </a:pPr>
            <a:r>
              <a:rPr lang="en-US" sz="8000" b="0" i="0" u="none" strike="noStrike" cap="none">
                <a:solidFill>
                  <a:srgbClr val="000000"/>
                </a:solidFill>
                <a:latin typeface="Jost"/>
                <a:ea typeface="Jost"/>
                <a:cs typeface="Jost"/>
                <a:sym typeface="Jost"/>
              </a:rPr>
              <a:t>loneli</a:t>
            </a:r>
            <a:r>
              <a:rPr lang="en-US" sz="8000" b="0" i="0" u="none" strike="noStrike" cap="none">
                <a:solidFill>
                  <a:srgbClr val="2356AF"/>
                </a:solidFill>
                <a:latin typeface="Jost"/>
                <a:ea typeface="Jost"/>
                <a:cs typeface="Jost"/>
                <a:sym typeface="Jost"/>
              </a:rPr>
              <a:t>est</a:t>
            </a:r>
            <a:endParaRPr sz="8000" b="0" i="0" u="none" strike="noStrike" cap="none">
              <a:solidFill>
                <a:srgbClr val="2356AF"/>
              </a:solidFill>
              <a:latin typeface="Jost"/>
              <a:ea typeface="Jost"/>
              <a:cs typeface="Jost"/>
              <a:sym typeface="Jost"/>
            </a:endParaRPr>
          </a:p>
        </p:txBody>
      </p:sp>
      <p:cxnSp>
        <p:nvCxnSpPr>
          <p:cNvPr id="898" name="Google Shape;898;g273c6d159b6_0_23"/>
          <p:cNvCxnSpPr/>
          <p:nvPr/>
        </p:nvCxnSpPr>
        <p:spPr>
          <a:xfrm>
            <a:off x="7859675" y="2911851"/>
            <a:ext cx="0" cy="434400"/>
          </a:xfrm>
          <a:prstGeom prst="straightConnector1">
            <a:avLst/>
          </a:prstGeom>
          <a:noFill/>
          <a:ln w="38100" cap="flat" cmpd="sng">
            <a:solidFill>
              <a:srgbClr val="CFD9EF"/>
            </a:solidFill>
            <a:prstDash val="solid"/>
            <a:miter lim="800000"/>
            <a:headEnd type="none" w="sm" len="sm"/>
            <a:tailEnd type="stealth" w="sm" len="sm"/>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03"/>
        <p:cNvGrpSpPr/>
        <p:nvPr/>
      </p:nvGrpSpPr>
      <p:grpSpPr>
        <a:xfrm>
          <a:off x="0" y="0"/>
          <a:ext cx="0" cy="0"/>
          <a:chOff x="0" y="0"/>
          <a:chExt cx="0" cy="0"/>
        </a:xfrm>
      </p:grpSpPr>
      <p:sp>
        <p:nvSpPr>
          <p:cNvPr id="904" name="Google Shape;904;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05" name="Google Shape;905;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4fb7f6616_1_0"/>
          <p:cNvSpPr/>
          <p:nvPr/>
        </p:nvSpPr>
        <p:spPr>
          <a:xfrm>
            <a:off x="4236275" y="4010375"/>
            <a:ext cx="1586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12" name="Google Shape;912;g2c4fb7f6616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3" name="Google Shape;913;g2c4fb7f6616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4" name="Google Shape;914;g2c4fb7f6616_1_0"/>
          <p:cNvSpPr/>
          <p:nvPr/>
        </p:nvSpPr>
        <p:spPr>
          <a:xfrm>
            <a:off x="268484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15" name="Google Shape;915;g2c4fb7f6616_1_0"/>
          <p:cNvSpPr/>
          <p:nvPr/>
        </p:nvSpPr>
        <p:spPr>
          <a:xfrm>
            <a:off x="354067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16" name="Google Shape;916;g2c4fb7f6616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17" name="Google Shape;917;g2c4fb7f6616_1_0"/>
          <p:cNvSpPr txBox="1">
            <a:spLocks noGrp="1"/>
          </p:cNvSpPr>
          <p:nvPr>
            <p:ph type="subTitle" idx="4294967295"/>
          </p:nvPr>
        </p:nvSpPr>
        <p:spPr>
          <a:xfrm>
            <a:off x="236999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918" name="Google Shape;918;g2c4fb7f6616_1_0"/>
          <p:cNvSpPr txBox="1">
            <a:spLocks noGrp="1"/>
          </p:cNvSpPr>
          <p:nvPr>
            <p:ph type="subTitle" idx="4294967295"/>
          </p:nvPr>
        </p:nvSpPr>
        <p:spPr>
          <a:xfrm>
            <a:off x="3205230" y="138695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Poppins"/>
              <a:ea typeface="Poppins"/>
              <a:cs typeface="Poppins"/>
              <a:sym typeface="Poppins"/>
            </a:endParaRPr>
          </a:p>
        </p:txBody>
      </p:sp>
      <p:sp>
        <p:nvSpPr>
          <p:cNvPr id="919" name="Google Shape;919;g2c4fb7f6616_1_0"/>
          <p:cNvSpPr txBox="1">
            <a:spLocks noGrp="1"/>
          </p:cNvSpPr>
          <p:nvPr>
            <p:ph type="subTitle" idx="4294967295"/>
          </p:nvPr>
        </p:nvSpPr>
        <p:spPr>
          <a:xfrm>
            <a:off x="407399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p</a:t>
            </a:r>
            <a:endParaRPr sz="12000" b="0" i="0" u="none" strike="noStrike" cap="none">
              <a:solidFill>
                <a:srgbClr val="FFD403"/>
              </a:solidFill>
              <a:latin typeface="Jost"/>
              <a:ea typeface="Jost"/>
              <a:cs typeface="Jost"/>
              <a:sym typeface="Jost"/>
            </a:endParaRPr>
          </a:p>
        </p:txBody>
      </p:sp>
      <p:sp>
        <p:nvSpPr>
          <p:cNvPr id="920" name="Google Shape;920;g2c4fb7f6616_1_0"/>
          <p:cNvSpPr txBox="1">
            <a:spLocks noGrp="1"/>
          </p:cNvSpPr>
          <p:nvPr>
            <p:ph type="subTitle" idx="4294967295"/>
          </p:nvPr>
        </p:nvSpPr>
        <p:spPr>
          <a:xfrm>
            <a:off x="495225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p</a:t>
            </a:r>
            <a:endParaRPr sz="12000" b="0" i="0" u="none" strike="noStrike" cap="none">
              <a:solidFill>
                <a:srgbClr val="FFD403"/>
              </a:solidFill>
              <a:latin typeface="Jost"/>
              <a:ea typeface="Jost"/>
              <a:cs typeface="Jost"/>
              <a:sym typeface="Jost"/>
            </a:endParaRPr>
          </a:p>
        </p:txBody>
      </p:sp>
      <p:sp>
        <p:nvSpPr>
          <p:cNvPr id="921" name="Google Shape;921;g2c4fb7f6616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2" name="Google Shape;922;g2c4fb7f6616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3" name="Google Shape;923;g2c4fb7f6616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4" name="Google Shape;924;g2c4fb7f6616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5" name="Google Shape;925;g2c4fb7f6616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b7f6616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7" name="Google Shape;927;g2c4fb7f6616_1_0"/>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8" name="Google Shape;928;g2c4fb7f6616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29" name="Google Shape;929;g2c4fb7f6616_1_0"/>
          <p:cNvGrpSpPr/>
          <p:nvPr/>
        </p:nvGrpSpPr>
        <p:grpSpPr>
          <a:xfrm>
            <a:off x="-550" y="6984600"/>
            <a:ext cx="8596479" cy="808600"/>
            <a:chOff x="-550" y="6984600"/>
            <a:chExt cx="8596479" cy="808600"/>
          </a:xfrm>
        </p:grpSpPr>
        <p:sp>
          <p:nvSpPr>
            <p:cNvPr id="930" name="Google Shape;930;g2c4fb7f6616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c4fb7f6616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c4fb7f6616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c4fb7f6616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c4fb7f6616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c4fb7f6616_1_0"/>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c4fb7f6616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c4fb7f6616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8" name="Google Shape;938;g2c4fb7f6616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39" name="Google Shape;939;g2c4fb7f6616_1_0"/>
          <p:cNvSpPr/>
          <p:nvPr/>
        </p:nvSpPr>
        <p:spPr>
          <a:xfrm>
            <a:off x="6095967" y="3905363"/>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4fb7f6616_1_0"/>
          <p:cNvSpPr txBox="1">
            <a:spLocks noGrp="1"/>
          </p:cNvSpPr>
          <p:nvPr>
            <p:ph type="subTitle" idx="4294967295"/>
          </p:nvPr>
        </p:nvSpPr>
        <p:spPr>
          <a:xfrm>
            <a:off x="5754307"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y</a:t>
            </a:r>
            <a:endParaRPr sz="12000" b="0" i="0" u="none" strike="noStrike" cap="none">
              <a:solidFill>
                <a:srgbClr val="815137"/>
              </a:solidFill>
              <a:latin typeface="Jost"/>
              <a:ea typeface="Jost"/>
              <a:cs typeface="Jost"/>
              <a:sym typeface="Jost"/>
            </a:endParaRPr>
          </a:p>
        </p:txBody>
      </p:sp>
      <p:sp>
        <p:nvSpPr>
          <p:cNvPr id="941" name="Google Shape;941;g2c4fb7f6616_1_0"/>
          <p:cNvSpPr/>
          <p:nvPr/>
        </p:nvSpPr>
        <p:spPr>
          <a:xfrm>
            <a:off x="490170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46"/>
        <p:cNvGrpSpPr/>
        <p:nvPr/>
      </p:nvGrpSpPr>
      <p:grpSpPr>
        <a:xfrm>
          <a:off x="0" y="0"/>
          <a:ext cx="0" cy="0"/>
          <a:chOff x="0" y="0"/>
          <a:chExt cx="0" cy="0"/>
        </a:xfrm>
      </p:grpSpPr>
      <p:sp>
        <p:nvSpPr>
          <p:cNvPr id="947" name="Google Shape;947;g2ee8cc892e9_0_1"/>
          <p:cNvSpPr/>
          <p:nvPr/>
        </p:nvSpPr>
        <p:spPr>
          <a:xfrm>
            <a:off x="3305675" y="4010375"/>
            <a:ext cx="16044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8" name="Google Shape;948;g2ee8cc892e9_0_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49" name="Google Shape;949;g2ee8cc892e9_0_1"/>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0" name="Google Shape;950;g2ee8cc892e9_0_1"/>
          <p:cNvSpPr/>
          <p:nvPr/>
        </p:nvSpPr>
        <p:spPr>
          <a:xfrm>
            <a:off x="1765594"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1" name="Google Shape;951;g2ee8cc892e9_0_1"/>
          <p:cNvSpPr/>
          <p:nvPr/>
        </p:nvSpPr>
        <p:spPr>
          <a:xfrm>
            <a:off x="2621427"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2" name="Google Shape;952;g2ee8cc892e9_0_1"/>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3" name="Google Shape;953;g2ee8cc892e9_0_1"/>
          <p:cNvSpPr txBox="1">
            <a:spLocks noGrp="1"/>
          </p:cNvSpPr>
          <p:nvPr>
            <p:ph type="subTitle" idx="4294967295"/>
          </p:nvPr>
        </p:nvSpPr>
        <p:spPr>
          <a:xfrm>
            <a:off x="1450743"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h</a:t>
            </a:r>
            <a:endParaRPr sz="12000" b="0" i="0" u="none" strike="noStrike" cap="none">
              <a:solidFill>
                <a:srgbClr val="2356AF"/>
              </a:solidFill>
              <a:latin typeface="Jost"/>
              <a:ea typeface="Jost"/>
              <a:cs typeface="Jost"/>
              <a:sym typeface="Jost"/>
            </a:endParaRPr>
          </a:p>
        </p:txBody>
      </p:sp>
      <p:sp>
        <p:nvSpPr>
          <p:cNvPr id="954" name="Google Shape;954;g2ee8cc892e9_0_1"/>
          <p:cNvSpPr txBox="1">
            <a:spLocks noGrp="1"/>
          </p:cNvSpPr>
          <p:nvPr>
            <p:ph type="subTitle" idx="4294967295"/>
          </p:nvPr>
        </p:nvSpPr>
        <p:spPr>
          <a:xfrm>
            <a:off x="2285980" y="138695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0000" b="0" i="0" u="none" strike="noStrike" cap="none">
                <a:solidFill>
                  <a:srgbClr val="ED1C24"/>
                </a:solidFill>
                <a:latin typeface="Poppins"/>
                <a:ea typeface="Poppins"/>
                <a:cs typeface="Poppins"/>
                <a:sym typeface="Poppins"/>
              </a:rPr>
              <a:t>a</a:t>
            </a:r>
            <a:endParaRPr sz="10000" b="0" i="0" u="none" strike="noStrike" cap="none">
              <a:solidFill>
                <a:srgbClr val="ED1C24"/>
              </a:solidFill>
              <a:latin typeface="Poppins"/>
              <a:ea typeface="Poppins"/>
              <a:cs typeface="Poppins"/>
              <a:sym typeface="Poppins"/>
            </a:endParaRPr>
          </a:p>
        </p:txBody>
      </p:sp>
      <p:sp>
        <p:nvSpPr>
          <p:cNvPr id="955" name="Google Shape;955;g2ee8cc892e9_0_1"/>
          <p:cNvSpPr txBox="1">
            <a:spLocks noGrp="1"/>
          </p:cNvSpPr>
          <p:nvPr>
            <p:ph type="subTitle" idx="4294967295"/>
          </p:nvPr>
        </p:nvSpPr>
        <p:spPr>
          <a:xfrm>
            <a:off x="315473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p</a:t>
            </a:r>
            <a:endParaRPr sz="12000" b="0" i="0" u="none" strike="noStrike" cap="none">
              <a:solidFill>
                <a:srgbClr val="FFD403"/>
              </a:solidFill>
              <a:latin typeface="Jost"/>
              <a:ea typeface="Jost"/>
              <a:cs typeface="Jost"/>
              <a:sym typeface="Jost"/>
            </a:endParaRPr>
          </a:p>
        </p:txBody>
      </p:sp>
      <p:sp>
        <p:nvSpPr>
          <p:cNvPr id="956" name="Google Shape;956;g2ee8cc892e9_0_1"/>
          <p:cNvSpPr txBox="1">
            <a:spLocks noGrp="1"/>
          </p:cNvSpPr>
          <p:nvPr>
            <p:ph type="subTitle" idx="4294967295"/>
          </p:nvPr>
        </p:nvSpPr>
        <p:spPr>
          <a:xfrm>
            <a:off x="4033000"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FD403"/>
                </a:solidFill>
                <a:latin typeface="Jost"/>
                <a:ea typeface="Jost"/>
                <a:cs typeface="Jost"/>
                <a:sym typeface="Jost"/>
              </a:rPr>
              <a:t>p</a:t>
            </a:r>
            <a:endParaRPr sz="12000" b="0" i="0" u="none" strike="noStrike" cap="none">
              <a:solidFill>
                <a:srgbClr val="FFD403"/>
              </a:solidFill>
              <a:latin typeface="Jost"/>
              <a:ea typeface="Jost"/>
              <a:cs typeface="Jost"/>
              <a:sym typeface="Jost"/>
            </a:endParaRPr>
          </a:p>
        </p:txBody>
      </p:sp>
      <p:sp>
        <p:nvSpPr>
          <p:cNvPr id="957" name="Google Shape;957;g2ee8cc892e9_0_1"/>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8" name="Google Shape;958;g2ee8cc892e9_0_1"/>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ee8cc892e9_0_1"/>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ee8cc892e9_0_1"/>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ee8cc892e9_0_1"/>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ee8cc892e9_0_1"/>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3" name="Google Shape;963;g2ee8cc892e9_0_1"/>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4" name="Google Shape;964;g2ee8cc892e9_0_1"/>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965" name="Google Shape;965;g2ee8cc892e9_0_1"/>
          <p:cNvGrpSpPr/>
          <p:nvPr/>
        </p:nvGrpSpPr>
        <p:grpSpPr>
          <a:xfrm>
            <a:off x="-550" y="6984600"/>
            <a:ext cx="8596479" cy="808600"/>
            <a:chOff x="-550" y="6984600"/>
            <a:chExt cx="8596479" cy="808600"/>
          </a:xfrm>
        </p:grpSpPr>
        <p:sp>
          <p:nvSpPr>
            <p:cNvPr id="966" name="Google Shape;966;g2ee8cc892e9_0_1"/>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7" name="Google Shape;967;g2ee8cc892e9_0_1"/>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8" name="Google Shape;968;g2ee8cc892e9_0_1"/>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9" name="Google Shape;969;g2ee8cc892e9_0_1"/>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70" name="Google Shape;970;g2ee8cc892e9_0_1"/>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71" name="Google Shape;971;g2ee8cc892e9_0_1"/>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72" name="Google Shape;972;g2ee8cc892e9_0_1"/>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3" name="Google Shape;973;g2ee8cc892e9_0_1"/>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4" name="Google Shape;974;g2ee8cc892e9_0_1"/>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975" name="Google Shape;975;g2ee8cc892e9_0_1"/>
          <p:cNvSpPr/>
          <p:nvPr/>
        </p:nvSpPr>
        <p:spPr>
          <a:xfrm>
            <a:off x="6397124" y="3905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ee8cc892e9_0_1"/>
          <p:cNvSpPr txBox="1">
            <a:spLocks noGrp="1"/>
          </p:cNvSpPr>
          <p:nvPr>
            <p:ph type="subTitle" idx="4294967295"/>
          </p:nvPr>
        </p:nvSpPr>
        <p:spPr>
          <a:xfrm>
            <a:off x="6055464"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977" name="Google Shape;977;g2ee8cc892e9_0_1"/>
          <p:cNvSpPr/>
          <p:nvPr/>
        </p:nvSpPr>
        <p:spPr>
          <a:xfrm>
            <a:off x="6988407"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8" name="Google Shape;978;g2ee8cc892e9_0_1"/>
          <p:cNvSpPr txBox="1">
            <a:spLocks noGrp="1"/>
          </p:cNvSpPr>
          <p:nvPr>
            <p:ph type="subTitle" idx="4294967295"/>
          </p:nvPr>
        </p:nvSpPr>
        <p:spPr>
          <a:xfrm>
            <a:off x="6673557"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979" name="Google Shape;979;g2ee8cc892e9_0_1"/>
          <p:cNvSpPr/>
          <p:nvPr/>
        </p:nvSpPr>
        <p:spPr>
          <a:xfrm>
            <a:off x="5676242" y="3905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0" name="Google Shape;980;g2ee8cc892e9_0_1"/>
          <p:cNvSpPr txBox="1">
            <a:spLocks noGrp="1"/>
          </p:cNvSpPr>
          <p:nvPr>
            <p:ph type="subTitle" idx="4294967295"/>
          </p:nvPr>
        </p:nvSpPr>
        <p:spPr>
          <a:xfrm>
            <a:off x="5334582"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981" name="Google Shape;981;g2ee8cc892e9_0_1"/>
          <p:cNvSpPr/>
          <p:nvPr/>
        </p:nvSpPr>
        <p:spPr>
          <a:xfrm>
            <a:off x="5024317" y="3905363"/>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2" name="Google Shape;982;g2ee8cc892e9_0_1"/>
          <p:cNvSpPr txBox="1">
            <a:spLocks noGrp="1"/>
          </p:cNvSpPr>
          <p:nvPr>
            <p:ph type="subTitle" idx="4294967295"/>
          </p:nvPr>
        </p:nvSpPr>
        <p:spPr>
          <a:xfrm>
            <a:off x="4682657"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983" name="Google Shape;983;g2ee8cc892e9_0_1"/>
          <p:cNvSpPr/>
          <p:nvPr/>
        </p:nvSpPr>
        <p:spPr>
          <a:xfrm>
            <a:off x="3982450"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84" name="Google Shape;984;g2ee8cc892e9_0_1"/>
          <p:cNvSpPr/>
          <p:nvPr/>
        </p:nvSpPr>
        <p:spPr>
          <a:xfrm>
            <a:off x="548288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89"/>
        <p:cNvGrpSpPr/>
        <p:nvPr/>
      </p:nvGrpSpPr>
      <p:grpSpPr>
        <a:xfrm>
          <a:off x="0" y="0"/>
          <a:ext cx="0" cy="0"/>
          <a:chOff x="0" y="0"/>
          <a:chExt cx="0" cy="0"/>
        </a:xfrm>
      </p:grpSpPr>
      <p:sp>
        <p:nvSpPr>
          <p:cNvPr id="990" name="Google Shape;990;g274c77bcda0_0_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91" name="Google Shape;991;g274c77bcda0_0_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92" name="Google Shape;992;g274c77bcda0_0_8"/>
          <p:cNvSpPr/>
          <p:nvPr/>
        </p:nvSpPr>
        <p:spPr>
          <a:xfrm>
            <a:off x="266341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3" name="Google Shape;993;g274c77bcda0_0_8"/>
          <p:cNvSpPr/>
          <p:nvPr/>
        </p:nvSpPr>
        <p:spPr>
          <a:xfrm>
            <a:off x="414306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94" name="Google Shape;994;g274c77bcda0_0_8"/>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95" name="Google Shape;995;g274c77bcda0_0_8"/>
          <p:cNvSpPr txBox="1">
            <a:spLocks noGrp="1"/>
          </p:cNvSpPr>
          <p:nvPr>
            <p:ph type="subTitle" idx="4294967295"/>
          </p:nvPr>
        </p:nvSpPr>
        <p:spPr>
          <a:xfrm>
            <a:off x="234856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96" name="Google Shape;996;g274c77bcda0_0_8"/>
          <p:cNvSpPr txBox="1">
            <a:spLocks noGrp="1"/>
          </p:cNvSpPr>
          <p:nvPr>
            <p:ph type="subTitle" idx="4294967295"/>
          </p:nvPr>
        </p:nvSpPr>
        <p:spPr>
          <a:xfrm>
            <a:off x="380028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997" name="Google Shape;997;g274c77bcda0_0_8"/>
          <p:cNvSpPr/>
          <p:nvPr/>
        </p:nvSpPr>
        <p:spPr>
          <a:xfrm>
            <a:off x="543119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8" name="Google Shape;998;g274c77bcda0_0_8"/>
          <p:cNvSpPr txBox="1">
            <a:spLocks noGrp="1"/>
          </p:cNvSpPr>
          <p:nvPr>
            <p:ph type="subTitle" idx="4294967295"/>
          </p:nvPr>
        </p:nvSpPr>
        <p:spPr>
          <a:xfrm>
            <a:off x="517520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999" name="Google Shape;999;g274c77bcda0_0_8"/>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0" name="Google Shape;1000;g274c77bcda0_0_8"/>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1" name="Google Shape;1001;g274c77bcda0_0_8"/>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2" name="Google Shape;1002;g274c77bcda0_0_8"/>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3" name="Google Shape;1003;g274c77bcda0_0_8"/>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04" name="Google Shape;1004;g274c77bcda0_0_8"/>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5" name="Google Shape;1005;g274c77bcda0_0_8"/>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6" name="Google Shape;1006;g274c77bcda0_0_8"/>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07" name="Google Shape;1007;g274c77bcda0_0_8"/>
          <p:cNvGrpSpPr/>
          <p:nvPr/>
        </p:nvGrpSpPr>
        <p:grpSpPr>
          <a:xfrm>
            <a:off x="-550" y="6984600"/>
            <a:ext cx="8596479" cy="808600"/>
            <a:chOff x="-550" y="6984600"/>
            <a:chExt cx="8596479" cy="808600"/>
          </a:xfrm>
        </p:grpSpPr>
        <p:sp>
          <p:nvSpPr>
            <p:cNvPr id="1008" name="Google Shape;1008;g274c77bcda0_0_8"/>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09" name="Google Shape;1009;g274c77bcda0_0_8"/>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10" name="Google Shape;1010;g274c77bcda0_0_8"/>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11" name="Google Shape;1011;g274c77bcda0_0_8"/>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12" name="Google Shape;1012;g274c77bcda0_0_8"/>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13" name="Google Shape;1013;g274c77bcda0_0_8"/>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14" name="Google Shape;1014;g274c77bcda0_0_8"/>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15" name="Google Shape;1015;g274c77bcda0_0_8"/>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16" name="Google Shape;1016;g274c77bcda0_0_8"/>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17" name="Google Shape;1017;g274c77bcda0_0_8"/>
          <p:cNvSpPr/>
          <p:nvPr/>
        </p:nvSpPr>
        <p:spPr>
          <a:xfrm>
            <a:off x="6117399" y="3905363"/>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8" name="Google Shape;1018;g274c77bcda0_0_8"/>
          <p:cNvSpPr txBox="1">
            <a:spLocks noGrp="1"/>
          </p:cNvSpPr>
          <p:nvPr>
            <p:ph type="subTitle" idx="4294967295"/>
          </p:nvPr>
        </p:nvSpPr>
        <p:spPr>
          <a:xfrm>
            <a:off x="5775739"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y</a:t>
            </a:r>
            <a:endParaRPr sz="12000" b="0" i="0" u="none" strike="noStrike" cap="none">
              <a:solidFill>
                <a:srgbClr val="815137"/>
              </a:solidFill>
              <a:latin typeface="Jost"/>
              <a:ea typeface="Jost"/>
              <a:cs typeface="Jost"/>
              <a:sym typeface="Jost"/>
            </a:endParaRPr>
          </a:p>
        </p:txBody>
      </p:sp>
      <p:sp>
        <p:nvSpPr>
          <p:cNvPr id="1019" name="Google Shape;1019;g274c77bcda0_0_8"/>
          <p:cNvSpPr/>
          <p:nvPr/>
        </p:nvSpPr>
        <p:spPr>
          <a:xfrm>
            <a:off x="524356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0" name="Google Shape;1020;g274c77bcda0_0_8"/>
          <p:cNvSpPr/>
          <p:nvPr/>
        </p:nvSpPr>
        <p:spPr>
          <a:xfrm>
            <a:off x="3372535" y="3905363"/>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1" name="Google Shape;1021;g274c77bcda0_0_8"/>
          <p:cNvSpPr txBox="1">
            <a:spLocks noGrp="1"/>
          </p:cNvSpPr>
          <p:nvPr>
            <p:ph type="subTitle" idx="4294967295"/>
          </p:nvPr>
        </p:nvSpPr>
        <p:spPr>
          <a:xfrm>
            <a:off x="3030876"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o</a:t>
            </a:r>
            <a:endParaRPr sz="12000" b="0" i="0" u="none" strike="noStrike" cap="none">
              <a:solidFill>
                <a:srgbClr val="F7941D"/>
              </a:solidFill>
              <a:latin typeface="Jost"/>
              <a:ea typeface="Jost"/>
              <a:cs typeface="Jost"/>
              <a:sym typeface="Jost"/>
            </a:endParaRPr>
          </a:p>
        </p:txBody>
      </p:sp>
      <p:sp>
        <p:nvSpPr>
          <p:cNvPr id="1022" name="Google Shape;1022;g274c77bcda0_0_8"/>
          <p:cNvSpPr txBox="1">
            <a:spLocks noGrp="1"/>
          </p:cNvSpPr>
          <p:nvPr>
            <p:ph type="subTitle" idx="4294967295"/>
          </p:nvPr>
        </p:nvSpPr>
        <p:spPr>
          <a:xfrm>
            <a:off x="4570358"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grpSp>
        <p:nvGrpSpPr>
          <p:cNvPr id="1023" name="Google Shape;1023;g274c77bcda0_0_8"/>
          <p:cNvGrpSpPr/>
          <p:nvPr/>
        </p:nvGrpSpPr>
        <p:grpSpPr>
          <a:xfrm>
            <a:off x="3552652" y="1310075"/>
            <a:ext cx="1573200" cy="401879"/>
            <a:chOff x="3401943" y="1310075"/>
            <a:chExt cx="1573200" cy="401879"/>
          </a:xfrm>
        </p:grpSpPr>
        <p:sp>
          <p:nvSpPr>
            <p:cNvPr id="1024" name="Google Shape;1024;g274c77bcda0_0_8"/>
            <p:cNvSpPr/>
            <p:nvPr/>
          </p:nvSpPr>
          <p:spPr>
            <a:xfrm rot="-5400000">
              <a:off x="3278943"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5" name="Google Shape;1025;g274c77bcda0_0_8"/>
            <p:cNvSpPr/>
            <p:nvPr/>
          </p:nvSpPr>
          <p:spPr>
            <a:xfrm>
              <a:off x="3401943" y="1310075"/>
              <a:ext cx="15732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6" name="Google Shape;1026;g274c77bcda0_0_8"/>
            <p:cNvSpPr/>
            <p:nvPr/>
          </p:nvSpPr>
          <p:spPr>
            <a:xfrm rot="-5400000">
              <a:off x="47481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g2ee8cc892e9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1033" name="Google Shape;1033;g2ee8cc892e9_0_4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1034" name="Google Shape;1034;g2ee8cc892e9_0_43"/>
          <p:cNvSpPr/>
          <p:nvPr/>
        </p:nvSpPr>
        <p:spPr>
          <a:xfrm>
            <a:off x="1719602"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35" name="Google Shape;1035;g2ee8cc892e9_0_43"/>
          <p:cNvSpPr/>
          <p:nvPr/>
        </p:nvSpPr>
        <p:spPr>
          <a:xfrm>
            <a:off x="3199251"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1036" name="Google Shape;1036;g2ee8cc892e9_0_43"/>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1037" name="Google Shape;1037;g2ee8cc892e9_0_43"/>
          <p:cNvSpPr txBox="1">
            <a:spLocks noGrp="1"/>
          </p:cNvSpPr>
          <p:nvPr>
            <p:ph type="subTitle" idx="4294967295"/>
          </p:nvPr>
        </p:nvSpPr>
        <p:spPr>
          <a:xfrm>
            <a:off x="1404751"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1038" name="Google Shape;1038;g2ee8cc892e9_0_43"/>
          <p:cNvSpPr txBox="1">
            <a:spLocks noGrp="1"/>
          </p:cNvSpPr>
          <p:nvPr>
            <p:ph type="subTitle" idx="4294967295"/>
          </p:nvPr>
        </p:nvSpPr>
        <p:spPr>
          <a:xfrm>
            <a:off x="285647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n</a:t>
            </a:r>
            <a:endParaRPr sz="12000" b="0" i="0" u="none" strike="noStrike" cap="none">
              <a:solidFill>
                <a:srgbClr val="2356AF"/>
              </a:solidFill>
              <a:latin typeface="Jost"/>
              <a:ea typeface="Jost"/>
              <a:cs typeface="Jost"/>
              <a:sym typeface="Jost"/>
            </a:endParaRPr>
          </a:p>
        </p:txBody>
      </p:sp>
      <p:sp>
        <p:nvSpPr>
          <p:cNvPr id="1039" name="Google Shape;1039;g2ee8cc892e9_0_43"/>
          <p:cNvSpPr/>
          <p:nvPr/>
        </p:nvSpPr>
        <p:spPr>
          <a:xfrm>
            <a:off x="4487383"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0" name="Google Shape;1040;g2ee8cc892e9_0_43"/>
          <p:cNvSpPr txBox="1">
            <a:spLocks noGrp="1"/>
          </p:cNvSpPr>
          <p:nvPr>
            <p:ph type="subTitle" idx="4294967295"/>
          </p:nvPr>
        </p:nvSpPr>
        <p:spPr>
          <a:xfrm>
            <a:off x="4231392"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l</a:t>
            </a:r>
            <a:endParaRPr sz="12000" b="0" i="0" u="none" strike="noStrike" cap="none">
              <a:solidFill>
                <a:srgbClr val="2356AF"/>
              </a:solidFill>
              <a:latin typeface="Jost"/>
              <a:ea typeface="Jost"/>
              <a:cs typeface="Jost"/>
              <a:sym typeface="Jost"/>
            </a:endParaRPr>
          </a:p>
        </p:txBody>
      </p:sp>
      <p:sp>
        <p:nvSpPr>
          <p:cNvPr id="1041" name="Google Shape;1041;g2ee8cc892e9_0_43"/>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2" name="Google Shape;1042;g2ee8cc892e9_0_43"/>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3" name="Google Shape;1043;g2ee8cc892e9_0_43"/>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4" name="Google Shape;1044;g2ee8cc892e9_0_43"/>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5" name="Google Shape;1045;g2ee8cc892e9_0_43"/>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46" name="Google Shape;1046;g2ee8cc892e9_0_43"/>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7" name="Google Shape;1047;g2ee8cc892e9_0_43"/>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48" name="Google Shape;1048;g2ee8cc892e9_0_43"/>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049" name="Google Shape;1049;g2ee8cc892e9_0_43"/>
          <p:cNvGrpSpPr/>
          <p:nvPr/>
        </p:nvGrpSpPr>
        <p:grpSpPr>
          <a:xfrm>
            <a:off x="-550" y="6984600"/>
            <a:ext cx="8596479" cy="808600"/>
            <a:chOff x="-550" y="6984600"/>
            <a:chExt cx="8596479" cy="808600"/>
          </a:xfrm>
        </p:grpSpPr>
        <p:sp>
          <p:nvSpPr>
            <p:cNvPr id="1050" name="Google Shape;1050;g2ee8cc892e9_0_43"/>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051" name="Google Shape;1051;g2ee8cc892e9_0_43"/>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052" name="Google Shape;1052;g2ee8cc892e9_0_43"/>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053" name="Google Shape;1053;g2ee8cc892e9_0_43"/>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054" name="Google Shape;1054;g2ee8cc892e9_0_43"/>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055" name="Google Shape;1055;g2ee8cc892e9_0_43"/>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056" name="Google Shape;1056;g2ee8cc892e9_0_43"/>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057" name="Google Shape;1057;g2ee8cc892e9_0_43"/>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058" name="Google Shape;1058;g2ee8cc892e9_0_43"/>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059" name="Google Shape;1059;g2ee8cc892e9_0_43"/>
          <p:cNvSpPr/>
          <p:nvPr/>
        </p:nvSpPr>
        <p:spPr>
          <a:xfrm>
            <a:off x="6443116" y="3905363"/>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0" name="Google Shape;1060;g2ee8cc892e9_0_43"/>
          <p:cNvSpPr txBox="1">
            <a:spLocks noGrp="1"/>
          </p:cNvSpPr>
          <p:nvPr>
            <p:ph type="subTitle" idx="4294967295"/>
          </p:nvPr>
        </p:nvSpPr>
        <p:spPr>
          <a:xfrm>
            <a:off x="6101456"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s</a:t>
            </a:r>
            <a:endParaRPr sz="12000" b="0" i="0" u="none" strike="noStrike" cap="none">
              <a:solidFill>
                <a:srgbClr val="2356AF"/>
              </a:solidFill>
              <a:latin typeface="Jost"/>
              <a:ea typeface="Jost"/>
              <a:cs typeface="Jost"/>
              <a:sym typeface="Jost"/>
            </a:endParaRPr>
          </a:p>
        </p:txBody>
      </p:sp>
      <p:sp>
        <p:nvSpPr>
          <p:cNvPr id="1061" name="Google Shape;1061;g2ee8cc892e9_0_43"/>
          <p:cNvSpPr/>
          <p:nvPr/>
        </p:nvSpPr>
        <p:spPr>
          <a:xfrm>
            <a:off x="7034399"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2" name="Google Shape;1062;g2ee8cc892e9_0_43"/>
          <p:cNvSpPr txBox="1">
            <a:spLocks noGrp="1"/>
          </p:cNvSpPr>
          <p:nvPr>
            <p:ph type="subTitle" idx="4294967295"/>
          </p:nvPr>
        </p:nvSpPr>
        <p:spPr>
          <a:xfrm>
            <a:off x="6719549" y="1308025"/>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2356AF"/>
                </a:solidFill>
                <a:latin typeface="Jost"/>
                <a:ea typeface="Jost"/>
                <a:cs typeface="Jost"/>
                <a:sym typeface="Jost"/>
              </a:rPr>
              <a:t>t</a:t>
            </a:r>
            <a:endParaRPr sz="12000" b="0" i="0" u="none" strike="noStrike" cap="none">
              <a:solidFill>
                <a:srgbClr val="2356AF"/>
              </a:solidFill>
              <a:latin typeface="Jost"/>
              <a:ea typeface="Jost"/>
              <a:cs typeface="Jost"/>
              <a:sym typeface="Jost"/>
            </a:endParaRPr>
          </a:p>
        </p:txBody>
      </p:sp>
      <p:sp>
        <p:nvSpPr>
          <p:cNvPr id="1063" name="Google Shape;1063;g2ee8cc892e9_0_43"/>
          <p:cNvSpPr/>
          <p:nvPr/>
        </p:nvSpPr>
        <p:spPr>
          <a:xfrm>
            <a:off x="5722234" y="390536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4" name="Google Shape;1064;g2ee8cc892e9_0_43"/>
          <p:cNvSpPr txBox="1">
            <a:spLocks noGrp="1"/>
          </p:cNvSpPr>
          <p:nvPr>
            <p:ph type="subTitle" idx="4294967295"/>
          </p:nvPr>
        </p:nvSpPr>
        <p:spPr>
          <a:xfrm>
            <a:off x="5380574"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ED1C24"/>
                </a:solidFill>
                <a:latin typeface="Jost"/>
                <a:ea typeface="Jost"/>
                <a:cs typeface="Jost"/>
                <a:sym typeface="Jost"/>
              </a:rPr>
              <a:t>e</a:t>
            </a:r>
            <a:endParaRPr sz="12000" b="0" i="0" u="none" strike="noStrike" cap="none">
              <a:solidFill>
                <a:srgbClr val="ED1C24"/>
              </a:solidFill>
              <a:latin typeface="Jost"/>
              <a:ea typeface="Jost"/>
              <a:cs typeface="Jost"/>
              <a:sym typeface="Jost"/>
            </a:endParaRPr>
          </a:p>
        </p:txBody>
      </p:sp>
      <p:sp>
        <p:nvSpPr>
          <p:cNvPr id="1065" name="Google Shape;1065;g2ee8cc892e9_0_43"/>
          <p:cNvSpPr/>
          <p:nvPr/>
        </p:nvSpPr>
        <p:spPr>
          <a:xfrm>
            <a:off x="5070309" y="3905363"/>
            <a:ext cx="390000" cy="390000"/>
          </a:xfrm>
          <a:prstGeom prst="ellipse">
            <a:avLst/>
          </a:prstGeom>
          <a:solidFill>
            <a:srgbClr val="81513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6" name="Google Shape;1066;g2ee8cc892e9_0_43"/>
          <p:cNvSpPr txBox="1">
            <a:spLocks noGrp="1"/>
          </p:cNvSpPr>
          <p:nvPr>
            <p:ph type="subTitle" idx="4294967295"/>
          </p:nvPr>
        </p:nvSpPr>
        <p:spPr>
          <a:xfrm>
            <a:off x="4728649"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815137"/>
                </a:solidFill>
                <a:latin typeface="Jost"/>
                <a:ea typeface="Jost"/>
                <a:cs typeface="Jost"/>
                <a:sym typeface="Jost"/>
              </a:rPr>
              <a:t>i</a:t>
            </a:r>
            <a:endParaRPr sz="12000" b="0" i="0" u="none" strike="noStrike" cap="none">
              <a:solidFill>
                <a:srgbClr val="815137"/>
              </a:solidFill>
              <a:latin typeface="Jost"/>
              <a:ea typeface="Jost"/>
              <a:cs typeface="Jost"/>
              <a:sym typeface="Jost"/>
            </a:endParaRPr>
          </a:p>
        </p:txBody>
      </p:sp>
      <p:sp>
        <p:nvSpPr>
          <p:cNvPr id="1067" name="Google Shape;1067;g2ee8cc892e9_0_43"/>
          <p:cNvSpPr/>
          <p:nvPr/>
        </p:nvSpPr>
        <p:spPr>
          <a:xfrm>
            <a:off x="4299758"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8" name="Google Shape;1068;g2ee8cc892e9_0_43"/>
          <p:cNvSpPr/>
          <p:nvPr/>
        </p:nvSpPr>
        <p:spPr>
          <a:xfrm>
            <a:off x="5528879" y="38703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69" name="Google Shape;1069;g2ee8cc892e9_0_43"/>
          <p:cNvSpPr/>
          <p:nvPr/>
        </p:nvSpPr>
        <p:spPr>
          <a:xfrm>
            <a:off x="2428725" y="3905363"/>
            <a:ext cx="390000" cy="390000"/>
          </a:xfrm>
          <a:prstGeom prst="ellipse">
            <a:avLst/>
          </a:prstGeom>
          <a:solidFill>
            <a:srgbClr val="F7941D"/>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70" name="Google Shape;1070;g2ee8cc892e9_0_43"/>
          <p:cNvSpPr txBox="1">
            <a:spLocks noGrp="1"/>
          </p:cNvSpPr>
          <p:nvPr>
            <p:ph type="subTitle" idx="4294967295"/>
          </p:nvPr>
        </p:nvSpPr>
        <p:spPr>
          <a:xfrm>
            <a:off x="2087066"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o</a:t>
            </a:r>
            <a:endParaRPr sz="12000" b="0" i="0" u="none" strike="noStrike" cap="none">
              <a:solidFill>
                <a:srgbClr val="F7941D"/>
              </a:solidFill>
              <a:latin typeface="Jost"/>
              <a:ea typeface="Jost"/>
              <a:cs typeface="Jost"/>
              <a:sym typeface="Jost"/>
            </a:endParaRPr>
          </a:p>
        </p:txBody>
      </p:sp>
      <p:sp>
        <p:nvSpPr>
          <p:cNvPr id="1071" name="Google Shape;1071;g2ee8cc892e9_0_43"/>
          <p:cNvSpPr txBox="1">
            <a:spLocks noGrp="1"/>
          </p:cNvSpPr>
          <p:nvPr>
            <p:ph type="subTitle" idx="4294967295"/>
          </p:nvPr>
        </p:nvSpPr>
        <p:spPr>
          <a:xfrm>
            <a:off x="3626548" y="1306500"/>
            <a:ext cx="1019700" cy="2371200"/>
          </a:xfrm>
          <a:prstGeom prst="rect">
            <a:avLst/>
          </a:prstGeom>
          <a:noFill/>
          <a:ln>
            <a:noFill/>
          </a:ln>
        </p:spPr>
        <p:txBody>
          <a:bodyPr spcFirstLastPara="1" wrap="square" lIns="0" tIns="45700" rIns="0"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2000" b="0" i="0" u="none" strike="noStrike" cap="none">
                <a:solidFill>
                  <a:srgbClr val="F7941D"/>
                </a:solidFill>
                <a:latin typeface="Jost"/>
                <a:ea typeface="Jost"/>
                <a:cs typeface="Jost"/>
                <a:sym typeface="Jost"/>
              </a:rPr>
              <a:t>e</a:t>
            </a:r>
            <a:endParaRPr sz="12000" b="0" i="0" u="none" strike="noStrike" cap="none">
              <a:solidFill>
                <a:srgbClr val="F7941D"/>
              </a:solidFill>
              <a:latin typeface="Jost"/>
              <a:ea typeface="Jost"/>
              <a:cs typeface="Jost"/>
              <a:sym typeface="Jost"/>
            </a:endParaRPr>
          </a:p>
        </p:txBody>
      </p:sp>
      <p:grpSp>
        <p:nvGrpSpPr>
          <p:cNvPr id="1072" name="Google Shape;1072;g2ee8cc892e9_0_43"/>
          <p:cNvGrpSpPr/>
          <p:nvPr/>
        </p:nvGrpSpPr>
        <p:grpSpPr>
          <a:xfrm>
            <a:off x="2608842" y="1310075"/>
            <a:ext cx="1573200" cy="401879"/>
            <a:chOff x="3401943" y="1310075"/>
            <a:chExt cx="1573200" cy="401879"/>
          </a:xfrm>
        </p:grpSpPr>
        <p:sp>
          <p:nvSpPr>
            <p:cNvPr id="1073" name="Google Shape;1073;g2ee8cc892e9_0_43"/>
            <p:cNvSpPr/>
            <p:nvPr/>
          </p:nvSpPr>
          <p:spPr>
            <a:xfrm rot="-5400000">
              <a:off x="3278943"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4" name="Google Shape;1074;g2ee8cc892e9_0_43"/>
            <p:cNvSpPr/>
            <p:nvPr/>
          </p:nvSpPr>
          <p:spPr>
            <a:xfrm>
              <a:off x="3401943" y="1310075"/>
              <a:ext cx="1573200" cy="103800"/>
            </a:xfrm>
            <a:prstGeom prst="roundRect">
              <a:avLst>
                <a:gd name="adj" fmla="val 50000"/>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5" name="Google Shape;1075;g2ee8cc892e9_0_43"/>
            <p:cNvSpPr/>
            <p:nvPr/>
          </p:nvSpPr>
          <p:spPr>
            <a:xfrm rot="-5400000">
              <a:off x="4748175" y="1485154"/>
              <a:ext cx="349800" cy="1038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1082" name="Google Shape;1082;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87"/>
        <p:cNvGrpSpPr/>
        <p:nvPr/>
      </p:nvGrpSpPr>
      <p:grpSpPr>
        <a:xfrm>
          <a:off x="0" y="0"/>
          <a:ext cx="0" cy="0"/>
          <a:chOff x="0" y="0"/>
          <a:chExt cx="0" cy="0"/>
        </a:xfrm>
      </p:grpSpPr>
      <p:grpSp>
        <p:nvGrpSpPr>
          <p:cNvPr id="1088" name="Google Shape;1088;g2dadbbe58d1_1_3"/>
          <p:cNvGrpSpPr/>
          <p:nvPr/>
        </p:nvGrpSpPr>
        <p:grpSpPr>
          <a:xfrm>
            <a:off x="866747" y="3614075"/>
            <a:ext cx="7410506" cy="1851900"/>
            <a:chOff x="866747" y="3614075"/>
            <a:chExt cx="7410506" cy="1851900"/>
          </a:xfrm>
        </p:grpSpPr>
        <p:sp>
          <p:nvSpPr>
            <p:cNvPr id="1089" name="Google Shape;1089;g2dadbbe58d1_1_3"/>
            <p:cNvSpPr/>
            <p:nvPr/>
          </p:nvSpPr>
          <p:spPr>
            <a:xfrm flipH="1">
              <a:off x="866953" y="3629300"/>
              <a:ext cx="74103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90" name="Google Shape;1090;g2dadbbe58d1_1_3"/>
            <p:cNvGrpSpPr/>
            <p:nvPr/>
          </p:nvGrpSpPr>
          <p:grpSpPr>
            <a:xfrm flipH="1">
              <a:off x="866747" y="4063875"/>
              <a:ext cx="7410473" cy="1170725"/>
              <a:chOff x="1181250" y="4063875"/>
              <a:chExt cx="6781800" cy="1170725"/>
            </a:xfrm>
          </p:grpSpPr>
          <p:cxnSp>
            <p:nvCxnSpPr>
              <p:cNvPr id="1091" name="Google Shape;1091;g2dadbbe58d1_1_3"/>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2" name="Google Shape;1092;g2dadbbe58d1_1_3"/>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3" name="Google Shape;1093;g2dadbbe58d1_1_3"/>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94" name="Google Shape;1094;g2dadbbe58d1_1_3"/>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095" name="Google Shape;1095;g2dadbbe58d1_1_3"/>
            <p:cNvCxnSpPr/>
            <p:nvPr/>
          </p:nvCxnSpPr>
          <p:spPr>
            <a:xfrm rot="10800000">
              <a:off x="3220803"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096" name="Google Shape;1096;g2dadbbe58d1_1_3"/>
            <p:cNvGrpSpPr/>
            <p:nvPr/>
          </p:nvGrpSpPr>
          <p:grpSpPr>
            <a:xfrm flipH="1">
              <a:off x="4948920" y="3629300"/>
              <a:ext cx="3328333" cy="1828800"/>
              <a:chOff x="350692" y="3631675"/>
              <a:chExt cx="3328333" cy="1828800"/>
            </a:xfrm>
          </p:grpSpPr>
          <p:sp>
            <p:nvSpPr>
              <p:cNvPr id="1097" name="Google Shape;1097;g2dadbbe58d1_1_3"/>
              <p:cNvSpPr/>
              <p:nvPr/>
            </p:nvSpPr>
            <p:spPr>
              <a:xfrm rot="-5400000">
                <a:off x="1027642" y="2954725"/>
                <a:ext cx="1828800" cy="31827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098" name="Google Shape;1098;g2dadbbe58d1_1_3"/>
              <p:cNvGrpSpPr/>
              <p:nvPr/>
            </p:nvGrpSpPr>
            <p:grpSpPr>
              <a:xfrm>
                <a:off x="3415325" y="4484375"/>
                <a:ext cx="263700" cy="263700"/>
                <a:chOff x="3415325" y="4484375"/>
                <a:chExt cx="263700" cy="263700"/>
              </a:xfrm>
            </p:grpSpPr>
            <p:sp>
              <p:nvSpPr>
                <p:cNvPr id="1099" name="Google Shape;1099;g2dadbbe58d1_1_3"/>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00" name="Google Shape;1100;g2dadbbe58d1_1_3"/>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101" name="Google Shape;1101;g2dadbbe58d1_1_3"/>
            <p:cNvCxnSpPr/>
            <p:nvPr/>
          </p:nvCxnSpPr>
          <p:spPr>
            <a:xfrm rot="10800000">
              <a:off x="4246203"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2" name="Google Shape;1102;g2dadbbe58d1_1_3"/>
            <p:cNvCxnSpPr/>
            <p:nvPr/>
          </p:nvCxnSpPr>
          <p:spPr>
            <a:xfrm rot="10800000">
              <a:off x="674721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3" name="Google Shape;1103;g2dadbbe58d1_1_3"/>
            <p:cNvCxnSpPr/>
            <p:nvPr/>
          </p:nvCxnSpPr>
          <p:spPr>
            <a:xfrm rot="10800000">
              <a:off x="5981619"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4" name="Google Shape;1104;g2dadbbe58d1_1_3"/>
            <p:cNvCxnSpPr/>
            <p:nvPr/>
          </p:nvCxnSpPr>
          <p:spPr>
            <a:xfrm rot="10800000">
              <a:off x="751281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5" name="Google Shape;1105;g2dadbbe58d1_1_3"/>
            <p:cNvCxnSpPr/>
            <p:nvPr/>
          </p:nvCxnSpPr>
          <p:spPr>
            <a:xfrm rot="10800000">
              <a:off x="236577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06" name="Google Shape;1106;g2dadbbe58d1_1_3"/>
            <p:cNvCxnSpPr/>
            <p:nvPr/>
          </p:nvCxnSpPr>
          <p:spPr>
            <a:xfrm rot="10800000">
              <a:off x="1745180"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07" name="Google Shape;1107;g2dadbbe58d1_1_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108" name="Google Shape;1108;g2dadbbe58d1_1_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109" name="Google Shape;1109;g2dadbbe58d1_1_3"/>
          <p:cNvPicPr preferRelativeResize="0"/>
          <p:nvPr/>
        </p:nvPicPr>
        <p:blipFill rotWithShape="1">
          <a:blip r:embed="rId3">
            <a:alphaModFix/>
          </a:blip>
          <a:srcRect l="35349" r="35352"/>
          <a:stretch/>
        </p:blipFill>
        <p:spPr>
          <a:xfrm>
            <a:off x="3243175" y="693900"/>
            <a:ext cx="2352850" cy="2535575"/>
          </a:xfrm>
          <a:prstGeom prst="rect">
            <a:avLst/>
          </a:prstGeom>
          <a:noFill/>
          <a:ln>
            <a:noFill/>
          </a:ln>
        </p:spPr>
      </p:pic>
      <p:cxnSp>
        <p:nvCxnSpPr>
          <p:cNvPr id="1110" name="Google Shape;1110;g2dadbbe58d1_1_3"/>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11" name="Google Shape;1111;g2dadbbe58d1_1_3"/>
          <p:cNvSpPr txBox="1"/>
          <p:nvPr/>
        </p:nvSpPr>
        <p:spPr>
          <a:xfrm>
            <a:off x="6777728"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112" name="Google Shape;1112;g2dadbbe58d1_1_3"/>
          <p:cNvSpPr txBox="1"/>
          <p:nvPr/>
        </p:nvSpPr>
        <p:spPr>
          <a:xfrm>
            <a:off x="2402478" y="4064350"/>
            <a:ext cx="816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113" name="Google Shape;1113;g2dadbbe58d1_1_3"/>
          <p:cNvSpPr txBox="1"/>
          <p:nvPr/>
        </p:nvSpPr>
        <p:spPr>
          <a:xfrm>
            <a:off x="3218603" y="4064350"/>
            <a:ext cx="1027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m</a:t>
            </a:r>
            <a:endParaRPr sz="8500" b="0" i="0" u="none" strike="noStrike" cap="none">
              <a:solidFill>
                <a:srgbClr val="2356AF"/>
              </a:solidFill>
              <a:latin typeface="Jost"/>
              <a:ea typeface="Jost"/>
              <a:cs typeface="Jost"/>
              <a:sym typeface="Jost"/>
            </a:endParaRPr>
          </a:p>
        </p:txBody>
      </p:sp>
      <p:sp>
        <p:nvSpPr>
          <p:cNvPr id="1114" name="Google Shape;1114;g2dadbbe58d1_1_3"/>
          <p:cNvSpPr txBox="1"/>
          <p:nvPr/>
        </p:nvSpPr>
        <p:spPr>
          <a:xfrm>
            <a:off x="6019826"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ED1C24"/>
              </a:solidFill>
              <a:latin typeface="Jost"/>
              <a:ea typeface="Jost"/>
              <a:cs typeface="Jost"/>
              <a:sym typeface="Jost"/>
            </a:endParaRPr>
          </a:p>
        </p:txBody>
      </p:sp>
      <p:sp>
        <p:nvSpPr>
          <p:cNvPr id="1115" name="Google Shape;1115;g2dadbbe58d1_1_3"/>
          <p:cNvSpPr txBox="1"/>
          <p:nvPr/>
        </p:nvSpPr>
        <p:spPr>
          <a:xfrm>
            <a:off x="4234914"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
        <p:nvSpPr>
          <p:cNvPr id="1116" name="Google Shape;1116;g2dadbbe58d1_1_3"/>
          <p:cNvSpPr txBox="1"/>
          <p:nvPr/>
        </p:nvSpPr>
        <p:spPr>
          <a:xfrm>
            <a:off x="5200423"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y</a:t>
            </a:r>
            <a:endParaRPr sz="8500" b="0" i="0" u="none" strike="noStrike" cap="none">
              <a:solidFill>
                <a:srgbClr val="815137"/>
              </a:solidFill>
              <a:latin typeface="Jost"/>
              <a:ea typeface="Jost"/>
              <a:cs typeface="Jost"/>
              <a:sym typeface="Jost"/>
            </a:endParaRPr>
          </a:p>
        </p:txBody>
      </p:sp>
      <p:sp>
        <p:nvSpPr>
          <p:cNvPr id="1117" name="Google Shape;1117;g2dadbbe58d1_1_3"/>
          <p:cNvSpPr txBox="1"/>
          <p:nvPr/>
        </p:nvSpPr>
        <p:spPr>
          <a:xfrm>
            <a:off x="7631078"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endParaRPr sz="8500" b="0" i="0" u="none" strike="noStrike" cap="none">
              <a:solidFill>
                <a:srgbClr val="2356AF"/>
              </a:solidFill>
              <a:latin typeface="Jost"/>
              <a:ea typeface="Jost"/>
              <a:cs typeface="Jost"/>
              <a:sym typeface="Jost"/>
            </a:endParaRPr>
          </a:p>
        </p:txBody>
      </p:sp>
      <p:sp>
        <p:nvSpPr>
          <p:cNvPr id="1118" name="Google Shape;1118;g2dadbbe58d1_1_3"/>
          <p:cNvSpPr txBox="1"/>
          <p:nvPr/>
        </p:nvSpPr>
        <p:spPr>
          <a:xfrm>
            <a:off x="866950" y="4064350"/>
            <a:ext cx="878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g</a:t>
            </a:r>
            <a:endParaRPr sz="8500" b="0" i="0" u="none" strike="noStrike" cap="none">
              <a:solidFill>
                <a:srgbClr val="2356AF"/>
              </a:solidFill>
              <a:latin typeface="Jost"/>
              <a:ea typeface="Jost"/>
              <a:cs typeface="Jost"/>
              <a:sym typeface="Jost"/>
            </a:endParaRPr>
          </a:p>
        </p:txBody>
      </p:sp>
      <p:sp>
        <p:nvSpPr>
          <p:cNvPr id="1119" name="Google Shape;1119;g2dadbbe58d1_1_3"/>
          <p:cNvSpPr txBox="1"/>
          <p:nvPr/>
        </p:nvSpPr>
        <p:spPr>
          <a:xfrm>
            <a:off x="1745180" y="4064350"/>
            <a:ext cx="620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24"/>
        <p:cNvGrpSpPr/>
        <p:nvPr/>
      </p:nvGrpSpPr>
      <p:grpSpPr>
        <a:xfrm>
          <a:off x="0" y="0"/>
          <a:ext cx="0" cy="0"/>
          <a:chOff x="0" y="0"/>
          <a:chExt cx="0" cy="0"/>
        </a:xfrm>
      </p:grpSpPr>
      <p:grpSp>
        <p:nvGrpSpPr>
          <p:cNvPr id="1125" name="Google Shape;1125;g274c77bcda0_0_118"/>
          <p:cNvGrpSpPr/>
          <p:nvPr/>
        </p:nvGrpSpPr>
        <p:grpSpPr>
          <a:xfrm>
            <a:off x="866747" y="3614075"/>
            <a:ext cx="7410506" cy="1851900"/>
            <a:chOff x="866747" y="3614075"/>
            <a:chExt cx="7410506" cy="1851900"/>
          </a:xfrm>
        </p:grpSpPr>
        <p:sp>
          <p:nvSpPr>
            <p:cNvPr id="1126" name="Google Shape;1126;g274c77bcda0_0_118"/>
            <p:cNvSpPr/>
            <p:nvPr/>
          </p:nvSpPr>
          <p:spPr>
            <a:xfrm flipH="1">
              <a:off x="866953" y="3629300"/>
              <a:ext cx="7410300" cy="1828800"/>
            </a:xfrm>
            <a:prstGeom prst="roundRect">
              <a:avLst>
                <a:gd name="adj" fmla="val 5599"/>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27" name="Google Shape;1127;g274c77bcda0_0_118"/>
            <p:cNvGrpSpPr/>
            <p:nvPr/>
          </p:nvGrpSpPr>
          <p:grpSpPr>
            <a:xfrm flipH="1">
              <a:off x="866747" y="4063875"/>
              <a:ext cx="7410473" cy="1170725"/>
              <a:chOff x="1181250" y="4063875"/>
              <a:chExt cx="6781800" cy="1170725"/>
            </a:xfrm>
          </p:grpSpPr>
          <p:cxnSp>
            <p:nvCxnSpPr>
              <p:cNvPr id="1128" name="Google Shape;1128;g274c77bcda0_0_118"/>
              <p:cNvCxnSpPr/>
              <p:nvPr/>
            </p:nvCxnSpPr>
            <p:spPr>
              <a:xfrm>
                <a:off x="1181250" y="436772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29" name="Google Shape;1129;g274c77bcda0_0_118"/>
              <p:cNvCxnSpPr/>
              <p:nvPr/>
            </p:nvCxnSpPr>
            <p:spPr>
              <a:xfrm>
                <a:off x="1181250" y="4063875"/>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30" name="Google Shape;1130;g274c77bcda0_0_118"/>
              <p:cNvCxnSpPr/>
              <p:nvPr/>
            </p:nvCxnSpPr>
            <p:spPr>
              <a:xfrm>
                <a:off x="1181250" y="4971261"/>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31" name="Google Shape;1131;g274c77bcda0_0_118"/>
              <p:cNvCxnSpPr/>
              <p:nvPr/>
            </p:nvCxnSpPr>
            <p:spPr>
              <a:xfrm>
                <a:off x="1181250" y="5234600"/>
                <a:ext cx="6781800" cy="0"/>
              </a:xfrm>
              <a:prstGeom prst="straightConnector1">
                <a:avLst/>
              </a:prstGeom>
              <a:noFill/>
              <a:ln w="28575" cap="flat" cmpd="sng">
                <a:solidFill>
                  <a:srgbClr val="C2EDFF"/>
                </a:solidFill>
                <a:prstDash val="lgDash"/>
                <a:miter lim="800000"/>
                <a:headEnd type="none" w="sm" len="sm"/>
                <a:tailEnd type="none" w="sm" len="sm"/>
              </a:ln>
            </p:spPr>
          </p:cxnSp>
        </p:grpSp>
        <p:cxnSp>
          <p:nvCxnSpPr>
            <p:cNvPr id="1132" name="Google Shape;1132;g274c77bcda0_0_118"/>
            <p:cNvCxnSpPr/>
            <p:nvPr/>
          </p:nvCxnSpPr>
          <p:spPr>
            <a:xfrm rot="10800000">
              <a:off x="3220803" y="3614075"/>
              <a:ext cx="0" cy="1851900"/>
            </a:xfrm>
            <a:prstGeom prst="straightConnector1">
              <a:avLst/>
            </a:prstGeom>
            <a:noFill/>
            <a:ln w="28575" cap="flat" cmpd="sng">
              <a:solidFill>
                <a:srgbClr val="C2EDFF"/>
              </a:solidFill>
              <a:prstDash val="dash"/>
              <a:miter lim="800000"/>
              <a:headEnd type="none" w="sm" len="sm"/>
              <a:tailEnd type="none" w="sm" len="sm"/>
            </a:ln>
          </p:spPr>
        </p:cxnSp>
        <p:grpSp>
          <p:nvGrpSpPr>
            <p:cNvPr id="1133" name="Google Shape;1133;g274c77bcda0_0_118"/>
            <p:cNvGrpSpPr/>
            <p:nvPr/>
          </p:nvGrpSpPr>
          <p:grpSpPr>
            <a:xfrm flipH="1">
              <a:off x="4948920" y="3629300"/>
              <a:ext cx="3328333" cy="1828800"/>
              <a:chOff x="350692" y="3631675"/>
              <a:chExt cx="3328333" cy="1828800"/>
            </a:xfrm>
          </p:grpSpPr>
          <p:sp>
            <p:nvSpPr>
              <p:cNvPr id="1134" name="Google Shape;1134;g274c77bcda0_0_118"/>
              <p:cNvSpPr/>
              <p:nvPr/>
            </p:nvSpPr>
            <p:spPr>
              <a:xfrm rot="-5400000">
                <a:off x="1027642" y="2954725"/>
                <a:ext cx="1828800" cy="3182700"/>
              </a:xfrm>
              <a:prstGeom prst="round2SameRect">
                <a:avLst>
                  <a:gd name="adj1" fmla="val 5964"/>
                  <a:gd name="adj2" fmla="val 0"/>
                </a:avLst>
              </a:prstGeom>
              <a:noFill/>
              <a:ln w="38100" cap="flat" cmpd="sng">
                <a:solidFill>
                  <a:srgbClr val="C2ED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135" name="Google Shape;1135;g274c77bcda0_0_118"/>
              <p:cNvGrpSpPr/>
              <p:nvPr/>
            </p:nvGrpSpPr>
            <p:grpSpPr>
              <a:xfrm>
                <a:off x="3415325" y="4484375"/>
                <a:ext cx="263700" cy="263700"/>
                <a:chOff x="3415325" y="4484375"/>
                <a:chExt cx="263700" cy="263700"/>
              </a:xfrm>
            </p:grpSpPr>
            <p:sp>
              <p:nvSpPr>
                <p:cNvPr id="1136" name="Google Shape;1136;g274c77bcda0_0_118"/>
                <p:cNvSpPr/>
                <p:nvPr/>
              </p:nvSpPr>
              <p:spPr>
                <a:xfrm>
                  <a:off x="3415325" y="4484375"/>
                  <a:ext cx="263700" cy="263700"/>
                </a:xfrm>
                <a:prstGeom prst="ellipse">
                  <a:avLst/>
                </a:prstGeom>
                <a:solidFill>
                  <a:srgbClr val="8ED8F8"/>
                </a:solid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FFFFFF"/>
                    </a:solidFill>
                    <a:latin typeface="Poppins"/>
                    <a:ea typeface="Poppins"/>
                    <a:cs typeface="Poppins"/>
                    <a:sym typeface="Poppins"/>
                  </a:endParaRPr>
                </a:p>
              </p:txBody>
            </p:sp>
            <p:sp>
              <p:nvSpPr>
                <p:cNvPr id="1137" name="Google Shape;1137;g274c77bcda0_0_118"/>
                <p:cNvSpPr/>
                <p:nvPr/>
              </p:nvSpPr>
              <p:spPr>
                <a:xfrm>
                  <a:off x="3467075" y="4536125"/>
                  <a:ext cx="160200" cy="160200"/>
                </a:xfrm>
                <a:prstGeom prst="mathPlus">
                  <a:avLst>
                    <a:gd name="adj1" fmla="val 23520"/>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cxnSp>
          <p:nvCxnSpPr>
            <p:cNvPr id="1138" name="Google Shape;1138;g274c77bcda0_0_118"/>
            <p:cNvCxnSpPr/>
            <p:nvPr/>
          </p:nvCxnSpPr>
          <p:spPr>
            <a:xfrm rot="10800000">
              <a:off x="4246203"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39" name="Google Shape;1139;g274c77bcda0_0_118"/>
            <p:cNvCxnSpPr/>
            <p:nvPr/>
          </p:nvCxnSpPr>
          <p:spPr>
            <a:xfrm rot="10800000">
              <a:off x="6747214"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40" name="Google Shape;1140;g274c77bcda0_0_118"/>
            <p:cNvCxnSpPr/>
            <p:nvPr/>
          </p:nvCxnSpPr>
          <p:spPr>
            <a:xfrm rot="10800000">
              <a:off x="5981619"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41" name="Google Shape;1141;g274c77bcda0_0_118"/>
            <p:cNvCxnSpPr/>
            <p:nvPr/>
          </p:nvCxnSpPr>
          <p:spPr>
            <a:xfrm rot="10800000">
              <a:off x="7512810"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42" name="Google Shape;1142;g274c77bcda0_0_118"/>
            <p:cNvCxnSpPr/>
            <p:nvPr/>
          </p:nvCxnSpPr>
          <p:spPr>
            <a:xfrm rot="10800000">
              <a:off x="2365778" y="3614075"/>
              <a:ext cx="0" cy="1851900"/>
            </a:xfrm>
            <a:prstGeom prst="straightConnector1">
              <a:avLst/>
            </a:prstGeom>
            <a:noFill/>
            <a:ln w="28575" cap="flat" cmpd="sng">
              <a:solidFill>
                <a:srgbClr val="C2EDFF"/>
              </a:solidFill>
              <a:prstDash val="dash"/>
              <a:miter lim="800000"/>
              <a:headEnd type="none" w="sm" len="sm"/>
              <a:tailEnd type="none" w="sm" len="sm"/>
            </a:ln>
          </p:spPr>
        </p:cxnSp>
        <p:cxnSp>
          <p:nvCxnSpPr>
            <p:cNvPr id="1143" name="Google Shape;1143;g274c77bcda0_0_118"/>
            <p:cNvCxnSpPr/>
            <p:nvPr/>
          </p:nvCxnSpPr>
          <p:spPr>
            <a:xfrm rot="10800000">
              <a:off x="1745180" y="3614075"/>
              <a:ext cx="0" cy="1851900"/>
            </a:xfrm>
            <a:prstGeom prst="straightConnector1">
              <a:avLst/>
            </a:prstGeom>
            <a:noFill/>
            <a:ln w="28575" cap="flat" cmpd="sng">
              <a:solidFill>
                <a:srgbClr val="C2EDFF"/>
              </a:solidFill>
              <a:prstDash val="dash"/>
              <a:miter lim="800000"/>
              <a:headEnd type="none" w="sm" len="sm"/>
              <a:tailEnd type="none" w="sm" len="sm"/>
            </a:ln>
          </p:spPr>
        </p:cxnSp>
      </p:grpSp>
      <p:sp>
        <p:nvSpPr>
          <p:cNvPr id="1144" name="Google Shape;1144;g274c77bcda0_0_11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A PHONEME FRAME</a:t>
            </a:r>
            <a:endParaRPr/>
          </a:p>
        </p:txBody>
      </p:sp>
      <p:sp>
        <p:nvSpPr>
          <p:cNvPr id="1145" name="Google Shape;1145;g274c77bcda0_0_11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Adding Affixes</a:t>
            </a:r>
            <a:endParaRPr/>
          </a:p>
        </p:txBody>
      </p:sp>
      <p:pic>
        <p:nvPicPr>
          <p:cNvPr id="1146" name="Google Shape;1146;g274c77bcda0_0_118"/>
          <p:cNvPicPr preferRelativeResize="0"/>
          <p:nvPr/>
        </p:nvPicPr>
        <p:blipFill rotWithShape="1">
          <a:blip r:embed="rId3">
            <a:alphaModFix/>
          </a:blip>
          <a:srcRect l="35349" r="35352"/>
          <a:stretch/>
        </p:blipFill>
        <p:spPr>
          <a:xfrm>
            <a:off x="3243175" y="693900"/>
            <a:ext cx="2352850" cy="2535575"/>
          </a:xfrm>
          <a:prstGeom prst="rect">
            <a:avLst/>
          </a:prstGeom>
          <a:noFill/>
          <a:ln>
            <a:noFill/>
          </a:ln>
        </p:spPr>
      </p:pic>
      <p:cxnSp>
        <p:nvCxnSpPr>
          <p:cNvPr id="1147" name="Google Shape;1147;g274c77bcda0_0_118"/>
          <p:cNvCxnSpPr/>
          <p:nvPr/>
        </p:nvCxnSpPr>
        <p:spPr>
          <a:xfrm>
            <a:off x="1181100" y="33437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48" name="Google Shape;1148;g274c77bcda0_0_118"/>
          <p:cNvSpPr txBox="1"/>
          <p:nvPr/>
        </p:nvSpPr>
        <p:spPr>
          <a:xfrm>
            <a:off x="6777728"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s</a:t>
            </a:r>
            <a:endParaRPr sz="8500" b="0" i="0" u="none" strike="noStrike" cap="none">
              <a:solidFill>
                <a:srgbClr val="2356AF"/>
              </a:solidFill>
              <a:latin typeface="Jost"/>
              <a:ea typeface="Jost"/>
              <a:cs typeface="Jost"/>
              <a:sym typeface="Jost"/>
            </a:endParaRPr>
          </a:p>
        </p:txBody>
      </p:sp>
      <p:sp>
        <p:nvSpPr>
          <p:cNvPr id="1149" name="Google Shape;1149;g274c77bcda0_0_118"/>
          <p:cNvSpPr txBox="1"/>
          <p:nvPr/>
        </p:nvSpPr>
        <p:spPr>
          <a:xfrm>
            <a:off x="2402478" y="4064350"/>
            <a:ext cx="8160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u</a:t>
            </a:r>
            <a:endParaRPr sz="8500" b="0" i="0" u="none" strike="noStrike" cap="none">
              <a:solidFill>
                <a:srgbClr val="ED1C24"/>
              </a:solidFill>
              <a:latin typeface="Jost"/>
              <a:ea typeface="Jost"/>
              <a:cs typeface="Jost"/>
              <a:sym typeface="Jost"/>
            </a:endParaRPr>
          </a:p>
        </p:txBody>
      </p:sp>
      <p:sp>
        <p:nvSpPr>
          <p:cNvPr id="1150" name="Google Shape;1150;g274c77bcda0_0_118"/>
          <p:cNvSpPr txBox="1"/>
          <p:nvPr/>
        </p:nvSpPr>
        <p:spPr>
          <a:xfrm>
            <a:off x="3218603" y="4064350"/>
            <a:ext cx="1027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m</a:t>
            </a:r>
            <a:endParaRPr sz="8500" b="0" i="0" u="none" strike="noStrike" cap="none">
              <a:solidFill>
                <a:srgbClr val="2356AF"/>
              </a:solidFill>
              <a:latin typeface="Jost"/>
              <a:ea typeface="Jost"/>
              <a:cs typeface="Jost"/>
              <a:sym typeface="Jost"/>
            </a:endParaRPr>
          </a:p>
        </p:txBody>
      </p:sp>
      <p:sp>
        <p:nvSpPr>
          <p:cNvPr id="1151" name="Google Shape;1151;g274c77bcda0_0_118"/>
          <p:cNvSpPr txBox="1"/>
          <p:nvPr/>
        </p:nvSpPr>
        <p:spPr>
          <a:xfrm>
            <a:off x="6019826" y="4064350"/>
            <a:ext cx="7155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ED1C24"/>
                </a:solidFill>
                <a:latin typeface="Jost"/>
                <a:ea typeface="Jost"/>
                <a:cs typeface="Jost"/>
                <a:sym typeface="Jost"/>
              </a:rPr>
              <a:t>e</a:t>
            </a:r>
            <a:endParaRPr sz="8500" b="0" i="0" u="none" strike="noStrike" cap="none">
              <a:solidFill>
                <a:srgbClr val="ED1C24"/>
              </a:solidFill>
              <a:latin typeface="Jost"/>
              <a:ea typeface="Jost"/>
              <a:cs typeface="Jost"/>
              <a:sym typeface="Jost"/>
            </a:endParaRPr>
          </a:p>
        </p:txBody>
      </p:sp>
      <p:sp>
        <p:nvSpPr>
          <p:cNvPr id="1152" name="Google Shape;1152;g274c77bcda0_0_118"/>
          <p:cNvSpPr txBox="1"/>
          <p:nvPr/>
        </p:nvSpPr>
        <p:spPr>
          <a:xfrm>
            <a:off x="4234914"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p</a:t>
            </a:r>
            <a:endParaRPr sz="8500" b="0" i="0" u="none" strike="noStrike" cap="none">
              <a:solidFill>
                <a:srgbClr val="2356AF"/>
              </a:solidFill>
              <a:latin typeface="Jost"/>
              <a:ea typeface="Jost"/>
              <a:cs typeface="Jost"/>
              <a:sym typeface="Jost"/>
            </a:endParaRPr>
          </a:p>
        </p:txBody>
      </p:sp>
      <p:sp>
        <p:nvSpPr>
          <p:cNvPr id="1153" name="Google Shape;1153;g274c77bcda0_0_118"/>
          <p:cNvSpPr txBox="1"/>
          <p:nvPr/>
        </p:nvSpPr>
        <p:spPr>
          <a:xfrm>
            <a:off x="5200423" y="4064350"/>
            <a:ext cx="7686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815137"/>
                </a:solidFill>
                <a:latin typeface="Jost"/>
                <a:ea typeface="Jost"/>
                <a:cs typeface="Jost"/>
                <a:sym typeface="Jost"/>
              </a:rPr>
              <a:t>i</a:t>
            </a:r>
            <a:endParaRPr sz="8500" b="0" i="0" u="none" strike="noStrike" cap="none">
              <a:solidFill>
                <a:srgbClr val="815137"/>
              </a:solidFill>
              <a:latin typeface="Jost"/>
              <a:ea typeface="Jost"/>
              <a:cs typeface="Jost"/>
              <a:sym typeface="Jost"/>
            </a:endParaRPr>
          </a:p>
        </p:txBody>
      </p:sp>
      <p:sp>
        <p:nvSpPr>
          <p:cNvPr id="1154" name="Google Shape;1154;g274c77bcda0_0_118"/>
          <p:cNvSpPr txBox="1"/>
          <p:nvPr/>
        </p:nvSpPr>
        <p:spPr>
          <a:xfrm>
            <a:off x="7631078" y="4064350"/>
            <a:ext cx="5772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t</a:t>
            </a:r>
            <a:endParaRPr sz="8500" b="0" i="0" u="none" strike="noStrike" cap="none">
              <a:solidFill>
                <a:srgbClr val="2356AF"/>
              </a:solidFill>
              <a:latin typeface="Jost"/>
              <a:ea typeface="Jost"/>
              <a:cs typeface="Jost"/>
              <a:sym typeface="Jost"/>
            </a:endParaRPr>
          </a:p>
        </p:txBody>
      </p:sp>
      <p:sp>
        <p:nvSpPr>
          <p:cNvPr id="1155" name="Google Shape;1155;g274c77bcda0_0_118"/>
          <p:cNvSpPr txBox="1"/>
          <p:nvPr/>
        </p:nvSpPr>
        <p:spPr>
          <a:xfrm>
            <a:off x="866950" y="4064350"/>
            <a:ext cx="8781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g</a:t>
            </a:r>
            <a:endParaRPr sz="8500" b="0" i="0" u="none" strike="noStrike" cap="none">
              <a:solidFill>
                <a:srgbClr val="2356AF"/>
              </a:solidFill>
              <a:latin typeface="Jost"/>
              <a:ea typeface="Jost"/>
              <a:cs typeface="Jost"/>
              <a:sym typeface="Jost"/>
            </a:endParaRPr>
          </a:p>
        </p:txBody>
      </p:sp>
      <p:sp>
        <p:nvSpPr>
          <p:cNvPr id="1156" name="Google Shape;1156;g274c77bcda0_0_118"/>
          <p:cNvSpPr txBox="1"/>
          <p:nvPr/>
        </p:nvSpPr>
        <p:spPr>
          <a:xfrm>
            <a:off x="1745180" y="4064350"/>
            <a:ext cx="620700" cy="906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8500" b="0" i="0" u="none" strike="noStrike" cap="none">
                <a:solidFill>
                  <a:srgbClr val="2356AF"/>
                </a:solidFill>
                <a:latin typeface="Jost"/>
                <a:ea typeface="Jost"/>
                <a:cs typeface="Jost"/>
                <a:sym typeface="Jost"/>
              </a:rPr>
              <a:t>r</a:t>
            </a:r>
            <a:endParaRPr sz="8500" b="0" i="0" u="none" strike="noStrike" cap="none">
              <a:solidFill>
                <a:srgbClr val="2356AF"/>
              </a:solidFill>
              <a:latin typeface="Jost"/>
              <a:ea typeface="Jost"/>
              <a:cs typeface="Jost"/>
              <a:sym typeface="Jos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61"/>
        <p:cNvGrpSpPr/>
        <p:nvPr/>
      </p:nvGrpSpPr>
      <p:grpSpPr>
        <a:xfrm>
          <a:off x="0" y="0"/>
          <a:ext cx="0" cy="0"/>
          <a:chOff x="0" y="0"/>
          <a:chExt cx="0" cy="0"/>
        </a:xfrm>
      </p:grpSpPr>
      <p:sp>
        <p:nvSpPr>
          <p:cNvPr id="1162" name="Google Shape;1162;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163" name="Google Shape;1163;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164" name="Google Shape;1164;g1f3daf8a844_0_64"/>
          <p:cNvGrpSpPr/>
          <p:nvPr/>
        </p:nvGrpSpPr>
        <p:grpSpPr>
          <a:xfrm>
            <a:off x="3024000" y="209875"/>
            <a:ext cx="3096000" cy="454800"/>
            <a:chOff x="3024000" y="209875"/>
            <a:chExt cx="3096000" cy="454800"/>
          </a:xfrm>
        </p:grpSpPr>
        <p:sp>
          <p:nvSpPr>
            <p:cNvPr id="1165" name="Google Shape;1165;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6" name="Google Shape;1166;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167" name="Google Shape;1167;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168" name="Google Shape;1168;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69" name="Google Shape;1169;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70" name="Google Shape;1170;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71" name="Google Shape;1171;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72" name="Google Shape;1172;g1f3daf8a844_0_64"/>
          <p:cNvSpPr txBox="1"/>
          <p:nvPr/>
        </p:nvSpPr>
        <p:spPr>
          <a:xfrm>
            <a:off x="5792506"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73" name="Google Shape;1173;g1f3daf8a844_0_64"/>
          <p:cNvSpPr txBox="1"/>
          <p:nvPr/>
        </p:nvSpPr>
        <p:spPr>
          <a:xfrm>
            <a:off x="1181100"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174" name="Google Shape;1174;g1f3daf8a844_0_64"/>
          <p:cNvSpPr txBox="1"/>
          <p:nvPr/>
        </p:nvSpPr>
        <p:spPr>
          <a:xfrm>
            <a:off x="4639654"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75" name="Google Shape;1175;g1f3daf8a844_0_64"/>
          <p:cNvSpPr txBox="1"/>
          <p:nvPr/>
        </p:nvSpPr>
        <p:spPr>
          <a:xfrm>
            <a:off x="6945355"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176" name="Google Shape;1176;g1f3daf8a844_0_64"/>
          <p:cNvSpPr txBox="1"/>
          <p:nvPr/>
        </p:nvSpPr>
        <p:spPr>
          <a:xfrm>
            <a:off x="2333951"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177" name="Google Shape;1177;g1f3daf8a844_0_64"/>
          <p:cNvSpPr txBox="1"/>
          <p:nvPr/>
        </p:nvSpPr>
        <p:spPr>
          <a:xfrm>
            <a:off x="5792506"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78" name="Google Shape;1178;g1f3daf8a844_0_64"/>
          <p:cNvSpPr txBox="1"/>
          <p:nvPr/>
        </p:nvSpPr>
        <p:spPr>
          <a:xfrm>
            <a:off x="1181100"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79" name="Google Shape;1179;g1f3daf8a844_0_64"/>
          <p:cNvSpPr txBox="1"/>
          <p:nvPr/>
        </p:nvSpPr>
        <p:spPr>
          <a:xfrm>
            <a:off x="3486803"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80" name="Google Shape;1180;g1f3daf8a844_0_64"/>
          <p:cNvSpPr txBox="1"/>
          <p:nvPr/>
        </p:nvSpPr>
        <p:spPr>
          <a:xfrm>
            <a:off x="4639654"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181" name="Google Shape;1181;g1f3daf8a844_0_64"/>
          <p:cNvSpPr txBox="1"/>
          <p:nvPr/>
        </p:nvSpPr>
        <p:spPr>
          <a:xfrm>
            <a:off x="3486803"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182" name="Google Shape;1182;g1f3daf8a844_0_64"/>
          <p:cNvSpPr txBox="1"/>
          <p:nvPr/>
        </p:nvSpPr>
        <p:spPr>
          <a:xfrm>
            <a:off x="6945355"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83" name="Google Shape;1183;g1f3daf8a844_0_64"/>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4" name="Google Shape;1184;g1f3daf8a844_0_64"/>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5" name="Google Shape;1185;g1f3daf8a844_0_64"/>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6" name="Google Shape;1186;g1f3daf8a844_0_64"/>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7" name="Google Shape;1187;g1f3daf8a844_0_64"/>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88" name="Google Shape;1188;g1f3daf8a844_0_64"/>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89" name="Google Shape;1189;g1f3daf8a844_0_64"/>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0" name="Google Shape;1190;g1f3daf8a844_0_64"/>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191" name="Google Shape;1191;g1f3daf8a844_0_64"/>
          <p:cNvGrpSpPr/>
          <p:nvPr/>
        </p:nvGrpSpPr>
        <p:grpSpPr>
          <a:xfrm>
            <a:off x="-550" y="6984600"/>
            <a:ext cx="8596479" cy="808600"/>
            <a:chOff x="-550" y="6984600"/>
            <a:chExt cx="8596479" cy="808600"/>
          </a:xfrm>
        </p:grpSpPr>
        <p:sp>
          <p:nvSpPr>
            <p:cNvPr id="1192" name="Google Shape;1192;g1f3daf8a844_0_64"/>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193" name="Google Shape;1193;g1f3daf8a844_0_64"/>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194" name="Google Shape;1194;g1f3daf8a844_0_64"/>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195" name="Google Shape;1195;g1f3daf8a844_0_64"/>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196" name="Google Shape;1196;g1f3daf8a844_0_64"/>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197" name="Google Shape;1197;g1f3daf8a844_0_64"/>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198" name="Google Shape;1198;g1f3daf8a844_0_64"/>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199" name="Google Shape;1199;g1f3daf8a844_0_64"/>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200" name="Google Shape;1200;g1f3daf8a844_0_64"/>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201" name="Google Shape;1201;g1f3daf8a844_0_64"/>
          <p:cNvSpPr txBox="1"/>
          <p:nvPr/>
        </p:nvSpPr>
        <p:spPr>
          <a:xfrm>
            <a:off x="2879601" y="24120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02" name="Google Shape;1202;g1f3daf8a844_0_64"/>
          <p:cNvSpPr txBox="1"/>
          <p:nvPr/>
        </p:nvSpPr>
        <p:spPr>
          <a:xfrm>
            <a:off x="5347556" y="24120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203" name="Google Shape;1203;g1f3daf8a844_0_64"/>
          <p:cNvSpPr txBox="1"/>
          <p:nvPr/>
        </p:nvSpPr>
        <p:spPr>
          <a:xfrm>
            <a:off x="3803848" y="2412075"/>
            <a:ext cx="1553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rgbClr val="F7941D"/>
              </a:solidFill>
              <a:latin typeface="Jost"/>
              <a:ea typeface="Jost"/>
              <a:cs typeface="Jost"/>
              <a:sym typeface="Jost"/>
            </a:endParaRPr>
          </a:p>
        </p:txBody>
      </p:sp>
      <p:cxnSp>
        <p:nvCxnSpPr>
          <p:cNvPr id="1204" name="Google Shape;1204;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05" name="Google Shape;1205;g1f3daf8a844_0_64"/>
          <p:cNvSpPr txBox="1"/>
          <p:nvPr/>
        </p:nvSpPr>
        <p:spPr>
          <a:xfrm>
            <a:off x="2318167" y="783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ED1C24"/>
                </a:solidFill>
                <a:latin typeface="Poppins"/>
                <a:ea typeface="Poppins"/>
                <a:cs typeface="Poppins"/>
                <a:sym typeface="Poppins"/>
              </a:rPr>
              <a:t>a</a:t>
            </a:r>
            <a:endParaRPr sz="4500" b="0" i="0" u="none" strike="noStrike" cap="none">
              <a:solidFill>
                <a:srgbClr val="ED1C24"/>
              </a:solidFill>
              <a:latin typeface="Poppins"/>
              <a:ea typeface="Poppins"/>
              <a:cs typeface="Poppins"/>
              <a:sym typeface="Poppi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10"/>
        <p:cNvGrpSpPr/>
        <p:nvPr/>
      </p:nvGrpSpPr>
      <p:grpSpPr>
        <a:xfrm>
          <a:off x="0" y="0"/>
          <a:ext cx="0" cy="0"/>
          <a:chOff x="0" y="0"/>
          <a:chExt cx="0" cy="0"/>
        </a:xfrm>
      </p:grpSpPr>
      <p:sp>
        <p:nvSpPr>
          <p:cNvPr id="1211" name="Google Shape;1211;g273c6d159b6_0_9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212" name="Google Shape;1212;g273c6d159b6_0_9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213" name="Google Shape;1213;g273c6d159b6_0_95"/>
          <p:cNvGrpSpPr/>
          <p:nvPr/>
        </p:nvGrpSpPr>
        <p:grpSpPr>
          <a:xfrm>
            <a:off x="3024000" y="209875"/>
            <a:ext cx="3096000" cy="454800"/>
            <a:chOff x="3024000" y="209875"/>
            <a:chExt cx="3096000" cy="454800"/>
          </a:xfrm>
        </p:grpSpPr>
        <p:sp>
          <p:nvSpPr>
            <p:cNvPr id="1214" name="Google Shape;1214;g273c6d159b6_0_95"/>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5" name="Google Shape;1215;g273c6d159b6_0_95"/>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216" name="Google Shape;1216;g273c6d159b6_0_95"/>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217" name="Google Shape;1217;g273c6d159b6_0_95"/>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h</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ppiest grumpiest loneliest </a:t>
            </a:r>
            <a:endParaRPr sz="1800" b="0" i="0" u="none" strike="noStrike" cap="none">
              <a:solidFill>
                <a:srgbClr val="B7B7B7"/>
              </a:solidFill>
              <a:latin typeface="Jost"/>
              <a:ea typeface="Jost"/>
              <a:cs typeface="Jost"/>
              <a:sym typeface="Jost"/>
            </a:endParaRPr>
          </a:p>
        </p:txBody>
      </p:sp>
      <p:cxnSp>
        <p:nvCxnSpPr>
          <p:cNvPr id="1218" name="Google Shape;1218;g273c6d159b6_0_95"/>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219" name="Google Shape;1219;g273c6d159b6_0_95"/>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20" name="Google Shape;1220;g273c6d159b6_0_95"/>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221" name="Google Shape;1221;g273c6d159b6_0_95"/>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222" name="Google Shape;1222;g273c6d159b6_0_95"/>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223" name="Google Shape;1223;g273c6d159b6_0_95"/>
          <p:cNvSpPr txBox="1"/>
          <p:nvPr/>
        </p:nvSpPr>
        <p:spPr>
          <a:xfrm>
            <a:off x="5792506"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224" name="Google Shape;1224;g273c6d159b6_0_95"/>
          <p:cNvSpPr txBox="1"/>
          <p:nvPr/>
        </p:nvSpPr>
        <p:spPr>
          <a:xfrm>
            <a:off x="1181100"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h</a:t>
            </a:r>
            <a:endParaRPr sz="5500" b="0" i="0" u="none" strike="noStrike" cap="none">
              <a:solidFill>
                <a:srgbClr val="2356AF"/>
              </a:solidFill>
              <a:latin typeface="Jost"/>
              <a:ea typeface="Jost"/>
              <a:cs typeface="Jost"/>
              <a:sym typeface="Jost"/>
            </a:endParaRPr>
          </a:p>
        </p:txBody>
      </p:sp>
      <p:sp>
        <p:nvSpPr>
          <p:cNvPr id="1225" name="Google Shape;1225;g273c6d159b6_0_95"/>
          <p:cNvSpPr txBox="1"/>
          <p:nvPr/>
        </p:nvSpPr>
        <p:spPr>
          <a:xfrm>
            <a:off x="4639654"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cxnSp>
        <p:nvCxnSpPr>
          <p:cNvPr id="1226" name="Google Shape;1226;g273c6d159b6_0_95"/>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227" name="Google Shape;1227;g273c6d159b6_0_95"/>
          <p:cNvSpPr txBox="1"/>
          <p:nvPr/>
        </p:nvSpPr>
        <p:spPr>
          <a:xfrm>
            <a:off x="6945355"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1228" name="Google Shape;1228;g273c6d159b6_0_95"/>
          <p:cNvSpPr txBox="1"/>
          <p:nvPr/>
        </p:nvSpPr>
        <p:spPr>
          <a:xfrm>
            <a:off x="2333951"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1229" name="Google Shape;1229;g273c6d159b6_0_95"/>
          <p:cNvSpPr txBox="1"/>
          <p:nvPr/>
        </p:nvSpPr>
        <p:spPr>
          <a:xfrm>
            <a:off x="5792506"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230" name="Google Shape;1230;g273c6d159b6_0_95"/>
          <p:cNvSpPr txBox="1"/>
          <p:nvPr/>
        </p:nvSpPr>
        <p:spPr>
          <a:xfrm>
            <a:off x="1181100"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231" name="Google Shape;1231;g273c6d159b6_0_95"/>
          <p:cNvSpPr txBox="1"/>
          <p:nvPr/>
        </p:nvSpPr>
        <p:spPr>
          <a:xfrm>
            <a:off x="3486803"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232" name="Google Shape;1232;g273c6d159b6_0_95"/>
          <p:cNvSpPr txBox="1"/>
          <p:nvPr/>
        </p:nvSpPr>
        <p:spPr>
          <a:xfrm>
            <a:off x="4639654"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r</a:t>
            </a:r>
            <a:endParaRPr sz="5500" b="0" i="0" u="none" strike="noStrike" cap="none">
              <a:solidFill>
                <a:srgbClr val="2356AF"/>
              </a:solidFill>
              <a:latin typeface="Jost"/>
              <a:ea typeface="Jost"/>
              <a:cs typeface="Jost"/>
              <a:sym typeface="Jost"/>
            </a:endParaRPr>
          </a:p>
        </p:txBody>
      </p:sp>
      <p:sp>
        <p:nvSpPr>
          <p:cNvPr id="1233" name="Google Shape;1233;g273c6d159b6_0_95"/>
          <p:cNvSpPr txBox="1"/>
          <p:nvPr/>
        </p:nvSpPr>
        <p:spPr>
          <a:xfrm>
            <a:off x="3486803" y="7314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p</a:t>
            </a:r>
            <a:endParaRPr sz="5500" b="0" i="0" u="none" strike="noStrike" cap="none">
              <a:solidFill>
                <a:srgbClr val="2356AF"/>
              </a:solidFill>
              <a:latin typeface="Jost"/>
              <a:ea typeface="Jost"/>
              <a:cs typeface="Jost"/>
              <a:sym typeface="Jost"/>
            </a:endParaRPr>
          </a:p>
        </p:txBody>
      </p:sp>
      <p:sp>
        <p:nvSpPr>
          <p:cNvPr id="1234" name="Google Shape;1234;g273c6d159b6_0_95"/>
          <p:cNvSpPr txBox="1"/>
          <p:nvPr/>
        </p:nvSpPr>
        <p:spPr>
          <a:xfrm>
            <a:off x="6945355" y="15507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235" name="Google Shape;1235;g273c6d159b6_0_95"/>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36" name="Google Shape;1236;g273c6d159b6_0_95"/>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37" name="Google Shape;1237;g273c6d159b6_0_95"/>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38" name="Google Shape;1238;g273c6d159b6_0_95"/>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39" name="Google Shape;1239;g273c6d159b6_0_95"/>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0" name="Google Shape;1240;g273c6d159b6_0_95"/>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1" name="Google Shape;1241;g273c6d159b6_0_95"/>
          <p:cNvSpPr/>
          <p:nvPr/>
        </p:nvSpPr>
        <p:spPr>
          <a:xfrm>
            <a:off x="2350261" y="69776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2" name="Google Shape;1242;g273c6d159b6_0_95"/>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1243" name="Google Shape;1243;g273c6d159b6_0_95"/>
          <p:cNvGrpSpPr/>
          <p:nvPr/>
        </p:nvGrpSpPr>
        <p:grpSpPr>
          <a:xfrm>
            <a:off x="-550" y="6984600"/>
            <a:ext cx="8596479" cy="808600"/>
            <a:chOff x="-550" y="6984600"/>
            <a:chExt cx="8596479" cy="808600"/>
          </a:xfrm>
        </p:grpSpPr>
        <p:sp>
          <p:nvSpPr>
            <p:cNvPr id="1244" name="Google Shape;1244;g273c6d159b6_0_95"/>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1245" name="Google Shape;1245;g273c6d159b6_0_95"/>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1246" name="Google Shape;1246;g273c6d159b6_0_95"/>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1247" name="Google Shape;1247;g273c6d159b6_0_95"/>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1248" name="Google Shape;1248;g273c6d159b6_0_95"/>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1249" name="Google Shape;1249;g273c6d159b6_0_95"/>
            <p:cNvSpPr txBox="1"/>
            <p:nvPr/>
          </p:nvSpPr>
          <p:spPr>
            <a:xfrm>
              <a:off x="58594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1250" name="Google Shape;1250;g273c6d159b6_0_95"/>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1251" name="Google Shape;1251;g273c6d159b6_0_95"/>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1252" name="Google Shape;1252;g273c6d159b6_0_95"/>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grpSp>
      <p:sp>
        <p:nvSpPr>
          <p:cNvPr id="1253" name="Google Shape;1253;g273c6d159b6_0_95"/>
          <p:cNvSpPr txBox="1"/>
          <p:nvPr/>
        </p:nvSpPr>
        <p:spPr>
          <a:xfrm>
            <a:off x="2879601" y="24120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l</a:t>
            </a:r>
            <a:endParaRPr sz="5500" b="0" i="0" u="none" strike="noStrike" cap="none">
              <a:solidFill>
                <a:srgbClr val="2356AF"/>
              </a:solidFill>
              <a:latin typeface="Jost"/>
              <a:ea typeface="Jost"/>
              <a:cs typeface="Jost"/>
              <a:sym typeface="Jost"/>
            </a:endParaRPr>
          </a:p>
        </p:txBody>
      </p:sp>
      <p:sp>
        <p:nvSpPr>
          <p:cNvPr id="1254" name="Google Shape;1254;g273c6d159b6_0_95"/>
          <p:cNvSpPr txBox="1"/>
          <p:nvPr/>
        </p:nvSpPr>
        <p:spPr>
          <a:xfrm>
            <a:off x="5347556" y="24120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n</a:t>
            </a:r>
            <a:endParaRPr sz="5500" b="0" i="0" u="none" strike="noStrike" cap="none">
              <a:solidFill>
                <a:srgbClr val="FFD403"/>
              </a:solidFill>
              <a:latin typeface="Jost"/>
              <a:ea typeface="Jost"/>
              <a:cs typeface="Jost"/>
              <a:sym typeface="Jost"/>
            </a:endParaRPr>
          </a:p>
        </p:txBody>
      </p:sp>
      <p:sp>
        <p:nvSpPr>
          <p:cNvPr id="1255" name="Google Shape;1255;g273c6d159b6_0_95"/>
          <p:cNvSpPr txBox="1"/>
          <p:nvPr/>
        </p:nvSpPr>
        <p:spPr>
          <a:xfrm>
            <a:off x="3803848" y="2412075"/>
            <a:ext cx="15537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8000"/>
              <a:buFont typeface="Arial"/>
              <a:buNone/>
            </a:pPr>
            <a:r>
              <a:rPr lang="en-US" sz="5500" b="0" i="0" u="none" strike="noStrike" cap="none">
                <a:solidFill>
                  <a:srgbClr val="F7941D"/>
                </a:solidFill>
                <a:latin typeface="Jost"/>
                <a:ea typeface="Jost"/>
                <a:cs typeface="Jost"/>
                <a:sym typeface="Jost"/>
              </a:rPr>
              <a:t>o-e</a:t>
            </a:r>
            <a:endParaRPr sz="5500" b="0" i="0" u="none" strike="noStrike" cap="none">
              <a:solidFill>
                <a:schemeClr val="accent4"/>
              </a:solidFill>
              <a:latin typeface="Jost"/>
              <a:ea typeface="Jost"/>
              <a:cs typeface="Jost"/>
              <a:sym typeface="Jost"/>
            </a:endParaRPr>
          </a:p>
        </p:txBody>
      </p:sp>
      <p:sp>
        <p:nvSpPr>
          <p:cNvPr id="1256" name="Google Shape;1256;g273c6d159b6_0_95"/>
          <p:cNvSpPr txBox="1"/>
          <p:nvPr/>
        </p:nvSpPr>
        <p:spPr>
          <a:xfrm>
            <a:off x="2318167" y="7839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500" b="0" i="0" u="none" strike="noStrike" cap="none">
                <a:solidFill>
                  <a:srgbClr val="ED1C24"/>
                </a:solidFill>
                <a:latin typeface="Poppins"/>
                <a:ea typeface="Poppins"/>
                <a:cs typeface="Poppins"/>
                <a:sym typeface="Poppins"/>
              </a:rPr>
              <a:t>a</a:t>
            </a:r>
            <a:endParaRPr sz="4500" b="0" i="0" u="none" strike="noStrike" cap="none">
              <a:solidFill>
                <a:srgbClr val="ED1C24"/>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536</Words>
  <Application>Microsoft Office PowerPoint</Application>
  <PresentationFormat>On-screen Show (4:3)</PresentationFormat>
  <Paragraphs>200</Paragraphs>
  <Slides>21</Slides>
  <Notes>21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Jost</vt:lpstr>
      <vt:lpstr>Poppins</vt:lpstr>
      <vt:lpstr>Nunito Black</vt:lpstr>
      <vt:lpstr>Arial</vt:lpstr>
      <vt:lpstr>Poppins SemiBold</vt:lpstr>
      <vt:lpstr>Calibri</vt:lpstr>
      <vt:lpstr>Poppins Medium</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5 Common Exception Words today house mouse hour because Mr Mrs Ms where should could would move use want.</vt:lpstr>
      <vt:lpstr>Teach Suffix Rule</vt:lpstr>
      <vt:lpstr>Demonstrate Using Examples</vt:lpstr>
      <vt:lpstr>Demonstrate Using Examples</vt:lpstr>
      <vt:lpstr>Demonstrate Using Examples</vt:lpstr>
      <vt:lpstr>Explain Decoding</vt:lpstr>
      <vt:lpstr>Model Blending Phonemes</vt:lpstr>
      <vt:lpstr>Model Blending Phonemes</vt:lpstr>
      <vt:lpstr>Model Blending Phonemes</vt:lpstr>
      <vt:lpstr>Model Blending Phonemes</vt:lpstr>
      <vt:lpstr>Explain Encoding</vt:lpstr>
      <vt:lpstr>Practise Adding Affixes</vt:lpstr>
      <vt:lpstr>Practise Adding Affixes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2026-06-03T01:09:16Z</dcterms:modified>
</cp:coreProperties>
</file>