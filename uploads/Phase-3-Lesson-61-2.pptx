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Mulish"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gA7PFkNW+kX+9v/HHDxGKd5N/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413306-0A67-4E9E-A900-BB8A5C014DF3}">
  <a:tblStyle styleId="{56413306-0A67-4E9E-A900-BB8A5C014DF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d0c6663820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d0c6663820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d0c6663820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d0c666382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d0c666382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d0c666382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d0c6663820_0_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d0c6663820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d0c6663820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d0c6663820_0_1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d0c6663820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d0c6663820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d0c6663820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d0c6663820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d0c6663820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d0c6663820_0_2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d0c6663820_0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Use a phoneme frame to show the children how to build the word ‘armchair’ with letters</a:t>
            </a:r>
            <a:endParaRPr/>
          </a:p>
        </p:txBody>
      </p:sp>
      <p:sp>
        <p:nvSpPr>
          <p:cNvPr id="1063" name="Google Shape;1063;g2d0c6663820_0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64873"/>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6" name="Google Shape;46;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7" name="Google Shape;47;p15"/>
          <p:cNvCxnSpPr/>
          <p:nvPr/>
        </p:nvCxnSpPr>
        <p:spPr>
          <a:xfrm>
            <a:off x="865586" y="3535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5"/>
          <p:cNvGrpSpPr/>
          <p:nvPr/>
        </p:nvGrpSpPr>
        <p:grpSpPr>
          <a:xfrm>
            <a:off x="357775" y="5983875"/>
            <a:ext cx="586800" cy="571500"/>
            <a:chOff x="662575" y="6212475"/>
            <a:chExt cx="586800" cy="571500"/>
          </a:xfrm>
        </p:grpSpPr>
        <p:sp>
          <p:nvSpPr>
            <p:cNvPr id="50" name="Google Shape;50;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 name="Google Shape;53;p15"/>
          <p:cNvGrpSpPr/>
          <p:nvPr/>
        </p:nvGrpSpPr>
        <p:grpSpPr>
          <a:xfrm>
            <a:off x="8199150" y="5983875"/>
            <a:ext cx="586800" cy="571500"/>
            <a:chOff x="7894350" y="6212475"/>
            <a:chExt cx="586800" cy="571500"/>
          </a:xfrm>
        </p:grpSpPr>
        <p:sp>
          <p:nvSpPr>
            <p:cNvPr id="54" name="Google Shape;54;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190068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3" name="Google Shape;6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190068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1" name="Google Shape;9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Syllables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13 - Monday</a:t>
            </a:r>
            <a:endParaRPr sz="1800" b="0" i="0" u="none" strike="noStrike" cap="none">
              <a:solidFill>
                <a:srgbClr val="2F286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61</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190068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5" name="Google Shape;17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2" name="Google Shape;192;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7" name="Google Shape;22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9" name="Google Shape;22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0" name="Google Shape;23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1" name="Google Shape;23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3" name="Google Shape;23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4" name="Google Shape;23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5" name="Google Shape;23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6" name="Google Shape;23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7" name="Google Shape;23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8" name="Google Shape;23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0" name="Google Shape;24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1" name="Google Shape;24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2" name="Google Shape;242;g1f3daf8a844_0_32"/>
          <p:cNvGrpSpPr/>
          <p:nvPr/>
        </p:nvGrpSpPr>
        <p:grpSpPr>
          <a:xfrm>
            <a:off x="662575" y="6212475"/>
            <a:ext cx="586800" cy="571500"/>
            <a:chOff x="662575" y="6212475"/>
            <a:chExt cx="586800" cy="571500"/>
          </a:xfrm>
        </p:grpSpPr>
        <p:sp>
          <p:nvSpPr>
            <p:cNvPr id="243" name="Google Shape;243;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6" name="Google Shape;246;g1f3daf8a844_0_32"/>
          <p:cNvGrpSpPr/>
          <p:nvPr/>
        </p:nvGrpSpPr>
        <p:grpSpPr>
          <a:xfrm>
            <a:off x="7894350" y="6212475"/>
            <a:ext cx="586800" cy="571500"/>
            <a:chOff x="7894350" y="6212475"/>
            <a:chExt cx="586800" cy="571500"/>
          </a:xfrm>
        </p:grpSpPr>
        <p:sp>
          <p:nvSpPr>
            <p:cNvPr id="247" name="Google Shape;247;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0"/>
        <p:cNvGrpSpPr/>
        <p:nvPr/>
      </p:nvGrpSpPr>
      <p:grpSpPr>
        <a:xfrm>
          <a:off x="0" y="0"/>
          <a:ext cx="0" cy="0"/>
          <a:chOff x="0" y="0"/>
          <a:chExt cx="0" cy="0"/>
        </a:xfrm>
      </p:grpSpPr>
      <p:sp>
        <p:nvSpPr>
          <p:cNvPr id="251" name="Google Shape;251;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3" name="Google Shape;26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4" name="Google Shape;26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5" name="Google Shape;26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3" name="Google Shape;273;g2c157a2fb06_0_53"/>
          <p:cNvGrpSpPr/>
          <p:nvPr/>
        </p:nvGrpSpPr>
        <p:grpSpPr>
          <a:xfrm>
            <a:off x="1403031" y="6958923"/>
            <a:ext cx="6774848" cy="1291477"/>
            <a:chOff x="717231" y="7263723"/>
            <a:chExt cx="6774848" cy="1291477"/>
          </a:xfrm>
        </p:grpSpPr>
        <p:sp>
          <p:nvSpPr>
            <p:cNvPr id="274" name="Google Shape;27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2" name="Google Shape;28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6" name="Google Shape;28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7" name="Google Shape;287;g2c157a2fb06_0_53"/>
          <p:cNvGrpSpPr/>
          <p:nvPr/>
        </p:nvGrpSpPr>
        <p:grpSpPr>
          <a:xfrm>
            <a:off x="662575" y="6212475"/>
            <a:ext cx="586800" cy="571500"/>
            <a:chOff x="662575" y="6212475"/>
            <a:chExt cx="586800" cy="571500"/>
          </a:xfrm>
        </p:grpSpPr>
        <p:sp>
          <p:nvSpPr>
            <p:cNvPr id="288" name="Google Shape;28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2c157a2fb06_0_53"/>
          <p:cNvGrpSpPr/>
          <p:nvPr/>
        </p:nvGrpSpPr>
        <p:grpSpPr>
          <a:xfrm>
            <a:off x="7894350" y="6212475"/>
            <a:ext cx="586800" cy="571500"/>
            <a:chOff x="7894350" y="6212475"/>
            <a:chExt cx="586800" cy="571500"/>
          </a:xfrm>
        </p:grpSpPr>
        <p:sp>
          <p:nvSpPr>
            <p:cNvPr id="292" name="Google Shape;29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5"/>
        <p:cNvGrpSpPr/>
        <p:nvPr/>
      </p:nvGrpSpPr>
      <p:grpSpPr>
        <a:xfrm>
          <a:off x="0" y="0"/>
          <a:ext cx="0" cy="0"/>
          <a:chOff x="0" y="0"/>
          <a:chExt cx="0" cy="0"/>
        </a:xfrm>
      </p:grpSpPr>
      <p:sp>
        <p:nvSpPr>
          <p:cNvPr id="296" name="Google Shape;296;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4" name="Google Shape;30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5" name="Google Shape;30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6" name="Google Shape;30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9" name="Google Shape;30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0" name="Google Shape;31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6" name="Google Shape;316;g2c157a2fb06_0_158"/>
          <p:cNvGrpSpPr/>
          <p:nvPr/>
        </p:nvGrpSpPr>
        <p:grpSpPr>
          <a:xfrm>
            <a:off x="662575" y="6212475"/>
            <a:ext cx="586800" cy="571500"/>
            <a:chOff x="662575" y="6212475"/>
            <a:chExt cx="586800" cy="571500"/>
          </a:xfrm>
        </p:grpSpPr>
        <p:sp>
          <p:nvSpPr>
            <p:cNvPr id="317" name="Google Shape;31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158"/>
          <p:cNvGrpSpPr/>
          <p:nvPr/>
        </p:nvGrpSpPr>
        <p:grpSpPr>
          <a:xfrm>
            <a:off x="7894350" y="6212475"/>
            <a:ext cx="586800" cy="571500"/>
            <a:chOff x="7894350" y="6212475"/>
            <a:chExt cx="586800" cy="571500"/>
          </a:xfrm>
        </p:grpSpPr>
        <p:sp>
          <p:nvSpPr>
            <p:cNvPr id="321" name="Google Shape;32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4"/>
        <p:cNvGrpSpPr/>
        <p:nvPr/>
      </p:nvGrpSpPr>
      <p:grpSpPr>
        <a:xfrm>
          <a:off x="0" y="0"/>
          <a:ext cx="0" cy="0"/>
          <a:chOff x="0" y="0"/>
          <a:chExt cx="0" cy="0"/>
        </a:xfrm>
      </p:grpSpPr>
      <p:sp>
        <p:nvSpPr>
          <p:cNvPr id="325" name="Google Shape;325;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7" name="Google Shape;33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a:spLocks noGrp="1"/>
          </p:cNvSpPr>
          <p:nvPr>
            <p:ph type="pic" idx="8"/>
          </p:nvPr>
        </p:nvSpPr>
        <p:spPr>
          <a:xfrm>
            <a:off x="5086375" y="4412425"/>
            <a:ext cx="2668800" cy="1291500"/>
          </a:xfrm>
          <a:prstGeom prst="rect">
            <a:avLst/>
          </a:prstGeom>
          <a:noFill/>
          <a:ln>
            <a:noFill/>
          </a:ln>
        </p:spPr>
      </p:sp>
      <p:sp>
        <p:nvSpPr>
          <p:cNvPr id="343" name="Google Shape;343;g2c157a2fb06_0_263"/>
          <p:cNvSpPr>
            <a:spLocks noGrp="1"/>
          </p:cNvSpPr>
          <p:nvPr>
            <p:ph type="pic" idx="9"/>
          </p:nvPr>
        </p:nvSpPr>
        <p:spPr>
          <a:xfrm>
            <a:off x="5086375" y="797675"/>
            <a:ext cx="2668800" cy="1291500"/>
          </a:xfrm>
          <a:prstGeom prst="rect">
            <a:avLst/>
          </a:prstGeom>
          <a:noFill/>
          <a:ln>
            <a:noFill/>
          </a:ln>
        </p:spPr>
      </p:sp>
      <p:sp>
        <p:nvSpPr>
          <p:cNvPr id="344" name="Google Shape;344;g2c157a2fb06_0_263"/>
          <p:cNvSpPr>
            <a:spLocks noGrp="1"/>
          </p:cNvSpPr>
          <p:nvPr>
            <p:ph type="pic" idx="13"/>
          </p:nvPr>
        </p:nvSpPr>
        <p:spPr>
          <a:xfrm>
            <a:off x="5086375" y="2002592"/>
            <a:ext cx="2668800" cy="1291500"/>
          </a:xfrm>
          <a:prstGeom prst="rect">
            <a:avLst/>
          </a:prstGeom>
          <a:noFill/>
          <a:ln>
            <a:noFill/>
          </a:ln>
        </p:spPr>
      </p:sp>
      <p:sp>
        <p:nvSpPr>
          <p:cNvPr id="345" name="Google Shape;345;g2c157a2fb06_0_263"/>
          <p:cNvSpPr>
            <a:spLocks noGrp="1"/>
          </p:cNvSpPr>
          <p:nvPr>
            <p:ph type="pic" idx="14"/>
          </p:nvPr>
        </p:nvSpPr>
        <p:spPr>
          <a:xfrm>
            <a:off x="5086375" y="3207508"/>
            <a:ext cx="2668800" cy="1291500"/>
          </a:xfrm>
          <a:prstGeom prst="rect">
            <a:avLst/>
          </a:prstGeom>
          <a:noFill/>
          <a:ln>
            <a:noFill/>
          </a:ln>
        </p:spPr>
      </p:sp>
      <p:sp>
        <p:nvSpPr>
          <p:cNvPr id="346" name="Google Shape;34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7" name="Google Shape;34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8" name="Google Shape;348;g2c157a2fb06_0_263"/>
          <p:cNvGrpSpPr/>
          <p:nvPr/>
        </p:nvGrpSpPr>
        <p:grpSpPr>
          <a:xfrm>
            <a:off x="662575" y="6212475"/>
            <a:ext cx="586800" cy="571500"/>
            <a:chOff x="662575" y="6212475"/>
            <a:chExt cx="586800" cy="571500"/>
          </a:xfrm>
        </p:grpSpPr>
        <p:sp>
          <p:nvSpPr>
            <p:cNvPr id="349" name="Google Shape;34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2" name="Google Shape;352;g2c157a2fb06_0_263"/>
          <p:cNvGrpSpPr/>
          <p:nvPr/>
        </p:nvGrpSpPr>
        <p:grpSpPr>
          <a:xfrm>
            <a:off x="7894350" y="6212475"/>
            <a:ext cx="586800" cy="571500"/>
            <a:chOff x="7894350" y="6212475"/>
            <a:chExt cx="586800" cy="571500"/>
          </a:xfrm>
        </p:grpSpPr>
        <p:sp>
          <p:nvSpPr>
            <p:cNvPr id="353" name="Google Shape;35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6"/>
        <p:cNvGrpSpPr/>
        <p:nvPr/>
      </p:nvGrpSpPr>
      <p:grpSpPr>
        <a:xfrm>
          <a:off x="0" y="0"/>
          <a:ext cx="0" cy="0"/>
          <a:chOff x="0" y="0"/>
          <a:chExt cx="0" cy="0"/>
        </a:xfrm>
      </p:grpSpPr>
      <p:sp>
        <p:nvSpPr>
          <p:cNvPr id="357" name="Google Shape;357;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1" name="Google Shape;361;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5" name="Google Shape;36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6" name="Google Shape;36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8" name="Google Shape;36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9" name="Google Shape;36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2" name="Google Shape;37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3" name="Google Shape;37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4" name="Google Shape;37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5" name="Google Shape;375;g2c157a2fb06_0_467"/>
          <p:cNvGrpSpPr/>
          <p:nvPr/>
        </p:nvGrpSpPr>
        <p:grpSpPr>
          <a:xfrm>
            <a:off x="662575" y="6212475"/>
            <a:ext cx="586800" cy="571500"/>
            <a:chOff x="662575" y="6212475"/>
            <a:chExt cx="586800" cy="571500"/>
          </a:xfrm>
        </p:grpSpPr>
        <p:sp>
          <p:nvSpPr>
            <p:cNvPr id="376" name="Google Shape;37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9" name="Google Shape;379;g2c157a2fb06_0_467"/>
          <p:cNvGrpSpPr/>
          <p:nvPr/>
        </p:nvGrpSpPr>
        <p:grpSpPr>
          <a:xfrm>
            <a:off x="7894350" y="6212475"/>
            <a:ext cx="586800" cy="571500"/>
            <a:chOff x="7894350" y="6212475"/>
            <a:chExt cx="586800" cy="571500"/>
          </a:xfrm>
        </p:grpSpPr>
        <p:sp>
          <p:nvSpPr>
            <p:cNvPr id="380" name="Google Shape;38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3"/>
        <p:cNvGrpSpPr/>
        <p:nvPr/>
      </p:nvGrpSpPr>
      <p:grpSpPr>
        <a:xfrm>
          <a:off x="0" y="0"/>
          <a:ext cx="0" cy="0"/>
          <a:chOff x="0" y="0"/>
          <a:chExt cx="0" cy="0"/>
        </a:xfrm>
      </p:grpSpPr>
      <p:sp>
        <p:nvSpPr>
          <p:cNvPr id="384" name="Google Shape;384;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8" name="Google Shape;388;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2" name="Google Shape;39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3" name="Google Shape;39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4" name="Google Shape;39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5" name="Google Shape;39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8" name="Google Shape;39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399" name="Google Shape;39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0" name="Google Shape;40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1" name="Google Shape;40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2" name="Google Shape;402;g2c157a2fb06_0_629"/>
          <p:cNvGrpSpPr/>
          <p:nvPr/>
        </p:nvGrpSpPr>
        <p:grpSpPr>
          <a:xfrm>
            <a:off x="662575" y="6212475"/>
            <a:ext cx="586800" cy="571500"/>
            <a:chOff x="662575" y="6212475"/>
            <a:chExt cx="586800" cy="571500"/>
          </a:xfrm>
        </p:grpSpPr>
        <p:sp>
          <p:nvSpPr>
            <p:cNvPr id="403" name="Google Shape;40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629"/>
          <p:cNvGrpSpPr/>
          <p:nvPr/>
        </p:nvGrpSpPr>
        <p:grpSpPr>
          <a:xfrm>
            <a:off x="7894350" y="6212475"/>
            <a:ext cx="586800" cy="571500"/>
            <a:chOff x="7894350" y="6212475"/>
            <a:chExt cx="586800" cy="571500"/>
          </a:xfrm>
        </p:grpSpPr>
        <p:sp>
          <p:nvSpPr>
            <p:cNvPr id="407" name="Google Shape;40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0"/>
        <p:cNvGrpSpPr/>
        <p:nvPr/>
      </p:nvGrpSpPr>
      <p:grpSpPr>
        <a:xfrm>
          <a:off x="0" y="0"/>
          <a:ext cx="0" cy="0"/>
          <a:chOff x="0" y="0"/>
          <a:chExt cx="0" cy="0"/>
        </a:xfrm>
      </p:grpSpPr>
      <p:sp>
        <p:nvSpPr>
          <p:cNvPr id="411" name="Google Shape;411;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19" name="Google Shape;41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0" name="Google Shape;42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2" name="Google Shape;42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8"/>
        <p:cNvGrpSpPr/>
        <p:nvPr/>
      </p:nvGrpSpPr>
      <p:grpSpPr>
        <a:xfrm>
          <a:off x="0" y="0"/>
          <a:ext cx="0" cy="0"/>
          <a:chOff x="0" y="0"/>
          <a:chExt cx="0" cy="0"/>
        </a:xfrm>
      </p:grpSpPr>
      <p:sp>
        <p:nvSpPr>
          <p:cNvPr id="439" name="Google Shape;439;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3" name="Google Shape;45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825"/>
          <p:cNvGrpSpPr/>
          <p:nvPr/>
        </p:nvGrpSpPr>
        <p:grpSpPr>
          <a:xfrm>
            <a:off x="662575" y="6212475"/>
            <a:ext cx="586800" cy="571500"/>
            <a:chOff x="662575" y="6212475"/>
            <a:chExt cx="586800" cy="571500"/>
          </a:xfrm>
        </p:grpSpPr>
        <p:sp>
          <p:nvSpPr>
            <p:cNvPr id="459" name="Google Shape;45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825"/>
          <p:cNvGrpSpPr/>
          <p:nvPr/>
        </p:nvGrpSpPr>
        <p:grpSpPr>
          <a:xfrm>
            <a:off x="7894350" y="6212475"/>
            <a:ext cx="586800" cy="571500"/>
            <a:chOff x="7894350" y="6212475"/>
            <a:chExt cx="586800" cy="571500"/>
          </a:xfrm>
        </p:grpSpPr>
        <p:sp>
          <p:nvSpPr>
            <p:cNvPr id="463" name="Google Shape;46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6"/>
        <p:cNvGrpSpPr/>
        <p:nvPr/>
      </p:nvGrpSpPr>
      <p:grpSpPr>
        <a:xfrm>
          <a:off x="0" y="0"/>
          <a:ext cx="0" cy="0"/>
          <a:chOff x="0" y="0"/>
          <a:chExt cx="0" cy="0"/>
        </a:xfrm>
      </p:grpSpPr>
      <p:sp>
        <p:nvSpPr>
          <p:cNvPr id="467" name="Google Shape;467;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2" name="Google Shape;48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6" name="Google Shape;51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19" name="Google Shape;51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7" name="Google Shape;52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8" name="Google Shape;52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9" name="Google Shape;52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8" name="Google Shape;538;g2c157a2fb06_0_932"/>
          <p:cNvGrpSpPr/>
          <p:nvPr/>
        </p:nvGrpSpPr>
        <p:grpSpPr>
          <a:xfrm>
            <a:off x="662575" y="6212475"/>
            <a:ext cx="586800" cy="571500"/>
            <a:chOff x="662575" y="6212475"/>
            <a:chExt cx="586800" cy="571500"/>
          </a:xfrm>
        </p:grpSpPr>
        <p:sp>
          <p:nvSpPr>
            <p:cNvPr id="539" name="Google Shape;53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932"/>
          <p:cNvGrpSpPr/>
          <p:nvPr/>
        </p:nvGrpSpPr>
        <p:grpSpPr>
          <a:xfrm>
            <a:off x="7894350" y="6212475"/>
            <a:ext cx="586800" cy="571500"/>
            <a:chOff x="7894350" y="6212475"/>
            <a:chExt cx="586800" cy="571500"/>
          </a:xfrm>
        </p:grpSpPr>
        <p:sp>
          <p:nvSpPr>
            <p:cNvPr id="543" name="Google Shape;54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6"/>
        <p:cNvGrpSpPr/>
        <p:nvPr/>
      </p:nvGrpSpPr>
      <p:grpSpPr>
        <a:xfrm>
          <a:off x="0" y="0"/>
          <a:ext cx="0" cy="0"/>
          <a:chOff x="0" y="0"/>
          <a:chExt cx="0" cy="0"/>
        </a:xfrm>
      </p:grpSpPr>
      <p:sp>
        <p:nvSpPr>
          <p:cNvPr id="547" name="Google Shape;547;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5" name="Google Shape;555;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6" name="Google Shape;556;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7" name="Google Shape;557;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0" name="Google Shape;57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1" name="Google Shape;57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3" name="Google Shape;57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4" name="Google Shape;57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5" name="Google Shape;575;g2c157a2fb06_0_1045"/>
          <p:cNvGrpSpPr/>
          <p:nvPr/>
        </p:nvGrpSpPr>
        <p:grpSpPr>
          <a:xfrm>
            <a:off x="662575" y="6212475"/>
            <a:ext cx="586800" cy="571500"/>
            <a:chOff x="662575" y="6212475"/>
            <a:chExt cx="586800" cy="571500"/>
          </a:xfrm>
        </p:grpSpPr>
        <p:sp>
          <p:nvSpPr>
            <p:cNvPr id="576" name="Google Shape;57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045"/>
          <p:cNvGrpSpPr/>
          <p:nvPr/>
        </p:nvGrpSpPr>
        <p:grpSpPr>
          <a:xfrm>
            <a:off x="7894350" y="6212475"/>
            <a:ext cx="586800" cy="571500"/>
            <a:chOff x="7894350" y="6212475"/>
            <a:chExt cx="586800" cy="571500"/>
          </a:xfrm>
        </p:grpSpPr>
        <p:sp>
          <p:nvSpPr>
            <p:cNvPr id="580" name="Google Shape;58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3"/>
        <p:cNvGrpSpPr/>
        <p:nvPr/>
      </p:nvGrpSpPr>
      <p:grpSpPr>
        <a:xfrm>
          <a:off x="0" y="0"/>
          <a:ext cx="0" cy="0"/>
          <a:chOff x="0" y="0"/>
          <a:chExt cx="0" cy="0"/>
        </a:xfrm>
      </p:grpSpPr>
      <p:sp>
        <p:nvSpPr>
          <p:cNvPr id="584" name="Google Shape;584;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8" name="Google Shape;588;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6" name="Google Shape;59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7" name="Google Shape;59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8" name="Google Shape;59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1" name="Google Shape;601;g2c157a2fb06_0_1110"/>
          <p:cNvGrpSpPr/>
          <p:nvPr/>
        </p:nvGrpSpPr>
        <p:grpSpPr>
          <a:xfrm>
            <a:off x="5806200" y="1807463"/>
            <a:ext cx="756300" cy="146700"/>
            <a:chOff x="5806200" y="1807463"/>
            <a:chExt cx="756300" cy="146700"/>
          </a:xfrm>
        </p:grpSpPr>
        <p:sp>
          <p:nvSpPr>
            <p:cNvPr id="602" name="Google Shape;60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6" name="Google Shape;60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7" name="Google Shape;607;g2c157a2fb06_0_1110"/>
          <p:cNvGrpSpPr/>
          <p:nvPr/>
        </p:nvGrpSpPr>
        <p:grpSpPr>
          <a:xfrm>
            <a:off x="5806200" y="2842438"/>
            <a:ext cx="756300" cy="146700"/>
            <a:chOff x="5806200" y="1807463"/>
            <a:chExt cx="756300" cy="146700"/>
          </a:xfrm>
        </p:grpSpPr>
        <p:sp>
          <p:nvSpPr>
            <p:cNvPr id="608" name="Google Shape;60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1" name="Google Shape;611;g2c157a2fb06_0_1110"/>
          <p:cNvGrpSpPr/>
          <p:nvPr/>
        </p:nvGrpSpPr>
        <p:grpSpPr>
          <a:xfrm>
            <a:off x="5806200" y="387741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5" name="Google Shape;615;g2c157a2fb06_0_1110"/>
          <p:cNvGrpSpPr/>
          <p:nvPr/>
        </p:nvGrpSpPr>
        <p:grpSpPr>
          <a:xfrm>
            <a:off x="662575" y="6212475"/>
            <a:ext cx="586800" cy="571500"/>
            <a:chOff x="662575" y="6212475"/>
            <a:chExt cx="586800" cy="571500"/>
          </a:xfrm>
        </p:grpSpPr>
        <p:sp>
          <p:nvSpPr>
            <p:cNvPr id="616" name="Google Shape;61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9" name="Google Shape;619;g2c157a2fb06_0_1110"/>
          <p:cNvGrpSpPr/>
          <p:nvPr/>
        </p:nvGrpSpPr>
        <p:grpSpPr>
          <a:xfrm>
            <a:off x="7894350" y="6212475"/>
            <a:ext cx="586800" cy="571500"/>
            <a:chOff x="7894350" y="6212475"/>
            <a:chExt cx="586800" cy="571500"/>
          </a:xfrm>
        </p:grpSpPr>
        <p:sp>
          <p:nvSpPr>
            <p:cNvPr id="620" name="Google Shape;62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3"/>
        <p:cNvGrpSpPr/>
        <p:nvPr/>
      </p:nvGrpSpPr>
      <p:grpSpPr>
        <a:xfrm>
          <a:off x="0" y="0"/>
          <a:ext cx="0" cy="0"/>
          <a:chOff x="0" y="0"/>
          <a:chExt cx="0" cy="0"/>
        </a:xfrm>
      </p:grpSpPr>
      <p:sp>
        <p:nvSpPr>
          <p:cNvPr id="624" name="Google Shape;62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8" name="Google Shape;62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7" name="Google Shape;637;p30"/>
          <p:cNvGrpSpPr/>
          <p:nvPr/>
        </p:nvGrpSpPr>
        <p:grpSpPr>
          <a:xfrm>
            <a:off x="6022940" y="5341706"/>
            <a:ext cx="594501" cy="305904"/>
            <a:chOff x="5672081" y="1914352"/>
            <a:chExt cx="792668" cy="305904"/>
          </a:xfrm>
        </p:grpSpPr>
        <p:sp>
          <p:nvSpPr>
            <p:cNvPr id="638" name="Google Shape;63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0" name="Google Shape;64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1" name="Google Shape;64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0" name="Google Shape;65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4" name="Google Shape;66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7" name="Google Shape;66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8" name="Google Shape;66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9"/>
        <p:cNvGrpSpPr/>
        <p:nvPr/>
      </p:nvGrpSpPr>
      <p:grpSpPr>
        <a:xfrm>
          <a:off x="0" y="0"/>
          <a:ext cx="0" cy="0"/>
          <a:chOff x="0" y="0"/>
          <a:chExt cx="0" cy="0"/>
        </a:xfrm>
      </p:grpSpPr>
      <p:sp>
        <p:nvSpPr>
          <p:cNvPr id="670" name="Google Shape;67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1" name="Google Shape;67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2" name="Google Shape;67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3"/>
        <p:cNvGrpSpPr/>
        <p:nvPr/>
      </p:nvGrpSpPr>
      <p:grpSpPr>
        <a:xfrm>
          <a:off x="0" y="0"/>
          <a:ext cx="0" cy="0"/>
          <a:chOff x="0" y="0"/>
          <a:chExt cx="0" cy="0"/>
        </a:xfrm>
      </p:grpSpPr>
      <p:sp>
        <p:nvSpPr>
          <p:cNvPr id="674" name="Google Shape;67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6" name="Google Shape;67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7.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75.png"/><Relationship Id="rId21" Type="http://schemas.openxmlformats.org/officeDocument/2006/relationships/image" Target="../media/image92.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2.png"/><Relationship Id="rId19" Type="http://schemas.openxmlformats.org/officeDocument/2006/relationships/image" Target="../media/image8.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Syllables</a:t>
            </a:r>
            <a:endParaRPr/>
          </a:p>
        </p:txBody>
      </p:sp>
      <p:sp>
        <p:nvSpPr>
          <p:cNvPr id="682" name="Google Shape;682;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61</a:t>
            </a:r>
            <a:endParaRPr/>
          </a:p>
        </p:txBody>
      </p:sp>
      <p:graphicFrame>
        <p:nvGraphicFramePr>
          <p:cNvPr id="683" name="Google Shape;683;p1"/>
          <p:cNvGraphicFramePr/>
          <p:nvPr/>
        </p:nvGraphicFramePr>
        <p:xfrm>
          <a:off x="4844200" y="1891197"/>
          <a:ext cx="3784950" cy="1678950"/>
        </p:xfrm>
        <a:graphic>
          <a:graphicData uri="http://schemas.openxmlformats.org/drawingml/2006/table">
            <a:tbl>
              <a:tblPr firstRow="1" bandRow="1">
                <a:noFill/>
                <a:tableStyleId>{56413306-0A67-4E9E-A900-BB8A5C014DF3}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84" name="Google Shape;68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grpSp>
        <p:nvGrpSpPr>
          <p:cNvPr id="685" name="Google Shape;685;p1"/>
          <p:cNvGrpSpPr/>
          <p:nvPr/>
        </p:nvGrpSpPr>
        <p:grpSpPr>
          <a:xfrm>
            <a:off x="5264758" y="3743927"/>
            <a:ext cx="2893576" cy="2150199"/>
            <a:chOff x="5264758" y="3743927"/>
            <a:chExt cx="2893576" cy="2150199"/>
          </a:xfrm>
        </p:grpSpPr>
        <p:pic>
          <p:nvPicPr>
            <p:cNvPr id="686" name="Google Shape;686;p1"/>
            <p:cNvPicPr preferRelativeResize="0"/>
            <p:nvPr/>
          </p:nvPicPr>
          <p:blipFill rotWithShape="1">
            <a:blip r:embed="rId3">
              <a:alphaModFix/>
            </a:blip>
            <a:srcRect/>
            <a:stretch/>
          </p:blipFill>
          <p:spPr>
            <a:xfrm rot="-1197475">
              <a:off x="6798189" y="4442874"/>
              <a:ext cx="1175390" cy="1289372"/>
            </a:xfrm>
            <a:prstGeom prst="rect">
              <a:avLst/>
            </a:prstGeom>
            <a:noFill/>
            <a:ln>
              <a:noFill/>
            </a:ln>
          </p:spPr>
        </p:pic>
        <p:pic>
          <p:nvPicPr>
            <p:cNvPr id="687" name="Google Shape;687;p1"/>
            <p:cNvPicPr preferRelativeResize="0"/>
            <p:nvPr/>
          </p:nvPicPr>
          <p:blipFill rotWithShape="1">
            <a:blip r:embed="rId4">
              <a:alphaModFix/>
            </a:blip>
            <a:srcRect/>
            <a:stretch/>
          </p:blipFill>
          <p:spPr>
            <a:xfrm rot="1136557">
              <a:off x="5423983" y="3907520"/>
              <a:ext cx="1205098" cy="118203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syllables.</a:t>
            </a:r>
            <a:endParaRPr/>
          </a:p>
        </p:txBody>
      </p:sp>
      <p:sp>
        <p:nvSpPr>
          <p:cNvPr id="694" name="Google Shape;694;g2bee4f4af4b_0_204"/>
          <p:cNvSpPr txBox="1">
            <a:spLocks noGrp="1"/>
          </p:cNvSpPr>
          <p:nvPr>
            <p:ph type="body" idx="2"/>
          </p:nvPr>
        </p:nvSpPr>
        <p:spPr>
          <a:xfrm>
            <a:off x="3298550" y="1717475"/>
            <a:ext cx="5212800" cy="18084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0"/>
              </a:spcBef>
              <a:spcAft>
                <a:spcPts val="0"/>
              </a:spcAft>
              <a:buSzPts val="1600"/>
              <a:buChar char="•"/>
            </a:pPr>
            <a:r>
              <a:rPr lang="en-US"/>
              <a:t>Recall all GPCs learned so far using flashcards.</a:t>
            </a:r>
            <a:endParaRPr/>
          </a:p>
          <a:p>
            <a:pPr marL="457200" lvl="0" indent="-330200" algn="l" rtl="0">
              <a:lnSpc>
                <a:spcPct val="115000"/>
              </a:lnSpc>
              <a:spcBef>
                <a:spcPts val="0"/>
              </a:spcBef>
              <a:spcAft>
                <a:spcPts val="0"/>
              </a:spcAft>
              <a:buSzPts val="1600"/>
              <a:buChar char="•"/>
            </a:pPr>
            <a:r>
              <a:rPr lang="en-US"/>
              <a:t>Review Phase 2 &amp; 3 Common Exception Words:</a:t>
            </a:r>
            <a:endParaRPr/>
          </a:p>
          <a:p>
            <a:pPr marL="457200" lvl="0" indent="0" algn="l" rtl="0">
              <a:lnSpc>
                <a:spcPct val="115000"/>
              </a:lnSpc>
              <a:spcBef>
                <a:spcPts val="0"/>
              </a:spcBef>
              <a:spcAft>
                <a:spcPts val="0"/>
              </a:spcAft>
              <a:buSzPts val="1600"/>
              <a:buNone/>
            </a:pPr>
            <a:r>
              <a:rPr lang="en-US">
                <a:solidFill>
                  <a:srgbClr val="2356AF"/>
                </a:solidFill>
              </a:rPr>
              <a:t>as I is no go to into the put his has of pull full</a:t>
            </a:r>
            <a:endParaRPr>
              <a:solidFill>
                <a:srgbClr val="2356AF"/>
              </a:solidFill>
            </a:endParaRPr>
          </a:p>
          <a:p>
            <a:pPr marL="457200" lvl="0" indent="0" algn="l" rtl="0">
              <a:lnSpc>
                <a:spcPct val="115000"/>
              </a:lnSpc>
              <a:spcBef>
                <a:spcPts val="0"/>
              </a:spcBef>
              <a:spcAft>
                <a:spcPts val="0"/>
              </a:spcAft>
              <a:buSzPts val="1600"/>
              <a:buNone/>
            </a:pPr>
            <a:r>
              <a:rPr lang="en-US">
                <a:solidFill>
                  <a:srgbClr val="2356AF"/>
                </a:solidFill>
              </a:rPr>
              <a:t>push they me we be he she my by looked you are there here were all sure</a:t>
            </a:r>
            <a:endParaRPr>
              <a:solidFill>
                <a:srgbClr val="2356AF"/>
              </a:solidFill>
            </a:endParaRPr>
          </a:p>
        </p:txBody>
      </p:sp>
      <p:sp>
        <p:nvSpPr>
          <p:cNvPr id="695" name="Google Shape;695;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840500" y="5117929"/>
            <a:ext cx="13896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2268488" y="5117929"/>
            <a:ext cx="13329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00" name="Google Shape;700;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5">
            <a:alphaModFix/>
          </a:blip>
          <a:srcRect t="89" b="99"/>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04" name="Google Shape;704;g2bee4f4af4b_0_204">
            <a:hlinkClick r:id="rId6" action="ppaction://hlinksldjump"/>
          </p:cNvPr>
          <p:cNvSpPr/>
          <p:nvPr/>
        </p:nvSpPr>
        <p:spPr>
          <a:xfrm>
            <a:off x="988892"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bee4f4af4b_0_204"/>
          <p:cNvSpPr/>
          <p:nvPr/>
        </p:nvSpPr>
        <p:spPr>
          <a:xfrm>
            <a:off x="3755650"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3" name="Google Shape;713;g26b641b03cd_0_165"/>
          <p:cNvGrpSpPr/>
          <p:nvPr/>
        </p:nvGrpSpPr>
        <p:grpSpPr>
          <a:xfrm>
            <a:off x="930400" y="2129444"/>
            <a:ext cx="7283200" cy="3724851"/>
            <a:chOff x="930400" y="2129444"/>
            <a:chExt cx="7283200" cy="3724851"/>
          </a:xfrm>
        </p:grpSpPr>
        <p:pic>
          <p:nvPicPr>
            <p:cNvPr id="714" name="Google Shape;71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3" name="Google Shape;74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3" name="Google Shape;75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778" name="Google Shape;778;g26b7edf6e71_0_109"/>
          <p:cNvGrpSpPr/>
          <p:nvPr/>
        </p:nvGrpSpPr>
        <p:grpSpPr>
          <a:xfrm>
            <a:off x="867357" y="2129450"/>
            <a:ext cx="7282807" cy="2686611"/>
            <a:chOff x="867357" y="2129450"/>
            <a:chExt cx="7282807" cy="2686611"/>
          </a:xfrm>
        </p:grpSpPr>
        <p:pic>
          <p:nvPicPr>
            <p:cNvPr id="779" name="Google Shape;77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 all sure</a:t>
            </a:r>
            <a:r>
              <a:rPr lang="en-US"/>
              <a:t>.</a:t>
            </a:r>
            <a:endParaRPr/>
          </a:p>
        </p:txBody>
      </p:sp>
      <p:pic>
        <p:nvPicPr>
          <p:cNvPr id="799" name="Google Shape;799;g2c610ea7438_0_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c610ea7438_0_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c610ea7438_0_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c610ea7438_0_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3" name="Google Shape;803;g2c610ea7438_0_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c610ea7438_0_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5" name="Google Shape;805;g2c610ea7438_0_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33" name="Google Shape;833;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34" name="Google Shape;834;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7" name="Google Shape;837;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9" name="Google Shape;839;g2c4fd7a3c22_2_0"/>
          <p:cNvGrpSpPr/>
          <p:nvPr/>
        </p:nvGrpSpPr>
        <p:grpSpPr>
          <a:xfrm>
            <a:off x="304250" y="6984600"/>
            <a:ext cx="8330829" cy="808600"/>
            <a:chOff x="-152950" y="7365600"/>
            <a:chExt cx="8330829" cy="808600"/>
          </a:xfrm>
        </p:grpSpPr>
        <p:sp>
          <p:nvSpPr>
            <p:cNvPr id="840" name="Google Shape;840;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8" name="Google Shape;848;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0" name="Google Shape;850;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d7a3c22_2_0"/>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bunkbed penlid</a:t>
            </a:r>
            <a:r>
              <a:rPr lang="en-US" sz="8500" b="0" i="0" u="none" strike="noStrike" cap="none">
                <a:solidFill>
                  <a:srgbClr val="262626"/>
                </a:solidFill>
                <a:latin typeface="Jost"/>
                <a:ea typeface="Jost"/>
                <a:cs typeface="Jost"/>
                <a:sym typeface="Jost"/>
              </a:rPr>
              <a:t> </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rmch</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ir</a:t>
            </a:r>
            <a:endParaRPr sz="9000" b="0" i="0" u="none" strike="noStrike" cap="none">
              <a:solidFill>
                <a:srgbClr val="262626"/>
              </a:solidFill>
              <a:latin typeface="Jost"/>
              <a:ea typeface="Jost"/>
              <a:cs typeface="Jost"/>
              <a:sym typeface="Jo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d0c6663820_0_45"/>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bunk bed pen lid</a:t>
            </a:r>
            <a:r>
              <a:rPr lang="en-US" sz="8500" b="0" i="0" u="none" strike="noStrike" cap="none">
                <a:solidFill>
                  <a:srgbClr val="262626"/>
                </a:solidFill>
                <a:latin typeface="Jost"/>
                <a:ea typeface="Jost"/>
                <a:cs typeface="Jost"/>
                <a:sym typeface="Jost"/>
              </a:rPr>
              <a:t> </a:t>
            </a:r>
            <a:br>
              <a:rPr lang="en-US" sz="8500" b="0" i="0" u="none" strike="noStrike" cap="none">
                <a:solidFill>
                  <a:srgbClr val="262626"/>
                </a:solidFill>
                <a:latin typeface="Jost"/>
                <a:ea typeface="Jost"/>
                <a:cs typeface="Jost"/>
                <a:sym typeface="Jost"/>
              </a:rPr>
            </a:b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 ch</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ir</a:t>
            </a:r>
            <a:endParaRPr sz="9000" b="0" i="0" u="none" strike="noStrike" cap="none">
              <a:solidFill>
                <a:srgbClr val="262626"/>
              </a:solidFill>
              <a:latin typeface="Jost"/>
              <a:ea typeface="Jost"/>
              <a:cs typeface="Jost"/>
              <a:sym typeface="Jost"/>
            </a:endParaRPr>
          </a:p>
        </p:txBody>
      </p:sp>
      <p:sp>
        <p:nvSpPr>
          <p:cNvPr id="858" name="Google Shape;858;g2d0c6663820_0_45"/>
          <p:cNvSpPr/>
          <p:nvPr/>
        </p:nvSpPr>
        <p:spPr>
          <a:xfrm>
            <a:off x="4771625" y="9144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d0c6663820_0_45"/>
          <p:cNvSpPr/>
          <p:nvPr/>
        </p:nvSpPr>
        <p:spPr>
          <a:xfrm>
            <a:off x="4848425" y="24443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d0c6663820_0_45"/>
          <p:cNvSpPr/>
          <p:nvPr/>
        </p:nvSpPr>
        <p:spPr>
          <a:xfrm>
            <a:off x="4273800" y="400302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d0c6663820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62" name="Google Shape;862;g2d0c6663820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63" name="Google Shape;863;g2d0c6663820_0_4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d0c6663820_0_4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d0c6663820_0_4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d0c6663820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d0c6663820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8" name="Google Shape;868;g2d0c6663820_0_45"/>
          <p:cNvGrpSpPr/>
          <p:nvPr/>
        </p:nvGrpSpPr>
        <p:grpSpPr>
          <a:xfrm>
            <a:off x="304250" y="6984600"/>
            <a:ext cx="8330829" cy="808600"/>
            <a:chOff x="-152950" y="7365600"/>
            <a:chExt cx="8330829" cy="808600"/>
          </a:xfrm>
        </p:grpSpPr>
        <p:sp>
          <p:nvSpPr>
            <p:cNvPr id="869" name="Google Shape;869;g2d0c6663820_0_4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0" name="Google Shape;870;g2d0c6663820_0_4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1" name="Google Shape;871;g2d0c6663820_0_4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2" name="Google Shape;872;g2d0c6663820_0_4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3" name="Google Shape;873;g2d0c6663820_0_4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4" name="Google Shape;874;g2d0c6663820_0_4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5" name="Google Shape;875;g2d0c6663820_0_4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6" name="Google Shape;876;g2d0c6663820_0_4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7" name="Google Shape;877;g2d0c6663820_0_4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d0c6663820_0_4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d0c6663820_0_45"/>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0" name="Google Shape;880;g2d0c6663820_0_45"/>
          <p:cNvGrpSpPr/>
          <p:nvPr/>
        </p:nvGrpSpPr>
        <p:grpSpPr>
          <a:xfrm>
            <a:off x="837045" y="2359753"/>
            <a:ext cx="1508899" cy="1508899"/>
            <a:chOff x="837045" y="2359753"/>
            <a:chExt cx="1508899" cy="1508899"/>
          </a:xfrm>
        </p:grpSpPr>
        <p:sp>
          <p:nvSpPr>
            <p:cNvPr id="881" name="Google Shape;881;g2d0c6663820_0_45"/>
            <p:cNvSpPr/>
            <p:nvPr/>
          </p:nvSpPr>
          <p:spPr>
            <a:xfrm>
              <a:off x="837045" y="2359753"/>
              <a:ext cx="1508899" cy="1508899"/>
            </a:xfrm>
            <a:prstGeom prst="ellipse">
              <a:avLst/>
            </a:prstGeom>
            <a:solidFill>
              <a:srgbClr val="FFFFFF"/>
            </a:solidFill>
            <a:ln>
              <a:noFill/>
            </a:ln>
            <a:effectLst>
              <a:outerShdw blurRad="100013" dist="9525" dir="5400000" algn="bl" rotWithShape="0">
                <a:srgbClr val="CFD9EF">
                  <a:alpha val="7882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2" name="Google Shape;882;g2d0c6663820_0_45"/>
            <p:cNvPicPr preferRelativeResize="0"/>
            <p:nvPr/>
          </p:nvPicPr>
          <p:blipFill rotWithShape="1">
            <a:blip r:embed="rId3">
              <a:alphaModFix/>
            </a:blip>
            <a:srcRect/>
            <a:stretch/>
          </p:blipFill>
          <p:spPr>
            <a:xfrm rot="1136551">
              <a:off x="1101268" y="2593955"/>
              <a:ext cx="1093399" cy="1072466"/>
            </a:xfrm>
            <a:prstGeom prst="rect">
              <a:avLst/>
            </a:prstGeom>
            <a:noFill/>
            <a:ln>
              <a:noFill/>
            </a:ln>
          </p:spPr>
        </p:pic>
      </p:grpSp>
      <p:grpSp>
        <p:nvGrpSpPr>
          <p:cNvPr id="883" name="Google Shape;883;g2d0c6663820_0_45"/>
          <p:cNvGrpSpPr/>
          <p:nvPr/>
        </p:nvGrpSpPr>
        <p:grpSpPr>
          <a:xfrm>
            <a:off x="6732905" y="2355518"/>
            <a:ext cx="1508899" cy="1517376"/>
            <a:chOff x="6634525" y="2319629"/>
            <a:chExt cx="1677300" cy="1686724"/>
          </a:xfrm>
        </p:grpSpPr>
        <p:sp>
          <p:nvSpPr>
            <p:cNvPr id="884" name="Google Shape;884;g2d0c6663820_0_45"/>
            <p:cNvSpPr/>
            <p:nvPr/>
          </p:nvSpPr>
          <p:spPr>
            <a:xfrm>
              <a:off x="6634525" y="2319629"/>
              <a:ext cx="1677300" cy="1677300"/>
            </a:xfrm>
            <a:prstGeom prst="ellipse">
              <a:avLst/>
            </a:prstGeom>
            <a:solidFill>
              <a:srgbClr val="FFFFFF"/>
            </a:solidFill>
            <a:ln>
              <a:noFill/>
            </a:ln>
            <a:effectLst>
              <a:outerShdw blurRad="100013" dist="9525" dir="5400000" algn="bl" rotWithShape="0">
                <a:srgbClr val="CFD9EF">
                  <a:alpha val="78823"/>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5" name="Google Shape;885;g2d0c6663820_0_45"/>
            <p:cNvPicPr preferRelativeResize="0"/>
            <p:nvPr/>
          </p:nvPicPr>
          <p:blipFill rotWithShape="1">
            <a:blip r:embed="rId4">
              <a:alphaModFix/>
            </a:blip>
            <a:srcRect/>
            <a:stretch/>
          </p:blipFill>
          <p:spPr>
            <a:xfrm rot="-1197469">
              <a:off x="6880442" y="2542666"/>
              <a:ext cx="1185466" cy="1300419"/>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d0c666382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d0c666382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1" name="Google Shape;901;g2d0c6663820_0_1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c6663820_0_1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c6663820_0_1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d0c666382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d0c666382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6" name="Google Shape;906;g2d0c6663820_0_13"/>
          <p:cNvGrpSpPr/>
          <p:nvPr/>
        </p:nvGrpSpPr>
        <p:grpSpPr>
          <a:xfrm>
            <a:off x="304250" y="6984600"/>
            <a:ext cx="8330829" cy="808600"/>
            <a:chOff x="-152950" y="7365600"/>
            <a:chExt cx="8330829" cy="808600"/>
          </a:xfrm>
        </p:grpSpPr>
        <p:sp>
          <p:nvSpPr>
            <p:cNvPr id="907" name="Google Shape;907;g2d0c6663820_0_1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8" name="Google Shape;908;g2d0c6663820_0_1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9" name="Google Shape;909;g2d0c6663820_0_1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0" name="Google Shape;910;g2d0c6663820_0_1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1" name="Google Shape;911;g2d0c6663820_0_1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2" name="Google Shape;912;g2d0c6663820_0_1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3" name="Google Shape;913;g2d0c6663820_0_1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4" name="Google Shape;914;g2d0c6663820_0_1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5" name="Google Shape;915;g2d0c6663820_0_1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c6663820_0_1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d0c6663820_0_13"/>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19" name="Google Shape;919;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0c6663820_0_13"/>
          <p:cNvSpPr/>
          <p:nvPr/>
        </p:nvSpPr>
        <p:spPr>
          <a:xfrm>
            <a:off x="217945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d0c6663820_0_13"/>
          <p:cNvSpPr txBox="1"/>
          <p:nvPr/>
        </p:nvSpPr>
        <p:spPr>
          <a:xfrm>
            <a:off x="186460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22" name="Google Shape;922;g2d0c6663820_0_13"/>
          <p:cNvSpPr/>
          <p:nvPr/>
        </p:nvSpPr>
        <p:spPr>
          <a:xfrm>
            <a:off x="29774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3" name="Google Shape;923;g2d0c6663820_0_13"/>
          <p:cNvSpPr txBox="1"/>
          <p:nvPr/>
        </p:nvSpPr>
        <p:spPr>
          <a:xfrm>
            <a:off x="263388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924" name="Google Shape;924;g2d0c6663820_0_13"/>
          <p:cNvSpPr/>
          <p:nvPr/>
        </p:nvSpPr>
        <p:spPr>
          <a:xfrm>
            <a:off x="367088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d0c6663820_0_13"/>
          <p:cNvSpPr txBox="1"/>
          <p:nvPr/>
        </p:nvSpPr>
        <p:spPr>
          <a:xfrm>
            <a:off x="335603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926" name="Google Shape;926;g2d0c6663820_0_13"/>
          <p:cNvSpPr/>
          <p:nvPr/>
        </p:nvSpPr>
        <p:spPr>
          <a:xfrm>
            <a:off x="435644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d0c6663820_0_13"/>
          <p:cNvSpPr txBox="1"/>
          <p:nvPr/>
        </p:nvSpPr>
        <p:spPr>
          <a:xfrm>
            <a:off x="404159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k</a:t>
            </a:r>
            <a:endParaRPr sz="10000" b="0" i="0" u="none" strike="noStrike" cap="none">
              <a:solidFill>
                <a:srgbClr val="2356AF"/>
              </a:solidFill>
              <a:latin typeface="Jost"/>
              <a:ea typeface="Jost"/>
              <a:cs typeface="Jost"/>
              <a:sym typeface="Jost"/>
            </a:endParaRPr>
          </a:p>
        </p:txBody>
      </p:sp>
      <p:sp>
        <p:nvSpPr>
          <p:cNvPr id="928" name="Google Shape;928;g2d0c6663820_0_13"/>
          <p:cNvSpPr/>
          <p:nvPr/>
        </p:nvSpPr>
        <p:spPr>
          <a:xfrm>
            <a:off x="508311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d0c6663820_0_13"/>
          <p:cNvSpPr txBox="1"/>
          <p:nvPr/>
        </p:nvSpPr>
        <p:spPr>
          <a:xfrm>
            <a:off x="476826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30" name="Google Shape;930;g2d0c6663820_0_13"/>
          <p:cNvSpPr/>
          <p:nvPr/>
        </p:nvSpPr>
        <p:spPr>
          <a:xfrm>
            <a:off x="585239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31" name="Google Shape;931;g2d0c6663820_0_13"/>
          <p:cNvSpPr txBox="1"/>
          <p:nvPr/>
        </p:nvSpPr>
        <p:spPr>
          <a:xfrm>
            <a:off x="553754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932" name="Google Shape;932;g2d0c6663820_0_13"/>
          <p:cNvSpPr/>
          <p:nvPr/>
        </p:nvSpPr>
        <p:spPr>
          <a:xfrm>
            <a:off x="66104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d0c6663820_0_13"/>
          <p:cNvSpPr txBox="1"/>
          <p:nvPr/>
        </p:nvSpPr>
        <p:spPr>
          <a:xfrm>
            <a:off x="629561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d</a:t>
            </a:r>
            <a:endParaRPr sz="10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d0c6663820_0_1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0" name="Google Shape;940;g2d0c6663820_0_1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1" name="Google Shape;941;g2d0c6663820_0_10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c6663820_0_10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c6663820_0_10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c6663820_0_10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c6663820_0_10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6" name="Google Shape;946;g2d0c6663820_0_102"/>
          <p:cNvGrpSpPr/>
          <p:nvPr/>
        </p:nvGrpSpPr>
        <p:grpSpPr>
          <a:xfrm>
            <a:off x="304250" y="6984600"/>
            <a:ext cx="8330829" cy="808600"/>
            <a:chOff x="-152950" y="7365600"/>
            <a:chExt cx="8330829" cy="808600"/>
          </a:xfrm>
        </p:grpSpPr>
        <p:sp>
          <p:nvSpPr>
            <p:cNvPr id="947" name="Google Shape;947;g2d0c6663820_0_10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8" name="Google Shape;948;g2d0c6663820_0_10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9" name="Google Shape;949;g2d0c6663820_0_10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0" name="Google Shape;950;g2d0c6663820_0_10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1" name="Google Shape;951;g2d0c6663820_0_10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2" name="Google Shape;952;g2d0c6663820_0_10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3" name="Google Shape;953;g2d0c6663820_0_10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4" name="Google Shape;954;g2d0c6663820_0_10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5" name="Google Shape;955;g2d0c6663820_0_10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d0c6663820_0_10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7" name="Google Shape;957;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8" name="Google Shape;958;g2d0c6663820_0_10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59" name="Google Shape;959;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0" name="Google Shape;960;g2d0c6663820_0_102"/>
          <p:cNvSpPr/>
          <p:nvPr/>
        </p:nvSpPr>
        <p:spPr>
          <a:xfrm>
            <a:off x="210325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d0c6663820_0_102"/>
          <p:cNvSpPr txBox="1"/>
          <p:nvPr/>
        </p:nvSpPr>
        <p:spPr>
          <a:xfrm>
            <a:off x="178840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62" name="Google Shape;962;g2d0c6663820_0_102"/>
          <p:cNvSpPr/>
          <p:nvPr/>
        </p:nvSpPr>
        <p:spPr>
          <a:xfrm>
            <a:off x="29012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63" name="Google Shape;963;g2d0c6663820_0_102"/>
          <p:cNvSpPr txBox="1"/>
          <p:nvPr/>
        </p:nvSpPr>
        <p:spPr>
          <a:xfrm>
            <a:off x="255768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964" name="Google Shape;964;g2d0c6663820_0_102"/>
          <p:cNvSpPr/>
          <p:nvPr/>
        </p:nvSpPr>
        <p:spPr>
          <a:xfrm>
            <a:off x="359468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c6663820_0_102"/>
          <p:cNvSpPr txBox="1"/>
          <p:nvPr/>
        </p:nvSpPr>
        <p:spPr>
          <a:xfrm>
            <a:off x="327983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966" name="Google Shape;966;g2d0c6663820_0_102"/>
          <p:cNvSpPr/>
          <p:nvPr/>
        </p:nvSpPr>
        <p:spPr>
          <a:xfrm>
            <a:off x="428024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d0c6663820_0_102"/>
          <p:cNvSpPr txBox="1"/>
          <p:nvPr/>
        </p:nvSpPr>
        <p:spPr>
          <a:xfrm>
            <a:off x="396539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k</a:t>
            </a:r>
            <a:endParaRPr sz="10000" b="0" i="0" u="none" strike="noStrike" cap="none">
              <a:solidFill>
                <a:srgbClr val="2356AF"/>
              </a:solidFill>
              <a:latin typeface="Jost"/>
              <a:ea typeface="Jost"/>
              <a:cs typeface="Jost"/>
              <a:sym typeface="Jost"/>
            </a:endParaRPr>
          </a:p>
        </p:txBody>
      </p:sp>
      <p:sp>
        <p:nvSpPr>
          <p:cNvPr id="968" name="Google Shape;968;g2d0c6663820_0_102"/>
          <p:cNvSpPr/>
          <p:nvPr/>
        </p:nvSpPr>
        <p:spPr>
          <a:xfrm>
            <a:off x="515931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0c6663820_0_102"/>
          <p:cNvSpPr txBox="1"/>
          <p:nvPr/>
        </p:nvSpPr>
        <p:spPr>
          <a:xfrm>
            <a:off x="484446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70" name="Google Shape;970;g2d0c6663820_0_102"/>
          <p:cNvSpPr/>
          <p:nvPr/>
        </p:nvSpPr>
        <p:spPr>
          <a:xfrm>
            <a:off x="592859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71" name="Google Shape;971;g2d0c6663820_0_102"/>
          <p:cNvSpPr txBox="1"/>
          <p:nvPr/>
        </p:nvSpPr>
        <p:spPr>
          <a:xfrm>
            <a:off x="561374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972" name="Google Shape;972;g2d0c6663820_0_102"/>
          <p:cNvSpPr/>
          <p:nvPr/>
        </p:nvSpPr>
        <p:spPr>
          <a:xfrm>
            <a:off x="66866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c6663820_0_102"/>
          <p:cNvSpPr txBox="1"/>
          <p:nvPr/>
        </p:nvSpPr>
        <p:spPr>
          <a:xfrm>
            <a:off x="637181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d</a:t>
            </a:r>
            <a:endParaRPr sz="10000" b="0" i="0" u="none" strike="noStrike" cap="none">
              <a:solidFill>
                <a:srgbClr val="2356AF"/>
              </a:solidFill>
              <a:latin typeface="Jost"/>
              <a:ea typeface="Jost"/>
              <a:cs typeface="Jost"/>
              <a:sym typeface="Jost"/>
            </a:endParaRPr>
          </a:p>
        </p:txBody>
      </p:sp>
      <p:sp>
        <p:nvSpPr>
          <p:cNvPr id="974" name="Google Shape;974;g2d0c6663820_0_102"/>
          <p:cNvSpPr/>
          <p:nvPr/>
        </p:nvSpPr>
        <p:spPr>
          <a:xfrm>
            <a:off x="485238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d0c6663820_0_1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d0c6663820_0_1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d0c6663820_0_1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0c6663820_0_1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d0c6663820_0_1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c6663820_0_1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d0c6663820_0_1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7" name="Google Shape;987;g2d0c6663820_0_142"/>
          <p:cNvGrpSpPr/>
          <p:nvPr/>
        </p:nvGrpSpPr>
        <p:grpSpPr>
          <a:xfrm>
            <a:off x="304250" y="6984600"/>
            <a:ext cx="8330829" cy="808600"/>
            <a:chOff x="-152950" y="7365600"/>
            <a:chExt cx="8330829" cy="808600"/>
          </a:xfrm>
        </p:grpSpPr>
        <p:sp>
          <p:nvSpPr>
            <p:cNvPr id="988" name="Google Shape;988;g2d0c6663820_0_1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9" name="Google Shape;989;g2d0c6663820_0_1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0" name="Google Shape;990;g2d0c6663820_0_1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1" name="Google Shape;991;g2d0c6663820_0_1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2" name="Google Shape;992;g2d0c6663820_0_1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3" name="Google Shape;993;g2d0c6663820_0_1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4" name="Google Shape;994;g2d0c6663820_0_1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5" name="Google Shape;995;g2d0c6663820_0_1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6" name="Google Shape;996;g2d0c6663820_0_1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d0c6663820_0_1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8" name="Google Shape;998;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9" name="Google Shape;999;g2d0c6663820_0_14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00" name="Google Shape;1000;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1" name="Google Shape;1001;g2d0c6663820_0_142"/>
          <p:cNvSpPr/>
          <p:nvPr/>
        </p:nvSpPr>
        <p:spPr>
          <a:xfrm>
            <a:off x="281638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d0c6663820_0_142"/>
          <p:cNvSpPr txBox="1"/>
          <p:nvPr/>
        </p:nvSpPr>
        <p:spPr>
          <a:xfrm>
            <a:off x="250153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1003" name="Google Shape;1003;g2d0c6663820_0_142"/>
          <p:cNvSpPr/>
          <p:nvPr/>
        </p:nvSpPr>
        <p:spPr>
          <a:xfrm>
            <a:off x="361438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4" name="Google Shape;1004;g2d0c6663820_0_142"/>
          <p:cNvSpPr txBox="1"/>
          <p:nvPr/>
        </p:nvSpPr>
        <p:spPr>
          <a:xfrm>
            <a:off x="327080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1005" name="Google Shape;1005;g2d0c6663820_0_142"/>
          <p:cNvSpPr/>
          <p:nvPr/>
        </p:nvSpPr>
        <p:spPr>
          <a:xfrm>
            <a:off x="430781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d0c6663820_0_142"/>
          <p:cNvSpPr txBox="1"/>
          <p:nvPr/>
        </p:nvSpPr>
        <p:spPr>
          <a:xfrm>
            <a:off x="399296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1007" name="Google Shape;1007;g2d0c6663820_0_142"/>
          <p:cNvSpPr/>
          <p:nvPr/>
        </p:nvSpPr>
        <p:spPr>
          <a:xfrm>
            <a:off x="488184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c6663820_0_142"/>
          <p:cNvSpPr txBox="1"/>
          <p:nvPr/>
        </p:nvSpPr>
        <p:spPr>
          <a:xfrm>
            <a:off x="456699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l</a:t>
            </a:r>
            <a:endParaRPr sz="10000" b="0" i="0" u="none" strike="noStrike" cap="none">
              <a:solidFill>
                <a:srgbClr val="2356AF"/>
              </a:solidFill>
              <a:latin typeface="Jost"/>
              <a:ea typeface="Jost"/>
              <a:cs typeface="Jost"/>
              <a:sym typeface="Jost"/>
            </a:endParaRPr>
          </a:p>
        </p:txBody>
      </p:sp>
      <p:sp>
        <p:nvSpPr>
          <p:cNvPr id="1009" name="Google Shape;1009;g2d0c6663820_0_142"/>
          <p:cNvSpPr/>
          <p:nvPr/>
        </p:nvSpPr>
        <p:spPr>
          <a:xfrm>
            <a:off x="533195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10" name="Google Shape;1010;g2d0c6663820_0_142"/>
          <p:cNvSpPr txBox="1"/>
          <p:nvPr/>
        </p:nvSpPr>
        <p:spPr>
          <a:xfrm>
            <a:off x="501710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11" name="Google Shape;1011;g2d0c6663820_0_142"/>
          <p:cNvSpPr/>
          <p:nvPr/>
        </p:nvSpPr>
        <p:spPr>
          <a:xfrm>
            <a:off x="5937619"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0c6663820_0_142"/>
          <p:cNvSpPr txBox="1"/>
          <p:nvPr/>
        </p:nvSpPr>
        <p:spPr>
          <a:xfrm>
            <a:off x="562276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d</a:t>
            </a:r>
            <a:endParaRPr sz="10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d0c6663820_0_1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9" name="Google Shape;1019;g2d0c6663820_0_1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0" name="Google Shape;1020;g2d0c6663820_0_18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d0c6663820_0_18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d0c6663820_0_18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d0c6663820_0_1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d0c6663820_0_1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5" name="Google Shape;1025;g2d0c6663820_0_181"/>
          <p:cNvGrpSpPr/>
          <p:nvPr/>
        </p:nvGrpSpPr>
        <p:grpSpPr>
          <a:xfrm>
            <a:off x="304250" y="6984600"/>
            <a:ext cx="8330829" cy="808600"/>
            <a:chOff x="-152950" y="7365600"/>
            <a:chExt cx="8330829" cy="808600"/>
          </a:xfrm>
        </p:grpSpPr>
        <p:sp>
          <p:nvSpPr>
            <p:cNvPr id="1026" name="Google Shape;1026;g2d0c6663820_0_18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7" name="Google Shape;1027;g2d0c6663820_0_18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8" name="Google Shape;1028;g2d0c6663820_0_18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9" name="Google Shape;1029;g2d0c6663820_0_18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0" name="Google Shape;1030;g2d0c6663820_0_18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1" name="Google Shape;1031;g2d0c6663820_0_18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2" name="Google Shape;1032;g2d0c6663820_0_18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3" name="Google Shape;1033;g2d0c6663820_0_18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34" name="Google Shape;1034;g2d0c6663820_0_18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d0c6663820_0_18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6" name="Google Shape;1036;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7" name="Google Shape;1037;g2d0c6663820_0_181"/>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38" name="Google Shape;1038;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9" name="Google Shape;1039;g2d0c6663820_0_181"/>
          <p:cNvSpPr/>
          <p:nvPr/>
        </p:nvSpPr>
        <p:spPr>
          <a:xfrm>
            <a:off x="274018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d0c6663820_0_181"/>
          <p:cNvSpPr txBox="1"/>
          <p:nvPr/>
        </p:nvSpPr>
        <p:spPr>
          <a:xfrm>
            <a:off x="242533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1041" name="Google Shape;1041;g2d0c6663820_0_181"/>
          <p:cNvSpPr/>
          <p:nvPr/>
        </p:nvSpPr>
        <p:spPr>
          <a:xfrm>
            <a:off x="353818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42" name="Google Shape;1042;g2d0c6663820_0_181"/>
          <p:cNvSpPr txBox="1"/>
          <p:nvPr/>
        </p:nvSpPr>
        <p:spPr>
          <a:xfrm>
            <a:off x="319460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1043" name="Google Shape;1043;g2d0c6663820_0_181"/>
          <p:cNvSpPr/>
          <p:nvPr/>
        </p:nvSpPr>
        <p:spPr>
          <a:xfrm>
            <a:off x="423161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d0c6663820_0_181"/>
          <p:cNvSpPr txBox="1"/>
          <p:nvPr/>
        </p:nvSpPr>
        <p:spPr>
          <a:xfrm>
            <a:off x="391676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
        <p:nvSpPr>
          <p:cNvPr id="1045" name="Google Shape;1045;g2d0c6663820_0_181"/>
          <p:cNvSpPr/>
          <p:nvPr/>
        </p:nvSpPr>
        <p:spPr>
          <a:xfrm>
            <a:off x="495804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2d0c6663820_0_181"/>
          <p:cNvSpPr txBox="1"/>
          <p:nvPr/>
        </p:nvSpPr>
        <p:spPr>
          <a:xfrm>
            <a:off x="464319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l</a:t>
            </a:r>
            <a:endParaRPr sz="10000" b="0" i="0" u="none" strike="noStrike" cap="none">
              <a:solidFill>
                <a:srgbClr val="2356AF"/>
              </a:solidFill>
              <a:latin typeface="Jost"/>
              <a:ea typeface="Jost"/>
              <a:cs typeface="Jost"/>
              <a:sym typeface="Jost"/>
            </a:endParaRPr>
          </a:p>
        </p:txBody>
      </p:sp>
      <p:sp>
        <p:nvSpPr>
          <p:cNvPr id="1047" name="Google Shape;1047;g2d0c6663820_0_181"/>
          <p:cNvSpPr/>
          <p:nvPr/>
        </p:nvSpPr>
        <p:spPr>
          <a:xfrm>
            <a:off x="540815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48" name="Google Shape;1048;g2d0c6663820_0_181"/>
          <p:cNvSpPr txBox="1"/>
          <p:nvPr/>
        </p:nvSpPr>
        <p:spPr>
          <a:xfrm>
            <a:off x="509330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49" name="Google Shape;1049;g2d0c6663820_0_181"/>
          <p:cNvSpPr/>
          <p:nvPr/>
        </p:nvSpPr>
        <p:spPr>
          <a:xfrm>
            <a:off x="6013819"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d0c6663820_0_181"/>
          <p:cNvSpPr txBox="1"/>
          <p:nvPr/>
        </p:nvSpPr>
        <p:spPr>
          <a:xfrm>
            <a:off x="569896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d</a:t>
            </a:r>
            <a:endParaRPr sz="10000" b="0" i="0" u="none" strike="noStrike" cap="none">
              <a:solidFill>
                <a:srgbClr val="2356AF"/>
              </a:solidFill>
              <a:latin typeface="Jost"/>
              <a:ea typeface="Jost"/>
              <a:cs typeface="Jost"/>
              <a:sym typeface="Jost"/>
            </a:endParaRPr>
          </a:p>
        </p:txBody>
      </p:sp>
      <p:sp>
        <p:nvSpPr>
          <p:cNvPr id="1051" name="Google Shape;1051;g2d0c6663820_0_181"/>
          <p:cNvSpPr/>
          <p:nvPr/>
        </p:nvSpPr>
        <p:spPr>
          <a:xfrm>
            <a:off x="4727413"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58" name="Google Shape;10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9" name="Google Shape;10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d0c6663820_0_2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6" name="Google Shape;1066;g2d0c6663820_0_231"/>
          <p:cNvSpPr txBox="1">
            <a:spLocks noGrp="1"/>
          </p:cNvSpPr>
          <p:nvPr>
            <p:ph type="title"/>
          </p:nvPr>
        </p:nvSpPr>
        <p:spPr>
          <a:xfrm>
            <a:off x="926525" y="5686700"/>
            <a:ext cx="7290900" cy="454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Building Multi-Syllabic Words</a:t>
            </a:r>
            <a:endParaRPr/>
          </a:p>
        </p:txBody>
      </p:sp>
      <p:sp>
        <p:nvSpPr>
          <p:cNvPr id="1067" name="Google Shape;1067;g2d0c6663820_0_231"/>
          <p:cNvSpPr txBox="1"/>
          <p:nvPr/>
        </p:nvSpPr>
        <p:spPr>
          <a:xfrm>
            <a:off x="643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ch</a:t>
            </a:r>
            <a:endParaRPr sz="8000" b="0" i="0" u="none" strike="noStrike" cap="none">
              <a:solidFill>
                <a:srgbClr val="FFD400"/>
              </a:solidFill>
              <a:latin typeface="Jost"/>
              <a:ea typeface="Jost"/>
              <a:cs typeface="Jost"/>
              <a:sym typeface="Jost"/>
            </a:endParaRPr>
          </a:p>
        </p:txBody>
      </p:sp>
      <p:sp>
        <p:nvSpPr>
          <p:cNvPr id="1068" name="Google Shape;1068;g2d0c6663820_0_231"/>
          <p:cNvSpPr txBox="1"/>
          <p:nvPr/>
        </p:nvSpPr>
        <p:spPr>
          <a:xfrm>
            <a:off x="148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1069" name="Google Shape;1069;g2d0c6663820_0_231"/>
          <p:cNvSpPr txBox="1"/>
          <p:nvPr/>
        </p:nvSpPr>
        <p:spPr>
          <a:xfrm>
            <a:off x="3100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6800" b="0" i="0" u="none" strike="noStrike" cap="none">
                <a:solidFill>
                  <a:srgbClr val="993FA2"/>
                </a:solidFill>
                <a:latin typeface="Poppins"/>
                <a:ea typeface="Poppins"/>
                <a:cs typeface="Poppins"/>
                <a:sym typeface="Poppins"/>
              </a:rPr>
              <a:t>a</a:t>
            </a:r>
            <a:r>
              <a:rPr lang="en-US" sz="8000" b="0" i="0" u="none" strike="noStrike" cap="none">
                <a:solidFill>
                  <a:srgbClr val="993FA2"/>
                </a:solidFill>
                <a:latin typeface="Jost"/>
                <a:ea typeface="Jost"/>
                <a:cs typeface="Jost"/>
                <a:sym typeface="Jost"/>
              </a:rPr>
              <a:t>r</a:t>
            </a:r>
            <a:endParaRPr sz="8000" b="0" i="0" u="none" strike="noStrike" cap="none">
              <a:solidFill>
                <a:srgbClr val="2356AF"/>
              </a:solidFill>
              <a:latin typeface="Jost"/>
              <a:ea typeface="Jost"/>
              <a:cs typeface="Jost"/>
              <a:sym typeface="Jost"/>
            </a:endParaRPr>
          </a:p>
        </p:txBody>
      </p:sp>
      <p:sp>
        <p:nvSpPr>
          <p:cNvPr id="1070" name="Google Shape;1070;g2d0c6663820_0_231"/>
          <p:cNvSpPr txBox="1"/>
          <p:nvPr/>
        </p:nvSpPr>
        <p:spPr>
          <a:xfrm>
            <a:off x="4715300" y="1341050"/>
            <a:ext cx="1328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6800" b="0" i="0" u="none" strike="noStrike" cap="none">
                <a:solidFill>
                  <a:srgbClr val="993FA2"/>
                </a:solidFill>
                <a:latin typeface="Poppins"/>
                <a:ea typeface="Poppins"/>
                <a:cs typeface="Poppins"/>
                <a:sym typeface="Poppins"/>
              </a:rPr>
              <a:t>ai</a:t>
            </a:r>
            <a:r>
              <a:rPr lang="en-US" sz="8000" b="0" i="0" u="none" strike="noStrike" cap="none">
                <a:solidFill>
                  <a:srgbClr val="993FA2"/>
                </a:solidFill>
                <a:latin typeface="Jost"/>
                <a:ea typeface="Jost"/>
                <a:cs typeface="Jost"/>
                <a:sym typeface="Jost"/>
              </a:rPr>
              <a:t>r</a:t>
            </a:r>
            <a:endParaRPr sz="8000" b="0" i="0" u="none" strike="noStrike" cap="none">
              <a:solidFill>
                <a:srgbClr val="993FA2"/>
              </a:solidFill>
              <a:latin typeface="Jost"/>
              <a:ea typeface="Jost"/>
              <a:cs typeface="Jost"/>
              <a:sym typeface="Jost"/>
            </a:endParaRPr>
          </a:p>
        </p:txBody>
      </p:sp>
      <p:sp>
        <p:nvSpPr>
          <p:cNvPr id="1071" name="Google Shape;1071;g2d0c6663820_0_231"/>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2" name="Google Shape;1072;g2d0c6663820_0_231"/>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3" name="Google Shape;1073;g2d0c6663820_0_231"/>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4" name="Google Shape;1074;g2d0c6663820_0_231"/>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5" name="Google Shape;1075;g2d0c6663820_0_231"/>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76" name="Google Shape;1076;g2d0c6663820_0_231"/>
          <p:cNvGrpSpPr/>
          <p:nvPr/>
        </p:nvGrpSpPr>
        <p:grpSpPr>
          <a:xfrm>
            <a:off x="1403031" y="6958923"/>
            <a:ext cx="6774848" cy="1291477"/>
            <a:chOff x="717231" y="7263723"/>
            <a:chExt cx="6774848" cy="1291477"/>
          </a:xfrm>
        </p:grpSpPr>
        <p:sp>
          <p:nvSpPr>
            <p:cNvPr id="1077" name="Google Shape;1077;g2d0c6663820_0_231"/>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000000"/>
                  </a:solidFill>
                  <a:latin typeface="Poppins"/>
                  <a:ea typeface="Poppins"/>
                  <a:cs typeface="Poppins"/>
                  <a:sym typeface="Poppins"/>
                </a:rPr>
                <a:t>Sound Buttons</a:t>
              </a:r>
              <a:endParaRPr sz="2000" b="0" i="0" u="none" strike="noStrike" cap="none">
                <a:solidFill>
                  <a:srgbClr val="000000"/>
                </a:solidFill>
                <a:latin typeface="Poppins"/>
                <a:ea typeface="Poppins"/>
                <a:cs typeface="Poppins"/>
                <a:sym typeface="Poppins"/>
              </a:endParaRPr>
            </a:p>
          </p:txBody>
        </p:sp>
        <p:sp>
          <p:nvSpPr>
            <p:cNvPr id="1078" name="Google Shape;1078;g2d0c6663820_0_231"/>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79" name="Google Shape;1079;g2d0c6663820_0_231"/>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0" name="Google Shape;1080;g2d0c6663820_0_231"/>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1" name="Google Shape;1081;g2d0c6663820_0_231"/>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2" name="Google Shape;1082;g2d0c6663820_0_231"/>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83" name="Google Shape;1083;g2d0c6663820_0_231"/>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84" name="Google Shape;1084;g2d0c6663820_0_231"/>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85" name="Google Shape;1085;g2d0c6663820_0_231"/>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6" name="Google Shape;1086;g2d0c6663820_0_231"/>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87" name="Google Shape;1087;g2d0c6663820_0_231"/>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8" name="Google Shape;1088;g2d0c6663820_0_231"/>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89" name="Google Shape;1089;g2d0c6663820_0_231"/>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0" name="Google Shape;1090;g2d0c6663820_0_231"/>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2d0c6663820_0_231"/>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2" name="Google Shape;1092;g2d0c6663820_0_231"/>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2d0c6663820_0_231"/>
          <p:cNvCxnSpPr/>
          <p:nvPr/>
        </p:nvCxnSpPr>
        <p:spPr>
          <a:xfrm rot="10800000">
            <a:off x="4576829" y="3617567"/>
            <a:ext cx="0" cy="1851900"/>
          </a:xfrm>
          <a:prstGeom prst="straightConnector1">
            <a:avLst/>
          </a:prstGeom>
          <a:noFill/>
          <a:ln w="76200" cap="flat" cmpd="sng">
            <a:solidFill>
              <a:srgbClr val="C2EDFF"/>
            </a:solidFill>
            <a:prstDash val="solid"/>
            <a:miter lim="800000"/>
            <a:headEnd type="none" w="sm" len="sm"/>
            <a:tailEnd type="none" w="sm" len="sm"/>
          </a:ln>
        </p:spPr>
      </p:cxnSp>
      <p:cxnSp>
        <p:nvCxnSpPr>
          <p:cNvPr id="1094" name="Google Shape;1094;g2d0c6663820_0_231"/>
          <p:cNvCxnSpPr/>
          <p:nvPr/>
        </p:nvCxnSpPr>
        <p:spPr>
          <a:xfrm rot="10800000">
            <a:off x="2883723"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95" name="Google Shape;1095;g2d0c6663820_0_231"/>
          <p:cNvCxnSpPr/>
          <p:nvPr/>
        </p:nvCxnSpPr>
        <p:spPr>
          <a:xfrm rot="10800000">
            <a:off x="6269936" y="3617567"/>
            <a:ext cx="0" cy="1851900"/>
          </a:xfrm>
          <a:prstGeom prst="straightConnector1">
            <a:avLst/>
          </a:prstGeom>
          <a:noFill/>
          <a:ln w="28575" cap="flat" cmpd="sng">
            <a:solidFill>
              <a:srgbClr val="C2EDFF"/>
            </a:solidFill>
            <a:prstDash val="lgDash"/>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On-screen Show (4:3)</PresentationFormat>
  <Paragraphs>164</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Mulish</vt:lpstr>
      <vt:lpstr>Nunito Black</vt:lpstr>
      <vt:lpstr>Poppins Medium</vt:lpstr>
      <vt:lpstr>Poppins</vt:lpstr>
      <vt:lpstr>Arial</vt:lpstr>
      <vt:lpstr>Poppins SemiBold</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Hear Syllables</vt:lpstr>
      <vt:lpstr>Hear Syllables</vt:lpstr>
      <vt:lpstr>Explain Decoding</vt:lpstr>
      <vt:lpstr>Model Blending Phonemes</vt:lpstr>
      <vt:lpstr>Model Blending Phonemes</vt:lpstr>
      <vt:lpstr>Model Blending Phonemes</vt:lpstr>
      <vt:lpstr>Model Blending Phonemes</vt:lpstr>
      <vt:lpstr>Explain Encoding</vt:lpstr>
      <vt:lpstr>Practise Building Multi-Syllabic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2026-05-13T03:50:27Z</dcterms:modified>
</cp:coreProperties>
</file>