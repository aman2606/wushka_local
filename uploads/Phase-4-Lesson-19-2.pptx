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H2GZ56CqFikm91FFr/XzIC70l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6BFE88-E512-4FE4-97DC-2CE3068CD6BD}">
  <a:tblStyle styleId="{206BFE88-E512-4FE4-97DC-2CE3068CD6B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42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3" name="Google Shape;743;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2" name="Google Shape;772;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3" name="Google Shape;773;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3" name="Google Shape;863;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4" name="Google Shape;864;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6" name="Google Shape;88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3" name="Google Shape;893;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4" name="Google Shape;894;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d064119267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d064119267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d064119267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g2d064119267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g2d064119267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0" name="Google Shape;960;g2d064119267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3" name="Google Shape;100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1" name="Google Shape;101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2" name="Google Shape;101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0" name="Google Shape;102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8" name="Google Shape;103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9" name="Google Shape;103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2d064119267_0_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7" name="Google Shape;1047;g2d064119267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8" name="Google Shape;1048;g2d064119267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2d064119267_0_7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6" name="Google Shape;1056;g2d064119267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2d064119267_0_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0"/>
        <p:cNvGrpSpPr/>
        <p:nvPr/>
      </p:nvGrpSpPr>
      <p:grpSpPr>
        <a:xfrm>
          <a:off x="0" y="0"/>
          <a:ext cx="0" cy="0"/>
          <a:chOff x="0" y="0"/>
          <a:chExt cx="0" cy="0"/>
        </a:xfrm>
      </p:grpSpPr>
      <p:sp>
        <p:nvSpPr>
          <p:cNvPr id="1101" name="Google Shape;1101;g2d064119267_0_9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2" name="Google Shape;1102;g2d064119267_0_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3" name="Google Shape;1103;g2d064119267_0_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CCVCC (short vowel)</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4 - Thursday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19</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image" Target="../media/image7.png"/><Relationship Id="rId7"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2.png"/><Relationship Id="rId7" Type="http://schemas.openxmlformats.org/officeDocument/2006/relationships/image" Target="../media/image10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5.png"/><Relationship Id="rId9" Type="http://schemas.openxmlformats.org/officeDocument/2006/relationships/image" Target="../media/image107.png"/></Relationships>
</file>

<file path=ppt/slides/_rels/slide8.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grpSp>
        <p:nvGrpSpPr>
          <p:cNvPr id="715" name="Google Shape;715;p1"/>
          <p:cNvGrpSpPr/>
          <p:nvPr/>
        </p:nvGrpSpPr>
        <p:grpSpPr>
          <a:xfrm>
            <a:off x="5137624" y="3924651"/>
            <a:ext cx="3378574" cy="1866525"/>
            <a:chOff x="5137624" y="3924651"/>
            <a:chExt cx="3378574" cy="1866525"/>
          </a:xfrm>
        </p:grpSpPr>
        <p:pic>
          <p:nvPicPr>
            <p:cNvPr id="716" name="Google Shape;716;p1"/>
            <p:cNvPicPr preferRelativeResize="0"/>
            <p:nvPr/>
          </p:nvPicPr>
          <p:blipFill rotWithShape="1">
            <a:blip r:embed="rId3">
              <a:alphaModFix/>
            </a:blip>
            <a:srcRect/>
            <a:stretch/>
          </p:blipFill>
          <p:spPr>
            <a:xfrm rot="-221314">
              <a:off x="5182989" y="4117125"/>
              <a:ext cx="2062927" cy="1476725"/>
            </a:xfrm>
            <a:prstGeom prst="rect">
              <a:avLst/>
            </a:prstGeom>
            <a:noFill/>
            <a:ln>
              <a:noFill/>
            </a:ln>
            <a:effectLst>
              <a:outerShdw blurRad="57150" dist="38100" dir="5400000" algn="bl" rotWithShape="0">
                <a:srgbClr val="000000">
                  <a:alpha val="20000"/>
                </a:srgbClr>
              </a:outerShdw>
            </a:effectLst>
          </p:spPr>
        </p:pic>
        <p:pic>
          <p:nvPicPr>
            <p:cNvPr id="717" name="Google Shape;717;p1"/>
            <p:cNvPicPr preferRelativeResize="0"/>
            <p:nvPr/>
          </p:nvPicPr>
          <p:blipFill rotWithShape="1">
            <a:blip r:embed="rId4">
              <a:alphaModFix/>
            </a:blip>
            <a:srcRect/>
            <a:stretch/>
          </p:blipFill>
          <p:spPr>
            <a:xfrm rot="479442">
              <a:off x="7169932" y="4002063"/>
              <a:ext cx="1233283" cy="1711702"/>
            </a:xfrm>
            <a:prstGeom prst="rect">
              <a:avLst/>
            </a:prstGeom>
            <a:noFill/>
            <a:ln>
              <a:noFill/>
            </a:ln>
            <a:effectLst>
              <a:outerShdw blurRad="71438" dist="19050" dir="5220000" algn="bl" rotWithShape="0">
                <a:srgbClr val="000000">
                  <a:alpha val="17254"/>
                </a:srgbClr>
              </a:outerShdw>
            </a:effectLst>
          </p:spPr>
        </p:pic>
      </p:grpSp>
      <p:graphicFrame>
        <p:nvGraphicFramePr>
          <p:cNvPr id="718" name="Google Shape;718;p1"/>
          <p:cNvGraphicFramePr/>
          <p:nvPr/>
        </p:nvGraphicFramePr>
        <p:xfrm>
          <a:off x="4844200" y="1891197"/>
          <a:ext cx="3785000" cy="1678950"/>
        </p:xfrm>
        <a:graphic>
          <a:graphicData uri="http://schemas.openxmlformats.org/drawingml/2006/table">
            <a:tbl>
              <a:tblPr firstRow="1" bandRow="1">
                <a:noFill/>
                <a:tableStyleId>{206BFE88-E512-4FE4-97DC-2CE3068CD6BD}</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CCVCC (short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719" name="Google Shape;719;p1"/>
          <p:cNvSpPr txBox="1"/>
          <p:nvPr/>
        </p:nvSpPr>
        <p:spPr>
          <a:xfrm>
            <a:off x="884092" y="2640460"/>
            <a:ext cx="3882600" cy="845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000">
                <a:solidFill>
                  <a:srgbClr val="262626"/>
                </a:solidFill>
                <a:latin typeface="Poppins"/>
                <a:ea typeface="Poppins"/>
                <a:cs typeface="Poppins"/>
                <a:sym typeface="Poppins"/>
              </a:rPr>
              <a:t>CCVCC </a:t>
            </a:r>
            <a:br>
              <a:rPr lang="en-US" sz="3000">
                <a:solidFill>
                  <a:srgbClr val="262626"/>
                </a:solidFill>
                <a:latin typeface="Poppins"/>
                <a:ea typeface="Poppins"/>
                <a:cs typeface="Poppins"/>
                <a:sym typeface="Poppins"/>
              </a:rPr>
            </a:br>
            <a:r>
              <a:rPr lang="en-US" sz="3000">
                <a:solidFill>
                  <a:srgbClr val="262626"/>
                </a:solidFill>
                <a:latin typeface="Poppins"/>
                <a:ea typeface="Poppins"/>
                <a:cs typeface="Poppins"/>
                <a:sym typeface="Poppins"/>
              </a:rPr>
              <a:t>(short vowel)</a:t>
            </a:r>
            <a:endParaRPr sz="3000">
              <a:solidFill>
                <a:srgbClr val="262626"/>
              </a:solidFill>
              <a:latin typeface="Poppins"/>
              <a:ea typeface="Poppins"/>
              <a:cs typeface="Poppins"/>
              <a:sym typeface="Poppins"/>
            </a:endParaRPr>
          </a:p>
        </p:txBody>
      </p:sp>
      <p:sp>
        <p:nvSpPr>
          <p:cNvPr id="720" name="Google Shape;720;p1"/>
          <p:cNvSpPr txBox="1"/>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None/>
            </a:pPr>
            <a:r>
              <a:rPr lang="en-US" sz="2200" i="1">
                <a:solidFill>
                  <a:srgbClr val="262626"/>
                </a:solidFill>
                <a:latin typeface="Poppins"/>
                <a:ea typeface="Poppins"/>
                <a:cs typeface="Poppins"/>
                <a:sym typeface="Poppins"/>
              </a:rPr>
              <a:t>Lesson 19</a:t>
            </a:r>
            <a:endParaRPr sz="2200" i="1">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CCVCC words.</a:t>
            </a:r>
            <a:endParaRPr/>
          </a:p>
        </p:txBody>
      </p:sp>
      <p:sp>
        <p:nvSpPr>
          <p:cNvPr id="727" name="Google Shape;727;g2bee4f4af4b_0_204"/>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28" name="Google Shape;728;g2bee4f4af4b_0_204"/>
          <p:cNvSpPr txBox="1"/>
          <p:nvPr/>
        </p:nvSpPr>
        <p:spPr>
          <a:xfrm>
            <a:off x="115583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29" name="Google Shape;729;g2bee4f4af4b_0_204"/>
          <p:cNvSpPr txBox="1"/>
          <p:nvPr/>
        </p:nvSpPr>
        <p:spPr>
          <a:xfrm>
            <a:off x="353094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0" name="Google Shape;730;g2bee4f4af4b_0_204"/>
          <p:cNvSpPr txBox="1"/>
          <p:nvPr/>
        </p:nvSpPr>
        <p:spPr>
          <a:xfrm>
            <a:off x="234338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94853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2" name="Google Shape;732;g2bee4f4af4b_0_204"/>
          <p:cNvPicPr preferRelativeResize="0"/>
          <p:nvPr/>
        </p:nvPicPr>
        <p:blipFill rotWithShape="1">
          <a:blip r:embed="rId3">
            <a:alphaModFix/>
          </a:blip>
          <a:srcRect/>
          <a:stretch/>
        </p:blipFill>
        <p:spPr>
          <a:xfrm>
            <a:off x="1155831" y="4169988"/>
            <a:ext cx="813600" cy="977432"/>
          </a:xfrm>
          <a:prstGeom prst="rect">
            <a:avLst/>
          </a:prstGeom>
          <a:noFill/>
          <a:ln>
            <a:noFill/>
          </a:ln>
          <a:effectLst>
            <a:outerShdw blurRad="71438" dist="19050" dir="5220000" algn="bl" rotWithShape="0">
              <a:srgbClr val="D8D8D8"/>
            </a:outerShdw>
          </a:effectLst>
        </p:spPr>
      </p:pic>
      <p:sp>
        <p:nvSpPr>
          <p:cNvPr id="733" name="Google Shape;733;g2bee4f4af4b_0_204"/>
          <p:cNvSpPr txBox="1"/>
          <p:nvPr/>
        </p:nvSpPr>
        <p:spPr>
          <a:xfrm>
            <a:off x="3182824" y="52565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t="149" b="139"/>
          <a:stretch/>
        </p:blipFill>
        <p:spPr>
          <a:xfrm>
            <a:off x="3471754" y="4326104"/>
            <a:ext cx="931973" cy="665199"/>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2228786"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a:stretch/>
        </p:blipFill>
        <p:spPr>
          <a:xfrm>
            <a:off x="2442924" y="4232253"/>
            <a:ext cx="614525" cy="852902"/>
          </a:xfrm>
          <a:prstGeom prst="rect">
            <a:avLst/>
          </a:prstGeom>
          <a:noFill/>
          <a:ln>
            <a:noFill/>
          </a:ln>
          <a:effectLst>
            <a:outerShdw blurRad="71438" dist="19050" dir="5220000" algn="bl" rotWithShape="0">
              <a:srgbClr val="D8D8D8"/>
            </a:outerShdw>
          </a:effectLst>
        </p:spPr>
      </p:pic>
      <p:sp>
        <p:nvSpPr>
          <p:cNvPr id="737" name="Google Shape;737;g2bee4f4af4b_0_204">
            <a:hlinkClick r:id="rId6" action="ppaction://hlinksldjump"/>
          </p:cNvPr>
          <p:cNvSpPr/>
          <p:nvPr/>
        </p:nvSpPr>
        <p:spPr>
          <a:xfrm>
            <a:off x="3386170" y="3780738"/>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8" name="Google Shape;738;g2bee4f4af4b_0_204">
            <a:hlinkClick r:id="rId7" action="ppaction://hlinksldjump"/>
          </p:cNvPr>
          <p:cNvSpPr/>
          <p:nvPr/>
        </p:nvSpPr>
        <p:spPr>
          <a:xfrm>
            <a:off x="2356569" y="375760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9" name="Google Shape;739;g2bee4f4af4b_0_204">
            <a:hlinkClick r:id="rId8" action="ppaction://hlinksldjump"/>
          </p:cNvPr>
          <p:cNvSpPr/>
          <p:nvPr/>
        </p:nvSpPr>
        <p:spPr>
          <a:xfrm>
            <a:off x="1063305"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6" name="Google Shape;746;g26b641b03cd_0_165"/>
          <p:cNvGrpSpPr/>
          <p:nvPr/>
        </p:nvGrpSpPr>
        <p:grpSpPr>
          <a:xfrm>
            <a:off x="930400" y="2129444"/>
            <a:ext cx="7283200" cy="3724851"/>
            <a:chOff x="930400" y="2129444"/>
            <a:chExt cx="7283200" cy="3724851"/>
          </a:xfrm>
        </p:grpSpPr>
        <p:pic>
          <p:nvPicPr>
            <p:cNvPr id="747" name="Google Shape;747;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6" name="Google Shape;77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6" name="Google Shape;78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1" name="Google Shape;811;g26b7edf6e71_0_109"/>
          <p:cNvGrpSpPr/>
          <p:nvPr/>
        </p:nvGrpSpPr>
        <p:grpSpPr>
          <a:xfrm>
            <a:off x="865957" y="2135925"/>
            <a:ext cx="7282807" cy="2686611"/>
            <a:chOff x="867357" y="2129450"/>
            <a:chExt cx="7282807" cy="2686611"/>
          </a:xfrm>
        </p:grpSpPr>
        <p:pic>
          <p:nvPicPr>
            <p:cNvPr id="812" name="Google Shape;812;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2" name="Google Shape;832;g2c298d33e0c_0_6"/>
          <p:cNvGrpSpPr/>
          <p:nvPr/>
        </p:nvGrpSpPr>
        <p:grpSpPr>
          <a:xfrm>
            <a:off x="868300" y="2129450"/>
            <a:ext cx="7281864" cy="2684601"/>
            <a:chOff x="868300" y="2129450"/>
            <a:chExt cx="7281864" cy="2684601"/>
          </a:xfrm>
        </p:grpSpPr>
        <p:pic>
          <p:nvPicPr>
            <p:cNvPr id="833" name="Google Shape;833;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7" name="Google Shape;837;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a:t>
            </a:r>
            <a:r>
              <a:rPr lang="en-US">
                <a:solidFill>
                  <a:schemeClr val="dk1"/>
                </a:solidFill>
              </a:rPr>
              <a:t>.</a:t>
            </a:r>
            <a:endParaRPr/>
          </a:p>
        </p:txBody>
      </p:sp>
      <p:pic>
        <p:nvPicPr>
          <p:cNvPr id="867" name="Google Shape;867;g26b94af6077_0_0"/>
          <p:cNvPicPr preferRelativeResize="0"/>
          <p:nvPr/>
        </p:nvPicPr>
        <p:blipFill rotWithShape="1">
          <a:blip r:embed="rId3">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68" name="Google Shape;868;g26b94af6077_0_0"/>
          <p:cNvPicPr preferRelativeResize="0"/>
          <p:nvPr/>
        </p:nvPicPr>
        <p:blipFill rotWithShape="1">
          <a:blip r:embed="rId4">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50"/>
              </a:srgbClr>
            </a:outerShdw>
          </a:effectLst>
        </p:spPr>
      </p:pic>
      <p:pic>
        <p:nvPicPr>
          <p:cNvPr id="869" name="Google Shape;869;g26b94af6077_0_0"/>
          <p:cNvPicPr preferRelativeResize="0"/>
          <p:nvPr/>
        </p:nvPicPr>
        <p:blipFill rotWithShape="1">
          <a:blip r:embed="rId5">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0" name="Google Shape;870;g26b94af6077_0_0"/>
          <p:cNvPicPr preferRelativeResize="0"/>
          <p:nvPr/>
        </p:nvPicPr>
        <p:blipFill rotWithShape="1">
          <a:blip r:embed="rId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1" name="Google Shape;871;g26b94af6077_0_0"/>
          <p:cNvPicPr preferRelativeResize="0"/>
          <p:nvPr/>
        </p:nvPicPr>
        <p:blipFill rotWithShape="1">
          <a:blip r:embed="rId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2" name="Google Shape;872;g26b94af6077_0_0"/>
          <p:cNvPicPr preferRelativeResize="0"/>
          <p:nvPr/>
        </p:nvPicPr>
        <p:blipFill rotWithShape="1">
          <a:blip r:embed="rId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10">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1" name="Google Shape;881;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2" name="Google Shape;882;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7"/>
        <p:cNvGrpSpPr/>
        <p:nvPr/>
      </p:nvGrpSpPr>
      <p:grpSpPr>
        <a:xfrm>
          <a:off x="0" y="0"/>
          <a:ext cx="0" cy="0"/>
          <a:chOff x="0" y="0"/>
          <a:chExt cx="0" cy="0"/>
        </a:xfrm>
      </p:grpSpPr>
      <p:sp>
        <p:nvSpPr>
          <p:cNvPr id="888" name="Google Shape;88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89" name="Google Shape;88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0" name="Google Shape;89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7" name="Google Shape;897;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8" name="Google Shape;898;g2c4feb0fda9_1_0"/>
          <p:cNvSpPr/>
          <p:nvPr/>
        </p:nvSpPr>
        <p:spPr>
          <a:xfrm>
            <a:off x="4508121"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9" name="Google Shape;899;g2c4feb0fda9_1_0"/>
          <p:cNvSpPr/>
          <p:nvPr/>
        </p:nvSpPr>
        <p:spPr>
          <a:xfrm>
            <a:off x="517884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0" name="Google Shape;900;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1" name="Google Shape;901;g2c4feb0fda9_1_0"/>
          <p:cNvSpPr txBox="1">
            <a:spLocks noGrp="1"/>
          </p:cNvSpPr>
          <p:nvPr>
            <p:ph type="subTitle" idx="4294967295"/>
          </p:nvPr>
        </p:nvSpPr>
        <p:spPr>
          <a:xfrm>
            <a:off x="460919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02" name="Google Shape;902;g2c4feb0fda9_1_0"/>
          <p:cNvSpPr txBox="1">
            <a:spLocks noGrp="1"/>
          </p:cNvSpPr>
          <p:nvPr>
            <p:ph type="subTitle" idx="4294967295"/>
          </p:nvPr>
        </p:nvSpPr>
        <p:spPr>
          <a:xfrm>
            <a:off x="2281282" y="1308025"/>
            <a:ext cx="2431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903" name="Google Shape;903;g2c4feb0fda9_1_0"/>
          <p:cNvSpPr txBox="1">
            <a:spLocks noGrp="1"/>
          </p:cNvSpPr>
          <p:nvPr>
            <p:ph type="subTitle" idx="4294967295"/>
          </p:nvPr>
        </p:nvSpPr>
        <p:spPr>
          <a:xfrm>
            <a:off x="393844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904" name="Google Shape;904;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6" name="Google Shape;906;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0" name="Google Shape;910;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1" name="Google Shape;911;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2" name="Google Shape;912;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3" name="Google Shape;913;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4" name="Google Shape;914;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5" name="Google Shape;915;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6" name="Google Shape;916;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7" name="Google Shape;917;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8" name="Google Shape;918;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0" name="Google Shape;920;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1" name="Google Shape;921;g2c4feb0fda9_1_0"/>
          <p:cNvSpPr/>
          <p:nvPr/>
        </p:nvSpPr>
        <p:spPr>
          <a:xfrm>
            <a:off x="590296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2" name="Google Shape;922;g2c4feb0fda9_1_0"/>
          <p:cNvSpPr txBox="1">
            <a:spLocks noGrp="1"/>
          </p:cNvSpPr>
          <p:nvPr>
            <p:ph type="subTitle" idx="4294967295"/>
          </p:nvPr>
        </p:nvSpPr>
        <p:spPr>
          <a:xfrm>
            <a:off x="533331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23" name="Google Shape;923;g2c4feb0fda9_1_0"/>
          <p:cNvSpPr/>
          <p:nvPr/>
        </p:nvSpPr>
        <p:spPr>
          <a:xfrm>
            <a:off x="2776882" y="4011900"/>
            <a:ext cx="1440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d064119267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0" name="Google Shape;930;g2d064119267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1" name="Google Shape;931;g2d064119267_0_10"/>
          <p:cNvSpPr/>
          <p:nvPr/>
        </p:nvSpPr>
        <p:spPr>
          <a:xfrm>
            <a:off x="418655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2" name="Google Shape;932;g2d064119267_0_10"/>
          <p:cNvSpPr/>
          <p:nvPr/>
        </p:nvSpPr>
        <p:spPr>
          <a:xfrm>
            <a:off x="26091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3" name="Google Shape;933;g2d064119267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4" name="Google Shape;934;g2d064119267_0_10"/>
          <p:cNvSpPr txBox="1">
            <a:spLocks noGrp="1"/>
          </p:cNvSpPr>
          <p:nvPr>
            <p:ph type="subTitle" idx="4294967295"/>
          </p:nvPr>
        </p:nvSpPr>
        <p:spPr>
          <a:xfrm>
            <a:off x="20395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35" name="Google Shape;935;g2d064119267_0_10"/>
          <p:cNvSpPr txBox="1">
            <a:spLocks noGrp="1"/>
          </p:cNvSpPr>
          <p:nvPr>
            <p:ph type="subTitle" idx="4294967295"/>
          </p:nvPr>
        </p:nvSpPr>
        <p:spPr>
          <a:xfrm>
            <a:off x="4672700" y="1308025"/>
            <a:ext cx="24318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sh</a:t>
            </a:r>
            <a:endParaRPr sz="15000" b="0" i="0" u="none" strike="noStrike" cap="none">
              <a:solidFill>
                <a:srgbClr val="FFD400"/>
              </a:solidFill>
              <a:latin typeface="Jost"/>
              <a:ea typeface="Jost"/>
              <a:cs typeface="Jost"/>
              <a:sym typeface="Jost"/>
            </a:endParaRPr>
          </a:p>
        </p:txBody>
      </p:sp>
      <p:sp>
        <p:nvSpPr>
          <p:cNvPr id="936" name="Google Shape;936;g2d064119267_0_10"/>
          <p:cNvSpPr txBox="1">
            <a:spLocks noGrp="1"/>
          </p:cNvSpPr>
          <p:nvPr>
            <p:ph type="subTitle" idx="4294967295"/>
          </p:nvPr>
        </p:nvSpPr>
        <p:spPr>
          <a:xfrm>
            <a:off x="3616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37" name="Google Shape;937;g2d064119267_0_1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d064119267_0_1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d064119267_0_1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64119267_0_1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64119267_0_1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64119267_0_1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3" name="Google Shape;943;g2d064119267_0_1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4" name="Google Shape;944;g2d064119267_0_1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5" name="Google Shape;945;g2d064119267_0_1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6" name="Google Shape;946;g2d064119267_0_1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7" name="Google Shape;947;g2d064119267_0_1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8" name="Google Shape;948;g2d064119267_0_1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9" name="Google Shape;949;g2d064119267_0_1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0" name="Google Shape;950;g2d064119267_0_1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d064119267_0_1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064119267_0_1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3" name="Google Shape;953;g2d064119267_0_1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4" name="Google Shape;954;g2d064119267_0_10"/>
          <p:cNvSpPr/>
          <p:nvPr/>
        </p:nvSpPr>
        <p:spPr>
          <a:xfrm>
            <a:off x="32949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64119267_0_10"/>
          <p:cNvSpPr txBox="1">
            <a:spLocks noGrp="1"/>
          </p:cNvSpPr>
          <p:nvPr>
            <p:ph type="subTitle" idx="4294967295"/>
          </p:nvPr>
        </p:nvSpPr>
        <p:spPr>
          <a:xfrm>
            <a:off x="2725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56" name="Google Shape;956;g2d064119267_0_10"/>
          <p:cNvSpPr/>
          <p:nvPr/>
        </p:nvSpPr>
        <p:spPr>
          <a:xfrm>
            <a:off x="5168300" y="4011900"/>
            <a:ext cx="1440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g2d064119267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3" name="Google Shape;963;g2d064119267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4" name="Google Shape;964;g2d064119267_0_42"/>
          <p:cNvSpPr/>
          <p:nvPr/>
        </p:nvSpPr>
        <p:spPr>
          <a:xfrm>
            <a:off x="253072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5" name="Google Shape;965;g2d064119267_0_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6" name="Google Shape;966;g2d064119267_0_42"/>
          <p:cNvSpPr txBox="1">
            <a:spLocks noGrp="1"/>
          </p:cNvSpPr>
          <p:nvPr>
            <p:ph type="subTitle" idx="4294967295"/>
          </p:nvPr>
        </p:nvSpPr>
        <p:spPr>
          <a:xfrm>
            <a:off x="196107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967" name="Google Shape;967;g2d064119267_0_4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8" name="Google Shape;968;g2d064119267_0_4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64119267_0_4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64119267_0_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d064119267_0_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d064119267_0_4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3" name="Google Shape;973;g2d064119267_0_4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4" name="Google Shape;974;g2d064119267_0_4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5" name="Google Shape;975;g2d064119267_0_4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6" name="Google Shape;976;g2d064119267_0_4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7" name="Google Shape;977;g2d064119267_0_42"/>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8" name="Google Shape;978;g2d064119267_0_4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9" name="Google Shape;979;g2d064119267_0_4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0" name="Google Shape;980;g2d064119267_0_4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1" name="Google Shape;981;g2d064119267_0_42"/>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d064119267_0_4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3" name="Google Shape;983;g2d064119267_0_4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4" name="Google Shape;984;g2d064119267_0_42"/>
          <p:cNvSpPr/>
          <p:nvPr/>
        </p:nvSpPr>
        <p:spPr>
          <a:xfrm>
            <a:off x="3368928"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d064119267_0_42"/>
          <p:cNvSpPr txBox="1">
            <a:spLocks noGrp="1"/>
          </p:cNvSpPr>
          <p:nvPr>
            <p:ph type="subTitle" idx="4294967295"/>
          </p:nvPr>
        </p:nvSpPr>
        <p:spPr>
          <a:xfrm>
            <a:off x="2799278"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986" name="Google Shape;986;g2d064119267_0_42"/>
          <p:cNvSpPr/>
          <p:nvPr/>
        </p:nvSpPr>
        <p:spPr>
          <a:xfrm>
            <a:off x="421917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7" name="Google Shape;987;g2d064119267_0_42"/>
          <p:cNvSpPr/>
          <p:nvPr/>
        </p:nvSpPr>
        <p:spPr>
          <a:xfrm>
            <a:off x="523257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d064119267_0_42"/>
          <p:cNvSpPr txBox="1"/>
          <p:nvPr/>
        </p:nvSpPr>
        <p:spPr>
          <a:xfrm>
            <a:off x="466292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89" name="Google Shape;989;g2d064119267_0_42"/>
          <p:cNvSpPr/>
          <p:nvPr/>
        </p:nvSpPr>
        <p:spPr>
          <a:xfrm>
            <a:off x="622317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d064119267_0_42"/>
          <p:cNvSpPr txBox="1"/>
          <p:nvPr/>
        </p:nvSpPr>
        <p:spPr>
          <a:xfrm>
            <a:off x="5653522"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5000"/>
              <a:buFont typeface="Arial"/>
              <a:buNone/>
            </a:pPr>
            <a:r>
              <a:rPr lang="en-US" sz="15000" b="0" i="0" u="none" strike="noStrike" cap="none">
                <a:solidFill>
                  <a:srgbClr val="2356AF"/>
                </a:solidFill>
                <a:latin typeface="Jost"/>
                <a:ea typeface="Jost"/>
                <a:cs typeface="Jost"/>
                <a:sym typeface="Jost"/>
              </a:rPr>
              <a:t>k</a:t>
            </a:r>
            <a:endParaRPr sz="15000" b="0" i="0" u="none" strike="noStrike" cap="none">
              <a:solidFill>
                <a:srgbClr val="2356AF"/>
              </a:solidFill>
              <a:latin typeface="Jost"/>
              <a:ea typeface="Jost"/>
              <a:cs typeface="Jost"/>
              <a:sym typeface="Jost"/>
            </a:endParaRPr>
          </a:p>
        </p:txBody>
      </p:sp>
      <p:sp>
        <p:nvSpPr>
          <p:cNvPr id="991" name="Google Shape;991;g2d064119267_0_42"/>
          <p:cNvSpPr txBox="1"/>
          <p:nvPr/>
        </p:nvSpPr>
        <p:spPr>
          <a:xfrm>
            <a:off x="3472844"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98" name="Google Shape;99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99" name="Google Shape;99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6" name="Google Shape;100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7" name="Google Shape;1007;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08" name="Google Shape;100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5" name="Google Shape;101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6" name="Google Shape;101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7" name="Google Shape;101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4" name="Google Shape;102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5" name="Google Shape;102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6" name="Google Shape;102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3" name="Google Shape;103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4" name="Google Shape;103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5" name="Google Shape;103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g26b641b03cd_0_301"/>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2" name="Google Shape;104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3" name="Google Shape;1043;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4" name="Google Shape;1044;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g2d064119267_0_82"/>
          <p:cNvSpPr txBox="1">
            <a:spLocks noGrp="1"/>
          </p:cNvSpPr>
          <p:nvPr>
            <p:ph type="title"/>
          </p:nvPr>
        </p:nvSpPr>
        <p:spPr>
          <a:xfrm>
            <a:off x="954400" y="5568500"/>
            <a:ext cx="72351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1" name="Google Shape;1051;g2d064119267_0_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2" name="Google Shape;1052;g2d064119267_0_82"/>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3" name="Google Shape;1053;g2d064119267_0_8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g2d064119267_0_74"/>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0" name="Google Shape;1060;g2d064119267_0_7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1" name="Google Shape;1061;g2d064119267_0_74"/>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2" name="Google Shape;1062;g2d064119267_0_7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6b641b03cd_0_308"/>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9" name="Google Shape;106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0" name="Google Shape;1070;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1" name="Google Shape;107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78" name="Google Shape;1078;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79" name="Google Shape;1079;g1f3daf8a844_0_64"/>
          <p:cNvGrpSpPr/>
          <p:nvPr/>
        </p:nvGrpSpPr>
        <p:grpSpPr>
          <a:xfrm>
            <a:off x="3024000" y="209875"/>
            <a:ext cx="3096000" cy="454800"/>
            <a:chOff x="3024000" y="209875"/>
            <a:chExt cx="3096000" cy="454800"/>
          </a:xfrm>
        </p:grpSpPr>
        <p:sp>
          <p:nvSpPr>
            <p:cNvPr id="1080" name="Google Shape;1080;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2" name="Google Shape;1082;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3" name="Google Shape;1083;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4" name="Google Shape;1084;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5" name="Google Shape;1085;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6" name="Google Shape;1086;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87" name="Google Shape;1087;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88" name="Google Shape;1088;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89" name="Google Shape;1089;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0" name="Google Shape;1090;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91" name="Google Shape;1091;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94" name="Google Shape;1094;g1f3daf8a844_0_64"/>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FFD403"/>
              </a:solidFill>
              <a:latin typeface="Jost"/>
              <a:ea typeface="Jost"/>
              <a:cs typeface="Jost"/>
              <a:sym typeface="Jost"/>
            </a:endParaRPr>
          </a:p>
        </p:txBody>
      </p:sp>
      <p:sp>
        <p:nvSpPr>
          <p:cNvPr id="1095" name="Google Shape;1095;g1f3daf8a844_0_64"/>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7" name="Google Shape;1097;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00904D"/>
              </a:solidFill>
              <a:latin typeface="Jost"/>
              <a:ea typeface="Jost"/>
              <a:cs typeface="Jost"/>
              <a:sym typeface="Jost"/>
            </a:endParaRPr>
          </a:p>
        </p:txBody>
      </p:sp>
      <p:cxnSp>
        <p:nvCxnSpPr>
          <p:cNvPr id="1098" name="Google Shape;109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9" name="Google Shape;1099;g1f3daf8a844_0_64"/>
          <p:cNvSpPr txBox="1"/>
          <p:nvPr/>
        </p:nvSpPr>
        <p:spPr>
          <a:xfrm>
            <a:off x="1148613" y="219804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53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g2d064119267_0_9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06" name="Google Shape;1106;g2d064119267_0_9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07" name="Google Shape;1107;g2d064119267_0_91"/>
          <p:cNvGrpSpPr/>
          <p:nvPr/>
        </p:nvGrpSpPr>
        <p:grpSpPr>
          <a:xfrm>
            <a:off x="3024000" y="209875"/>
            <a:ext cx="3096000" cy="454800"/>
            <a:chOff x="3024000" y="209875"/>
            <a:chExt cx="3096000" cy="454800"/>
          </a:xfrm>
        </p:grpSpPr>
        <p:sp>
          <p:nvSpPr>
            <p:cNvPr id="1108" name="Google Shape;1108;g2d064119267_0_91"/>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9" name="Google Shape;1109;g2d064119267_0_91"/>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0" name="Google Shape;1110;g2d064119267_0_91"/>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1" name="Google Shape;1111;g2d064119267_0_91"/>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stunt 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mp trend trunk trust</a:t>
            </a:r>
            <a:endParaRPr sz="1800" b="0" i="0" u="none" strike="noStrike" cap="none">
              <a:solidFill>
                <a:srgbClr val="B7B7B7"/>
              </a:solidFill>
              <a:latin typeface="Jost"/>
              <a:ea typeface="Jost"/>
              <a:cs typeface="Jost"/>
              <a:sym typeface="Jost"/>
            </a:endParaRPr>
          </a:p>
        </p:txBody>
      </p:sp>
      <p:cxnSp>
        <p:nvCxnSpPr>
          <p:cNvPr id="1112" name="Google Shape;1112;g2d064119267_0_91"/>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3" name="Google Shape;1113;g2d064119267_0_91"/>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2d064119267_0_91"/>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d064119267_0_91"/>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6" name="Google Shape;1116;g2d064119267_0_91"/>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17" name="Google Shape;1117;g2d064119267_0_91"/>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8" name="Google Shape;1118;g2d064119267_0_91"/>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19" name="Google Shape;1119;g2d064119267_0_91"/>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20" name="Google Shape;1120;g2d064119267_0_91"/>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21" name="Google Shape;1121;g2d064119267_0_91"/>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22" name="Google Shape;1122;g2d064119267_0_91"/>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3" name="Google Shape;1123;g2d064119267_0_91"/>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4" name="Google Shape;1124;g2d064119267_0_91"/>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25" name="Google Shape;1125;g2d064119267_0_91"/>
          <p:cNvSpPr txBox="1"/>
          <p:nvPr/>
        </p:nvSpPr>
        <p:spPr>
          <a:xfrm>
            <a:off x="57925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FFD403"/>
              </a:solidFill>
              <a:latin typeface="Jost"/>
              <a:ea typeface="Jost"/>
              <a:cs typeface="Jost"/>
              <a:sym typeface="Jost"/>
            </a:endParaRPr>
          </a:p>
        </p:txBody>
      </p:sp>
      <p:sp>
        <p:nvSpPr>
          <p:cNvPr id="1126" name="Google Shape;1126;g2d064119267_0_91"/>
          <p:cNvSpPr txBox="1"/>
          <p:nvPr/>
        </p:nvSpPr>
        <p:spPr>
          <a:xfrm>
            <a:off x="34868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7" name="Google Shape;1127;g2d064119267_0_91"/>
          <p:cNvSpPr txBox="1"/>
          <p:nvPr/>
        </p:nvSpPr>
        <p:spPr>
          <a:xfrm>
            <a:off x="46396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28" name="Google Shape;1128;g2d064119267_0_91"/>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00904D"/>
              </a:solidFill>
              <a:latin typeface="Jost"/>
              <a:ea typeface="Jost"/>
              <a:cs typeface="Jost"/>
              <a:sym typeface="Jost"/>
            </a:endParaRPr>
          </a:p>
        </p:txBody>
      </p:sp>
      <p:sp>
        <p:nvSpPr>
          <p:cNvPr id="1129" name="Google Shape;1129;g2d064119267_0_91"/>
          <p:cNvSpPr txBox="1"/>
          <p:nvPr/>
        </p:nvSpPr>
        <p:spPr>
          <a:xfrm>
            <a:off x="1148613" y="2198047"/>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53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484</Words>
  <Application>Microsoft Office PowerPoint</Application>
  <PresentationFormat>On-screen Show (4:3)</PresentationFormat>
  <Paragraphs>155</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Poppins Medium</vt:lpstr>
      <vt:lpstr>Calibri</vt:lpstr>
      <vt:lpstr>Jost</vt:lpstr>
      <vt:lpstr>Arial</vt:lpstr>
      <vt:lpstr>Poppins</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2026-05-20T01:14:14Z</dcterms:modified>
</cp:coreProperties>
</file>