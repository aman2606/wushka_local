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6858000" cy="9144000"/>
  <p:embeddedFontLst>
    <p:embeddedFont>
      <p:font typeface="Jost" panose="020B0604020202020204" charset="0"/>
      <p:regular r:id="rId31"/>
      <p:bold r:id="rId32"/>
      <p:italic r:id="rId33"/>
      <p:boldItalic r:id="rId34"/>
    </p:embeddedFont>
    <p:embeddedFont>
      <p:font typeface="Nunito Black" pitchFamily="2" charset="0"/>
      <p:bold r:id="rId35"/>
      <p:boldItalic r:id="rId36"/>
    </p:embeddedFont>
    <p:embeddedFont>
      <p:font typeface="Poppins" panose="00000500000000000000" pitchFamily="2" charset="0"/>
      <p:regular r:id="rId37"/>
      <p:bold r:id="rId38"/>
      <p:italic r:id="rId39"/>
      <p:boldItalic r:id="rId40"/>
    </p:embeddedFont>
    <p:embeddedFont>
      <p:font typeface="Poppins Medium" panose="00000600000000000000" pitchFamily="2" charset="0"/>
      <p:regular r:id="rId41"/>
      <p:bold r:id="rId42"/>
      <p:italic r:id="rId43"/>
      <p:boldItalic r:id="rId44"/>
    </p:embeddedFont>
    <p:embeddedFont>
      <p:font typeface="Poppins SemiBold" panose="00000700000000000000"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99ujGVqz2hQKKXcLnZoTpsUgjI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F34B8A2-E739-4B1C-A1A9-82B4BC833D1C}">
  <a:tblStyle styleId="{8F34B8A2-E739-4B1C-A1A9-82B4BC833D1C}"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5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8" name="Google Shape;828;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9" name="Google Shape;849;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4" name="Google Shape;884;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5" name="Google Shape;925;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6" name="Google Shape;926;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2cdbdd193bb_0_3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g2cdbdd193bb_0_3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g2cdbdd193bb_0_3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8" name="Google Shape;978;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0" name="Google Shape;990;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1" name="Google Shape;991;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7" name="Google Shape;997;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8" name="Google Shape;998;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273c50e431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g273c50e431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8" name="Google Shape;1038;g273c50e431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2" name="Google Shape;107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3" name="Google Shape;107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9" name="Google Shape;1079;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0" name="Google Shape;1080;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8" name="Google Shape;1088;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9" name="Google Shape;1089;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7" name="Google Shape;1097;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8" name="Google Shape;1098;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6" name="Google Shape;1106;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7" name="Google Shape;1107;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3"/>
        <p:cNvGrpSpPr/>
        <p:nvPr/>
      </p:nvGrpSpPr>
      <p:grpSpPr>
        <a:xfrm>
          <a:off x="0" y="0"/>
          <a:ext cx="0" cy="0"/>
          <a:chOff x="0" y="0"/>
          <a:chExt cx="0" cy="0"/>
        </a:xfrm>
      </p:grpSpPr>
      <p:sp>
        <p:nvSpPr>
          <p:cNvPr id="1114" name="Google Shape;1114;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5" name="Google Shape;1115;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6" name="Google Shape;1116;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4" name="Google Shape;1124;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5" name="Google Shape;1125;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1"/>
        <p:cNvGrpSpPr/>
        <p:nvPr/>
      </p:nvGrpSpPr>
      <p:grpSpPr>
        <a:xfrm>
          <a:off x="0" y="0"/>
          <a:ext cx="0" cy="0"/>
          <a:chOff x="0" y="0"/>
          <a:chExt cx="0" cy="0"/>
        </a:xfrm>
      </p:grpSpPr>
      <p:sp>
        <p:nvSpPr>
          <p:cNvPr id="1132" name="Google Shape;1132;g2741437d355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3" name="Google Shape;1133;g2741437d355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4" name="Google Shape;1134;g2741437d355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g2741437d355_0_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2" name="Google Shape;1142;g2741437d355_0_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3" name="Google Shape;1143;g2741437d355_0_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1" name="Google Shape;1151;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2" name="Google Shape;1152;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g273c50e431a_0_6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5" name="Google Shape;1185;g273c50e431a_0_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6" name="Google Shape;1186;g273c50e431a_0_6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8860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/i/ - y</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11.3 - Wednesday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53</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image" Target="../media/image6.png"/><Relationship Id="rId7" Type="http://schemas.openxmlformats.org/officeDocument/2006/relationships/slide" Target="slide1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23.xml"/><Relationship Id="rId4" Type="http://schemas.openxmlformats.org/officeDocument/2006/relationships/image" Target="../media/image7.png"/><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10.png"/><Relationship Id="rId21" Type="http://schemas.openxmlformats.org/officeDocument/2006/relationships/image" Target="../media/image27.png"/><Relationship Id="rId7" Type="http://schemas.openxmlformats.org/officeDocument/2006/relationships/image" Target="../media/image6.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2.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1.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7.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100.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9.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1.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18" Type="http://schemas.openxmlformats.org/officeDocument/2006/relationships/image" Target="../media/image117.png"/><Relationship Id="rId26" Type="http://schemas.openxmlformats.org/officeDocument/2006/relationships/image" Target="../media/image125.png"/><Relationship Id="rId3" Type="http://schemas.openxmlformats.org/officeDocument/2006/relationships/image" Target="../media/image102.png"/><Relationship Id="rId21" Type="http://schemas.openxmlformats.org/officeDocument/2006/relationships/image" Target="../media/image120.png"/><Relationship Id="rId7" Type="http://schemas.openxmlformats.org/officeDocument/2006/relationships/image" Target="../media/image106.png"/><Relationship Id="rId12" Type="http://schemas.openxmlformats.org/officeDocument/2006/relationships/image" Target="../media/image111.png"/><Relationship Id="rId17" Type="http://schemas.openxmlformats.org/officeDocument/2006/relationships/image" Target="../media/image116.png"/><Relationship Id="rId25" Type="http://schemas.openxmlformats.org/officeDocument/2006/relationships/image" Target="../media/image124.png"/><Relationship Id="rId2" Type="http://schemas.openxmlformats.org/officeDocument/2006/relationships/notesSlide" Target="../notesSlides/notesSlide6.xml"/><Relationship Id="rId16" Type="http://schemas.openxmlformats.org/officeDocument/2006/relationships/image" Target="../media/image115.png"/><Relationship Id="rId20" Type="http://schemas.openxmlformats.org/officeDocument/2006/relationships/image" Target="../media/image119.png"/><Relationship Id="rId1" Type="http://schemas.openxmlformats.org/officeDocument/2006/relationships/slideLayout" Target="../slideLayouts/slideLayout3.xml"/><Relationship Id="rId6" Type="http://schemas.openxmlformats.org/officeDocument/2006/relationships/image" Target="../media/image105.png"/><Relationship Id="rId11" Type="http://schemas.openxmlformats.org/officeDocument/2006/relationships/image" Target="../media/image110.png"/><Relationship Id="rId24" Type="http://schemas.openxmlformats.org/officeDocument/2006/relationships/image" Target="../media/image123.png"/><Relationship Id="rId5" Type="http://schemas.openxmlformats.org/officeDocument/2006/relationships/image" Target="../media/image104.png"/><Relationship Id="rId15" Type="http://schemas.openxmlformats.org/officeDocument/2006/relationships/image" Target="../media/image114.png"/><Relationship Id="rId23" Type="http://schemas.openxmlformats.org/officeDocument/2006/relationships/image" Target="../media/image122.png"/><Relationship Id="rId28" Type="http://schemas.openxmlformats.org/officeDocument/2006/relationships/image" Target="../media/image127.png"/><Relationship Id="rId10" Type="http://schemas.openxmlformats.org/officeDocument/2006/relationships/image" Target="../media/image109.png"/><Relationship Id="rId19" Type="http://schemas.openxmlformats.org/officeDocument/2006/relationships/image" Target="../media/image118.png"/><Relationship Id="rId4" Type="http://schemas.openxmlformats.org/officeDocument/2006/relationships/image" Target="../media/image103.png"/><Relationship Id="rId9" Type="http://schemas.openxmlformats.org/officeDocument/2006/relationships/image" Target="../media/image108.png"/><Relationship Id="rId14" Type="http://schemas.openxmlformats.org/officeDocument/2006/relationships/image" Target="../media/image113.png"/><Relationship Id="rId22" Type="http://schemas.openxmlformats.org/officeDocument/2006/relationships/image" Target="../media/image121.png"/><Relationship Id="rId27" Type="http://schemas.openxmlformats.org/officeDocument/2006/relationships/image" Target="../media/image126.png"/></Relationships>
</file>

<file path=ppt/slides/_rels/slide7.xml.rels><?xml version="1.0" encoding="UTF-8" standalone="yes"?>
<Relationships xmlns="http://schemas.openxmlformats.org/package/2006/relationships"><Relationship Id="rId8" Type="http://schemas.openxmlformats.org/officeDocument/2006/relationships/image" Target="../media/image133.png"/><Relationship Id="rId13" Type="http://schemas.openxmlformats.org/officeDocument/2006/relationships/image" Target="../media/image138.png"/><Relationship Id="rId3" Type="http://schemas.openxmlformats.org/officeDocument/2006/relationships/image" Target="../media/image128.png"/><Relationship Id="rId7" Type="http://schemas.openxmlformats.org/officeDocument/2006/relationships/image" Target="../media/image132.png"/><Relationship Id="rId12" Type="http://schemas.openxmlformats.org/officeDocument/2006/relationships/image" Target="../media/image137.png"/><Relationship Id="rId2" Type="http://schemas.openxmlformats.org/officeDocument/2006/relationships/notesSlide" Target="../notesSlides/notesSlide7.xml"/><Relationship Id="rId16" Type="http://schemas.openxmlformats.org/officeDocument/2006/relationships/image" Target="../media/image141.png"/><Relationship Id="rId1" Type="http://schemas.openxmlformats.org/officeDocument/2006/relationships/slideLayout" Target="../slideLayouts/slideLayout3.xml"/><Relationship Id="rId6" Type="http://schemas.openxmlformats.org/officeDocument/2006/relationships/image" Target="../media/image131.png"/><Relationship Id="rId11" Type="http://schemas.openxmlformats.org/officeDocument/2006/relationships/image" Target="../media/image136.png"/><Relationship Id="rId5" Type="http://schemas.openxmlformats.org/officeDocument/2006/relationships/image" Target="../media/image130.png"/><Relationship Id="rId15" Type="http://schemas.openxmlformats.org/officeDocument/2006/relationships/image" Target="../media/image140.png"/><Relationship Id="rId10" Type="http://schemas.openxmlformats.org/officeDocument/2006/relationships/image" Target="../media/image135.png"/><Relationship Id="rId4" Type="http://schemas.openxmlformats.org/officeDocument/2006/relationships/image" Target="../media/image129.png"/><Relationship Id="rId9" Type="http://schemas.openxmlformats.org/officeDocument/2006/relationships/image" Target="../media/image134.png"/><Relationship Id="rId14" Type="http://schemas.openxmlformats.org/officeDocument/2006/relationships/image" Target="../media/image139.png"/></Relationships>
</file>

<file path=ppt/slides/_rels/slide8.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52.png"/><Relationship Id="rId18" Type="http://schemas.openxmlformats.org/officeDocument/2006/relationships/image" Target="../media/image157.png"/><Relationship Id="rId26" Type="http://schemas.openxmlformats.org/officeDocument/2006/relationships/image" Target="../media/image165.png"/><Relationship Id="rId3" Type="http://schemas.openxmlformats.org/officeDocument/2006/relationships/image" Target="../media/image142.png"/><Relationship Id="rId21" Type="http://schemas.openxmlformats.org/officeDocument/2006/relationships/image" Target="../media/image160.png"/><Relationship Id="rId7" Type="http://schemas.openxmlformats.org/officeDocument/2006/relationships/image" Target="../media/image146.png"/><Relationship Id="rId12" Type="http://schemas.openxmlformats.org/officeDocument/2006/relationships/image" Target="../media/image151.png"/><Relationship Id="rId17" Type="http://schemas.openxmlformats.org/officeDocument/2006/relationships/image" Target="../media/image156.png"/><Relationship Id="rId25" Type="http://schemas.openxmlformats.org/officeDocument/2006/relationships/image" Target="../media/image164.png"/><Relationship Id="rId2" Type="http://schemas.openxmlformats.org/officeDocument/2006/relationships/notesSlide" Target="../notesSlides/notesSlide8.xml"/><Relationship Id="rId16" Type="http://schemas.openxmlformats.org/officeDocument/2006/relationships/image" Target="../media/image155.png"/><Relationship Id="rId20" Type="http://schemas.openxmlformats.org/officeDocument/2006/relationships/image" Target="../media/image159.png"/><Relationship Id="rId29" Type="http://schemas.openxmlformats.org/officeDocument/2006/relationships/image" Target="../media/image168.png"/><Relationship Id="rId1" Type="http://schemas.openxmlformats.org/officeDocument/2006/relationships/slideLayout" Target="../slideLayouts/slideLayout3.xml"/><Relationship Id="rId6" Type="http://schemas.openxmlformats.org/officeDocument/2006/relationships/image" Target="../media/image145.png"/><Relationship Id="rId11" Type="http://schemas.openxmlformats.org/officeDocument/2006/relationships/image" Target="../media/image150.png"/><Relationship Id="rId24" Type="http://schemas.openxmlformats.org/officeDocument/2006/relationships/image" Target="../media/image163.png"/><Relationship Id="rId5" Type="http://schemas.openxmlformats.org/officeDocument/2006/relationships/image" Target="../media/image144.png"/><Relationship Id="rId15" Type="http://schemas.openxmlformats.org/officeDocument/2006/relationships/image" Target="../media/image154.png"/><Relationship Id="rId23" Type="http://schemas.openxmlformats.org/officeDocument/2006/relationships/image" Target="../media/image162.png"/><Relationship Id="rId28" Type="http://schemas.openxmlformats.org/officeDocument/2006/relationships/image" Target="../media/image167.png"/><Relationship Id="rId10" Type="http://schemas.openxmlformats.org/officeDocument/2006/relationships/image" Target="../media/image149.png"/><Relationship Id="rId19" Type="http://schemas.openxmlformats.org/officeDocument/2006/relationships/image" Target="../media/image158.png"/><Relationship Id="rId4" Type="http://schemas.openxmlformats.org/officeDocument/2006/relationships/image" Target="../media/image143.png"/><Relationship Id="rId9" Type="http://schemas.openxmlformats.org/officeDocument/2006/relationships/image" Target="../media/image148.png"/><Relationship Id="rId14" Type="http://schemas.openxmlformats.org/officeDocument/2006/relationships/image" Target="../media/image153.png"/><Relationship Id="rId22" Type="http://schemas.openxmlformats.org/officeDocument/2006/relationships/image" Target="../media/image161.png"/><Relationship Id="rId27" Type="http://schemas.openxmlformats.org/officeDocument/2006/relationships/image" Target="../media/image166.png"/><Relationship Id="rId30" Type="http://schemas.openxmlformats.org/officeDocument/2006/relationships/image" Target="../media/image169.png"/></Relationships>
</file>

<file path=ppt/slides/_rels/slide9.xml.rels><?xml version="1.0" encoding="UTF-8" standalone="yes"?>
<Relationships xmlns="http://schemas.openxmlformats.org/package/2006/relationships"><Relationship Id="rId8" Type="http://schemas.openxmlformats.org/officeDocument/2006/relationships/image" Target="../media/image175.png"/><Relationship Id="rId13" Type="http://schemas.openxmlformats.org/officeDocument/2006/relationships/image" Target="../media/image180.png"/><Relationship Id="rId3" Type="http://schemas.openxmlformats.org/officeDocument/2006/relationships/image" Target="../media/image170.png"/><Relationship Id="rId7" Type="http://schemas.openxmlformats.org/officeDocument/2006/relationships/image" Target="../media/image174.png"/><Relationship Id="rId12" Type="http://schemas.openxmlformats.org/officeDocument/2006/relationships/image" Target="../media/image179.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3.png"/><Relationship Id="rId11" Type="http://schemas.openxmlformats.org/officeDocument/2006/relationships/image" Target="../media/image178.png"/><Relationship Id="rId5" Type="http://schemas.openxmlformats.org/officeDocument/2006/relationships/image" Target="../media/image172.png"/><Relationship Id="rId15" Type="http://schemas.openxmlformats.org/officeDocument/2006/relationships/image" Target="../media/image182.png"/><Relationship Id="rId10" Type="http://schemas.openxmlformats.org/officeDocument/2006/relationships/image" Target="../media/image177.png"/><Relationship Id="rId4" Type="http://schemas.openxmlformats.org/officeDocument/2006/relationships/image" Target="../media/image171.png"/><Relationship Id="rId9" Type="http://schemas.openxmlformats.org/officeDocument/2006/relationships/image" Target="../media/image176.png"/><Relationship Id="rId14" Type="http://schemas.openxmlformats.org/officeDocument/2006/relationships/image" Target="../media/image181.png"/></Relationships>
</file>

<file path=ppt/slides/_rels/slide10.xml.rels><?xml version="1.0" encoding="UTF-8" standalone="yes"?>
<Relationships xmlns="http://schemas.openxmlformats.org/package/2006/relationships"><Relationship Id="rId8" Type="http://schemas.openxmlformats.org/officeDocument/2006/relationships/image" Target="../media/image188.png"/><Relationship Id="rId13" Type="http://schemas.openxmlformats.org/officeDocument/2006/relationships/image" Target="../media/image193.png"/><Relationship Id="rId3" Type="http://schemas.openxmlformats.org/officeDocument/2006/relationships/image" Target="../media/image183.png"/><Relationship Id="rId7" Type="http://schemas.openxmlformats.org/officeDocument/2006/relationships/image" Target="../media/image187.png"/><Relationship Id="rId12" Type="http://schemas.openxmlformats.org/officeDocument/2006/relationships/image" Target="../media/image192.png"/><Relationship Id="rId17" Type="http://schemas.openxmlformats.org/officeDocument/2006/relationships/image" Target="../media/image197.png"/><Relationship Id="rId2" Type="http://schemas.openxmlformats.org/officeDocument/2006/relationships/notesSlide" Target="../notesSlides/notesSlide10.xml"/><Relationship Id="rId16" Type="http://schemas.openxmlformats.org/officeDocument/2006/relationships/image" Target="../media/image196.png"/><Relationship Id="rId1" Type="http://schemas.openxmlformats.org/officeDocument/2006/relationships/slideLayout" Target="../slideLayouts/slideLayout3.xml"/><Relationship Id="rId6" Type="http://schemas.openxmlformats.org/officeDocument/2006/relationships/image" Target="../media/image186.png"/><Relationship Id="rId11" Type="http://schemas.openxmlformats.org/officeDocument/2006/relationships/image" Target="../media/image191.png"/><Relationship Id="rId5" Type="http://schemas.openxmlformats.org/officeDocument/2006/relationships/image" Target="../media/image185.png"/><Relationship Id="rId15" Type="http://schemas.openxmlformats.org/officeDocument/2006/relationships/image" Target="../media/image195.png"/><Relationship Id="rId10" Type="http://schemas.openxmlformats.org/officeDocument/2006/relationships/image" Target="../media/image190.png"/><Relationship Id="rId4" Type="http://schemas.openxmlformats.org/officeDocument/2006/relationships/image" Target="../media/image184.png"/><Relationship Id="rId9" Type="http://schemas.openxmlformats.org/officeDocument/2006/relationships/image" Target="../media/image189.png"/><Relationship Id="rId14" Type="http://schemas.openxmlformats.org/officeDocument/2006/relationships/image" Target="../media/image194.png"/></Relationships>
</file>

<file path=ppt/slides/_rels/slide11.xml.rels><?xml version="1.0" encoding="UTF-8" standalone="yes"?>
<Relationships xmlns="http://schemas.openxmlformats.org/package/2006/relationships"><Relationship Id="rId8" Type="http://schemas.openxmlformats.org/officeDocument/2006/relationships/image" Target="../media/image203.png"/><Relationship Id="rId13" Type="http://schemas.openxmlformats.org/officeDocument/2006/relationships/image" Target="../media/image208.png"/><Relationship Id="rId18" Type="http://schemas.openxmlformats.org/officeDocument/2006/relationships/image" Target="../media/image213.png"/><Relationship Id="rId26" Type="http://schemas.openxmlformats.org/officeDocument/2006/relationships/image" Target="../media/image221.png"/><Relationship Id="rId3" Type="http://schemas.openxmlformats.org/officeDocument/2006/relationships/image" Target="../media/image198.png"/><Relationship Id="rId21" Type="http://schemas.openxmlformats.org/officeDocument/2006/relationships/image" Target="../media/image216.png"/><Relationship Id="rId7" Type="http://schemas.openxmlformats.org/officeDocument/2006/relationships/image" Target="../media/image202.png"/><Relationship Id="rId12" Type="http://schemas.openxmlformats.org/officeDocument/2006/relationships/image" Target="../media/image207.png"/><Relationship Id="rId17" Type="http://schemas.openxmlformats.org/officeDocument/2006/relationships/image" Target="../media/image212.png"/><Relationship Id="rId25" Type="http://schemas.openxmlformats.org/officeDocument/2006/relationships/image" Target="../media/image220.png"/><Relationship Id="rId2" Type="http://schemas.openxmlformats.org/officeDocument/2006/relationships/notesSlide" Target="../notesSlides/notesSlide11.xml"/><Relationship Id="rId16" Type="http://schemas.openxmlformats.org/officeDocument/2006/relationships/image" Target="../media/image211.png"/><Relationship Id="rId20" Type="http://schemas.openxmlformats.org/officeDocument/2006/relationships/image" Target="../media/image215.png"/><Relationship Id="rId1" Type="http://schemas.openxmlformats.org/officeDocument/2006/relationships/slideLayout" Target="../slideLayouts/slideLayout3.xml"/><Relationship Id="rId6" Type="http://schemas.openxmlformats.org/officeDocument/2006/relationships/image" Target="../media/image201.png"/><Relationship Id="rId11" Type="http://schemas.openxmlformats.org/officeDocument/2006/relationships/image" Target="../media/image206.png"/><Relationship Id="rId24" Type="http://schemas.openxmlformats.org/officeDocument/2006/relationships/image" Target="../media/image219.png"/><Relationship Id="rId5" Type="http://schemas.openxmlformats.org/officeDocument/2006/relationships/image" Target="../media/image200.png"/><Relationship Id="rId15" Type="http://schemas.openxmlformats.org/officeDocument/2006/relationships/image" Target="../media/image210.png"/><Relationship Id="rId23" Type="http://schemas.openxmlformats.org/officeDocument/2006/relationships/image" Target="../media/image218.png"/><Relationship Id="rId10" Type="http://schemas.openxmlformats.org/officeDocument/2006/relationships/image" Target="../media/image205.png"/><Relationship Id="rId19" Type="http://schemas.openxmlformats.org/officeDocument/2006/relationships/image" Target="../media/image214.png"/><Relationship Id="rId4" Type="http://schemas.openxmlformats.org/officeDocument/2006/relationships/image" Target="../media/image199.png"/><Relationship Id="rId9" Type="http://schemas.openxmlformats.org/officeDocument/2006/relationships/image" Target="../media/image204.png"/><Relationship Id="rId14" Type="http://schemas.openxmlformats.org/officeDocument/2006/relationships/image" Target="../media/image209.png"/><Relationship Id="rId22" Type="http://schemas.openxmlformats.org/officeDocument/2006/relationships/image" Target="../media/image217.png"/></Relationships>
</file>

<file path=ppt/slides/_rels/slide12.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24.png"/><Relationship Id="rId4" Type="http://schemas.openxmlformats.org/officeDocument/2006/relationships/image" Target="../media/image223.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2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/i/; </a:t>
            </a:r>
            <a:br>
              <a:rPr lang="en-US" sz="3000"/>
            </a:br>
            <a:r>
              <a:rPr lang="en-US" sz="3000"/>
              <a:t>y</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53</a:t>
            </a:r>
            <a:endParaRPr/>
          </a:p>
        </p:txBody>
      </p:sp>
      <p:pic>
        <p:nvPicPr>
          <p:cNvPr id="653" name="Google Shape;653;p1"/>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{8F34B8A2-E739-4B1C-A1A9-82B4BC833D1C}</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/i/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/i/</a:t>
            </a:r>
            <a:r>
              <a:rPr lang="en-US"/>
              <a:t> sound family spelling patterns.</a:t>
            </a:r>
            <a:endParaRPr/>
          </a:p>
        </p:txBody>
      </p:sp>
      <p:sp>
        <p:nvSpPr>
          <p:cNvPr id="662" name="Google Shape;662;g2bee4f4af4b_0_204"/>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4637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4328349" y="5256525"/>
            <a:ext cx="1432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t="149" b="139"/>
          <a:stretch/>
        </p:blipFill>
        <p:spPr>
          <a:xfrm>
            <a:off x="4578429" y="4326104"/>
            <a:ext cx="931973" cy="665199"/>
          </a:xfrm>
          <a:prstGeom prst="rect">
            <a:avLst/>
          </a:prstGeom>
          <a:noFill/>
          <a:ln>
            <a:noFill/>
          </a:ln>
          <a:effectLst>
            <a:outerShdw blurRad="71438" dist="19050" dir="5220000" algn="bl" rotWithShape="0">
              <a:srgbClr val="D8D8D8"/>
            </a:outerShdw>
          </a:effectLst>
        </p:spPr>
      </p:pic>
      <p:sp>
        <p:nvSpPr>
          <p:cNvPr id="672" name="Google Shape;672;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JN92</a:t>
            </a:r>
            <a:endParaRPr sz="1000" b="0" i="0" u="none" strike="noStrike" cap="none" dirty="0">
              <a:solidFill>
                <a:srgbClr val="000000"/>
              </a:solidFill>
              <a:latin typeface="Poppins"/>
              <a:ea typeface="Poppins"/>
              <a:cs typeface="Poppins"/>
              <a:sym typeface="Poppins"/>
            </a:endParaRPr>
          </a:p>
        </p:txBody>
      </p:sp>
      <p:sp>
        <p:nvSpPr>
          <p:cNvPr id="673" name="Google Shape;673;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4" name="Google Shape;674;g2bee4f4af4b_0_204"/>
          <p:cNvPicPr preferRelativeResize="0"/>
          <p:nvPr/>
        </p:nvPicPr>
        <p:blipFill rotWithShape="1">
          <a:blip r:embed="rId6">
            <a:alphaModFix/>
          </a:blip>
          <a:srcRect t="89" b="99"/>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5" name="Google Shape;675;g2bee4f4af4b_0_204">
            <a:hlinkClick r:id="rId7" action="ppaction://hlinksldjump"/>
          </p:cNvPr>
          <p:cNvSpPr/>
          <p:nvPr/>
        </p:nvSpPr>
        <p:spPr>
          <a:xfrm>
            <a:off x="951832" y="3817425"/>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6" name="Google Shape;676;g2bee4f4af4b_0_204">
            <a:hlinkClick r:id="rId8" action="ppaction://hlinksldjump"/>
          </p:cNvPr>
          <p:cNvSpPr/>
          <p:nvPr/>
        </p:nvSpPr>
        <p:spPr>
          <a:xfrm>
            <a:off x="2074917" y="372326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9" action="ppaction://hlinksldjump"/>
          </p:cNvPr>
          <p:cNvSpPr/>
          <p:nvPr/>
        </p:nvSpPr>
        <p:spPr>
          <a:xfrm>
            <a:off x="3378792" y="3766138"/>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10" action="ppaction://hlinksldjump"/>
          </p:cNvPr>
          <p:cNvSpPr/>
          <p:nvPr/>
        </p:nvSpPr>
        <p:spPr>
          <a:xfrm>
            <a:off x="4442949"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3" name="Google Shape;753;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l="79" r="79"/>
          <a:stretch/>
        </p:blipFill>
        <p:spPr>
          <a:xfrm>
            <a:off x="2918718" y="3892010"/>
            <a:ext cx="590656" cy="836045"/>
          </a:xfrm>
          <a:prstGeom prst="rect">
            <a:avLst/>
          </a:prstGeom>
          <a:noFill/>
          <a:ln>
            <a:noFill/>
          </a:ln>
          <a:effectLst>
            <a:outerShdw blurRad="71438" dist="28575" dir="5400000" algn="bl" rotWithShape="0">
              <a:srgbClr val="000000">
                <a:alpha val="14901"/>
              </a:srgbClr>
            </a:outerShdw>
          </a:effectLst>
        </p:spPr>
      </p:pic>
      <p:pic>
        <p:nvPicPr>
          <p:cNvPr id="800" name="Google Shape;800;g2cdbdd49f8e_0_0"/>
          <p:cNvPicPr preferRelativeResize="0"/>
          <p:nvPr/>
        </p:nvPicPr>
        <p:blipFill rotWithShape="1">
          <a:blip r:embed="rId4">
            <a:alphaModFix/>
          </a:blip>
          <a:srcRect l="19" r="29"/>
          <a:stretch/>
        </p:blipFill>
        <p:spPr>
          <a:xfrm>
            <a:off x="2255945" y="3892010"/>
            <a:ext cx="590656" cy="836046"/>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5">
            <a:alphaModFix/>
          </a:blip>
          <a:srcRect l="79" r="79"/>
          <a:stretch/>
        </p:blipFill>
        <p:spPr>
          <a:xfrm>
            <a:off x="1593172" y="3892009"/>
            <a:ext cx="590656" cy="836045"/>
          </a:xfrm>
          <a:prstGeom prst="rect">
            <a:avLst/>
          </a:prstGeom>
          <a:noFill/>
          <a:ln>
            <a:noFill/>
          </a:ln>
          <a:effectLst>
            <a:outerShdw blurRad="71438" dist="28575" dir="5400000" algn="bl" rotWithShape="0">
              <a:srgbClr val="000000">
                <a:alpha val="14900"/>
              </a:srgbClr>
            </a:outerShdw>
          </a:effectLst>
        </p:spPr>
      </p:pic>
      <p:pic>
        <p:nvPicPr>
          <p:cNvPr id="802" name="Google Shape;802;g2cdbdd49f8e_0_0"/>
          <p:cNvPicPr preferRelativeResize="0"/>
          <p:nvPr/>
        </p:nvPicPr>
        <p:blipFill rotWithShape="1">
          <a:blip r:embed="rId6">
            <a:alphaModFix/>
          </a:blip>
          <a:srcRect l="79" r="79"/>
          <a:stretch/>
        </p:blipFill>
        <p:spPr>
          <a:xfrm>
            <a:off x="930400" y="3892009"/>
            <a:ext cx="590656" cy="836045"/>
          </a:xfrm>
          <a:prstGeom prst="rect">
            <a:avLst/>
          </a:prstGeom>
          <a:noFill/>
          <a:ln>
            <a:noFill/>
          </a:ln>
          <a:effectLst>
            <a:outerShdw blurRad="71438" dist="28575" dir="5400000" algn="bl" rotWithShape="0">
              <a:srgbClr val="000000">
                <a:alpha val="14900"/>
              </a:srgbClr>
            </a:outerShdw>
          </a:effectLst>
        </p:spPr>
      </p:pic>
      <p:pic>
        <p:nvPicPr>
          <p:cNvPr id="803" name="Google Shape;803;g2cdbdd49f8e_0_0"/>
          <p:cNvPicPr preferRelativeResize="0"/>
          <p:nvPr/>
        </p:nvPicPr>
        <p:blipFill rotWithShape="1">
          <a:blip r:embed="rId7">
            <a:alphaModFix/>
          </a:blip>
          <a:srcRect l="19" r="29"/>
          <a:stretch/>
        </p:blipFill>
        <p:spPr>
          <a:xfrm>
            <a:off x="7558120" y="2972629"/>
            <a:ext cx="590656" cy="836046"/>
          </a:xfrm>
          <a:prstGeom prst="rect">
            <a:avLst/>
          </a:prstGeom>
          <a:noFill/>
          <a:ln>
            <a:noFill/>
          </a:ln>
          <a:effectLst>
            <a:outerShdw blurRad="71438" dist="28575" dir="5400000" algn="bl" rotWithShape="0">
              <a:srgbClr val="000000">
                <a:alpha val="14900"/>
              </a:srgbClr>
            </a:outerShdw>
          </a:effectLst>
        </p:spPr>
      </p:pic>
      <p:pic>
        <p:nvPicPr>
          <p:cNvPr id="804" name="Google Shape;804;g2cdbdd49f8e_0_0"/>
          <p:cNvPicPr preferRelativeResize="0"/>
          <p:nvPr/>
        </p:nvPicPr>
        <p:blipFill rotWithShape="1">
          <a:blip r:embed="rId8">
            <a:alphaModFix/>
          </a:blip>
          <a:srcRect l="19" r="29"/>
          <a:stretch/>
        </p:blipFill>
        <p:spPr>
          <a:xfrm>
            <a:off x="6895345" y="2972629"/>
            <a:ext cx="590656" cy="836046"/>
          </a:xfrm>
          <a:prstGeom prst="rect">
            <a:avLst/>
          </a:prstGeom>
          <a:noFill/>
          <a:ln>
            <a:noFill/>
          </a:ln>
          <a:effectLst>
            <a:outerShdw blurRad="71438" dist="28575" dir="5400000" algn="bl" rotWithShape="0">
              <a:srgbClr val="000000">
                <a:alpha val="14900"/>
              </a:srgbClr>
            </a:outerShdw>
          </a:effectLst>
        </p:spPr>
      </p:pic>
      <p:pic>
        <p:nvPicPr>
          <p:cNvPr id="805" name="Google Shape;805;g2cdbdd49f8e_0_0"/>
          <p:cNvPicPr preferRelativeResize="0"/>
          <p:nvPr/>
        </p:nvPicPr>
        <p:blipFill rotWithShape="1">
          <a:blip r:embed="rId9">
            <a:alphaModFix/>
          </a:blip>
          <a:srcRect l="19" r="29"/>
          <a:stretch/>
        </p:blipFill>
        <p:spPr>
          <a:xfrm>
            <a:off x="6232572" y="2972629"/>
            <a:ext cx="590656" cy="836046"/>
          </a:xfrm>
          <a:prstGeom prst="rect">
            <a:avLst/>
          </a:prstGeom>
          <a:noFill/>
          <a:ln>
            <a:noFill/>
          </a:ln>
          <a:effectLst>
            <a:outerShdw blurRad="71438" dist="28575" dir="5400000" algn="bl" rotWithShape="0">
              <a:srgbClr val="000000">
                <a:alpha val="14900"/>
              </a:srgbClr>
            </a:outerShdw>
          </a:effectLst>
        </p:spPr>
      </p:pic>
      <p:pic>
        <p:nvPicPr>
          <p:cNvPr id="806" name="Google Shape;806;g2cdbdd49f8e_0_0"/>
          <p:cNvPicPr preferRelativeResize="0"/>
          <p:nvPr/>
        </p:nvPicPr>
        <p:blipFill rotWithShape="1">
          <a:blip r:embed="rId10">
            <a:alphaModFix/>
          </a:blip>
          <a:srcRect l="79" r="79"/>
          <a:stretch/>
        </p:blipFill>
        <p:spPr>
          <a:xfrm>
            <a:off x="5569806" y="2972629"/>
            <a:ext cx="590656" cy="836045"/>
          </a:xfrm>
          <a:prstGeom prst="rect">
            <a:avLst/>
          </a:prstGeom>
          <a:noFill/>
          <a:ln>
            <a:noFill/>
          </a:ln>
          <a:effectLst>
            <a:outerShdw blurRad="71438" dist="28575" dir="5400000" algn="bl" rotWithShape="0">
              <a:srgbClr val="000000">
                <a:alpha val="14900"/>
              </a:srgbClr>
            </a:outerShdw>
          </a:effectLst>
        </p:spPr>
      </p:pic>
      <p:pic>
        <p:nvPicPr>
          <p:cNvPr id="807" name="Google Shape;807;g2cdbdd49f8e_0_0"/>
          <p:cNvPicPr preferRelativeResize="0"/>
          <p:nvPr/>
        </p:nvPicPr>
        <p:blipFill rotWithShape="1">
          <a:blip r:embed="rId11">
            <a:alphaModFix/>
          </a:blip>
          <a:srcRect/>
          <a:stretch/>
        </p:blipFill>
        <p:spPr>
          <a:xfrm>
            <a:off x="4907036" y="2972629"/>
            <a:ext cx="590656" cy="836045"/>
          </a:xfrm>
          <a:prstGeom prst="rect">
            <a:avLst/>
          </a:prstGeom>
          <a:noFill/>
          <a:ln>
            <a:noFill/>
          </a:ln>
          <a:effectLst>
            <a:outerShdw blurRad="71438" dist="28575" dir="5400000" algn="bl" rotWithShape="0">
              <a:srgbClr val="000000">
                <a:alpha val="14900"/>
              </a:srgbClr>
            </a:outerShdw>
          </a:effectLst>
        </p:spPr>
      </p:pic>
      <p:pic>
        <p:nvPicPr>
          <p:cNvPr id="808" name="Google Shape;808;g2cdbdd49f8e_0_0"/>
          <p:cNvPicPr preferRelativeResize="0"/>
          <p:nvPr/>
        </p:nvPicPr>
        <p:blipFill rotWithShape="1">
          <a:blip r:embed="rId12">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809" name="Google Shape;809;g2cdbdd49f8e_0_0"/>
          <p:cNvPicPr preferRelativeResize="0"/>
          <p:nvPr/>
        </p:nvPicPr>
        <p:blipFill rotWithShape="1">
          <a:blip r:embed="rId13">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14">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15">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16">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17">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18">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19">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20">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21">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18" name="Google Shape;818;g2cdbdd49f8e_0_0"/>
          <p:cNvPicPr preferRelativeResize="0"/>
          <p:nvPr/>
        </p:nvPicPr>
        <p:blipFill rotWithShape="1">
          <a:blip r:embed="rId22">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19" name="Google Shape;819;g2cdbdd49f8e_0_0"/>
          <p:cNvPicPr preferRelativeResize="0"/>
          <p:nvPr/>
        </p:nvPicPr>
        <p:blipFill rotWithShape="1">
          <a:blip r:embed="rId23">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20" name="Google Shape;820;g2cdbdd49f8e_0_0"/>
          <p:cNvPicPr preferRelativeResize="0"/>
          <p:nvPr/>
        </p:nvPicPr>
        <p:blipFill rotWithShape="1">
          <a:blip r:embed="rId24">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21" name="Google Shape;821;g2cdbdd49f8e_0_0"/>
          <p:cNvPicPr preferRelativeResize="0"/>
          <p:nvPr/>
        </p:nvPicPr>
        <p:blipFill rotWithShape="1">
          <a:blip r:embed="rId25">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22" name="Google Shape;822;g2cdbdd49f8e_0_0"/>
          <p:cNvPicPr preferRelativeResize="0"/>
          <p:nvPr/>
        </p:nvPicPr>
        <p:blipFill rotWithShape="1">
          <a:blip r:embed="rId26">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23" name="Google Shape;823;g2cdbdd49f8e_0_0"/>
          <p:cNvPicPr preferRelativeResize="0"/>
          <p:nvPr/>
        </p:nvPicPr>
        <p:blipFill rotWithShape="1">
          <a:blip r:embed="rId27">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24" name="Google Shape;824;g2cdbdd49f8e_0_0"/>
          <p:cNvPicPr preferRelativeResize="0"/>
          <p:nvPr/>
        </p:nvPicPr>
        <p:blipFill rotWithShape="1">
          <a:blip r:embed="rId28">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31" name="Google Shape;831;g26b7edf6e71_0_109"/>
          <p:cNvGrpSpPr/>
          <p:nvPr/>
        </p:nvGrpSpPr>
        <p:grpSpPr>
          <a:xfrm>
            <a:off x="854396" y="2135925"/>
            <a:ext cx="7282807" cy="2686611"/>
            <a:chOff x="867357" y="2129450"/>
            <a:chExt cx="7282807" cy="2686611"/>
          </a:xfrm>
        </p:grpSpPr>
        <p:pic>
          <p:nvPicPr>
            <p:cNvPr id="832" name="Google Shape;832;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5" name="Google Shape;835;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36" name="Google Shape;836;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37" name="Google Shape;837;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8" name="Google Shape;838;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9" name="Google Shape;839;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40" name="Google Shape;840;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1" name="Google Shape;841;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2" name="Google Shape;842;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43" name="Google Shape;843;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44" name="Google Shape;844;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45" name="Google Shape;845;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52" name="Google Shape;852;g2c298d33e0c_0_6"/>
          <p:cNvGrpSpPr/>
          <p:nvPr/>
        </p:nvGrpSpPr>
        <p:grpSpPr>
          <a:xfrm>
            <a:off x="854893" y="2140761"/>
            <a:ext cx="7281864" cy="2684601"/>
            <a:chOff x="868300" y="2129450"/>
            <a:chExt cx="7281864" cy="2684601"/>
          </a:xfrm>
        </p:grpSpPr>
        <p:pic>
          <p:nvPicPr>
            <p:cNvPr id="853" name="Google Shape;853;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57" name="Google Shape;857;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9" name="Google Shape;879;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0" name="Google Shape;880;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87" name="Google Shape;887;g2c298da1f27_0_455"/>
          <p:cNvGrpSpPr/>
          <p:nvPr/>
        </p:nvGrpSpPr>
        <p:grpSpPr>
          <a:xfrm>
            <a:off x="854868" y="2129450"/>
            <a:ext cx="7281864" cy="2684601"/>
            <a:chOff x="868300" y="2053250"/>
            <a:chExt cx="7281864" cy="2684601"/>
          </a:xfrm>
        </p:grpSpPr>
        <p:pic>
          <p:nvPicPr>
            <p:cNvPr id="888" name="Google Shape;888;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907" name="Google Shape;907;g2c298da1f27_1_0"/>
          <p:cNvGrpSpPr/>
          <p:nvPr/>
        </p:nvGrpSpPr>
        <p:grpSpPr>
          <a:xfrm>
            <a:off x="854868" y="2148475"/>
            <a:ext cx="7281864" cy="2688001"/>
            <a:chOff x="868300" y="2129450"/>
            <a:chExt cx="7281864" cy="2688001"/>
          </a:xfrm>
        </p:grpSpPr>
        <p:pic>
          <p:nvPicPr>
            <p:cNvPr id="908" name="Google Shape;908;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09" name="Google Shape;909;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10" name="Google Shape;910;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11" name="Google Shape;911;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12" name="Google Shape;912;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13" name="Google Shape;913;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14" name="Google Shape;914;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15" name="Google Shape;915;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16" name="Google Shape;916;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17" name="Google Shape;917;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18" name="Google Shape;918;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19" name="Google Shape;919;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20" name="Google Shape;920;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21" name="Google Shape;921;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22" name="Google Shape;922;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g2cdbdd193bb_0_343"/>
          <p:cNvSpPr txBox="1">
            <a:spLocks noGrp="1"/>
          </p:cNvSpPr>
          <p:nvPr>
            <p:ph type="title"/>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SzPts val="2160"/>
              <a:buNone/>
            </a:pPr>
            <a:r>
              <a:rPr lang="en-US" sz="2000">
                <a:solidFill>
                  <a:schemeClr val="dk1"/>
                </a:solidFill>
              </a:rPr>
              <a:t>Review Phase 5.5 Common Exception Words </a:t>
            </a:r>
            <a:br>
              <a:rPr lang="en-US" sz="2000">
                <a:solidFill>
                  <a:schemeClr val="dk1"/>
                </a:solidFill>
              </a:rPr>
            </a:br>
            <a:r>
              <a:rPr lang="en-US" sz="2000">
                <a:solidFill>
                  <a:srgbClr val="2356AF"/>
                </a:solidFill>
              </a:rPr>
              <a:t>people wild child mind kind behind eye oh most only both though through who prove shoe beautiful climb Christmas school sugar love money any</a:t>
            </a:r>
            <a:r>
              <a:rPr lang="en-US" sz="2000">
                <a:solidFill>
                  <a:schemeClr val="dk1"/>
                </a:solidFill>
              </a:rPr>
              <a:t>…</a:t>
            </a:r>
            <a:endParaRPr sz="2000"/>
          </a:p>
        </p:txBody>
      </p:sp>
      <p:pic>
        <p:nvPicPr>
          <p:cNvPr id="929" name="Google Shape;929;g2cdbdd193bb_0_343"/>
          <p:cNvPicPr preferRelativeResize="0"/>
          <p:nvPr/>
        </p:nvPicPr>
        <p:blipFill>
          <a:blip r:embed="rId3">
            <a:alphaModFix/>
          </a:blip>
          <a:stretch>
            <a:fillRect/>
          </a:stretch>
        </p:blipFill>
        <p:spPr>
          <a:xfrm>
            <a:off x="867797" y="2125686"/>
            <a:ext cx="1147324" cy="819918"/>
          </a:xfrm>
          <a:prstGeom prst="rect">
            <a:avLst/>
          </a:prstGeom>
          <a:noFill/>
          <a:ln>
            <a:noFill/>
          </a:ln>
          <a:effectLst>
            <a:outerShdw blurRad="71438" dist="19050" dir="5400000" algn="bl" rotWithShape="0">
              <a:srgbClr val="000000">
                <a:alpha val="18000"/>
              </a:srgbClr>
            </a:outerShdw>
          </a:effectLst>
        </p:spPr>
      </p:pic>
      <p:pic>
        <p:nvPicPr>
          <p:cNvPr id="930" name="Google Shape;930;g2cdbdd193bb_0_343"/>
          <p:cNvPicPr preferRelativeResize="0"/>
          <p:nvPr/>
        </p:nvPicPr>
        <p:blipFill>
          <a:blip r:embed="rId4">
            <a:alphaModFix/>
          </a:blip>
          <a:stretch>
            <a:fillRect/>
          </a:stretch>
        </p:blipFill>
        <p:spPr>
          <a:xfrm>
            <a:off x="2094526" y="2125686"/>
            <a:ext cx="1145440" cy="818569"/>
          </a:xfrm>
          <a:prstGeom prst="rect">
            <a:avLst/>
          </a:prstGeom>
          <a:noFill/>
          <a:ln>
            <a:noFill/>
          </a:ln>
          <a:effectLst>
            <a:outerShdw blurRad="71438" dist="19050" dir="5400000" algn="bl" rotWithShape="0">
              <a:srgbClr val="000000">
                <a:alpha val="18000"/>
              </a:srgbClr>
            </a:outerShdw>
          </a:effectLst>
        </p:spPr>
      </p:pic>
      <p:pic>
        <p:nvPicPr>
          <p:cNvPr id="931" name="Google Shape;931;g2cdbdd193bb_0_343"/>
          <p:cNvPicPr preferRelativeResize="0"/>
          <p:nvPr/>
        </p:nvPicPr>
        <p:blipFill>
          <a:blip r:embed="rId5">
            <a:alphaModFix/>
          </a:blip>
          <a:stretch>
            <a:fillRect/>
          </a:stretch>
        </p:blipFill>
        <p:spPr>
          <a:xfrm>
            <a:off x="3321259" y="2125686"/>
            <a:ext cx="1145440" cy="818569"/>
          </a:xfrm>
          <a:prstGeom prst="rect">
            <a:avLst/>
          </a:prstGeom>
          <a:noFill/>
          <a:ln>
            <a:noFill/>
          </a:ln>
          <a:effectLst>
            <a:outerShdw blurRad="71438" dist="19050" dir="5400000" algn="bl" rotWithShape="0">
              <a:srgbClr val="000000">
                <a:alpha val="18000"/>
              </a:srgbClr>
            </a:outerShdw>
          </a:effectLst>
        </p:spPr>
      </p:pic>
      <p:pic>
        <p:nvPicPr>
          <p:cNvPr id="932" name="Google Shape;932;g2cdbdd193bb_0_343"/>
          <p:cNvPicPr preferRelativeResize="0"/>
          <p:nvPr/>
        </p:nvPicPr>
        <p:blipFill>
          <a:blip r:embed="rId6">
            <a:alphaModFix/>
          </a:blip>
          <a:stretch>
            <a:fillRect/>
          </a:stretch>
        </p:blipFill>
        <p:spPr>
          <a:xfrm>
            <a:off x="4547991" y="2125686"/>
            <a:ext cx="1145440" cy="819954"/>
          </a:xfrm>
          <a:prstGeom prst="rect">
            <a:avLst/>
          </a:prstGeom>
          <a:noFill/>
          <a:ln>
            <a:noFill/>
          </a:ln>
          <a:effectLst>
            <a:outerShdw blurRad="71438" dist="19050" dir="5400000" algn="bl" rotWithShape="0">
              <a:srgbClr val="000000">
                <a:alpha val="18000"/>
              </a:srgbClr>
            </a:outerShdw>
          </a:effectLst>
        </p:spPr>
      </p:pic>
      <p:pic>
        <p:nvPicPr>
          <p:cNvPr id="933" name="Google Shape;933;g2cdbdd193bb_0_343"/>
          <p:cNvPicPr preferRelativeResize="0"/>
          <p:nvPr/>
        </p:nvPicPr>
        <p:blipFill>
          <a:blip r:embed="rId7">
            <a:alphaModFix/>
          </a:blip>
          <a:stretch>
            <a:fillRect/>
          </a:stretch>
        </p:blipFill>
        <p:spPr>
          <a:xfrm>
            <a:off x="5774724" y="2125686"/>
            <a:ext cx="1145440" cy="818569"/>
          </a:xfrm>
          <a:prstGeom prst="rect">
            <a:avLst/>
          </a:prstGeom>
          <a:noFill/>
          <a:ln>
            <a:noFill/>
          </a:ln>
          <a:effectLst>
            <a:outerShdw blurRad="71438" dist="19050" dir="5400000" algn="bl" rotWithShape="0">
              <a:srgbClr val="000000">
                <a:alpha val="18000"/>
              </a:srgbClr>
            </a:outerShdw>
          </a:effectLst>
        </p:spPr>
      </p:pic>
      <p:pic>
        <p:nvPicPr>
          <p:cNvPr id="934" name="Google Shape;934;g2cdbdd193bb_0_343"/>
          <p:cNvPicPr preferRelativeResize="0"/>
          <p:nvPr/>
        </p:nvPicPr>
        <p:blipFill>
          <a:blip r:embed="rId8">
            <a:alphaModFix/>
          </a:blip>
          <a:stretch>
            <a:fillRect/>
          </a:stretch>
        </p:blipFill>
        <p:spPr>
          <a:xfrm>
            <a:off x="7001468" y="2125686"/>
            <a:ext cx="1145440" cy="819954"/>
          </a:xfrm>
          <a:prstGeom prst="rect">
            <a:avLst/>
          </a:prstGeom>
          <a:noFill/>
          <a:ln>
            <a:noFill/>
          </a:ln>
          <a:effectLst>
            <a:outerShdw blurRad="71438" dist="19050" dir="5400000" algn="bl" rotWithShape="0">
              <a:srgbClr val="000000">
                <a:alpha val="18000"/>
              </a:srgbClr>
            </a:outerShdw>
          </a:effectLst>
        </p:spPr>
      </p:pic>
      <p:pic>
        <p:nvPicPr>
          <p:cNvPr id="935" name="Google Shape;935;g2cdbdd193bb_0_343"/>
          <p:cNvPicPr preferRelativeResize="0"/>
          <p:nvPr/>
        </p:nvPicPr>
        <p:blipFill>
          <a:blip r:embed="rId9">
            <a:alphaModFix/>
          </a:blip>
          <a:stretch>
            <a:fillRect/>
          </a:stretch>
        </p:blipFill>
        <p:spPr>
          <a:xfrm>
            <a:off x="868743" y="3060070"/>
            <a:ext cx="1145440" cy="819954"/>
          </a:xfrm>
          <a:prstGeom prst="rect">
            <a:avLst/>
          </a:prstGeom>
          <a:noFill/>
          <a:ln>
            <a:noFill/>
          </a:ln>
          <a:effectLst>
            <a:outerShdw blurRad="71438" dist="19050" dir="5400000" algn="bl" rotWithShape="0">
              <a:srgbClr val="000000">
                <a:alpha val="18000"/>
              </a:srgbClr>
            </a:outerShdw>
          </a:effectLst>
        </p:spPr>
      </p:pic>
      <p:pic>
        <p:nvPicPr>
          <p:cNvPr id="936" name="Google Shape;936;g2cdbdd193bb_0_343"/>
          <p:cNvPicPr preferRelativeResize="0"/>
          <p:nvPr/>
        </p:nvPicPr>
        <p:blipFill>
          <a:blip r:embed="rId10">
            <a:alphaModFix/>
          </a:blip>
          <a:stretch>
            <a:fillRect/>
          </a:stretch>
        </p:blipFill>
        <p:spPr>
          <a:xfrm>
            <a:off x="2094530" y="3060070"/>
            <a:ext cx="1145440" cy="819954"/>
          </a:xfrm>
          <a:prstGeom prst="rect">
            <a:avLst/>
          </a:prstGeom>
          <a:noFill/>
          <a:ln>
            <a:noFill/>
          </a:ln>
          <a:effectLst>
            <a:outerShdw blurRad="71438" dist="19050" dir="5400000" algn="bl" rotWithShape="0">
              <a:srgbClr val="000000">
                <a:alpha val="18000"/>
              </a:srgbClr>
            </a:outerShdw>
          </a:effectLst>
        </p:spPr>
      </p:pic>
      <p:pic>
        <p:nvPicPr>
          <p:cNvPr id="937" name="Google Shape;937;g2cdbdd193bb_0_343"/>
          <p:cNvPicPr preferRelativeResize="0"/>
          <p:nvPr/>
        </p:nvPicPr>
        <p:blipFill>
          <a:blip r:embed="rId11">
            <a:alphaModFix/>
          </a:blip>
          <a:stretch>
            <a:fillRect/>
          </a:stretch>
        </p:blipFill>
        <p:spPr>
          <a:xfrm>
            <a:off x="3320325" y="3060768"/>
            <a:ext cx="1146826" cy="818569"/>
          </a:xfrm>
          <a:prstGeom prst="rect">
            <a:avLst/>
          </a:prstGeom>
          <a:noFill/>
          <a:ln>
            <a:noFill/>
          </a:ln>
          <a:effectLst>
            <a:outerShdw blurRad="71438" dist="19050" dir="5400000" algn="bl" rotWithShape="0">
              <a:srgbClr val="000000">
                <a:alpha val="18000"/>
              </a:srgbClr>
            </a:outerShdw>
          </a:effectLst>
        </p:spPr>
      </p:pic>
      <p:pic>
        <p:nvPicPr>
          <p:cNvPr id="938" name="Google Shape;938;g2cdbdd193bb_0_343"/>
          <p:cNvPicPr preferRelativeResize="0"/>
          <p:nvPr/>
        </p:nvPicPr>
        <p:blipFill>
          <a:blip r:embed="rId12">
            <a:alphaModFix/>
          </a:blip>
          <a:stretch>
            <a:fillRect/>
          </a:stretch>
        </p:blipFill>
        <p:spPr>
          <a:xfrm>
            <a:off x="4547500" y="3060768"/>
            <a:ext cx="1146826" cy="818569"/>
          </a:xfrm>
          <a:prstGeom prst="rect">
            <a:avLst/>
          </a:prstGeom>
          <a:noFill/>
          <a:ln>
            <a:noFill/>
          </a:ln>
          <a:effectLst>
            <a:outerShdw blurRad="71438" dist="19050" dir="5400000" algn="bl" rotWithShape="0">
              <a:srgbClr val="000000">
                <a:alpha val="18000"/>
              </a:srgbClr>
            </a:outerShdw>
          </a:effectLst>
        </p:spPr>
      </p:pic>
      <p:pic>
        <p:nvPicPr>
          <p:cNvPr id="939" name="Google Shape;939;g2cdbdd193bb_0_343"/>
          <p:cNvPicPr preferRelativeResize="0"/>
          <p:nvPr/>
        </p:nvPicPr>
        <p:blipFill>
          <a:blip r:embed="rId13">
            <a:alphaModFix/>
          </a:blip>
          <a:stretch>
            <a:fillRect/>
          </a:stretch>
        </p:blipFill>
        <p:spPr>
          <a:xfrm>
            <a:off x="5774675" y="3060768"/>
            <a:ext cx="1146826" cy="818569"/>
          </a:xfrm>
          <a:prstGeom prst="rect">
            <a:avLst/>
          </a:prstGeom>
          <a:noFill/>
          <a:ln>
            <a:noFill/>
          </a:ln>
          <a:effectLst>
            <a:outerShdw blurRad="71438" dist="19050" dir="5400000" algn="bl" rotWithShape="0">
              <a:srgbClr val="000000">
                <a:alpha val="18000"/>
              </a:srgbClr>
            </a:outerShdw>
          </a:effectLst>
        </p:spPr>
      </p:pic>
      <p:pic>
        <p:nvPicPr>
          <p:cNvPr id="940" name="Google Shape;940;g2cdbdd193bb_0_343"/>
          <p:cNvPicPr preferRelativeResize="0"/>
          <p:nvPr/>
        </p:nvPicPr>
        <p:blipFill>
          <a:blip r:embed="rId14">
            <a:alphaModFix/>
          </a:blip>
          <a:stretch>
            <a:fillRect/>
          </a:stretch>
        </p:blipFill>
        <p:spPr>
          <a:xfrm>
            <a:off x="7001850" y="3060070"/>
            <a:ext cx="1146826" cy="819954"/>
          </a:xfrm>
          <a:prstGeom prst="rect">
            <a:avLst/>
          </a:prstGeom>
          <a:noFill/>
          <a:ln>
            <a:noFill/>
          </a:ln>
          <a:effectLst>
            <a:outerShdw blurRad="71438" dist="19050" dir="5400000" algn="bl" rotWithShape="0">
              <a:srgbClr val="000000">
                <a:alpha val="18000"/>
              </a:srgbClr>
            </a:outerShdw>
          </a:effectLst>
        </p:spPr>
      </p:pic>
      <p:pic>
        <p:nvPicPr>
          <p:cNvPr id="941" name="Google Shape;941;g2cdbdd193bb_0_343"/>
          <p:cNvPicPr preferRelativeResize="0"/>
          <p:nvPr/>
        </p:nvPicPr>
        <p:blipFill>
          <a:blip r:embed="rId15">
            <a:alphaModFix/>
          </a:blip>
          <a:stretch>
            <a:fillRect/>
          </a:stretch>
        </p:blipFill>
        <p:spPr>
          <a:xfrm>
            <a:off x="868050" y="3995098"/>
            <a:ext cx="1146826" cy="818569"/>
          </a:xfrm>
          <a:prstGeom prst="rect">
            <a:avLst/>
          </a:prstGeom>
          <a:noFill/>
          <a:ln>
            <a:noFill/>
          </a:ln>
          <a:effectLst>
            <a:outerShdw blurRad="71438" dist="19050" dir="5400000" algn="bl" rotWithShape="0">
              <a:srgbClr val="000000">
                <a:alpha val="18000"/>
              </a:srgbClr>
            </a:outerShdw>
          </a:effectLst>
        </p:spPr>
      </p:pic>
      <p:pic>
        <p:nvPicPr>
          <p:cNvPr id="942" name="Google Shape;942;g2cdbdd193bb_0_343"/>
          <p:cNvPicPr preferRelativeResize="0"/>
          <p:nvPr/>
        </p:nvPicPr>
        <p:blipFill>
          <a:blip r:embed="rId16">
            <a:alphaModFix/>
          </a:blip>
          <a:stretch>
            <a:fillRect/>
          </a:stretch>
        </p:blipFill>
        <p:spPr>
          <a:xfrm>
            <a:off x="2094775" y="3995850"/>
            <a:ext cx="1146826" cy="819954"/>
          </a:xfrm>
          <a:prstGeom prst="rect">
            <a:avLst/>
          </a:prstGeom>
          <a:noFill/>
          <a:ln>
            <a:noFill/>
          </a:ln>
          <a:effectLst>
            <a:outerShdw blurRad="71438" dist="19050" dir="5400000" algn="bl" rotWithShape="0">
              <a:srgbClr val="000000">
                <a:alpha val="18000"/>
              </a:srgbClr>
            </a:outerShdw>
          </a:effectLst>
        </p:spPr>
      </p:pic>
      <p:pic>
        <p:nvPicPr>
          <p:cNvPr id="943" name="Google Shape;943;g2cdbdd193bb_0_343"/>
          <p:cNvPicPr preferRelativeResize="0"/>
          <p:nvPr/>
        </p:nvPicPr>
        <p:blipFill>
          <a:blip r:embed="rId17">
            <a:alphaModFix/>
          </a:blip>
          <a:stretch>
            <a:fillRect/>
          </a:stretch>
        </p:blipFill>
        <p:spPr>
          <a:xfrm>
            <a:off x="3321500" y="3995850"/>
            <a:ext cx="1146826" cy="819954"/>
          </a:xfrm>
          <a:prstGeom prst="rect">
            <a:avLst/>
          </a:prstGeom>
          <a:noFill/>
          <a:ln>
            <a:noFill/>
          </a:ln>
          <a:effectLst>
            <a:outerShdw blurRad="71438" dist="19050" dir="5400000" algn="bl" rotWithShape="0">
              <a:srgbClr val="000000">
                <a:alpha val="18000"/>
              </a:srgbClr>
            </a:outerShdw>
          </a:effectLst>
        </p:spPr>
      </p:pic>
      <p:pic>
        <p:nvPicPr>
          <p:cNvPr id="944" name="Google Shape;944;g2cdbdd193bb_0_343"/>
          <p:cNvPicPr preferRelativeResize="0"/>
          <p:nvPr/>
        </p:nvPicPr>
        <p:blipFill>
          <a:blip r:embed="rId18">
            <a:alphaModFix/>
          </a:blip>
          <a:stretch>
            <a:fillRect/>
          </a:stretch>
        </p:blipFill>
        <p:spPr>
          <a:xfrm>
            <a:off x="4548225" y="3994450"/>
            <a:ext cx="1146826" cy="819954"/>
          </a:xfrm>
          <a:prstGeom prst="rect">
            <a:avLst/>
          </a:prstGeom>
          <a:noFill/>
          <a:ln>
            <a:noFill/>
          </a:ln>
          <a:effectLst>
            <a:outerShdw blurRad="71438" dist="19050" dir="5400000" algn="bl" rotWithShape="0">
              <a:srgbClr val="000000">
                <a:alpha val="18000"/>
              </a:srgbClr>
            </a:outerShdw>
          </a:effectLst>
        </p:spPr>
      </p:pic>
      <p:pic>
        <p:nvPicPr>
          <p:cNvPr id="945" name="Google Shape;945;g2cdbdd193bb_0_343"/>
          <p:cNvPicPr preferRelativeResize="0"/>
          <p:nvPr/>
        </p:nvPicPr>
        <p:blipFill>
          <a:blip r:embed="rId19">
            <a:alphaModFix/>
          </a:blip>
          <a:stretch>
            <a:fillRect/>
          </a:stretch>
        </p:blipFill>
        <p:spPr>
          <a:xfrm>
            <a:off x="5774950" y="3995860"/>
            <a:ext cx="1146826" cy="818569"/>
          </a:xfrm>
          <a:prstGeom prst="rect">
            <a:avLst/>
          </a:prstGeom>
          <a:noFill/>
          <a:ln>
            <a:noFill/>
          </a:ln>
          <a:effectLst>
            <a:outerShdw blurRad="71438" dist="19050" dir="5400000" algn="bl" rotWithShape="0">
              <a:srgbClr val="000000">
                <a:alpha val="18000"/>
              </a:srgbClr>
            </a:outerShdw>
          </a:effectLst>
        </p:spPr>
      </p:pic>
      <p:pic>
        <p:nvPicPr>
          <p:cNvPr id="946" name="Google Shape;946;g2cdbdd193bb_0_343"/>
          <p:cNvPicPr preferRelativeResize="0"/>
          <p:nvPr/>
        </p:nvPicPr>
        <p:blipFill>
          <a:blip r:embed="rId20">
            <a:alphaModFix/>
          </a:blip>
          <a:stretch>
            <a:fillRect/>
          </a:stretch>
        </p:blipFill>
        <p:spPr>
          <a:xfrm>
            <a:off x="7001675" y="3994460"/>
            <a:ext cx="1146826" cy="818569"/>
          </a:xfrm>
          <a:prstGeom prst="rect">
            <a:avLst/>
          </a:prstGeom>
          <a:noFill/>
          <a:ln>
            <a:noFill/>
          </a:ln>
          <a:effectLst>
            <a:outerShdw blurRad="71438" dist="19050" dir="5400000" algn="bl" rotWithShape="0">
              <a:srgbClr val="000000">
                <a:alpha val="18000"/>
              </a:srgbClr>
            </a:outerShdw>
          </a:effectLst>
        </p:spPr>
      </p:pic>
      <p:pic>
        <p:nvPicPr>
          <p:cNvPr id="947" name="Google Shape;947;g2cdbdd193bb_0_343"/>
          <p:cNvPicPr preferRelativeResize="0"/>
          <p:nvPr/>
        </p:nvPicPr>
        <p:blipFill>
          <a:blip r:embed="rId21">
            <a:alphaModFix/>
          </a:blip>
          <a:stretch>
            <a:fillRect/>
          </a:stretch>
        </p:blipFill>
        <p:spPr>
          <a:xfrm>
            <a:off x="868050" y="4931618"/>
            <a:ext cx="1146826" cy="818569"/>
          </a:xfrm>
          <a:prstGeom prst="rect">
            <a:avLst/>
          </a:prstGeom>
          <a:noFill/>
          <a:ln>
            <a:noFill/>
          </a:ln>
          <a:effectLst>
            <a:outerShdw blurRad="71438" dist="19050" dir="5400000" algn="bl" rotWithShape="0">
              <a:srgbClr val="000000">
                <a:alpha val="18000"/>
              </a:srgbClr>
            </a:outerShdw>
          </a:effectLst>
        </p:spPr>
      </p:pic>
      <p:pic>
        <p:nvPicPr>
          <p:cNvPr id="948" name="Google Shape;948;g2cdbdd193bb_0_343"/>
          <p:cNvPicPr preferRelativeResize="0"/>
          <p:nvPr/>
        </p:nvPicPr>
        <p:blipFill>
          <a:blip r:embed="rId22">
            <a:alphaModFix/>
          </a:blip>
          <a:stretch>
            <a:fillRect/>
          </a:stretch>
        </p:blipFill>
        <p:spPr>
          <a:xfrm>
            <a:off x="2094775" y="4931632"/>
            <a:ext cx="1146826" cy="819954"/>
          </a:xfrm>
          <a:prstGeom prst="rect">
            <a:avLst/>
          </a:prstGeom>
          <a:noFill/>
          <a:ln>
            <a:noFill/>
          </a:ln>
          <a:effectLst>
            <a:outerShdw blurRad="71438" dist="19050" dir="5400000" algn="bl" rotWithShape="0">
              <a:srgbClr val="000000">
                <a:alpha val="18000"/>
              </a:srgbClr>
            </a:outerShdw>
          </a:effectLst>
        </p:spPr>
      </p:pic>
      <p:pic>
        <p:nvPicPr>
          <p:cNvPr id="949" name="Google Shape;949;g2cdbdd193bb_0_343"/>
          <p:cNvPicPr preferRelativeResize="0"/>
          <p:nvPr/>
        </p:nvPicPr>
        <p:blipFill>
          <a:blip r:embed="rId23">
            <a:alphaModFix/>
          </a:blip>
          <a:stretch>
            <a:fillRect/>
          </a:stretch>
        </p:blipFill>
        <p:spPr>
          <a:xfrm>
            <a:off x="3321500" y="4932318"/>
            <a:ext cx="1146826" cy="818569"/>
          </a:xfrm>
          <a:prstGeom prst="rect">
            <a:avLst/>
          </a:prstGeom>
          <a:noFill/>
          <a:ln>
            <a:noFill/>
          </a:ln>
          <a:effectLst>
            <a:outerShdw blurRad="71438" dist="19050" dir="5400000" algn="bl" rotWithShape="0">
              <a:srgbClr val="000000">
                <a:alpha val="18000"/>
              </a:srgbClr>
            </a:outerShdw>
          </a:effectLst>
        </p:spPr>
      </p:pic>
      <p:pic>
        <p:nvPicPr>
          <p:cNvPr id="950" name="Google Shape;950;g2cdbdd193bb_0_343"/>
          <p:cNvPicPr preferRelativeResize="0"/>
          <p:nvPr/>
        </p:nvPicPr>
        <p:blipFill>
          <a:blip r:embed="rId24">
            <a:alphaModFix/>
          </a:blip>
          <a:stretch>
            <a:fillRect/>
          </a:stretch>
        </p:blipFill>
        <p:spPr>
          <a:xfrm>
            <a:off x="4548225" y="4929532"/>
            <a:ext cx="1146826" cy="819954"/>
          </a:xfrm>
          <a:prstGeom prst="rect">
            <a:avLst/>
          </a:prstGeom>
          <a:noFill/>
          <a:ln>
            <a:noFill/>
          </a:ln>
          <a:effectLst>
            <a:outerShdw blurRad="71438" dist="19050" dir="5400000" algn="bl" rotWithShape="0">
              <a:srgbClr val="000000">
                <a:alpha val="18000"/>
              </a:srgbClr>
            </a:outerShdw>
          </a:effectLst>
        </p:spPr>
      </p:pic>
      <p:pic>
        <p:nvPicPr>
          <p:cNvPr id="951" name="Google Shape;951;g2cdbdd193bb_0_343"/>
          <p:cNvPicPr preferRelativeResize="0"/>
          <p:nvPr/>
        </p:nvPicPr>
        <p:blipFill>
          <a:blip r:embed="rId25">
            <a:alphaModFix/>
          </a:blip>
          <a:stretch>
            <a:fillRect/>
          </a:stretch>
        </p:blipFill>
        <p:spPr>
          <a:xfrm>
            <a:off x="5774950" y="4930957"/>
            <a:ext cx="1146826" cy="819954"/>
          </a:xfrm>
          <a:prstGeom prst="rect">
            <a:avLst/>
          </a:prstGeom>
          <a:noFill/>
          <a:ln>
            <a:noFill/>
          </a:ln>
          <a:effectLst>
            <a:outerShdw blurRad="71438" dist="19050" dir="5400000" algn="bl" rotWithShape="0">
              <a:srgbClr val="000000">
                <a:alpha val="18000"/>
              </a:srgbClr>
            </a:outerShdw>
          </a:effectLst>
        </p:spPr>
      </p:pic>
      <p:pic>
        <p:nvPicPr>
          <p:cNvPr id="952" name="Google Shape;952;g2cdbdd193bb_0_343"/>
          <p:cNvPicPr preferRelativeResize="0"/>
          <p:nvPr/>
        </p:nvPicPr>
        <p:blipFill>
          <a:blip r:embed="rId26">
            <a:alphaModFix/>
          </a:blip>
          <a:stretch>
            <a:fillRect/>
          </a:stretch>
        </p:blipFill>
        <p:spPr>
          <a:xfrm>
            <a:off x="7001668" y="4932318"/>
            <a:ext cx="1145440" cy="818569"/>
          </a:xfrm>
          <a:prstGeom prst="rect">
            <a:avLst/>
          </a:prstGeom>
          <a:noFill/>
          <a:ln>
            <a:noFill/>
          </a:ln>
          <a:effectLst>
            <a:outerShdw blurRad="71438" dist="19050" dir="5400000" algn="bl" rotWithShape="0">
              <a:srgbClr val="000000">
                <a:alpha val="18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g2cdbdd193bb_0_37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r>
              <a:rPr lang="en-US" sz="2000">
                <a:solidFill>
                  <a:srgbClr val="2356AF"/>
                </a:solidFill>
              </a:rPr>
              <a:t>many friend very</a:t>
            </a:r>
            <a:r>
              <a:rPr lang="en-US" sz="2000"/>
              <a:t>.</a:t>
            </a:r>
            <a:endParaRPr sz="2000"/>
          </a:p>
        </p:txBody>
      </p:sp>
      <p:pic>
        <p:nvPicPr>
          <p:cNvPr id="959" name="Google Shape;959;g2cdbdd193bb_0_376"/>
          <p:cNvPicPr preferRelativeResize="0"/>
          <p:nvPr/>
        </p:nvPicPr>
        <p:blipFill>
          <a:blip r:embed="rId3">
            <a:alphaModFix/>
          </a:blip>
          <a:stretch>
            <a:fillRect/>
          </a:stretch>
        </p:blipFill>
        <p:spPr>
          <a:xfrm>
            <a:off x="867797" y="2125686"/>
            <a:ext cx="1147421" cy="819976"/>
          </a:xfrm>
          <a:prstGeom prst="rect">
            <a:avLst/>
          </a:prstGeom>
          <a:noFill/>
          <a:ln>
            <a:noFill/>
          </a:ln>
          <a:effectLst>
            <a:outerShdw blurRad="71438" dist="19050" dir="5400000" algn="bl" rotWithShape="0">
              <a:srgbClr val="000000">
                <a:alpha val="18000"/>
              </a:srgbClr>
            </a:outerShdw>
          </a:effectLst>
        </p:spPr>
      </p:pic>
      <p:pic>
        <p:nvPicPr>
          <p:cNvPr id="960" name="Google Shape;960;g2cdbdd193bb_0_376"/>
          <p:cNvPicPr preferRelativeResize="0"/>
          <p:nvPr/>
        </p:nvPicPr>
        <p:blipFill>
          <a:blip r:embed="rId4">
            <a:alphaModFix/>
          </a:blip>
          <a:stretch>
            <a:fillRect/>
          </a:stretch>
        </p:blipFill>
        <p:spPr>
          <a:xfrm>
            <a:off x="2094526" y="2125686"/>
            <a:ext cx="1145486" cy="819967"/>
          </a:xfrm>
          <a:prstGeom prst="rect">
            <a:avLst/>
          </a:prstGeom>
          <a:noFill/>
          <a:ln>
            <a:noFill/>
          </a:ln>
          <a:effectLst>
            <a:outerShdw blurRad="71438" dist="19050" dir="5400000" algn="bl" rotWithShape="0">
              <a:srgbClr val="000000">
                <a:alpha val="18000"/>
              </a:srgbClr>
            </a:outerShdw>
          </a:effectLst>
        </p:spPr>
      </p:pic>
      <p:pic>
        <p:nvPicPr>
          <p:cNvPr id="961" name="Google Shape;961;g2cdbdd193bb_0_376"/>
          <p:cNvPicPr preferRelativeResize="0"/>
          <p:nvPr/>
        </p:nvPicPr>
        <p:blipFill>
          <a:blip r:embed="rId5">
            <a:alphaModFix/>
          </a:blip>
          <a:stretch>
            <a:fillRect/>
          </a:stretch>
        </p:blipFill>
        <p:spPr>
          <a:xfrm>
            <a:off x="3321259" y="2125686"/>
            <a:ext cx="1145486" cy="818582"/>
          </a:xfrm>
          <a:prstGeom prst="rect">
            <a:avLst/>
          </a:prstGeom>
          <a:noFill/>
          <a:ln>
            <a:noFill/>
          </a:ln>
          <a:effectLst>
            <a:outerShdw blurRad="71438" dist="19050" dir="5400000" algn="bl" rotWithShape="0">
              <a:srgbClr val="000000">
                <a:alpha val="18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68" name="Google Shape;96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69" name="Google Shape;969;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70" name="Google Shape;97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71" name="Google Shape;971;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E82625"/>
                </a:solidFill>
                <a:latin typeface="Jost"/>
                <a:ea typeface="Jost"/>
                <a:cs typeface="Jost"/>
                <a:sym typeface="Jost"/>
              </a:rPr>
              <a:t>i</a:t>
            </a:r>
            <a:r>
              <a:rPr lang="en-US" sz="5800" b="0" i="0" u="none" strike="noStrike" cap="none">
                <a:solidFill>
                  <a:srgbClr val="2356AF"/>
                </a:solidFill>
                <a:latin typeface="Jost"/>
                <a:ea typeface="Jost"/>
                <a:cs typeface="Jost"/>
                <a:sym typeface="Jost"/>
              </a:rPr>
              <a:t>nk</a:t>
            </a:r>
            <a:endParaRPr sz="5800" b="0" i="0" u="none" strike="noStrike" cap="none">
              <a:solidFill>
                <a:srgbClr val="2356AF"/>
              </a:solidFill>
              <a:latin typeface="Jost"/>
              <a:ea typeface="Jost"/>
              <a:cs typeface="Jost"/>
              <a:sym typeface="Jost"/>
            </a:endParaRPr>
          </a:p>
        </p:txBody>
      </p:sp>
      <p:sp>
        <p:nvSpPr>
          <p:cNvPr id="972" name="Google Shape;972;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E82625"/>
                </a:solidFill>
                <a:latin typeface="Jost"/>
                <a:ea typeface="Jost"/>
                <a:cs typeface="Jost"/>
                <a:sym typeface="Jost"/>
              </a:rPr>
              <a:t>i</a:t>
            </a:r>
            <a:r>
              <a:rPr lang="en-US" sz="5800" b="0" i="0" u="none" strike="noStrike" cap="none">
                <a:solidFill>
                  <a:srgbClr val="2356AF"/>
                </a:solidFill>
                <a:latin typeface="Jost"/>
                <a:ea typeface="Jost"/>
                <a:cs typeface="Jost"/>
                <a:sym typeface="Jost"/>
              </a:rPr>
              <a:t>tch</a:t>
            </a:r>
            <a:endParaRPr sz="5800" b="0" i="0" u="none" strike="noStrike" cap="none">
              <a:solidFill>
                <a:srgbClr val="2356AF"/>
              </a:solidFill>
              <a:latin typeface="Jost"/>
              <a:ea typeface="Jost"/>
              <a:cs typeface="Jost"/>
              <a:sym typeface="Jost"/>
            </a:endParaRPr>
          </a:p>
        </p:txBody>
      </p:sp>
      <p:sp>
        <p:nvSpPr>
          <p:cNvPr id="973" name="Google Shape;973;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E82625"/>
                </a:solidFill>
                <a:latin typeface="Jost"/>
                <a:ea typeface="Jost"/>
                <a:cs typeface="Jost"/>
                <a:sym typeface="Jost"/>
              </a:rPr>
              <a:t>i</a:t>
            </a:r>
            <a:r>
              <a:rPr lang="en-US" sz="5800" b="0" i="0" u="none" strike="noStrike" cap="none">
                <a:solidFill>
                  <a:srgbClr val="2356AF"/>
                </a:solidFill>
                <a:latin typeface="Jost"/>
                <a:ea typeface="Jost"/>
                <a:cs typeface="Jost"/>
                <a:sym typeface="Jost"/>
              </a:rPr>
              <a:t>ce</a:t>
            </a:r>
            <a:endParaRPr sz="5800" b="0" i="0" u="none" strike="noStrike" cap="none">
              <a:solidFill>
                <a:srgbClr val="2356AF"/>
              </a:solidFill>
              <a:latin typeface="Jost"/>
              <a:ea typeface="Jost"/>
              <a:cs typeface="Jost"/>
              <a:sym typeface="Jost"/>
            </a:endParaRPr>
          </a:p>
        </p:txBody>
      </p:sp>
      <p:sp>
        <p:nvSpPr>
          <p:cNvPr id="974" name="Google Shape;974;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Phase 2, Lesson 6</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81" name="Google Shape;981;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82" name="Google Shape;982;g2e5653a5c66_0_0"/>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83" name="Google Shape;983;g2e5653a5c66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84" name="Google Shape;984;g2e5653a5c66_0_0"/>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Eg</a:t>
            </a:r>
            <a:r>
              <a:rPr lang="en-US" sz="5800" b="0" i="0" u="none" strike="noStrike" cap="none">
                <a:solidFill>
                  <a:srgbClr val="815138"/>
                </a:solidFill>
                <a:latin typeface="Jost"/>
                <a:ea typeface="Jost"/>
                <a:cs typeface="Jost"/>
                <a:sym typeface="Jost"/>
              </a:rPr>
              <a:t>y</a:t>
            </a:r>
            <a:r>
              <a:rPr lang="en-US" sz="5800" b="0" i="0" u="none" strike="noStrike" cap="none">
                <a:solidFill>
                  <a:srgbClr val="2356AF"/>
                </a:solidFill>
                <a:latin typeface="Jost"/>
                <a:ea typeface="Jost"/>
                <a:cs typeface="Jost"/>
                <a:sym typeface="Jost"/>
              </a:rPr>
              <a:t>pt</a:t>
            </a:r>
            <a:endParaRPr sz="5800" b="0" i="0" u="none" strike="noStrike" cap="none">
              <a:solidFill>
                <a:srgbClr val="2356AF"/>
              </a:solidFill>
              <a:latin typeface="Jost"/>
              <a:ea typeface="Jost"/>
              <a:cs typeface="Jost"/>
              <a:sym typeface="Jost"/>
            </a:endParaRPr>
          </a:p>
        </p:txBody>
      </p:sp>
      <p:sp>
        <p:nvSpPr>
          <p:cNvPr id="985" name="Google Shape;985;g2e5653a5c66_0_0"/>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h</a:t>
            </a:r>
            <a:r>
              <a:rPr lang="en-US" sz="5800" b="0" i="0" u="none" strike="noStrike" cap="none">
                <a:solidFill>
                  <a:srgbClr val="815138"/>
                </a:solidFill>
                <a:latin typeface="Jost"/>
                <a:ea typeface="Jost"/>
                <a:cs typeface="Jost"/>
                <a:sym typeface="Jost"/>
              </a:rPr>
              <a:t>y</a:t>
            </a:r>
            <a:r>
              <a:rPr lang="en-US" sz="5800" b="0" i="0" u="none" strike="noStrike" cap="none">
                <a:solidFill>
                  <a:srgbClr val="2356AF"/>
                </a:solidFill>
                <a:latin typeface="Jost"/>
                <a:ea typeface="Jost"/>
                <a:cs typeface="Jost"/>
                <a:sym typeface="Jost"/>
              </a:rPr>
              <a:t>pnosis</a:t>
            </a:r>
            <a:endParaRPr sz="5800" b="0" i="0" u="none" strike="noStrike" cap="none">
              <a:solidFill>
                <a:srgbClr val="2356AF"/>
              </a:solidFill>
              <a:latin typeface="Jost"/>
              <a:ea typeface="Jost"/>
              <a:cs typeface="Jost"/>
              <a:sym typeface="Jost"/>
            </a:endParaRPr>
          </a:p>
        </p:txBody>
      </p:sp>
      <p:sp>
        <p:nvSpPr>
          <p:cNvPr id="986" name="Google Shape;986;g2e5653a5c66_0_0"/>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m</a:t>
            </a:r>
            <a:r>
              <a:rPr lang="en-US" sz="5800" b="0" i="0" u="none" strike="noStrike" cap="none">
                <a:solidFill>
                  <a:srgbClr val="815138"/>
                </a:solidFill>
                <a:latin typeface="Jost"/>
                <a:ea typeface="Jost"/>
                <a:cs typeface="Jost"/>
                <a:sym typeface="Jost"/>
              </a:rPr>
              <a:t>y</a:t>
            </a:r>
            <a:r>
              <a:rPr lang="en-US" sz="5800" b="0" i="0" u="none" strike="noStrike" cap="none">
                <a:solidFill>
                  <a:srgbClr val="2356AF"/>
                </a:solidFill>
                <a:latin typeface="Jost"/>
                <a:ea typeface="Jost"/>
                <a:cs typeface="Jost"/>
                <a:sym typeface="Jost"/>
              </a:rPr>
              <a:t>stery</a:t>
            </a:r>
            <a:endParaRPr sz="5800" b="0" i="0" u="none" strike="noStrike" cap="none">
              <a:solidFill>
                <a:srgbClr val="2356AF"/>
              </a:solidFill>
              <a:latin typeface="Jost"/>
              <a:ea typeface="Jost"/>
              <a:cs typeface="Jost"/>
              <a:sym typeface="Jost"/>
            </a:endParaRPr>
          </a:p>
        </p:txBody>
      </p:sp>
      <p:sp>
        <p:nvSpPr>
          <p:cNvPr id="987" name="Google Shape;987;g2e5653a5c66_0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Phase 5.5, Lesson 53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94" name="Google Shape;994;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1" name="Google Shape;1001;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02" name="Google Shape;1002;g2c4fb7f6616_1_0"/>
          <p:cNvSpPr/>
          <p:nvPr/>
        </p:nvSpPr>
        <p:spPr>
          <a:xfrm>
            <a:off x="5306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3" name="Google Shape;1003;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4" name="Google Shape;1004;g2c4fb7f6616_1_0"/>
          <p:cNvSpPr txBox="1">
            <a:spLocks noGrp="1"/>
          </p:cNvSpPr>
          <p:nvPr>
            <p:ph type="subTitle" idx="4294967295"/>
          </p:nvPr>
        </p:nvSpPr>
        <p:spPr>
          <a:xfrm>
            <a:off x="6390811" y="1331983"/>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1005" name="Google Shape;1005;g2c4fb7f6616_1_0"/>
          <p:cNvSpPr txBox="1">
            <a:spLocks noGrp="1"/>
          </p:cNvSpPr>
          <p:nvPr>
            <p:ph type="subTitle" idx="4294967295"/>
          </p:nvPr>
        </p:nvSpPr>
        <p:spPr>
          <a:xfrm>
            <a:off x="47369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1006" name="Google Shape;1006;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7" name="Google Shape;1007;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8" name="Google Shape;1008;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9" name="Google Shape;1009;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0" name="Google Shape;1010;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1" name="Google Shape;1011;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2" name="Google Shape;1012;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3" name="Google Shape;1013;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14" name="Google Shape;1014;g2c4fb7f6616_1_0"/>
          <p:cNvGrpSpPr/>
          <p:nvPr/>
        </p:nvGrpSpPr>
        <p:grpSpPr>
          <a:xfrm>
            <a:off x="-550" y="6984600"/>
            <a:ext cx="8596479" cy="808600"/>
            <a:chOff x="-550" y="6984600"/>
            <a:chExt cx="8596479" cy="808600"/>
          </a:xfrm>
        </p:grpSpPr>
        <p:sp>
          <p:nvSpPr>
            <p:cNvPr id="1015" name="Google Shape;1015;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16" name="Google Shape;1016;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17" name="Google Shape;1017;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18" name="Google Shape;1018;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19" name="Google Shape;1019;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0" name="Google Shape;1020;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1" name="Google Shape;1021;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2" name="Google Shape;1022;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23" name="Google Shape;1023;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24" name="Google Shape;1024;g2c4fb7f6616_1_0"/>
          <p:cNvSpPr/>
          <p:nvPr/>
        </p:nvSpPr>
        <p:spPr>
          <a:xfrm>
            <a:off x="2868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5" name="Google Shape;1025;g2c4fb7f6616_1_0"/>
          <p:cNvSpPr/>
          <p:nvPr/>
        </p:nvSpPr>
        <p:spPr>
          <a:xfrm>
            <a:off x="3729275" y="3906888"/>
            <a:ext cx="390000" cy="390000"/>
          </a:xfrm>
          <a:prstGeom prst="ellipse">
            <a:avLst/>
          </a:prstGeom>
          <a:solidFill>
            <a:srgbClr val="81513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6" name="Google Shape;1026;g2c4fb7f6616_1_0"/>
          <p:cNvSpPr/>
          <p:nvPr/>
        </p:nvSpPr>
        <p:spPr>
          <a:xfrm>
            <a:off x="4590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7" name="Google Shape;1027;g2c4fb7f6616_1_0"/>
          <p:cNvSpPr txBox="1">
            <a:spLocks noGrp="1"/>
          </p:cNvSpPr>
          <p:nvPr>
            <p:ph type="subTitle" idx="4294967295"/>
          </p:nvPr>
        </p:nvSpPr>
        <p:spPr>
          <a:xfrm>
            <a:off x="40206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1028" name="Google Shape;1028;g2c4fb7f6616_1_0"/>
          <p:cNvSpPr txBox="1">
            <a:spLocks noGrp="1"/>
          </p:cNvSpPr>
          <p:nvPr>
            <p:ph type="subTitle" idx="4294967295"/>
          </p:nvPr>
        </p:nvSpPr>
        <p:spPr>
          <a:xfrm>
            <a:off x="2298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1029" name="Google Shape;1029;g2c4fb7f6616_1_0"/>
          <p:cNvSpPr txBox="1">
            <a:spLocks noGrp="1"/>
          </p:cNvSpPr>
          <p:nvPr>
            <p:ph type="subTitle" idx="4294967295"/>
          </p:nvPr>
        </p:nvSpPr>
        <p:spPr>
          <a:xfrm>
            <a:off x="31596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8"/>
                </a:solidFill>
                <a:latin typeface="Jost"/>
                <a:ea typeface="Jost"/>
                <a:cs typeface="Jost"/>
                <a:sym typeface="Jost"/>
              </a:rPr>
              <a:t>y</a:t>
            </a:r>
            <a:endParaRPr sz="15000" b="0" i="0" u="none" strike="noStrike" cap="none">
              <a:solidFill>
                <a:srgbClr val="815138"/>
              </a:solidFill>
              <a:latin typeface="Jost"/>
              <a:ea typeface="Jost"/>
              <a:cs typeface="Jost"/>
              <a:sym typeface="Jost"/>
            </a:endParaRPr>
          </a:p>
        </p:txBody>
      </p:sp>
      <p:sp>
        <p:nvSpPr>
          <p:cNvPr id="1030" name="Google Shape;1030;g2c4fb7f6616_1_0"/>
          <p:cNvSpPr/>
          <p:nvPr/>
        </p:nvSpPr>
        <p:spPr>
          <a:xfrm>
            <a:off x="2030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1" name="Google Shape;1031;g2c4fb7f6616_1_0"/>
          <p:cNvSpPr txBox="1">
            <a:spLocks noGrp="1"/>
          </p:cNvSpPr>
          <p:nvPr>
            <p:ph type="subTitle" idx="4294967295"/>
          </p:nvPr>
        </p:nvSpPr>
        <p:spPr>
          <a:xfrm>
            <a:off x="14603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1032" name="Google Shape;1032;g2c4fb7f6616_1_0"/>
          <p:cNvSpPr/>
          <p:nvPr/>
        </p:nvSpPr>
        <p:spPr>
          <a:xfrm>
            <a:off x="5081075"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3" name="Google Shape;1033;g2c4fb7f6616_1_0"/>
          <p:cNvSpPr txBox="1"/>
          <p:nvPr/>
        </p:nvSpPr>
        <p:spPr>
          <a:xfrm>
            <a:off x="5657101" y="1408100"/>
            <a:ext cx="137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00A9A4"/>
                </a:solidFill>
                <a:latin typeface="Poppins"/>
                <a:ea typeface="Poppins"/>
                <a:cs typeface="Poppins"/>
                <a:sym typeface="Poppins"/>
              </a:rPr>
              <a:t>a</a:t>
            </a:r>
            <a:endParaRPr sz="14000" b="0" i="0" u="none" strike="noStrike" cap="none">
              <a:solidFill>
                <a:srgbClr val="00A9A4"/>
              </a:solidFill>
              <a:latin typeface="Jost"/>
              <a:ea typeface="Jost"/>
              <a:cs typeface="Jost"/>
              <a:sym typeface="Jost"/>
            </a:endParaRPr>
          </a:p>
        </p:txBody>
      </p:sp>
      <p:sp>
        <p:nvSpPr>
          <p:cNvPr id="1034" name="Google Shape;1034;g2c4fb7f6616_1_0"/>
          <p:cNvSpPr/>
          <p:nvPr/>
        </p:nvSpPr>
        <p:spPr>
          <a:xfrm>
            <a:off x="5948500" y="4011900"/>
            <a:ext cx="1285500" cy="180000"/>
          </a:xfrm>
          <a:prstGeom prst="rect">
            <a:avLst/>
          </a:prstGeom>
          <a:solidFill>
            <a:srgbClr val="00A9A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g273c50e431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41" name="Google Shape;1041;g273c50e431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42" name="Google Shape;1042;g273c50e431a_0_17"/>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43" name="Google Shape;1043;g273c50e431a_0_17"/>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4" name="Google Shape;1044;g273c50e431a_0_17"/>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5" name="Google Shape;1045;g273c50e431a_0_17"/>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6" name="Google Shape;1046;g273c50e431a_0_17"/>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7" name="Google Shape;1047;g273c50e431a_0_17"/>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8" name="Google Shape;1048;g273c50e431a_0_17"/>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9" name="Google Shape;1049;g273c50e431a_0_17"/>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0" name="Google Shape;1050;g273c50e431a_0_17"/>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51" name="Google Shape;1051;g273c50e431a_0_17"/>
          <p:cNvGrpSpPr/>
          <p:nvPr/>
        </p:nvGrpSpPr>
        <p:grpSpPr>
          <a:xfrm>
            <a:off x="-550" y="6984600"/>
            <a:ext cx="8596479" cy="808600"/>
            <a:chOff x="-550" y="6984600"/>
            <a:chExt cx="8596479" cy="808600"/>
          </a:xfrm>
        </p:grpSpPr>
        <p:sp>
          <p:nvSpPr>
            <p:cNvPr id="1052" name="Google Shape;1052;g273c50e431a_0_17"/>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53" name="Google Shape;1053;g273c50e431a_0_17"/>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54" name="Google Shape;1054;g273c50e431a_0_17"/>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55" name="Google Shape;1055;g273c50e431a_0_17"/>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56" name="Google Shape;1056;g273c50e431a_0_17"/>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57" name="Google Shape;1057;g273c50e431a_0_17"/>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58" name="Google Shape;1058;g273c50e431a_0_17"/>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59" name="Google Shape;1059;g273c50e431a_0_17"/>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60" name="Google Shape;1060;g273c50e431a_0_17"/>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61" name="Google Shape;1061;g273c50e431a_0_17"/>
          <p:cNvSpPr/>
          <p:nvPr/>
        </p:nvSpPr>
        <p:spPr>
          <a:xfrm>
            <a:off x="374370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2" name="Google Shape;1062;g273c50e431a_0_17"/>
          <p:cNvSpPr/>
          <p:nvPr/>
        </p:nvSpPr>
        <p:spPr>
          <a:xfrm>
            <a:off x="4704866" y="3906888"/>
            <a:ext cx="390000" cy="390000"/>
          </a:xfrm>
          <a:prstGeom prst="ellipse">
            <a:avLst/>
          </a:prstGeom>
          <a:solidFill>
            <a:srgbClr val="81513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3" name="Google Shape;1063;g273c50e431a_0_17"/>
          <p:cNvSpPr txBox="1">
            <a:spLocks noGrp="1"/>
          </p:cNvSpPr>
          <p:nvPr>
            <p:ph type="subTitle" idx="4294967295"/>
          </p:nvPr>
        </p:nvSpPr>
        <p:spPr>
          <a:xfrm>
            <a:off x="5261086" y="1308025"/>
            <a:ext cx="1737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ss</a:t>
            </a:r>
            <a:endParaRPr sz="15000" b="0" i="0" u="none" strike="noStrike" cap="none">
              <a:solidFill>
                <a:srgbClr val="FFD400"/>
              </a:solidFill>
              <a:latin typeface="Jost"/>
              <a:ea typeface="Jost"/>
              <a:cs typeface="Jost"/>
              <a:sym typeface="Jost"/>
            </a:endParaRPr>
          </a:p>
        </p:txBody>
      </p:sp>
      <p:sp>
        <p:nvSpPr>
          <p:cNvPr id="1064" name="Google Shape;1064;g273c50e431a_0_17"/>
          <p:cNvSpPr txBox="1">
            <a:spLocks noGrp="1"/>
          </p:cNvSpPr>
          <p:nvPr>
            <p:ph type="subTitle" idx="4294967295"/>
          </p:nvPr>
        </p:nvSpPr>
        <p:spPr>
          <a:xfrm>
            <a:off x="317400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1065" name="Google Shape;1065;g273c50e431a_0_17"/>
          <p:cNvSpPr txBox="1">
            <a:spLocks noGrp="1"/>
          </p:cNvSpPr>
          <p:nvPr>
            <p:ph type="subTitle" idx="4294967295"/>
          </p:nvPr>
        </p:nvSpPr>
        <p:spPr>
          <a:xfrm>
            <a:off x="4135191"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8"/>
                </a:solidFill>
                <a:latin typeface="Jost"/>
                <a:ea typeface="Jost"/>
                <a:cs typeface="Jost"/>
                <a:sym typeface="Jost"/>
              </a:rPr>
              <a:t>y</a:t>
            </a:r>
            <a:endParaRPr sz="15000" b="0" i="0" u="none" strike="noStrike" cap="none">
              <a:solidFill>
                <a:srgbClr val="815138"/>
              </a:solidFill>
              <a:latin typeface="Jost"/>
              <a:ea typeface="Jost"/>
              <a:cs typeface="Jost"/>
              <a:sym typeface="Jost"/>
            </a:endParaRPr>
          </a:p>
        </p:txBody>
      </p:sp>
      <p:sp>
        <p:nvSpPr>
          <p:cNvPr id="1066" name="Google Shape;1066;g273c50e431a_0_17"/>
          <p:cNvSpPr/>
          <p:nvPr/>
        </p:nvSpPr>
        <p:spPr>
          <a:xfrm>
            <a:off x="5439886" y="4011900"/>
            <a:ext cx="1379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7" name="Google Shape;1067;g273c50e431a_0_17"/>
          <p:cNvSpPr/>
          <p:nvPr/>
        </p:nvSpPr>
        <p:spPr>
          <a:xfrm>
            <a:off x="2640593"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8" name="Google Shape;1068;g273c50e431a_0_17"/>
          <p:cNvSpPr txBox="1"/>
          <p:nvPr/>
        </p:nvSpPr>
        <p:spPr>
          <a:xfrm>
            <a:off x="2145914" y="1408100"/>
            <a:ext cx="137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
        <p:nvSpPr>
          <p:cNvPr id="1069" name="Google Shape;1069;g273c50e431a_0_17"/>
          <p:cNvSpPr/>
          <p:nvPr/>
        </p:nvSpPr>
        <p:spPr>
          <a:xfrm>
            <a:off x="3344713"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76" name="Google Shape;1076;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83" name="Google Shape;1083;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84" name="Google Shape;1084;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85" name="Google Shape;1085;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92" name="Google Shape;1092;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93" name="Google Shape;1093;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94" name="Google Shape;1094;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9"/>
        <p:cNvGrpSpPr/>
        <p:nvPr/>
      </p:nvGrpSpPr>
      <p:grpSpPr>
        <a:xfrm>
          <a:off x="0" y="0"/>
          <a:ext cx="0" cy="0"/>
          <a:chOff x="0" y="0"/>
          <a:chExt cx="0" cy="0"/>
        </a:xfrm>
      </p:grpSpPr>
      <p:sp>
        <p:nvSpPr>
          <p:cNvPr id="1100" name="Google Shape;1100;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01" name="Google Shape;1101;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102" name="Google Shape;1102;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103" name="Google Shape;1103;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sp>
        <p:nvSpPr>
          <p:cNvPr id="1109" name="Google Shape;1109;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10" name="Google Shape;1110;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111" name="Google Shape;1111;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112" name="Google Shape;111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sp>
        <p:nvSpPr>
          <p:cNvPr id="1118" name="Google Shape;1118;g26b641b03cd_0_301"/>
          <p:cNvSpPr txBox="1">
            <a:spLocks noGrp="1"/>
          </p:cNvSpPr>
          <p:nvPr>
            <p:ph type="title"/>
          </p:nvPr>
        </p:nvSpPr>
        <p:spPr>
          <a:xfrm>
            <a:off x="839475" y="5568500"/>
            <a:ext cx="7464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19" name="Google Shape;1119;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20" name="Google Shape;1120;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21" name="Google Shape;1121;g26b641b03cd_0_301"/>
          <p:cNvPicPr preferRelativeResize="0"/>
          <p:nvPr/>
        </p:nvPicPr>
        <p:blipFill rotWithShape="1">
          <a:blip r:embed="rId3">
            <a:alphaModFix/>
          </a:blip>
          <a:srcRect t="89" b="79"/>
          <a:stretch/>
        </p:blipFill>
        <p:spPr>
          <a:xfrm>
            <a:off x="2122875" y="1417100"/>
            <a:ext cx="4898251" cy="3500407"/>
          </a:xfrm>
          <a:prstGeom prst="rect">
            <a:avLst/>
          </a:prstGeom>
          <a:noFill/>
          <a:ln>
            <a:noFill/>
          </a:ln>
          <a:effectLst>
            <a:outerShdw blurRad="71438" dist="19050" dir="5400000" algn="bl" rotWithShape="0">
              <a:srgbClr val="000000">
                <a:alpha val="17254"/>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sp>
        <p:nvSpPr>
          <p:cNvPr id="1127" name="Google Shape;1127;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28" name="Google Shape;1128;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29" name="Google Shape;1129;g26b641b03cd_0_308"/>
          <p:cNvSpPr txBox="1">
            <a:spLocks noGrp="1"/>
          </p:cNvSpPr>
          <p:nvPr>
            <p:ph type="title"/>
          </p:nvPr>
        </p:nvSpPr>
        <p:spPr>
          <a:xfrm>
            <a:off x="763325" y="5568500"/>
            <a:ext cx="76173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30" name="Google Shape;1130;g26b641b03cd_0_308"/>
          <p:cNvPicPr preferRelativeResize="0"/>
          <p:nvPr/>
        </p:nvPicPr>
        <p:blipFill rotWithShape="1">
          <a:blip r:embed="rId3">
            <a:alphaModFix/>
          </a:blip>
          <a:srcRect t="89" b="79"/>
          <a:stretch/>
        </p:blipFill>
        <p:spPr>
          <a:xfrm>
            <a:off x="2122875" y="1417100"/>
            <a:ext cx="4898251" cy="3500407"/>
          </a:xfrm>
          <a:prstGeom prst="rect">
            <a:avLst/>
          </a:prstGeom>
          <a:noFill/>
          <a:ln>
            <a:noFill/>
          </a:ln>
          <a:effectLst>
            <a:outerShdw blurRad="71438" dist="19050" dir="5400000" algn="bl" rotWithShape="0">
              <a:srgbClr val="000000">
                <a:alpha val="17254"/>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1136" name="Google Shape;1136;g2741437d355_0_13"/>
          <p:cNvSpPr txBox="1">
            <a:spLocks noGrp="1"/>
          </p:cNvSpPr>
          <p:nvPr>
            <p:ph type="title"/>
          </p:nvPr>
        </p:nvSpPr>
        <p:spPr>
          <a:xfrm>
            <a:off x="807750" y="5568500"/>
            <a:ext cx="75285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37" name="Google Shape;1137;g2741437d355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38" name="Google Shape;1138;g2741437d355_0_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39" name="Google Shape;1139;g2741437d355_0_13"/>
          <p:cNvPicPr preferRelativeResize="0"/>
          <p:nvPr/>
        </p:nvPicPr>
        <p:blipFill rotWithShape="1">
          <a:blip r:embed="rId3">
            <a:alphaModFix/>
          </a:blip>
          <a:srcRect t="89" b="79"/>
          <a:stretch/>
        </p:blipFill>
        <p:spPr>
          <a:xfrm>
            <a:off x="2122875" y="1417100"/>
            <a:ext cx="4898251" cy="3500407"/>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sp>
        <p:nvSpPr>
          <p:cNvPr id="1145" name="Google Shape;1145;g2741437d355_0_2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46" name="Google Shape;1146;g2741437d355_0_2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47" name="Google Shape;1147;g2741437d355_0_21"/>
          <p:cNvSpPr txBox="1">
            <a:spLocks noGrp="1"/>
          </p:cNvSpPr>
          <p:nvPr>
            <p:ph type="title"/>
          </p:nvPr>
        </p:nvSpPr>
        <p:spPr>
          <a:xfrm>
            <a:off x="788700" y="5568500"/>
            <a:ext cx="7566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48" name="Google Shape;1148;g2741437d355_0_21"/>
          <p:cNvPicPr preferRelativeResize="0"/>
          <p:nvPr/>
        </p:nvPicPr>
        <p:blipFill rotWithShape="1">
          <a:blip r:embed="rId3">
            <a:alphaModFix/>
          </a:blip>
          <a:srcRect t="89" b="79"/>
          <a:stretch/>
        </p:blipFill>
        <p:spPr>
          <a:xfrm>
            <a:off x="2122875" y="1417100"/>
            <a:ext cx="4898251" cy="3500407"/>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53"/>
        <p:cNvGrpSpPr/>
        <p:nvPr/>
      </p:nvGrpSpPr>
      <p:grpSpPr>
        <a:xfrm>
          <a:off x="0" y="0"/>
          <a:ext cx="0" cy="0"/>
          <a:chOff x="0" y="0"/>
          <a:chExt cx="0" cy="0"/>
        </a:xfrm>
      </p:grpSpPr>
      <p:sp>
        <p:nvSpPr>
          <p:cNvPr id="1154" name="Google Shape;1154;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5" name="Google Shape;1155;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56" name="Google Shape;1156;g2d1eea302f1_0_6"/>
          <p:cNvGrpSpPr/>
          <p:nvPr/>
        </p:nvGrpSpPr>
        <p:grpSpPr>
          <a:xfrm>
            <a:off x="3024000" y="209875"/>
            <a:ext cx="3096000" cy="454800"/>
            <a:chOff x="3024000" y="209875"/>
            <a:chExt cx="3096000" cy="454800"/>
          </a:xfrm>
        </p:grpSpPr>
        <p:sp>
          <p:nvSpPr>
            <p:cNvPr id="1157" name="Google Shape;1157;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8" name="Google Shape;1158;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59" name="Google Shape;1159;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60" name="Google Shape;1160;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1" name="Google Shape;1161;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2" name="Google Shape;1162;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63" name="Google Shape;1163;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64" name="Google Shape;1164;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65" name="Google Shape;1165;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66" name="Google Shape;1166;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67" name="Google Shape;1167;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68" name="Google Shape;1168;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69" name="Google Shape;1169;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FFD403"/>
              </a:solidFill>
              <a:latin typeface="Jost"/>
              <a:ea typeface="Jost"/>
              <a:cs typeface="Jost"/>
              <a:sym typeface="Jost"/>
            </a:endParaRPr>
          </a:p>
        </p:txBody>
      </p:sp>
      <p:sp>
        <p:nvSpPr>
          <p:cNvPr id="1170" name="Google Shape;1170;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sp>
        <p:nvSpPr>
          <p:cNvPr id="1171" name="Google Shape;1171;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72" name="Google Shape;1172;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ss</a:t>
            </a:r>
            <a:endParaRPr sz="5500" b="0" i="0" u="none" strike="noStrike" cap="none">
              <a:solidFill>
                <a:srgbClr val="FFD400"/>
              </a:solidFill>
              <a:latin typeface="Jost"/>
              <a:ea typeface="Jost"/>
              <a:cs typeface="Jost"/>
              <a:sym typeface="Jost"/>
            </a:endParaRPr>
          </a:p>
        </p:txBody>
      </p:sp>
      <p:sp>
        <p:nvSpPr>
          <p:cNvPr id="1173" name="Google Shape;1173;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00904D"/>
              </a:solidFill>
              <a:latin typeface="Jost"/>
              <a:ea typeface="Jost"/>
              <a:cs typeface="Jost"/>
              <a:sym typeface="Jost"/>
            </a:endParaRPr>
          </a:p>
        </p:txBody>
      </p:sp>
      <p:sp>
        <p:nvSpPr>
          <p:cNvPr id="1174" name="Google Shape;1174;g2d1eea302f1_0_6"/>
          <p:cNvSpPr txBox="1"/>
          <p:nvPr/>
        </p:nvSpPr>
        <p:spPr>
          <a:xfrm>
            <a:off x="291034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75" name="Google Shape;1175;g2d1eea302f1_0_6"/>
          <p:cNvSpPr txBox="1"/>
          <p:nvPr/>
        </p:nvSpPr>
        <p:spPr>
          <a:xfrm>
            <a:off x="63689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FFD403"/>
              </a:solidFill>
              <a:latin typeface="Jost"/>
              <a:ea typeface="Jost"/>
              <a:cs typeface="Jost"/>
              <a:sym typeface="Jost"/>
            </a:endParaRPr>
          </a:p>
        </p:txBody>
      </p:sp>
      <p:sp>
        <p:nvSpPr>
          <p:cNvPr id="1176" name="Google Shape;1176;g2d1eea302f1_0_6"/>
          <p:cNvSpPr txBox="1"/>
          <p:nvPr/>
        </p:nvSpPr>
        <p:spPr>
          <a:xfrm>
            <a:off x="175749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77" name="Google Shape;1177;g2d1eea302f1_0_6"/>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78" name="Google Shape;1178;g2d1eea302f1_0_6"/>
          <p:cNvSpPr txBox="1"/>
          <p:nvPr/>
        </p:nvSpPr>
        <p:spPr>
          <a:xfrm>
            <a:off x="52160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79" name="Google Shape;1179;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80" name="Google Shape;1180;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8"/>
                </a:solidFill>
                <a:latin typeface="Jost"/>
                <a:ea typeface="Jost"/>
                <a:cs typeface="Jost"/>
                <a:sym typeface="Jost"/>
              </a:rPr>
              <a:t>y</a:t>
            </a:r>
            <a:endParaRPr sz="5500" b="0" i="0" u="none" strike="noStrike" cap="none">
              <a:solidFill>
                <a:srgbClr val="815138"/>
              </a:solidFill>
              <a:latin typeface="Jost"/>
              <a:ea typeface="Jost"/>
              <a:cs typeface="Jost"/>
              <a:sym typeface="Jost"/>
            </a:endParaRPr>
          </a:p>
        </p:txBody>
      </p:sp>
      <p:cxnSp>
        <p:nvCxnSpPr>
          <p:cNvPr id="1181" name="Google Shape;1181;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82" name="Google Shape;1182;g2d1eea302f1_0_6"/>
          <p:cNvSpPr txBox="1"/>
          <p:nvPr/>
        </p:nvSpPr>
        <p:spPr>
          <a:xfrm>
            <a:off x="2333952" y="181956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sp>
        <p:nvSpPr>
          <p:cNvPr id="1188" name="Google Shape;1188;g273c50e431a_0_6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89" name="Google Shape;1189;g273c50e431a_0_6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90" name="Google Shape;1190;g273c50e431a_0_62"/>
          <p:cNvGrpSpPr/>
          <p:nvPr/>
        </p:nvGrpSpPr>
        <p:grpSpPr>
          <a:xfrm>
            <a:off x="3024000" y="209875"/>
            <a:ext cx="3096000" cy="454800"/>
            <a:chOff x="3024000" y="209875"/>
            <a:chExt cx="3096000" cy="454800"/>
          </a:xfrm>
        </p:grpSpPr>
        <p:sp>
          <p:nvSpPr>
            <p:cNvPr id="1191" name="Google Shape;1191;g273c50e431a_0_6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2" name="Google Shape;1192;g273c50e431a_0_6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93" name="Google Shape;1193;g273c50e431a_0_6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94" name="Google Shape;1194;g273c50e431a_0_62"/>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95" name="Google Shape;1195;g273c50e431a_0_62"/>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96" name="Google Shape;1196;g273c50e431a_0_62"/>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97" name="Google Shape;1197;g273c50e431a_0_62"/>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98" name="Google Shape;1198;g273c50e431a_0_62"/>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99" name="Google Shape;1199;g273c50e431a_0_62"/>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200" name="Google Shape;1200;g273c50e431a_0_62"/>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201" name="Google Shape;1201;g273c50e431a_0_62"/>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202" name="Google Shape;1202;g273c50e431a_0_62"/>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cxnSp>
        <p:nvCxnSpPr>
          <p:cNvPr id="1203" name="Google Shape;1203;g273c50e431a_0_62"/>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204" name="Google Shape;1204;g273c50e431a_0_62"/>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205" name="Google Shape;1205;g273c50e431a_0_62"/>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FFD403"/>
              </a:solidFill>
              <a:latin typeface="Jost"/>
              <a:ea typeface="Jost"/>
              <a:cs typeface="Jost"/>
              <a:sym typeface="Jost"/>
            </a:endParaRPr>
          </a:p>
        </p:txBody>
      </p:sp>
      <p:sp>
        <p:nvSpPr>
          <p:cNvPr id="1206" name="Google Shape;1206;g273c50e431a_0_62"/>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y</a:t>
            </a:r>
            <a:endParaRPr sz="5500" b="0" i="0" u="none" strike="noStrike" cap="none">
              <a:solidFill>
                <a:srgbClr val="2356AF"/>
              </a:solidFill>
              <a:latin typeface="Jost"/>
              <a:ea typeface="Jost"/>
              <a:cs typeface="Jost"/>
              <a:sym typeface="Jost"/>
            </a:endParaRPr>
          </a:p>
        </p:txBody>
      </p:sp>
      <p:sp>
        <p:nvSpPr>
          <p:cNvPr id="1207" name="Google Shape;1207;g273c50e431a_0_62"/>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208" name="Google Shape;1208;g273c50e431a_0_62"/>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ss</a:t>
            </a:r>
            <a:endParaRPr sz="5500" b="0" i="0" u="none" strike="noStrike" cap="none">
              <a:solidFill>
                <a:srgbClr val="FFD400"/>
              </a:solidFill>
              <a:latin typeface="Jost"/>
              <a:ea typeface="Jost"/>
              <a:cs typeface="Jost"/>
              <a:sym typeface="Jost"/>
            </a:endParaRPr>
          </a:p>
        </p:txBody>
      </p:sp>
      <p:sp>
        <p:nvSpPr>
          <p:cNvPr id="1209" name="Google Shape;1209;g273c50e431a_0_62"/>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00904D"/>
              </a:solidFill>
              <a:latin typeface="Jost"/>
              <a:ea typeface="Jost"/>
              <a:cs typeface="Jost"/>
              <a:sym typeface="Jost"/>
            </a:endParaRPr>
          </a:p>
        </p:txBody>
      </p:sp>
      <p:sp>
        <p:nvSpPr>
          <p:cNvPr id="1210" name="Google Shape;1210;g273c50e431a_0_62"/>
          <p:cNvSpPr txBox="1"/>
          <p:nvPr/>
        </p:nvSpPr>
        <p:spPr>
          <a:xfrm>
            <a:off x="2910348"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211" name="Google Shape;1211;g273c50e431a_0_62"/>
          <p:cNvSpPr txBox="1"/>
          <p:nvPr/>
        </p:nvSpPr>
        <p:spPr>
          <a:xfrm>
            <a:off x="63689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FFD403"/>
              </a:solidFill>
              <a:latin typeface="Jost"/>
              <a:ea typeface="Jost"/>
              <a:cs typeface="Jost"/>
              <a:sym typeface="Jost"/>
            </a:endParaRPr>
          </a:p>
        </p:txBody>
      </p:sp>
      <p:sp>
        <p:nvSpPr>
          <p:cNvPr id="1212" name="Google Shape;1212;g273c50e431a_0_62"/>
          <p:cNvSpPr txBox="1"/>
          <p:nvPr/>
        </p:nvSpPr>
        <p:spPr>
          <a:xfrm>
            <a:off x="1757497"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213" name="Google Shape;1213;g273c50e431a_0_62"/>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214" name="Google Shape;1214;g273c50e431a_0_62"/>
          <p:cNvSpPr txBox="1"/>
          <p:nvPr/>
        </p:nvSpPr>
        <p:spPr>
          <a:xfrm>
            <a:off x="52160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215" name="Google Shape;1215;g273c50e431a_0_62"/>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gym mystery gymn</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st abyss hypnosis mystic</a:t>
            </a:r>
            <a:endParaRPr sz="1800" b="0" i="0" u="none" strike="noStrike" cap="none">
              <a:solidFill>
                <a:srgbClr val="B7B7B7"/>
              </a:solidFill>
              <a:latin typeface="Jost"/>
              <a:ea typeface="Jost"/>
              <a:cs typeface="Jost"/>
              <a:sym typeface="Jost"/>
            </a:endParaRPr>
          </a:p>
        </p:txBody>
      </p:sp>
      <p:sp>
        <p:nvSpPr>
          <p:cNvPr id="1216" name="Google Shape;1216;g273c50e431a_0_6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217" name="Google Shape;1217;g273c50e431a_0_62"/>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8"/>
                </a:solidFill>
                <a:latin typeface="Jost"/>
                <a:ea typeface="Jost"/>
                <a:cs typeface="Jost"/>
                <a:sym typeface="Jost"/>
              </a:rPr>
              <a:t>y</a:t>
            </a:r>
            <a:endParaRPr sz="5500" b="0" i="0" u="none" strike="noStrike" cap="none">
              <a:solidFill>
                <a:srgbClr val="815138"/>
              </a:solidFill>
              <a:latin typeface="Jost"/>
              <a:ea typeface="Jost"/>
              <a:cs typeface="Jost"/>
              <a:sym typeface="Jost"/>
            </a:endParaRPr>
          </a:p>
        </p:txBody>
      </p:sp>
      <p:sp>
        <p:nvSpPr>
          <p:cNvPr id="1218" name="Google Shape;1218;g273c50e431a_0_62"/>
          <p:cNvSpPr txBox="1"/>
          <p:nvPr/>
        </p:nvSpPr>
        <p:spPr>
          <a:xfrm>
            <a:off x="2333952" y="181956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535</Words>
  <Application>Microsoft Office PowerPoint</Application>
  <PresentationFormat>On-screen Show (4:3)</PresentationFormat>
  <Paragraphs>190</Paragraphs>
  <Slides>28</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Poppins Medium</vt:lpstr>
      <vt:lpstr>Jost</vt:lpstr>
      <vt:lpstr>Calibri</vt:lpstr>
      <vt:lpstr>Poppins</vt:lpstr>
      <vt:lpstr>Arial</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Review Phase 5.5 Common Exception Words  people wild child mind kind behind eye oh most only both though through who prove shoe beautiful climb Christmas school sugar love money any…</vt:lpstr>
      <vt:lpstr>Review Phase 5.5 Common Exception Words… many friend very.</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2026-05-27T05:47:25Z</dcterms:modified>
</cp:coreProperties>
</file>