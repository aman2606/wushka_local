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760FEEYjyM1a+/qZLZ+qtBmbIC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B00719-DA83-453E-A122-AFD056AD37A8}">
  <a:tblStyle styleId="{40B00719-DA83-453E-A122-AFD056AD37A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4" name="Google Shape;67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7385b306f5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7385b306f5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7385b306f5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27385b306f5_0_10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g27385b306f5_0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27385b306f5_0_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21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/sh/ - ss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9 -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6.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5.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00.png"/><Relationship Id="rId21" Type="http://schemas.openxmlformats.org/officeDocument/2006/relationships/image" Target="../media/image118.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notesSlide" Target="../notesSlides/notesSlide6.xml"/><Relationship Id="rId16" Type="http://schemas.openxmlformats.org/officeDocument/2006/relationships/image" Target="../media/image113.png"/><Relationship Id="rId20"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9.png"/></Relationships>
</file>

<file path=ppt/slides/_rels/slide7.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notesSlide" Target="../notesSlides/notesSlide7.xml"/><Relationship Id="rId16" Type="http://schemas.openxmlformats.org/officeDocument/2006/relationships/image" Target="../media/image133.png"/><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8.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18" Type="http://schemas.openxmlformats.org/officeDocument/2006/relationships/image" Target="../media/image149.png"/><Relationship Id="rId26" Type="http://schemas.openxmlformats.org/officeDocument/2006/relationships/image" Target="../media/image157.png"/><Relationship Id="rId3" Type="http://schemas.openxmlformats.org/officeDocument/2006/relationships/image" Target="../media/image134.png"/><Relationship Id="rId21" Type="http://schemas.openxmlformats.org/officeDocument/2006/relationships/image" Target="../media/image152.png"/><Relationship Id="rId7" Type="http://schemas.openxmlformats.org/officeDocument/2006/relationships/image" Target="../media/image138.png"/><Relationship Id="rId12" Type="http://schemas.openxmlformats.org/officeDocument/2006/relationships/image" Target="../media/image143.png"/><Relationship Id="rId17" Type="http://schemas.openxmlformats.org/officeDocument/2006/relationships/image" Target="../media/image148.png"/><Relationship Id="rId25" Type="http://schemas.openxmlformats.org/officeDocument/2006/relationships/image" Target="../media/image156.png"/><Relationship Id="rId2" Type="http://schemas.openxmlformats.org/officeDocument/2006/relationships/notesSlide" Target="../notesSlides/notesSlide8.xml"/><Relationship Id="rId16" Type="http://schemas.openxmlformats.org/officeDocument/2006/relationships/image" Target="../media/image147.png"/><Relationship Id="rId20" Type="http://schemas.openxmlformats.org/officeDocument/2006/relationships/image" Target="../media/image151.png"/><Relationship Id="rId29" Type="http://schemas.openxmlformats.org/officeDocument/2006/relationships/image" Target="../media/image160.png"/><Relationship Id="rId1" Type="http://schemas.openxmlformats.org/officeDocument/2006/relationships/slideLayout" Target="../slideLayouts/slideLayout3.xml"/><Relationship Id="rId6" Type="http://schemas.openxmlformats.org/officeDocument/2006/relationships/image" Target="../media/image137.png"/><Relationship Id="rId11" Type="http://schemas.openxmlformats.org/officeDocument/2006/relationships/image" Target="../media/image142.png"/><Relationship Id="rId24" Type="http://schemas.openxmlformats.org/officeDocument/2006/relationships/image" Target="../media/image155.png"/><Relationship Id="rId5" Type="http://schemas.openxmlformats.org/officeDocument/2006/relationships/image" Target="../media/image136.png"/><Relationship Id="rId15" Type="http://schemas.openxmlformats.org/officeDocument/2006/relationships/image" Target="../media/image146.png"/><Relationship Id="rId23" Type="http://schemas.openxmlformats.org/officeDocument/2006/relationships/image" Target="../media/image154.png"/><Relationship Id="rId28" Type="http://schemas.openxmlformats.org/officeDocument/2006/relationships/image" Target="../media/image159.png"/><Relationship Id="rId10" Type="http://schemas.openxmlformats.org/officeDocument/2006/relationships/image" Target="../media/image141.png"/><Relationship Id="rId19" Type="http://schemas.openxmlformats.org/officeDocument/2006/relationships/image" Target="../media/image150.png"/><Relationship Id="rId4" Type="http://schemas.openxmlformats.org/officeDocument/2006/relationships/image" Target="../media/image135.png"/><Relationship Id="rId9" Type="http://schemas.openxmlformats.org/officeDocument/2006/relationships/image" Target="../media/image140.png"/><Relationship Id="rId14" Type="http://schemas.openxmlformats.org/officeDocument/2006/relationships/image" Target="../media/image145.png"/><Relationship Id="rId22" Type="http://schemas.openxmlformats.org/officeDocument/2006/relationships/image" Target="../media/image153.png"/><Relationship Id="rId27" Type="http://schemas.openxmlformats.org/officeDocument/2006/relationships/image" Target="../media/image158.png"/><Relationship Id="rId30" Type="http://schemas.openxmlformats.org/officeDocument/2006/relationships/image" Target="../media/image161.png"/></Relationships>
</file>

<file path=ppt/slides/_rels/slide9.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5" Type="http://schemas.openxmlformats.org/officeDocument/2006/relationships/image" Target="../media/image17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10.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5.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4.png"/><Relationship Id="rId17" Type="http://schemas.openxmlformats.org/officeDocument/2006/relationships/image" Target="../media/image189.png"/><Relationship Id="rId2" Type="http://schemas.openxmlformats.org/officeDocument/2006/relationships/notesSlide" Target="../notesSlides/notesSlide10.xml"/><Relationship Id="rId16" Type="http://schemas.openxmlformats.org/officeDocument/2006/relationships/image" Target="../media/image188.png"/><Relationship Id="rId1" Type="http://schemas.openxmlformats.org/officeDocument/2006/relationships/slideLayout" Target="../slideLayouts/slideLayout3.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7.png"/><Relationship Id="rId15" Type="http://schemas.openxmlformats.org/officeDocument/2006/relationships/image" Target="../media/image187.png"/><Relationship Id="rId10" Type="http://schemas.openxmlformats.org/officeDocument/2006/relationships/image" Target="../media/image182.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186.png"/></Relationships>
</file>

<file path=ppt/slides/_rels/slide11.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18" Type="http://schemas.openxmlformats.org/officeDocument/2006/relationships/image" Target="../media/image205.png"/><Relationship Id="rId3" Type="http://schemas.openxmlformats.org/officeDocument/2006/relationships/image" Target="../media/image190.png"/><Relationship Id="rId21" Type="http://schemas.openxmlformats.org/officeDocument/2006/relationships/image" Target="../media/image208.png"/><Relationship Id="rId7" Type="http://schemas.openxmlformats.org/officeDocument/2006/relationships/image" Target="../media/image194.png"/><Relationship Id="rId12" Type="http://schemas.openxmlformats.org/officeDocument/2006/relationships/image" Target="../media/image199.png"/><Relationship Id="rId17" Type="http://schemas.openxmlformats.org/officeDocument/2006/relationships/image" Target="../media/image204.png"/><Relationship Id="rId2" Type="http://schemas.openxmlformats.org/officeDocument/2006/relationships/notesSlide" Target="../notesSlides/notesSlide11.xml"/><Relationship Id="rId16" Type="http://schemas.openxmlformats.org/officeDocument/2006/relationships/image" Target="../media/image203.png"/><Relationship Id="rId20" Type="http://schemas.openxmlformats.org/officeDocument/2006/relationships/image" Target="../media/image207.png"/><Relationship Id="rId1" Type="http://schemas.openxmlformats.org/officeDocument/2006/relationships/slideLayout" Target="../slideLayouts/slideLayout3.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5" Type="http://schemas.openxmlformats.org/officeDocument/2006/relationships/image" Target="../media/image202.png"/><Relationship Id="rId10" Type="http://schemas.openxmlformats.org/officeDocument/2006/relationships/image" Target="../media/image197.png"/><Relationship Id="rId19" Type="http://schemas.openxmlformats.org/officeDocument/2006/relationships/image" Target="../media/image206.png"/><Relationship Id="rId4" Type="http://schemas.openxmlformats.org/officeDocument/2006/relationships/image" Target="../media/image191.png"/><Relationship Id="rId9" Type="http://schemas.openxmlformats.org/officeDocument/2006/relationships/image" Target="../media/image196.png"/><Relationship Id="rId14" Type="http://schemas.openxmlformats.org/officeDocument/2006/relationships/image" Target="../media/image201.png"/><Relationship Id="rId22" Type="http://schemas.openxmlformats.org/officeDocument/2006/relationships/image" Target="../media/image20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/sh/;</a:t>
            </a:r>
            <a:br>
              <a:rPr lang="en-US" sz="3000"/>
            </a:br>
            <a:r>
              <a:rPr lang="en-US" sz="3000"/>
              <a:t>ss</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44</a:t>
            </a:r>
            <a:endParaRPr/>
          </a:p>
        </p:txBody>
      </p:sp>
      <p:pic>
        <p:nvPicPr>
          <p:cNvPr id="653" name="Google Shape;653;p1"/>
          <p:cNvPicPr preferRelativeResize="0"/>
          <p:nvPr/>
        </p:nvPicPr>
        <p:blipFill rotWithShape="1">
          <a:blip r:embed="rId3">
            <a:alphaModFix/>
          </a:blip>
          <a:srcRect l="19" r="19"/>
          <a:stretch/>
        </p:blipFill>
        <p:spPr>
          <a:xfrm rot="540305">
            <a:off x="6695727"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{40B00719-DA83-453E-A122-AFD056AD37A8}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/sh/</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a:hlinkClick r:id="rId5" action="ppaction://hlinksldjump"/>
          </p:cNvPr>
          <p:cNvSpPr/>
          <p:nvPr/>
        </p:nvSpPr>
        <p:spPr>
          <a:xfrm>
            <a:off x="929226" y="375012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bee4f4af4b_0_204">
            <a:hlinkClick r:id="rId6" action="ppaction://hlinksldjump"/>
          </p:cNvPr>
          <p:cNvSpPr/>
          <p:nvPr/>
        </p:nvSpPr>
        <p:spPr>
          <a:xfrm>
            <a:off x="2157426" y="363476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7" name="Google Shape;677;g26b641b03cd_0_165"/>
          <p:cNvGrpSpPr/>
          <p:nvPr/>
        </p:nvGrpSpPr>
        <p:grpSpPr>
          <a:xfrm>
            <a:off x="930400" y="2053244"/>
            <a:ext cx="7283200" cy="3724851"/>
            <a:chOff x="930400" y="2129444"/>
            <a:chExt cx="7283200" cy="3724851"/>
          </a:xfrm>
        </p:grpSpPr>
        <p:pic>
          <p:nvPicPr>
            <p:cNvPr id="678" name="Google Shape;67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7" name="Google Shape;707;g26b7edf6e71_0_26"/>
          <p:cNvGrpSpPr/>
          <p:nvPr/>
        </p:nvGrpSpPr>
        <p:grpSpPr>
          <a:xfrm>
            <a:off x="930400" y="2053250"/>
            <a:ext cx="7283201" cy="2971674"/>
            <a:chOff x="930400" y="2129450"/>
            <a:chExt cx="7283201" cy="2971674"/>
          </a:xfrm>
        </p:grpSpPr>
        <p:pic>
          <p:nvPicPr>
            <p:cNvPr id="708" name="Google Shape;70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9" name="Google Shape;70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8" name="Google Shape;71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3" name="Google Shape;743;g2c298da1f27_0_417"/>
          <p:cNvGrpSpPr/>
          <p:nvPr/>
        </p:nvGrpSpPr>
        <p:grpSpPr>
          <a:xfrm>
            <a:off x="930400" y="2053250"/>
            <a:ext cx="7283201" cy="2971674"/>
            <a:chOff x="930400" y="2053250"/>
            <a:chExt cx="7283201" cy="2971674"/>
          </a:xfrm>
        </p:grpSpPr>
        <p:pic>
          <p:nvPicPr>
            <p:cNvPr id="744" name="Google Shape;744;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5" name="Google Shape;745;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6" name="Google Shape;746;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7" name="Google Shape;747;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1" name="Google Shape;791;g2cdbdd49f8e_0_0"/>
          <p:cNvPicPr preferRelativeResize="0"/>
          <p:nvPr/>
        </p:nvPicPr>
        <p:blipFill rotWithShape="1">
          <a:blip r:embed="rId3">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1"/>
              </a:srgbClr>
            </a:outerShdw>
          </a:effectLst>
        </p:spPr>
      </p:pic>
      <p:pic>
        <p:nvPicPr>
          <p:cNvPr id="792" name="Google Shape;792;g2cdbdd49f8e_0_0"/>
          <p:cNvPicPr preferRelativeResize="0"/>
          <p:nvPr/>
        </p:nvPicPr>
        <p:blipFill rotWithShape="1">
          <a:blip r:embed="rId4">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5">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6">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7">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6" name="Google Shape;796;g2cdbdd49f8e_0_0"/>
          <p:cNvPicPr preferRelativeResize="0"/>
          <p:nvPr/>
        </p:nvPicPr>
        <p:blipFill rotWithShape="1">
          <a:blip r:embed="rId8">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9">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10">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11">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12">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13">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4">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5">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6">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7">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8">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9">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0">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1">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2">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7" name="Google Shape;817;g26b7edf6e71_0_109"/>
          <p:cNvGrpSpPr/>
          <p:nvPr/>
        </p:nvGrpSpPr>
        <p:grpSpPr>
          <a:xfrm>
            <a:off x="930596" y="2135925"/>
            <a:ext cx="7282807" cy="2686611"/>
            <a:chOff x="867357" y="2129450"/>
            <a:chExt cx="7282807" cy="2686611"/>
          </a:xfrm>
        </p:grpSpPr>
        <p:pic>
          <p:nvPicPr>
            <p:cNvPr id="818" name="Google Shape;81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8" name="Google Shape;838;g2c298d33e0c_0_6"/>
          <p:cNvGrpSpPr/>
          <p:nvPr/>
        </p:nvGrpSpPr>
        <p:grpSpPr>
          <a:xfrm>
            <a:off x="931093" y="2115098"/>
            <a:ext cx="7281864" cy="2684601"/>
            <a:chOff x="868300" y="2129450"/>
            <a:chExt cx="7281864" cy="2684601"/>
          </a:xfrm>
        </p:grpSpPr>
        <p:pic>
          <p:nvPicPr>
            <p:cNvPr id="839" name="Google Shape;83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3" name="Google Shape;84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3" name="Google Shape;873;g2c298da1f27_0_455"/>
          <p:cNvGrpSpPr/>
          <p:nvPr/>
        </p:nvGrpSpPr>
        <p:grpSpPr>
          <a:xfrm>
            <a:off x="931068" y="2129450"/>
            <a:ext cx="7281864" cy="2684601"/>
            <a:chOff x="868300" y="2053250"/>
            <a:chExt cx="7281864" cy="2684601"/>
          </a:xfrm>
        </p:grpSpPr>
        <p:pic>
          <p:nvPicPr>
            <p:cNvPr id="874" name="Google Shape;87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3" name="Google Shape;893;g2c298da1f27_1_0"/>
          <p:cNvGrpSpPr/>
          <p:nvPr/>
        </p:nvGrpSpPr>
        <p:grpSpPr>
          <a:xfrm>
            <a:off x="931068" y="2148475"/>
            <a:ext cx="7281864" cy="2688001"/>
            <a:chOff x="868300" y="2129450"/>
            <a:chExt cx="7281864" cy="2688001"/>
          </a:xfrm>
        </p:grpSpPr>
        <p:pic>
          <p:nvPicPr>
            <p:cNvPr id="894" name="Google Shape;89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6" name="Google Shape;90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7" name="Google Shape;907;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cdbdd193bb_0_343"/>
          <p:cNvSpPr txBox="1">
            <a:spLocks noGrp="1"/>
          </p:cNvSpPr>
          <p:nvPr>
            <p:ph type="title"/>
          </p:nvPr>
        </p:nvSpPr>
        <p:spPr>
          <a:xfrm>
            <a:off x="746250" y="582900"/>
            <a:ext cx="7651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grpSp>
        <p:nvGrpSpPr>
          <p:cNvPr id="915" name="Google Shape;915;g2cdbdd193bb_0_343"/>
          <p:cNvGrpSpPr/>
          <p:nvPr/>
        </p:nvGrpSpPr>
        <p:grpSpPr>
          <a:xfrm>
            <a:off x="931761" y="2129450"/>
            <a:ext cx="7280477" cy="3622230"/>
            <a:chOff x="868300" y="2129450"/>
            <a:chExt cx="7280477" cy="3622230"/>
          </a:xfrm>
        </p:grpSpPr>
        <p:pic>
          <p:nvPicPr>
            <p:cNvPr id="916" name="Google Shape;916;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0"/>
                </a:srgbClr>
              </a:outerShdw>
            </a:effectLst>
          </p:spPr>
        </p:pic>
        <p:pic>
          <p:nvPicPr>
            <p:cNvPr id="917" name="Google Shape;917;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0"/>
                </a:srgbClr>
              </a:outerShdw>
            </a:effectLst>
          </p:spPr>
        </p:pic>
        <p:pic>
          <p:nvPicPr>
            <p:cNvPr id="918" name="Google Shape;918;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4" name="Google Shape;934;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5" name="Google Shape;935;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2" name="Google Shape;94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3" name="Google Shape;943;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44" name="Google Shape;94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5" name="Google Shape;945;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 fi</a:t>
            </a:r>
            <a:r>
              <a:rPr lang="en-US" sz="5800" b="0" i="0" u="none" strike="noStrike" cap="none">
                <a:solidFill>
                  <a:srgbClr val="FFD403"/>
                </a:solidFill>
                <a:latin typeface="Jost"/>
                <a:ea typeface="Jost"/>
                <a:cs typeface="Jost"/>
                <a:sym typeface="Jost"/>
              </a:rPr>
              <a:t>sh</a:t>
            </a:r>
            <a:endParaRPr sz="5800" b="0" i="0" u="none" strike="noStrike" cap="none">
              <a:solidFill>
                <a:srgbClr val="FFD403"/>
              </a:solidFill>
              <a:latin typeface="Jost"/>
              <a:ea typeface="Jost"/>
              <a:cs typeface="Jost"/>
              <a:sym typeface="Jost"/>
            </a:endParaRPr>
          </a:p>
        </p:txBody>
      </p:sp>
      <p:sp>
        <p:nvSpPr>
          <p:cNvPr id="946" name="Google Shape;946;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tr</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FFD403"/>
                </a:solidFill>
                <a:latin typeface="Jost"/>
                <a:ea typeface="Jost"/>
                <a:cs typeface="Jost"/>
                <a:sym typeface="Jost"/>
              </a:rPr>
              <a:t>sh</a:t>
            </a:r>
            <a:endParaRPr sz="5800" b="0" i="0" u="none" strike="noStrike" cap="none">
              <a:solidFill>
                <a:srgbClr val="2356AF"/>
              </a:solidFill>
              <a:latin typeface="Jost"/>
              <a:ea typeface="Jost"/>
              <a:cs typeface="Jost"/>
              <a:sym typeface="Jost"/>
            </a:endParaRPr>
          </a:p>
        </p:txBody>
      </p:sp>
      <p:sp>
        <p:nvSpPr>
          <p:cNvPr id="947" name="Google Shape;947;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sh</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rk</a:t>
            </a:r>
            <a:endParaRPr sz="5800" b="0" i="0" u="none" strike="noStrike" cap="none">
              <a:solidFill>
                <a:srgbClr val="2356AF"/>
              </a:solidFill>
              <a:latin typeface="Jost"/>
              <a:ea typeface="Jost"/>
              <a:cs typeface="Jost"/>
              <a:sym typeface="Jost"/>
            </a:endParaRPr>
          </a:p>
        </p:txBody>
      </p:sp>
      <p:sp>
        <p:nvSpPr>
          <p:cNvPr id="948" name="Google Shape;948;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5" name="Google Shape;955;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6" name="Google Shape;956;g2e5653a5c66_0_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57" name="Google Shape;957;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8" name="Google Shape;958;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mi</a:t>
            </a:r>
            <a:r>
              <a:rPr lang="en-US" sz="5800" b="0" i="0" u="none" strike="noStrike" cap="none">
                <a:solidFill>
                  <a:srgbClr val="FFD403"/>
                </a:solidFill>
                <a:latin typeface="Jost"/>
                <a:ea typeface="Jost"/>
                <a:cs typeface="Jost"/>
                <a:sym typeface="Jost"/>
              </a:rPr>
              <a:t>ss</a:t>
            </a:r>
            <a:r>
              <a:rPr lang="en-US" sz="5800" b="0" i="0" u="none" strike="noStrike" cap="none">
                <a:solidFill>
                  <a:srgbClr val="2356AF"/>
                </a:solidFill>
                <a:latin typeface="Jost"/>
                <a:ea typeface="Jost"/>
                <a:cs typeface="Jost"/>
                <a:sym typeface="Jost"/>
              </a:rPr>
              <a:t>ion</a:t>
            </a:r>
            <a:endParaRPr sz="5800" b="0" i="0" u="none" strike="noStrike" cap="none">
              <a:solidFill>
                <a:srgbClr val="2356AF"/>
              </a:solidFill>
              <a:latin typeface="Jost"/>
              <a:ea typeface="Jost"/>
              <a:cs typeface="Jost"/>
              <a:sym typeface="Jost"/>
            </a:endParaRPr>
          </a:p>
        </p:txBody>
      </p:sp>
      <p:sp>
        <p:nvSpPr>
          <p:cNvPr id="959" name="Google Shape;959;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pre</a:t>
            </a:r>
            <a:r>
              <a:rPr lang="en-US" sz="5800" b="0" i="0" u="none" strike="noStrike" cap="none">
                <a:solidFill>
                  <a:srgbClr val="FFD403"/>
                </a:solidFill>
                <a:latin typeface="Jost"/>
                <a:ea typeface="Jost"/>
                <a:cs typeface="Jost"/>
                <a:sym typeface="Jost"/>
              </a:rPr>
              <a:t>ss</a:t>
            </a:r>
            <a:r>
              <a:rPr lang="en-US" sz="5800" b="0" i="0" u="none" strike="noStrike" cap="none">
                <a:solidFill>
                  <a:srgbClr val="2356AF"/>
                </a:solidFill>
                <a:latin typeface="Jost"/>
                <a:ea typeface="Jost"/>
                <a:cs typeface="Jost"/>
                <a:sym typeface="Jost"/>
              </a:rPr>
              <a:t>ure</a:t>
            </a:r>
            <a:endParaRPr sz="5800" b="0" i="0" u="none" strike="noStrike" cap="none">
              <a:solidFill>
                <a:srgbClr val="2356AF"/>
              </a:solidFill>
              <a:latin typeface="Jost"/>
              <a:ea typeface="Jost"/>
              <a:cs typeface="Jost"/>
              <a:sym typeface="Jost"/>
            </a:endParaRPr>
          </a:p>
        </p:txBody>
      </p:sp>
      <p:sp>
        <p:nvSpPr>
          <p:cNvPr id="960" name="Google Shape;960;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profe</a:t>
            </a:r>
            <a:r>
              <a:rPr lang="en-US" sz="5800" b="0" i="0" u="none" strike="noStrike" cap="none">
                <a:solidFill>
                  <a:srgbClr val="FFD403"/>
                </a:solidFill>
                <a:latin typeface="Jost"/>
                <a:ea typeface="Jost"/>
                <a:cs typeface="Jost"/>
                <a:sym typeface="Jost"/>
              </a:rPr>
              <a:t>ss</a:t>
            </a:r>
            <a:r>
              <a:rPr lang="en-US" sz="5800" b="0" i="0" u="none" strike="noStrike" cap="none">
                <a:solidFill>
                  <a:srgbClr val="2356AF"/>
                </a:solidFill>
                <a:latin typeface="Jost"/>
                <a:ea typeface="Jost"/>
                <a:cs typeface="Jost"/>
                <a:sym typeface="Jost"/>
              </a:rPr>
              <a:t>ion</a:t>
            </a:r>
            <a:endParaRPr sz="5800" b="0" i="0" u="none" strike="noStrike" cap="none">
              <a:solidFill>
                <a:srgbClr val="2356AF"/>
              </a:solidFill>
              <a:latin typeface="Jost"/>
              <a:ea typeface="Jost"/>
              <a:cs typeface="Jost"/>
              <a:sym typeface="Jost"/>
            </a:endParaRPr>
          </a:p>
        </p:txBody>
      </p:sp>
      <p:sp>
        <p:nvSpPr>
          <p:cNvPr id="961" name="Google Shape;961;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8" name="Google Shape;96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5" name="Google Shape;97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76" name="Google Shape;97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7" name="Google Shape;97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5" name="Google Shape;985;g2c4fb7f6616_1_0"/>
          <p:cNvGrpSpPr/>
          <p:nvPr/>
        </p:nvGrpSpPr>
        <p:grpSpPr>
          <a:xfrm>
            <a:off x="-550" y="6984600"/>
            <a:ext cx="8596479" cy="808600"/>
            <a:chOff x="-550" y="6984600"/>
            <a:chExt cx="8596479" cy="808600"/>
          </a:xfrm>
        </p:grpSpPr>
        <p:sp>
          <p:nvSpPr>
            <p:cNvPr id="986" name="Google Shape;98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7" name="Google Shape;98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8" name="Google Shape;98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3" name="Google Shape;99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5" name="Google Shape;995;g2c4fb7f6616_1_0"/>
          <p:cNvSpPr/>
          <p:nvPr/>
        </p:nvSpPr>
        <p:spPr>
          <a:xfrm>
            <a:off x="238651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4fb7f6616_1_0"/>
          <p:cNvSpPr txBox="1"/>
          <p:nvPr/>
        </p:nvSpPr>
        <p:spPr>
          <a:xfrm>
            <a:off x="181681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97" name="Google Shape;997;g2c4fb7f6616_1_0"/>
          <p:cNvSpPr/>
          <p:nvPr/>
        </p:nvSpPr>
        <p:spPr>
          <a:xfrm>
            <a:off x="326749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998" name="Google Shape;998;g2c4fb7f6616_1_0"/>
          <p:cNvSpPr txBox="1"/>
          <p:nvPr/>
        </p:nvSpPr>
        <p:spPr>
          <a:xfrm>
            <a:off x="2853217" y="1391732"/>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9700"/>
              <a:buFont typeface="Arial"/>
              <a:buNone/>
            </a:pPr>
            <a:r>
              <a:rPr lang="en-US" sz="9700" b="0" i="0" u="none" strike="noStrike" cap="none">
                <a:solidFill>
                  <a:srgbClr val="ED1C24"/>
                </a:solidFill>
                <a:latin typeface="Poppins"/>
                <a:ea typeface="Poppins"/>
                <a:cs typeface="Poppins"/>
                <a:sym typeface="Poppins"/>
              </a:rPr>
              <a:t>a</a:t>
            </a:r>
            <a:endParaRPr sz="9700" b="0" i="0" u="none" strike="noStrike" cap="none">
              <a:solidFill>
                <a:srgbClr val="ED1C24"/>
              </a:solidFill>
              <a:latin typeface="Jost"/>
              <a:ea typeface="Jost"/>
              <a:cs typeface="Jost"/>
              <a:sym typeface="Jost"/>
            </a:endParaRPr>
          </a:p>
        </p:txBody>
      </p:sp>
      <p:sp>
        <p:nvSpPr>
          <p:cNvPr id="999" name="Google Shape;999;g2c4fb7f6616_1_0"/>
          <p:cNvSpPr txBox="1"/>
          <p:nvPr/>
        </p:nvSpPr>
        <p:spPr>
          <a:xfrm>
            <a:off x="3588516" y="1308025"/>
            <a:ext cx="1810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ss</a:t>
            </a:r>
            <a:endParaRPr sz="12000" b="0" i="0" u="none" strike="noStrike" cap="none">
              <a:solidFill>
                <a:srgbClr val="FFD403"/>
              </a:solidFill>
              <a:latin typeface="Jost"/>
              <a:ea typeface="Jost"/>
              <a:cs typeface="Jost"/>
              <a:sym typeface="Jost"/>
            </a:endParaRPr>
          </a:p>
        </p:txBody>
      </p:sp>
      <p:sp>
        <p:nvSpPr>
          <p:cNvPr id="1000" name="Google Shape;1000;g2c4fb7f6616_1_0"/>
          <p:cNvSpPr/>
          <p:nvPr/>
        </p:nvSpPr>
        <p:spPr>
          <a:xfrm>
            <a:off x="3914581" y="4011900"/>
            <a:ext cx="1567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c4fb7f6616_1_0"/>
          <p:cNvSpPr/>
          <p:nvPr/>
        </p:nvSpPr>
        <p:spPr>
          <a:xfrm>
            <a:off x="3723627"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c4fb7f6616_1_0"/>
          <p:cNvSpPr txBox="1"/>
          <p:nvPr/>
        </p:nvSpPr>
        <p:spPr>
          <a:xfrm>
            <a:off x="4677685" y="1308025"/>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i</a:t>
            </a:r>
            <a:endParaRPr sz="9700" b="0" i="0" u="none" strike="noStrike" cap="none">
              <a:solidFill>
                <a:srgbClr val="FFD400"/>
              </a:solidFill>
              <a:latin typeface="Jost"/>
              <a:ea typeface="Jost"/>
              <a:cs typeface="Jost"/>
              <a:sym typeface="Jost"/>
            </a:endParaRPr>
          </a:p>
        </p:txBody>
      </p:sp>
      <p:sp>
        <p:nvSpPr>
          <p:cNvPr id="1003" name="Google Shape;1003;g2c4fb7f6616_1_0"/>
          <p:cNvSpPr/>
          <p:nvPr/>
        </p:nvSpPr>
        <p:spPr>
          <a:xfrm>
            <a:off x="567609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1004" name="Google Shape;1004;g2c4fb7f6616_1_0"/>
          <p:cNvSpPr txBox="1"/>
          <p:nvPr/>
        </p:nvSpPr>
        <p:spPr>
          <a:xfrm>
            <a:off x="5261825" y="1308025"/>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o</a:t>
            </a:r>
            <a:endParaRPr sz="9700" b="0" i="0" u="none" strike="noStrike" cap="none">
              <a:solidFill>
                <a:srgbClr val="ED1C24"/>
              </a:solidFill>
              <a:latin typeface="Jost"/>
              <a:ea typeface="Jost"/>
              <a:cs typeface="Jost"/>
              <a:sym typeface="Jost"/>
            </a:endParaRPr>
          </a:p>
        </p:txBody>
      </p:sp>
      <p:sp>
        <p:nvSpPr>
          <p:cNvPr id="1005" name="Google Shape;1005;g2c4fb7f6616_1_0"/>
          <p:cNvSpPr/>
          <p:nvPr/>
        </p:nvSpPr>
        <p:spPr>
          <a:xfrm>
            <a:off x="645471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c4fb7f6616_1_0"/>
          <p:cNvSpPr txBox="1"/>
          <p:nvPr/>
        </p:nvSpPr>
        <p:spPr>
          <a:xfrm>
            <a:off x="5972383" y="1308025"/>
            <a:ext cx="1354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7385b306f5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3" name="Google Shape;1013;g27385b306f5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14" name="Google Shape;1014;g27385b306f5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5" name="Google Shape;1015;g27385b306f5_0_1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7385b306f5_0_1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7385b306f5_0_1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7385b306f5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7385b306f5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7385b306f5_0_1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7385b306f5_0_1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7385b306f5_0_1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3" name="Google Shape;1023;g27385b306f5_0_17"/>
          <p:cNvGrpSpPr/>
          <p:nvPr/>
        </p:nvGrpSpPr>
        <p:grpSpPr>
          <a:xfrm>
            <a:off x="-550" y="6984600"/>
            <a:ext cx="8596479" cy="808600"/>
            <a:chOff x="-550" y="6984600"/>
            <a:chExt cx="8596479" cy="808600"/>
          </a:xfrm>
        </p:grpSpPr>
        <p:sp>
          <p:nvSpPr>
            <p:cNvPr id="1024" name="Google Shape;1024;g27385b306f5_0_1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5" name="Google Shape;1025;g27385b306f5_0_1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6" name="Google Shape;1026;g27385b306f5_0_1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7" name="Google Shape;1027;g27385b306f5_0_1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8" name="Google Shape;1028;g27385b306f5_0_1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9" name="Google Shape;1029;g27385b306f5_0_1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0" name="Google Shape;1030;g27385b306f5_0_1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1" name="Google Shape;1031;g27385b306f5_0_1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2" name="Google Shape;1032;g27385b306f5_0_1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3" name="Google Shape;1033;g27385b306f5_0_17"/>
          <p:cNvSpPr/>
          <p:nvPr/>
        </p:nvSpPr>
        <p:spPr>
          <a:xfrm>
            <a:off x="149825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7385b306f5_0_17"/>
          <p:cNvSpPr txBox="1"/>
          <p:nvPr/>
        </p:nvSpPr>
        <p:spPr>
          <a:xfrm>
            <a:off x="92855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35" name="Google Shape;1035;g27385b306f5_0_17"/>
          <p:cNvSpPr/>
          <p:nvPr/>
        </p:nvSpPr>
        <p:spPr>
          <a:xfrm>
            <a:off x="216954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1036" name="Google Shape;1036;g27385b306f5_0_17"/>
          <p:cNvSpPr txBox="1"/>
          <p:nvPr/>
        </p:nvSpPr>
        <p:spPr>
          <a:xfrm>
            <a:off x="1755270" y="1308025"/>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9700" b="0" i="0" u="none" strike="noStrike" cap="none">
              <a:solidFill>
                <a:srgbClr val="ED1C24"/>
              </a:solidFill>
              <a:latin typeface="Jost"/>
              <a:ea typeface="Jost"/>
              <a:cs typeface="Jost"/>
              <a:sym typeface="Jost"/>
            </a:endParaRPr>
          </a:p>
        </p:txBody>
      </p:sp>
      <p:sp>
        <p:nvSpPr>
          <p:cNvPr id="1037" name="Google Shape;1037;g27385b306f5_0_17"/>
          <p:cNvSpPr/>
          <p:nvPr/>
        </p:nvSpPr>
        <p:spPr>
          <a:xfrm>
            <a:off x="318776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8" name="Google Shape;1038;g27385b306f5_0_17"/>
          <p:cNvSpPr/>
          <p:nvPr/>
        </p:nvSpPr>
        <p:spPr>
          <a:xfrm>
            <a:off x="269559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27385b306f5_0_17"/>
          <p:cNvSpPr txBox="1"/>
          <p:nvPr/>
        </p:nvSpPr>
        <p:spPr>
          <a:xfrm>
            <a:off x="2427594" y="1308025"/>
            <a:ext cx="926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40" name="Google Shape;1040;g27385b306f5_0_17"/>
          <p:cNvSpPr/>
          <p:nvPr/>
        </p:nvSpPr>
        <p:spPr>
          <a:xfrm>
            <a:off x="341477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7385b306f5_0_17"/>
          <p:cNvSpPr txBox="1"/>
          <p:nvPr/>
        </p:nvSpPr>
        <p:spPr>
          <a:xfrm>
            <a:off x="2932443" y="1308025"/>
            <a:ext cx="1354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1042" name="Google Shape;1042;g27385b306f5_0_17"/>
          <p:cNvSpPr/>
          <p:nvPr/>
        </p:nvSpPr>
        <p:spPr>
          <a:xfrm>
            <a:off x="416886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1043" name="Google Shape;1043;g27385b306f5_0_17"/>
          <p:cNvSpPr txBox="1"/>
          <p:nvPr/>
        </p:nvSpPr>
        <p:spPr>
          <a:xfrm>
            <a:off x="4402393" y="1308025"/>
            <a:ext cx="1803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ss</a:t>
            </a:r>
            <a:endParaRPr sz="12000" b="0" i="0" u="none" strike="noStrike" cap="none">
              <a:solidFill>
                <a:srgbClr val="FFD403"/>
              </a:solidFill>
              <a:latin typeface="Jost"/>
              <a:ea typeface="Jost"/>
              <a:cs typeface="Jost"/>
              <a:sym typeface="Jost"/>
            </a:endParaRPr>
          </a:p>
        </p:txBody>
      </p:sp>
      <p:sp>
        <p:nvSpPr>
          <p:cNvPr id="1044" name="Google Shape;1044;g27385b306f5_0_17"/>
          <p:cNvSpPr/>
          <p:nvPr/>
        </p:nvSpPr>
        <p:spPr>
          <a:xfrm>
            <a:off x="4794049"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7385b306f5_0_17"/>
          <p:cNvSpPr txBox="1"/>
          <p:nvPr/>
        </p:nvSpPr>
        <p:spPr>
          <a:xfrm>
            <a:off x="3754570" y="1308025"/>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9700" b="0" i="0" u="none" strike="noStrike" cap="none">
              <a:solidFill>
                <a:srgbClr val="ED1C24"/>
              </a:solidFill>
              <a:latin typeface="Jost"/>
              <a:ea typeface="Jost"/>
              <a:cs typeface="Jost"/>
              <a:sym typeface="Jost"/>
            </a:endParaRPr>
          </a:p>
        </p:txBody>
      </p:sp>
      <p:sp>
        <p:nvSpPr>
          <p:cNvPr id="1046" name="Google Shape;1046;g27385b306f5_0_17"/>
          <p:cNvSpPr txBox="1"/>
          <p:nvPr/>
        </p:nvSpPr>
        <p:spPr>
          <a:xfrm>
            <a:off x="5515270" y="1308025"/>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i</a:t>
            </a:r>
            <a:endParaRPr sz="9700" b="0" i="0" u="none" strike="noStrike" cap="none">
              <a:solidFill>
                <a:srgbClr val="FFD400"/>
              </a:solidFill>
              <a:latin typeface="Jost"/>
              <a:ea typeface="Jost"/>
              <a:cs typeface="Jost"/>
              <a:sym typeface="Jost"/>
            </a:endParaRPr>
          </a:p>
        </p:txBody>
      </p:sp>
      <p:sp>
        <p:nvSpPr>
          <p:cNvPr id="1047" name="Google Shape;1047;g27385b306f5_0_17"/>
          <p:cNvSpPr/>
          <p:nvPr/>
        </p:nvSpPr>
        <p:spPr>
          <a:xfrm>
            <a:off x="656435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1048" name="Google Shape;1048;g27385b306f5_0_17"/>
          <p:cNvSpPr txBox="1"/>
          <p:nvPr/>
        </p:nvSpPr>
        <p:spPr>
          <a:xfrm>
            <a:off x="6150085" y="1308025"/>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o</a:t>
            </a:r>
            <a:endParaRPr sz="9700" b="0" i="0" u="none" strike="noStrike" cap="none">
              <a:solidFill>
                <a:srgbClr val="ED1C24"/>
              </a:solidFill>
              <a:latin typeface="Jost"/>
              <a:ea typeface="Jost"/>
              <a:cs typeface="Jost"/>
              <a:sym typeface="Jost"/>
            </a:endParaRPr>
          </a:p>
        </p:txBody>
      </p:sp>
      <p:sp>
        <p:nvSpPr>
          <p:cNvPr id="1049" name="Google Shape;1049;g27385b306f5_0_17"/>
          <p:cNvSpPr/>
          <p:nvPr/>
        </p:nvSpPr>
        <p:spPr>
          <a:xfrm>
            <a:off x="734297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7385b306f5_0_17"/>
          <p:cNvSpPr txBox="1"/>
          <p:nvPr/>
        </p:nvSpPr>
        <p:spPr>
          <a:xfrm>
            <a:off x="6860643" y="1308025"/>
            <a:ext cx="1354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51" name="Google Shape;1051;g27385b306f5_0_17"/>
          <p:cNvSpPr/>
          <p:nvPr/>
        </p:nvSpPr>
        <p:spPr>
          <a:xfrm>
            <a:off x="461404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8" name="Google Shape;105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5" name="Google Shape;106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6" name="Google Shape;1066;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7" name="Google Shape;106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4" name="Google Shape;107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5" name="Google Shape;107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6" name="Google Shape;107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3" name="Google Shape;1083;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4" name="Google Shape;1084;g2d1eea302f1_0_6"/>
          <p:cNvGrpSpPr/>
          <p:nvPr/>
        </p:nvGrpSpPr>
        <p:grpSpPr>
          <a:xfrm>
            <a:off x="3024000" y="209875"/>
            <a:ext cx="3096000" cy="454800"/>
            <a:chOff x="3024000" y="209875"/>
            <a:chExt cx="3096000" cy="454800"/>
          </a:xfrm>
        </p:grpSpPr>
        <p:sp>
          <p:nvSpPr>
            <p:cNvPr id="1085" name="Google Shape;1085;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6" name="Google Shape;1086;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7" name="Google Shape;1087;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8" name="Google Shape;1088;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9" name="Google Shape;1089;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0" name="Google Shape;1090;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1" name="Google Shape;1091;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2" name="Google Shape;1092;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3" name="Google Shape;1093;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4" name="Google Shape;1094;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095" name="Google Shape;1095;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6" name="Google Shape;1096;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7" name="Google Shape;1097;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8" name="Google Shape;1098;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099" name="Google Shape;1099;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0" name="Google Shape;1100;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1" name="Google Shape;1101;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2" name="Google Shape;1102;g2d1eea302f1_0_6"/>
          <p:cNvSpPr txBox="1"/>
          <p:nvPr/>
        </p:nvSpPr>
        <p:spPr>
          <a:xfrm>
            <a:off x="6682872" y="1797575"/>
            <a:ext cx="1542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103" name="Google Shape;1103;g2d1eea302f1_0_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04" name="Google Shape;1104;g2d1eea302f1_0_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5" name="Google Shape;1105;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06" name="Google Shape;1106;g2d1eea302f1_0_6"/>
          <p:cNvSpPr txBox="1"/>
          <p:nvPr/>
        </p:nvSpPr>
        <p:spPr>
          <a:xfrm>
            <a:off x="23339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07" name="Google Shape;1107;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27385b306f5_0_10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4" name="Google Shape;1114;g27385b306f5_0_10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5" name="Google Shape;1115;g27385b306f5_0_100"/>
          <p:cNvGrpSpPr/>
          <p:nvPr/>
        </p:nvGrpSpPr>
        <p:grpSpPr>
          <a:xfrm>
            <a:off x="3024000" y="209875"/>
            <a:ext cx="3096000" cy="454800"/>
            <a:chOff x="3024000" y="209875"/>
            <a:chExt cx="3096000" cy="454800"/>
          </a:xfrm>
        </p:grpSpPr>
        <p:sp>
          <p:nvSpPr>
            <p:cNvPr id="1116" name="Google Shape;1116;g27385b306f5_0_10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7" name="Google Shape;1117;g27385b306f5_0_10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8" name="Google Shape;1118;g27385b306f5_0_10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9" name="Google Shape;1119;g27385b306f5_0_10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20" name="Google Shape;1120;g27385b306f5_0_10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1" name="Google Shape;1121;g27385b306f5_0_10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2" name="Google Shape;1122;g27385b306f5_0_10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3" name="Google Shape;1123;g27385b306f5_0_10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4" name="Google Shape;1124;g27385b306f5_0_100"/>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5" name="Google Shape;1125;g27385b306f5_0_10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6" name="Google Shape;1126;g27385b306f5_0_100"/>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127" name="Google Shape;1127;g27385b306f5_0_100"/>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28" name="Google Shape;1128;g27385b306f5_0_10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9" name="Google Shape;1129;g27385b306f5_0_10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0" name="Google Shape;1130;g27385b306f5_0_100"/>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1" name="Google Shape;1131;g27385b306f5_0_100"/>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32" name="Google Shape;1132;g27385b306f5_0_10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33" name="Google Shape;1133;g27385b306f5_0_10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4" name="Google Shape;1134;g27385b306f5_0_10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5" name="Google Shape;1135;g27385b306f5_0_100"/>
          <p:cNvSpPr txBox="1"/>
          <p:nvPr/>
        </p:nvSpPr>
        <p:spPr>
          <a:xfrm>
            <a:off x="6682872" y="1797575"/>
            <a:ext cx="1542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136" name="Google Shape;1136;g27385b306f5_0_100"/>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37" name="Google Shape;1137;g27385b306f5_0_100"/>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8" name="Google Shape;1138;g27385b306f5_0_100"/>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ssion mission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dmission confession pressure</a:t>
            </a:r>
            <a:endParaRPr sz="1800" b="0" i="0" u="none" strike="noStrike" cap="none">
              <a:solidFill>
                <a:srgbClr val="B7B7B7"/>
              </a:solidFill>
              <a:latin typeface="Jost"/>
              <a:ea typeface="Jost"/>
              <a:cs typeface="Jost"/>
              <a:sym typeface="Jost"/>
            </a:endParaRPr>
          </a:p>
        </p:txBody>
      </p:sp>
      <p:sp>
        <p:nvSpPr>
          <p:cNvPr id="1139" name="Google Shape;1139;g27385b306f5_0_10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40" name="Google Shape;1140;g27385b306f5_0_100"/>
          <p:cNvSpPr txBox="1"/>
          <p:nvPr/>
        </p:nvSpPr>
        <p:spPr>
          <a:xfrm>
            <a:off x="23339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457</Words>
  <Application>Microsoft Office PowerPoint</Application>
  <PresentationFormat>On-screen Show (4:3)</PresentationFormat>
  <Paragraphs>158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Nunito Black</vt:lpstr>
      <vt:lpstr>Poppins SemiBold</vt:lpstr>
      <vt:lpstr>Poppins Medium</vt:lpstr>
      <vt:lpstr>Calibri</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2026-05-27T04:48:07Z</dcterms:modified>
</cp:coreProperties>
</file>