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gpre/FEJletUoTuwdI/On/I6Xh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15D9B-1352-47F6-9792-5EAA8A49EF51}">
  <a:tblStyle styleId="{FD815D9B-1352-47F6-9792-5EAA8A49EF5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2" name="Google Shape;66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9" name="Google Shape;66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0" name="Google Shape;67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6" name="Google Shape;67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31d0f8664b1_0_9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31d0f8664b1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31d0f8664b1_0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e5971f6bd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e5971f6bd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e5971f6bd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e5971f6bd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e5971f6bd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e5971f6bd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ce5971f6bd_0_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ce5971f6bd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ce5971f6bd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ce66866dac_0_3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2ce66866dac_0_3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2ce66866dac_0_3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274b3cfd360_1_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g274b3cfd360_1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274b3cfd360_1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ce5971f6bd_0_1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6" name="Google Shape;1076;g2ce5971f6bd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7" name="Google Shape;1077;g2ce5971f6bd_0_1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1000" y="88100"/>
              <a:ext cx="1337400" cy="403500"/>
              <a:chOff x="1900680" y="88250"/>
              <a:chExt cx="1337400" cy="403500"/>
            </a:xfrm>
          </p:grpSpPr>
          <p:sp>
            <p:nvSpPr>
              <p:cNvPr id="28" name="Google Shape;28;p14"/>
              <p:cNvSpPr/>
              <p:nvPr/>
            </p:nvSpPr>
            <p:spPr>
              <a:xfrm>
                <a:off x="1900680" y="88250"/>
                <a:ext cx="1337400" cy="240000"/>
              </a:xfrm>
              <a:prstGeom prst="roundRect">
                <a:avLst>
                  <a:gd name="adj" fmla="val 16667"/>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1900680" y="251750"/>
                <a:ext cx="1337400" cy="2400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9FC5E8"/>
                  </a:solidFill>
                  <a:latin typeface="Poppins SemiBold"/>
                  <a:ea typeface="Poppins SemiBold"/>
                  <a:cs typeface="Poppins SemiBold"/>
                  <a:sym typeface="Poppins SemiBold"/>
                </a:rPr>
                <a:t>Phase 2</a:t>
              </a:r>
              <a:endParaRPr sz="1500" b="1"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6</a:t>
              </a:r>
              <a:endParaRPr sz="1300" b="1" i="0" u="none" strike="noStrike" cap="none">
                <a:solidFill>
                  <a:srgbClr val="FFFFFF"/>
                </a:solidFill>
                <a:latin typeface="Poppins SemiBold"/>
                <a:ea typeface="Poppins SemiBold"/>
                <a:cs typeface="Poppins SemiBold"/>
                <a:sym typeface="Poppins SemiBold"/>
              </a:endParaRPr>
            </a:p>
          </p:txBody>
        </p:sp>
        <p:sp>
          <p:nvSpPr>
            <p:cNvPr id="36" name="Google Shape;36;p14"/>
            <p:cNvSpPr/>
            <p:nvPr/>
          </p:nvSpPr>
          <p:spPr>
            <a:xfrm>
              <a:off x="59075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 name="Google Shape;41;p14"/>
          <p:cNvGrpSpPr/>
          <p:nvPr/>
        </p:nvGrpSpPr>
        <p:grpSpPr>
          <a:xfrm>
            <a:off x="-36800" y="-52000"/>
            <a:ext cx="9236100" cy="543600"/>
            <a:chOff x="-36800" y="-52000"/>
            <a:chExt cx="9236100" cy="543600"/>
          </a:xfrm>
        </p:grpSpPr>
        <p:sp>
          <p:nvSpPr>
            <p:cNvPr id="42" name="Google Shape;42;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3" name="Google Shape;43;p14"/>
            <p:cNvGrpSpPr/>
            <p:nvPr/>
          </p:nvGrpSpPr>
          <p:grpSpPr>
            <a:xfrm>
              <a:off x="7240990" y="88100"/>
              <a:ext cx="1337400" cy="403500"/>
              <a:chOff x="3235750" y="88250"/>
              <a:chExt cx="1337400" cy="403500"/>
            </a:xfrm>
          </p:grpSpPr>
          <p:sp>
            <p:nvSpPr>
              <p:cNvPr id="44" name="Google Shape;44;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45" name="Google Shape;45;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46" name="Google Shape;46;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47" name="Google Shape;47;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48" name="Google Shape;4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49" name="Google Shape;4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51" name="Google Shape;51;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53" name="Google Shape;53;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54" name="Google Shape;54;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57"/>
        <p:cNvGrpSpPr/>
        <p:nvPr/>
      </p:nvGrpSpPr>
      <p:grpSpPr>
        <a:xfrm>
          <a:off x="0" y="0"/>
          <a:ext cx="0" cy="0"/>
          <a:chOff x="0" y="0"/>
          <a:chExt cx="0" cy="0"/>
        </a:xfrm>
      </p:grpSpPr>
      <p:sp>
        <p:nvSpPr>
          <p:cNvPr id="58" name="Google Shape;58;p15"/>
          <p:cNvSpPr txBox="1">
            <a:spLocks noGrp="1"/>
          </p:cNvSpPr>
          <p:nvPr>
            <p:ph type="body" idx="1"/>
          </p:nvPr>
        </p:nvSpPr>
        <p:spPr>
          <a:xfrm>
            <a:off x="3649025" y="103827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59" name="Google Shape;59;p15"/>
          <p:cNvSpPr txBox="1">
            <a:spLocks noGrp="1"/>
          </p:cNvSpPr>
          <p:nvPr>
            <p:ph type="body" idx="2"/>
          </p:nvPr>
        </p:nvSpPr>
        <p:spPr>
          <a:xfrm>
            <a:off x="3649025" y="2393253"/>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60" name="Google Shape;60;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61" name="Google Shape;61;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357775" y="5983875"/>
            <a:ext cx="586800" cy="571500"/>
            <a:chOff x="662575" y="6212475"/>
            <a:chExt cx="586800" cy="571500"/>
          </a:xfrm>
        </p:grpSpPr>
        <p:sp>
          <p:nvSpPr>
            <p:cNvPr id="63" name="Google Shape;6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 name="Google Shape;64;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856314" y="23580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67" name="Google Shape;6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68" name="Google Shape;6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9" name="Google Shape;69;p15"/>
          <p:cNvGrpSpPr/>
          <p:nvPr/>
        </p:nvGrpSpPr>
        <p:grpSpPr>
          <a:xfrm>
            <a:off x="8199150" y="5983875"/>
            <a:ext cx="586800" cy="571500"/>
            <a:chOff x="7894350" y="6212475"/>
            <a:chExt cx="586800" cy="571500"/>
          </a:xfrm>
        </p:grpSpPr>
        <p:sp>
          <p:nvSpPr>
            <p:cNvPr id="70" name="Google Shape;7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3" name="Google Shape;73;p15"/>
          <p:cNvSpPr txBox="1"/>
          <p:nvPr/>
        </p:nvSpPr>
        <p:spPr>
          <a:xfrm>
            <a:off x="856325" y="43959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74" name="Google Shape;74;p15"/>
          <p:cNvSpPr txBox="1"/>
          <p:nvPr/>
        </p:nvSpPr>
        <p:spPr>
          <a:xfrm>
            <a:off x="3742925" y="37141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a person, place or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Singular</a:t>
            </a:r>
            <a:r>
              <a:rPr lang="en-US" sz="1600" b="0" i="0" u="none" strike="noStrike" cap="none">
                <a:solidFill>
                  <a:srgbClr val="000000"/>
                </a:solidFill>
                <a:latin typeface="Poppins"/>
                <a:ea typeface="Poppins"/>
                <a:cs typeface="Poppins"/>
                <a:sym typeface="Poppins"/>
              </a:rPr>
              <a:t> - a singular noun refers to only one person, place,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a plural means more than one person, place or thing. e.g. a singular noun example is ‘car’, and the plural form is ‘cars’.</a:t>
            </a:r>
            <a:endParaRPr sz="16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grpSp>
        <p:nvGrpSpPr>
          <p:cNvPr id="76" name="Google Shape;76;p15"/>
          <p:cNvGrpSpPr/>
          <p:nvPr/>
        </p:nvGrpSpPr>
        <p:grpSpPr>
          <a:xfrm>
            <a:off x="-36800" y="-52000"/>
            <a:ext cx="9236100" cy="543600"/>
            <a:chOff x="-36800" y="-52000"/>
            <a:chExt cx="9236100" cy="543600"/>
          </a:xfrm>
        </p:grpSpPr>
        <p:sp>
          <p:nvSpPr>
            <p:cNvPr id="77" name="Google Shape;77;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8" name="Google Shape;78;p15"/>
            <p:cNvGrpSpPr/>
            <p:nvPr/>
          </p:nvGrpSpPr>
          <p:grpSpPr>
            <a:xfrm>
              <a:off x="7240990" y="88100"/>
              <a:ext cx="1337400" cy="403500"/>
              <a:chOff x="3235750" y="88250"/>
              <a:chExt cx="1337400" cy="403500"/>
            </a:xfrm>
          </p:grpSpPr>
          <p:sp>
            <p:nvSpPr>
              <p:cNvPr id="79" name="Google Shape;79;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80" name="Google Shape;80;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81" name="Google Shape;81;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82" name="Google Shape;82;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83" name="Google Shape;8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84" name="Google Shape;8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86" name="Google Shape;86;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88" name="Google Shape;88;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89" name="Google Shape;89;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 name="Google Shape;9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 name="Google Shape;91;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92"/>
        <p:cNvGrpSpPr/>
        <p:nvPr/>
      </p:nvGrpSpPr>
      <p:grpSpPr>
        <a:xfrm>
          <a:off x="0" y="0"/>
          <a:ext cx="0" cy="0"/>
          <a:chOff x="0" y="0"/>
          <a:chExt cx="0" cy="0"/>
        </a:xfrm>
      </p:grpSpPr>
      <p:sp>
        <p:nvSpPr>
          <p:cNvPr id="93" name="Google Shape;93;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95" name="Google Shape;95;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6" name="Google Shape;96;g26b641b03cd_1_92"/>
          <p:cNvGrpSpPr/>
          <p:nvPr/>
        </p:nvGrpSpPr>
        <p:grpSpPr>
          <a:xfrm>
            <a:off x="357775" y="5983875"/>
            <a:ext cx="586800" cy="571500"/>
            <a:chOff x="662575" y="6212475"/>
            <a:chExt cx="586800" cy="571500"/>
          </a:xfrm>
        </p:grpSpPr>
        <p:sp>
          <p:nvSpPr>
            <p:cNvPr id="97" name="Google Shape;97;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00" name="Google Shape;100;g26b641b03cd_1_92"/>
          <p:cNvGrpSpPr/>
          <p:nvPr/>
        </p:nvGrpSpPr>
        <p:grpSpPr>
          <a:xfrm>
            <a:off x="8199150" y="5983875"/>
            <a:ext cx="586800" cy="571500"/>
            <a:chOff x="7894350" y="6212475"/>
            <a:chExt cx="586800" cy="571500"/>
          </a:xfrm>
        </p:grpSpPr>
        <p:sp>
          <p:nvSpPr>
            <p:cNvPr id="101" name="Google Shape;101;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04" name="Google Shape;104;g26b641b03cd_1_92"/>
          <p:cNvGrpSpPr/>
          <p:nvPr/>
        </p:nvGrpSpPr>
        <p:grpSpPr>
          <a:xfrm>
            <a:off x="-36800" y="-52000"/>
            <a:ext cx="9236100" cy="543600"/>
            <a:chOff x="-36800" y="-52000"/>
            <a:chExt cx="9236100" cy="543600"/>
          </a:xfrm>
        </p:grpSpPr>
        <p:sp>
          <p:nvSpPr>
            <p:cNvPr id="105" name="Google Shape;105;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6" name="Google Shape;106;g26b641b03cd_1_92"/>
            <p:cNvGrpSpPr/>
            <p:nvPr/>
          </p:nvGrpSpPr>
          <p:grpSpPr>
            <a:xfrm>
              <a:off x="7240990" y="88100"/>
              <a:ext cx="1337400" cy="403500"/>
              <a:chOff x="3235750" y="88250"/>
              <a:chExt cx="1337400" cy="403500"/>
            </a:xfrm>
          </p:grpSpPr>
          <p:sp>
            <p:nvSpPr>
              <p:cNvPr id="107" name="Google Shape;107;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08" name="Google Shape;108;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09" name="Google Shape;10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12" name="Google Shape;112;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16" name="Google Shape;116;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17" name="Google Shape;117;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 name="Google Shape;118;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20"/>
        <p:cNvGrpSpPr/>
        <p:nvPr/>
      </p:nvGrpSpPr>
      <p:grpSpPr>
        <a:xfrm>
          <a:off x="0" y="0"/>
          <a:ext cx="0" cy="0"/>
          <a:chOff x="0" y="0"/>
          <a:chExt cx="0" cy="0"/>
        </a:xfrm>
      </p:grpSpPr>
      <p:sp>
        <p:nvSpPr>
          <p:cNvPr id="121" name="Google Shape;121;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7" name="Google Shape;12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 suffix (plural)</a:t>
            </a:r>
            <a:endParaRPr sz="1800" b="0" i="0" u="none" strike="noStrike" cap="none">
              <a:solidFill>
                <a:srgbClr val="FFFFFF"/>
              </a:solidFill>
              <a:latin typeface="Poppins SemiBold"/>
              <a:ea typeface="Poppins SemiBold"/>
              <a:cs typeface="Poppins SemiBold"/>
              <a:sym typeface="Poppins SemiBold"/>
            </a:endParaRPr>
          </a:p>
        </p:txBody>
      </p:sp>
      <p:sp>
        <p:nvSpPr>
          <p:cNvPr id="128" name="Google Shape;128;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1 - Monday</a:t>
            </a:r>
            <a:endParaRPr sz="1800" b="0" i="0" u="none" strike="noStrike" cap="none">
              <a:solidFill>
                <a:srgbClr val="E82625"/>
              </a:solidFill>
              <a:latin typeface="Poppins Medium"/>
              <a:ea typeface="Poppins Medium"/>
              <a:cs typeface="Poppins Medium"/>
              <a:sym typeface="Poppins Medium"/>
            </a:endParaRPr>
          </a:p>
        </p:txBody>
      </p:sp>
      <p:sp>
        <p:nvSpPr>
          <p:cNvPr id="129" name="Google Shape;129;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1</a:t>
            </a:r>
            <a:endParaRPr sz="1800" b="0" i="0" u="none" strike="noStrike" cap="none">
              <a:solidFill>
                <a:srgbClr val="E82625"/>
              </a:solidFill>
              <a:latin typeface="Poppins Medium"/>
              <a:ea typeface="Poppins Medium"/>
              <a:cs typeface="Poppins Medium"/>
              <a:sym typeface="Poppins Medium"/>
            </a:endParaRPr>
          </a:p>
        </p:txBody>
      </p:sp>
      <p:sp>
        <p:nvSpPr>
          <p:cNvPr id="130" name="Google Shape;130;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31" name="Google Shape;131;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32" name="Google Shape;132;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33" name="Google Shape;133;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34" name="Google Shape;134;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35" name="Google Shape;135;g26b641b03cd_0_33"/>
          <p:cNvGrpSpPr/>
          <p:nvPr/>
        </p:nvGrpSpPr>
        <p:grpSpPr>
          <a:xfrm>
            <a:off x="662575" y="6212475"/>
            <a:ext cx="586800" cy="571500"/>
            <a:chOff x="662575" y="6212475"/>
            <a:chExt cx="586800" cy="571500"/>
          </a:xfrm>
        </p:grpSpPr>
        <p:sp>
          <p:nvSpPr>
            <p:cNvPr id="136" name="Google Shape;136;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9" name="Google Shape;139;g26b641b03cd_0_33"/>
          <p:cNvGrpSpPr/>
          <p:nvPr/>
        </p:nvGrpSpPr>
        <p:grpSpPr>
          <a:xfrm>
            <a:off x="7894350" y="6212475"/>
            <a:ext cx="586800" cy="571500"/>
            <a:chOff x="7894350" y="6212475"/>
            <a:chExt cx="586800" cy="571500"/>
          </a:xfrm>
        </p:grpSpPr>
        <p:sp>
          <p:nvSpPr>
            <p:cNvPr id="140" name="Google Shape;140;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1" name="Google Shape;141;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 name="Google Shape;142;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73"/>
        <p:cNvGrpSpPr/>
        <p:nvPr/>
      </p:nvGrpSpPr>
      <p:grpSpPr>
        <a:xfrm>
          <a:off x="0" y="0"/>
          <a:ext cx="0" cy="0"/>
          <a:chOff x="0" y="0"/>
          <a:chExt cx="0" cy="0"/>
        </a:xfrm>
      </p:grpSpPr>
      <p:sp>
        <p:nvSpPr>
          <p:cNvPr id="174" name="Google Shape;174;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75" name="Google Shape;175;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76" name="Google Shape;176;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77" name="Google Shape;177;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80" name="Google Shape;180;g26b641b03cd_0_260"/>
          <p:cNvGrpSpPr/>
          <p:nvPr/>
        </p:nvGrpSpPr>
        <p:grpSpPr>
          <a:xfrm>
            <a:off x="8199150" y="5983875"/>
            <a:ext cx="586800" cy="571500"/>
            <a:chOff x="7894350" y="6212475"/>
            <a:chExt cx="586800" cy="571500"/>
          </a:xfrm>
        </p:grpSpPr>
        <p:sp>
          <p:nvSpPr>
            <p:cNvPr id="181" name="Google Shape;181;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84" name="Google Shape;184;g26b641b03cd_0_260"/>
          <p:cNvGrpSpPr/>
          <p:nvPr/>
        </p:nvGrpSpPr>
        <p:grpSpPr>
          <a:xfrm>
            <a:off x="-36800" y="-52000"/>
            <a:ext cx="9236100" cy="543600"/>
            <a:chOff x="-36800" y="-52000"/>
            <a:chExt cx="9236100" cy="543600"/>
          </a:xfrm>
        </p:grpSpPr>
        <p:sp>
          <p:nvSpPr>
            <p:cNvPr id="185" name="Google Shape;185;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6" name="Google Shape;186;g26b641b03cd_0_260"/>
            <p:cNvGrpSpPr/>
            <p:nvPr/>
          </p:nvGrpSpPr>
          <p:grpSpPr>
            <a:xfrm>
              <a:off x="7240990" y="88100"/>
              <a:ext cx="1337400" cy="403500"/>
              <a:chOff x="3235750" y="88250"/>
              <a:chExt cx="1337400" cy="403500"/>
            </a:xfrm>
          </p:grpSpPr>
          <p:sp>
            <p:nvSpPr>
              <p:cNvPr id="187" name="Google Shape;187;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88" name="Google Shape;188;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89" name="Google Shape;189;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90" name="Google Shape;190;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91" name="Google Shape;19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92" name="Google Shape;19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94" name="Google Shape;194;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96" name="Google Shape;19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97" name="Google Shape;197;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00"/>
        <p:cNvGrpSpPr/>
        <p:nvPr/>
      </p:nvGrpSpPr>
      <p:grpSpPr>
        <a:xfrm>
          <a:off x="0" y="0"/>
          <a:ext cx="0" cy="0"/>
          <a:chOff x="0" y="0"/>
          <a:chExt cx="0" cy="0"/>
        </a:xfrm>
      </p:grpSpPr>
      <p:sp>
        <p:nvSpPr>
          <p:cNvPr id="201" name="Google Shape;20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2" name="Google Shape;202;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03" name="Google Shape;203;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204" name="Google Shape;204;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5" name="Google Shape;205;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6" name="Google Shape;206;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7" name="Google Shape;207;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8" name="Google Shape;208;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9" name="Google Shape;209;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0" name="Google Shape;210;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11" name="Google Shape;211;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2" name="Google Shape;212;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3" name="Google Shape;213;g2c235dd0dad_1_87"/>
          <p:cNvGrpSpPr/>
          <p:nvPr/>
        </p:nvGrpSpPr>
        <p:grpSpPr>
          <a:xfrm>
            <a:off x="662575" y="6212475"/>
            <a:ext cx="586800" cy="571500"/>
            <a:chOff x="662575" y="6212475"/>
            <a:chExt cx="586800" cy="571500"/>
          </a:xfrm>
        </p:grpSpPr>
        <p:sp>
          <p:nvSpPr>
            <p:cNvPr id="214" name="Google Shape;214;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7" name="Google Shape;217;g2c235dd0dad_1_87"/>
          <p:cNvGrpSpPr/>
          <p:nvPr/>
        </p:nvGrpSpPr>
        <p:grpSpPr>
          <a:xfrm>
            <a:off x="7894350" y="6212475"/>
            <a:ext cx="586800" cy="571500"/>
            <a:chOff x="7894350" y="6212475"/>
            <a:chExt cx="586800" cy="571500"/>
          </a:xfrm>
        </p:grpSpPr>
        <p:sp>
          <p:nvSpPr>
            <p:cNvPr id="218" name="Google Shape;218;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21" name="Google Shape;221;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3" name="Google Shape;223;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28" name="Google Shape;22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29" name="Google Shape;229;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30" name="Google Shape;23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31"/>
        <p:cNvGrpSpPr/>
        <p:nvPr/>
      </p:nvGrpSpPr>
      <p:grpSpPr>
        <a:xfrm>
          <a:off x="0" y="0"/>
          <a:ext cx="0" cy="0"/>
          <a:chOff x="0" y="0"/>
          <a:chExt cx="0" cy="0"/>
        </a:xfrm>
      </p:grpSpPr>
      <p:sp>
        <p:nvSpPr>
          <p:cNvPr id="232" name="Google Shape;23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33" name="Google Shape;23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34" name="Google Shape;23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5" name="Google Shape;23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6" name="Google Shape;23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7" name="Google Shape;23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8" name="Google Shape;23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0" name="Google Shape;24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1" name="Google Shape;241;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2" name="Google Shape;242;g1f3daf8a844_0_32"/>
          <p:cNvGrpSpPr/>
          <p:nvPr/>
        </p:nvGrpSpPr>
        <p:grpSpPr>
          <a:xfrm>
            <a:off x="662575" y="6212475"/>
            <a:ext cx="586800" cy="571500"/>
            <a:chOff x="662575" y="6212475"/>
            <a:chExt cx="586800" cy="571500"/>
          </a:xfrm>
        </p:grpSpPr>
        <p:sp>
          <p:nvSpPr>
            <p:cNvPr id="243" name="Google Shape;243;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6" name="Google Shape;246;g1f3daf8a844_0_32"/>
          <p:cNvGrpSpPr/>
          <p:nvPr/>
        </p:nvGrpSpPr>
        <p:grpSpPr>
          <a:xfrm>
            <a:off x="7894350" y="6212475"/>
            <a:ext cx="586800" cy="571500"/>
            <a:chOff x="7894350" y="6212475"/>
            <a:chExt cx="586800" cy="571500"/>
          </a:xfrm>
        </p:grpSpPr>
        <p:sp>
          <p:nvSpPr>
            <p:cNvPr id="247" name="Google Shape;247;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50" name="Google Shape;250;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2" name="Google Shape;25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57" name="Google Shape;25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58" name="Google Shape;258;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59" name="Google Shape;25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60"/>
        <p:cNvGrpSpPr/>
        <p:nvPr/>
      </p:nvGrpSpPr>
      <p:grpSpPr>
        <a:xfrm>
          <a:off x="0" y="0"/>
          <a:ext cx="0" cy="0"/>
          <a:chOff x="0" y="0"/>
          <a:chExt cx="0" cy="0"/>
        </a:xfrm>
      </p:grpSpPr>
      <p:sp>
        <p:nvSpPr>
          <p:cNvPr id="261" name="Google Shape;26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2" name="Google Shape;26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63" name="Google Shape;263;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4" name="Google Shape;264;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5" name="Google Shape;265;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7" name="Google Shape;267;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68" name="Google Shape;268;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69" name="Google Shape;269;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70" name="Google Shape;270;g2c157a2fb06_0_53"/>
          <p:cNvGrpSpPr/>
          <p:nvPr/>
        </p:nvGrpSpPr>
        <p:grpSpPr>
          <a:xfrm>
            <a:off x="662575" y="6212475"/>
            <a:ext cx="586800" cy="571500"/>
            <a:chOff x="662575" y="6212475"/>
            <a:chExt cx="586800" cy="571500"/>
          </a:xfrm>
        </p:grpSpPr>
        <p:sp>
          <p:nvSpPr>
            <p:cNvPr id="271" name="Google Shape;27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4" name="Google Shape;274;g2c157a2fb06_0_53"/>
          <p:cNvGrpSpPr/>
          <p:nvPr/>
        </p:nvGrpSpPr>
        <p:grpSpPr>
          <a:xfrm>
            <a:off x="7894350" y="6212475"/>
            <a:ext cx="586800" cy="571500"/>
            <a:chOff x="7894350" y="6212475"/>
            <a:chExt cx="586800" cy="571500"/>
          </a:xfrm>
        </p:grpSpPr>
        <p:sp>
          <p:nvSpPr>
            <p:cNvPr id="275" name="Google Shape;27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8" name="Google Shape;278;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0" name="Google Shape;28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1" name="Google Shape;281;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4" name="Google Shape;28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85" name="Google Shape;28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86" name="Google Shape;286;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87" name="Google Shape;28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88"/>
        <p:cNvGrpSpPr/>
        <p:nvPr/>
      </p:nvGrpSpPr>
      <p:grpSpPr>
        <a:xfrm>
          <a:off x="0" y="0"/>
          <a:ext cx="0" cy="0"/>
          <a:chOff x="0" y="0"/>
          <a:chExt cx="0" cy="0"/>
        </a:xfrm>
      </p:grpSpPr>
      <p:pic>
        <p:nvPicPr>
          <p:cNvPr id="289" name="Google Shape;28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0" name="Google Shape;29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1" name="Google Shape;29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92" name="Google Shape;292;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93" name="Google Shape;293;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94" name="Google Shape;294;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95" name="Google Shape;295;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96" name="Google Shape;29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98" name="Google Shape;298;g2c157a2fb06_0_158"/>
          <p:cNvGrpSpPr/>
          <p:nvPr/>
        </p:nvGrpSpPr>
        <p:grpSpPr>
          <a:xfrm>
            <a:off x="662575" y="6212475"/>
            <a:ext cx="586800" cy="571500"/>
            <a:chOff x="662575" y="6212475"/>
            <a:chExt cx="586800" cy="571500"/>
          </a:xfrm>
        </p:grpSpPr>
        <p:sp>
          <p:nvSpPr>
            <p:cNvPr id="299" name="Google Shape;299;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2" name="Google Shape;302;g2c157a2fb06_0_158"/>
          <p:cNvGrpSpPr/>
          <p:nvPr/>
        </p:nvGrpSpPr>
        <p:grpSpPr>
          <a:xfrm>
            <a:off x="7894350" y="6212475"/>
            <a:ext cx="586800" cy="571500"/>
            <a:chOff x="7894350" y="6212475"/>
            <a:chExt cx="586800" cy="571500"/>
          </a:xfrm>
        </p:grpSpPr>
        <p:sp>
          <p:nvSpPr>
            <p:cNvPr id="303" name="Google Shape;303;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6" name="Google Shape;306;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08" name="Google Shape;308;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9" name="Google Shape;309;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2" name="Google Shape;31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13" name="Google Shape;31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14" name="Google Shape;314;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15" name="Google Shape;31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6"/>
        <p:cNvGrpSpPr/>
        <p:nvPr/>
      </p:nvGrpSpPr>
      <p:grpSpPr>
        <a:xfrm>
          <a:off x="0" y="0"/>
          <a:ext cx="0" cy="0"/>
          <a:chOff x="0" y="0"/>
          <a:chExt cx="0" cy="0"/>
        </a:xfrm>
      </p:grpSpPr>
      <p:sp>
        <p:nvSpPr>
          <p:cNvPr id="317" name="Google Shape;31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18" name="Google Shape;31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19" name="Google Shape;31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0" name="Google Shape;32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1" name="Google Shape;32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2" name="Google Shape;322;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263"/>
          <p:cNvSpPr>
            <a:spLocks noGrp="1"/>
          </p:cNvSpPr>
          <p:nvPr>
            <p:ph type="pic" idx="5"/>
          </p:nvPr>
        </p:nvSpPr>
        <p:spPr>
          <a:xfrm>
            <a:off x="5086375" y="4412425"/>
            <a:ext cx="2668800" cy="1291500"/>
          </a:xfrm>
          <a:prstGeom prst="rect">
            <a:avLst/>
          </a:prstGeom>
          <a:noFill/>
          <a:ln>
            <a:noFill/>
          </a:ln>
        </p:spPr>
      </p:sp>
      <p:sp>
        <p:nvSpPr>
          <p:cNvPr id="324" name="Google Shape;324;g2c157a2fb06_0_263"/>
          <p:cNvSpPr>
            <a:spLocks noGrp="1"/>
          </p:cNvSpPr>
          <p:nvPr>
            <p:ph type="pic" idx="6"/>
          </p:nvPr>
        </p:nvSpPr>
        <p:spPr>
          <a:xfrm>
            <a:off x="5086375" y="797675"/>
            <a:ext cx="2668800" cy="1291500"/>
          </a:xfrm>
          <a:prstGeom prst="rect">
            <a:avLst/>
          </a:prstGeom>
          <a:noFill/>
          <a:ln>
            <a:noFill/>
          </a:ln>
        </p:spPr>
      </p:sp>
      <p:sp>
        <p:nvSpPr>
          <p:cNvPr id="325" name="Google Shape;325;g2c157a2fb06_0_263"/>
          <p:cNvSpPr>
            <a:spLocks noGrp="1"/>
          </p:cNvSpPr>
          <p:nvPr>
            <p:ph type="pic" idx="7"/>
          </p:nvPr>
        </p:nvSpPr>
        <p:spPr>
          <a:xfrm>
            <a:off x="5086375" y="2002592"/>
            <a:ext cx="2668800" cy="1291500"/>
          </a:xfrm>
          <a:prstGeom prst="rect">
            <a:avLst/>
          </a:prstGeom>
          <a:noFill/>
          <a:ln>
            <a:noFill/>
          </a:ln>
        </p:spPr>
      </p:sp>
      <p:sp>
        <p:nvSpPr>
          <p:cNvPr id="326" name="Google Shape;326;g2c157a2fb06_0_263"/>
          <p:cNvSpPr>
            <a:spLocks noGrp="1"/>
          </p:cNvSpPr>
          <p:nvPr>
            <p:ph type="pic" idx="8"/>
          </p:nvPr>
        </p:nvSpPr>
        <p:spPr>
          <a:xfrm>
            <a:off x="5086375" y="3207508"/>
            <a:ext cx="2668800" cy="1291500"/>
          </a:xfrm>
          <a:prstGeom prst="rect">
            <a:avLst/>
          </a:prstGeom>
          <a:noFill/>
          <a:ln>
            <a:noFill/>
          </a:ln>
        </p:spPr>
      </p:sp>
      <p:sp>
        <p:nvSpPr>
          <p:cNvPr id="327" name="Google Shape;32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8" name="Google Shape;32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29" name="Google Shape;329;g2c157a2fb06_0_263"/>
          <p:cNvGrpSpPr/>
          <p:nvPr/>
        </p:nvGrpSpPr>
        <p:grpSpPr>
          <a:xfrm>
            <a:off x="662575" y="6212475"/>
            <a:ext cx="586800" cy="571500"/>
            <a:chOff x="662575" y="6212475"/>
            <a:chExt cx="586800" cy="571500"/>
          </a:xfrm>
        </p:grpSpPr>
        <p:sp>
          <p:nvSpPr>
            <p:cNvPr id="330" name="Google Shape;33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3" name="Google Shape;333;g2c157a2fb06_0_263"/>
          <p:cNvGrpSpPr/>
          <p:nvPr/>
        </p:nvGrpSpPr>
        <p:grpSpPr>
          <a:xfrm>
            <a:off x="7894350" y="6212475"/>
            <a:ext cx="586800" cy="571500"/>
            <a:chOff x="7894350" y="6212475"/>
            <a:chExt cx="586800" cy="571500"/>
          </a:xfrm>
        </p:grpSpPr>
        <p:sp>
          <p:nvSpPr>
            <p:cNvPr id="334" name="Google Shape;33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37" name="Google Shape;337;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39" name="Google Shape;33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0" name="Google Shape;340;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3" name="Google Shape;34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45" name="Google Shape;345;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46" name="Google Shape;34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7"/>
        <p:cNvGrpSpPr/>
        <p:nvPr/>
      </p:nvGrpSpPr>
      <p:grpSpPr>
        <a:xfrm>
          <a:off x="0" y="0"/>
          <a:ext cx="0" cy="0"/>
          <a:chOff x="0" y="0"/>
          <a:chExt cx="0" cy="0"/>
        </a:xfrm>
      </p:grpSpPr>
      <p:cxnSp>
        <p:nvCxnSpPr>
          <p:cNvPr id="348" name="Google Shape;34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49" name="Google Shape;34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0" name="Google Shape;35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51" name="Google Shape;35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52" name="Google Shape;35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53" name="Google Shape;35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4" name="Google Shape;35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55" name="Google Shape;355;g2c157a2fb06_0_467"/>
          <p:cNvGrpSpPr/>
          <p:nvPr/>
        </p:nvGrpSpPr>
        <p:grpSpPr>
          <a:xfrm>
            <a:off x="662575" y="6212475"/>
            <a:ext cx="586800" cy="571500"/>
            <a:chOff x="662575" y="6212475"/>
            <a:chExt cx="586800" cy="571500"/>
          </a:xfrm>
        </p:grpSpPr>
        <p:sp>
          <p:nvSpPr>
            <p:cNvPr id="356" name="Google Shape;356;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9" name="Google Shape;359;g2c157a2fb06_0_467"/>
          <p:cNvGrpSpPr/>
          <p:nvPr/>
        </p:nvGrpSpPr>
        <p:grpSpPr>
          <a:xfrm>
            <a:off x="7894350" y="6212475"/>
            <a:ext cx="586800" cy="571500"/>
            <a:chOff x="7894350" y="6212475"/>
            <a:chExt cx="586800" cy="571500"/>
          </a:xfrm>
        </p:grpSpPr>
        <p:sp>
          <p:nvSpPr>
            <p:cNvPr id="360" name="Google Shape;360;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1" name="Google Shape;361;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63" name="Google Shape;363;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5" name="Google Shape;36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6" name="Google Shape;366;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9" name="Google Shape;36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0" name="Google Shape;37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71" name="Google Shape;371;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72" name="Google Shape;37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3"/>
        <p:cNvGrpSpPr/>
        <p:nvPr/>
      </p:nvGrpSpPr>
      <p:grpSpPr>
        <a:xfrm>
          <a:off x="0" y="0"/>
          <a:ext cx="0" cy="0"/>
          <a:chOff x="0" y="0"/>
          <a:chExt cx="0" cy="0"/>
        </a:xfrm>
      </p:grpSpPr>
      <p:cxnSp>
        <p:nvCxnSpPr>
          <p:cNvPr id="374" name="Google Shape;37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75" name="Google Shape;37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76" name="Google Shape;37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77" name="Google Shape;37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78" name="Google Shape;378;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79" name="Google Shape;37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0" name="Google Shape;38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81" name="Google Shape;381;g2c157a2fb06_0_629"/>
          <p:cNvGrpSpPr/>
          <p:nvPr/>
        </p:nvGrpSpPr>
        <p:grpSpPr>
          <a:xfrm>
            <a:off x="662575" y="6212475"/>
            <a:ext cx="586800" cy="571500"/>
            <a:chOff x="662575" y="6212475"/>
            <a:chExt cx="586800" cy="571500"/>
          </a:xfrm>
        </p:grpSpPr>
        <p:sp>
          <p:nvSpPr>
            <p:cNvPr id="382" name="Google Shape;38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5" name="Google Shape;385;g2c157a2fb06_0_629"/>
          <p:cNvGrpSpPr/>
          <p:nvPr/>
        </p:nvGrpSpPr>
        <p:grpSpPr>
          <a:xfrm>
            <a:off x="7894350" y="6212475"/>
            <a:ext cx="586800" cy="571500"/>
            <a:chOff x="7894350" y="6212475"/>
            <a:chExt cx="586800" cy="571500"/>
          </a:xfrm>
        </p:grpSpPr>
        <p:sp>
          <p:nvSpPr>
            <p:cNvPr id="386" name="Google Shape;38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89" name="Google Shape;389;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1" name="Google Shape;391;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5" name="Google Shape;39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96" name="Google Shape;39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97" name="Google Shape;397;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98" name="Google Shape;39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99"/>
        <p:cNvGrpSpPr/>
        <p:nvPr/>
      </p:nvGrpSpPr>
      <p:grpSpPr>
        <a:xfrm>
          <a:off x="0" y="0"/>
          <a:ext cx="0" cy="0"/>
          <a:chOff x="0" y="0"/>
          <a:chExt cx="0" cy="0"/>
        </a:xfrm>
      </p:grpSpPr>
      <p:cxnSp>
        <p:nvCxnSpPr>
          <p:cNvPr id="400" name="Google Shape;40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01" name="Google Shape;40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02" name="Google Shape;40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3" name="Google Shape;40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04" name="Google Shape;40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5" name="Google Shape;40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406" name="Google Shape;40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7" name="Google Shape;40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8" name="Google Shape;408;g2c157a2fb06_0_798"/>
          <p:cNvGrpSpPr/>
          <p:nvPr/>
        </p:nvGrpSpPr>
        <p:grpSpPr>
          <a:xfrm>
            <a:off x="662575" y="6212475"/>
            <a:ext cx="586800" cy="571500"/>
            <a:chOff x="662575" y="6212475"/>
            <a:chExt cx="586800" cy="571500"/>
          </a:xfrm>
        </p:grpSpPr>
        <p:sp>
          <p:nvSpPr>
            <p:cNvPr id="409" name="Google Shape;409;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2" name="Google Shape;412;g2c157a2fb06_0_798"/>
          <p:cNvGrpSpPr/>
          <p:nvPr/>
        </p:nvGrpSpPr>
        <p:grpSpPr>
          <a:xfrm>
            <a:off x="7894350" y="6212475"/>
            <a:ext cx="586800" cy="571500"/>
            <a:chOff x="7894350" y="6212475"/>
            <a:chExt cx="586800" cy="571500"/>
          </a:xfrm>
        </p:grpSpPr>
        <p:sp>
          <p:nvSpPr>
            <p:cNvPr id="413" name="Google Shape;413;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16" name="Google Shape;416;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18" name="Google Shape;418;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3" name="Google Shape;42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24" name="Google Shape;424;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25" name="Google Shape;42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6"/>
        <p:cNvGrpSpPr/>
        <p:nvPr/>
      </p:nvGrpSpPr>
      <p:grpSpPr>
        <a:xfrm>
          <a:off x="0" y="0"/>
          <a:ext cx="0" cy="0"/>
          <a:chOff x="0" y="0"/>
          <a:chExt cx="0" cy="0"/>
        </a:xfrm>
      </p:grpSpPr>
      <p:cxnSp>
        <p:nvCxnSpPr>
          <p:cNvPr id="427" name="Google Shape;42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8" name="Google Shape;42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9" name="Google Shape;42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0" name="Google Shape;43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31" name="Google Shape;431;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32" name="Google Shape;432;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33" name="Google Shape;433;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4" name="Google Shape;434;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5" name="Google Shape;435;g2c157a2fb06_0_825"/>
          <p:cNvGrpSpPr/>
          <p:nvPr/>
        </p:nvGrpSpPr>
        <p:grpSpPr>
          <a:xfrm>
            <a:off x="662575" y="6212475"/>
            <a:ext cx="586800" cy="571500"/>
            <a:chOff x="662575" y="6212475"/>
            <a:chExt cx="586800" cy="571500"/>
          </a:xfrm>
        </p:grpSpPr>
        <p:sp>
          <p:nvSpPr>
            <p:cNvPr id="436" name="Google Shape;436;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9" name="Google Shape;439;g2c157a2fb06_0_825"/>
          <p:cNvGrpSpPr/>
          <p:nvPr/>
        </p:nvGrpSpPr>
        <p:grpSpPr>
          <a:xfrm>
            <a:off x="7894350" y="6212475"/>
            <a:ext cx="586800" cy="571500"/>
            <a:chOff x="7894350" y="6212475"/>
            <a:chExt cx="586800" cy="571500"/>
          </a:xfrm>
        </p:grpSpPr>
        <p:sp>
          <p:nvSpPr>
            <p:cNvPr id="440" name="Google Shape;440;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43" name="Google Shape;443;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45" name="Google Shape;445;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9" name="Google Shape;44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50" name="Google Shape;45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51" name="Google Shape;451;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52" name="Google Shape;45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3"/>
        <p:cNvGrpSpPr/>
        <p:nvPr/>
      </p:nvGrpSpPr>
      <p:grpSpPr>
        <a:xfrm>
          <a:off x="0" y="0"/>
          <a:ext cx="0" cy="0"/>
          <a:chOff x="0" y="0"/>
          <a:chExt cx="0" cy="0"/>
        </a:xfrm>
      </p:grpSpPr>
      <p:sp>
        <p:nvSpPr>
          <p:cNvPr id="454" name="Google Shape;45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58" name="Google Shape;458;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9" name="Google Shape;459;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1" name="Google Shape;461;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2" name="Google Shape;462;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4" name="Google Shape;464;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6" name="Google Shape;466;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8" name="Google Shape;468;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0" name="Google Shape;470;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2" name="Google Shape;472;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3" name="Google Shape;473;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4" name="Google Shape;474;g2c157a2fb06_0_700"/>
          <p:cNvGrpSpPr/>
          <p:nvPr/>
        </p:nvGrpSpPr>
        <p:grpSpPr>
          <a:xfrm>
            <a:off x="662575" y="6212475"/>
            <a:ext cx="586800" cy="571500"/>
            <a:chOff x="662575" y="6212475"/>
            <a:chExt cx="586800" cy="571500"/>
          </a:xfrm>
        </p:grpSpPr>
        <p:sp>
          <p:nvSpPr>
            <p:cNvPr id="475" name="Google Shape;475;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8" name="Google Shape;478;g2c157a2fb06_0_700"/>
          <p:cNvGrpSpPr/>
          <p:nvPr/>
        </p:nvGrpSpPr>
        <p:grpSpPr>
          <a:xfrm>
            <a:off x="7894350" y="6212475"/>
            <a:ext cx="586800" cy="571500"/>
            <a:chOff x="7894350" y="6212475"/>
            <a:chExt cx="586800" cy="571500"/>
          </a:xfrm>
        </p:grpSpPr>
        <p:sp>
          <p:nvSpPr>
            <p:cNvPr id="479" name="Google Shape;479;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2" name="Google Shape;482;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4" name="Google Shape;48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5" name="Google Shape;485;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8" name="Google Shape;48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90" name="Google Shape;490;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91" name="Google Shape;49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2"/>
        <p:cNvGrpSpPr/>
        <p:nvPr/>
      </p:nvGrpSpPr>
      <p:grpSpPr>
        <a:xfrm>
          <a:off x="0" y="0"/>
          <a:ext cx="0" cy="0"/>
          <a:chOff x="0" y="0"/>
          <a:chExt cx="0" cy="0"/>
        </a:xfrm>
      </p:grpSpPr>
      <p:sp>
        <p:nvSpPr>
          <p:cNvPr id="493" name="Google Shape;493;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94" name="Google Shape;494;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95" name="Google Shape;495;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96" name="Google Shape;496;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97" name="Google Shape;497;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98" name="Google Shape;498;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99" name="Google Shape;499;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00" name="Google Shape;500;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01" name="Google Shape;501;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02" name="Google Shape;502;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3" name="Google Shape;503;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04" name="Google Shape;504;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5" name="Google Shape;505;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6" name="Google Shape;506;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7" name="Google Shape;507;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8" name="Google Shape;508;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9" name="Google Shape;509;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0" name="Google Shape;510;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1" name="Google Shape;511;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2" name="Google Shape;512;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13" name="Google Shape;513;g2c157a2fb06_0_932"/>
          <p:cNvGrpSpPr/>
          <p:nvPr/>
        </p:nvGrpSpPr>
        <p:grpSpPr>
          <a:xfrm>
            <a:off x="662575" y="6212475"/>
            <a:ext cx="586800" cy="571500"/>
            <a:chOff x="662575" y="6212475"/>
            <a:chExt cx="586800" cy="571500"/>
          </a:xfrm>
        </p:grpSpPr>
        <p:sp>
          <p:nvSpPr>
            <p:cNvPr id="514" name="Google Shape;514;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7" name="Google Shape;517;g2c157a2fb06_0_932"/>
          <p:cNvGrpSpPr/>
          <p:nvPr/>
        </p:nvGrpSpPr>
        <p:grpSpPr>
          <a:xfrm>
            <a:off x="7894350" y="6212475"/>
            <a:ext cx="586800" cy="571500"/>
            <a:chOff x="7894350" y="6212475"/>
            <a:chExt cx="586800" cy="571500"/>
          </a:xfrm>
        </p:grpSpPr>
        <p:sp>
          <p:nvSpPr>
            <p:cNvPr id="518" name="Google Shape;518;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1" name="Google Shape;521;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3" name="Google Shape;52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4" name="Google Shape;524;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6" name="Google Shape;52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7" name="Google Shape;52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29" name="Google Shape;529;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30" name="Google Shape;53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1"/>
        <p:cNvGrpSpPr/>
        <p:nvPr/>
      </p:nvGrpSpPr>
      <p:grpSpPr>
        <a:xfrm>
          <a:off x="0" y="0"/>
          <a:ext cx="0" cy="0"/>
          <a:chOff x="0" y="0"/>
          <a:chExt cx="0" cy="0"/>
        </a:xfrm>
      </p:grpSpPr>
      <p:cxnSp>
        <p:nvCxnSpPr>
          <p:cNvPr id="532" name="Google Shape;53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33" name="Google Shape;53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34" name="Google Shape;53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5" name="Google Shape;53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6" name="Google Shape;53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7" name="Google Shape;53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8" name="Google Shape;53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9" name="Google Shape;53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0" name="Google Shape;54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1" name="Google Shape;54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2" name="Google Shape;54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3" name="Google Shape;543;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44" name="Google Shape;544;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45" name="Google Shape;545;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47" name="Google Shape;547;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8" name="Google Shape;548;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49" name="Google Shape;549;g2c157a2fb06_0_1045"/>
          <p:cNvGrpSpPr/>
          <p:nvPr/>
        </p:nvGrpSpPr>
        <p:grpSpPr>
          <a:xfrm>
            <a:off x="662575" y="6212475"/>
            <a:ext cx="586800" cy="571500"/>
            <a:chOff x="662575" y="6212475"/>
            <a:chExt cx="586800" cy="571500"/>
          </a:xfrm>
        </p:grpSpPr>
        <p:sp>
          <p:nvSpPr>
            <p:cNvPr id="550" name="Google Shape;550;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3" name="Google Shape;553;g2c157a2fb06_0_1045"/>
          <p:cNvGrpSpPr/>
          <p:nvPr/>
        </p:nvGrpSpPr>
        <p:grpSpPr>
          <a:xfrm>
            <a:off x="7894350" y="6212475"/>
            <a:ext cx="586800" cy="571500"/>
            <a:chOff x="7894350" y="6212475"/>
            <a:chExt cx="586800" cy="571500"/>
          </a:xfrm>
        </p:grpSpPr>
        <p:sp>
          <p:nvSpPr>
            <p:cNvPr id="554" name="Google Shape;554;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7" name="Google Shape;557;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8" name="Google Shape;558;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59" name="Google Shape;559;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0" name="Google Shape;560;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3" name="Google Shape;56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64" name="Google Shape;56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65" name="Google Shape;565;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66" name="Google Shape;56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67"/>
        <p:cNvGrpSpPr/>
        <p:nvPr/>
      </p:nvGrpSpPr>
      <p:grpSpPr>
        <a:xfrm>
          <a:off x="0" y="0"/>
          <a:ext cx="0" cy="0"/>
          <a:chOff x="0" y="0"/>
          <a:chExt cx="0" cy="0"/>
        </a:xfrm>
      </p:grpSpPr>
      <p:sp>
        <p:nvSpPr>
          <p:cNvPr id="568" name="Google Shape;56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69" name="Google Shape;56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70" name="Google Shape;570;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71" name="Google Shape;571;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72" name="Google Shape;572;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73" name="Google Shape;573;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74" name="Google Shape;574;g2c157a2fb06_0_1110"/>
          <p:cNvGrpSpPr/>
          <p:nvPr/>
        </p:nvGrpSpPr>
        <p:grpSpPr>
          <a:xfrm>
            <a:off x="5806200" y="1807463"/>
            <a:ext cx="756300" cy="146700"/>
            <a:chOff x="5806200" y="1807463"/>
            <a:chExt cx="756300" cy="146700"/>
          </a:xfrm>
        </p:grpSpPr>
        <p:sp>
          <p:nvSpPr>
            <p:cNvPr id="575" name="Google Shape;575;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8" name="Google Shape;578;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9" name="Google Shape;579;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80" name="Google Shape;580;g2c157a2fb06_0_1110"/>
          <p:cNvGrpSpPr/>
          <p:nvPr/>
        </p:nvGrpSpPr>
        <p:grpSpPr>
          <a:xfrm>
            <a:off x="5806200" y="2842438"/>
            <a:ext cx="756300" cy="146700"/>
            <a:chOff x="5806200" y="1807463"/>
            <a:chExt cx="756300" cy="146700"/>
          </a:xfrm>
        </p:grpSpPr>
        <p:sp>
          <p:nvSpPr>
            <p:cNvPr id="581" name="Google Shape;581;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4" name="Google Shape;584;g2c157a2fb06_0_1110"/>
          <p:cNvGrpSpPr/>
          <p:nvPr/>
        </p:nvGrpSpPr>
        <p:grpSpPr>
          <a:xfrm>
            <a:off x="5806200" y="3877413"/>
            <a:ext cx="756300" cy="146700"/>
            <a:chOff x="5806200" y="1807463"/>
            <a:chExt cx="756300" cy="146700"/>
          </a:xfrm>
        </p:grpSpPr>
        <p:sp>
          <p:nvSpPr>
            <p:cNvPr id="585" name="Google Shape;585;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8" name="Google Shape;588;g2c157a2fb06_0_1110"/>
          <p:cNvGrpSpPr/>
          <p:nvPr/>
        </p:nvGrpSpPr>
        <p:grpSpPr>
          <a:xfrm>
            <a:off x="662575" y="6212475"/>
            <a:ext cx="586800" cy="571500"/>
            <a:chOff x="662575" y="6212475"/>
            <a:chExt cx="586800" cy="571500"/>
          </a:xfrm>
        </p:grpSpPr>
        <p:sp>
          <p:nvSpPr>
            <p:cNvPr id="589" name="Google Shape;589;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2" name="Google Shape;592;g2c157a2fb06_0_1110"/>
          <p:cNvGrpSpPr/>
          <p:nvPr/>
        </p:nvGrpSpPr>
        <p:grpSpPr>
          <a:xfrm>
            <a:off x="7894350" y="6212475"/>
            <a:ext cx="586800" cy="571500"/>
            <a:chOff x="7894350" y="6212475"/>
            <a:chExt cx="586800" cy="571500"/>
          </a:xfrm>
        </p:grpSpPr>
        <p:sp>
          <p:nvSpPr>
            <p:cNvPr id="593" name="Google Shape;593;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6" name="Google Shape;596;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98" name="Google Shape;59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9" name="Google Shape;599;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2" name="Google Shape;60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604" name="Google Shape;604;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605" name="Google Shape;60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6"/>
        <p:cNvGrpSpPr/>
        <p:nvPr/>
      </p:nvGrpSpPr>
      <p:grpSpPr>
        <a:xfrm>
          <a:off x="0" y="0"/>
          <a:ext cx="0" cy="0"/>
          <a:chOff x="0" y="0"/>
          <a:chExt cx="0" cy="0"/>
        </a:xfrm>
      </p:grpSpPr>
      <p:sp>
        <p:nvSpPr>
          <p:cNvPr id="607" name="Google Shape;60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8" name="Google Shape;60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1" name="Google Shape;61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4" name="Google Shape;61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5" name="Google Shape;61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6" name="Google Shape;61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0" name="Google Shape;620;p30"/>
          <p:cNvGrpSpPr/>
          <p:nvPr/>
        </p:nvGrpSpPr>
        <p:grpSpPr>
          <a:xfrm>
            <a:off x="6022940" y="5341706"/>
            <a:ext cx="594501" cy="305904"/>
            <a:chOff x="5672081" y="1914352"/>
            <a:chExt cx="792668" cy="305904"/>
          </a:xfrm>
        </p:grpSpPr>
        <p:sp>
          <p:nvSpPr>
            <p:cNvPr id="621" name="Google Shape;62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3" name="Google Shape;62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4" name="Google Shape;62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3" name="Google Shape;63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5" name="Google Shape;63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1" name="Google Shape;64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2" name="Google Shape;64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3" name="Google Shape;64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47" name="Google Shape;64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0" name="Google Shape;65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1" name="Google Shape;65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2"/>
        <p:cNvGrpSpPr/>
        <p:nvPr/>
      </p:nvGrpSpPr>
      <p:grpSpPr>
        <a:xfrm>
          <a:off x="0" y="0"/>
          <a:ext cx="0" cy="0"/>
          <a:chOff x="0" y="0"/>
          <a:chExt cx="0" cy="0"/>
        </a:xfrm>
      </p:grpSpPr>
      <p:sp>
        <p:nvSpPr>
          <p:cNvPr id="653" name="Google Shape;65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4" name="Google Shape;65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5" name="Google Shape;65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6"/>
        <p:cNvGrpSpPr/>
        <p:nvPr/>
      </p:nvGrpSpPr>
      <p:grpSpPr>
        <a:xfrm>
          <a:off x="0" y="0"/>
          <a:ext cx="0" cy="0"/>
          <a:chOff x="0" y="0"/>
          <a:chExt cx="0" cy="0"/>
        </a:xfrm>
      </p:grpSpPr>
      <p:sp>
        <p:nvSpPr>
          <p:cNvPr id="657" name="Google Shape;65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8" name="Google Shape;65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59" name="Google Shape;65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 suffix (plural)</a:t>
            </a:r>
            <a:endParaRPr sz="3000"/>
          </a:p>
        </p:txBody>
      </p:sp>
      <p:graphicFrame>
        <p:nvGraphicFramePr>
          <p:cNvPr id="665" name="Google Shape;665;p1"/>
          <p:cNvGraphicFramePr/>
          <p:nvPr/>
        </p:nvGraphicFramePr>
        <p:xfrm>
          <a:off x="4844200" y="1891197"/>
          <a:ext cx="3785000" cy="1678950"/>
        </p:xfrm>
        <a:graphic>
          <a:graphicData uri="http://schemas.openxmlformats.org/drawingml/2006/table">
            <a:tbl>
              <a:tblPr firstRow="1" bandRow="1">
                <a:noFill/>
                <a:tableStyleId>{FD815D9B-1352-47F6-9792-5EAA8A49EF51}</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-s and -es</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-ing</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66" name="Google Shape;666;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g2bee4f4af4b_0_204"/>
          <p:cNvSpPr txBox="1">
            <a:spLocks noGrp="1"/>
          </p:cNvSpPr>
          <p:nvPr>
            <p:ph type="body" idx="1"/>
          </p:nvPr>
        </p:nvSpPr>
        <p:spPr>
          <a:xfrm>
            <a:off x="3649025" y="103827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suffix </a:t>
            </a:r>
            <a:r>
              <a:rPr lang="en-US">
                <a:solidFill>
                  <a:srgbClr val="2356AF"/>
                </a:solidFill>
              </a:rPr>
              <a:t>-s</a:t>
            </a:r>
            <a:r>
              <a:rPr lang="en-US"/>
              <a:t>.</a:t>
            </a:r>
            <a:endParaRPr/>
          </a:p>
        </p:txBody>
      </p:sp>
      <p:sp>
        <p:nvSpPr>
          <p:cNvPr id="673" name="Google Shape;673;g2bee4f4af4b_0_204"/>
          <p:cNvSpPr txBox="1">
            <a:spLocks noGrp="1"/>
          </p:cNvSpPr>
          <p:nvPr>
            <p:ph type="body" idx="2"/>
          </p:nvPr>
        </p:nvSpPr>
        <p:spPr>
          <a:xfrm>
            <a:off x="3649025" y="2393253"/>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r>
              <a:rPr lang="en-US"/>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0" name="Google Shape;680;g26b641b03cd_0_165"/>
          <p:cNvGrpSpPr/>
          <p:nvPr/>
        </p:nvGrpSpPr>
        <p:grpSpPr>
          <a:xfrm>
            <a:off x="930400" y="2053244"/>
            <a:ext cx="7283200" cy="3724851"/>
            <a:chOff x="930400" y="2129444"/>
            <a:chExt cx="7283200" cy="3724851"/>
          </a:xfrm>
        </p:grpSpPr>
        <p:pic>
          <p:nvPicPr>
            <p:cNvPr id="681" name="Google Shape;68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0" name="Google Shape;710;g26b7edf6e71_0_26"/>
          <p:cNvGrpSpPr/>
          <p:nvPr/>
        </p:nvGrpSpPr>
        <p:grpSpPr>
          <a:xfrm>
            <a:off x="930400" y="2053250"/>
            <a:ext cx="7283201" cy="2971674"/>
            <a:chOff x="930400" y="2129450"/>
            <a:chExt cx="7283201" cy="2971674"/>
          </a:xfrm>
        </p:grpSpPr>
        <p:pic>
          <p:nvPicPr>
            <p:cNvPr id="711" name="Google Shape;71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2" name="Google Shape;71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1" name="Google Shape;72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6" name="Google Shape;746;g2c298da1f27_0_417"/>
          <p:cNvGrpSpPr/>
          <p:nvPr/>
        </p:nvGrpSpPr>
        <p:grpSpPr>
          <a:xfrm>
            <a:off x="930400" y="2053250"/>
            <a:ext cx="7283201" cy="2971674"/>
            <a:chOff x="930400" y="2053250"/>
            <a:chExt cx="7283201" cy="2971674"/>
          </a:xfrm>
        </p:grpSpPr>
        <p:pic>
          <p:nvPicPr>
            <p:cNvPr id="747" name="Google Shape;747;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8" name="Google Shape;748;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9" name="Google Shape;749;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31d0f8664b1_0_9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4" name="Google Shape;794;g31d0f8664b1_0_99"/>
          <p:cNvGrpSpPr/>
          <p:nvPr/>
        </p:nvGrpSpPr>
        <p:grpSpPr>
          <a:xfrm>
            <a:off x="855905" y="2053250"/>
            <a:ext cx="7272577" cy="3316697"/>
            <a:chOff x="855905" y="2053250"/>
            <a:chExt cx="7272577" cy="3316697"/>
          </a:xfrm>
        </p:grpSpPr>
        <p:pic>
          <p:nvPicPr>
            <p:cNvPr id="795" name="Google Shape;795;g31d0f8664b1_0_99"/>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31d0f8664b1_0_99"/>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31d0f8664b1_0_99"/>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98" name="Google Shape;798;g31d0f8664b1_0_99"/>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99" name="Google Shape;799;g31d0f8664b1_0_99"/>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00" name="Google Shape;800;g31d0f8664b1_0_99"/>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31d0f8664b1_0_99"/>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02" name="Google Shape;802;g31d0f8664b1_0_99"/>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03" name="Google Shape;803;g31d0f8664b1_0_99"/>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04" name="Google Shape;804;g31d0f8664b1_0_99"/>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05" name="Google Shape;805;g31d0f8664b1_0_99"/>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06" name="Google Shape;806;g31d0f8664b1_0_99"/>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07" name="Google Shape;807;g31d0f8664b1_0_99"/>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08" name="Google Shape;808;g31d0f8664b1_0_99"/>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09" name="Google Shape;809;g31d0f8664b1_0_99"/>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10" name="Google Shape;810;g31d0f8664b1_0_99"/>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11" name="Google Shape;811;g31d0f8664b1_0_99"/>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12" name="Google Shape;812;g31d0f8664b1_0_99"/>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13" name="Google Shape;813;g31d0f8664b1_0_99"/>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31d0f8664b1_0_99"/>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15" name="Google Shape;815;g31d0f8664b1_0_99"/>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31d0f8664b1_0_99"/>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31d0f8664b1_0_99"/>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31d0f8664b1_0_99"/>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19" name="Google Shape;819;g31d0f8664b1_0_99"/>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20" name="Google Shape;820;g31d0f8664b1_0_99"/>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21" name="Google Shape;821;g31d0f8664b1_0_99"/>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22" name="Google Shape;822;g31d0f8664b1_0_99"/>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23" name="Google Shape;823;g31d0f8664b1_0_99"/>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24" name="Google Shape;824;g31d0f8664b1_0_99"/>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25" name="Google Shape;825;g31d0f8664b1_0_99"/>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26" name="Google Shape;826;g31d0f8664b1_0_99"/>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27" name="Google Shape;827;g31d0f8664b1_0_99"/>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28" name="Google Shape;828;g31d0f8664b1_0_99"/>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29" name="Google Shape;829;g31d0f8664b1_0_99"/>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30" name="Google Shape;830;g31d0f8664b1_0_99"/>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31" name="Google Shape;831;g31d0f8664b1_0_99"/>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32" name="Google Shape;832;g31d0f8664b1_0_99"/>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33" name="Google Shape;833;g31d0f8664b1_0_99"/>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34" name="Google Shape;834;g31d0f8664b1_0_99"/>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35" name="Google Shape;835;g31d0f8664b1_0_99"/>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36" name="Google Shape;836;g31d0f8664b1_0_99"/>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37" name="Google Shape;837;g31d0f8664b1_0_99"/>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38" name="Google Shape;838;g31d0f8664b1_0_99"/>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39" name="Google Shape;839;g31d0f8664b1_0_99"/>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46" name="Google Shape;846;g2c298da1f27_1_0"/>
          <p:cNvGrpSpPr/>
          <p:nvPr/>
        </p:nvGrpSpPr>
        <p:grpSpPr>
          <a:xfrm>
            <a:off x="868300" y="2129450"/>
            <a:ext cx="7281864" cy="2688001"/>
            <a:chOff x="868300" y="2129450"/>
            <a:chExt cx="7281864" cy="2688001"/>
          </a:xfrm>
        </p:grpSpPr>
        <p:pic>
          <p:nvPicPr>
            <p:cNvPr id="847" name="Google Shape;847;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51" name="Google Shape;851;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52" name="Google Shape;852;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53" name="Google Shape;853;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55" name="Google Shape;855;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56" name="Google Shape;856;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57" name="Google Shape;857;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58" name="Google Shape;858;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59" name="Google Shape;859;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60" name="Google Shape;860;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61" name="Google Shape;861;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68" name="Google Shape;868;g2ce66866dac_0_1153"/>
          <p:cNvSpPr txBox="1"/>
          <p:nvPr/>
        </p:nvSpPr>
        <p:spPr>
          <a:xfrm>
            <a:off x="1604950" y="1398975"/>
            <a:ext cx="59340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2800"/>
              <a:buFont typeface="Arial"/>
              <a:buNone/>
            </a:pPr>
            <a:r>
              <a:rPr lang="en-US" sz="2800" b="0" i="0" u="none" strike="noStrike" cap="none">
                <a:solidFill>
                  <a:schemeClr val="dk1"/>
                </a:solidFill>
                <a:latin typeface="Poppins"/>
                <a:ea typeface="Poppins"/>
                <a:cs typeface="Poppins"/>
                <a:sym typeface="Poppins"/>
              </a:rPr>
              <a:t>When suffix </a:t>
            </a:r>
            <a:r>
              <a:rPr lang="en-US" sz="2800" b="0" i="0" u="none" strike="noStrike" cap="none">
                <a:solidFill>
                  <a:srgbClr val="2356AF"/>
                </a:solidFill>
                <a:latin typeface="Poppins"/>
                <a:ea typeface="Poppins"/>
                <a:cs typeface="Poppins"/>
                <a:sym typeface="Poppins"/>
              </a:rPr>
              <a:t>-s</a:t>
            </a:r>
            <a:r>
              <a:rPr lang="en-US" sz="2800" b="0" i="0" u="none" strike="noStrike" cap="none">
                <a:solidFill>
                  <a:schemeClr val="dk1"/>
                </a:solidFill>
                <a:latin typeface="Poppins"/>
                <a:ea typeface="Poppins"/>
                <a:cs typeface="Poppins"/>
                <a:sym typeface="Poppins"/>
              </a:rPr>
              <a:t> is added to the end of a noun, it changes from singular to plural form.</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add suffix </a:t>
            </a:r>
            <a:r>
              <a:rPr lang="en-US" sz="2200" b="0" i="0" u="none" strike="noStrike" cap="none">
                <a:solidFill>
                  <a:srgbClr val="2356AF"/>
                </a:solidFill>
                <a:latin typeface="Poppins"/>
                <a:ea typeface="Poppins"/>
                <a:cs typeface="Poppins"/>
                <a:sym typeface="Poppins"/>
              </a:rPr>
              <a:t>-s</a:t>
            </a:r>
            <a:r>
              <a:rPr lang="en-US" sz="2200" b="0" i="0" u="none" strike="noStrike" cap="none">
                <a:solidFill>
                  <a:schemeClr val="dk1"/>
                </a:solidFill>
                <a:latin typeface="Poppins"/>
                <a:ea typeface="Poppins"/>
                <a:cs typeface="Poppins"/>
                <a:sym typeface="Poppins"/>
              </a:rPr>
              <a:t> to make plural form</a:t>
            </a:r>
            <a:endParaRPr sz="2200" b="0" i="0" u="none" strike="noStrike" cap="none">
              <a:solidFill>
                <a:schemeClr val="dk1"/>
              </a:solidFill>
              <a:latin typeface="Poppins"/>
              <a:ea typeface="Poppins"/>
              <a:cs typeface="Poppins"/>
              <a:sym typeface="Poppins"/>
            </a:endParaRPr>
          </a:p>
        </p:txBody>
      </p:sp>
      <p:sp>
        <p:nvSpPr>
          <p:cNvPr id="876" name="Google Shape;876;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7" name="Google Shape;877;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one cup</a:t>
            </a:r>
            <a:endParaRPr sz="8000" b="0" i="0" u="none" strike="noStrike" cap="none">
              <a:solidFill>
                <a:srgbClr val="000000"/>
              </a:solidFill>
              <a:latin typeface="Jost"/>
              <a:ea typeface="Jost"/>
              <a:cs typeface="Jost"/>
              <a:sym typeface="Jost"/>
            </a:endParaRPr>
          </a:p>
        </p:txBody>
      </p:sp>
      <p:sp>
        <p:nvSpPr>
          <p:cNvPr id="879" name="Google Shape;879;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two cup</a:t>
            </a: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cxnSp>
        <p:nvCxnSpPr>
          <p:cNvPr id="880" name="Google Shape;880;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e5971f6bd_0_14"/>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ce5971f6bd_0_14"/>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add suffix </a:t>
            </a:r>
            <a:r>
              <a:rPr lang="en-US" sz="2200" b="0" i="0" u="none" strike="noStrike" cap="none">
                <a:solidFill>
                  <a:srgbClr val="2356AF"/>
                </a:solidFill>
                <a:latin typeface="Poppins"/>
                <a:ea typeface="Poppins"/>
                <a:cs typeface="Poppins"/>
                <a:sym typeface="Poppins"/>
              </a:rPr>
              <a:t>-s</a:t>
            </a:r>
            <a:r>
              <a:rPr lang="en-US" sz="2200" b="0" i="0" u="none" strike="noStrike" cap="none">
                <a:solidFill>
                  <a:schemeClr val="dk1"/>
                </a:solidFill>
                <a:latin typeface="Poppins"/>
                <a:ea typeface="Poppins"/>
                <a:cs typeface="Poppins"/>
                <a:sym typeface="Poppins"/>
              </a:rPr>
              <a:t> to make plural form</a:t>
            </a:r>
            <a:endParaRPr sz="2200" b="0" i="0" u="none" strike="noStrike" cap="none">
              <a:solidFill>
                <a:schemeClr val="dk1"/>
              </a:solidFill>
              <a:latin typeface="Poppins"/>
              <a:ea typeface="Poppins"/>
              <a:cs typeface="Poppins"/>
              <a:sym typeface="Poppins"/>
            </a:endParaRPr>
          </a:p>
        </p:txBody>
      </p:sp>
      <p:sp>
        <p:nvSpPr>
          <p:cNvPr id="888" name="Google Shape;888;g2ce5971f6bd_0_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89" name="Google Shape;889;g2ce5971f6bd_0_14"/>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0" name="Google Shape;890;g2ce5971f6bd_0_14"/>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one h</a:t>
            </a:r>
            <a:r>
              <a:rPr lang="en-US" sz="6700" b="0" i="0" u="none" strike="noStrike" cap="none">
                <a:solidFill>
                  <a:srgbClr val="000000"/>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t</a:t>
            </a:r>
            <a:endParaRPr sz="8000" b="0" i="0" u="none" strike="noStrike" cap="none">
              <a:solidFill>
                <a:srgbClr val="000000"/>
              </a:solidFill>
              <a:latin typeface="Jost"/>
              <a:ea typeface="Jost"/>
              <a:cs typeface="Jost"/>
              <a:sym typeface="Jost"/>
            </a:endParaRPr>
          </a:p>
        </p:txBody>
      </p:sp>
      <p:sp>
        <p:nvSpPr>
          <p:cNvPr id="891" name="Google Shape;891;g2ce5971f6bd_0_14"/>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two h</a:t>
            </a:r>
            <a:r>
              <a:rPr lang="en-US" sz="6700" b="0" i="0" u="none" strike="noStrike" cap="none">
                <a:solidFill>
                  <a:schemeClr val="dk1"/>
                </a:solidFill>
                <a:latin typeface="Poppins"/>
                <a:ea typeface="Poppins"/>
                <a:cs typeface="Poppins"/>
                <a:sym typeface="Poppins"/>
              </a:rPr>
              <a:t>a</a:t>
            </a:r>
            <a:r>
              <a:rPr lang="en-US" sz="8000" b="0" i="0" u="none" strike="noStrike" cap="none">
                <a:solidFill>
                  <a:schemeClr val="dk1"/>
                </a:solidFill>
                <a:latin typeface="Jost"/>
                <a:ea typeface="Jost"/>
                <a:cs typeface="Jost"/>
                <a:sym typeface="Jost"/>
              </a:rPr>
              <a:t>t</a:t>
            </a: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cxnSp>
        <p:nvCxnSpPr>
          <p:cNvPr id="892" name="Google Shape;892;g2ce5971f6bd_0_14"/>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e5971f6bd_0_26"/>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9" name="Google Shape;899;g2ce5971f6bd_0_26"/>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add suffix </a:t>
            </a:r>
            <a:r>
              <a:rPr lang="en-US" sz="2200" b="0" i="0" u="none" strike="noStrike" cap="none">
                <a:solidFill>
                  <a:srgbClr val="2356AF"/>
                </a:solidFill>
                <a:latin typeface="Poppins"/>
                <a:ea typeface="Poppins"/>
                <a:cs typeface="Poppins"/>
                <a:sym typeface="Poppins"/>
              </a:rPr>
              <a:t>-s</a:t>
            </a:r>
            <a:r>
              <a:rPr lang="en-US" sz="2200" b="0" i="0" u="none" strike="noStrike" cap="none">
                <a:solidFill>
                  <a:schemeClr val="dk1"/>
                </a:solidFill>
                <a:latin typeface="Poppins"/>
                <a:ea typeface="Poppins"/>
                <a:cs typeface="Poppins"/>
                <a:sym typeface="Poppins"/>
              </a:rPr>
              <a:t> to make plural form</a:t>
            </a:r>
            <a:endParaRPr sz="2200" b="0" i="0" u="none" strike="noStrike" cap="none">
              <a:solidFill>
                <a:schemeClr val="dk1"/>
              </a:solidFill>
              <a:latin typeface="Poppins"/>
              <a:ea typeface="Poppins"/>
              <a:cs typeface="Poppins"/>
              <a:sym typeface="Poppins"/>
            </a:endParaRPr>
          </a:p>
        </p:txBody>
      </p:sp>
      <p:sp>
        <p:nvSpPr>
          <p:cNvPr id="900" name="Google Shape;900;g2ce5971f6bd_0_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901" name="Google Shape;901;g2ce5971f6bd_0_26"/>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902" name="Google Shape;902;g2ce5971f6bd_0_26"/>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one bird</a:t>
            </a:r>
            <a:endParaRPr sz="8000" b="0" i="0" u="none" strike="noStrike" cap="none">
              <a:solidFill>
                <a:srgbClr val="000000"/>
              </a:solidFill>
              <a:latin typeface="Jost"/>
              <a:ea typeface="Jost"/>
              <a:cs typeface="Jost"/>
              <a:sym typeface="Jost"/>
            </a:endParaRPr>
          </a:p>
        </p:txBody>
      </p:sp>
      <p:sp>
        <p:nvSpPr>
          <p:cNvPr id="903" name="Google Shape;903;g2ce5971f6bd_0_26"/>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two bird</a:t>
            </a: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cxnSp>
        <p:nvCxnSpPr>
          <p:cNvPr id="904" name="Google Shape;904;g2ce5971f6bd_0_26"/>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1" name="Google Shape;91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8" name="Google Shape;918;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9" name="Google Shape;919;g2c4fb7f6616_1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c4fb7f6616_1_0"/>
          <p:cNvSpPr/>
          <p:nvPr/>
        </p:nvSpPr>
        <p:spPr>
          <a:xfrm>
            <a:off x="5726938" y="7094922"/>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c4fb7f6616_1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4" name="Google Shape;924;g2c4fb7f6616_1_0"/>
          <p:cNvGrpSpPr/>
          <p:nvPr/>
        </p:nvGrpSpPr>
        <p:grpSpPr>
          <a:xfrm>
            <a:off x="304250" y="6984600"/>
            <a:ext cx="8330829" cy="808600"/>
            <a:chOff x="-152950" y="7365600"/>
            <a:chExt cx="8330829" cy="808600"/>
          </a:xfrm>
        </p:grpSpPr>
        <p:sp>
          <p:nvSpPr>
            <p:cNvPr id="925" name="Google Shape;925;g2c4fb7f6616_1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6" name="Google Shape;926;g2c4fb7f6616_1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7" name="Google Shape;927;g2c4fb7f6616_1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2" name="Google Shape;932;g2c4fb7f6616_1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33" name="Google Shape;933;g2c4fb7f6616_1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4" name="Google Shape;934;g2c4fb7f6616_1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5" name="Google Shape;935;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6" name="Google Shape;936;g2c4fb7f6616_1_0"/>
          <p:cNvSpPr/>
          <p:nvPr/>
        </p:nvSpPr>
        <p:spPr>
          <a:xfrm>
            <a:off x="41935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c4fb7f6616_1_0"/>
          <p:cNvSpPr/>
          <p:nvPr/>
        </p:nvSpPr>
        <p:spPr>
          <a:xfrm>
            <a:off x="52069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c4fb7f6616_1_0"/>
          <p:cNvSpPr/>
          <p:nvPr/>
        </p:nvSpPr>
        <p:spPr>
          <a:xfrm>
            <a:off x="62965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4fb7f6616_1_0"/>
          <p:cNvSpPr txBox="1"/>
          <p:nvPr/>
        </p:nvSpPr>
        <p:spPr>
          <a:xfrm>
            <a:off x="57269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40" name="Google Shape;940;g2c4fb7f6616_1_0"/>
          <p:cNvSpPr txBox="1"/>
          <p:nvPr/>
        </p:nvSpPr>
        <p:spPr>
          <a:xfrm>
            <a:off x="36238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41" name="Google Shape;941;g2c4fb7f6616_1_0"/>
          <p:cNvSpPr txBox="1"/>
          <p:nvPr/>
        </p:nvSpPr>
        <p:spPr>
          <a:xfrm>
            <a:off x="46373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42" name="Google Shape;942;g2c4fb7f6616_1_0"/>
          <p:cNvSpPr txBox="1"/>
          <p:nvPr/>
        </p:nvSpPr>
        <p:spPr>
          <a:xfrm>
            <a:off x="18876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1</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ce5971f6bd_0_7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9" name="Google Shape;949;g2ce5971f6bd_0_7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0" name="Google Shape;950;g2ce5971f6bd_0_7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e5971f6bd_0_7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e5971f6bd_0_7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ce5971f6bd_0_7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ce5971f6bd_0_7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5" name="Google Shape;955;g2ce5971f6bd_0_74"/>
          <p:cNvGrpSpPr/>
          <p:nvPr/>
        </p:nvGrpSpPr>
        <p:grpSpPr>
          <a:xfrm>
            <a:off x="304250" y="6984600"/>
            <a:ext cx="8330829" cy="808600"/>
            <a:chOff x="-152950" y="7365600"/>
            <a:chExt cx="8330829" cy="808600"/>
          </a:xfrm>
        </p:grpSpPr>
        <p:sp>
          <p:nvSpPr>
            <p:cNvPr id="956" name="Google Shape;956;g2ce5971f6bd_0_7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7" name="Google Shape;957;g2ce5971f6bd_0_7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8" name="Google Shape;958;g2ce5971f6bd_0_7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9" name="Google Shape;959;g2ce5971f6bd_0_7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0" name="Google Shape;960;g2ce5971f6bd_0_7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1" name="Google Shape;961;g2ce5971f6bd_0_7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2" name="Google Shape;962;g2ce5971f6bd_0_7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3" name="Google Shape;963;g2ce5971f6bd_0_7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64" name="Google Shape;964;g2ce5971f6bd_0_7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ce5971f6bd_0_7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6" name="Google Shape;966;g2ce5971f6bd_0_7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7" name="Google Shape;967;g2ce5971f6bd_0_74"/>
          <p:cNvSpPr/>
          <p:nvPr/>
        </p:nvSpPr>
        <p:spPr>
          <a:xfrm>
            <a:off x="3707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e5971f6bd_0_74"/>
          <p:cNvSpPr/>
          <p:nvPr/>
        </p:nvSpPr>
        <p:spPr>
          <a:xfrm>
            <a:off x="472062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ce5971f6bd_0_74"/>
          <p:cNvSpPr/>
          <p:nvPr/>
        </p:nvSpPr>
        <p:spPr>
          <a:xfrm>
            <a:off x="5810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ce5971f6bd_0_74"/>
          <p:cNvSpPr txBox="1"/>
          <p:nvPr/>
        </p:nvSpPr>
        <p:spPr>
          <a:xfrm>
            <a:off x="5240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71" name="Google Shape;971;g2ce5971f6bd_0_74"/>
          <p:cNvSpPr txBox="1"/>
          <p:nvPr/>
        </p:nvSpPr>
        <p:spPr>
          <a:xfrm>
            <a:off x="3137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72" name="Google Shape;972;g2ce5971f6bd_0_74"/>
          <p:cNvSpPr txBox="1"/>
          <p:nvPr/>
        </p:nvSpPr>
        <p:spPr>
          <a:xfrm>
            <a:off x="41509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73" name="Google Shape;973;g2ce5971f6bd_0_74"/>
          <p:cNvSpPr txBox="1"/>
          <p:nvPr/>
        </p:nvSpPr>
        <p:spPr>
          <a:xfrm>
            <a:off x="1401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2</a:t>
            </a:r>
            <a:endParaRPr sz="15000" b="0" i="0" u="none" strike="noStrike" cap="none">
              <a:solidFill>
                <a:srgbClr val="2356AF"/>
              </a:solidFill>
              <a:latin typeface="Jost"/>
              <a:ea typeface="Jost"/>
              <a:cs typeface="Jost"/>
              <a:sym typeface="Jost"/>
            </a:endParaRPr>
          </a:p>
        </p:txBody>
      </p:sp>
      <p:sp>
        <p:nvSpPr>
          <p:cNvPr id="974" name="Google Shape;974;g2ce5971f6bd_0_74"/>
          <p:cNvSpPr/>
          <p:nvPr/>
        </p:nvSpPr>
        <p:spPr>
          <a:xfrm>
            <a:off x="67829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ce5971f6bd_0_74"/>
          <p:cNvSpPr txBox="1"/>
          <p:nvPr/>
        </p:nvSpPr>
        <p:spPr>
          <a:xfrm>
            <a:off x="6213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82" name="Google Shape;98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2ce66866dac_0_3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989" name="Google Shape;989;g2ce66866dac_0_3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990" name="Google Shape;990;g2ce66866dac_0_342"/>
          <p:cNvGrpSpPr/>
          <p:nvPr/>
        </p:nvGrpSpPr>
        <p:grpSpPr>
          <a:xfrm>
            <a:off x="3024000" y="209875"/>
            <a:ext cx="3096000" cy="454800"/>
            <a:chOff x="3024000" y="209875"/>
            <a:chExt cx="3096000" cy="454800"/>
          </a:xfrm>
        </p:grpSpPr>
        <p:sp>
          <p:nvSpPr>
            <p:cNvPr id="991" name="Google Shape;991;g2ce66866dac_0_3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ce66866dac_0_3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3" name="Google Shape;993;g2ce66866dac_0_3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994" name="Google Shape;994;g2ce66866dac_0_342"/>
          <p:cNvGrpSpPr/>
          <p:nvPr/>
        </p:nvGrpSpPr>
        <p:grpSpPr>
          <a:xfrm>
            <a:off x="2257725" y="3614075"/>
            <a:ext cx="4628550" cy="1851900"/>
            <a:chOff x="3334500" y="3614075"/>
            <a:chExt cx="4628550" cy="1851900"/>
          </a:xfrm>
        </p:grpSpPr>
        <p:sp>
          <p:nvSpPr>
            <p:cNvPr id="995" name="Google Shape;995;g2ce66866dac_0_342"/>
            <p:cNvSpPr/>
            <p:nvPr/>
          </p:nvSpPr>
          <p:spPr>
            <a:xfrm flipH="1">
              <a:off x="3334650" y="3629300"/>
              <a:ext cx="46284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ce66866dac_0_342"/>
            <p:cNvSpPr/>
            <p:nvPr/>
          </p:nvSpPr>
          <p:spPr>
            <a:xfrm rot="5400000" flipH="1">
              <a:off x="6431100" y="3928525"/>
              <a:ext cx="1828800" cy="12351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97" name="Google Shape;997;g2ce66866dac_0_342"/>
            <p:cNvGrpSpPr/>
            <p:nvPr/>
          </p:nvGrpSpPr>
          <p:grpSpPr>
            <a:xfrm flipH="1">
              <a:off x="3334500" y="4063875"/>
              <a:ext cx="4628400" cy="1170725"/>
              <a:chOff x="1181250" y="4063875"/>
              <a:chExt cx="4628400" cy="1170725"/>
            </a:xfrm>
          </p:grpSpPr>
          <p:cxnSp>
            <p:nvCxnSpPr>
              <p:cNvPr id="998" name="Google Shape;998;g2ce66866dac_0_342"/>
              <p:cNvCxnSpPr/>
              <p:nvPr/>
            </p:nvCxnSpPr>
            <p:spPr>
              <a:xfrm>
                <a:off x="1181250" y="4367725"/>
                <a:ext cx="4628400" cy="0"/>
              </a:xfrm>
              <a:prstGeom prst="straightConnector1">
                <a:avLst/>
              </a:prstGeom>
              <a:noFill/>
              <a:ln w="28575" cap="flat" cmpd="sng">
                <a:solidFill>
                  <a:srgbClr val="C2EDFF"/>
                </a:solidFill>
                <a:prstDash val="lgDash"/>
                <a:miter lim="800000"/>
                <a:headEnd type="none" w="sm" len="sm"/>
                <a:tailEnd type="none" w="sm" len="sm"/>
              </a:ln>
            </p:spPr>
          </p:cxnSp>
          <p:cxnSp>
            <p:nvCxnSpPr>
              <p:cNvPr id="999" name="Google Shape;999;g2ce66866dac_0_342"/>
              <p:cNvCxnSpPr/>
              <p:nvPr/>
            </p:nvCxnSpPr>
            <p:spPr>
              <a:xfrm>
                <a:off x="1181250" y="4063875"/>
                <a:ext cx="4628400" cy="0"/>
              </a:xfrm>
              <a:prstGeom prst="straightConnector1">
                <a:avLst/>
              </a:prstGeom>
              <a:noFill/>
              <a:ln w="28575" cap="flat" cmpd="sng">
                <a:solidFill>
                  <a:srgbClr val="C2EDFF"/>
                </a:solidFill>
                <a:prstDash val="lgDash"/>
                <a:miter lim="800000"/>
                <a:headEnd type="none" w="sm" len="sm"/>
                <a:tailEnd type="none" w="sm" len="sm"/>
              </a:ln>
            </p:spPr>
          </p:cxnSp>
          <p:cxnSp>
            <p:nvCxnSpPr>
              <p:cNvPr id="1000" name="Google Shape;1000;g2ce66866dac_0_342"/>
              <p:cNvCxnSpPr/>
              <p:nvPr/>
            </p:nvCxnSpPr>
            <p:spPr>
              <a:xfrm>
                <a:off x="1181250" y="4971261"/>
                <a:ext cx="4628400" cy="0"/>
              </a:xfrm>
              <a:prstGeom prst="straightConnector1">
                <a:avLst/>
              </a:prstGeom>
              <a:noFill/>
              <a:ln w="28575" cap="flat" cmpd="sng">
                <a:solidFill>
                  <a:srgbClr val="C2EDFF"/>
                </a:solidFill>
                <a:prstDash val="solid"/>
                <a:miter lim="800000"/>
                <a:headEnd type="none" w="sm" len="sm"/>
                <a:tailEnd type="none" w="sm" len="sm"/>
              </a:ln>
            </p:spPr>
          </p:cxnSp>
          <p:cxnSp>
            <p:nvCxnSpPr>
              <p:cNvPr id="1001" name="Google Shape;1001;g2ce66866dac_0_342"/>
              <p:cNvCxnSpPr/>
              <p:nvPr/>
            </p:nvCxnSpPr>
            <p:spPr>
              <a:xfrm>
                <a:off x="1181250" y="5234600"/>
                <a:ext cx="46284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02" name="Google Shape;1002;g2ce66866dac_0_342"/>
            <p:cNvCxnSpPr/>
            <p:nvPr/>
          </p:nvCxnSpPr>
          <p:spPr>
            <a:xfrm rot="10800000">
              <a:off x="559845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03" name="Google Shape;1003;g2ce66866dac_0_342"/>
            <p:cNvCxnSpPr/>
            <p:nvPr/>
          </p:nvCxnSpPr>
          <p:spPr>
            <a:xfrm rot="10800000">
              <a:off x="4465925"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04" name="Google Shape;1004;g2ce66866dac_0_342"/>
            <p:cNvGrpSpPr/>
            <p:nvPr/>
          </p:nvGrpSpPr>
          <p:grpSpPr>
            <a:xfrm flipH="1">
              <a:off x="6594475" y="4484375"/>
              <a:ext cx="263700" cy="263700"/>
              <a:chOff x="3415325" y="4484375"/>
              <a:chExt cx="263700" cy="263700"/>
            </a:xfrm>
          </p:grpSpPr>
          <p:sp>
            <p:nvSpPr>
              <p:cNvPr id="1005" name="Google Shape;1005;g2ce66866dac_0_342"/>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06" name="Google Shape;1006;g2ce66866dac_0_342"/>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07" name="Google Shape;1007;g2ce66866dac_0_342"/>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08" name="Google Shape;1008;g2ce66866dac_0_342"/>
          <p:cNvSpPr txBox="1"/>
          <p:nvPr/>
        </p:nvSpPr>
        <p:spPr>
          <a:xfrm>
            <a:off x="2258025" y="4064350"/>
            <a:ext cx="112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c</a:t>
            </a:r>
            <a:endParaRPr sz="8500" b="0" i="0" u="none" strike="noStrike" cap="none">
              <a:solidFill>
                <a:srgbClr val="2356AF"/>
              </a:solidFill>
              <a:latin typeface="Jost"/>
              <a:ea typeface="Jost"/>
              <a:cs typeface="Jost"/>
              <a:sym typeface="Jost"/>
            </a:endParaRPr>
          </a:p>
        </p:txBody>
      </p:sp>
      <p:sp>
        <p:nvSpPr>
          <p:cNvPr id="1009" name="Google Shape;1009;g2ce66866dac_0_342"/>
          <p:cNvSpPr txBox="1"/>
          <p:nvPr/>
        </p:nvSpPr>
        <p:spPr>
          <a:xfrm>
            <a:off x="3389075" y="4064350"/>
            <a:ext cx="112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u</a:t>
            </a:r>
            <a:endParaRPr sz="8500" b="0" i="0" u="none" strike="noStrike" cap="none">
              <a:solidFill>
                <a:srgbClr val="ED1C24"/>
              </a:solidFill>
              <a:latin typeface="Jost"/>
              <a:ea typeface="Jost"/>
              <a:cs typeface="Jost"/>
              <a:sym typeface="Jost"/>
            </a:endParaRPr>
          </a:p>
        </p:txBody>
      </p:sp>
      <p:sp>
        <p:nvSpPr>
          <p:cNvPr id="1010" name="Google Shape;1010;g2ce66866dac_0_342"/>
          <p:cNvSpPr txBox="1"/>
          <p:nvPr/>
        </p:nvSpPr>
        <p:spPr>
          <a:xfrm>
            <a:off x="5651175" y="4064350"/>
            <a:ext cx="1235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11" name="Google Shape;1011;g2ce66866dac_0_342"/>
          <p:cNvSpPr txBox="1"/>
          <p:nvPr/>
        </p:nvSpPr>
        <p:spPr>
          <a:xfrm>
            <a:off x="4521675" y="4064350"/>
            <a:ext cx="112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pic>
        <p:nvPicPr>
          <p:cNvPr id="1012" name="Google Shape;1012;g2ce66866dac_0_342"/>
          <p:cNvPicPr preferRelativeResize="0"/>
          <p:nvPr/>
        </p:nvPicPr>
        <p:blipFill rotWithShape="1">
          <a:blip r:embed="rId4">
            <a:alphaModFix/>
          </a:blip>
          <a:srcRect l="19028" r="19027"/>
          <a:stretch/>
        </p:blipFill>
        <p:spPr>
          <a:xfrm>
            <a:off x="2234574" y="800900"/>
            <a:ext cx="4674851" cy="2384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74b3cfd360_1_1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19" name="Google Shape;1019;g274b3cfd360_1_1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20" name="Google Shape;1020;g274b3cfd360_1_19"/>
          <p:cNvGrpSpPr/>
          <p:nvPr/>
        </p:nvGrpSpPr>
        <p:grpSpPr>
          <a:xfrm>
            <a:off x="3024000" y="209875"/>
            <a:ext cx="3096000" cy="454800"/>
            <a:chOff x="3024000" y="209875"/>
            <a:chExt cx="3096000" cy="454800"/>
          </a:xfrm>
        </p:grpSpPr>
        <p:sp>
          <p:nvSpPr>
            <p:cNvPr id="1021" name="Google Shape;1021;g274b3cfd360_1_1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2" name="Google Shape;1022;g274b3cfd360_1_1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3" name="Google Shape;1023;g274b3cfd360_1_19"/>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1024" name="Google Shape;1024;g274b3cfd360_1_19"/>
          <p:cNvGrpSpPr/>
          <p:nvPr/>
        </p:nvGrpSpPr>
        <p:grpSpPr>
          <a:xfrm>
            <a:off x="2257725" y="3614075"/>
            <a:ext cx="4628550" cy="1851900"/>
            <a:chOff x="3334500" y="3614075"/>
            <a:chExt cx="4628550" cy="1851900"/>
          </a:xfrm>
        </p:grpSpPr>
        <p:sp>
          <p:nvSpPr>
            <p:cNvPr id="1025" name="Google Shape;1025;g274b3cfd360_1_19"/>
            <p:cNvSpPr/>
            <p:nvPr/>
          </p:nvSpPr>
          <p:spPr>
            <a:xfrm flipH="1">
              <a:off x="3334650" y="3629300"/>
              <a:ext cx="46284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6" name="Google Shape;1026;g274b3cfd360_1_19"/>
            <p:cNvSpPr/>
            <p:nvPr/>
          </p:nvSpPr>
          <p:spPr>
            <a:xfrm rot="5400000" flipH="1">
              <a:off x="6431100" y="3928525"/>
              <a:ext cx="1828800" cy="12351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27" name="Google Shape;1027;g274b3cfd360_1_19"/>
            <p:cNvGrpSpPr/>
            <p:nvPr/>
          </p:nvGrpSpPr>
          <p:grpSpPr>
            <a:xfrm flipH="1">
              <a:off x="3334500" y="4063875"/>
              <a:ext cx="4628400" cy="1170725"/>
              <a:chOff x="1181250" y="4063875"/>
              <a:chExt cx="4628400" cy="1170725"/>
            </a:xfrm>
          </p:grpSpPr>
          <p:cxnSp>
            <p:nvCxnSpPr>
              <p:cNvPr id="1028" name="Google Shape;1028;g274b3cfd360_1_19"/>
              <p:cNvCxnSpPr/>
              <p:nvPr/>
            </p:nvCxnSpPr>
            <p:spPr>
              <a:xfrm>
                <a:off x="1181250" y="4367725"/>
                <a:ext cx="4628400" cy="0"/>
              </a:xfrm>
              <a:prstGeom prst="straightConnector1">
                <a:avLst/>
              </a:prstGeom>
              <a:noFill/>
              <a:ln w="28575" cap="flat" cmpd="sng">
                <a:solidFill>
                  <a:srgbClr val="C2EDFF"/>
                </a:solidFill>
                <a:prstDash val="lgDash"/>
                <a:miter lim="800000"/>
                <a:headEnd type="none" w="sm" len="sm"/>
                <a:tailEnd type="none" w="sm" len="sm"/>
              </a:ln>
            </p:spPr>
          </p:cxnSp>
          <p:cxnSp>
            <p:nvCxnSpPr>
              <p:cNvPr id="1029" name="Google Shape;1029;g274b3cfd360_1_19"/>
              <p:cNvCxnSpPr/>
              <p:nvPr/>
            </p:nvCxnSpPr>
            <p:spPr>
              <a:xfrm>
                <a:off x="1181250" y="4063875"/>
                <a:ext cx="4628400" cy="0"/>
              </a:xfrm>
              <a:prstGeom prst="straightConnector1">
                <a:avLst/>
              </a:prstGeom>
              <a:noFill/>
              <a:ln w="28575" cap="flat" cmpd="sng">
                <a:solidFill>
                  <a:srgbClr val="C2EDFF"/>
                </a:solidFill>
                <a:prstDash val="lgDash"/>
                <a:miter lim="800000"/>
                <a:headEnd type="none" w="sm" len="sm"/>
                <a:tailEnd type="none" w="sm" len="sm"/>
              </a:ln>
            </p:spPr>
          </p:cxnSp>
          <p:cxnSp>
            <p:nvCxnSpPr>
              <p:cNvPr id="1030" name="Google Shape;1030;g274b3cfd360_1_19"/>
              <p:cNvCxnSpPr/>
              <p:nvPr/>
            </p:nvCxnSpPr>
            <p:spPr>
              <a:xfrm>
                <a:off x="1181250" y="4971261"/>
                <a:ext cx="4628400" cy="0"/>
              </a:xfrm>
              <a:prstGeom prst="straightConnector1">
                <a:avLst/>
              </a:prstGeom>
              <a:noFill/>
              <a:ln w="28575" cap="flat" cmpd="sng">
                <a:solidFill>
                  <a:srgbClr val="C2EDFF"/>
                </a:solidFill>
                <a:prstDash val="solid"/>
                <a:miter lim="800000"/>
                <a:headEnd type="none" w="sm" len="sm"/>
                <a:tailEnd type="none" w="sm" len="sm"/>
              </a:ln>
            </p:spPr>
          </p:cxnSp>
          <p:cxnSp>
            <p:nvCxnSpPr>
              <p:cNvPr id="1031" name="Google Shape;1031;g274b3cfd360_1_19"/>
              <p:cNvCxnSpPr/>
              <p:nvPr/>
            </p:nvCxnSpPr>
            <p:spPr>
              <a:xfrm>
                <a:off x="1181250" y="5234600"/>
                <a:ext cx="46284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32" name="Google Shape;1032;g274b3cfd360_1_19"/>
            <p:cNvCxnSpPr/>
            <p:nvPr/>
          </p:nvCxnSpPr>
          <p:spPr>
            <a:xfrm rot="10800000">
              <a:off x="559845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33" name="Google Shape;1033;g274b3cfd360_1_19"/>
            <p:cNvCxnSpPr/>
            <p:nvPr/>
          </p:nvCxnSpPr>
          <p:spPr>
            <a:xfrm rot="10800000">
              <a:off x="4465925"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34" name="Google Shape;1034;g274b3cfd360_1_19"/>
            <p:cNvGrpSpPr/>
            <p:nvPr/>
          </p:nvGrpSpPr>
          <p:grpSpPr>
            <a:xfrm flipH="1">
              <a:off x="6594475" y="4484375"/>
              <a:ext cx="263700" cy="263700"/>
              <a:chOff x="3415325" y="4484375"/>
              <a:chExt cx="263700" cy="263700"/>
            </a:xfrm>
          </p:grpSpPr>
          <p:sp>
            <p:nvSpPr>
              <p:cNvPr id="1035" name="Google Shape;1035;g274b3cfd360_1_19"/>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36" name="Google Shape;1036;g274b3cfd360_1_19"/>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37" name="Google Shape;1037;g274b3cfd360_1_19"/>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8" name="Google Shape;1038;g274b3cfd360_1_19"/>
          <p:cNvSpPr txBox="1"/>
          <p:nvPr/>
        </p:nvSpPr>
        <p:spPr>
          <a:xfrm>
            <a:off x="2258025" y="4064350"/>
            <a:ext cx="112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c</a:t>
            </a:r>
            <a:endParaRPr sz="8500" b="0" i="0" u="none" strike="noStrike" cap="none">
              <a:solidFill>
                <a:srgbClr val="2356AF"/>
              </a:solidFill>
              <a:latin typeface="Jost"/>
              <a:ea typeface="Jost"/>
              <a:cs typeface="Jost"/>
              <a:sym typeface="Jost"/>
            </a:endParaRPr>
          </a:p>
        </p:txBody>
      </p:sp>
      <p:sp>
        <p:nvSpPr>
          <p:cNvPr id="1039" name="Google Shape;1039;g274b3cfd360_1_19"/>
          <p:cNvSpPr txBox="1"/>
          <p:nvPr/>
        </p:nvSpPr>
        <p:spPr>
          <a:xfrm>
            <a:off x="3389075" y="4064350"/>
            <a:ext cx="112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u</a:t>
            </a:r>
            <a:endParaRPr sz="8500" b="0" i="0" u="none" strike="noStrike" cap="none">
              <a:solidFill>
                <a:srgbClr val="ED1C24"/>
              </a:solidFill>
              <a:latin typeface="Jost"/>
              <a:ea typeface="Jost"/>
              <a:cs typeface="Jost"/>
              <a:sym typeface="Jost"/>
            </a:endParaRPr>
          </a:p>
        </p:txBody>
      </p:sp>
      <p:sp>
        <p:nvSpPr>
          <p:cNvPr id="1040" name="Google Shape;1040;g274b3cfd360_1_19"/>
          <p:cNvSpPr txBox="1"/>
          <p:nvPr/>
        </p:nvSpPr>
        <p:spPr>
          <a:xfrm>
            <a:off x="5651175" y="4064350"/>
            <a:ext cx="1235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041" name="Google Shape;1041;g274b3cfd360_1_19"/>
          <p:cNvSpPr txBox="1"/>
          <p:nvPr/>
        </p:nvSpPr>
        <p:spPr>
          <a:xfrm>
            <a:off x="4521675" y="4064350"/>
            <a:ext cx="112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pic>
        <p:nvPicPr>
          <p:cNvPr id="1042" name="Google Shape;1042;g274b3cfd360_1_19"/>
          <p:cNvPicPr preferRelativeResize="0"/>
          <p:nvPr/>
        </p:nvPicPr>
        <p:blipFill rotWithShape="1">
          <a:blip r:embed="rId4">
            <a:alphaModFix/>
          </a:blip>
          <a:srcRect l="19028" r="19027"/>
          <a:stretch/>
        </p:blipFill>
        <p:spPr>
          <a:xfrm>
            <a:off x="2234574" y="800900"/>
            <a:ext cx="4674851" cy="2384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9" name="Google Shape;104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0" name="Google Shape;1050;g1f3daf8a844_0_64"/>
          <p:cNvGrpSpPr/>
          <p:nvPr/>
        </p:nvGrpSpPr>
        <p:grpSpPr>
          <a:xfrm>
            <a:off x="3024000" y="209875"/>
            <a:ext cx="3096000" cy="454800"/>
            <a:chOff x="3024000" y="209875"/>
            <a:chExt cx="3096000" cy="454800"/>
          </a:xfrm>
        </p:grpSpPr>
        <p:sp>
          <p:nvSpPr>
            <p:cNvPr id="1051" name="Google Shape;105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2" name="Google Shape;105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3" name="Google Shape;105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4" name="Google Shape;1054;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5" name="Google Shape;1055;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6" name="Google Shape;1056;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7" name="Google Shape;1057;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58" name="Google Shape;1058;g1f3daf8a844_0_64"/>
          <p:cNvSpPr txBox="1"/>
          <p:nvPr/>
        </p:nvSpPr>
        <p:spPr>
          <a:xfrm>
            <a:off x="2333952" y="89077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Poppins"/>
              <a:ea typeface="Poppins"/>
              <a:cs typeface="Poppins"/>
              <a:sym typeface="Poppins"/>
            </a:endParaRPr>
          </a:p>
        </p:txBody>
      </p:sp>
      <p:sp>
        <p:nvSpPr>
          <p:cNvPr id="1059" name="Google Shape;1059;g1f3daf8a844_0_64"/>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60" name="Google Shape;1060;g1f3daf8a844_0_6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61" name="Google Shape;1061;g1f3daf8a844_0_64"/>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62" name="Google Shape;1062;g1f3daf8a844_0_64"/>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63" name="Google Shape;1063;g1f3daf8a844_0_6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sp>
        <p:nvSpPr>
          <p:cNvPr id="1064" name="Google Shape;1064;g1f3daf8a844_0_64"/>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65" name="Google Shape;1065;g1f3daf8a844_0_64"/>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066" name="Google Shape;1066;g1f3daf8a844_0_64"/>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67" name="Google Shape;1067;g1f3daf8a844_0_64"/>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68" name="Google Shape;1068;g1f3daf8a844_0_64"/>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69" name="Google Shape;1069;g1f3daf8a844_0_6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70" name="Google Shape;1070;g1f3daf8a844_0_64"/>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71" name="Google Shape;1071;g1f3daf8a844_0_64"/>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72" name="Google Shape;1072;g1f3daf8a844_0_64"/>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cxnSp>
        <p:nvCxnSpPr>
          <p:cNvPr id="1073" name="Google Shape;1073;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g2ce5971f6bd_0_1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0" name="Google Shape;1080;g2ce5971f6bd_0_12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1" name="Google Shape;1081;g2ce5971f6bd_0_120"/>
          <p:cNvGrpSpPr/>
          <p:nvPr/>
        </p:nvGrpSpPr>
        <p:grpSpPr>
          <a:xfrm>
            <a:off x="3024000" y="209875"/>
            <a:ext cx="3096000" cy="454800"/>
            <a:chOff x="3024000" y="209875"/>
            <a:chExt cx="3096000" cy="454800"/>
          </a:xfrm>
        </p:grpSpPr>
        <p:sp>
          <p:nvSpPr>
            <p:cNvPr id="1082" name="Google Shape;1082;g2ce5971f6bd_0_12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3" name="Google Shape;1083;g2ce5971f6bd_0_12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4" name="Google Shape;1084;g2ce5971f6bd_0_120"/>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85" name="Google Shape;1085;g2ce5971f6bd_0_120"/>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ts keys dogs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ts pigs logs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ts frogs</a:t>
            </a:r>
            <a:endParaRPr sz="1800" b="0" i="0" u="none" strike="noStrike" cap="none">
              <a:solidFill>
                <a:srgbClr val="B7B7B7"/>
              </a:solidFill>
              <a:latin typeface="Jost"/>
              <a:ea typeface="Jost"/>
              <a:cs typeface="Jost"/>
              <a:sym typeface="Jost"/>
            </a:endParaRPr>
          </a:p>
        </p:txBody>
      </p:sp>
      <p:cxnSp>
        <p:nvCxnSpPr>
          <p:cNvPr id="1086" name="Google Shape;1086;g2ce5971f6bd_0_120"/>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87" name="Google Shape;1087;g2ce5971f6bd_0_120"/>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8" name="Google Shape;1088;g2ce5971f6bd_0_120"/>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9" name="Google Shape;1089;g2ce5971f6bd_0_120"/>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0" name="Google Shape;1090;g2ce5971f6bd_0_120"/>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1" name="Google Shape;1091;g2ce5971f6bd_0_120"/>
          <p:cNvSpPr txBox="1"/>
          <p:nvPr/>
        </p:nvSpPr>
        <p:spPr>
          <a:xfrm>
            <a:off x="2333952" y="89077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Poppins"/>
              <a:ea typeface="Poppins"/>
              <a:cs typeface="Poppins"/>
              <a:sym typeface="Poppins"/>
            </a:endParaRPr>
          </a:p>
        </p:txBody>
      </p:sp>
      <p:sp>
        <p:nvSpPr>
          <p:cNvPr id="1092" name="Google Shape;1092;g2ce5971f6bd_0_120"/>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93" name="Google Shape;1093;g2ce5971f6bd_0_120"/>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4" name="Google Shape;1094;g2ce5971f6bd_0_120"/>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5" name="Google Shape;1095;g2ce5971f6bd_0_120"/>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096" name="Google Shape;1096;g2ce5971f6bd_0_120"/>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7" name="Google Shape;1097;g2ce5971f6bd_0_120"/>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sp>
        <p:nvSpPr>
          <p:cNvPr id="1098" name="Google Shape;1098;g2ce5971f6bd_0_120"/>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99" name="Google Shape;1099;g2ce5971f6bd_0_120"/>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100" name="Google Shape;1100;g2ce5971f6bd_0_120"/>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1" name="Google Shape;1101;g2ce5971f6bd_0_120"/>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02" name="Google Shape;1102;g2ce5971f6bd_0_120"/>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03" name="Google Shape;1103;g2ce5971f6bd_0_120"/>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4" name="Google Shape;1104;g2ce5971f6bd_0_120"/>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05" name="Google Shape;1105;g2ce5971f6bd_0_120"/>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6" name="Google Shape;1106;g2ce5971f6bd_0_120"/>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353</Words>
  <Application>Microsoft Office PowerPoint</Application>
  <PresentationFormat>On-screen Show (4:3)</PresentationFormat>
  <Paragraphs>129</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 Medium</vt:lpstr>
      <vt:lpstr>Nunito Black</vt:lpstr>
      <vt:lpstr>Jost</vt:lpstr>
      <vt:lpstr>Arial</vt:lpstr>
      <vt:lpstr>Calibri</vt:lpstr>
      <vt:lpstr>Poppins SemiBold</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2</cp:revision>
  <dcterms:created xsi:type="dcterms:W3CDTF">2021-01-13T00:47:47Z</dcterms:created>
  <dcterms:modified xsi:type="dcterms:W3CDTF">2026-06-02T23:54:59Z</dcterms:modified>
</cp:coreProperties>
</file>