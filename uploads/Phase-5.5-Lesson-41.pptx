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jolc9k8fVAdHe753i7TDcj2Rl/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3F63421-50C8-4657-8B52-C3E486D06BD2}">
  <a:tblStyle styleId="{93F63421-50C8-4657-8B52-C3E486D06BD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4" name="Google Shape;67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4" name="Google Shape;70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5" name="Google Shape;93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6" name="Google Shape;93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2737fdb9dc0_0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5" name="Google Shape;1015;g2737fdb9dc0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2737fdb9dc0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737fdb9dc0_0_1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g2737fdb9dc0_0_1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5" name="Google Shape;1105;g2737fdb9dc0_0_1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913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/sh/ - ch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9 -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41</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1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6.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69.png"/><Relationship Id="rId18" Type="http://schemas.openxmlformats.org/officeDocument/2006/relationships/image" Target="../media/image74.png"/><Relationship Id="rId26" Type="http://schemas.openxmlformats.org/officeDocument/2006/relationships/image" Target="../media/image82.png"/><Relationship Id="rId39" Type="http://schemas.openxmlformats.org/officeDocument/2006/relationships/image" Target="../media/image95.png"/><Relationship Id="rId21" Type="http://schemas.openxmlformats.org/officeDocument/2006/relationships/image" Target="../media/image77.png"/><Relationship Id="rId34" Type="http://schemas.openxmlformats.org/officeDocument/2006/relationships/image" Target="../media/image90.png"/><Relationship Id="rId42" Type="http://schemas.openxmlformats.org/officeDocument/2006/relationships/image" Target="../media/image98.png"/><Relationship Id="rId7"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72.png"/><Relationship Id="rId20" Type="http://schemas.openxmlformats.org/officeDocument/2006/relationships/image" Target="../media/image76.png"/><Relationship Id="rId29" Type="http://schemas.openxmlformats.org/officeDocument/2006/relationships/image" Target="../media/image85.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7.png"/><Relationship Id="rId24" Type="http://schemas.openxmlformats.org/officeDocument/2006/relationships/image" Target="../media/image80.png"/><Relationship Id="rId32" Type="http://schemas.openxmlformats.org/officeDocument/2006/relationships/image" Target="../media/image88.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1.png"/><Relationship Id="rId15" Type="http://schemas.openxmlformats.org/officeDocument/2006/relationships/image" Target="../media/image71.png"/><Relationship Id="rId23" Type="http://schemas.openxmlformats.org/officeDocument/2006/relationships/image" Target="../media/image79.png"/><Relationship Id="rId28" Type="http://schemas.openxmlformats.org/officeDocument/2006/relationships/image" Target="../media/image84.png"/><Relationship Id="rId36" Type="http://schemas.openxmlformats.org/officeDocument/2006/relationships/image" Target="../media/image92.png"/><Relationship Id="rId10" Type="http://schemas.openxmlformats.org/officeDocument/2006/relationships/image" Target="../media/image66.png"/><Relationship Id="rId19" Type="http://schemas.openxmlformats.org/officeDocument/2006/relationships/image" Target="../media/image75.png"/><Relationship Id="rId31" Type="http://schemas.openxmlformats.org/officeDocument/2006/relationships/image" Target="../media/image87.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 Id="rId22" Type="http://schemas.openxmlformats.org/officeDocument/2006/relationships/image" Target="../media/image78.png"/><Relationship Id="rId27" Type="http://schemas.openxmlformats.org/officeDocument/2006/relationships/image" Target="../media/image83.png"/><Relationship Id="rId30" Type="http://schemas.openxmlformats.org/officeDocument/2006/relationships/image" Target="../media/image86.png"/><Relationship Id="rId35" Type="http://schemas.openxmlformats.org/officeDocument/2006/relationships/image" Target="../media/image91.png"/><Relationship Id="rId43" Type="http://schemas.openxmlformats.org/officeDocument/2006/relationships/image" Target="../media/image99.png"/><Relationship Id="rId8" Type="http://schemas.openxmlformats.org/officeDocument/2006/relationships/image" Target="../media/image64.png"/><Relationship Id="rId3" Type="http://schemas.openxmlformats.org/officeDocument/2006/relationships/image" Target="../media/image59.png"/><Relationship Id="rId12" Type="http://schemas.openxmlformats.org/officeDocument/2006/relationships/image" Target="../media/image68.png"/><Relationship Id="rId17" Type="http://schemas.openxmlformats.org/officeDocument/2006/relationships/image" Target="../media/image73.png"/><Relationship Id="rId25" Type="http://schemas.openxmlformats.org/officeDocument/2006/relationships/image" Target="../media/image81.png"/><Relationship Id="rId33" Type="http://schemas.openxmlformats.org/officeDocument/2006/relationships/image" Target="../media/image89.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18" Type="http://schemas.openxmlformats.org/officeDocument/2006/relationships/image" Target="../media/image115.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 Type="http://schemas.openxmlformats.org/officeDocument/2006/relationships/notesSlide" Target="../notesSlides/notesSlide6.xml"/><Relationship Id="rId16" Type="http://schemas.openxmlformats.org/officeDocument/2006/relationships/image" Target="../media/image113.png"/><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112.png"/><Relationship Id="rId10" Type="http://schemas.openxmlformats.org/officeDocument/2006/relationships/image" Target="../media/image107.png"/><Relationship Id="rId19" Type="http://schemas.openxmlformats.org/officeDocument/2006/relationships/image" Target="../media/image116.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s>
</file>

<file path=ppt/slides/_rels/slide7.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7.png"/><Relationship Id="rId3" Type="http://schemas.openxmlformats.org/officeDocument/2006/relationships/image" Target="../media/image117.png"/><Relationship Id="rId7" Type="http://schemas.openxmlformats.org/officeDocument/2006/relationships/image" Target="../media/image121.png"/><Relationship Id="rId12" Type="http://schemas.openxmlformats.org/officeDocument/2006/relationships/image" Target="../media/image126.png"/><Relationship Id="rId2" Type="http://schemas.openxmlformats.org/officeDocument/2006/relationships/notesSlide" Target="../notesSlides/notesSlide7.xml"/><Relationship Id="rId16" Type="http://schemas.openxmlformats.org/officeDocument/2006/relationships/image" Target="../media/image130.png"/><Relationship Id="rId1" Type="http://schemas.openxmlformats.org/officeDocument/2006/relationships/slideLayout" Target="../slideLayouts/slideLayout3.xml"/><Relationship Id="rId6" Type="http://schemas.openxmlformats.org/officeDocument/2006/relationships/image" Target="../media/image120.png"/><Relationship Id="rId11" Type="http://schemas.openxmlformats.org/officeDocument/2006/relationships/image" Target="../media/image125.png"/><Relationship Id="rId5" Type="http://schemas.openxmlformats.org/officeDocument/2006/relationships/image" Target="../media/image119.png"/><Relationship Id="rId15" Type="http://schemas.openxmlformats.org/officeDocument/2006/relationships/image" Target="../media/image129.png"/><Relationship Id="rId10" Type="http://schemas.openxmlformats.org/officeDocument/2006/relationships/image" Target="../media/image124.png"/><Relationship Id="rId4" Type="http://schemas.openxmlformats.org/officeDocument/2006/relationships/image" Target="../media/image118.png"/><Relationship Id="rId9" Type="http://schemas.openxmlformats.org/officeDocument/2006/relationships/image" Target="../media/image123.png"/><Relationship Id="rId14" Type="http://schemas.openxmlformats.org/officeDocument/2006/relationships/image" Target="../media/image128.png"/></Relationships>
</file>

<file path=ppt/slides/_rels/slide8.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46.png"/><Relationship Id="rId26" Type="http://schemas.openxmlformats.org/officeDocument/2006/relationships/image" Target="../media/image154.png"/><Relationship Id="rId3" Type="http://schemas.openxmlformats.org/officeDocument/2006/relationships/image" Target="../media/image131.png"/><Relationship Id="rId21" Type="http://schemas.openxmlformats.org/officeDocument/2006/relationships/image" Target="../media/image149.png"/><Relationship Id="rId7" Type="http://schemas.openxmlformats.org/officeDocument/2006/relationships/image" Target="../media/image135.png"/><Relationship Id="rId12" Type="http://schemas.openxmlformats.org/officeDocument/2006/relationships/image" Target="../media/image140.png"/><Relationship Id="rId17" Type="http://schemas.openxmlformats.org/officeDocument/2006/relationships/image" Target="../media/image145.png"/><Relationship Id="rId25" Type="http://schemas.openxmlformats.org/officeDocument/2006/relationships/image" Target="../media/image153.png"/><Relationship Id="rId2" Type="http://schemas.openxmlformats.org/officeDocument/2006/relationships/notesSlide" Target="../notesSlides/notesSlide8.xml"/><Relationship Id="rId16" Type="http://schemas.openxmlformats.org/officeDocument/2006/relationships/image" Target="../media/image144.png"/><Relationship Id="rId20" Type="http://schemas.openxmlformats.org/officeDocument/2006/relationships/image" Target="../media/image148.png"/><Relationship Id="rId29" Type="http://schemas.openxmlformats.org/officeDocument/2006/relationships/image" Target="../media/image157.png"/><Relationship Id="rId1" Type="http://schemas.openxmlformats.org/officeDocument/2006/relationships/slideLayout" Target="../slideLayouts/slideLayout3.xml"/><Relationship Id="rId6" Type="http://schemas.openxmlformats.org/officeDocument/2006/relationships/image" Target="../media/image134.png"/><Relationship Id="rId11" Type="http://schemas.openxmlformats.org/officeDocument/2006/relationships/image" Target="../media/image139.png"/><Relationship Id="rId24" Type="http://schemas.openxmlformats.org/officeDocument/2006/relationships/image" Target="../media/image152.png"/><Relationship Id="rId5" Type="http://schemas.openxmlformats.org/officeDocument/2006/relationships/image" Target="../media/image133.png"/><Relationship Id="rId15" Type="http://schemas.openxmlformats.org/officeDocument/2006/relationships/image" Target="../media/image143.png"/><Relationship Id="rId23" Type="http://schemas.openxmlformats.org/officeDocument/2006/relationships/image" Target="../media/image151.png"/><Relationship Id="rId28" Type="http://schemas.openxmlformats.org/officeDocument/2006/relationships/image" Target="../media/image156.png"/><Relationship Id="rId10" Type="http://schemas.openxmlformats.org/officeDocument/2006/relationships/image" Target="../media/image138.png"/><Relationship Id="rId19" Type="http://schemas.openxmlformats.org/officeDocument/2006/relationships/image" Target="../media/image147.png"/><Relationship Id="rId4" Type="http://schemas.openxmlformats.org/officeDocument/2006/relationships/image" Target="../media/image132.png"/><Relationship Id="rId9" Type="http://schemas.openxmlformats.org/officeDocument/2006/relationships/image" Target="../media/image137.png"/><Relationship Id="rId14" Type="http://schemas.openxmlformats.org/officeDocument/2006/relationships/image" Target="../media/image142.png"/><Relationship Id="rId22" Type="http://schemas.openxmlformats.org/officeDocument/2006/relationships/image" Target="../media/image150.png"/><Relationship Id="rId27" Type="http://schemas.openxmlformats.org/officeDocument/2006/relationships/image" Target="../media/image155.png"/><Relationship Id="rId30" Type="http://schemas.openxmlformats.org/officeDocument/2006/relationships/image" Target="../media/image158.png"/></Relationships>
</file>

<file path=ppt/slides/_rels/slide9.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9.png"/><Relationship Id="rId3" Type="http://schemas.openxmlformats.org/officeDocument/2006/relationships/image" Target="../media/image159.png"/><Relationship Id="rId7" Type="http://schemas.openxmlformats.org/officeDocument/2006/relationships/image" Target="../media/image163.png"/><Relationship Id="rId12" Type="http://schemas.openxmlformats.org/officeDocument/2006/relationships/image" Target="../media/image16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2.png"/><Relationship Id="rId11" Type="http://schemas.openxmlformats.org/officeDocument/2006/relationships/image" Target="../media/image167.png"/><Relationship Id="rId5" Type="http://schemas.openxmlformats.org/officeDocument/2006/relationships/image" Target="../media/image161.png"/><Relationship Id="rId15" Type="http://schemas.openxmlformats.org/officeDocument/2006/relationships/image" Target="../media/image171.png"/><Relationship Id="rId10" Type="http://schemas.openxmlformats.org/officeDocument/2006/relationships/image" Target="../media/image166.png"/><Relationship Id="rId4" Type="http://schemas.openxmlformats.org/officeDocument/2006/relationships/image" Target="../media/image160.png"/><Relationship Id="rId9" Type="http://schemas.openxmlformats.org/officeDocument/2006/relationships/image" Target="../media/image165.png"/><Relationship Id="rId14" Type="http://schemas.openxmlformats.org/officeDocument/2006/relationships/image" Target="../media/image170.png"/></Relationships>
</file>

<file path=ppt/slides/_rels/slide10.xml.rels><?xml version="1.0" encoding="UTF-8" standalone="yes"?>
<Relationships xmlns="http://schemas.openxmlformats.org/package/2006/relationships"><Relationship Id="rId8" Type="http://schemas.openxmlformats.org/officeDocument/2006/relationships/image" Target="../media/image177.png"/><Relationship Id="rId13" Type="http://schemas.openxmlformats.org/officeDocument/2006/relationships/image" Target="../media/image182.png"/><Relationship Id="rId3" Type="http://schemas.openxmlformats.org/officeDocument/2006/relationships/image" Target="../media/image172.png"/><Relationship Id="rId7" Type="http://schemas.openxmlformats.org/officeDocument/2006/relationships/image" Target="../media/image176.png"/><Relationship Id="rId12" Type="http://schemas.openxmlformats.org/officeDocument/2006/relationships/image" Target="../media/image181.png"/><Relationship Id="rId17" Type="http://schemas.openxmlformats.org/officeDocument/2006/relationships/image" Target="../media/image186.png"/><Relationship Id="rId2" Type="http://schemas.openxmlformats.org/officeDocument/2006/relationships/notesSlide" Target="../notesSlides/notesSlide10.xml"/><Relationship Id="rId16" Type="http://schemas.openxmlformats.org/officeDocument/2006/relationships/image" Target="../media/image185.png"/><Relationship Id="rId1" Type="http://schemas.openxmlformats.org/officeDocument/2006/relationships/slideLayout" Target="../slideLayouts/slideLayout3.xml"/><Relationship Id="rId6" Type="http://schemas.openxmlformats.org/officeDocument/2006/relationships/image" Target="../media/image175.png"/><Relationship Id="rId11" Type="http://schemas.openxmlformats.org/officeDocument/2006/relationships/image" Target="../media/image180.png"/><Relationship Id="rId5" Type="http://schemas.openxmlformats.org/officeDocument/2006/relationships/image" Target="../media/image174.png"/><Relationship Id="rId15" Type="http://schemas.openxmlformats.org/officeDocument/2006/relationships/image" Target="../media/image184.png"/><Relationship Id="rId10" Type="http://schemas.openxmlformats.org/officeDocument/2006/relationships/image" Target="../media/image179.png"/><Relationship Id="rId4" Type="http://schemas.openxmlformats.org/officeDocument/2006/relationships/image" Target="../media/image173.png"/><Relationship Id="rId9" Type="http://schemas.openxmlformats.org/officeDocument/2006/relationships/image" Target="../media/image178.png"/><Relationship Id="rId14" Type="http://schemas.openxmlformats.org/officeDocument/2006/relationships/image" Target="../media/image183.png"/></Relationships>
</file>

<file path=ppt/slides/_rels/slide11.xml.rels><?xml version="1.0" encoding="UTF-8" standalone="yes"?>
<Relationships xmlns="http://schemas.openxmlformats.org/package/2006/relationships"><Relationship Id="rId8" Type="http://schemas.openxmlformats.org/officeDocument/2006/relationships/image" Target="../media/image192.png"/><Relationship Id="rId13" Type="http://schemas.openxmlformats.org/officeDocument/2006/relationships/image" Target="../media/image197.png"/><Relationship Id="rId18" Type="http://schemas.openxmlformats.org/officeDocument/2006/relationships/image" Target="../media/image202.png"/><Relationship Id="rId3" Type="http://schemas.openxmlformats.org/officeDocument/2006/relationships/image" Target="../media/image187.png"/><Relationship Id="rId21" Type="http://schemas.openxmlformats.org/officeDocument/2006/relationships/image" Target="../media/image205.png"/><Relationship Id="rId7" Type="http://schemas.openxmlformats.org/officeDocument/2006/relationships/image" Target="../media/image191.png"/><Relationship Id="rId12" Type="http://schemas.openxmlformats.org/officeDocument/2006/relationships/image" Target="../media/image196.png"/><Relationship Id="rId17" Type="http://schemas.openxmlformats.org/officeDocument/2006/relationships/image" Target="../media/image201.png"/><Relationship Id="rId2" Type="http://schemas.openxmlformats.org/officeDocument/2006/relationships/notesSlide" Target="../notesSlides/notesSlide11.xml"/><Relationship Id="rId16" Type="http://schemas.openxmlformats.org/officeDocument/2006/relationships/image" Target="../media/image200.png"/><Relationship Id="rId20" Type="http://schemas.openxmlformats.org/officeDocument/2006/relationships/image" Target="../media/image204.png"/><Relationship Id="rId1" Type="http://schemas.openxmlformats.org/officeDocument/2006/relationships/slideLayout" Target="../slideLayouts/slideLayout3.xml"/><Relationship Id="rId6" Type="http://schemas.openxmlformats.org/officeDocument/2006/relationships/image" Target="../media/image190.png"/><Relationship Id="rId11" Type="http://schemas.openxmlformats.org/officeDocument/2006/relationships/image" Target="../media/image195.png"/><Relationship Id="rId5" Type="http://schemas.openxmlformats.org/officeDocument/2006/relationships/image" Target="../media/image189.png"/><Relationship Id="rId15" Type="http://schemas.openxmlformats.org/officeDocument/2006/relationships/image" Target="../media/image199.png"/><Relationship Id="rId10" Type="http://schemas.openxmlformats.org/officeDocument/2006/relationships/image" Target="../media/image194.png"/><Relationship Id="rId19" Type="http://schemas.openxmlformats.org/officeDocument/2006/relationships/image" Target="../media/image203.png"/><Relationship Id="rId4" Type="http://schemas.openxmlformats.org/officeDocument/2006/relationships/image" Target="../media/image188.png"/><Relationship Id="rId9" Type="http://schemas.openxmlformats.org/officeDocument/2006/relationships/image" Target="../media/image193.png"/><Relationship Id="rId14" Type="http://schemas.openxmlformats.org/officeDocument/2006/relationships/image" Target="../media/image198.png"/><Relationship Id="rId22" Type="http://schemas.openxmlformats.org/officeDocument/2006/relationships/image" Target="../media/image20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/sh/;</a:t>
            </a:r>
            <a:br>
              <a:rPr lang="en-US" sz="3000"/>
            </a:br>
            <a:r>
              <a:rPr lang="en-US" sz="3000"/>
              <a:t>ch</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41</a:t>
            </a:r>
            <a:endParaRPr/>
          </a:p>
        </p:txBody>
      </p:sp>
      <p:pic>
        <p:nvPicPr>
          <p:cNvPr id="653" name="Google Shape;653;p1"/>
          <p:cNvPicPr preferRelativeResize="0"/>
          <p:nvPr/>
        </p:nvPicPr>
        <p:blipFill rotWithShape="1">
          <a:blip r:embed="rId3">
            <a:alphaModFix/>
          </a:blip>
          <a:srcRect b="10"/>
          <a:stretch/>
        </p:blipFill>
        <p:spPr>
          <a:xfrm rot="540306">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{93F63421-50C8-4657-8B52-C3E486D06BD2}</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/sh/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/sh/</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a:hlinkClick r:id="rId5" action="ppaction://hlinksldjump"/>
          </p:cNvPr>
          <p:cNvSpPr/>
          <p:nvPr/>
        </p:nvSpPr>
        <p:spPr>
          <a:xfrm>
            <a:off x="890901"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2bee4f4af4b_0_204">
            <a:hlinkClick r:id="rId6" action="ppaction://hlinksldjump"/>
          </p:cNvPr>
          <p:cNvSpPr/>
          <p:nvPr/>
        </p:nvSpPr>
        <p:spPr>
          <a:xfrm>
            <a:off x="2070350"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77" name="Google Shape;677;g26b641b03cd_0_165"/>
          <p:cNvGrpSpPr/>
          <p:nvPr/>
        </p:nvGrpSpPr>
        <p:grpSpPr>
          <a:xfrm>
            <a:off x="930400" y="2053244"/>
            <a:ext cx="7283200" cy="3724851"/>
            <a:chOff x="930400" y="2129444"/>
            <a:chExt cx="7283200" cy="3724851"/>
          </a:xfrm>
        </p:grpSpPr>
        <p:pic>
          <p:nvPicPr>
            <p:cNvPr id="678" name="Google Shape;67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07" name="Google Shape;707;g26b7edf6e71_0_26"/>
          <p:cNvGrpSpPr/>
          <p:nvPr/>
        </p:nvGrpSpPr>
        <p:grpSpPr>
          <a:xfrm>
            <a:off x="930400" y="2053250"/>
            <a:ext cx="7283201" cy="2971674"/>
            <a:chOff x="930400" y="2129450"/>
            <a:chExt cx="7283201" cy="2971674"/>
          </a:xfrm>
        </p:grpSpPr>
        <p:pic>
          <p:nvPicPr>
            <p:cNvPr id="708" name="Google Shape;70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9" name="Google Shape;70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8" name="Google Shape;71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3" name="Google Shape;743;g2c298da1f27_0_417"/>
          <p:cNvGrpSpPr/>
          <p:nvPr/>
        </p:nvGrpSpPr>
        <p:grpSpPr>
          <a:xfrm>
            <a:off x="930400" y="2053250"/>
            <a:ext cx="7283201" cy="2971674"/>
            <a:chOff x="930400" y="2053250"/>
            <a:chExt cx="7283201" cy="2971674"/>
          </a:xfrm>
        </p:grpSpPr>
        <p:pic>
          <p:nvPicPr>
            <p:cNvPr id="744" name="Google Shape;744;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5" name="Google Shape;745;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46" name="Google Shape;746;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47" name="Google Shape;747;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8" name="Google Shape;748;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1" name="Google Shape;791;g2cdbdd49f8e_0_0"/>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1"/>
              </a:srgbClr>
            </a:outerShdw>
          </a:effectLst>
        </p:spPr>
      </p:pic>
      <p:pic>
        <p:nvPicPr>
          <p:cNvPr id="792" name="Google Shape;792;g2cdbdd49f8e_0_0"/>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793" name="Google Shape;793;g2cdbdd49f8e_0_0"/>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794" name="Google Shape;794;g2cdbdd49f8e_0_0"/>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795" name="Google Shape;795;g2cdbdd49f8e_0_0"/>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796" name="Google Shape;796;g2cdbdd49f8e_0_0"/>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797" name="Google Shape;797;g2cdbdd49f8e_0_0"/>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798" name="Google Shape;798;g2cdbdd49f8e_0_0"/>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799" name="Google Shape;799;g2cdbdd49f8e_0_0"/>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4" name="Google Shape;814;g26b7edf6e71_0_109"/>
          <p:cNvGrpSpPr/>
          <p:nvPr/>
        </p:nvGrpSpPr>
        <p:grpSpPr>
          <a:xfrm>
            <a:off x="854396" y="2135925"/>
            <a:ext cx="7282807" cy="2686611"/>
            <a:chOff x="867357" y="2129450"/>
            <a:chExt cx="7282807" cy="2686611"/>
          </a:xfrm>
        </p:grpSpPr>
        <p:pic>
          <p:nvPicPr>
            <p:cNvPr id="815" name="Google Shape;81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5" name="Google Shape;835;g2c298d33e0c_0_6"/>
          <p:cNvGrpSpPr/>
          <p:nvPr/>
        </p:nvGrpSpPr>
        <p:grpSpPr>
          <a:xfrm>
            <a:off x="854893" y="2140761"/>
            <a:ext cx="7281864" cy="2684601"/>
            <a:chOff x="868300" y="2129450"/>
            <a:chExt cx="7281864" cy="2684601"/>
          </a:xfrm>
        </p:grpSpPr>
        <p:pic>
          <p:nvPicPr>
            <p:cNvPr id="836" name="Google Shape;83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0" name="Google Shape;84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0" name="Google Shape;870;g2c298da1f27_0_455"/>
          <p:cNvGrpSpPr/>
          <p:nvPr/>
        </p:nvGrpSpPr>
        <p:grpSpPr>
          <a:xfrm>
            <a:off x="854868" y="2129450"/>
            <a:ext cx="7281864" cy="2684601"/>
            <a:chOff x="868300" y="2053250"/>
            <a:chExt cx="7281864" cy="2684601"/>
          </a:xfrm>
        </p:grpSpPr>
        <p:pic>
          <p:nvPicPr>
            <p:cNvPr id="871" name="Google Shape;871;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90" name="Google Shape;890;g2c298da1f27_1_0"/>
          <p:cNvGrpSpPr/>
          <p:nvPr/>
        </p:nvGrpSpPr>
        <p:grpSpPr>
          <a:xfrm>
            <a:off x="854868" y="2148475"/>
            <a:ext cx="7281864" cy="2688001"/>
            <a:chOff x="868300" y="2129450"/>
            <a:chExt cx="7281864" cy="2688001"/>
          </a:xfrm>
        </p:grpSpPr>
        <p:pic>
          <p:nvPicPr>
            <p:cNvPr id="891" name="Google Shape;891;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05" name="Google Shape;905;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cdbdd193bb_0_343"/>
          <p:cNvSpPr txBox="1">
            <a:spLocks noGrp="1"/>
          </p:cNvSpPr>
          <p:nvPr>
            <p:ph type="title"/>
          </p:nvPr>
        </p:nvSpPr>
        <p:spPr>
          <a:xfrm>
            <a:off x="931838" y="582900"/>
            <a:ext cx="72804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Heart Words </a:t>
            </a:r>
            <a:r>
              <a:rPr lang="en-US" sz="2000">
                <a:solidFill>
                  <a:srgbClr val="2356AF"/>
                </a:solidFill>
              </a:rPr>
              <a:t>people wild child mind kind behind eye oh most only both though through who prove shoe beautiful climb Christmas school</a:t>
            </a:r>
            <a:r>
              <a:rPr lang="en-US" sz="2000"/>
              <a:t>.</a:t>
            </a:r>
            <a:endParaRPr sz="2000"/>
          </a:p>
        </p:txBody>
      </p:sp>
      <p:grpSp>
        <p:nvGrpSpPr>
          <p:cNvPr id="912" name="Google Shape;912;g2cdbdd193bb_0_343"/>
          <p:cNvGrpSpPr/>
          <p:nvPr/>
        </p:nvGrpSpPr>
        <p:grpSpPr>
          <a:xfrm>
            <a:off x="868300" y="2129450"/>
            <a:ext cx="7280477" cy="3622230"/>
            <a:chOff x="868300" y="2129450"/>
            <a:chExt cx="7280477" cy="3622230"/>
          </a:xfrm>
        </p:grpSpPr>
        <p:pic>
          <p:nvPicPr>
            <p:cNvPr id="913" name="Google Shape;913;g2cdbdd193bb_0_343"/>
            <p:cNvPicPr preferRelativeResize="0"/>
            <p:nvPr/>
          </p:nvPicPr>
          <p:blipFill rotWithShape="1">
            <a:blip r:embed="rId3">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7254"/>
                </a:srgbClr>
              </a:outerShdw>
            </a:effectLst>
          </p:spPr>
        </p:pic>
        <p:pic>
          <p:nvPicPr>
            <p:cNvPr id="914" name="Google Shape;914;g2cdbdd193bb_0_343"/>
            <p:cNvPicPr preferRelativeResize="0"/>
            <p:nvPr/>
          </p:nvPicPr>
          <p:blipFill rotWithShape="1">
            <a:blip r:embed="rId4">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7254"/>
                </a:srgbClr>
              </a:outerShdw>
            </a:effectLst>
          </p:spPr>
        </p:pic>
        <p:pic>
          <p:nvPicPr>
            <p:cNvPr id="915" name="Google Shape;915;g2cdbdd193bb_0_343"/>
            <p:cNvPicPr preferRelativeResize="0"/>
            <p:nvPr/>
          </p:nvPicPr>
          <p:blipFill rotWithShape="1">
            <a:blip r:embed="rId5">
              <a:alphaModFix/>
            </a:blip>
            <a:srcRect l="159" r="159"/>
            <a:stretch/>
          </p:blipFill>
          <p:spPr>
            <a:xfrm>
              <a:off x="7001457" y="3994500"/>
              <a:ext cx="1147320" cy="821565"/>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6">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7">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8">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9">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10">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1">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2">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3">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14">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15">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16">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17">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28" name="Google Shape;928;g2cdbdd193bb_0_343"/>
            <p:cNvPicPr preferRelativeResize="0"/>
            <p:nvPr/>
          </p:nvPicPr>
          <p:blipFill rotWithShape="1">
            <a:blip r:embed="rId18">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29" name="Google Shape;929;g2cdbdd193bb_0_343"/>
            <p:cNvPicPr preferRelativeResize="0"/>
            <p:nvPr/>
          </p:nvPicPr>
          <p:blipFill rotWithShape="1">
            <a:blip r:embed="rId19">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30" name="Google Shape;930;g2cdbdd193bb_0_343"/>
            <p:cNvPicPr preferRelativeResize="0"/>
            <p:nvPr/>
          </p:nvPicPr>
          <p:blipFill rotWithShape="1">
            <a:blip r:embed="rId20">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31" name="Google Shape;931;g2cdbdd193bb_0_343"/>
            <p:cNvPicPr preferRelativeResize="0"/>
            <p:nvPr/>
          </p:nvPicPr>
          <p:blipFill rotWithShape="1">
            <a:blip r:embed="rId21">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32" name="Google Shape;932;g2cdbdd193bb_0_343"/>
            <p:cNvPicPr preferRelativeResize="0"/>
            <p:nvPr/>
          </p:nvPicPr>
          <p:blipFill rotWithShape="1">
            <a:blip r:embed="rId22">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9" name="Google Shape;93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0" name="Google Shape;940;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41" name="Google Shape;94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2" name="Google Shape;942;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hu</a:t>
            </a:r>
            <a:r>
              <a:rPr lang="en-US" sz="5800" b="0" i="0" u="none" strike="noStrike" cap="none">
                <a:solidFill>
                  <a:srgbClr val="FFD403"/>
                </a:solidFill>
                <a:latin typeface="Jost"/>
                <a:ea typeface="Jost"/>
                <a:cs typeface="Jost"/>
                <a:sym typeface="Jost"/>
              </a:rPr>
              <a:t>sh</a:t>
            </a:r>
            <a:endParaRPr sz="5800" b="0" i="0" u="none" strike="noStrike" cap="none">
              <a:solidFill>
                <a:srgbClr val="FFD403"/>
              </a:solidFill>
              <a:latin typeface="Jost"/>
              <a:ea typeface="Jost"/>
              <a:cs typeface="Jost"/>
              <a:sym typeface="Jost"/>
            </a:endParaRPr>
          </a:p>
        </p:txBody>
      </p:sp>
      <p:sp>
        <p:nvSpPr>
          <p:cNvPr id="943" name="Google Shape;943;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FFD403"/>
                </a:solidFill>
                <a:latin typeface="Jost"/>
                <a:ea typeface="Jost"/>
                <a:cs typeface="Jost"/>
                <a:sym typeface="Jost"/>
              </a:rPr>
              <a:t>sh</a:t>
            </a:r>
            <a:r>
              <a:rPr lang="en-US" sz="5800" b="0" i="0" u="none" strike="noStrike" cap="none">
                <a:solidFill>
                  <a:srgbClr val="2356AF"/>
                </a:solidFill>
                <a:latin typeface="Jost"/>
                <a:ea typeface="Jost"/>
                <a:cs typeface="Jost"/>
                <a:sym typeface="Jost"/>
              </a:rPr>
              <a:t>rimp</a:t>
            </a:r>
            <a:endParaRPr sz="5800" b="0" i="0" u="none" strike="noStrike" cap="none">
              <a:solidFill>
                <a:srgbClr val="2356AF"/>
              </a:solidFill>
              <a:latin typeface="Jost"/>
              <a:ea typeface="Jost"/>
              <a:cs typeface="Jost"/>
              <a:sym typeface="Jost"/>
            </a:endParaRPr>
          </a:p>
        </p:txBody>
      </p:sp>
      <p:sp>
        <p:nvSpPr>
          <p:cNvPr id="944" name="Google Shape;944;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FFD403"/>
                </a:solidFill>
                <a:latin typeface="Jost"/>
                <a:ea typeface="Jost"/>
                <a:cs typeface="Jost"/>
                <a:sym typeface="Jost"/>
              </a:rPr>
              <a:t>sh</a:t>
            </a:r>
            <a:r>
              <a:rPr lang="en-US" sz="5800" b="0" i="0" u="none" strike="noStrike" cap="none">
                <a:solidFill>
                  <a:srgbClr val="2356AF"/>
                </a:solidFill>
                <a:latin typeface="Jost"/>
                <a:ea typeface="Jost"/>
                <a:cs typeface="Jost"/>
                <a:sym typeface="Jost"/>
              </a:rPr>
              <a:t>oot</a:t>
            </a:r>
            <a:endParaRPr sz="5800" b="0" i="0" u="none" strike="noStrike" cap="none">
              <a:solidFill>
                <a:srgbClr val="2356AF"/>
              </a:solidFill>
              <a:latin typeface="Jost"/>
              <a:ea typeface="Jost"/>
              <a:cs typeface="Jost"/>
              <a:sym typeface="Jost"/>
            </a:endParaRPr>
          </a:p>
        </p:txBody>
      </p:sp>
      <p:sp>
        <p:nvSpPr>
          <p:cNvPr id="945" name="Google Shape;945;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23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2" name="Google Shape;952;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53" name="Google Shape;953;g2e5653a5c66_0_0"/>
          <p:cNvPicPr preferRelativeResize="0"/>
          <p:nvPr/>
        </p:nvPicPr>
        <p:blipFill rotWithShape="1">
          <a:blip r:embed="rId3">
            <a:alphaModFix/>
          </a:blip>
          <a:srcRect/>
          <a:stretch/>
        </p:blipFill>
        <p:spPr>
          <a:xfrm>
            <a:off x="1360488" y="996300"/>
            <a:ext cx="2818849" cy="3989961"/>
          </a:xfrm>
          <a:prstGeom prst="rect">
            <a:avLst/>
          </a:prstGeom>
          <a:noFill/>
          <a:ln>
            <a:noFill/>
          </a:ln>
          <a:effectLst>
            <a:outerShdw blurRad="142875" dist="19050" dir="5400000" algn="bl" rotWithShape="0">
              <a:srgbClr val="000000">
                <a:alpha val="26666"/>
              </a:srgbClr>
            </a:outerShdw>
          </a:effectLst>
        </p:spPr>
      </p:pic>
      <p:sp>
        <p:nvSpPr>
          <p:cNvPr id="954" name="Google Shape;954;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5" name="Google Shape;955;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FFD403"/>
                </a:solidFill>
                <a:latin typeface="Jost"/>
                <a:ea typeface="Jost"/>
                <a:cs typeface="Jost"/>
                <a:sym typeface="Jost"/>
              </a:rPr>
              <a:t>ch</a:t>
            </a:r>
            <a:r>
              <a:rPr lang="en-US" sz="5800" b="0" i="0" u="none" strike="noStrike" cap="none">
                <a:solidFill>
                  <a:srgbClr val="2356AF"/>
                </a:solidFill>
                <a:latin typeface="Jost"/>
                <a:ea typeface="Jost"/>
                <a:cs typeface="Jost"/>
                <a:sym typeface="Jost"/>
              </a:rPr>
              <a:t>ef</a:t>
            </a:r>
            <a:endParaRPr sz="5800" b="0" i="0" u="none" strike="noStrike" cap="none">
              <a:solidFill>
                <a:srgbClr val="2356AF"/>
              </a:solidFill>
              <a:latin typeface="Jost"/>
              <a:ea typeface="Jost"/>
              <a:cs typeface="Jost"/>
              <a:sym typeface="Jost"/>
            </a:endParaRPr>
          </a:p>
        </p:txBody>
      </p:sp>
      <p:sp>
        <p:nvSpPr>
          <p:cNvPr id="956" name="Google Shape;956;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FFD403"/>
                </a:solidFill>
                <a:latin typeface="Jost"/>
                <a:ea typeface="Jost"/>
                <a:cs typeface="Jost"/>
                <a:sym typeface="Jost"/>
              </a:rPr>
              <a:t>Ch</a:t>
            </a:r>
            <a:r>
              <a:rPr lang="en-US" sz="5800" b="0" i="0" u="none" strike="noStrike" cap="none">
                <a:solidFill>
                  <a:srgbClr val="2356AF"/>
                </a:solidFill>
                <a:latin typeface="Jost"/>
                <a:ea typeface="Jost"/>
                <a:cs typeface="Jost"/>
                <a:sym typeface="Jost"/>
              </a:rPr>
              <a:t>ic</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go</a:t>
            </a:r>
            <a:endParaRPr sz="5800" b="0" i="0" u="none" strike="noStrike" cap="none">
              <a:solidFill>
                <a:srgbClr val="2356AF"/>
              </a:solidFill>
              <a:latin typeface="Jost"/>
              <a:ea typeface="Jost"/>
              <a:cs typeface="Jost"/>
              <a:sym typeface="Jost"/>
            </a:endParaRPr>
          </a:p>
        </p:txBody>
      </p:sp>
      <p:sp>
        <p:nvSpPr>
          <p:cNvPr id="957" name="Google Shape;957;g2e5653a5c66_0_0"/>
          <p:cNvSpPr txBox="1"/>
          <p:nvPr/>
        </p:nvSpPr>
        <p:spPr>
          <a:xfrm>
            <a:off x="4350925" y="2379875"/>
            <a:ext cx="36537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FFD403"/>
                </a:solidFill>
                <a:latin typeface="Jost"/>
                <a:ea typeface="Jost"/>
                <a:cs typeface="Jost"/>
                <a:sym typeface="Jost"/>
              </a:rPr>
              <a:t>ch</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ndelier</a:t>
            </a:r>
            <a:endParaRPr sz="5800" b="0" i="0" u="none" strike="noStrike" cap="none">
              <a:solidFill>
                <a:srgbClr val="2356AF"/>
              </a:solidFill>
              <a:latin typeface="Jost"/>
              <a:ea typeface="Jost"/>
              <a:cs typeface="Jost"/>
              <a:sym typeface="Jost"/>
            </a:endParaRPr>
          </a:p>
        </p:txBody>
      </p:sp>
      <p:sp>
        <p:nvSpPr>
          <p:cNvPr id="958" name="Google Shape;958;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41</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65" name="Google Shape;96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2" name="Google Shape;972;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3" name="Google Shape;973;g2c4fb7f6616_1_0"/>
          <p:cNvSpPr/>
          <p:nvPr/>
        </p:nvSpPr>
        <p:spPr>
          <a:xfrm>
            <a:off x="140173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4" name="Google Shape;974;g2c4fb7f6616_1_0"/>
          <p:cNvSpPr/>
          <p:nvPr/>
        </p:nvSpPr>
        <p:spPr>
          <a:xfrm>
            <a:off x="297133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5" name="Google Shape;975;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6" name="Google Shape;976;g2c4fb7f6616_1_0"/>
          <p:cNvSpPr txBox="1">
            <a:spLocks noGrp="1"/>
          </p:cNvSpPr>
          <p:nvPr>
            <p:ph type="subTitle" idx="4294967295"/>
          </p:nvPr>
        </p:nvSpPr>
        <p:spPr>
          <a:xfrm>
            <a:off x="240168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77" name="Google Shape;977;g2c4fb7f6616_1_0"/>
          <p:cNvSpPr txBox="1">
            <a:spLocks noGrp="1"/>
          </p:cNvSpPr>
          <p:nvPr>
            <p:ph type="subTitle" idx="4294967295"/>
          </p:nvPr>
        </p:nvSpPr>
        <p:spPr>
          <a:xfrm>
            <a:off x="83203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78" name="Google Shape;978;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6" name="Google Shape;986;g2c4fb7f6616_1_0"/>
          <p:cNvGrpSpPr/>
          <p:nvPr/>
        </p:nvGrpSpPr>
        <p:grpSpPr>
          <a:xfrm>
            <a:off x="-550" y="6984600"/>
            <a:ext cx="8596479" cy="808600"/>
            <a:chOff x="-550" y="6984600"/>
            <a:chExt cx="8596479" cy="808600"/>
          </a:xfrm>
        </p:grpSpPr>
        <p:sp>
          <p:nvSpPr>
            <p:cNvPr id="987" name="Google Shape;987;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8" name="Google Shape;988;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9" name="Google Shape;989;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0" name="Google Shape;990;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1" name="Google Shape;991;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2" name="Google Shape;992;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3" name="Google Shape;993;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4" name="Google Shape;994;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5" name="Google Shape;995;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6" name="Google Shape;996;g2c4fb7f6616_1_0"/>
          <p:cNvSpPr/>
          <p:nvPr/>
        </p:nvSpPr>
        <p:spPr>
          <a:xfrm>
            <a:off x="228270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8"/>
              </a:solidFill>
              <a:latin typeface="Poppins"/>
              <a:ea typeface="Poppins"/>
              <a:cs typeface="Poppins"/>
              <a:sym typeface="Poppins"/>
            </a:endParaRPr>
          </a:p>
        </p:txBody>
      </p:sp>
      <p:sp>
        <p:nvSpPr>
          <p:cNvPr id="997" name="Google Shape;997;g2c4fb7f6616_1_0"/>
          <p:cNvSpPr txBox="1"/>
          <p:nvPr/>
        </p:nvSpPr>
        <p:spPr>
          <a:xfrm>
            <a:off x="1868430" y="1408100"/>
            <a:ext cx="121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Poppins"/>
                <a:ea typeface="Poppins"/>
                <a:cs typeface="Poppins"/>
                <a:sym typeface="Poppins"/>
              </a:rPr>
              <a:t>a</a:t>
            </a:r>
            <a:endParaRPr sz="10000" b="0" i="0" u="none" strike="noStrike" cap="none">
              <a:solidFill>
                <a:srgbClr val="ED1C24"/>
              </a:solidFill>
              <a:latin typeface="Jost"/>
              <a:ea typeface="Jost"/>
              <a:cs typeface="Jost"/>
              <a:sym typeface="Jost"/>
            </a:endParaRPr>
          </a:p>
        </p:txBody>
      </p:sp>
      <p:sp>
        <p:nvSpPr>
          <p:cNvPr id="998" name="Google Shape;998;g2c4fb7f6616_1_0"/>
          <p:cNvSpPr/>
          <p:nvPr/>
        </p:nvSpPr>
        <p:spPr>
          <a:xfrm>
            <a:off x="366306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8"/>
              </a:solidFill>
              <a:latin typeface="Poppins"/>
              <a:ea typeface="Poppins"/>
              <a:cs typeface="Poppins"/>
              <a:sym typeface="Poppins"/>
            </a:endParaRPr>
          </a:p>
        </p:txBody>
      </p:sp>
      <p:sp>
        <p:nvSpPr>
          <p:cNvPr id="999" name="Google Shape;999;g2c4fb7f6616_1_0"/>
          <p:cNvSpPr txBox="1"/>
          <p:nvPr/>
        </p:nvSpPr>
        <p:spPr>
          <a:xfrm>
            <a:off x="3270627" y="1408100"/>
            <a:ext cx="1174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Poppins"/>
                <a:ea typeface="Poppins"/>
                <a:cs typeface="Poppins"/>
                <a:sym typeface="Poppins"/>
              </a:rPr>
              <a:t>a</a:t>
            </a:r>
            <a:endParaRPr sz="10000" b="0" i="0" u="none" strike="noStrike" cap="none">
              <a:solidFill>
                <a:srgbClr val="ED1C24"/>
              </a:solidFill>
              <a:latin typeface="Jost"/>
              <a:ea typeface="Jost"/>
              <a:cs typeface="Jost"/>
              <a:sym typeface="Jost"/>
            </a:endParaRPr>
          </a:p>
        </p:txBody>
      </p:sp>
      <p:sp>
        <p:nvSpPr>
          <p:cNvPr id="1000" name="Google Shape;1000;g2c4fb7f6616_1_0"/>
          <p:cNvSpPr txBox="1">
            <a:spLocks noGrp="1"/>
          </p:cNvSpPr>
          <p:nvPr>
            <p:ph type="subTitle" idx="4294967295"/>
          </p:nvPr>
        </p:nvSpPr>
        <p:spPr>
          <a:xfrm>
            <a:off x="4044488" y="1308025"/>
            <a:ext cx="2110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ch</a:t>
            </a:r>
            <a:endParaRPr sz="12000" b="0" i="0" u="none" strike="noStrike" cap="none">
              <a:solidFill>
                <a:srgbClr val="FFD403"/>
              </a:solidFill>
              <a:latin typeface="Jost"/>
              <a:ea typeface="Jost"/>
              <a:cs typeface="Jost"/>
              <a:sym typeface="Jost"/>
            </a:endParaRPr>
          </a:p>
        </p:txBody>
      </p:sp>
      <p:sp>
        <p:nvSpPr>
          <p:cNvPr id="1001" name="Google Shape;1001;g2c4fb7f6616_1_0"/>
          <p:cNvSpPr/>
          <p:nvPr/>
        </p:nvSpPr>
        <p:spPr>
          <a:xfrm>
            <a:off x="4399110" y="4011900"/>
            <a:ext cx="1388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g2c4fb7f6616_1_0"/>
          <p:cNvSpPr/>
          <p:nvPr/>
        </p:nvSpPr>
        <p:spPr>
          <a:xfrm>
            <a:off x="666643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3" name="Google Shape;1003;g2c4fb7f6616_1_0"/>
          <p:cNvSpPr txBox="1">
            <a:spLocks noGrp="1"/>
          </p:cNvSpPr>
          <p:nvPr>
            <p:ph type="subTitle" idx="4294967295"/>
          </p:nvPr>
        </p:nvSpPr>
        <p:spPr>
          <a:xfrm>
            <a:off x="6422430" y="1308025"/>
            <a:ext cx="878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1004" name="Google Shape;1004;g2c4fb7f6616_1_0"/>
          <p:cNvSpPr/>
          <p:nvPr/>
        </p:nvSpPr>
        <p:spPr>
          <a:xfrm>
            <a:off x="6015720"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c4fb7f6616_1_0"/>
          <p:cNvSpPr txBox="1">
            <a:spLocks noGrp="1"/>
          </p:cNvSpPr>
          <p:nvPr>
            <p:ph type="subTitle" idx="4294967295"/>
          </p:nvPr>
        </p:nvSpPr>
        <p:spPr>
          <a:xfrm>
            <a:off x="5700923"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u</a:t>
            </a:r>
            <a:endParaRPr sz="12000" b="0" i="0" u="none" strike="noStrike" cap="none">
              <a:solidFill>
                <a:srgbClr val="F7941D"/>
              </a:solidFill>
              <a:latin typeface="Jost"/>
              <a:ea typeface="Jost"/>
              <a:cs typeface="Jost"/>
              <a:sym typeface="Jost"/>
            </a:endParaRPr>
          </a:p>
        </p:txBody>
      </p:sp>
      <p:sp>
        <p:nvSpPr>
          <p:cNvPr id="1006" name="Google Shape;1006;g2c4fb7f6616_1_0"/>
          <p:cNvSpPr txBox="1">
            <a:spLocks noGrp="1"/>
          </p:cNvSpPr>
          <p:nvPr>
            <p:ph type="subTitle" idx="4294967295"/>
          </p:nvPr>
        </p:nvSpPr>
        <p:spPr>
          <a:xfrm>
            <a:off x="6993749" y="1308025"/>
            <a:ext cx="1107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e</a:t>
            </a:r>
            <a:endParaRPr sz="12000" b="0" i="0" u="none" strike="noStrike" cap="none">
              <a:solidFill>
                <a:srgbClr val="F7941D"/>
              </a:solidFill>
              <a:latin typeface="Jost"/>
              <a:ea typeface="Jost"/>
              <a:cs typeface="Jost"/>
              <a:sym typeface="Jost"/>
            </a:endParaRPr>
          </a:p>
        </p:txBody>
      </p:sp>
      <p:sp>
        <p:nvSpPr>
          <p:cNvPr id="1007" name="Google Shape;1007;g2c4fb7f6616_1_0"/>
          <p:cNvSpPr/>
          <p:nvPr/>
        </p:nvSpPr>
        <p:spPr>
          <a:xfrm>
            <a:off x="346206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c4fb7f6616_1_0"/>
          <p:cNvSpPr/>
          <p:nvPr/>
        </p:nvSpPr>
        <p:spPr>
          <a:xfrm>
            <a:off x="410047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9" name="Google Shape;1009;g2c4fb7f6616_1_0"/>
          <p:cNvGrpSpPr/>
          <p:nvPr/>
        </p:nvGrpSpPr>
        <p:grpSpPr>
          <a:xfrm>
            <a:off x="6158650" y="1310075"/>
            <a:ext cx="1431600" cy="401879"/>
            <a:chOff x="6158650" y="1310075"/>
            <a:chExt cx="1431600" cy="401879"/>
          </a:xfrm>
        </p:grpSpPr>
        <p:sp>
          <p:nvSpPr>
            <p:cNvPr id="1010" name="Google Shape;1010;g2c4fb7f6616_1_0"/>
            <p:cNvSpPr/>
            <p:nvPr/>
          </p:nvSpPr>
          <p:spPr>
            <a:xfrm rot="-5400000">
              <a:off x="6035651"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c4fb7f6616_1_0"/>
            <p:cNvSpPr/>
            <p:nvPr/>
          </p:nvSpPr>
          <p:spPr>
            <a:xfrm>
              <a:off x="6158650" y="1310075"/>
              <a:ext cx="14316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c4fb7f6616_1_0"/>
            <p:cNvSpPr/>
            <p:nvPr/>
          </p:nvSpPr>
          <p:spPr>
            <a:xfrm rot="-5400000">
              <a:off x="7363348"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2737fdb9dc0_0_2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9" name="Google Shape;1019;g2737fdb9dc0_0_2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20" name="Google Shape;1020;g2737fdb9dc0_0_2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1" name="Google Shape;1021;g2737fdb9dc0_0_2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737fdb9dc0_0_2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3" name="Google Shape;1023;g2737fdb9dc0_0_2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4" name="Google Shape;1024;g2737fdb9dc0_0_2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5" name="Google Shape;1025;g2737fdb9dc0_0_2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6" name="Google Shape;1026;g2737fdb9dc0_0_2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737fdb9dc0_0_28"/>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8" name="Google Shape;1028;g2737fdb9dc0_0_2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9" name="Google Shape;1029;g2737fdb9dc0_0_28"/>
          <p:cNvGrpSpPr/>
          <p:nvPr/>
        </p:nvGrpSpPr>
        <p:grpSpPr>
          <a:xfrm>
            <a:off x="-550" y="6984600"/>
            <a:ext cx="8596479" cy="808600"/>
            <a:chOff x="-550" y="6984600"/>
            <a:chExt cx="8596479" cy="808600"/>
          </a:xfrm>
        </p:grpSpPr>
        <p:sp>
          <p:nvSpPr>
            <p:cNvPr id="1030" name="Google Shape;1030;g2737fdb9dc0_0_2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1" name="Google Shape;1031;g2737fdb9dc0_0_2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2" name="Google Shape;1032;g2737fdb9dc0_0_2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3" name="Google Shape;1033;g2737fdb9dc0_0_2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4" name="Google Shape;1034;g2737fdb9dc0_0_2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5" name="Google Shape;1035;g2737fdb9dc0_0_28"/>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6" name="Google Shape;1036;g2737fdb9dc0_0_2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7" name="Google Shape;1037;g2737fdb9dc0_0_2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8" name="Google Shape;1038;g2737fdb9dc0_0_2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9" name="Google Shape;1039;g2737fdb9dc0_0_28"/>
          <p:cNvSpPr txBox="1">
            <a:spLocks noGrp="1"/>
          </p:cNvSpPr>
          <p:nvPr>
            <p:ph type="subTitle" idx="4294967295"/>
          </p:nvPr>
        </p:nvSpPr>
        <p:spPr>
          <a:xfrm>
            <a:off x="2920228" y="1308025"/>
            <a:ext cx="2110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ch</a:t>
            </a:r>
            <a:endParaRPr sz="12000" b="0" i="0" u="none" strike="noStrike" cap="none">
              <a:solidFill>
                <a:srgbClr val="FFD403"/>
              </a:solidFill>
              <a:latin typeface="Jost"/>
              <a:ea typeface="Jost"/>
              <a:cs typeface="Jost"/>
              <a:sym typeface="Jost"/>
            </a:endParaRPr>
          </a:p>
        </p:txBody>
      </p:sp>
      <p:sp>
        <p:nvSpPr>
          <p:cNvPr id="1040" name="Google Shape;1040;g2737fdb9dc0_0_28"/>
          <p:cNvSpPr/>
          <p:nvPr/>
        </p:nvSpPr>
        <p:spPr>
          <a:xfrm>
            <a:off x="3274851" y="4011900"/>
            <a:ext cx="1388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1" name="Google Shape;1041;g2737fdb9dc0_0_28"/>
          <p:cNvSpPr/>
          <p:nvPr/>
        </p:nvSpPr>
        <p:spPr>
          <a:xfrm>
            <a:off x="558967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2" name="Google Shape;1042;g2737fdb9dc0_0_28"/>
          <p:cNvSpPr txBox="1">
            <a:spLocks noGrp="1"/>
          </p:cNvSpPr>
          <p:nvPr>
            <p:ph type="subTitle" idx="4294967295"/>
          </p:nvPr>
        </p:nvSpPr>
        <p:spPr>
          <a:xfrm>
            <a:off x="5345672" y="1308025"/>
            <a:ext cx="878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f</a:t>
            </a:r>
            <a:endParaRPr sz="12000" b="0" i="0" u="none" strike="noStrike" cap="none">
              <a:solidFill>
                <a:srgbClr val="2356AF"/>
              </a:solidFill>
              <a:latin typeface="Jost"/>
              <a:ea typeface="Jost"/>
              <a:cs typeface="Jost"/>
              <a:sym typeface="Jost"/>
            </a:endParaRPr>
          </a:p>
        </p:txBody>
      </p:sp>
      <p:sp>
        <p:nvSpPr>
          <p:cNvPr id="1043" name="Google Shape;1043;g2737fdb9dc0_0_28"/>
          <p:cNvSpPr/>
          <p:nvPr/>
        </p:nvSpPr>
        <p:spPr>
          <a:xfrm>
            <a:off x="492484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4" name="Google Shape;1044;g2737fdb9dc0_0_28"/>
          <p:cNvSpPr txBox="1">
            <a:spLocks noGrp="1"/>
          </p:cNvSpPr>
          <p:nvPr>
            <p:ph type="subTitle" idx="4294967295"/>
          </p:nvPr>
        </p:nvSpPr>
        <p:spPr>
          <a:xfrm>
            <a:off x="4589052" y="1308025"/>
            <a:ext cx="1061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1" name="Google Shape;105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8" name="Google Shape;105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9" name="Google Shape;1059;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60" name="Google Shape;106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7" name="Google Shape;106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68" name="Google Shape;106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9" name="Google Shape;1069;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6" name="Google Shape;1076;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7" name="Google Shape;1077;g2d1eea302f1_0_6"/>
          <p:cNvGrpSpPr/>
          <p:nvPr/>
        </p:nvGrpSpPr>
        <p:grpSpPr>
          <a:xfrm>
            <a:off x="3024000" y="209875"/>
            <a:ext cx="3096000" cy="454800"/>
            <a:chOff x="3024000" y="209875"/>
            <a:chExt cx="3096000" cy="454800"/>
          </a:xfrm>
        </p:grpSpPr>
        <p:sp>
          <p:nvSpPr>
            <p:cNvPr id="1078" name="Google Shape;1078;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9" name="Google Shape;1079;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0" name="Google Shape;1080;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1" name="Google Shape;1081;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2" name="Google Shape;1082;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3" name="Google Shape;1083;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4" name="Google Shape;1084;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5" name="Google Shape;1085;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86" name="Google Shape;1086;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87" name="Google Shape;1087;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88" name="Google Shape;1088;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89" name="Google Shape;1089;g2d1eea302f1_0_6"/>
          <p:cNvSpPr txBox="1"/>
          <p:nvPr/>
        </p:nvSpPr>
        <p:spPr>
          <a:xfrm>
            <a:off x="2149375" y="1797575"/>
            <a:ext cx="1386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u-e</a:t>
            </a:r>
            <a:endParaRPr sz="5500" b="0" i="0" u="none" strike="noStrike" cap="none">
              <a:solidFill>
                <a:srgbClr val="F7941D"/>
              </a:solidFill>
              <a:latin typeface="Jost"/>
              <a:ea typeface="Jost"/>
              <a:cs typeface="Jost"/>
              <a:sym typeface="Jost"/>
            </a:endParaRPr>
          </a:p>
        </p:txBody>
      </p:sp>
      <p:sp>
        <p:nvSpPr>
          <p:cNvPr id="1090" name="Google Shape;1090;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91" name="Google Shape;1091;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2" name="Google Shape;1092;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93" name="Google Shape;1093;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4" name="Google Shape;1094;g2d1eea302f1_0_6"/>
          <p:cNvSpPr txBox="1"/>
          <p:nvPr/>
        </p:nvSpPr>
        <p:spPr>
          <a:xfrm>
            <a:off x="6760848" y="1797575"/>
            <a:ext cx="1386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ure</a:t>
            </a:r>
            <a:endParaRPr sz="5500" b="0" i="0" u="none" strike="noStrike" cap="none">
              <a:solidFill>
                <a:srgbClr val="993FA2"/>
              </a:solidFill>
              <a:latin typeface="Jost"/>
              <a:ea typeface="Jost"/>
              <a:cs typeface="Jost"/>
              <a:sym typeface="Jost"/>
            </a:endParaRPr>
          </a:p>
        </p:txBody>
      </p:sp>
      <p:sp>
        <p:nvSpPr>
          <p:cNvPr id="1095" name="Google Shape;1095;g2d1eea302f1_0_6"/>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6" name="Google Shape;1096;g2d1eea302f1_0_6"/>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7" name="Google Shape;1097;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98" name="Google Shape;1098;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9" name="Google Shape;1099;g2d1eea302f1_0_6"/>
          <p:cNvSpPr txBox="1"/>
          <p:nvPr/>
        </p:nvSpPr>
        <p:spPr>
          <a:xfrm>
            <a:off x="4639652" y="88854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
        <p:nvSpPr>
          <p:cNvPr id="1100" name="Google Shape;1100;g2d1eea302f1_0_6"/>
          <p:cNvSpPr txBox="1"/>
          <p:nvPr/>
        </p:nvSpPr>
        <p:spPr>
          <a:xfrm>
            <a:off x="5216052" y="278928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01" name="Google Shape;1101;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g2737fdb9dc0_0_13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8" name="Google Shape;1108;g2737fdb9dc0_0_13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9" name="Google Shape;1109;g2737fdb9dc0_0_130"/>
          <p:cNvGrpSpPr/>
          <p:nvPr/>
        </p:nvGrpSpPr>
        <p:grpSpPr>
          <a:xfrm>
            <a:off x="3024000" y="209875"/>
            <a:ext cx="3096000" cy="454800"/>
            <a:chOff x="3024000" y="209875"/>
            <a:chExt cx="3096000" cy="454800"/>
          </a:xfrm>
        </p:grpSpPr>
        <p:sp>
          <p:nvSpPr>
            <p:cNvPr id="1110" name="Google Shape;1110;g2737fdb9dc0_0_13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1" name="Google Shape;1111;g2737fdb9dc0_0_13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2" name="Google Shape;1112;g2737fdb9dc0_0_13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3" name="Google Shape;1113;g2737fdb9dc0_0_130"/>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4" name="Google Shape;1114;g2737fdb9dc0_0_130"/>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5" name="Google Shape;1115;g2737fdb9dc0_0_130"/>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6" name="Google Shape;1116;g2737fdb9dc0_0_130"/>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7" name="Google Shape;1117;g2737fdb9dc0_0_130"/>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8" name="Google Shape;1118;g2737fdb9dc0_0_130"/>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9" name="Google Shape;1119;g2737fdb9dc0_0_130"/>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120" name="Google Shape;1120;g2737fdb9dc0_0_130"/>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cxnSp>
        <p:nvCxnSpPr>
          <p:cNvPr id="1121" name="Google Shape;1121;g2737fdb9dc0_0_130"/>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2" name="Google Shape;1122;g2737fdb9dc0_0_130"/>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3" name="Google Shape;1123;g2737fdb9dc0_0_130"/>
          <p:cNvSpPr txBox="1"/>
          <p:nvPr/>
        </p:nvSpPr>
        <p:spPr>
          <a:xfrm>
            <a:off x="2149375" y="1797575"/>
            <a:ext cx="1386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u-e</a:t>
            </a:r>
            <a:endParaRPr sz="5500" b="0" i="0" u="none" strike="noStrike" cap="none">
              <a:solidFill>
                <a:srgbClr val="F7941D"/>
              </a:solidFill>
              <a:latin typeface="Jost"/>
              <a:ea typeface="Jost"/>
              <a:cs typeface="Jost"/>
              <a:sym typeface="Jost"/>
            </a:endParaRPr>
          </a:p>
        </p:txBody>
      </p:sp>
      <p:sp>
        <p:nvSpPr>
          <p:cNvPr id="1124" name="Google Shape;1124;g2737fdb9dc0_0_130"/>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25" name="Google Shape;1125;g2737fdb9dc0_0_130"/>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6" name="Google Shape;1126;g2737fdb9dc0_0_130"/>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27" name="Google Shape;1127;g2737fdb9dc0_0_130"/>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8" name="Google Shape;1128;g2737fdb9dc0_0_130"/>
          <p:cNvSpPr txBox="1"/>
          <p:nvPr/>
        </p:nvSpPr>
        <p:spPr>
          <a:xfrm>
            <a:off x="6760848" y="1797575"/>
            <a:ext cx="1386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ure</a:t>
            </a:r>
            <a:endParaRPr sz="5500" b="0" i="0" u="none" strike="noStrike" cap="none">
              <a:solidFill>
                <a:srgbClr val="993FA2"/>
              </a:solidFill>
              <a:latin typeface="Jost"/>
              <a:ea typeface="Jost"/>
              <a:cs typeface="Jost"/>
              <a:sym typeface="Jost"/>
            </a:endParaRPr>
          </a:p>
        </p:txBody>
      </p:sp>
      <p:sp>
        <p:nvSpPr>
          <p:cNvPr id="1129" name="Google Shape;1129;g2737fdb9dc0_0_130"/>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30" name="Google Shape;1130;g2737fdb9dc0_0_130"/>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31" name="Google Shape;1131;g2737fdb9dc0_0_130"/>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chef ch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let chute brochure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chute</a:t>
            </a:r>
            <a:endParaRPr sz="1800" b="0" i="0" u="none" strike="noStrike" cap="none">
              <a:solidFill>
                <a:srgbClr val="B7B7B7"/>
              </a:solidFill>
              <a:latin typeface="Jost"/>
              <a:ea typeface="Jost"/>
              <a:cs typeface="Jost"/>
              <a:sym typeface="Jost"/>
            </a:endParaRPr>
          </a:p>
        </p:txBody>
      </p:sp>
      <p:sp>
        <p:nvSpPr>
          <p:cNvPr id="1132" name="Google Shape;1132;g2737fdb9dc0_0_13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33" name="Google Shape;1133;g2737fdb9dc0_0_130"/>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34" name="Google Shape;1134;g2737fdb9dc0_0_130"/>
          <p:cNvSpPr txBox="1"/>
          <p:nvPr/>
        </p:nvSpPr>
        <p:spPr>
          <a:xfrm>
            <a:off x="4639652" y="88854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
        <p:nvSpPr>
          <p:cNvPr id="1135" name="Google Shape;1135;g2737fdb9dc0_0_130"/>
          <p:cNvSpPr txBox="1"/>
          <p:nvPr/>
        </p:nvSpPr>
        <p:spPr>
          <a:xfrm>
            <a:off x="5216052" y="278928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453</Words>
  <Application>Microsoft Office PowerPoint</Application>
  <PresentationFormat>On-screen Show (4:3)</PresentationFormat>
  <Paragraphs>156</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Poppins SemiBold</vt:lpstr>
      <vt:lpstr>Poppins Medium</vt:lpstr>
      <vt:lpstr>Calibri</vt:lpstr>
      <vt:lpstr>Jost</vt:lpstr>
      <vt:lpstr>Arial</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Heart Words people wild child mind kind behind eye oh most only both though through who prove shoe beautiful climb Christmas school.</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2026-05-27T04:17:00Z</dcterms:modified>
</cp:coreProperties>
</file>