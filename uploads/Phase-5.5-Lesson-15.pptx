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Jost"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hMYTSDn5M1bDVAZG4WRCXfq5p3D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51E8063-FB1B-4AEA-8860-EE65348BDEA2}">
  <a:tblStyle styleId="{251E8063-FB1B-4AEA-8860-EE65348BDEA2}"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14.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3" name="Google Shape;69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4" name="Google Shape;69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32da522f171_0_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0" name="Google Shape;720;g32da522f171_0_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1" name="Google Shape;721;g32da522f171_0_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32da522f171_0_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0" name="Google Shape;750;g32da522f171_0_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1" name="Google Shape;751;g32da522f171_0_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g32da522f171_0_1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6" name="Google Shape;786;g32da522f171_0_1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7" name="Google Shape;787;g32da522f171_0_1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32da522f171_0_16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g32da522f171_0_1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32da522f171_0_16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32da522f171_0_17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7" name="Google Shape;847;g32da522f171_0_1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8" name="Google Shape;848;g32da522f171_0_17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32da522f171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8" name="Google Shape;868;g32da522f171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9" name="Google Shape;869;g32da522f171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32da522f171_0_2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32da522f171_0_2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32da522f171_0_2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32da522f171_0_2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g32da522f171_0_2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4" name="Google Shape;924;g32da522f171_0_2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32da522f171_0_2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4" name="Google Shape;944;g32da522f171_0_2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5" name="Google Shape;945;g32da522f171_0_2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26f40b1072c_1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6" name="Google Shape;956;g26f40b1072c_1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7" name="Google Shape;957;g26f40b1072c_1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2d284bfab29_0_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6" name="Google Shape;966;g2d284bfab29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7" name="Google Shape;967;g2d284bfab29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2d284bfab29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1" name="Google Shape;981;g2d284bfab29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2" name="Google Shape;982;g2d284bfab29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2ce718e20f2_0_8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g2ce718e20f2_0_8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9" name="Google Shape;989;g2ce718e20f2_0_8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2701ceed56d_4_3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1" name="Google Shape;1001;g2701ceed56d_4_3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2" name="Google Shape;1002;g2701ceed56d_4_3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4" name="Google Shape;101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5" name="Google Shape;101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6" name="Google Shape;102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7" name="Google Shape;102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8" name="Google Shape;1038;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9" name="Google Shape;1039;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0" name="Google Shape;1050;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1" name="Google Shape;1051;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2" name="Google Shape;1062;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3" name="Google Shape;1063;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8"/>
        <p:cNvGrpSpPr/>
        <p:nvPr/>
      </p:nvGrpSpPr>
      <p:grpSpPr>
        <a:xfrm>
          <a:off x="0" y="0"/>
          <a:ext cx="0" cy="0"/>
          <a:chOff x="0" y="0"/>
          <a:chExt cx="0" cy="0"/>
        </a:xfrm>
      </p:grpSpPr>
      <p:sp>
        <p:nvSpPr>
          <p:cNvPr id="1079" name="Google Shape;1079;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0" name="Google Shape;1080;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1" name="Google Shape;1081;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6"/>
        <p:cNvGrpSpPr/>
        <p:nvPr/>
      </p:nvGrpSpPr>
      <p:grpSpPr>
        <a:xfrm>
          <a:off x="0" y="0"/>
          <a:ext cx="0" cy="0"/>
          <a:chOff x="0" y="0"/>
          <a:chExt cx="0" cy="0"/>
        </a:xfrm>
      </p:grpSpPr>
      <p:sp>
        <p:nvSpPr>
          <p:cNvPr id="1097" name="Google Shape;1097;g2d9e967070e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8" name="Google Shape;1098;g2d9e967070e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9" name="Google Shape;1099;g2d9e967070e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1"/>
        <p:cNvGrpSpPr/>
        <p:nvPr/>
      </p:nvGrpSpPr>
      <p:grpSpPr>
        <a:xfrm>
          <a:off x="0" y="0"/>
          <a:ext cx="0" cy="0"/>
          <a:chOff x="0" y="0"/>
          <a:chExt cx="0" cy="0"/>
        </a:xfrm>
      </p:grpSpPr>
      <p:sp>
        <p:nvSpPr>
          <p:cNvPr id="1112" name="Google Shape;1112;g2d9e967070e_1_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3" name="Google Shape;1113;g2d9e967070e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4" name="Google Shape;1114;g2d9e967070e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6"/>
        <p:cNvGrpSpPr/>
        <p:nvPr/>
      </p:nvGrpSpPr>
      <p:grpSpPr>
        <a:xfrm>
          <a:off x="0" y="0"/>
          <a:ext cx="0" cy="0"/>
          <a:chOff x="0" y="0"/>
          <a:chExt cx="0" cy="0"/>
        </a:xfrm>
      </p:grpSpPr>
      <p:sp>
        <p:nvSpPr>
          <p:cNvPr id="1127" name="Google Shape;1127;g2d284bfab29_0_76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8" name="Google Shape;1128;g2d284bfab29_0_7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9" name="Google Shape;1129;g2d284bfab29_0_7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535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flipH="1">
            <a:off x="-938345"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Review Sound Family /igh/</a:t>
            </a:r>
            <a:endParaRPr sz="1800" i="0" u="none" strike="noStrike" cap="none">
              <a:solidFill>
                <a:srgbClr val="FFFFFF"/>
              </a:solidFill>
              <a:latin typeface="Poppins SemiBold"/>
              <a:ea typeface="Poppins SemiBold"/>
              <a:cs typeface="Poppins SemiBold"/>
              <a:sym typeface="Poppins SemiBold"/>
            </a:endParaRPr>
          </a:p>
        </p:txBody>
      </p:sp>
      <p:sp>
        <p:nvSpPr>
          <p:cNvPr id="108" name="Google Shape;108;g26b641b03cd_0_33"/>
          <p:cNvSpPr txBox="1"/>
          <p:nvPr/>
        </p:nvSpPr>
        <p:spPr>
          <a:xfrm rot="-5400000">
            <a:off x="-1852558" y="59614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3 - Friday</a:t>
            </a:r>
            <a:endParaRPr sz="1800" b="0" i="0" u="none" strike="noStrike" cap="none">
              <a:solidFill>
                <a:srgbClr val="CB3D85"/>
              </a:solidFill>
              <a:latin typeface="Poppins Medium"/>
              <a:ea typeface="Poppins Medium"/>
              <a:cs typeface="Poppins Medium"/>
              <a:sym typeface="Poppins Medium"/>
            </a:endParaRPr>
          </a:p>
        </p:txBody>
      </p:sp>
      <p:sp>
        <p:nvSpPr>
          <p:cNvPr id="109" name="Google Shape;109;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0" name="Google Shape;110;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1" name="Google Shape;111;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2" name="Google Shape;112;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1" name="Google Shape;121;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23" name="Google Shape;123;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4" name="Google Shape;124;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15</a:t>
            </a:r>
            <a:endParaRPr sz="1800" b="0" i="0" u="none" strike="noStrike" cap="none">
              <a:solidFill>
                <a:srgbClr val="CB3D85"/>
              </a:solidFill>
              <a:latin typeface="Poppins Medium"/>
              <a:ea typeface="Poppins Medium"/>
              <a:cs typeface="Poppins Medium"/>
              <a:sym typeface="Poppins Medium"/>
            </a:endParaRPr>
          </a:p>
        </p:txBody>
      </p:sp>
      <p:sp>
        <p:nvSpPr>
          <p:cNvPr id="125" name="Google Shape;125;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Phase 5.5 - Sound Families </a:t>
            </a:r>
            <a:endParaRPr sz="180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26"/>
        <p:cNvGrpSpPr/>
        <p:nvPr/>
      </p:nvGrpSpPr>
      <p:grpSpPr>
        <a:xfrm>
          <a:off x="0" y="0"/>
          <a:ext cx="0" cy="0"/>
          <a:chOff x="0" y="0"/>
          <a:chExt cx="0" cy="0"/>
        </a:xfrm>
      </p:grpSpPr>
      <p:sp>
        <p:nvSpPr>
          <p:cNvPr id="127" name="Google Shape;127;g2ce718e20f2_0_768"/>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Independent Reading</a:t>
            </a:r>
            <a:endParaRPr sz="3200" b="0" i="0" u="none" strike="noStrike" cap="none">
              <a:solidFill>
                <a:srgbClr val="CB3D85"/>
              </a:solidFill>
              <a:latin typeface="Poppins Medium"/>
              <a:ea typeface="Poppins Medium"/>
              <a:cs typeface="Poppins Medium"/>
              <a:sym typeface="Poppins Medium"/>
            </a:endParaRPr>
          </a:p>
        </p:txBody>
      </p:sp>
      <p:cxnSp>
        <p:nvCxnSpPr>
          <p:cNvPr id="128" name="Google Shape;128;g2ce718e20f2_0_768"/>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29" name="Google Shape;129;g2ce718e20f2_0_76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g2ce718e20f2_0_768"/>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31" name="Google Shape;131;g2ce718e20f2_0_768"/>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Decodable Readers</a:t>
            </a:r>
            <a:endParaRPr sz="1100" b="0" i="0" u="none" strike="noStrike" cap="none">
              <a:solidFill>
                <a:srgbClr val="CB3D85"/>
              </a:solidFill>
              <a:latin typeface="Poppins Medium"/>
              <a:ea typeface="Poppins Medium"/>
              <a:cs typeface="Poppins Medium"/>
              <a:sym typeface="Poppins Medium"/>
            </a:endParaRPr>
          </a:p>
        </p:txBody>
      </p:sp>
      <p:grpSp>
        <p:nvGrpSpPr>
          <p:cNvPr id="133" name="Google Shape;133;g2ce718e20f2_0_768"/>
          <p:cNvGrpSpPr/>
          <p:nvPr/>
        </p:nvGrpSpPr>
        <p:grpSpPr>
          <a:xfrm>
            <a:off x="8199150" y="5983875"/>
            <a:ext cx="586800" cy="571500"/>
            <a:chOff x="7894350" y="6212475"/>
            <a:chExt cx="586800" cy="571500"/>
          </a:xfrm>
        </p:grpSpPr>
        <p:sp>
          <p:nvSpPr>
            <p:cNvPr id="134" name="Google Shape;134;g2ce718e20f2_0_76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ce718e20f2_0_76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ce718e20f2_0_76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7" name="Google Shape;137;g2ce718e20f2_0_768"/>
          <p:cNvSpPr txBox="1"/>
          <p:nvPr/>
        </p:nvSpPr>
        <p:spPr>
          <a:xfrm>
            <a:off x="5031994" y="2438500"/>
            <a:ext cx="30354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Sound Family Chart</a:t>
            </a:r>
            <a:endParaRPr sz="1100" b="0" i="1" u="none" strike="noStrike" cap="none">
              <a:solidFill>
                <a:srgbClr val="CB3D85"/>
              </a:solidFill>
              <a:latin typeface="Poppins Medium"/>
              <a:ea typeface="Poppins Medium"/>
              <a:cs typeface="Poppins Medium"/>
              <a:sym typeface="Poppins Medium"/>
            </a:endParaRPr>
          </a:p>
        </p:txBody>
      </p:sp>
      <p:grpSp>
        <p:nvGrpSpPr>
          <p:cNvPr id="138" name="Google Shape;138;g2ce718e20f2_0_768"/>
          <p:cNvGrpSpPr/>
          <p:nvPr/>
        </p:nvGrpSpPr>
        <p:grpSpPr>
          <a:xfrm>
            <a:off x="-36800" y="-52000"/>
            <a:ext cx="9236100" cy="543600"/>
            <a:chOff x="-36800" y="-52000"/>
            <a:chExt cx="9236100" cy="543600"/>
          </a:xfrm>
        </p:grpSpPr>
        <p:sp>
          <p:nvSpPr>
            <p:cNvPr id="139" name="Google Shape;139;g2ce718e20f2_0_76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140" name="Google Shape;140;g2ce718e20f2_0_768"/>
            <p:cNvGrpSpPr/>
            <p:nvPr/>
          </p:nvGrpSpPr>
          <p:grpSpPr>
            <a:xfrm>
              <a:off x="5905920" y="88100"/>
              <a:ext cx="1337400" cy="403500"/>
              <a:chOff x="565600" y="88250"/>
              <a:chExt cx="1337400" cy="403500"/>
            </a:xfrm>
          </p:grpSpPr>
          <p:sp>
            <p:nvSpPr>
              <p:cNvPr id="141" name="Google Shape;141;g2ce718e20f2_0_768"/>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142" name="Google Shape;142;g2ce718e20f2_0_768"/>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143" name="Google Shape;143;g2ce718e20f2_0_768"/>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144" name="Google Shape;144;g2ce718e20f2_0_76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145" name="Google Shape;145;g2ce718e20f2_0_76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146" name="Google Shape;146;g2ce718e20f2_0_76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147" name="Google Shape;147;g2ce718e20f2_0_76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48" name="Google Shape;148;g2ce718e20f2_0_76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149" name="Google Shape;149;g2ce718e20f2_0_76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50" name="Google Shape;150;g2ce718e20f2_0_768"/>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51" name="Google Shape;151;g2ce718e20f2_0_76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152" name="Google Shape;152;g2ce718e20f2_0_768"/>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53" name="Google Shape;153;g2ce718e20f2_0_76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7"/>
        <p:cNvGrpSpPr/>
        <p:nvPr/>
      </p:nvGrpSpPr>
      <p:grpSpPr>
        <a:xfrm>
          <a:off x="0" y="0"/>
          <a:ext cx="0" cy="0"/>
          <a:chOff x="0" y="0"/>
          <a:chExt cx="0" cy="0"/>
        </a:xfrm>
      </p:grpSpPr>
      <p:sp>
        <p:nvSpPr>
          <p:cNvPr id="188" name="Google Shape;188;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9" name="Google Shape;189;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26b641b03cd_0_260"/>
          <p:cNvSpPr>
            <a:spLocks noGrp="1"/>
          </p:cNvSpPr>
          <p:nvPr>
            <p:ph type="pic" idx="2"/>
          </p:nvPr>
        </p:nvSpPr>
        <p:spPr>
          <a:xfrm>
            <a:off x="960225" y="1993200"/>
            <a:ext cx="2946000" cy="1949700"/>
          </a:xfrm>
          <a:prstGeom prst="roundRect">
            <a:avLst>
              <a:gd name="adj" fmla="val 16667"/>
            </a:avLst>
          </a:prstGeom>
          <a:noFill/>
          <a:ln>
            <a:noFill/>
          </a:ln>
        </p:spPr>
      </p:sp>
      <p:pic>
        <p:nvPicPr>
          <p:cNvPr id="193" name="Google Shape;193;g26b641b03cd_0_260"/>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6274"/>
              </a:srgbClr>
            </a:outerShdw>
          </a:effectLst>
        </p:spPr>
      </p:pic>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8" name="Google Shape;198;g26b641b03cd_0_260"/>
          <p:cNvGrpSpPr/>
          <p:nvPr/>
        </p:nvGrpSpPr>
        <p:grpSpPr>
          <a:xfrm>
            <a:off x="-36800" y="-52000"/>
            <a:ext cx="9236100" cy="543600"/>
            <a:chOff x="-36800" y="-52000"/>
            <a:chExt cx="9236100" cy="543600"/>
          </a:xfrm>
        </p:grpSpPr>
        <p:sp>
          <p:nvSpPr>
            <p:cNvPr id="199" name="Google Shape;19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0" name="Google Shape;200;g26b641b03cd_0_260"/>
            <p:cNvGrpSpPr/>
            <p:nvPr/>
          </p:nvGrpSpPr>
          <p:grpSpPr>
            <a:xfrm>
              <a:off x="5905920" y="88100"/>
              <a:ext cx="1337400" cy="403500"/>
              <a:chOff x="565600" y="88250"/>
              <a:chExt cx="1337400" cy="403500"/>
            </a:xfrm>
          </p:grpSpPr>
          <p:sp>
            <p:nvSpPr>
              <p:cNvPr id="201" name="Google Shape;201;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02" name="Google Shape;202;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03" name="Google Shape;203;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2</a:t>
              </a:r>
              <a:endParaRPr sz="1500" b="1" i="0" u="none" strike="noStrike" cap="none">
                <a:solidFill>
                  <a:srgbClr val="9FC5E8"/>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4</a:t>
              </a:r>
              <a:endParaRPr sz="1300" b="1"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a:t>
              </a:r>
              <a:endParaRPr sz="1300" b="1" i="0" u="none" strike="noStrike" cap="non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FFFFFF"/>
                  </a:solidFill>
                  <a:latin typeface="Poppins SemiBold"/>
                  <a:ea typeface="Poppins SemiBold"/>
                  <a:cs typeface="Poppins SemiBold"/>
                  <a:sym typeface="Poppins SemiBold"/>
                </a:rPr>
                <a:t>Phase 5.5</a:t>
              </a:r>
              <a:endParaRPr sz="1300" b="1" i="0" u="none" strike="noStrike" cap="none">
                <a:solidFill>
                  <a:srgbClr val="FFFFFF"/>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6</a:t>
              </a:r>
              <a:endParaRPr sz="1300" b="1"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1" name="Google Shape;211;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3</a:t>
              </a:r>
              <a:endParaRPr sz="1300" b="1"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4"/>
        <p:cNvGrpSpPr/>
        <p:nvPr/>
      </p:nvGrpSpPr>
      <p:grpSpPr>
        <a:xfrm>
          <a:off x="0" y="0"/>
          <a:ext cx="0" cy="0"/>
          <a:chOff x="0" y="0"/>
          <a:chExt cx="0" cy="0"/>
        </a:xfrm>
      </p:grpSpPr>
      <p:sp>
        <p:nvSpPr>
          <p:cNvPr id="215" name="Google Shape;215;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6" name="Google Shape;216;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17" name="Google Shape;217;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218" name="Google Shape;218;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9" name="Google Shape;219;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0" name="Google Shape;220;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1" name="Google Shape;221;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2" name="Google Shape;222;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3" name="Google Shape;223;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4" name="Google Shape;224;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5" name="Google Shape;225;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6" name="Google Shape;226;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7" name="Google Shape;227;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9" name="Google Shape;229;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0" name="Google Shape;230;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34" name="Google Shape;234;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5" name="Google Shape;235;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6" name="Google Shape;236;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37" name="Google Shape;237;g2c235dd0dad_1_87"/>
          <p:cNvGrpSpPr/>
          <p:nvPr/>
        </p:nvGrpSpPr>
        <p:grpSpPr>
          <a:xfrm>
            <a:off x="662575" y="6212475"/>
            <a:ext cx="586800" cy="571500"/>
            <a:chOff x="662575" y="6212475"/>
            <a:chExt cx="586800" cy="571500"/>
          </a:xfrm>
        </p:grpSpPr>
        <p:sp>
          <p:nvSpPr>
            <p:cNvPr id="238" name="Google Shape;238;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1" name="Google Shape;241;g2c235dd0dad_1_87"/>
          <p:cNvGrpSpPr/>
          <p:nvPr/>
        </p:nvGrpSpPr>
        <p:grpSpPr>
          <a:xfrm>
            <a:off x="7894350" y="6212475"/>
            <a:ext cx="586800" cy="571500"/>
            <a:chOff x="7894350" y="6212475"/>
            <a:chExt cx="586800" cy="571500"/>
          </a:xfrm>
        </p:grpSpPr>
        <p:sp>
          <p:nvSpPr>
            <p:cNvPr id="242" name="Google Shape;242;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5"/>
        <p:cNvGrpSpPr/>
        <p:nvPr/>
      </p:nvGrpSpPr>
      <p:grpSpPr>
        <a:xfrm>
          <a:off x="0" y="0"/>
          <a:ext cx="0" cy="0"/>
          <a:chOff x="0" y="0"/>
          <a:chExt cx="0" cy="0"/>
        </a:xfrm>
      </p:grpSpPr>
      <p:sp>
        <p:nvSpPr>
          <p:cNvPr id="246" name="Google Shape;246;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47" name="Google Shape;247;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48" name="Google Shape;248;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9" name="Google Shape;249;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0" name="Google Shape;250;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1" name="Google Shape;251;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2" name="Google Shape;252;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3" name="Google Shape;253;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4" name="Google Shape;254;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5" name="Google Shape;255;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8" name="Google Shape;258;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2" name="Google Shape;262;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63" name="Google Shape;263;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4" name="Google Shape;264;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66" name="Google Shape;266;g1f3daf8a844_0_32"/>
          <p:cNvGrpSpPr/>
          <p:nvPr/>
        </p:nvGrpSpPr>
        <p:grpSpPr>
          <a:xfrm>
            <a:off x="662575" y="6212475"/>
            <a:ext cx="586800" cy="571500"/>
            <a:chOff x="662575" y="6212475"/>
            <a:chExt cx="586800" cy="571500"/>
          </a:xfrm>
        </p:grpSpPr>
        <p:sp>
          <p:nvSpPr>
            <p:cNvPr id="267" name="Google Shape;267;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1f3daf8a844_0_32"/>
          <p:cNvGrpSpPr/>
          <p:nvPr/>
        </p:nvGrpSpPr>
        <p:grpSpPr>
          <a:xfrm>
            <a:off x="7894350" y="6212475"/>
            <a:ext cx="586800" cy="571500"/>
            <a:chOff x="7894350" y="6212475"/>
            <a:chExt cx="586800" cy="571500"/>
          </a:xfrm>
        </p:grpSpPr>
        <p:sp>
          <p:nvSpPr>
            <p:cNvPr id="271" name="Google Shape;271;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4"/>
        <p:cNvGrpSpPr/>
        <p:nvPr/>
      </p:nvGrpSpPr>
      <p:grpSpPr>
        <a:xfrm>
          <a:off x="0" y="0"/>
          <a:ext cx="0" cy="0"/>
          <a:chOff x="0" y="0"/>
          <a:chExt cx="0" cy="0"/>
        </a:xfrm>
      </p:grpSpPr>
      <p:sp>
        <p:nvSpPr>
          <p:cNvPr id="275" name="Google Shape;275;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6" name="Google Shape;276;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77" name="Google Shape;277;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0" name="Google Shape;280;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1" name="Google Shape;281;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2" name="Google Shape;282;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3" name="Google Shape;283;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84" name="Google Shape;284;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6" name="Google Shape;286;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0" name="Google Shape;290;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91" name="Google Shape;291;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2" name="Google Shape;292;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94" name="Google Shape;294;g2c157a2fb06_0_53"/>
          <p:cNvGrpSpPr/>
          <p:nvPr/>
        </p:nvGrpSpPr>
        <p:grpSpPr>
          <a:xfrm>
            <a:off x="662575" y="6212475"/>
            <a:ext cx="586800" cy="571500"/>
            <a:chOff x="662575" y="6212475"/>
            <a:chExt cx="586800" cy="571500"/>
          </a:xfrm>
        </p:grpSpPr>
        <p:sp>
          <p:nvSpPr>
            <p:cNvPr id="295" name="Google Shape;295;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8" name="Google Shape;298;g2c157a2fb06_0_53"/>
          <p:cNvGrpSpPr/>
          <p:nvPr/>
        </p:nvGrpSpPr>
        <p:grpSpPr>
          <a:xfrm>
            <a:off x="7894350" y="6212475"/>
            <a:ext cx="586800" cy="571500"/>
            <a:chOff x="7894350" y="6212475"/>
            <a:chExt cx="586800" cy="571500"/>
          </a:xfrm>
        </p:grpSpPr>
        <p:sp>
          <p:nvSpPr>
            <p:cNvPr id="299" name="Google Shape;299;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02"/>
        <p:cNvGrpSpPr/>
        <p:nvPr/>
      </p:nvGrpSpPr>
      <p:grpSpPr>
        <a:xfrm>
          <a:off x="0" y="0"/>
          <a:ext cx="0" cy="0"/>
          <a:chOff x="0" y="0"/>
          <a:chExt cx="0" cy="0"/>
        </a:xfrm>
      </p:grpSpPr>
      <p:pic>
        <p:nvPicPr>
          <p:cNvPr id="303" name="Google Shape;30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4" name="Google Shape;304;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5" name="Google Shape;305;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1" name="Google Shape;311;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312" name="Google Shape;312;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4" name="Google Shape;314;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5" name="Google Shape;315;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8" name="Google Shape;318;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19" name="Google Shape;319;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0" name="Google Shape;320;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1" name="Google Shape;321;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22" name="Google Shape;322;g2c157a2fb06_0_158"/>
          <p:cNvGrpSpPr/>
          <p:nvPr/>
        </p:nvGrpSpPr>
        <p:grpSpPr>
          <a:xfrm>
            <a:off x="662575" y="6212475"/>
            <a:ext cx="586800" cy="571500"/>
            <a:chOff x="662575" y="6212475"/>
            <a:chExt cx="586800" cy="571500"/>
          </a:xfrm>
        </p:grpSpPr>
        <p:sp>
          <p:nvSpPr>
            <p:cNvPr id="323" name="Google Shape;323;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6" name="Google Shape;326;g2c157a2fb06_0_158"/>
          <p:cNvGrpSpPr/>
          <p:nvPr/>
        </p:nvGrpSpPr>
        <p:grpSpPr>
          <a:xfrm>
            <a:off x="7894350" y="6212475"/>
            <a:ext cx="586800" cy="571500"/>
            <a:chOff x="7894350" y="6212475"/>
            <a:chExt cx="586800" cy="571500"/>
          </a:xfrm>
        </p:grpSpPr>
        <p:sp>
          <p:nvSpPr>
            <p:cNvPr id="327" name="Google Shape;327;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30"/>
        <p:cNvGrpSpPr/>
        <p:nvPr/>
      </p:nvGrpSpPr>
      <p:grpSpPr>
        <a:xfrm>
          <a:off x="0" y="0"/>
          <a:ext cx="0" cy="0"/>
          <a:chOff x="0" y="0"/>
          <a:chExt cx="0" cy="0"/>
        </a:xfrm>
      </p:grpSpPr>
      <p:sp>
        <p:nvSpPr>
          <p:cNvPr id="331" name="Google Shape;331;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2" name="Google Shape;332;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33" name="Google Shape;333;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7" name="Google Shape;337;g2c157a2fb06_0_263"/>
          <p:cNvSpPr>
            <a:spLocks noGrp="1"/>
          </p:cNvSpPr>
          <p:nvPr>
            <p:ph type="pic" idx="5"/>
          </p:nvPr>
        </p:nvSpPr>
        <p:spPr>
          <a:xfrm>
            <a:off x="5086375" y="4412425"/>
            <a:ext cx="2668800" cy="1291500"/>
          </a:xfrm>
          <a:prstGeom prst="rect">
            <a:avLst/>
          </a:prstGeom>
          <a:noFill/>
          <a:ln>
            <a:noFill/>
          </a:ln>
        </p:spPr>
      </p:sp>
      <p:sp>
        <p:nvSpPr>
          <p:cNvPr id="338" name="Google Shape;338;g2c157a2fb06_0_263"/>
          <p:cNvSpPr>
            <a:spLocks noGrp="1"/>
          </p:cNvSpPr>
          <p:nvPr>
            <p:ph type="pic" idx="6"/>
          </p:nvPr>
        </p:nvSpPr>
        <p:spPr>
          <a:xfrm>
            <a:off x="5086375" y="797675"/>
            <a:ext cx="2668800" cy="1291500"/>
          </a:xfrm>
          <a:prstGeom prst="rect">
            <a:avLst/>
          </a:prstGeom>
          <a:noFill/>
          <a:ln>
            <a:noFill/>
          </a:ln>
        </p:spPr>
      </p:sp>
      <p:sp>
        <p:nvSpPr>
          <p:cNvPr id="339" name="Google Shape;339;g2c157a2fb06_0_263"/>
          <p:cNvSpPr>
            <a:spLocks noGrp="1"/>
          </p:cNvSpPr>
          <p:nvPr>
            <p:ph type="pic" idx="7"/>
          </p:nvPr>
        </p:nvSpPr>
        <p:spPr>
          <a:xfrm>
            <a:off x="5086375" y="2002592"/>
            <a:ext cx="2668800" cy="1291500"/>
          </a:xfrm>
          <a:prstGeom prst="rect">
            <a:avLst/>
          </a:prstGeom>
          <a:noFill/>
          <a:ln>
            <a:noFill/>
          </a:ln>
        </p:spPr>
      </p:sp>
      <p:sp>
        <p:nvSpPr>
          <p:cNvPr id="340" name="Google Shape;340;g2c157a2fb06_0_263"/>
          <p:cNvSpPr>
            <a:spLocks noGrp="1"/>
          </p:cNvSpPr>
          <p:nvPr>
            <p:ph type="pic" idx="8"/>
          </p:nvPr>
        </p:nvSpPr>
        <p:spPr>
          <a:xfrm>
            <a:off x="5086375" y="3207508"/>
            <a:ext cx="2668800" cy="1291500"/>
          </a:xfrm>
          <a:prstGeom prst="rect">
            <a:avLst/>
          </a:prstGeom>
          <a:noFill/>
          <a:ln>
            <a:noFill/>
          </a:ln>
        </p:spPr>
      </p:sp>
      <p:sp>
        <p:nvSpPr>
          <p:cNvPr id="341" name="Google Shape;341;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263"/>
          <p:cNvGrpSpPr/>
          <p:nvPr/>
        </p:nvGrpSpPr>
        <p:grpSpPr>
          <a:xfrm>
            <a:off x="662575" y="6212475"/>
            <a:ext cx="586800" cy="571500"/>
            <a:chOff x="662575" y="6212475"/>
            <a:chExt cx="586800" cy="571500"/>
          </a:xfrm>
        </p:grpSpPr>
        <p:sp>
          <p:nvSpPr>
            <p:cNvPr id="354" name="Google Shape;35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263"/>
          <p:cNvGrpSpPr/>
          <p:nvPr/>
        </p:nvGrpSpPr>
        <p:grpSpPr>
          <a:xfrm>
            <a:off x="7894350" y="6212475"/>
            <a:ext cx="586800" cy="571500"/>
            <a:chOff x="7894350" y="6212475"/>
            <a:chExt cx="586800" cy="571500"/>
          </a:xfrm>
        </p:grpSpPr>
        <p:sp>
          <p:nvSpPr>
            <p:cNvPr id="358" name="Google Shape;35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1"/>
        <p:cNvGrpSpPr/>
        <p:nvPr/>
      </p:nvGrpSpPr>
      <p:grpSpPr>
        <a:xfrm>
          <a:off x="0" y="0"/>
          <a:ext cx="0" cy="0"/>
          <a:chOff x="0" y="0"/>
          <a:chExt cx="0" cy="0"/>
        </a:xfrm>
      </p:grpSpPr>
      <p:cxnSp>
        <p:nvCxnSpPr>
          <p:cNvPr id="362" name="Google Shape;362;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4" name="Google Shape;364;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5" name="Google Shape;365;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6" name="Google Shape;366;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67" name="Google Shape;367;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467"/>
          <p:cNvGrpSpPr/>
          <p:nvPr/>
        </p:nvGrpSpPr>
        <p:grpSpPr>
          <a:xfrm>
            <a:off x="662575" y="6212475"/>
            <a:ext cx="586800" cy="571500"/>
            <a:chOff x="662575" y="6212475"/>
            <a:chExt cx="586800" cy="571500"/>
          </a:xfrm>
        </p:grpSpPr>
        <p:sp>
          <p:nvSpPr>
            <p:cNvPr id="380" name="Google Shape;38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467"/>
          <p:cNvGrpSpPr/>
          <p:nvPr/>
        </p:nvGrpSpPr>
        <p:grpSpPr>
          <a:xfrm>
            <a:off x="7894350" y="6212475"/>
            <a:ext cx="586800" cy="571500"/>
            <a:chOff x="7894350" y="6212475"/>
            <a:chExt cx="586800" cy="571500"/>
          </a:xfrm>
        </p:grpSpPr>
        <p:sp>
          <p:nvSpPr>
            <p:cNvPr id="384" name="Google Shape;38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92" name="Google Shape;392;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3" name="Google Shape;393;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629"/>
          <p:cNvGrpSpPr/>
          <p:nvPr/>
        </p:nvGrpSpPr>
        <p:grpSpPr>
          <a:xfrm>
            <a:off x="662575" y="6212475"/>
            <a:ext cx="586800" cy="571500"/>
            <a:chOff x="662575" y="6212475"/>
            <a:chExt cx="586800" cy="571500"/>
          </a:xfrm>
        </p:grpSpPr>
        <p:sp>
          <p:nvSpPr>
            <p:cNvPr id="406" name="Google Shape;40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629"/>
          <p:cNvGrpSpPr/>
          <p:nvPr/>
        </p:nvGrpSpPr>
        <p:grpSpPr>
          <a:xfrm>
            <a:off x="7894350" y="6212475"/>
            <a:ext cx="586800" cy="571500"/>
            <a:chOff x="7894350" y="6212475"/>
            <a:chExt cx="586800" cy="571500"/>
          </a:xfrm>
        </p:grpSpPr>
        <p:sp>
          <p:nvSpPr>
            <p:cNvPr id="410" name="Google Shape;41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3"/>
        <p:cNvGrpSpPr/>
        <p:nvPr/>
      </p:nvGrpSpPr>
      <p:grpSpPr>
        <a:xfrm>
          <a:off x="0" y="0"/>
          <a:ext cx="0" cy="0"/>
          <a:chOff x="0" y="0"/>
          <a:chExt cx="0" cy="0"/>
        </a:xfrm>
      </p:grpSpPr>
      <p:cxnSp>
        <p:nvCxnSpPr>
          <p:cNvPr id="414" name="Google Shape;414;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798"/>
          <p:cNvGrpSpPr/>
          <p:nvPr/>
        </p:nvGrpSpPr>
        <p:grpSpPr>
          <a:xfrm>
            <a:off x="662575" y="6212475"/>
            <a:ext cx="586800" cy="571500"/>
            <a:chOff x="662575" y="6212475"/>
            <a:chExt cx="586800" cy="571500"/>
          </a:xfrm>
        </p:grpSpPr>
        <p:sp>
          <p:nvSpPr>
            <p:cNvPr id="433" name="Google Shape;433;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798"/>
          <p:cNvGrpSpPr/>
          <p:nvPr/>
        </p:nvGrpSpPr>
        <p:grpSpPr>
          <a:xfrm>
            <a:off x="7894350" y="6212475"/>
            <a:ext cx="586800" cy="571500"/>
            <a:chOff x="7894350" y="6212475"/>
            <a:chExt cx="586800" cy="571500"/>
          </a:xfrm>
        </p:grpSpPr>
        <p:sp>
          <p:nvSpPr>
            <p:cNvPr id="437" name="Google Shape;437;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2" name="Google Shape;44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3" name="Google Shape;44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4" name="Google Shape;44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5" name="Google Shape;44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47" name="Google Shape;44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8" name="Google Shape;44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49" name="Google Shape;449;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1" name="Google Shape;451;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2" name="Google Shape;452;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5" name="Google Shape;455;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56" name="Google Shape;456;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57" name="Google Shape;457;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58" name="Google Shape;458;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72" name="Google Shape;47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3" name="Google Shape;473;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6" name="Google Shape;47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8" name="Google Shape;47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0" name="Google Shape;48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7" name="Google Shape;48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88" name="Google Shape;488;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0" name="Google Shape;490;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4" name="Google Shape;494;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95" name="Google Shape;495;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96" name="Google Shape;496;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97" name="Google Shape;497;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98" name="Google Shape;498;g2c157a2fb06_0_700"/>
          <p:cNvGrpSpPr/>
          <p:nvPr/>
        </p:nvGrpSpPr>
        <p:grpSpPr>
          <a:xfrm>
            <a:off x="662575" y="6212475"/>
            <a:ext cx="586800" cy="571500"/>
            <a:chOff x="662575" y="6212475"/>
            <a:chExt cx="586800" cy="571500"/>
          </a:xfrm>
        </p:grpSpPr>
        <p:sp>
          <p:nvSpPr>
            <p:cNvPr id="499" name="Google Shape;49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2" name="Google Shape;502;g2c157a2fb06_0_700"/>
          <p:cNvGrpSpPr/>
          <p:nvPr/>
        </p:nvGrpSpPr>
        <p:grpSpPr>
          <a:xfrm>
            <a:off x="7894350" y="6212475"/>
            <a:ext cx="586800" cy="571500"/>
            <a:chOff x="7894350" y="6212475"/>
            <a:chExt cx="586800" cy="571500"/>
          </a:xfrm>
        </p:grpSpPr>
        <p:sp>
          <p:nvSpPr>
            <p:cNvPr id="503" name="Google Shape;50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6"/>
        <p:cNvGrpSpPr/>
        <p:nvPr/>
      </p:nvGrpSpPr>
      <p:grpSpPr>
        <a:xfrm>
          <a:off x="0" y="0"/>
          <a:ext cx="0" cy="0"/>
          <a:chOff x="0" y="0"/>
          <a:chExt cx="0" cy="0"/>
        </a:xfrm>
      </p:grpSpPr>
      <p:sp>
        <p:nvSpPr>
          <p:cNvPr id="507" name="Google Shape;50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508" name="Google Shape;50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5" name="Google Shape;51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6" name="Google Shape;51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7" name="Google Shape;51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8" name="Google Shape;518;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6" name="Google Shape;526;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7" name="Google Shape;527;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9" name="Google Shape;529;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3" name="Google Shape;533;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34" name="Google Shape;534;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35" name="Google Shape;535;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36" name="Google Shape;536;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37" name="Google Shape;537;g2c157a2fb06_0_932"/>
          <p:cNvGrpSpPr/>
          <p:nvPr/>
        </p:nvGrpSpPr>
        <p:grpSpPr>
          <a:xfrm>
            <a:off x="662575" y="6212475"/>
            <a:ext cx="586800" cy="571500"/>
            <a:chOff x="662575" y="6212475"/>
            <a:chExt cx="586800" cy="571500"/>
          </a:xfrm>
        </p:grpSpPr>
        <p:sp>
          <p:nvSpPr>
            <p:cNvPr id="538" name="Google Shape;53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1" name="Google Shape;541;g2c157a2fb06_0_932"/>
          <p:cNvGrpSpPr/>
          <p:nvPr/>
        </p:nvGrpSpPr>
        <p:grpSpPr>
          <a:xfrm>
            <a:off x="7894350" y="6212475"/>
            <a:ext cx="586800" cy="571500"/>
            <a:chOff x="7894350" y="6212475"/>
            <a:chExt cx="586800" cy="571500"/>
          </a:xfrm>
        </p:grpSpPr>
        <p:sp>
          <p:nvSpPr>
            <p:cNvPr id="542" name="Google Shape;54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5"/>
        <p:cNvGrpSpPr/>
        <p:nvPr/>
      </p:nvGrpSpPr>
      <p:grpSpPr>
        <a:xfrm>
          <a:off x="0" y="0"/>
          <a:ext cx="0" cy="0"/>
          <a:chOff x="0" y="0"/>
          <a:chExt cx="0" cy="0"/>
        </a:xfrm>
      </p:grpSpPr>
      <p:cxnSp>
        <p:nvCxnSpPr>
          <p:cNvPr id="546" name="Google Shape;54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7" name="Google Shape;54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8" name="Google Shape;54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8" name="Google Shape;55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59" name="Google Shape;559;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1" name="Google Shape;56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2" name="Google Shape;56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63" name="Google Shape;563;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5" name="Google Shape;565;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70" name="Google Shape;570;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71" name="Google Shape;571;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72" name="Google Shape;572;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73" name="Google Shape;573;g2c157a2fb06_0_1045"/>
          <p:cNvGrpSpPr/>
          <p:nvPr/>
        </p:nvGrpSpPr>
        <p:grpSpPr>
          <a:xfrm>
            <a:off x="662575" y="6212475"/>
            <a:ext cx="586800" cy="571500"/>
            <a:chOff x="662575" y="6212475"/>
            <a:chExt cx="586800" cy="571500"/>
          </a:xfrm>
        </p:grpSpPr>
        <p:sp>
          <p:nvSpPr>
            <p:cNvPr id="574" name="Google Shape;57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7" name="Google Shape;577;g2c157a2fb06_0_1045"/>
          <p:cNvGrpSpPr/>
          <p:nvPr/>
        </p:nvGrpSpPr>
        <p:grpSpPr>
          <a:xfrm>
            <a:off x="7894350" y="6212475"/>
            <a:ext cx="586800" cy="571500"/>
            <a:chOff x="7894350" y="6212475"/>
            <a:chExt cx="586800" cy="571500"/>
          </a:xfrm>
        </p:grpSpPr>
        <p:sp>
          <p:nvSpPr>
            <p:cNvPr id="578" name="Google Shape;57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1"/>
        <p:cNvGrpSpPr/>
        <p:nvPr/>
      </p:nvGrpSpPr>
      <p:grpSpPr>
        <a:xfrm>
          <a:off x="0" y="0"/>
          <a:ext cx="0" cy="0"/>
          <a:chOff x="0" y="0"/>
          <a:chExt cx="0" cy="0"/>
        </a:xfrm>
      </p:grpSpPr>
      <p:sp>
        <p:nvSpPr>
          <p:cNvPr id="582" name="Google Shape;582;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3" name="Google Shape;583;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7" name="Google Shape;587;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8" name="Google Shape;588;g2c157a2fb06_0_1110"/>
          <p:cNvGrpSpPr/>
          <p:nvPr/>
        </p:nvGrpSpPr>
        <p:grpSpPr>
          <a:xfrm>
            <a:off x="5806200" y="1807463"/>
            <a:ext cx="756300" cy="146700"/>
            <a:chOff x="5806200" y="1807463"/>
            <a:chExt cx="756300" cy="146700"/>
          </a:xfrm>
        </p:grpSpPr>
        <p:sp>
          <p:nvSpPr>
            <p:cNvPr id="589" name="Google Shape;58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2" name="Google Shape;592;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3" name="Google Shape;593;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4" name="Google Shape;594;g2c157a2fb06_0_1110"/>
          <p:cNvGrpSpPr/>
          <p:nvPr/>
        </p:nvGrpSpPr>
        <p:grpSpPr>
          <a:xfrm>
            <a:off x="5806200" y="2842438"/>
            <a:ext cx="756300" cy="146700"/>
            <a:chOff x="5806200" y="1807463"/>
            <a:chExt cx="756300" cy="146700"/>
          </a:xfrm>
        </p:grpSpPr>
        <p:sp>
          <p:nvSpPr>
            <p:cNvPr id="595" name="Google Shape;595;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5806200" y="3877413"/>
            <a:ext cx="756300" cy="146700"/>
            <a:chOff x="5806200" y="1807463"/>
            <a:chExt cx="756300" cy="146700"/>
          </a:xfrm>
        </p:grpSpPr>
        <p:sp>
          <p:nvSpPr>
            <p:cNvPr id="599" name="Google Shape;59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4" name="Google Shape;604;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8" name="Google Shape;608;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609" name="Google Shape;609;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610" name="Google Shape;610;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611" name="Google Shape;611;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612" name="Google Shape;612;g2c157a2fb06_0_1110"/>
          <p:cNvGrpSpPr/>
          <p:nvPr/>
        </p:nvGrpSpPr>
        <p:grpSpPr>
          <a:xfrm>
            <a:off x="662575" y="6212475"/>
            <a:ext cx="586800" cy="571500"/>
            <a:chOff x="662575" y="6212475"/>
            <a:chExt cx="586800" cy="571500"/>
          </a:xfrm>
        </p:grpSpPr>
        <p:sp>
          <p:nvSpPr>
            <p:cNvPr id="613" name="Google Shape;61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7894350" y="6212475"/>
            <a:ext cx="586800" cy="571500"/>
            <a:chOff x="7894350" y="6212475"/>
            <a:chExt cx="586800" cy="571500"/>
          </a:xfrm>
        </p:grpSpPr>
        <p:sp>
          <p:nvSpPr>
            <p:cNvPr id="617" name="Google Shape;61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0"/>
        <p:cNvGrpSpPr/>
        <p:nvPr/>
      </p:nvGrpSpPr>
      <p:grpSpPr>
        <a:xfrm>
          <a:off x="0" y="0"/>
          <a:ext cx="0" cy="0"/>
          <a:chOff x="0" y="0"/>
          <a:chExt cx="0" cy="0"/>
        </a:xfrm>
      </p:grpSpPr>
      <p:sp>
        <p:nvSpPr>
          <p:cNvPr id="621" name="Google Shape;621;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5" name="Google Shape;625;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28" name="Google Shape;628;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29" name="Google Shape;629;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0" name="Google Shape;630;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1" name="Google Shape;631;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4" name="Google Shape;634;p30"/>
          <p:cNvGrpSpPr/>
          <p:nvPr/>
        </p:nvGrpSpPr>
        <p:grpSpPr>
          <a:xfrm>
            <a:off x="6022940" y="5341706"/>
            <a:ext cx="594501" cy="305904"/>
            <a:chOff x="5672081" y="1914352"/>
            <a:chExt cx="792668" cy="305904"/>
          </a:xfrm>
        </p:grpSpPr>
        <p:sp>
          <p:nvSpPr>
            <p:cNvPr id="635" name="Google Shape;635;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6" name="Google Shape;636;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37" name="Google Shape;637;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38" name="Google Shape;638;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47" name="Google Shape;647;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5" name="Google Shape;655;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56" name="Google Shape;656;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57" name="Google Shape;657;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58" name="Google Shape;658;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1" name="Google Shape;661;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2" name="Google Shape;662;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4" name="Google Shape;664;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5" name="Google Shape;665;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66"/>
        <p:cNvGrpSpPr/>
        <p:nvPr/>
      </p:nvGrpSpPr>
      <p:grpSpPr>
        <a:xfrm>
          <a:off x="0" y="0"/>
          <a:ext cx="0" cy="0"/>
          <a:chOff x="0" y="0"/>
          <a:chExt cx="0" cy="0"/>
        </a:xfrm>
      </p:grpSpPr>
      <p:sp>
        <p:nvSpPr>
          <p:cNvPr id="667" name="Google Shape;667;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8" name="Google Shape;668;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69" name="Google Shape;669;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0"/>
        <p:cNvGrpSpPr/>
        <p:nvPr/>
      </p:nvGrpSpPr>
      <p:grpSpPr>
        <a:xfrm>
          <a:off x="0" y="0"/>
          <a:ext cx="0" cy="0"/>
          <a:chOff x="0" y="0"/>
          <a:chExt cx="0" cy="0"/>
        </a:xfrm>
      </p:grpSpPr>
      <p:sp>
        <p:nvSpPr>
          <p:cNvPr id="671" name="Google Shape;671;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3" name="Google Shape;673;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image" Target="../media/image11.png"/><Relationship Id="rId7" Type="http://schemas.openxmlformats.org/officeDocument/2006/relationships/image" Target="../media/image14.png"/><Relationship Id="rId12"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slide" Target="slide12.xml"/><Relationship Id="rId5" Type="http://schemas.openxmlformats.org/officeDocument/2006/relationships/image" Target="../media/image12.png"/><Relationship Id="rId10" Type="http://schemas.openxmlformats.org/officeDocument/2006/relationships/slide" Target="slide21.xml"/><Relationship Id="rId4" Type="http://schemas.openxmlformats.org/officeDocument/2006/relationships/image" Target="../media/image10.png"/><Relationship Id="rId9"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15.png"/><Relationship Id="rId21" Type="http://schemas.openxmlformats.org/officeDocument/2006/relationships/image" Target="../media/image33.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5" Type="http://schemas.openxmlformats.org/officeDocument/2006/relationships/image" Target="../media/image37.png"/><Relationship Id="rId2" Type="http://schemas.openxmlformats.org/officeDocument/2006/relationships/notesSlide" Target="../notesSlides/notesSlide3.xml"/><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Layout" Target="../slideLayouts/slideLayout3.xml"/><Relationship Id="rId6" Type="http://schemas.openxmlformats.org/officeDocument/2006/relationships/image" Target="../media/image18.png"/><Relationship Id="rId11" Type="http://schemas.openxmlformats.org/officeDocument/2006/relationships/image" Target="../media/image23.png"/><Relationship Id="rId24" Type="http://schemas.openxmlformats.org/officeDocument/2006/relationships/image" Target="../media/image36.png"/><Relationship Id="rId5" Type="http://schemas.openxmlformats.org/officeDocument/2006/relationships/image" Target="../media/image17.png"/><Relationship Id="rId15" Type="http://schemas.openxmlformats.org/officeDocument/2006/relationships/image" Target="../media/image27.png"/><Relationship Id="rId23" Type="http://schemas.openxmlformats.org/officeDocument/2006/relationships/image" Target="../media/image35.png"/><Relationship Id="rId10" Type="http://schemas.openxmlformats.org/officeDocument/2006/relationships/image" Target="../media/image22.png"/><Relationship Id="rId19" Type="http://schemas.openxmlformats.org/officeDocument/2006/relationships/image" Target="../media/image31.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 Id="rId22" Type="http://schemas.openxmlformats.org/officeDocument/2006/relationships/image" Target="../media/image34.png"/></Relationships>
</file>

<file path=ppt/slides/_rels/slide4.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18" Type="http://schemas.openxmlformats.org/officeDocument/2006/relationships/image" Target="../media/image52.png"/><Relationship Id="rId26" Type="http://schemas.openxmlformats.org/officeDocument/2006/relationships/image" Target="../media/image60.png"/><Relationship Id="rId3" Type="http://schemas.openxmlformats.org/officeDocument/2006/relationships/image" Target="../media/image38.png"/><Relationship Id="rId21" Type="http://schemas.openxmlformats.org/officeDocument/2006/relationships/image" Target="../media/image55.png"/><Relationship Id="rId7" Type="http://schemas.openxmlformats.org/officeDocument/2006/relationships/image" Target="../media/image42.png"/><Relationship Id="rId12" Type="http://schemas.openxmlformats.org/officeDocument/2006/relationships/image" Target="../media/image47.png"/><Relationship Id="rId17" Type="http://schemas.openxmlformats.org/officeDocument/2006/relationships/image" Target="../media/image51.png"/><Relationship Id="rId25" Type="http://schemas.openxmlformats.org/officeDocument/2006/relationships/image" Target="../media/image59.png"/><Relationship Id="rId2" Type="http://schemas.openxmlformats.org/officeDocument/2006/relationships/notesSlide" Target="../notesSlides/notesSlide4.xml"/><Relationship Id="rId16" Type="http://schemas.openxmlformats.org/officeDocument/2006/relationships/image" Target="../media/image10.png"/><Relationship Id="rId20" Type="http://schemas.openxmlformats.org/officeDocument/2006/relationships/image" Target="../media/image54.png"/><Relationship Id="rId29" Type="http://schemas.openxmlformats.org/officeDocument/2006/relationships/image" Target="../media/image63.png"/><Relationship Id="rId1" Type="http://schemas.openxmlformats.org/officeDocument/2006/relationships/slideLayout" Target="../slideLayouts/slideLayout3.xml"/><Relationship Id="rId6" Type="http://schemas.openxmlformats.org/officeDocument/2006/relationships/image" Target="../media/image41.png"/><Relationship Id="rId11" Type="http://schemas.openxmlformats.org/officeDocument/2006/relationships/image" Target="../media/image46.png"/><Relationship Id="rId24" Type="http://schemas.openxmlformats.org/officeDocument/2006/relationships/image" Target="../media/image58.png"/><Relationship Id="rId5" Type="http://schemas.openxmlformats.org/officeDocument/2006/relationships/image" Target="../media/image40.png"/><Relationship Id="rId15" Type="http://schemas.openxmlformats.org/officeDocument/2006/relationships/image" Target="../media/image50.png"/><Relationship Id="rId23" Type="http://schemas.openxmlformats.org/officeDocument/2006/relationships/image" Target="../media/image57.png"/><Relationship Id="rId28" Type="http://schemas.openxmlformats.org/officeDocument/2006/relationships/image" Target="../media/image62.png"/><Relationship Id="rId10" Type="http://schemas.openxmlformats.org/officeDocument/2006/relationships/image" Target="../media/image45.png"/><Relationship Id="rId19" Type="http://schemas.openxmlformats.org/officeDocument/2006/relationships/image" Target="../media/image53.png"/><Relationship Id="rId31" Type="http://schemas.openxmlformats.org/officeDocument/2006/relationships/image" Target="../media/image65.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 Id="rId22" Type="http://schemas.openxmlformats.org/officeDocument/2006/relationships/image" Target="../media/image56.png"/><Relationship Id="rId27" Type="http://schemas.openxmlformats.org/officeDocument/2006/relationships/image" Target="../media/image61.png"/><Relationship Id="rId30" Type="http://schemas.openxmlformats.org/officeDocument/2006/relationships/image" Target="../media/image64.png"/></Relationships>
</file>

<file path=ppt/slides/_rels/slide5.xml.rels><?xml version="1.0" encoding="UTF-8" standalone="yes"?>
<Relationships xmlns="http://schemas.openxmlformats.org/package/2006/relationships"><Relationship Id="rId13" Type="http://schemas.openxmlformats.org/officeDocument/2006/relationships/image" Target="../media/image76.png"/><Relationship Id="rId18" Type="http://schemas.openxmlformats.org/officeDocument/2006/relationships/image" Target="../media/image81.png"/><Relationship Id="rId26" Type="http://schemas.openxmlformats.org/officeDocument/2006/relationships/image" Target="../media/image88.png"/><Relationship Id="rId39" Type="http://schemas.openxmlformats.org/officeDocument/2006/relationships/image" Target="../media/image100.png"/><Relationship Id="rId21" Type="http://schemas.openxmlformats.org/officeDocument/2006/relationships/image" Target="../media/image84.png"/><Relationship Id="rId34" Type="http://schemas.openxmlformats.org/officeDocument/2006/relationships/image" Target="../media/image96.png"/><Relationship Id="rId42" Type="http://schemas.openxmlformats.org/officeDocument/2006/relationships/image" Target="../media/image103.png"/><Relationship Id="rId7"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79.png"/><Relationship Id="rId20" Type="http://schemas.openxmlformats.org/officeDocument/2006/relationships/image" Target="../media/image83.png"/><Relationship Id="rId29" Type="http://schemas.openxmlformats.org/officeDocument/2006/relationships/image" Target="../media/image91.png"/><Relationship Id="rId41" Type="http://schemas.openxmlformats.org/officeDocument/2006/relationships/image" Target="../media/image102.png"/><Relationship Id="rId1" Type="http://schemas.openxmlformats.org/officeDocument/2006/relationships/slideLayout" Target="../slideLayouts/slideLayout3.xml"/><Relationship Id="rId6" Type="http://schemas.openxmlformats.org/officeDocument/2006/relationships/image" Target="../media/image69.png"/><Relationship Id="rId11" Type="http://schemas.openxmlformats.org/officeDocument/2006/relationships/image" Target="../media/image74.png"/><Relationship Id="rId24" Type="http://schemas.openxmlformats.org/officeDocument/2006/relationships/image" Target="../media/image86.png"/><Relationship Id="rId32" Type="http://schemas.openxmlformats.org/officeDocument/2006/relationships/image" Target="../media/image94.png"/><Relationship Id="rId37" Type="http://schemas.openxmlformats.org/officeDocument/2006/relationships/image" Target="../media/image9.png"/><Relationship Id="rId40" Type="http://schemas.openxmlformats.org/officeDocument/2006/relationships/image" Target="../media/image101.png"/><Relationship Id="rId5" Type="http://schemas.openxmlformats.org/officeDocument/2006/relationships/image" Target="../media/image68.png"/><Relationship Id="rId15" Type="http://schemas.openxmlformats.org/officeDocument/2006/relationships/image" Target="../media/image78.png"/><Relationship Id="rId23" Type="http://schemas.openxmlformats.org/officeDocument/2006/relationships/image" Target="../media/image85.png"/><Relationship Id="rId28" Type="http://schemas.openxmlformats.org/officeDocument/2006/relationships/image" Target="../media/image90.png"/><Relationship Id="rId36" Type="http://schemas.openxmlformats.org/officeDocument/2006/relationships/image" Target="../media/image98.png"/><Relationship Id="rId10" Type="http://schemas.openxmlformats.org/officeDocument/2006/relationships/image" Target="../media/image73.png"/><Relationship Id="rId19" Type="http://schemas.openxmlformats.org/officeDocument/2006/relationships/image" Target="../media/image82.png"/><Relationship Id="rId31" Type="http://schemas.openxmlformats.org/officeDocument/2006/relationships/image" Target="../media/image93.png"/><Relationship Id="rId4" Type="http://schemas.openxmlformats.org/officeDocument/2006/relationships/image" Target="../media/image67.png"/><Relationship Id="rId9" Type="http://schemas.openxmlformats.org/officeDocument/2006/relationships/image" Target="../media/image72.png"/><Relationship Id="rId14" Type="http://schemas.openxmlformats.org/officeDocument/2006/relationships/image" Target="../media/image77.png"/><Relationship Id="rId22" Type="http://schemas.openxmlformats.org/officeDocument/2006/relationships/image" Target="../media/image8.png"/><Relationship Id="rId27" Type="http://schemas.openxmlformats.org/officeDocument/2006/relationships/image" Target="../media/image89.png"/><Relationship Id="rId30" Type="http://schemas.openxmlformats.org/officeDocument/2006/relationships/image" Target="../media/image92.png"/><Relationship Id="rId35" Type="http://schemas.openxmlformats.org/officeDocument/2006/relationships/image" Target="../media/image97.png"/><Relationship Id="rId43" Type="http://schemas.openxmlformats.org/officeDocument/2006/relationships/image" Target="../media/image104.png"/><Relationship Id="rId8" Type="http://schemas.openxmlformats.org/officeDocument/2006/relationships/image" Target="../media/image71.png"/><Relationship Id="rId3" Type="http://schemas.openxmlformats.org/officeDocument/2006/relationships/image" Target="../media/image66.png"/><Relationship Id="rId12" Type="http://schemas.openxmlformats.org/officeDocument/2006/relationships/image" Target="../media/image75.png"/><Relationship Id="rId17" Type="http://schemas.openxmlformats.org/officeDocument/2006/relationships/image" Target="../media/image80.png"/><Relationship Id="rId25" Type="http://schemas.openxmlformats.org/officeDocument/2006/relationships/image" Target="../media/image87.png"/><Relationship Id="rId33" Type="http://schemas.openxmlformats.org/officeDocument/2006/relationships/image" Target="../media/image95.png"/><Relationship Id="rId38" Type="http://schemas.openxmlformats.org/officeDocument/2006/relationships/image" Target="../media/image99.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5.png"/><Relationship Id="rId7" Type="http://schemas.openxmlformats.org/officeDocument/2006/relationships/image" Target="../media/image109.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14.png"/><Relationship Id="rId13" Type="http://schemas.openxmlformats.org/officeDocument/2006/relationships/image" Target="../media/image119.png"/><Relationship Id="rId3" Type="http://schemas.openxmlformats.org/officeDocument/2006/relationships/image" Target="../media/image110.png"/><Relationship Id="rId7" Type="http://schemas.openxmlformats.org/officeDocument/2006/relationships/image" Target="../media/image113.png"/><Relationship Id="rId12" Type="http://schemas.openxmlformats.org/officeDocument/2006/relationships/image" Target="../media/image118.png"/><Relationship Id="rId2" Type="http://schemas.openxmlformats.org/officeDocument/2006/relationships/notesSlide" Target="../notesSlides/notesSlide7.xml"/><Relationship Id="rId16" Type="http://schemas.openxmlformats.org/officeDocument/2006/relationships/image" Target="../media/image122.png"/><Relationship Id="rId1" Type="http://schemas.openxmlformats.org/officeDocument/2006/relationships/slideLayout" Target="../slideLayouts/slideLayout3.xml"/><Relationship Id="rId6" Type="http://schemas.openxmlformats.org/officeDocument/2006/relationships/image" Target="../media/image112.png"/><Relationship Id="rId11" Type="http://schemas.openxmlformats.org/officeDocument/2006/relationships/image" Target="../media/image117.png"/><Relationship Id="rId5" Type="http://schemas.openxmlformats.org/officeDocument/2006/relationships/image" Target="../media/image111.png"/><Relationship Id="rId15" Type="http://schemas.openxmlformats.org/officeDocument/2006/relationships/image" Target="../media/image121.png"/><Relationship Id="rId10" Type="http://schemas.openxmlformats.org/officeDocument/2006/relationships/image" Target="../media/image116.png"/><Relationship Id="rId4" Type="http://schemas.openxmlformats.org/officeDocument/2006/relationships/image" Target="../media/image13.png"/><Relationship Id="rId9" Type="http://schemas.openxmlformats.org/officeDocument/2006/relationships/image" Target="../media/image115.png"/><Relationship Id="rId14" Type="http://schemas.openxmlformats.org/officeDocument/2006/relationships/image" Target="../media/image120.png"/></Relationships>
</file>

<file path=ppt/slides/_rels/slide8.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image" Target="../media/image133.png"/><Relationship Id="rId18" Type="http://schemas.openxmlformats.org/officeDocument/2006/relationships/image" Target="../media/image138.png"/><Relationship Id="rId26" Type="http://schemas.openxmlformats.org/officeDocument/2006/relationships/image" Target="../media/image146.png"/><Relationship Id="rId3" Type="http://schemas.openxmlformats.org/officeDocument/2006/relationships/image" Target="../media/image123.png"/><Relationship Id="rId21" Type="http://schemas.openxmlformats.org/officeDocument/2006/relationships/image" Target="../media/image141.png"/><Relationship Id="rId7" Type="http://schemas.openxmlformats.org/officeDocument/2006/relationships/image" Target="../media/image127.png"/><Relationship Id="rId12" Type="http://schemas.openxmlformats.org/officeDocument/2006/relationships/image" Target="../media/image132.png"/><Relationship Id="rId17" Type="http://schemas.openxmlformats.org/officeDocument/2006/relationships/image" Target="../media/image137.png"/><Relationship Id="rId25" Type="http://schemas.openxmlformats.org/officeDocument/2006/relationships/image" Target="../media/image145.png"/><Relationship Id="rId2" Type="http://schemas.openxmlformats.org/officeDocument/2006/relationships/notesSlide" Target="../notesSlides/notesSlide8.xml"/><Relationship Id="rId16" Type="http://schemas.openxmlformats.org/officeDocument/2006/relationships/image" Target="../media/image136.png"/><Relationship Id="rId20" Type="http://schemas.openxmlformats.org/officeDocument/2006/relationships/image" Target="../media/image140.png"/><Relationship Id="rId29" Type="http://schemas.openxmlformats.org/officeDocument/2006/relationships/image" Target="../media/image149.png"/><Relationship Id="rId1" Type="http://schemas.openxmlformats.org/officeDocument/2006/relationships/slideLayout" Target="../slideLayouts/slideLayout3.xml"/><Relationship Id="rId6" Type="http://schemas.openxmlformats.org/officeDocument/2006/relationships/image" Target="../media/image126.png"/><Relationship Id="rId11" Type="http://schemas.openxmlformats.org/officeDocument/2006/relationships/image" Target="../media/image131.png"/><Relationship Id="rId24" Type="http://schemas.openxmlformats.org/officeDocument/2006/relationships/image" Target="../media/image144.png"/><Relationship Id="rId5" Type="http://schemas.openxmlformats.org/officeDocument/2006/relationships/image" Target="../media/image125.png"/><Relationship Id="rId15" Type="http://schemas.openxmlformats.org/officeDocument/2006/relationships/image" Target="../media/image135.png"/><Relationship Id="rId23" Type="http://schemas.openxmlformats.org/officeDocument/2006/relationships/image" Target="../media/image143.png"/><Relationship Id="rId28" Type="http://schemas.openxmlformats.org/officeDocument/2006/relationships/image" Target="../media/image148.png"/><Relationship Id="rId10" Type="http://schemas.openxmlformats.org/officeDocument/2006/relationships/image" Target="../media/image130.png"/><Relationship Id="rId19" Type="http://schemas.openxmlformats.org/officeDocument/2006/relationships/image" Target="../media/image139.png"/><Relationship Id="rId4" Type="http://schemas.openxmlformats.org/officeDocument/2006/relationships/image" Target="../media/image124.png"/><Relationship Id="rId9" Type="http://schemas.openxmlformats.org/officeDocument/2006/relationships/image" Target="../media/image129.png"/><Relationship Id="rId14" Type="http://schemas.openxmlformats.org/officeDocument/2006/relationships/image" Target="../media/image134.png"/><Relationship Id="rId22" Type="http://schemas.openxmlformats.org/officeDocument/2006/relationships/image" Target="../media/image142.png"/><Relationship Id="rId27" Type="http://schemas.openxmlformats.org/officeDocument/2006/relationships/image" Target="../media/image147.png"/><Relationship Id="rId30" Type="http://schemas.openxmlformats.org/officeDocument/2006/relationships/image" Target="../media/image150.png"/></Relationships>
</file>

<file path=ppt/slides/_rels/slide9.xml.rels><?xml version="1.0" encoding="UTF-8" standalone="yes"?>
<Relationships xmlns="http://schemas.openxmlformats.org/package/2006/relationships"><Relationship Id="rId8" Type="http://schemas.openxmlformats.org/officeDocument/2006/relationships/image" Target="../media/image156.png"/><Relationship Id="rId13" Type="http://schemas.openxmlformats.org/officeDocument/2006/relationships/image" Target="../media/image161.png"/><Relationship Id="rId3" Type="http://schemas.openxmlformats.org/officeDocument/2006/relationships/image" Target="../media/image151.png"/><Relationship Id="rId7" Type="http://schemas.openxmlformats.org/officeDocument/2006/relationships/image" Target="../media/image155.png"/><Relationship Id="rId12" Type="http://schemas.openxmlformats.org/officeDocument/2006/relationships/image" Target="../media/image16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4.png"/><Relationship Id="rId11" Type="http://schemas.openxmlformats.org/officeDocument/2006/relationships/image" Target="../media/image159.png"/><Relationship Id="rId5" Type="http://schemas.openxmlformats.org/officeDocument/2006/relationships/image" Target="../media/image153.png"/><Relationship Id="rId15" Type="http://schemas.openxmlformats.org/officeDocument/2006/relationships/image" Target="../media/image163.png"/><Relationship Id="rId10" Type="http://schemas.openxmlformats.org/officeDocument/2006/relationships/image" Target="../media/image158.png"/><Relationship Id="rId4" Type="http://schemas.openxmlformats.org/officeDocument/2006/relationships/image" Target="../media/image152.png"/><Relationship Id="rId9" Type="http://schemas.openxmlformats.org/officeDocument/2006/relationships/image" Target="../media/image157.png"/><Relationship Id="rId14" Type="http://schemas.openxmlformats.org/officeDocument/2006/relationships/image" Target="../media/image162.png"/></Relationships>
</file>

<file path=ppt/slides/_rels/slide10.xml.rels><?xml version="1.0" encoding="UTF-8" standalone="yes"?>
<Relationships xmlns="http://schemas.openxmlformats.org/package/2006/relationships"><Relationship Id="rId8" Type="http://schemas.openxmlformats.org/officeDocument/2006/relationships/image" Target="../media/image169.png"/><Relationship Id="rId13" Type="http://schemas.openxmlformats.org/officeDocument/2006/relationships/image" Target="../media/image174.png"/><Relationship Id="rId3" Type="http://schemas.openxmlformats.org/officeDocument/2006/relationships/image" Target="../media/image164.png"/><Relationship Id="rId7" Type="http://schemas.openxmlformats.org/officeDocument/2006/relationships/image" Target="../media/image168.png"/><Relationship Id="rId12" Type="http://schemas.openxmlformats.org/officeDocument/2006/relationships/image" Target="../media/image173.png"/><Relationship Id="rId2" Type="http://schemas.openxmlformats.org/officeDocument/2006/relationships/notesSlide" Target="../notesSlides/notesSlide10.xml"/><Relationship Id="rId16" Type="http://schemas.openxmlformats.org/officeDocument/2006/relationships/image" Target="../media/image177.png"/><Relationship Id="rId1" Type="http://schemas.openxmlformats.org/officeDocument/2006/relationships/slideLayout" Target="../slideLayouts/slideLayout3.xml"/><Relationship Id="rId6" Type="http://schemas.openxmlformats.org/officeDocument/2006/relationships/image" Target="../media/image167.png"/><Relationship Id="rId11" Type="http://schemas.openxmlformats.org/officeDocument/2006/relationships/image" Target="../media/image172.png"/><Relationship Id="rId5" Type="http://schemas.openxmlformats.org/officeDocument/2006/relationships/image" Target="../media/image166.png"/><Relationship Id="rId15" Type="http://schemas.openxmlformats.org/officeDocument/2006/relationships/image" Target="../media/image176.png"/><Relationship Id="rId10" Type="http://schemas.openxmlformats.org/officeDocument/2006/relationships/image" Target="../media/image171.png"/><Relationship Id="rId4" Type="http://schemas.openxmlformats.org/officeDocument/2006/relationships/image" Target="../media/image165.png"/><Relationship Id="rId9" Type="http://schemas.openxmlformats.org/officeDocument/2006/relationships/image" Target="../media/image170.png"/><Relationship Id="rId14" Type="http://schemas.openxmlformats.org/officeDocument/2006/relationships/image" Target="../media/image175.png"/></Relationships>
</file>

<file path=ppt/slides/_rels/slide11.xml.rels><?xml version="1.0" encoding="UTF-8" standalone="yes"?>
<Relationships xmlns="http://schemas.openxmlformats.org/package/2006/relationships"><Relationship Id="rId8" Type="http://schemas.openxmlformats.org/officeDocument/2006/relationships/image" Target="../media/image183.png"/><Relationship Id="rId3" Type="http://schemas.openxmlformats.org/officeDocument/2006/relationships/image" Target="../media/image178.png"/><Relationship Id="rId7" Type="http://schemas.openxmlformats.org/officeDocument/2006/relationships/image" Target="../media/image182.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81.png"/><Relationship Id="rId5" Type="http://schemas.openxmlformats.org/officeDocument/2006/relationships/image" Target="../media/image180.png"/><Relationship Id="rId4" Type="http://schemas.openxmlformats.org/officeDocument/2006/relationships/image" Target="../media/image17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86.png"/><Relationship Id="rId5" Type="http://schemas.openxmlformats.org/officeDocument/2006/relationships/image" Target="../media/image185.png"/><Relationship Id="rId4" Type="http://schemas.openxmlformats.org/officeDocument/2006/relationships/image" Target="../media/image184.png"/></Relationships>
</file>

<file path=ppt/slides/_rels/slide13.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3.png"/><Relationship Id="rId7" Type="http://schemas.openxmlformats.org/officeDocument/2006/relationships/image" Target="../media/image179.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59.png"/><Relationship Id="rId11" Type="http://schemas.openxmlformats.org/officeDocument/2006/relationships/image" Target="../media/image183.png"/><Relationship Id="rId5" Type="http://schemas.openxmlformats.org/officeDocument/2006/relationships/image" Target="../media/image147.png"/><Relationship Id="rId10" Type="http://schemas.openxmlformats.org/officeDocument/2006/relationships/image" Target="../media/image182.png"/><Relationship Id="rId4" Type="http://schemas.openxmlformats.org/officeDocument/2006/relationships/image" Target="../media/image146.png"/><Relationship Id="rId9" Type="http://schemas.openxmlformats.org/officeDocument/2006/relationships/image" Target="../media/image181.png"/></Relationships>
</file>

<file path=ppt/slides/_rels/slide14.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88.png"/><Relationship Id="rId7" Type="http://schemas.openxmlformats.org/officeDocument/2006/relationships/image" Target="../media/image192.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191.png"/><Relationship Id="rId5" Type="http://schemas.openxmlformats.org/officeDocument/2006/relationships/image" Target="../media/image190.png"/><Relationship Id="rId4" Type="http://schemas.openxmlformats.org/officeDocument/2006/relationships/image" Target="../media/image189.png"/></Relationships>
</file>

<file path=ppt/slides/_rels/slide17.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196.png"/><Relationship Id="rId5" Type="http://schemas.openxmlformats.org/officeDocument/2006/relationships/image" Target="../media/image195.png"/><Relationship Id="rId4" Type="http://schemas.openxmlformats.org/officeDocument/2006/relationships/image" Target="../media/image194.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199.png"/><Relationship Id="rId5" Type="http://schemas.openxmlformats.org/officeDocument/2006/relationships/image" Target="../media/image198.png"/><Relationship Id="rId4" Type="http://schemas.openxmlformats.org/officeDocument/2006/relationships/image" Target="../media/image197.png"/></Relationships>
</file>

<file path=ppt/slides/_rels/slide19.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203.png"/><Relationship Id="rId5" Type="http://schemas.openxmlformats.org/officeDocument/2006/relationships/image" Target="../media/image202.png"/><Relationship Id="rId4" Type="http://schemas.openxmlformats.org/officeDocument/2006/relationships/image" Target="../media/image201.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206.png"/><Relationship Id="rId5" Type="http://schemas.openxmlformats.org/officeDocument/2006/relationships/image" Target="../media/image205.png"/><Relationship Id="rId4" Type="http://schemas.openxmlformats.org/officeDocument/2006/relationships/image" Target="../media/image204.png"/></Relationships>
</file>

<file path=ppt/slides/_rels/slide21.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3.png"/><Relationship Id="rId7" Type="http://schemas.openxmlformats.org/officeDocument/2006/relationships/image" Target="../media/image179.png"/><Relationship Id="rId12" Type="http://schemas.openxmlformats.org/officeDocument/2006/relationships/image" Target="../media/image187.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159.png"/><Relationship Id="rId11" Type="http://schemas.openxmlformats.org/officeDocument/2006/relationships/image" Target="../media/image183.png"/><Relationship Id="rId5" Type="http://schemas.openxmlformats.org/officeDocument/2006/relationships/image" Target="../media/image147.png"/><Relationship Id="rId10" Type="http://schemas.openxmlformats.org/officeDocument/2006/relationships/image" Target="../media/image182.png"/><Relationship Id="rId4" Type="http://schemas.openxmlformats.org/officeDocument/2006/relationships/image" Target="../media/image146.png"/><Relationship Id="rId9" Type="http://schemas.openxmlformats.org/officeDocument/2006/relationships/image" Target="../media/image181.png"/></Relationships>
</file>

<file path=ppt/slides/_rels/slide22.xml.rels><?xml version="1.0" encoding="UTF-8" standalone="yes"?>
<Relationships xmlns="http://schemas.openxmlformats.org/package/2006/relationships"><Relationship Id="rId8" Type="http://schemas.openxmlformats.org/officeDocument/2006/relationships/image" Target="../media/image212.png"/><Relationship Id="rId3" Type="http://schemas.openxmlformats.org/officeDocument/2006/relationships/image" Target="../media/image207.png"/><Relationship Id="rId7" Type="http://schemas.openxmlformats.org/officeDocument/2006/relationships/image" Target="../media/image211.png"/><Relationship Id="rId12" Type="http://schemas.openxmlformats.org/officeDocument/2006/relationships/image" Target="../media/image216.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210.png"/><Relationship Id="rId11" Type="http://schemas.openxmlformats.org/officeDocument/2006/relationships/image" Target="../media/image215.png"/><Relationship Id="rId5" Type="http://schemas.openxmlformats.org/officeDocument/2006/relationships/image" Target="../media/image209.png"/><Relationship Id="rId10" Type="http://schemas.openxmlformats.org/officeDocument/2006/relationships/image" Target="../media/image214.png"/><Relationship Id="rId4" Type="http://schemas.openxmlformats.org/officeDocument/2006/relationships/image" Target="../media/image208.png"/><Relationship Id="rId9" Type="http://schemas.openxmlformats.org/officeDocument/2006/relationships/image" Target="../media/image213.png"/></Relationships>
</file>

<file path=ppt/slides/_rels/slide23.xml.rels><?xml version="1.0" encoding="UTF-8" standalone="yes"?>
<Relationships xmlns="http://schemas.openxmlformats.org/package/2006/relationships"><Relationship Id="rId8" Type="http://schemas.openxmlformats.org/officeDocument/2006/relationships/image" Target="../media/image179.png"/><Relationship Id="rId3" Type="http://schemas.openxmlformats.org/officeDocument/2006/relationships/image" Target="../media/image187.png"/><Relationship Id="rId7" Type="http://schemas.openxmlformats.org/officeDocument/2006/relationships/image" Target="../media/image180.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181.png"/><Relationship Id="rId5" Type="http://schemas.openxmlformats.org/officeDocument/2006/relationships/image" Target="../media/image182.png"/><Relationship Id="rId4" Type="http://schemas.openxmlformats.org/officeDocument/2006/relationships/image" Target="../media/image183.png"/><Relationship Id="rId9" Type="http://schemas.openxmlformats.org/officeDocument/2006/relationships/image" Target="../media/image178.png"/></Relationships>
</file>

<file path=ppt/slides/_rels/slide24.xml.rels><?xml version="1.0" encoding="UTF-8" standalone="yes"?>
<Relationships xmlns="http://schemas.openxmlformats.org/package/2006/relationships"><Relationship Id="rId8" Type="http://schemas.openxmlformats.org/officeDocument/2006/relationships/image" Target="../media/image211.png"/><Relationship Id="rId3" Type="http://schemas.openxmlformats.org/officeDocument/2006/relationships/image" Target="../media/image216.png"/><Relationship Id="rId7" Type="http://schemas.openxmlformats.org/officeDocument/2006/relationships/image" Target="../media/image212.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213.png"/><Relationship Id="rId5" Type="http://schemas.openxmlformats.org/officeDocument/2006/relationships/image" Target="../media/image214.png"/><Relationship Id="rId4" Type="http://schemas.openxmlformats.org/officeDocument/2006/relationships/image" Target="../media/image215.png"/><Relationship Id="rId9" Type="http://schemas.openxmlformats.org/officeDocument/2006/relationships/image" Target="../media/image217.png"/></Relationships>
</file>

<file path=ppt/slides/_rels/slide25.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2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Review Sound Family /igh/</a:t>
            </a:r>
            <a:endParaRPr sz="3000"/>
          </a:p>
        </p:txBody>
      </p:sp>
      <p:sp>
        <p:nvSpPr>
          <p:cNvPr id="679" name="Google Shape;679;p1"/>
          <p:cNvSpPr/>
          <p:nvPr/>
        </p:nvSpPr>
        <p:spPr>
          <a:xfrm>
            <a:off x="6347592" y="5142205"/>
            <a:ext cx="138000" cy="80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1"/>
          <p:cNvSpPr/>
          <p:nvPr/>
        </p:nvSpPr>
        <p:spPr>
          <a:xfrm>
            <a:off x="6668626" y="5142205"/>
            <a:ext cx="138000" cy="80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15</a:t>
            </a:r>
            <a:endParaRPr/>
          </a:p>
        </p:txBody>
      </p:sp>
      <p:sp>
        <p:nvSpPr>
          <p:cNvPr id="682" name="Google Shape;682;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3" name="Google Shape;683;p1"/>
          <p:cNvSpPr/>
          <p:nvPr/>
        </p:nvSpPr>
        <p:spPr>
          <a:xfrm>
            <a:off x="5340713"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4" name="Google Shape;684;p1"/>
          <p:cNvSpPr/>
          <p:nvPr/>
        </p:nvSpPr>
        <p:spPr>
          <a:xfrm>
            <a:off x="5661747"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5" name="Google Shape;685;p1"/>
          <p:cNvPicPr preferRelativeResize="0"/>
          <p:nvPr/>
        </p:nvPicPr>
        <p:blipFill rotWithShape="1">
          <a:blip r:embed="rId3">
            <a:alphaModFix/>
          </a:blip>
          <a:srcRect l="79" r="79"/>
          <a:stretch/>
        </p:blipFill>
        <p:spPr>
          <a:xfrm rot="682278">
            <a:off x="7793577" y="4238548"/>
            <a:ext cx="1056753" cy="1495713"/>
          </a:xfrm>
          <a:prstGeom prst="rect">
            <a:avLst/>
          </a:prstGeom>
          <a:noFill/>
          <a:ln>
            <a:noFill/>
          </a:ln>
          <a:effectLst>
            <a:outerShdw blurRad="71438" dist="38100" dir="5220000" algn="bl" rotWithShape="0">
              <a:srgbClr val="000000">
                <a:alpha val="20000"/>
              </a:srgbClr>
            </a:outerShdw>
          </a:effectLst>
        </p:spPr>
      </p:pic>
      <p:pic>
        <p:nvPicPr>
          <p:cNvPr id="686" name="Google Shape;686;p1"/>
          <p:cNvPicPr preferRelativeResize="0"/>
          <p:nvPr/>
        </p:nvPicPr>
        <p:blipFill rotWithShape="1">
          <a:blip r:embed="rId4">
            <a:alphaModFix/>
          </a:blip>
          <a:srcRect l="79" r="79"/>
          <a:stretch/>
        </p:blipFill>
        <p:spPr>
          <a:xfrm rot="372225">
            <a:off x="7125398" y="4102789"/>
            <a:ext cx="1056754" cy="1495711"/>
          </a:xfrm>
          <a:prstGeom prst="rect">
            <a:avLst/>
          </a:prstGeom>
          <a:noFill/>
          <a:ln>
            <a:noFill/>
          </a:ln>
          <a:effectLst>
            <a:outerShdw blurRad="71438" dist="38100" dir="5220000" algn="bl" rotWithShape="0">
              <a:srgbClr val="000000">
                <a:alpha val="20000"/>
              </a:srgbClr>
            </a:outerShdw>
          </a:effectLst>
        </p:spPr>
      </p:pic>
      <p:pic>
        <p:nvPicPr>
          <p:cNvPr id="687" name="Google Shape;687;p1"/>
          <p:cNvPicPr preferRelativeResize="0"/>
          <p:nvPr/>
        </p:nvPicPr>
        <p:blipFill rotWithShape="1">
          <a:blip r:embed="rId5">
            <a:alphaModFix/>
          </a:blip>
          <a:srcRect l="19" r="19"/>
          <a:stretch/>
        </p:blipFill>
        <p:spPr>
          <a:xfrm rot="-5">
            <a:off x="6254244" y="4038856"/>
            <a:ext cx="1056753" cy="1495714"/>
          </a:xfrm>
          <a:prstGeom prst="rect">
            <a:avLst/>
          </a:prstGeom>
          <a:noFill/>
          <a:ln>
            <a:noFill/>
          </a:ln>
          <a:effectLst>
            <a:outerShdw blurRad="71438" dist="38100" dir="5220000" algn="bl" rotWithShape="0">
              <a:srgbClr val="000000">
                <a:alpha val="20000"/>
              </a:srgbClr>
            </a:outerShdw>
          </a:effectLst>
        </p:spPr>
      </p:pic>
      <p:pic>
        <p:nvPicPr>
          <p:cNvPr id="688" name="Google Shape;688;p1"/>
          <p:cNvPicPr preferRelativeResize="0"/>
          <p:nvPr/>
        </p:nvPicPr>
        <p:blipFill rotWithShape="1">
          <a:blip r:embed="rId6">
            <a:alphaModFix/>
          </a:blip>
          <a:srcRect l="19" r="19"/>
          <a:stretch/>
        </p:blipFill>
        <p:spPr>
          <a:xfrm rot="-158091">
            <a:off x="5374539" y="4093626"/>
            <a:ext cx="1056754" cy="1495713"/>
          </a:xfrm>
          <a:prstGeom prst="rect">
            <a:avLst/>
          </a:prstGeom>
          <a:noFill/>
          <a:ln>
            <a:noFill/>
          </a:ln>
          <a:effectLst>
            <a:outerShdw blurRad="71438" dist="38100" dir="5220000" algn="bl" rotWithShape="0">
              <a:srgbClr val="000000">
                <a:alpha val="20000"/>
              </a:srgbClr>
            </a:outerShdw>
          </a:effectLst>
        </p:spPr>
      </p:pic>
      <p:pic>
        <p:nvPicPr>
          <p:cNvPr id="689" name="Google Shape;689;p1"/>
          <p:cNvPicPr preferRelativeResize="0"/>
          <p:nvPr/>
        </p:nvPicPr>
        <p:blipFill rotWithShape="1">
          <a:blip r:embed="rId7">
            <a:alphaModFix/>
          </a:blip>
          <a:srcRect l="79" r="79"/>
          <a:stretch/>
        </p:blipFill>
        <p:spPr>
          <a:xfrm rot="-622221">
            <a:off x="4667100" y="4252966"/>
            <a:ext cx="1056753" cy="1495714"/>
          </a:xfrm>
          <a:prstGeom prst="rect">
            <a:avLst/>
          </a:prstGeom>
          <a:noFill/>
          <a:ln>
            <a:noFill/>
          </a:ln>
          <a:effectLst>
            <a:outerShdw blurRad="71438" dist="38100" dir="5220000" algn="bl" rotWithShape="0">
              <a:srgbClr val="000000">
                <a:alpha val="20000"/>
              </a:srgbClr>
            </a:outerShdw>
          </a:effectLst>
        </p:spPr>
      </p:pic>
      <p:graphicFrame>
        <p:nvGraphicFramePr>
          <p:cNvPr id="690" name="Google Shape;690;p1"/>
          <p:cNvGraphicFramePr/>
          <p:nvPr/>
        </p:nvGraphicFramePr>
        <p:xfrm>
          <a:off x="4844200" y="1646527"/>
          <a:ext cx="3784875" cy="2032200"/>
        </p:xfrm>
        <a:graphic>
          <a:graphicData uri="http://schemas.openxmlformats.org/drawingml/2006/table">
            <a:tbl>
              <a:tblPr firstRow="1" bandRow="1">
                <a:noFill/>
                <a:tableStyleId>{251E8063-FB1B-4AEA-8860-EE65348BDEA2}</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/igh/</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/o</a:t>
                      </a:r>
                      <a:r>
                        <a:rPr lang="en-US" sz="1350" u="none" strike="noStrike" cap="none">
                          <a:solidFill>
                            <a:srgbClr val="D9D9D9"/>
                          </a:solidFill>
                          <a:latin typeface="Poppins"/>
                          <a:ea typeface="Poppins"/>
                          <a:cs typeface="Poppins"/>
                          <a:sym typeface="Poppins"/>
                        </a:rPr>
                        <a:t>a</a:t>
                      </a:r>
                      <a:r>
                        <a:rPr lang="en-US" sz="1600" u="none" strike="noStrike" cap="none">
                          <a:solidFill>
                            <a:srgbClr val="D9D9D9"/>
                          </a:solidFill>
                          <a:latin typeface="Jost"/>
                          <a:ea typeface="Jost"/>
                          <a:cs typeface="Jost"/>
                          <a:sym typeface="Jost"/>
                        </a:rPr>
                        <a:t>/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D9D9D9"/>
                          </a:solidFill>
                          <a:latin typeface="Jost"/>
                          <a:ea typeface="Jost"/>
                          <a:cs typeface="Jost"/>
                          <a:sym typeface="Jost"/>
                        </a:rPr>
                        <a:t>/oo/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pic>
        <p:nvPicPr>
          <p:cNvPr id="696" name="Google Shape;696;g2bee4f4af4b_0_204"/>
          <p:cNvPicPr preferRelativeResize="0"/>
          <p:nvPr/>
        </p:nvPicPr>
        <p:blipFill rotWithShape="1">
          <a:blip r:embed="rId3">
            <a:alphaModFix/>
          </a:blip>
          <a:srcRect l="-10" r="10"/>
          <a:stretch/>
        </p:blipFill>
        <p:spPr>
          <a:xfrm>
            <a:off x="845550" y="4364250"/>
            <a:ext cx="1177926" cy="588950"/>
          </a:xfrm>
          <a:prstGeom prst="rect">
            <a:avLst/>
          </a:prstGeom>
          <a:noFill/>
          <a:ln>
            <a:noFill/>
          </a:ln>
          <a:effectLst>
            <a:outerShdw blurRad="57150" dist="19050" dir="5400000" algn="bl" rotWithShape="0">
              <a:srgbClr val="BFBFBF"/>
            </a:outerShdw>
          </a:effectLst>
        </p:spPr>
      </p:pic>
      <p:sp>
        <p:nvSpPr>
          <p:cNvPr id="697" name="Google Shape;69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/igh/</a:t>
            </a:r>
            <a:r>
              <a:rPr lang="en-US"/>
              <a:t> sound family spelling patterns, including homophones and Common Exception Words.</a:t>
            </a:r>
            <a:endParaRPr/>
          </a:p>
        </p:txBody>
      </p:sp>
      <p:sp>
        <p:nvSpPr>
          <p:cNvPr id="698" name="Google Shape;698;g2bee4f4af4b_0_204"/>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699" name="Google Shape;699;g2bee4f4af4b_0_204"/>
          <p:cNvSpPr txBox="1"/>
          <p:nvPr/>
        </p:nvSpPr>
        <p:spPr>
          <a:xfrm>
            <a:off x="2306383"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700" name="Google Shape;700;g2bee4f4af4b_0_204"/>
          <p:cNvSpPr txBox="1"/>
          <p:nvPr/>
        </p:nvSpPr>
        <p:spPr>
          <a:xfrm>
            <a:off x="2099083"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1" name="Google Shape;701;g2bee4f4af4b_0_204"/>
          <p:cNvPicPr preferRelativeResize="0"/>
          <p:nvPr/>
        </p:nvPicPr>
        <p:blipFill rotWithShape="1">
          <a:blip r:embed="rId4">
            <a:alphaModFix/>
          </a:blip>
          <a:srcRect l="79" r="79"/>
          <a:stretch/>
        </p:blipFill>
        <p:spPr>
          <a:xfrm>
            <a:off x="2319758" y="4101860"/>
            <a:ext cx="786850" cy="1113689"/>
          </a:xfrm>
          <a:prstGeom prst="rect">
            <a:avLst/>
          </a:prstGeom>
          <a:noFill/>
          <a:ln>
            <a:noFill/>
          </a:ln>
          <a:effectLst>
            <a:outerShdw blurRad="71438" dist="19050" dir="5220000" algn="bl" rotWithShape="0">
              <a:srgbClr val="D8D8D8"/>
            </a:outerShdw>
          </a:effectLst>
        </p:spPr>
      </p:pic>
      <p:sp>
        <p:nvSpPr>
          <p:cNvPr id="702" name="Google Shape;702;g2bee4f4af4b_0_204"/>
          <p:cNvSpPr txBox="1"/>
          <p:nvPr/>
        </p:nvSpPr>
        <p:spPr>
          <a:xfrm>
            <a:off x="346303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03" name="Google Shape;703;g2bee4f4af4b_0_204"/>
          <p:cNvSpPr txBox="1"/>
          <p:nvPr/>
        </p:nvSpPr>
        <p:spPr>
          <a:xfrm>
            <a:off x="325573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4" name="Google Shape;704;g2bee4f4af4b_0_204"/>
          <p:cNvPicPr preferRelativeResize="0"/>
          <p:nvPr/>
        </p:nvPicPr>
        <p:blipFill rotWithShape="1">
          <a:blip r:embed="rId5">
            <a:alphaModFix/>
          </a:blip>
          <a:srcRect l="89" r="79"/>
          <a:stretch/>
        </p:blipFill>
        <p:spPr>
          <a:xfrm>
            <a:off x="3463036" y="4169988"/>
            <a:ext cx="813600" cy="977432"/>
          </a:xfrm>
          <a:prstGeom prst="rect">
            <a:avLst/>
          </a:prstGeom>
          <a:noFill/>
          <a:ln>
            <a:noFill/>
          </a:ln>
          <a:effectLst>
            <a:outerShdw blurRad="71438" dist="19050" dir="5220000" algn="bl" rotWithShape="0">
              <a:srgbClr val="D8D8D8"/>
            </a:outerShdw>
          </a:effectLst>
        </p:spPr>
      </p:pic>
      <p:sp>
        <p:nvSpPr>
          <p:cNvPr id="705" name="Google Shape;705;g2bee4f4af4b_0_204"/>
          <p:cNvSpPr txBox="1"/>
          <p:nvPr/>
        </p:nvSpPr>
        <p:spPr>
          <a:xfrm>
            <a:off x="583814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06" name="Google Shape;706;g2bee4f4af4b_0_204"/>
          <p:cNvSpPr txBox="1"/>
          <p:nvPr/>
        </p:nvSpPr>
        <p:spPr>
          <a:xfrm>
            <a:off x="5630875" y="5256525"/>
            <a:ext cx="1228200" cy="369300"/>
          </a:xfrm>
          <a:prstGeom prst="rect">
            <a:avLst/>
          </a:prstGeom>
          <a:no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07" name="Google Shape;707;g2bee4f4af4b_0_204"/>
          <p:cNvPicPr preferRelativeResize="0"/>
          <p:nvPr/>
        </p:nvPicPr>
        <p:blipFill rotWithShape="1">
          <a:blip r:embed="rId6">
            <a:alphaModFix/>
          </a:blip>
          <a:srcRect t="149" b="139"/>
          <a:stretch/>
        </p:blipFill>
        <p:spPr>
          <a:xfrm>
            <a:off x="5778959" y="4326104"/>
            <a:ext cx="931973" cy="665199"/>
          </a:xfrm>
          <a:prstGeom prst="rect">
            <a:avLst/>
          </a:prstGeom>
          <a:noFill/>
          <a:ln>
            <a:noFill/>
          </a:ln>
          <a:effectLst>
            <a:outerShdw blurRad="71438" dist="19050" dir="5220000" algn="bl" rotWithShape="0">
              <a:srgbClr val="D8D8D8"/>
            </a:outerShdw>
          </a:effectLst>
        </p:spPr>
      </p:pic>
      <p:sp>
        <p:nvSpPr>
          <p:cNvPr id="708" name="Google Shape;708;g2bee4f4af4b_0_204"/>
          <p:cNvSpPr txBox="1"/>
          <p:nvPr/>
        </p:nvSpPr>
        <p:spPr>
          <a:xfrm>
            <a:off x="465059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09" name="Google Shape;709;g2bee4f4af4b_0_204"/>
          <p:cNvSpPr txBox="1"/>
          <p:nvPr/>
        </p:nvSpPr>
        <p:spPr>
          <a:xfrm>
            <a:off x="453599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0" name="Google Shape;710;g2bee4f4af4b_0_204"/>
          <p:cNvPicPr preferRelativeResize="0"/>
          <p:nvPr/>
        </p:nvPicPr>
        <p:blipFill rotWithShape="1">
          <a:blip r:embed="rId7">
            <a:alphaModFix/>
          </a:blip>
          <a:srcRect/>
          <a:stretch/>
        </p:blipFill>
        <p:spPr>
          <a:xfrm>
            <a:off x="4750129" y="4232253"/>
            <a:ext cx="614525" cy="852902"/>
          </a:xfrm>
          <a:prstGeom prst="rect">
            <a:avLst/>
          </a:prstGeom>
          <a:noFill/>
          <a:ln>
            <a:noFill/>
          </a:ln>
          <a:effectLst>
            <a:outerShdw blurRad="71438" dist="19050" dir="5220000" algn="bl" rotWithShape="0">
              <a:srgbClr val="D8D8D8"/>
            </a:outerShdw>
          </a:effectLst>
        </p:spPr>
      </p:pic>
      <p:sp>
        <p:nvSpPr>
          <p:cNvPr id="711" name="Google Shape;711;g2bee4f4af4b_0_204"/>
          <p:cNvSpPr txBox="1"/>
          <p:nvPr/>
        </p:nvSpPr>
        <p:spPr>
          <a:xfrm>
            <a:off x="1034404"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JN693</a:t>
            </a:r>
            <a:endParaRPr sz="1000" b="0" i="0" u="none" strike="noStrike" cap="none" dirty="0">
              <a:solidFill>
                <a:srgbClr val="000000"/>
              </a:solidFill>
              <a:latin typeface="Poppins"/>
              <a:ea typeface="Poppins"/>
              <a:cs typeface="Poppins"/>
              <a:sym typeface="Poppins"/>
            </a:endParaRPr>
          </a:p>
        </p:txBody>
      </p:sp>
      <p:sp>
        <p:nvSpPr>
          <p:cNvPr id="712" name="Google Shape;712;g2bee4f4af4b_0_204"/>
          <p:cNvSpPr txBox="1"/>
          <p:nvPr/>
        </p:nvSpPr>
        <p:spPr>
          <a:xfrm>
            <a:off x="827104"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Homophone Cards</a:t>
            </a:r>
            <a:endParaRPr sz="1400" b="0" i="0" u="none" strike="noStrike" cap="none">
              <a:solidFill>
                <a:srgbClr val="000000"/>
              </a:solidFill>
              <a:latin typeface="Poppins Medium"/>
              <a:ea typeface="Poppins Medium"/>
              <a:cs typeface="Poppins Medium"/>
              <a:sym typeface="Poppins Medium"/>
            </a:endParaRPr>
          </a:p>
        </p:txBody>
      </p:sp>
      <p:sp>
        <p:nvSpPr>
          <p:cNvPr id="713" name="Google Shape;713;g2bee4f4af4b_0_204">
            <a:hlinkClick r:id="rId8" action="ppaction://hlinksldjump"/>
          </p:cNvPr>
          <p:cNvSpPr/>
          <p:nvPr/>
        </p:nvSpPr>
        <p:spPr>
          <a:xfrm>
            <a:off x="2222139" y="375785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9" action="ppaction://hlinksldjump"/>
          </p:cNvPr>
          <p:cNvSpPr/>
          <p:nvPr/>
        </p:nvSpPr>
        <p:spPr>
          <a:xfrm>
            <a:off x="4556955" y="375450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10" action="ppaction://hlinksldjump"/>
          </p:cNvPr>
          <p:cNvSpPr/>
          <p:nvPr/>
        </p:nvSpPr>
        <p:spPr>
          <a:xfrm>
            <a:off x="5714355" y="376414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11" action="ppaction://hlinksldjump"/>
          </p:cNvPr>
          <p:cNvSpPr/>
          <p:nvPr/>
        </p:nvSpPr>
        <p:spPr>
          <a:xfrm>
            <a:off x="954685" y="37545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12" action="ppaction://hlinksldjump"/>
          </p:cNvPr>
          <p:cNvSpPr/>
          <p:nvPr/>
        </p:nvSpPr>
        <p:spPr>
          <a:xfrm>
            <a:off x="3424902" y="37545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g32da522f171_0_5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4" name="Google Shape;724;g32da522f171_0_50"/>
          <p:cNvGrpSpPr/>
          <p:nvPr/>
        </p:nvGrpSpPr>
        <p:grpSpPr>
          <a:xfrm>
            <a:off x="930400" y="2053244"/>
            <a:ext cx="7283200" cy="3724851"/>
            <a:chOff x="930400" y="2129444"/>
            <a:chExt cx="7283200" cy="3724851"/>
          </a:xfrm>
        </p:grpSpPr>
        <p:pic>
          <p:nvPicPr>
            <p:cNvPr id="725" name="Google Shape;725;g32da522f171_0_50"/>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32da522f171_0_50"/>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32da522f171_0_50"/>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32da522f171_0_50"/>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32da522f171_0_50"/>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32da522f171_0_50"/>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32da522f171_0_50"/>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32da522f171_0_50"/>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32da522f171_0_50"/>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32da522f171_0_50"/>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32da522f171_0_50"/>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32da522f171_0_50"/>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32da522f171_0_50"/>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32da522f171_0_50"/>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32da522f171_0_50"/>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32da522f171_0_50"/>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32da522f171_0_50"/>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32da522f171_0_50"/>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32da522f171_0_50"/>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32da522f171_0_50"/>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32da522f171_0_50"/>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32da522f171_0_50"/>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32da522f171_0_50"/>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g32da522f171_0_7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4" name="Google Shape;754;g32da522f171_0_79"/>
          <p:cNvGrpSpPr/>
          <p:nvPr/>
        </p:nvGrpSpPr>
        <p:grpSpPr>
          <a:xfrm>
            <a:off x="930400" y="2053250"/>
            <a:ext cx="7283201" cy="2971674"/>
            <a:chOff x="930400" y="2129450"/>
            <a:chExt cx="7283201" cy="2971674"/>
          </a:xfrm>
        </p:grpSpPr>
        <p:pic>
          <p:nvPicPr>
            <p:cNvPr id="755" name="Google Shape;755;g32da522f171_0_79"/>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32da522f171_0_79"/>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7" name="Google Shape;757;g32da522f171_0_79"/>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58" name="Google Shape;758;g32da522f171_0_79"/>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9" name="Google Shape;759;g32da522f171_0_79"/>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0" name="Google Shape;760;g32da522f171_0_79"/>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1" name="Google Shape;761;g32da522f171_0_79"/>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2" name="Google Shape;762;g32da522f171_0_79"/>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3" name="Google Shape;763;g32da522f171_0_79"/>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4" name="Google Shape;764;g32da522f171_0_79"/>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65" name="Google Shape;765;g32da522f171_0_79"/>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66" name="Google Shape;766;g32da522f171_0_79"/>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7" name="Google Shape;767;g32da522f171_0_79"/>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8" name="Google Shape;768;g32da522f171_0_79"/>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69" name="Google Shape;769;g32da522f171_0_79"/>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0" name="Google Shape;770;g32da522f171_0_79"/>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71" name="Google Shape;771;g32da522f171_0_79"/>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32da522f171_0_79"/>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32da522f171_0_79"/>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32da522f171_0_79"/>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32da522f171_0_79"/>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32da522f171_0_79"/>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32da522f171_0_79"/>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32da522f171_0_79"/>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32da522f171_0_79"/>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32da522f171_0_79"/>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32da522f171_0_79"/>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32da522f171_0_79"/>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32da522f171_0_79"/>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g32da522f171_0_114"/>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0" name="Google Shape;790;g32da522f171_0_114"/>
          <p:cNvGrpSpPr/>
          <p:nvPr/>
        </p:nvGrpSpPr>
        <p:grpSpPr>
          <a:xfrm>
            <a:off x="930400" y="2053250"/>
            <a:ext cx="7283201" cy="2971674"/>
            <a:chOff x="930400" y="2053250"/>
            <a:chExt cx="7283201" cy="2971674"/>
          </a:xfrm>
        </p:grpSpPr>
        <p:pic>
          <p:nvPicPr>
            <p:cNvPr id="791" name="Google Shape;791;g32da522f171_0_114"/>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92" name="Google Shape;792;g32da522f171_0_114"/>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93" name="Google Shape;793;g32da522f171_0_114"/>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94" name="Google Shape;794;g32da522f171_0_114"/>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32da522f171_0_114"/>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96" name="Google Shape;796;g32da522f171_0_114"/>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97" name="Google Shape;797;g32da522f171_0_114"/>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98" name="Google Shape;798;g32da522f171_0_114"/>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99" name="Google Shape;799;g32da522f171_0_114"/>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00" name="Google Shape;800;g32da522f171_0_114"/>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01" name="Google Shape;801;g32da522f171_0_114"/>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802" name="Google Shape;802;g32da522f171_0_114"/>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803" name="Google Shape;803;g32da522f171_0_114"/>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4" name="Google Shape;804;g32da522f171_0_114"/>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5" name="Google Shape;805;g32da522f171_0_114"/>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6" name="Google Shape;806;g32da522f171_0_114"/>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7" name="Google Shape;807;g32da522f171_0_114"/>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808" name="Google Shape;808;g32da522f171_0_114"/>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9" name="Google Shape;809;g32da522f171_0_114"/>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0" name="Google Shape;810;g32da522f171_0_114"/>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811" name="Google Shape;811;g32da522f171_0_114"/>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812" name="Google Shape;812;g32da522f171_0_114"/>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3" name="Google Shape;813;g32da522f171_0_114"/>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814" name="Google Shape;814;g32da522f171_0_114"/>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5" name="Google Shape;815;g32da522f171_0_114"/>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816" name="Google Shape;816;g32da522f171_0_114"/>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7" name="Google Shape;817;g32da522f171_0_114"/>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8" name="Google Shape;818;g32da522f171_0_114"/>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819" name="Google Shape;819;g32da522f171_0_114"/>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20" name="Google Shape;820;g32da522f171_0_114"/>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21" name="Google Shape;821;g32da522f171_0_114"/>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22" name="Google Shape;822;g32da522f171_0_114"/>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23" name="Google Shape;823;g32da522f171_0_114"/>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4" name="Google Shape;824;g32da522f171_0_114"/>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25" name="Google Shape;825;g32da522f171_0_114"/>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26" name="Google Shape;826;g32da522f171_0_114"/>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7" name="Google Shape;827;g32da522f171_0_114"/>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8" name="Google Shape;828;g32da522f171_0_114"/>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29" name="Google Shape;829;g32da522f171_0_114"/>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30" name="Google Shape;830;g32da522f171_0_114"/>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31" name="Google Shape;831;g32da522f171_0_114"/>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g32da522f171_0_16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38" name="Google Shape;838;g32da522f171_0_161"/>
          <p:cNvPicPr preferRelativeResize="0"/>
          <p:nvPr/>
        </p:nvPicPr>
        <p:blipFill rotWithShape="1">
          <a:blip r:embed="rId3">
            <a:alphaModFix/>
          </a:blip>
          <a:srcRect l="79" r="79"/>
          <a:stretch/>
        </p:blipFill>
        <p:spPr>
          <a:xfrm>
            <a:off x="937709" y="2053250"/>
            <a:ext cx="935160" cy="1323673"/>
          </a:xfrm>
          <a:prstGeom prst="rect">
            <a:avLst/>
          </a:prstGeom>
          <a:noFill/>
          <a:ln>
            <a:noFill/>
          </a:ln>
          <a:effectLst>
            <a:outerShdw blurRad="71438" dist="28575" dir="5400000" algn="bl" rotWithShape="0">
              <a:srgbClr val="000000">
                <a:alpha val="14510"/>
              </a:srgbClr>
            </a:outerShdw>
          </a:effectLst>
        </p:spPr>
      </p:pic>
      <p:pic>
        <p:nvPicPr>
          <p:cNvPr id="839" name="Google Shape;839;g32da522f171_0_161"/>
          <p:cNvPicPr preferRelativeResize="0"/>
          <p:nvPr/>
        </p:nvPicPr>
        <p:blipFill rotWithShape="1">
          <a:blip r:embed="rId4">
            <a:alphaModFix/>
          </a:blip>
          <a:srcRect l="79" r="79"/>
          <a:stretch/>
        </p:blipFill>
        <p:spPr>
          <a:xfrm>
            <a:off x="4085729" y="2053250"/>
            <a:ext cx="935160" cy="1323673"/>
          </a:xfrm>
          <a:prstGeom prst="rect">
            <a:avLst/>
          </a:prstGeom>
          <a:noFill/>
          <a:ln>
            <a:noFill/>
          </a:ln>
          <a:effectLst>
            <a:outerShdw blurRad="71438" dist="28575" dir="5400000" algn="bl" rotWithShape="0">
              <a:srgbClr val="000000">
                <a:alpha val="14510"/>
              </a:srgbClr>
            </a:outerShdw>
          </a:effectLst>
        </p:spPr>
      </p:pic>
      <p:pic>
        <p:nvPicPr>
          <p:cNvPr id="840" name="Google Shape;840;g32da522f171_0_161"/>
          <p:cNvPicPr preferRelativeResize="0"/>
          <p:nvPr/>
        </p:nvPicPr>
        <p:blipFill rotWithShape="1">
          <a:blip r:embed="rId5">
            <a:alphaModFix/>
          </a:blip>
          <a:srcRect l="19" r="29"/>
          <a:stretch/>
        </p:blipFill>
        <p:spPr>
          <a:xfrm>
            <a:off x="1987048" y="2053250"/>
            <a:ext cx="935160" cy="1323674"/>
          </a:xfrm>
          <a:prstGeom prst="rect">
            <a:avLst/>
          </a:prstGeom>
          <a:noFill/>
          <a:ln>
            <a:noFill/>
          </a:ln>
          <a:effectLst>
            <a:outerShdw blurRad="71438" dist="28575" dir="5400000" algn="bl" rotWithShape="0">
              <a:srgbClr val="000000">
                <a:alpha val="14510"/>
              </a:srgbClr>
            </a:outerShdw>
          </a:effectLst>
        </p:spPr>
      </p:pic>
      <p:pic>
        <p:nvPicPr>
          <p:cNvPr id="841" name="Google Shape;841;g32da522f171_0_161"/>
          <p:cNvPicPr preferRelativeResize="0"/>
          <p:nvPr/>
        </p:nvPicPr>
        <p:blipFill rotWithShape="1">
          <a:blip r:embed="rId6">
            <a:alphaModFix/>
          </a:blip>
          <a:srcRect l="19" r="29"/>
          <a:stretch/>
        </p:blipFill>
        <p:spPr>
          <a:xfrm>
            <a:off x="3036390" y="2053250"/>
            <a:ext cx="935160" cy="1323674"/>
          </a:xfrm>
          <a:prstGeom prst="rect">
            <a:avLst/>
          </a:prstGeom>
          <a:noFill/>
          <a:ln>
            <a:noFill/>
          </a:ln>
          <a:effectLst>
            <a:outerShdw blurRad="71438" dist="28575" dir="5400000" algn="bl" rotWithShape="0">
              <a:srgbClr val="000000">
                <a:alpha val="14510"/>
              </a:srgbClr>
            </a:outerShdw>
          </a:effectLst>
        </p:spPr>
      </p:pic>
      <p:pic>
        <p:nvPicPr>
          <p:cNvPr id="842" name="Google Shape;842;g32da522f171_0_161"/>
          <p:cNvPicPr preferRelativeResize="0"/>
          <p:nvPr/>
        </p:nvPicPr>
        <p:blipFill rotWithShape="1">
          <a:blip r:embed="rId7">
            <a:alphaModFix/>
          </a:blip>
          <a:srcRect l="19" r="29"/>
          <a:stretch/>
        </p:blipFill>
        <p:spPr>
          <a:xfrm>
            <a:off x="5135068" y="2053250"/>
            <a:ext cx="935160" cy="1323674"/>
          </a:xfrm>
          <a:prstGeom prst="rect">
            <a:avLst/>
          </a:prstGeom>
          <a:noFill/>
          <a:ln>
            <a:noFill/>
          </a:ln>
          <a:effectLst>
            <a:outerShdw blurRad="71438" dist="28575" dir="5400000" algn="bl" rotWithShape="0">
              <a:srgbClr val="000000">
                <a:alpha val="14510"/>
              </a:srgbClr>
            </a:outerShdw>
          </a:effectLst>
        </p:spPr>
      </p:pic>
      <p:pic>
        <p:nvPicPr>
          <p:cNvPr id="843" name="Google Shape;843;g32da522f171_0_161"/>
          <p:cNvPicPr preferRelativeResize="0"/>
          <p:nvPr/>
        </p:nvPicPr>
        <p:blipFill rotWithShape="1">
          <a:blip r:embed="rId8">
            <a:alphaModFix/>
          </a:blip>
          <a:srcRect l="79" r="79"/>
          <a:stretch/>
        </p:blipFill>
        <p:spPr>
          <a:xfrm>
            <a:off x="6184410" y="2053250"/>
            <a:ext cx="935160" cy="1323673"/>
          </a:xfrm>
          <a:prstGeom prst="rect">
            <a:avLst/>
          </a:prstGeom>
          <a:noFill/>
          <a:ln>
            <a:noFill/>
          </a:ln>
          <a:effectLst>
            <a:outerShdw blurRad="71438" dist="28575" dir="5400000" algn="bl" rotWithShape="0">
              <a:srgbClr val="000000">
                <a:alpha val="14510"/>
              </a:srgbClr>
            </a:outerShdw>
          </a:effectLst>
        </p:spPr>
      </p:pic>
      <p:pic>
        <p:nvPicPr>
          <p:cNvPr id="844" name="Google Shape;844;g32da522f171_0_161"/>
          <p:cNvPicPr preferRelativeResize="0"/>
          <p:nvPr/>
        </p:nvPicPr>
        <p:blipFill rotWithShape="1">
          <a:blip r:embed="rId9">
            <a:alphaModFix/>
          </a:blip>
          <a:srcRect l="79" r="79"/>
          <a:stretch/>
        </p:blipFill>
        <p:spPr>
          <a:xfrm>
            <a:off x="7233749" y="2053250"/>
            <a:ext cx="935160" cy="1323673"/>
          </a:xfrm>
          <a:prstGeom prst="rect">
            <a:avLst/>
          </a:prstGeom>
          <a:noFill/>
          <a:ln>
            <a:noFill/>
          </a:ln>
          <a:effectLst>
            <a:outerShdw blurRad="71438" dist="28575" dir="5400000" algn="bl" rotWithShape="0">
              <a:srgbClr val="000000">
                <a:alpha val="1451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g32da522f171_0_17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51" name="Google Shape;851;g32da522f171_0_172"/>
          <p:cNvGrpSpPr/>
          <p:nvPr/>
        </p:nvGrpSpPr>
        <p:grpSpPr>
          <a:xfrm>
            <a:off x="865957" y="2135925"/>
            <a:ext cx="7282807" cy="2686611"/>
            <a:chOff x="867357" y="2129450"/>
            <a:chExt cx="7282807" cy="2686611"/>
          </a:xfrm>
        </p:grpSpPr>
        <p:pic>
          <p:nvPicPr>
            <p:cNvPr id="852" name="Google Shape;852;g32da522f171_0_172"/>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3" name="Google Shape;853;g32da522f171_0_172"/>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32da522f171_0_172"/>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32da522f171_0_172"/>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56" name="Google Shape;856;g32da522f171_0_172"/>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57" name="Google Shape;857;g32da522f171_0_172"/>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32da522f171_0_172"/>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32da522f171_0_172"/>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60" name="Google Shape;860;g32da522f171_0_172"/>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1" name="Google Shape;861;g32da522f171_0_172"/>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32da522f171_0_172"/>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63" name="Google Shape;863;g32da522f171_0_172"/>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64" name="Google Shape;864;g32da522f171_0_172"/>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65" name="Google Shape;865;g32da522f171_0_172"/>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g32da522f171_0_1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72" name="Google Shape;872;g32da522f171_0_192"/>
          <p:cNvGrpSpPr/>
          <p:nvPr/>
        </p:nvGrpSpPr>
        <p:grpSpPr>
          <a:xfrm>
            <a:off x="866900" y="2133161"/>
            <a:ext cx="7281864" cy="2684601"/>
            <a:chOff x="868300" y="2129450"/>
            <a:chExt cx="7281864" cy="2684601"/>
          </a:xfrm>
        </p:grpSpPr>
        <p:pic>
          <p:nvPicPr>
            <p:cNvPr id="873" name="Google Shape;873;g32da522f171_0_192"/>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74" name="Google Shape;874;g32da522f171_0_192"/>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75" name="Google Shape;875;g32da522f171_0_192"/>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76" name="Google Shape;876;g32da522f171_0_192"/>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77" name="Google Shape;877;g32da522f171_0_192"/>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78" name="Google Shape;878;g32da522f171_0_192"/>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9" name="Google Shape;879;g32da522f171_0_192"/>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80" name="Google Shape;880;g32da522f171_0_192"/>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1" name="Google Shape;881;g32da522f171_0_192"/>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82" name="Google Shape;882;g32da522f171_0_192"/>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83" name="Google Shape;883;g32da522f171_0_192"/>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84" name="Google Shape;884;g32da522f171_0_192"/>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85" name="Google Shape;885;g32da522f171_0_192"/>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86" name="Google Shape;886;g32da522f171_0_192"/>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7" name="Google Shape;887;g32da522f171_0_192"/>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8" name="Google Shape;888;g32da522f171_0_192"/>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89" name="Google Shape;889;g32da522f171_0_192"/>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0" name="Google Shape;890;g32da522f171_0_192"/>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1" name="Google Shape;891;g32da522f171_0_192"/>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92" name="Google Shape;892;g32da522f171_0_192"/>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93" name="Google Shape;893;g32da522f171_0_192"/>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94" name="Google Shape;894;g32da522f171_0_192"/>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5" name="Google Shape;895;g32da522f171_0_192"/>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96" name="Google Shape;896;g32da522f171_0_192"/>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7" name="Google Shape;897;g32da522f171_0_192"/>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98" name="Google Shape;898;g32da522f171_0_192"/>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99" name="Google Shape;899;g32da522f171_0_192"/>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0" name="Google Shape;900;g32da522f171_0_192"/>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32da522f171_0_2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907" name="Google Shape;907;g32da522f171_0_226"/>
          <p:cNvGrpSpPr/>
          <p:nvPr/>
        </p:nvGrpSpPr>
        <p:grpSpPr>
          <a:xfrm>
            <a:off x="868300" y="2129450"/>
            <a:ext cx="7281864" cy="2684601"/>
            <a:chOff x="868300" y="2053250"/>
            <a:chExt cx="7281864" cy="2684601"/>
          </a:xfrm>
        </p:grpSpPr>
        <p:pic>
          <p:nvPicPr>
            <p:cNvPr id="908" name="Google Shape;908;g32da522f171_0_226"/>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909" name="Google Shape;909;g32da522f171_0_226"/>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910" name="Google Shape;910;g32da522f171_0_226"/>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911" name="Google Shape;911;g32da522f171_0_226"/>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912" name="Google Shape;912;g32da522f171_0_226"/>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913" name="Google Shape;913;g32da522f171_0_226"/>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914" name="Google Shape;914;g32da522f171_0_226"/>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915" name="Google Shape;915;g32da522f171_0_226"/>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916" name="Google Shape;916;g32da522f171_0_226"/>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917" name="Google Shape;917;g32da522f171_0_226"/>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918" name="Google Shape;918;g32da522f171_0_226"/>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919" name="Google Shape;919;g32da522f171_0_226"/>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20" name="Google Shape;920;g32da522f171_0_226"/>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g32da522f171_0_24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27" name="Google Shape;927;g32da522f171_0_245"/>
          <p:cNvGrpSpPr/>
          <p:nvPr/>
        </p:nvGrpSpPr>
        <p:grpSpPr>
          <a:xfrm>
            <a:off x="868300" y="2129450"/>
            <a:ext cx="7281864" cy="2688001"/>
            <a:chOff x="868300" y="2129450"/>
            <a:chExt cx="7281864" cy="2688001"/>
          </a:xfrm>
        </p:grpSpPr>
        <p:pic>
          <p:nvPicPr>
            <p:cNvPr id="928" name="Google Shape;928;g32da522f171_0_245"/>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29" name="Google Shape;929;g32da522f171_0_245"/>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30" name="Google Shape;930;g32da522f171_0_245"/>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31" name="Google Shape;931;g32da522f171_0_245"/>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32" name="Google Shape;932;g32da522f171_0_245"/>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33" name="Google Shape;933;g32da522f171_0_245"/>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34" name="Google Shape;934;g32da522f171_0_245"/>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35" name="Google Shape;935;g32da522f171_0_245"/>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36" name="Google Shape;936;g32da522f171_0_245"/>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37" name="Google Shape;937;g32da522f171_0_245"/>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38" name="Google Shape;938;g32da522f171_0_245"/>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39" name="Google Shape;939;g32da522f171_0_245"/>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40" name="Google Shape;940;g32da522f171_0_245"/>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41" name="Google Shape;941;g32da522f171_0_245"/>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g32da522f171_0_265"/>
          <p:cNvSpPr txBox="1">
            <a:spLocks noGrp="1"/>
          </p:cNvSpPr>
          <p:nvPr>
            <p:ph type="title"/>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a:t>Review Phase 5.5 Common Exception Words </a:t>
            </a:r>
            <a:br>
              <a:rPr lang="en-US"/>
            </a:br>
            <a:r>
              <a:rPr lang="en-US">
                <a:solidFill>
                  <a:srgbClr val="2356AF"/>
                </a:solidFill>
              </a:rPr>
              <a:t>people wild child mind kind behind</a:t>
            </a:r>
            <a:r>
              <a:rPr lang="en-US"/>
              <a:t>.</a:t>
            </a:r>
            <a:endParaRPr/>
          </a:p>
        </p:txBody>
      </p:sp>
      <p:pic>
        <p:nvPicPr>
          <p:cNvPr id="948" name="Google Shape;948;g32da522f171_0_265"/>
          <p:cNvPicPr preferRelativeResize="0"/>
          <p:nvPr/>
        </p:nvPicPr>
        <p:blipFill rotWithShape="1">
          <a:blip r:embed="rId3">
            <a:alphaModFix/>
          </a:blip>
          <a:srcRect/>
          <a:stretch/>
        </p:blipFill>
        <p:spPr>
          <a:xfrm>
            <a:off x="868569" y="2129450"/>
            <a:ext cx="1729923" cy="1236255"/>
          </a:xfrm>
          <a:prstGeom prst="rect">
            <a:avLst/>
          </a:prstGeom>
          <a:noFill/>
          <a:ln>
            <a:noFill/>
          </a:ln>
          <a:effectLst>
            <a:outerShdw blurRad="71438" dist="19050" dir="5400000" algn="bl" rotWithShape="0">
              <a:srgbClr val="000000">
                <a:alpha val="18040"/>
              </a:srgbClr>
            </a:outerShdw>
          </a:effectLst>
        </p:spPr>
      </p:pic>
      <p:pic>
        <p:nvPicPr>
          <p:cNvPr id="949" name="Google Shape;949;g32da522f171_0_265"/>
          <p:cNvPicPr preferRelativeResize="0"/>
          <p:nvPr/>
        </p:nvPicPr>
        <p:blipFill rotWithShape="1">
          <a:blip r:embed="rId4">
            <a:alphaModFix/>
          </a:blip>
          <a:srcRect l="189" r="179"/>
          <a:stretch/>
        </p:blipFill>
        <p:spPr>
          <a:xfrm>
            <a:off x="2718283" y="2129450"/>
            <a:ext cx="1730688" cy="1241397"/>
          </a:xfrm>
          <a:prstGeom prst="rect">
            <a:avLst/>
          </a:prstGeom>
          <a:noFill/>
          <a:ln>
            <a:noFill/>
          </a:ln>
          <a:effectLst>
            <a:outerShdw blurRad="71438" dist="19050" dir="5400000" algn="bl" rotWithShape="0">
              <a:srgbClr val="000000">
                <a:alpha val="18040"/>
              </a:srgbClr>
            </a:outerShdw>
          </a:effectLst>
        </p:spPr>
      </p:pic>
      <p:pic>
        <p:nvPicPr>
          <p:cNvPr id="950" name="Google Shape;950;g32da522f171_0_265"/>
          <p:cNvPicPr preferRelativeResize="0"/>
          <p:nvPr/>
        </p:nvPicPr>
        <p:blipFill rotWithShape="1">
          <a:blip r:embed="rId5">
            <a:alphaModFix/>
          </a:blip>
          <a:srcRect l="99" r="99"/>
          <a:stretch/>
        </p:blipFill>
        <p:spPr>
          <a:xfrm>
            <a:off x="4568761" y="2129450"/>
            <a:ext cx="1730688" cy="1239299"/>
          </a:xfrm>
          <a:prstGeom prst="rect">
            <a:avLst/>
          </a:prstGeom>
          <a:noFill/>
          <a:ln>
            <a:noFill/>
          </a:ln>
          <a:effectLst>
            <a:outerShdw blurRad="71438" dist="19050" dir="5400000" algn="bl" rotWithShape="0">
              <a:srgbClr val="000000">
                <a:alpha val="18040"/>
              </a:srgbClr>
            </a:outerShdw>
          </a:effectLst>
        </p:spPr>
      </p:pic>
      <p:pic>
        <p:nvPicPr>
          <p:cNvPr id="951" name="Google Shape;951;g32da522f171_0_265"/>
          <p:cNvPicPr preferRelativeResize="0"/>
          <p:nvPr/>
        </p:nvPicPr>
        <p:blipFill rotWithShape="1">
          <a:blip r:embed="rId6">
            <a:alphaModFix/>
          </a:blip>
          <a:srcRect l="19" r="9"/>
          <a:stretch/>
        </p:blipFill>
        <p:spPr>
          <a:xfrm>
            <a:off x="6419238" y="2129450"/>
            <a:ext cx="1730688" cy="1239300"/>
          </a:xfrm>
          <a:prstGeom prst="rect">
            <a:avLst/>
          </a:prstGeom>
          <a:noFill/>
          <a:ln>
            <a:noFill/>
          </a:ln>
          <a:effectLst>
            <a:outerShdw blurRad="71438" dist="19050" dir="5400000" algn="bl" rotWithShape="0">
              <a:srgbClr val="000000">
                <a:alpha val="18040"/>
              </a:srgbClr>
            </a:outerShdw>
          </a:effectLst>
        </p:spPr>
      </p:pic>
      <p:pic>
        <p:nvPicPr>
          <p:cNvPr id="952" name="Google Shape;952;g32da522f171_0_265"/>
          <p:cNvPicPr preferRelativeResize="0"/>
          <p:nvPr/>
        </p:nvPicPr>
        <p:blipFill rotWithShape="1">
          <a:blip r:embed="rId7">
            <a:alphaModFix/>
          </a:blip>
          <a:srcRect l="99" r="99"/>
          <a:stretch/>
        </p:blipFill>
        <p:spPr>
          <a:xfrm>
            <a:off x="867776" y="3534600"/>
            <a:ext cx="1730688" cy="1239299"/>
          </a:xfrm>
          <a:prstGeom prst="rect">
            <a:avLst/>
          </a:prstGeom>
          <a:noFill/>
          <a:ln>
            <a:noFill/>
          </a:ln>
          <a:effectLst>
            <a:outerShdw blurRad="71438" dist="19050" dir="5400000" algn="bl" rotWithShape="0">
              <a:srgbClr val="000000">
                <a:alpha val="18040"/>
              </a:srgbClr>
            </a:outerShdw>
          </a:effectLst>
        </p:spPr>
      </p:pic>
      <p:pic>
        <p:nvPicPr>
          <p:cNvPr id="953" name="Google Shape;953;g32da522f171_0_265"/>
          <p:cNvPicPr preferRelativeResize="0"/>
          <p:nvPr/>
        </p:nvPicPr>
        <p:blipFill rotWithShape="1">
          <a:blip r:embed="rId8">
            <a:alphaModFix/>
          </a:blip>
          <a:srcRect l="19" r="9"/>
          <a:stretch/>
        </p:blipFill>
        <p:spPr>
          <a:xfrm>
            <a:off x="2718254" y="3534600"/>
            <a:ext cx="1730688" cy="1239300"/>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g26f40b1072c_1_28"/>
          <p:cNvSpPr txBox="1">
            <a:spLocks noGrp="1"/>
          </p:cNvSpPr>
          <p:nvPr>
            <p:ph type="title"/>
          </p:nvPr>
        </p:nvSpPr>
        <p:spPr>
          <a:xfrm>
            <a:off x="995250"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Teach Homophones within </a:t>
            </a:r>
            <a:r>
              <a:rPr lang="en-US" sz="2000">
                <a:solidFill>
                  <a:srgbClr val="8DC63F"/>
                </a:solidFill>
              </a:rPr>
              <a:t>/igh/</a:t>
            </a:r>
            <a:r>
              <a:rPr lang="en-US" sz="2000"/>
              <a:t> family:</a:t>
            </a:r>
            <a:br>
              <a:rPr lang="en-US" sz="2000"/>
            </a:br>
            <a:r>
              <a:rPr lang="en-US" sz="2000">
                <a:solidFill>
                  <a:srgbClr val="2356AF"/>
                </a:solidFill>
              </a:rPr>
              <a:t>buy / bye / by, I / eye, sight / site, die / dye</a:t>
            </a:r>
            <a:r>
              <a:rPr lang="en-US" sz="2000"/>
              <a:t>.</a:t>
            </a:r>
            <a:endParaRPr sz="2000"/>
          </a:p>
        </p:txBody>
      </p:sp>
      <p:pic>
        <p:nvPicPr>
          <p:cNvPr id="960" name="Google Shape;960;g26f40b1072c_1_28"/>
          <p:cNvPicPr preferRelativeResize="0"/>
          <p:nvPr/>
        </p:nvPicPr>
        <p:blipFill>
          <a:blip r:embed="rId3">
            <a:alphaModFix/>
          </a:blip>
          <a:stretch>
            <a:fillRect/>
          </a:stretch>
        </p:blipFill>
        <p:spPr>
          <a:xfrm>
            <a:off x="962298" y="2138525"/>
            <a:ext cx="2342698" cy="1127223"/>
          </a:xfrm>
          <a:prstGeom prst="rect">
            <a:avLst/>
          </a:prstGeom>
          <a:noFill/>
          <a:ln>
            <a:noFill/>
          </a:ln>
          <a:effectLst>
            <a:outerShdw blurRad="57150" dist="19050" dir="5400000" algn="bl" rotWithShape="0">
              <a:srgbClr val="BFBFBF"/>
            </a:outerShdw>
          </a:effectLst>
        </p:spPr>
      </p:pic>
      <p:pic>
        <p:nvPicPr>
          <p:cNvPr id="961" name="Google Shape;961;g26f40b1072c_1_28"/>
          <p:cNvPicPr preferRelativeResize="0"/>
          <p:nvPr/>
        </p:nvPicPr>
        <p:blipFill>
          <a:blip r:embed="rId4">
            <a:alphaModFix/>
          </a:blip>
          <a:stretch>
            <a:fillRect/>
          </a:stretch>
        </p:blipFill>
        <p:spPr>
          <a:xfrm>
            <a:off x="3403088" y="2138525"/>
            <a:ext cx="2337758" cy="1127224"/>
          </a:xfrm>
          <a:prstGeom prst="rect">
            <a:avLst/>
          </a:prstGeom>
          <a:noFill/>
          <a:ln>
            <a:noFill/>
          </a:ln>
          <a:effectLst>
            <a:outerShdw blurRad="57150" dist="19050" dir="5400000" algn="bl" rotWithShape="0">
              <a:srgbClr val="BFBFBF"/>
            </a:outerShdw>
          </a:effectLst>
        </p:spPr>
      </p:pic>
      <p:pic>
        <p:nvPicPr>
          <p:cNvPr id="962" name="Google Shape;962;g26f40b1072c_1_28"/>
          <p:cNvPicPr preferRelativeResize="0"/>
          <p:nvPr/>
        </p:nvPicPr>
        <p:blipFill>
          <a:blip r:embed="rId5">
            <a:alphaModFix/>
          </a:blip>
          <a:stretch>
            <a:fillRect/>
          </a:stretch>
        </p:blipFill>
        <p:spPr>
          <a:xfrm>
            <a:off x="5843904" y="2138514"/>
            <a:ext cx="2337798" cy="1127224"/>
          </a:xfrm>
          <a:prstGeom prst="rect">
            <a:avLst/>
          </a:prstGeom>
          <a:noFill/>
          <a:ln>
            <a:noFill/>
          </a:ln>
          <a:effectLst>
            <a:outerShdw blurRad="57150" dist="19050" dir="5400000" algn="bl" rotWithShape="0">
              <a:srgbClr val="BFBFBF"/>
            </a:outerShdw>
          </a:effectLst>
        </p:spPr>
      </p:pic>
      <p:pic>
        <p:nvPicPr>
          <p:cNvPr id="963" name="Google Shape;963;g26f40b1072c_1_28"/>
          <p:cNvPicPr preferRelativeResize="0"/>
          <p:nvPr/>
        </p:nvPicPr>
        <p:blipFill>
          <a:blip r:embed="rId6">
            <a:alphaModFix/>
          </a:blip>
          <a:stretch>
            <a:fillRect/>
          </a:stretch>
        </p:blipFill>
        <p:spPr>
          <a:xfrm>
            <a:off x="3403088" y="3411914"/>
            <a:ext cx="2337798" cy="1127224"/>
          </a:xfrm>
          <a:prstGeom prst="rect">
            <a:avLst/>
          </a:prstGeom>
          <a:noFill/>
          <a:ln>
            <a:noFill/>
          </a:ln>
          <a:effectLst>
            <a:outerShdw blurRad="57150" dist="19050" dir="5400000" algn="bl" rotWithShape="0">
              <a:srgbClr val="BFBFBF"/>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g2d284bfab29_0_2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100"/>
              <a:buNone/>
            </a:pPr>
            <a:r>
              <a:rPr lang="en-US" sz="2000"/>
              <a:t>Review Common Exception Words containing </a:t>
            </a:r>
            <a:r>
              <a:rPr lang="en-US" sz="2000">
                <a:solidFill>
                  <a:srgbClr val="8DC63F"/>
                </a:solidFill>
              </a:rPr>
              <a:t>/igh/</a:t>
            </a:r>
            <a:r>
              <a:rPr lang="en-US" sz="2000"/>
              <a:t> sound </a:t>
            </a:r>
            <a:r>
              <a:rPr lang="en-US" sz="2000">
                <a:solidFill>
                  <a:srgbClr val="2356AF"/>
                </a:solidFill>
              </a:rPr>
              <a:t>I my by like wild child mind kind behind</a:t>
            </a:r>
            <a:r>
              <a:rPr lang="en-US" sz="2000"/>
              <a:t>.</a:t>
            </a:r>
            <a:endParaRPr sz="2000"/>
          </a:p>
        </p:txBody>
      </p:sp>
      <p:pic>
        <p:nvPicPr>
          <p:cNvPr id="970" name="Google Shape;970;g2d284bfab29_0_29"/>
          <p:cNvPicPr preferRelativeResize="0"/>
          <p:nvPr/>
        </p:nvPicPr>
        <p:blipFill rotWithShape="1">
          <a:blip r:embed="rId3">
            <a:alphaModFix/>
          </a:blip>
          <a:srcRect t="79" b="89"/>
          <a:stretch/>
        </p:blipFill>
        <p:spPr>
          <a:xfrm>
            <a:off x="868300" y="1977050"/>
            <a:ext cx="1731250" cy="1237206"/>
          </a:xfrm>
          <a:prstGeom prst="rect">
            <a:avLst/>
          </a:prstGeom>
          <a:noFill/>
          <a:ln>
            <a:noFill/>
          </a:ln>
          <a:effectLst>
            <a:outerShdw blurRad="71438" dist="19050" dir="5400000" algn="bl" rotWithShape="0">
              <a:srgbClr val="000000">
                <a:alpha val="18039"/>
              </a:srgbClr>
            </a:outerShdw>
          </a:effectLst>
        </p:spPr>
      </p:pic>
      <p:pic>
        <p:nvPicPr>
          <p:cNvPr id="971" name="Google Shape;971;g2d284bfab29_0_29"/>
          <p:cNvPicPr preferRelativeResize="0"/>
          <p:nvPr/>
        </p:nvPicPr>
        <p:blipFill rotWithShape="1">
          <a:blip r:embed="rId4">
            <a:alphaModFix/>
          </a:blip>
          <a:srcRect t="19" b="29"/>
          <a:stretch/>
        </p:blipFill>
        <p:spPr>
          <a:xfrm>
            <a:off x="2720200" y="1977050"/>
            <a:ext cx="1731251" cy="1237206"/>
          </a:xfrm>
          <a:prstGeom prst="rect">
            <a:avLst/>
          </a:prstGeom>
          <a:noFill/>
          <a:ln>
            <a:noFill/>
          </a:ln>
          <a:effectLst>
            <a:outerShdw blurRad="71438" dist="19050" dir="5400000" algn="bl" rotWithShape="0">
              <a:srgbClr val="000000">
                <a:alpha val="18039"/>
              </a:srgbClr>
            </a:outerShdw>
          </a:effectLst>
        </p:spPr>
      </p:pic>
      <p:pic>
        <p:nvPicPr>
          <p:cNvPr id="972" name="Google Shape;972;g2d284bfab29_0_29"/>
          <p:cNvPicPr preferRelativeResize="0"/>
          <p:nvPr/>
        </p:nvPicPr>
        <p:blipFill rotWithShape="1">
          <a:blip r:embed="rId5">
            <a:alphaModFix/>
          </a:blip>
          <a:srcRect l="59" r="59"/>
          <a:stretch/>
        </p:blipFill>
        <p:spPr>
          <a:xfrm>
            <a:off x="4572100" y="1977050"/>
            <a:ext cx="1731251" cy="1237205"/>
          </a:xfrm>
          <a:prstGeom prst="rect">
            <a:avLst/>
          </a:prstGeom>
          <a:noFill/>
          <a:ln>
            <a:noFill/>
          </a:ln>
          <a:effectLst>
            <a:outerShdw blurRad="71438" dist="19050" dir="5400000" algn="bl" rotWithShape="0">
              <a:srgbClr val="000000">
                <a:alpha val="18039"/>
              </a:srgbClr>
            </a:outerShdw>
          </a:effectLst>
        </p:spPr>
      </p:pic>
      <p:pic>
        <p:nvPicPr>
          <p:cNvPr id="973" name="Google Shape;973;g2d284bfab29_0_29"/>
          <p:cNvPicPr preferRelativeResize="0"/>
          <p:nvPr/>
        </p:nvPicPr>
        <p:blipFill rotWithShape="1">
          <a:blip r:embed="rId6">
            <a:alphaModFix/>
          </a:blip>
          <a:srcRect t="19" b="29"/>
          <a:stretch/>
        </p:blipFill>
        <p:spPr>
          <a:xfrm>
            <a:off x="6423999" y="1977050"/>
            <a:ext cx="1731251" cy="1237206"/>
          </a:xfrm>
          <a:prstGeom prst="rect">
            <a:avLst/>
          </a:prstGeom>
          <a:noFill/>
          <a:ln>
            <a:noFill/>
          </a:ln>
          <a:effectLst>
            <a:outerShdw blurRad="71438" dist="19050" dir="5400000" algn="bl" rotWithShape="0">
              <a:srgbClr val="000000">
                <a:alpha val="18039"/>
              </a:srgbClr>
            </a:outerShdw>
          </a:effectLst>
        </p:spPr>
      </p:pic>
      <p:pic>
        <p:nvPicPr>
          <p:cNvPr id="974" name="Google Shape;974;g2d284bfab29_0_29"/>
          <p:cNvPicPr preferRelativeResize="0"/>
          <p:nvPr/>
        </p:nvPicPr>
        <p:blipFill rotWithShape="1">
          <a:blip r:embed="rId7">
            <a:alphaModFix/>
          </a:blip>
          <a:srcRect/>
          <a:stretch/>
        </p:blipFill>
        <p:spPr>
          <a:xfrm>
            <a:off x="868300" y="3283875"/>
            <a:ext cx="1731250" cy="1237205"/>
          </a:xfrm>
          <a:prstGeom prst="rect">
            <a:avLst/>
          </a:prstGeom>
          <a:noFill/>
          <a:ln>
            <a:noFill/>
          </a:ln>
          <a:effectLst>
            <a:outerShdw blurRad="71438" dist="19050" dir="5400000" algn="bl" rotWithShape="0">
              <a:srgbClr val="000000">
                <a:alpha val="18039"/>
              </a:srgbClr>
            </a:outerShdw>
          </a:effectLst>
        </p:spPr>
      </p:pic>
      <p:pic>
        <p:nvPicPr>
          <p:cNvPr id="975" name="Google Shape;975;g2d284bfab29_0_29"/>
          <p:cNvPicPr preferRelativeResize="0"/>
          <p:nvPr/>
        </p:nvPicPr>
        <p:blipFill rotWithShape="1">
          <a:blip r:embed="rId8">
            <a:alphaModFix/>
          </a:blip>
          <a:srcRect/>
          <a:stretch/>
        </p:blipFill>
        <p:spPr>
          <a:xfrm>
            <a:off x="2720200" y="3283875"/>
            <a:ext cx="1731250" cy="1237205"/>
          </a:xfrm>
          <a:prstGeom prst="rect">
            <a:avLst/>
          </a:prstGeom>
          <a:noFill/>
          <a:ln>
            <a:noFill/>
          </a:ln>
          <a:effectLst>
            <a:outerShdw blurRad="71438" dist="19050" dir="5400000" algn="bl" rotWithShape="0">
              <a:srgbClr val="000000">
                <a:alpha val="18039"/>
              </a:srgbClr>
            </a:outerShdw>
          </a:effectLst>
        </p:spPr>
      </p:pic>
      <p:pic>
        <p:nvPicPr>
          <p:cNvPr id="976" name="Google Shape;976;g2d284bfab29_0_29"/>
          <p:cNvPicPr preferRelativeResize="0"/>
          <p:nvPr/>
        </p:nvPicPr>
        <p:blipFill rotWithShape="1">
          <a:blip r:embed="rId9">
            <a:alphaModFix/>
          </a:blip>
          <a:srcRect t="79" b="89"/>
          <a:stretch/>
        </p:blipFill>
        <p:spPr>
          <a:xfrm>
            <a:off x="4572100" y="3283875"/>
            <a:ext cx="1731250" cy="1237206"/>
          </a:xfrm>
          <a:prstGeom prst="rect">
            <a:avLst/>
          </a:prstGeom>
          <a:noFill/>
          <a:ln>
            <a:noFill/>
          </a:ln>
          <a:effectLst>
            <a:outerShdw blurRad="71438" dist="19050" dir="5400000" algn="bl" rotWithShape="0">
              <a:srgbClr val="000000">
                <a:alpha val="18039"/>
              </a:srgbClr>
            </a:outerShdw>
          </a:effectLst>
        </p:spPr>
      </p:pic>
      <p:pic>
        <p:nvPicPr>
          <p:cNvPr id="977" name="Google Shape;977;g2d284bfab29_0_29"/>
          <p:cNvPicPr preferRelativeResize="0"/>
          <p:nvPr/>
        </p:nvPicPr>
        <p:blipFill rotWithShape="1">
          <a:blip r:embed="rId10">
            <a:alphaModFix/>
          </a:blip>
          <a:srcRect/>
          <a:stretch/>
        </p:blipFill>
        <p:spPr>
          <a:xfrm>
            <a:off x="6423999" y="3283875"/>
            <a:ext cx="1731250" cy="1237205"/>
          </a:xfrm>
          <a:prstGeom prst="rect">
            <a:avLst/>
          </a:prstGeom>
          <a:noFill/>
          <a:ln>
            <a:noFill/>
          </a:ln>
          <a:effectLst>
            <a:outerShdw blurRad="71438" dist="19050" dir="5400000" algn="bl" rotWithShape="0">
              <a:srgbClr val="000000">
                <a:alpha val="18039"/>
              </a:srgbClr>
            </a:outerShdw>
          </a:effectLst>
        </p:spPr>
      </p:pic>
      <p:pic>
        <p:nvPicPr>
          <p:cNvPr id="978" name="Google Shape;978;g2d284bfab29_0_29"/>
          <p:cNvPicPr preferRelativeResize="0"/>
          <p:nvPr/>
        </p:nvPicPr>
        <p:blipFill rotWithShape="1">
          <a:blip r:embed="rId11">
            <a:alphaModFix/>
          </a:blip>
          <a:srcRect t="79" b="89"/>
          <a:stretch/>
        </p:blipFill>
        <p:spPr>
          <a:xfrm>
            <a:off x="3646150" y="4590700"/>
            <a:ext cx="1731250" cy="1237206"/>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g2d284bfab29_0_4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Introduce </a:t>
            </a:r>
            <a:r>
              <a:rPr lang="en-US" sz="2000">
                <a:solidFill>
                  <a:srgbClr val="8DC63F"/>
                </a:solidFill>
              </a:rPr>
              <a:t>/igh/</a:t>
            </a:r>
            <a:r>
              <a:rPr lang="en-US" sz="2000"/>
              <a:t> sound in new Common Exception Word </a:t>
            </a:r>
            <a:r>
              <a:rPr lang="en-US" sz="2000">
                <a:solidFill>
                  <a:srgbClr val="2356AF"/>
                </a:solidFill>
              </a:rPr>
              <a:t>eye</a:t>
            </a:r>
            <a:r>
              <a:rPr lang="en-US" sz="2000"/>
              <a:t>.</a:t>
            </a:r>
            <a:endParaRPr sz="2000"/>
          </a:p>
        </p:txBody>
      </p:sp>
      <p:pic>
        <p:nvPicPr>
          <p:cNvPr id="985" name="Google Shape;985;g2d284bfab29_0_40"/>
          <p:cNvPicPr preferRelativeResize="0"/>
          <p:nvPr/>
        </p:nvPicPr>
        <p:blipFill rotWithShape="1">
          <a:blip r:embed="rId3">
            <a:alphaModFix/>
          </a:blip>
          <a:srcRect t="79" b="89"/>
          <a:stretch/>
        </p:blipFill>
        <p:spPr>
          <a:xfrm>
            <a:off x="2792917" y="2129450"/>
            <a:ext cx="3558167" cy="2542825"/>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pic>
        <p:nvPicPr>
          <p:cNvPr id="991" name="Google Shape;991;g2ce718e20f2_0_845"/>
          <p:cNvPicPr preferRelativeResize="0"/>
          <p:nvPr/>
        </p:nvPicPr>
        <p:blipFill rotWithShape="1">
          <a:blip r:embed="rId3">
            <a:alphaModFix/>
          </a:blip>
          <a:srcRect l="79" r="79"/>
          <a:stretch/>
        </p:blipFill>
        <p:spPr>
          <a:xfrm>
            <a:off x="2154079" y="963136"/>
            <a:ext cx="1521025" cy="2152911"/>
          </a:xfrm>
          <a:prstGeom prst="rect">
            <a:avLst/>
          </a:prstGeom>
          <a:noFill/>
          <a:ln>
            <a:noFill/>
          </a:ln>
          <a:effectLst>
            <a:outerShdw blurRad="71438" dist="28575" dir="5400000" algn="bl" rotWithShape="0">
              <a:srgbClr val="000000">
                <a:alpha val="16078"/>
              </a:srgbClr>
            </a:outerShdw>
          </a:effectLst>
        </p:spPr>
      </p:pic>
      <p:pic>
        <p:nvPicPr>
          <p:cNvPr id="992" name="Google Shape;992;g2ce718e20f2_0_845"/>
          <p:cNvPicPr preferRelativeResize="0"/>
          <p:nvPr/>
        </p:nvPicPr>
        <p:blipFill rotWithShape="1">
          <a:blip r:embed="rId4">
            <a:alphaModFix/>
          </a:blip>
          <a:srcRect l="19" r="29"/>
          <a:stretch/>
        </p:blipFill>
        <p:spPr>
          <a:xfrm>
            <a:off x="3811488" y="963136"/>
            <a:ext cx="1521025" cy="2152911"/>
          </a:xfrm>
          <a:prstGeom prst="rect">
            <a:avLst/>
          </a:prstGeom>
          <a:noFill/>
          <a:ln>
            <a:noFill/>
          </a:ln>
          <a:effectLst>
            <a:outerShdw blurRad="71438" dist="28575" dir="5400000" algn="bl" rotWithShape="0">
              <a:srgbClr val="000000">
                <a:alpha val="16078"/>
              </a:srgbClr>
            </a:outerShdw>
          </a:effectLst>
        </p:spPr>
      </p:pic>
      <p:pic>
        <p:nvPicPr>
          <p:cNvPr id="993" name="Google Shape;993;g2ce718e20f2_0_845"/>
          <p:cNvPicPr preferRelativeResize="0"/>
          <p:nvPr/>
        </p:nvPicPr>
        <p:blipFill rotWithShape="1">
          <a:blip r:embed="rId5">
            <a:alphaModFix/>
          </a:blip>
          <a:srcRect l="19" r="29"/>
          <a:stretch/>
        </p:blipFill>
        <p:spPr>
          <a:xfrm>
            <a:off x="5468896" y="963136"/>
            <a:ext cx="1521025" cy="2152911"/>
          </a:xfrm>
          <a:prstGeom prst="rect">
            <a:avLst/>
          </a:prstGeom>
          <a:noFill/>
          <a:ln>
            <a:noFill/>
          </a:ln>
          <a:effectLst>
            <a:outerShdw blurRad="71438" dist="28575" dir="5400000" algn="bl" rotWithShape="0">
              <a:srgbClr val="000000">
                <a:alpha val="16078"/>
              </a:srgbClr>
            </a:outerShdw>
          </a:effectLst>
        </p:spPr>
      </p:pic>
      <p:pic>
        <p:nvPicPr>
          <p:cNvPr id="994" name="Google Shape;994;g2ce718e20f2_0_845"/>
          <p:cNvPicPr preferRelativeResize="0"/>
          <p:nvPr/>
        </p:nvPicPr>
        <p:blipFill rotWithShape="1">
          <a:blip r:embed="rId6">
            <a:alphaModFix/>
          </a:blip>
          <a:srcRect l="79" r="79"/>
          <a:stretch/>
        </p:blipFill>
        <p:spPr>
          <a:xfrm>
            <a:off x="2982784" y="3206974"/>
            <a:ext cx="1521025" cy="2152911"/>
          </a:xfrm>
          <a:prstGeom prst="rect">
            <a:avLst/>
          </a:prstGeom>
          <a:noFill/>
          <a:ln>
            <a:noFill/>
          </a:ln>
          <a:effectLst>
            <a:outerShdw blurRad="71438" dist="28575" dir="5400000" algn="bl" rotWithShape="0">
              <a:srgbClr val="000000">
                <a:alpha val="16078"/>
              </a:srgbClr>
            </a:outerShdw>
          </a:effectLst>
        </p:spPr>
      </p:pic>
      <p:pic>
        <p:nvPicPr>
          <p:cNvPr id="995" name="Google Shape;995;g2ce718e20f2_0_845"/>
          <p:cNvPicPr preferRelativeResize="0"/>
          <p:nvPr/>
        </p:nvPicPr>
        <p:blipFill rotWithShape="1">
          <a:blip r:embed="rId7">
            <a:alphaModFix/>
          </a:blip>
          <a:srcRect l="79" r="79"/>
          <a:stretch/>
        </p:blipFill>
        <p:spPr>
          <a:xfrm>
            <a:off x="4640192" y="3206974"/>
            <a:ext cx="1521025" cy="2152911"/>
          </a:xfrm>
          <a:prstGeom prst="rect">
            <a:avLst/>
          </a:prstGeom>
          <a:noFill/>
          <a:ln>
            <a:noFill/>
          </a:ln>
          <a:effectLst>
            <a:outerShdw blurRad="71438" dist="28575" dir="5400000" algn="bl" rotWithShape="0">
              <a:srgbClr val="000000">
                <a:alpha val="16078"/>
              </a:srgbClr>
            </a:outerShdw>
          </a:effectLst>
        </p:spPr>
      </p:pic>
      <p:sp>
        <p:nvSpPr>
          <p:cNvPr id="996" name="Google Shape;996;g2ce718e20f2_0_8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97" name="Google Shape;997;g2ce718e20f2_0_8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998" name="Google Shape;998;g2ce718e20f2_0_84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g2701ceed56d_4_3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05" name="Google Shape;1005;g2701ceed56d_4_3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1006" name="Google Shape;1006;g2701ceed56d_4_32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07" name="Google Shape;1007;g2701ceed56d_4_329"/>
          <p:cNvPicPr preferRelativeResize="0"/>
          <p:nvPr/>
        </p:nvPicPr>
        <p:blipFill rotWithShape="1">
          <a:blip r:embed="rId3">
            <a:alphaModFix/>
          </a:blip>
          <a:srcRect l="79" r="79"/>
          <a:stretch/>
        </p:blipFill>
        <p:spPr>
          <a:xfrm>
            <a:off x="2154079" y="963136"/>
            <a:ext cx="1521025" cy="2152911"/>
          </a:xfrm>
          <a:prstGeom prst="rect">
            <a:avLst/>
          </a:prstGeom>
          <a:noFill/>
          <a:ln>
            <a:noFill/>
          </a:ln>
          <a:effectLst>
            <a:outerShdw blurRad="71438" dist="28575" dir="5400000" algn="bl" rotWithShape="0">
              <a:srgbClr val="000000">
                <a:alpha val="16078"/>
              </a:srgbClr>
            </a:outerShdw>
          </a:effectLst>
        </p:spPr>
      </p:pic>
      <p:pic>
        <p:nvPicPr>
          <p:cNvPr id="1008" name="Google Shape;1008;g2701ceed56d_4_329"/>
          <p:cNvPicPr preferRelativeResize="0"/>
          <p:nvPr/>
        </p:nvPicPr>
        <p:blipFill rotWithShape="1">
          <a:blip r:embed="rId4">
            <a:alphaModFix/>
          </a:blip>
          <a:srcRect t="59" b="59"/>
          <a:stretch/>
        </p:blipFill>
        <p:spPr>
          <a:xfrm>
            <a:off x="3811488" y="963136"/>
            <a:ext cx="1521025" cy="2152911"/>
          </a:xfrm>
          <a:prstGeom prst="rect">
            <a:avLst/>
          </a:prstGeom>
          <a:noFill/>
          <a:ln>
            <a:noFill/>
          </a:ln>
          <a:effectLst>
            <a:outerShdw blurRad="71438" dist="28575" dir="5400000" algn="bl" rotWithShape="0">
              <a:srgbClr val="000000">
                <a:alpha val="16078"/>
              </a:srgbClr>
            </a:outerShdw>
          </a:effectLst>
        </p:spPr>
      </p:pic>
      <p:pic>
        <p:nvPicPr>
          <p:cNvPr id="1009" name="Google Shape;1009;g2701ceed56d_4_329"/>
          <p:cNvPicPr preferRelativeResize="0"/>
          <p:nvPr/>
        </p:nvPicPr>
        <p:blipFill rotWithShape="1">
          <a:blip r:embed="rId5">
            <a:alphaModFix/>
          </a:blip>
          <a:srcRect l="19" r="29"/>
          <a:stretch/>
        </p:blipFill>
        <p:spPr>
          <a:xfrm>
            <a:off x="5468896" y="963136"/>
            <a:ext cx="1521025" cy="2152911"/>
          </a:xfrm>
          <a:prstGeom prst="rect">
            <a:avLst/>
          </a:prstGeom>
          <a:noFill/>
          <a:ln>
            <a:noFill/>
          </a:ln>
          <a:effectLst>
            <a:outerShdw blurRad="71438" dist="28575" dir="5400000" algn="bl" rotWithShape="0">
              <a:srgbClr val="000000">
                <a:alpha val="16078"/>
              </a:srgbClr>
            </a:outerShdw>
          </a:effectLst>
        </p:spPr>
      </p:pic>
      <p:pic>
        <p:nvPicPr>
          <p:cNvPr id="1010" name="Google Shape;1010;g2701ceed56d_4_329"/>
          <p:cNvPicPr preferRelativeResize="0"/>
          <p:nvPr/>
        </p:nvPicPr>
        <p:blipFill rotWithShape="1">
          <a:blip r:embed="rId6">
            <a:alphaModFix/>
          </a:blip>
          <a:srcRect l="79" r="79"/>
          <a:stretch/>
        </p:blipFill>
        <p:spPr>
          <a:xfrm>
            <a:off x="2982784" y="3206974"/>
            <a:ext cx="1521025" cy="2152911"/>
          </a:xfrm>
          <a:prstGeom prst="rect">
            <a:avLst/>
          </a:prstGeom>
          <a:noFill/>
          <a:ln>
            <a:noFill/>
          </a:ln>
          <a:effectLst>
            <a:outerShdw blurRad="71438" dist="28575" dir="5400000" algn="bl" rotWithShape="0">
              <a:srgbClr val="000000">
                <a:alpha val="16078"/>
              </a:srgbClr>
            </a:outerShdw>
          </a:effectLst>
        </p:spPr>
      </p:pic>
      <p:pic>
        <p:nvPicPr>
          <p:cNvPr id="1011" name="Google Shape;1011;g2701ceed56d_4_329"/>
          <p:cNvPicPr preferRelativeResize="0"/>
          <p:nvPr/>
        </p:nvPicPr>
        <p:blipFill rotWithShape="1">
          <a:blip r:embed="rId7">
            <a:alphaModFix/>
          </a:blip>
          <a:srcRect l="79" r="79"/>
          <a:stretch/>
        </p:blipFill>
        <p:spPr>
          <a:xfrm>
            <a:off x="4640192" y="3206974"/>
            <a:ext cx="1521025" cy="2152911"/>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8" name="Google Shape;1018;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19" name="Google Shape;1019;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20" name="Google Shape;1020;g26b641b03cd_0_204"/>
          <p:cNvPicPr preferRelativeResize="0"/>
          <p:nvPr/>
        </p:nvPicPr>
        <p:blipFill rotWithShape="1">
          <a:blip r:embed="rId3">
            <a:alphaModFix/>
          </a:blip>
          <a:srcRect/>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21" name="Google Shape;1021;g26b641b03cd_0_204"/>
          <p:cNvPicPr preferRelativeResize="0"/>
          <p:nvPr/>
        </p:nvPicPr>
        <p:blipFill rotWithShape="1">
          <a:blip r:embed="rId4">
            <a:alphaModFix/>
          </a:blip>
          <a:srcRect/>
          <a:stretch/>
        </p:blipFill>
        <p:spPr>
          <a:xfrm>
            <a:off x="6466501"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22" name="Google Shape;1022;g26b641b03cd_0_204"/>
          <p:cNvPicPr preferRelativeResize="0"/>
          <p:nvPr/>
        </p:nvPicPr>
        <p:blipFill rotWithShape="1">
          <a:blip r:embed="rId5">
            <a:alphaModFix/>
          </a:blip>
          <a:srcRect/>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23" name="Google Shape;1023;g26b641b03cd_0_204"/>
          <p:cNvPicPr preferRelativeResize="0"/>
          <p:nvPr/>
        </p:nvPicPr>
        <p:blipFill rotWithShape="1">
          <a:blip r:embed="rId6">
            <a:alphaModFix/>
          </a:blip>
          <a:srcRect/>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0" name="Google Shape;103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31" name="Google Shape;1031;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32" name="Google Shape;1032;g2c186218c5a_0_48"/>
          <p:cNvPicPr preferRelativeResize="0"/>
          <p:nvPr/>
        </p:nvPicPr>
        <p:blipFill rotWithShape="1">
          <a:blip r:embed="rId3">
            <a:alphaModFix/>
          </a:blip>
          <a:srcRect l="79" r="89"/>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33" name="Google Shape;1033;g2c186218c5a_0_48"/>
          <p:cNvPicPr preferRelativeResize="0"/>
          <p:nvPr/>
        </p:nvPicPr>
        <p:blipFill rotWithShape="1">
          <a:blip r:embed="rId4">
            <a:alphaModFix/>
          </a:blip>
          <a:srcRect/>
          <a:stretch/>
        </p:blipFill>
        <p:spPr>
          <a:xfrm>
            <a:off x="6466501"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34" name="Google Shape;1034;g2c186218c5a_0_48"/>
          <p:cNvPicPr preferRelativeResize="0"/>
          <p:nvPr/>
        </p:nvPicPr>
        <p:blipFill rotWithShape="1">
          <a:blip r:embed="rId5">
            <a:alphaModFix/>
          </a:blip>
          <a:srcRect/>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35" name="Google Shape;1035;g2c186218c5a_0_48"/>
          <p:cNvPicPr preferRelativeResize="0"/>
          <p:nvPr/>
        </p:nvPicPr>
        <p:blipFill rotWithShape="1">
          <a:blip r:embed="rId6">
            <a:alphaModFix/>
          </a:blip>
          <a:srcRect l="79" r="89"/>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2" name="Google Shape;1042;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43" name="Google Shape;1043;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44" name="Google Shape;1044;g26b641b03cd_0_213"/>
          <p:cNvPicPr preferRelativeResize="0"/>
          <p:nvPr/>
        </p:nvPicPr>
        <p:blipFill rotWithShape="1">
          <a:blip r:embed="rId3">
            <a:alphaModFix/>
          </a:blip>
          <a:srcRect l="228" r="228"/>
          <a:stretch/>
        </p:blipFill>
        <p:spPr>
          <a:xfrm>
            <a:off x="855725"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45" name="Google Shape;1045;g26b641b03cd_0_213"/>
          <p:cNvPicPr preferRelativeResize="0"/>
          <p:nvPr/>
        </p:nvPicPr>
        <p:blipFill rotWithShape="1">
          <a:blip r:embed="rId4">
            <a:alphaModFix/>
          </a:blip>
          <a:srcRect l="129" r="139"/>
          <a:stretch/>
        </p:blipFill>
        <p:spPr>
          <a:xfrm>
            <a:off x="2753052"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46" name="Google Shape;1046;g26b641b03cd_0_213"/>
          <p:cNvPicPr preferRelativeResize="0"/>
          <p:nvPr/>
        </p:nvPicPr>
        <p:blipFill rotWithShape="1">
          <a:blip r:embed="rId5">
            <a:alphaModFix/>
          </a:blip>
          <a:srcRect l="129" r="139"/>
          <a:stretch/>
        </p:blipFill>
        <p:spPr>
          <a:xfrm>
            <a:off x="4650378"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47" name="Google Shape;1047;g26b641b03cd_0_213"/>
          <p:cNvPicPr preferRelativeResize="0"/>
          <p:nvPr/>
        </p:nvPicPr>
        <p:blipFill rotWithShape="1">
          <a:blip r:embed="rId6">
            <a:alphaModFix/>
          </a:blip>
          <a:srcRect l="228" r="228"/>
          <a:stretch/>
        </p:blipFill>
        <p:spPr>
          <a:xfrm>
            <a:off x="6547705" y="1962801"/>
            <a:ext cx="1740570" cy="242670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4" name="Google Shape;1054;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55" name="Google Shape;105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56" name="Google Shape;1056;g2c186218c5a_0_149"/>
          <p:cNvPicPr preferRelativeResize="0"/>
          <p:nvPr/>
        </p:nvPicPr>
        <p:blipFill rotWithShape="1">
          <a:blip r:embed="rId3">
            <a:alphaModFix/>
          </a:blip>
          <a:srcRect l="228" r="228"/>
          <a:stretch/>
        </p:blipFill>
        <p:spPr>
          <a:xfrm>
            <a:off x="855725"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57" name="Google Shape;1057;g2c186218c5a_0_149"/>
          <p:cNvPicPr preferRelativeResize="0"/>
          <p:nvPr/>
        </p:nvPicPr>
        <p:blipFill rotWithShape="1">
          <a:blip r:embed="rId4">
            <a:alphaModFix/>
          </a:blip>
          <a:srcRect l="129" r="139"/>
          <a:stretch/>
        </p:blipFill>
        <p:spPr>
          <a:xfrm>
            <a:off x="2753052"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58" name="Google Shape;1058;g2c186218c5a_0_149"/>
          <p:cNvPicPr preferRelativeResize="0"/>
          <p:nvPr/>
        </p:nvPicPr>
        <p:blipFill rotWithShape="1">
          <a:blip r:embed="rId5">
            <a:alphaModFix/>
          </a:blip>
          <a:srcRect l="129" r="139"/>
          <a:stretch/>
        </p:blipFill>
        <p:spPr>
          <a:xfrm>
            <a:off x="4650378"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59" name="Google Shape;1059;g2c186218c5a_0_149"/>
          <p:cNvPicPr preferRelativeResize="0"/>
          <p:nvPr/>
        </p:nvPicPr>
        <p:blipFill rotWithShape="1">
          <a:blip r:embed="rId6">
            <a:alphaModFix/>
          </a:blip>
          <a:srcRect l="228" r="228"/>
          <a:stretch/>
        </p:blipFill>
        <p:spPr>
          <a:xfrm>
            <a:off x="6547705" y="1962801"/>
            <a:ext cx="1740570" cy="242670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g26b641b03cd_0_301"/>
          <p:cNvSpPr txBox="1">
            <a:spLocks noGrp="1"/>
          </p:cNvSpPr>
          <p:nvPr>
            <p:ph type="title"/>
          </p:nvPr>
        </p:nvSpPr>
        <p:spPr>
          <a:xfrm>
            <a:off x="586850" y="5568500"/>
            <a:ext cx="7970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66" name="Google Shape;1066;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67" name="Google Shape;1067;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68" name="Google Shape;1068;g26b641b03cd_0_301"/>
          <p:cNvPicPr preferRelativeResize="0"/>
          <p:nvPr/>
        </p:nvPicPr>
        <p:blipFill rotWithShape="1">
          <a:blip r:embed="rId3">
            <a:alphaModFix/>
          </a:blip>
          <a:srcRect t="79" b="89"/>
          <a:stretch/>
        </p:blipFill>
        <p:spPr>
          <a:xfrm>
            <a:off x="1081775" y="1291275"/>
            <a:ext cx="1658433" cy="1185160"/>
          </a:xfrm>
          <a:prstGeom prst="rect">
            <a:avLst/>
          </a:prstGeom>
          <a:noFill/>
          <a:ln>
            <a:noFill/>
          </a:ln>
          <a:effectLst>
            <a:outerShdw blurRad="71438" dist="19050" dir="5400000" algn="bl" rotWithShape="0">
              <a:srgbClr val="000000">
                <a:alpha val="18040"/>
              </a:srgbClr>
            </a:outerShdw>
          </a:effectLst>
        </p:spPr>
      </p:pic>
      <p:pic>
        <p:nvPicPr>
          <p:cNvPr id="1069" name="Google Shape;1069;g26b641b03cd_0_301"/>
          <p:cNvPicPr preferRelativeResize="0"/>
          <p:nvPr/>
        </p:nvPicPr>
        <p:blipFill rotWithShape="1">
          <a:blip r:embed="rId4">
            <a:alphaModFix/>
          </a:blip>
          <a:srcRect t="19" b="29"/>
          <a:stretch/>
        </p:blipFill>
        <p:spPr>
          <a:xfrm>
            <a:off x="2855781" y="1291275"/>
            <a:ext cx="1658432" cy="1185160"/>
          </a:xfrm>
          <a:prstGeom prst="rect">
            <a:avLst/>
          </a:prstGeom>
          <a:noFill/>
          <a:ln>
            <a:noFill/>
          </a:ln>
          <a:effectLst>
            <a:outerShdw blurRad="71438" dist="19050" dir="5400000" algn="bl" rotWithShape="0">
              <a:srgbClr val="000000">
                <a:alpha val="18040"/>
              </a:srgbClr>
            </a:outerShdw>
          </a:effectLst>
        </p:spPr>
      </p:pic>
      <p:pic>
        <p:nvPicPr>
          <p:cNvPr id="1070" name="Google Shape;1070;g26b641b03cd_0_301"/>
          <p:cNvPicPr preferRelativeResize="0"/>
          <p:nvPr/>
        </p:nvPicPr>
        <p:blipFill rotWithShape="1">
          <a:blip r:embed="rId5">
            <a:alphaModFix/>
          </a:blip>
          <a:srcRect l="59" r="59"/>
          <a:stretch/>
        </p:blipFill>
        <p:spPr>
          <a:xfrm>
            <a:off x="4629787" y="1291275"/>
            <a:ext cx="1658432" cy="1185160"/>
          </a:xfrm>
          <a:prstGeom prst="rect">
            <a:avLst/>
          </a:prstGeom>
          <a:noFill/>
          <a:ln>
            <a:noFill/>
          </a:ln>
          <a:effectLst>
            <a:outerShdw blurRad="71438" dist="19050" dir="5400000" algn="bl" rotWithShape="0">
              <a:srgbClr val="000000">
                <a:alpha val="18040"/>
              </a:srgbClr>
            </a:outerShdw>
          </a:effectLst>
        </p:spPr>
      </p:pic>
      <p:pic>
        <p:nvPicPr>
          <p:cNvPr id="1071" name="Google Shape;1071;g26b641b03cd_0_301"/>
          <p:cNvPicPr preferRelativeResize="0"/>
          <p:nvPr/>
        </p:nvPicPr>
        <p:blipFill rotWithShape="1">
          <a:blip r:embed="rId6">
            <a:alphaModFix/>
          </a:blip>
          <a:srcRect t="19" b="29"/>
          <a:stretch/>
        </p:blipFill>
        <p:spPr>
          <a:xfrm>
            <a:off x="6403793" y="1291275"/>
            <a:ext cx="1658432" cy="1185160"/>
          </a:xfrm>
          <a:prstGeom prst="rect">
            <a:avLst/>
          </a:prstGeom>
          <a:noFill/>
          <a:ln>
            <a:noFill/>
          </a:ln>
          <a:effectLst>
            <a:outerShdw blurRad="71438" dist="19050" dir="5400000" algn="bl" rotWithShape="0">
              <a:srgbClr val="000000">
                <a:alpha val="18040"/>
              </a:srgbClr>
            </a:outerShdw>
          </a:effectLst>
        </p:spPr>
      </p:pic>
      <p:pic>
        <p:nvPicPr>
          <p:cNvPr id="1072" name="Google Shape;1072;g26b641b03cd_0_301"/>
          <p:cNvPicPr preferRelativeResize="0"/>
          <p:nvPr/>
        </p:nvPicPr>
        <p:blipFill rotWithShape="1">
          <a:blip r:embed="rId7">
            <a:alphaModFix/>
          </a:blip>
          <a:srcRect/>
          <a:stretch/>
        </p:blipFill>
        <p:spPr>
          <a:xfrm>
            <a:off x="1081775" y="2543126"/>
            <a:ext cx="1658433" cy="1185160"/>
          </a:xfrm>
          <a:prstGeom prst="rect">
            <a:avLst/>
          </a:prstGeom>
          <a:noFill/>
          <a:ln>
            <a:noFill/>
          </a:ln>
          <a:effectLst>
            <a:outerShdw blurRad="71438" dist="19050" dir="5400000" algn="bl" rotWithShape="0">
              <a:srgbClr val="000000">
                <a:alpha val="18040"/>
              </a:srgbClr>
            </a:outerShdw>
          </a:effectLst>
        </p:spPr>
      </p:pic>
      <p:pic>
        <p:nvPicPr>
          <p:cNvPr id="1073" name="Google Shape;1073;g26b641b03cd_0_301"/>
          <p:cNvPicPr preferRelativeResize="0"/>
          <p:nvPr/>
        </p:nvPicPr>
        <p:blipFill rotWithShape="1">
          <a:blip r:embed="rId8">
            <a:alphaModFix/>
          </a:blip>
          <a:srcRect/>
          <a:stretch/>
        </p:blipFill>
        <p:spPr>
          <a:xfrm>
            <a:off x="2855781" y="2543126"/>
            <a:ext cx="1658433" cy="1185160"/>
          </a:xfrm>
          <a:prstGeom prst="rect">
            <a:avLst/>
          </a:prstGeom>
          <a:noFill/>
          <a:ln>
            <a:noFill/>
          </a:ln>
          <a:effectLst>
            <a:outerShdw blurRad="71438" dist="19050" dir="5400000" algn="bl" rotWithShape="0">
              <a:srgbClr val="000000">
                <a:alpha val="18040"/>
              </a:srgbClr>
            </a:outerShdw>
          </a:effectLst>
        </p:spPr>
      </p:pic>
      <p:pic>
        <p:nvPicPr>
          <p:cNvPr id="1074" name="Google Shape;1074;g26b641b03cd_0_301"/>
          <p:cNvPicPr preferRelativeResize="0"/>
          <p:nvPr/>
        </p:nvPicPr>
        <p:blipFill rotWithShape="1">
          <a:blip r:embed="rId9">
            <a:alphaModFix/>
          </a:blip>
          <a:srcRect t="79" b="89"/>
          <a:stretch/>
        </p:blipFill>
        <p:spPr>
          <a:xfrm>
            <a:off x="4629787" y="2543126"/>
            <a:ext cx="1658433" cy="1185160"/>
          </a:xfrm>
          <a:prstGeom prst="rect">
            <a:avLst/>
          </a:prstGeom>
          <a:noFill/>
          <a:ln>
            <a:noFill/>
          </a:ln>
          <a:effectLst>
            <a:outerShdw blurRad="71438" dist="19050" dir="5400000" algn="bl" rotWithShape="0">
              <a:srgbClr val="000000">
                <a:alpha val="18040"/>
              </a:srgbClr>
            </a:outerShdw>
          </a:effectLst>
        </p:spPr>
      </p:pic>
      <p:pic>
        <p:nvPicPr>
          <p:cNvPr id="1075" name="Google Shape;1075;g26b641b03cd_0_301"/>
          <p:cNvPicPr preferRelativeResize="0"/>
          <p:nvPr/>
        </p:nvPicPr>
        <p:blipFill rotWithShape="1">
          <a:blip r:embed="rId10">
            <a:alphaModFix/>
          </a:blip>
          <a:srcRect/>
          <a:stretch/>
        </p:blipFill>
        <p:spPr>
          <a:xfrm>
            <a:off x="6403793" y="2543126"/>
            <a:ext cx="1658433" cy="1185160"/>
          </a:xfrm>
          <a:prstGeom prst="rect">
            <a:avLst/>
          </a:prstGeom>
          <a:noFill/>
          <a:ln>
            <a:noFill/>
          </a:ln>
          <a:effectLst>
            <a:outerShdw blurRad="71438" dist="19050" dir="5400000" algn="bl" rotWithShape="0">
              <a:srgbClr val="000000">
                <a:alpha val="18040"/>
              </a:srgbClr>
            </a:outerShdw>
          </a:effectLst>
        </p:spPr>
      </p:pic>
      <p:pic>
        <p:nvPicPr>
          <p:cNvPr id="1076" name="Google Shape;1076;g26b641b03cd_0_301"/>
          <p:cNvPicPr preferRelativeResize="0"/>
          <p:nvPr/>
        </p:nvPicPr>
        <p:blipFill rotWithShape="1">
          <a:blip r:embed="rId11">
            <a:alphaModFix/>
          </a:blip>
          <a:srcRect t="79" b="89"/>
          <a:stretch/>
        </p:blipFill>
        <p:spPr>
          <a:xfrm>
            <a:off x="2855781" y="3794977"/>
            <a:ext cx="1658433" cy="1185160"/>
          </a:xfrm>
          <a:prstGeom prst="rect">
            <a:avLst/>
          </a:prstGeom>
          <a:noFill/>
          <a:ln>
            <a:noFill/>
          </a:ln>
          <a:effectLst>
            <a:outerShdw blurRad="71438" dist="19050" dir="5400000" algn="bl" rotWithShape="0">
              <a:srgbClr val="000000">
                <a:alpha val="18040"/>
              </a:srgbClr>
            </a:outerShdw>
          </a:effectLst>
        </p:spPr>
      </p:pic>
      <p:pic>
        <p:nvPicPr>
          <p:cNvPr id="1077" name="Google Shape;1077;g26b641b03cd_0_301"/>
          <p:cNvPicPr preferRelativeResize="0"/>
          <p:nvPr/>
        </p:nvPicPr>
        <p:blipFill rotWithShape="1">
          <a:blip r:embed="rId12">
            <a:alphaModFix/>
          </a:blip>
          <a:srcRect t="79" b="89"/>
          <a:stretch/>
        </p:blipFill>
        <p:spPr>
          <a:xfrm>
            <a:off x="4629787" y="3794977"/>
            <a:ext cx="1658433" cy="1185160"/>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84" name="Google Shape;1084;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85" name="Google Shape;1085;g26b641b03cd_0_308"/>
          <p:cNvSpPr txBox="1">
            <a:spLocks noGrp="1"/>
          </p:cNvSpPr>
          <p:nvPr>
            <p:ph type="title"/>
          </p:nvPr>
        </p:nvSpPr>
        <p:spPr>
          <a:xfrm>
            <a:off x="594575" y="5568500"/>
            <a:ext cx="79548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86" name="Google Shape;1086;g26b641b03cd_0_308"/>
          <p:cNvPicPr preferRelativeResize="0"/>
          <p:nvPr/>
        </p:nvPicPr>
        <p:blipFill rotWithShape="1">
          <a:blip r:embed="rId3">
            <a:alphaModFix/>
          </a:blip>
          <a:srcRect t="19" b="29"/>
          <a:stretch/>
        </p:blipFill>
        <p:spPr>
          <a:xfrm>
            <a:off x="1081775" y="1291275"/>
            <a:ext cx="1658432" cy="1185160"/>
          </a:xfrm>
          <a:prstGeom prst="rect">
            <a:avLst/>
          </a:prstGeom>
          <a:noFill/>
          <a:ln>
            <a:noFill/>
          </a:ln>
          <a:effectLst>
            <a:outerShdw blurRad="71438" dist="19050" dir="5400000" algn="bl" rotWithShape="0">
              <a:srgbClr val="000000">
                <a:alpha val="18040"/>
              </a:srgbClr>
            </a:outerShdw>
          </a:effectLst>
        </p:spPr>
      </p:pic>
      <p:pic>
        <p:nvPicPr>
          <p:cNvPr id="1087" name="Google Shape;1087;g26b641b03cd_0_308"/>
          <p:cNvPicPr preferRelativeResize="0"/>
          <p:nvPr/>
        </p:nvPicPr>
        <p:blipFill rotWithShape="1">
          <a:blip r:embed="rId4">
            <a:alphaModFix/>
          </a:blip>
          <a:srcRect t="19" b="29"/>
          <a:stretch/>
        </p:blipFill>
        <p:spPr>
          <a:xfrm>
            <a:off x="2855781" y="1291275"/>
            <a:ext cx="1658432" cy="1185160"/>
          </a:xfrm>
          <a:prstGeom prst="rect">
            <a:avLst/>
          </a:prstGeom>
          <a:noFill/>
          <a:ln>
            <a:noFill/>
          </a:ln>
          <a:effectLst>
            <a:outerShdw blurRad="71438" dist="19050" dir="5400000" algn="bl" rotWithShape="0">
              <a:srgbClr val="000000">
                <a:alpha val="18040"/>
              </a:srgbClr>
            </a:outerShdw>
          </a:effectLst>
        </p:spPr>
      </p:pic>
      <p:pic>
        <p:nvPicPr>
          <p:cNvPr id="1088" name="Google Shape;1088;g26b641b03cd_0_308"/>
          <p:cNvPicPr preferRelativeResize="0"/>
          <p:nvPr/>
        </p:nvPicPr>
        <p:blipFill rotWithShape="1">
          <a:blip r:embed="rId5">
            <a:alphaModFix/>
          </a:blip>
          <a:srcRect l="59" r="59"/>
          <a:stretch/>
        </p:blipFill>
        <p:spPr>
          <a:xfrm>
            <a:off x="4629787" y="1291275"/>
            <a:ext cx="1658432" cy="1185160"/>
          </a:xfrm>
          <a:prstGeom prst="rect">
            <a:avLst/>
          </a:prstGeom>
          <a:noFill/>
          <a:ln>
            <a:noFill/>
          </a:ln>
          <a:effectLst>
            <a:outerShdw blurRad="71438" dist="19050" dir="5400000" algn="bl" rotWithShape="0">
              <a:srgbClr val="000000">
                <a:alpha val="18040"/>
              </a:srgbClr>
            </a:outerShdw>
          </a:effectLst>
        </p:spPr>
      </p:pic>
      <p:pic>
        <p:nvPicPr>
          <p:cNvPr id="1089" name="Google Shape;1089;g26b641b03cd_0_308"/>
          <p:cNvPicPr preferRelativeResize="0"/>
          <p:nvPr/>
        </p:nvPicPr>
        <p:blipFill rotWithShape="1">
          <a:blip r:embed="rId6">
            <a:alphaModFix/>
          </a:blip>
          <a:srcRect t="19" b="29"/>
          <a:stretch/>
        </p:blipFill>
        <p:spPr>
          <a:xfrm>
            <a:off x="6403793" y="1291275"/>
            <a:ext cx="1658432" cy="1185160"/>
          </a:xfrm>
          <a:prstGeom prst="rect">
            <a:avLst/>
          </a:prstGeom>
          <a:noFill/>
          <a:ln>
            <a:noFill/>
          </a:ln>
          <a:effectLst>
            <a:outerShdw blurRad="71438" dist="19050" dir="5400000" algn="bl" rotWithShape="0">
              <a:srgbClr val="000000">
                <a:alpha val="18040"/>
              </a:srgbClr>
            </a:outerShdw>
          </a:effectLst>
        </p:spPr>
      </p:pic>
      <p:pic>
        <p:nvPicPr>
          <p:cNvPr id="1090" name="Google Shape;1090;g26b641b03cd_0_308"/>
          <p:cNvPicPr preferRelativeResize="0"/>
          <p:nvPr/>
        </p:nvPicPr>
        <p:blipFill rotWithShape="1">
          <a:blip r:embed="rId7">
            <a:alphaModFix/>
          </a:blip>
          <a:srcRect/>
          <a:stretch/>
        </p:blipFill>
        <p:spPr>
          <a:xfrm>
            <a:off x="1081775" y="2543126"/>
            <a:ext cx="1658433" cy="1185160"/>
          </a:xfrm>
          <a:prstGeom prst="rect">
            <a:avLst/>
          </a:prstGeom>
          <a:noFill/>
          <a:ln>
            <a:noFill/>
          </a:ln>
          <a:effectLst>
            <a:outerShdw blurRad="71438" dist="19050" dir="5400000" algn="bl" rotWithShape="0">
              <a:srgbClr val="000000">
                <a:alpha val="18040"/>
              </a:srgbClr>
            </a:outerShdw>
          </a:effectLst>
        </p:spPr>
      </p:pic>
      <p:pic>
        <p:nvPicPr>
          <p:cNvPr id="1091" name="Google Shape;1091;g26b641b03cd_0_308"/>
          <p:cNvPicPr preferRelativeResize="0"/>
          <p:nvPr/>
        </p:nvPicPr>
        <p:blipFill rotWithShape="1">
          <a:blip r:embed="rId8">
            <a:alphaModFix/>
          </a:blip>
          <a:srcRect/>
          <a:stretch/>
        </p:blipFill>
        <p:spPr>
          <a:xfrm>
            <a:off x="2855781" y="2543126"/>
            <a:ext cx="1658433" cy="1185160"/>
          </a:xfrm>
          <a:prstGeom prst="rect">
            <a:avLst/>
          </a:prstGeom>
          <a:noFill/>
          <a:ln>
            <a:noFill/>
          </a:ln>
          <a:effectLst>
            <a:outerShdw blurRad="71438" dist="19050" dir="5400000" algn="bl" rotWithShape="0">
              <a:srgbClr val="000000">
                <a:alpha val="18040"/>
              </a:srgbClr>
            </a:outerShdw>
          </a:effectLst>
        </p:spPr>
      </p:pic>
      <p:pic>
        <p:nvPicPr>
          <p:cNvPr id="1092" name="Google Shape;1092;g26b641b03cd_0_308"/>
          <p:cNvPicPr preferRelativeResize="0"/>
          <p:nvPr/>
        </p:nvPicPr>
        <p:blipFill rotWithShape="1">
          <a:blip r:embed="rId9">
            <a:alphaModFix/>
          </a:blip>
          <a:srcRect t="79" b="89"/>
          <a:stretch/>
        </p:blipFill>
        <p:spPr>
          <a:xfrm>
            <a:off x="4629787" y="2543126"/>
            <a:ext cx="1658433" cy="1185160"/>
          </a:xfrm>
          <a:prstGeom prst="rect">
            <a:avLst/>
          </a:prstGeom>
          <a:noFill/>
          <a:ln>
            <a:noFill/>
          </a:ln>
          <a:effectLst>
            <a:outerShdw blurRad="71438" dist="19050" dir="5400000" algn="bl" rotWithShape="0">
              <a:srgbClr val="000000">
                <a:alpha val="18040"/>
              </a:srgbClr>
            </a:outerShdw>
          </a:effectLst>
        </p:spPr>
      </p:pic>
      <p:pic>
        <p:nvPicPr>
          <p:cNvPr id="1093" name="Google Shape;1093;g26b641b03cd_0_308"/>
          <p:cNvPicPr preferRelativeResize="0"/>
          <p:nvPr/>
        </p:nvPicPr>
        <p:blipFill rotWithShape="1">
          <a:blip r:embed="rId10">
            <a:alphaModFix/>
          </a:blip>
          <a:srcRect/>
          <a:stretch/>
        </p:blipFill>
        <p:spPr>
          <a:xfrm>
            <a:off x="6403793" y="2543126"/>
            <a:ext cx="1658433" cy="1185160"/>
          </a:xfrm>
          <a:prstGeom prst="rect">
            <a:avLst/>
          </a:prstGeom>
          <a:noFill/>
          <a:ln>
            <a:noFill/>
          </a:ln>
          <a:effectLst>
            <a:outerShdw blurRad="71438" dist="19050" dir="5400000" algn="bl" rotWithShape="0">
              <a:srgbClr val="000000">
                <a:alpha val="18040"/>
              </a:srgbClr>
            </a:outerShdw>
          </a:effectLst>
        </p:spPr>
      </p:pic>
      <p:pic>
        <p:nvPicPr>
          <p:cNvPr id="1094" name="Google Shape;1094;g26b641b03cd_0_308"/>
          <p:cNvPicPr preferRelativeResize="0"/>
          <p:nvPr/>
        </p:nvPicPr>
        <p:blipFill rotWithShape="1">
          <a:blip r:embed="rId11">
            <a:alphaModFix/>
          </a:blip>
          <a:srcRect t="79" b="89"/>
          <a:stretch/>
        </p:blipFill>
        <p:spPr>
          <a:xfrm>
            <a:off x="2855781" y="3794977"/>
            <a:ext cx="1658433" cy="1185160"/>
          </a:xfrm>
          <a:prstGeom prst="rect">
            <a:avLst/>
          </a:prstGeom>
          <a:noFill/>
          <a:ln>
            <a:noFill/>
          </a:ln>
          <a:effectLst>
            <a:outerShdw blurRad="71438" dist="19050" dir="5400000" algn="bl" rotWithShape="0">
              <a:srgbClr val="000000">
                <a:alpha val="18040"/>
              </a:srgbClr>
            </a:outerShdw>
          </a:effectLst>
        </p:spPr>
      </p:pic>
      <p:pic>
        <p:nvPicPr>
          <p:cNvPr id="1095" name="Google Shape;1095;g26b641b03cd_0_308"/>
          <p:cNvPicPr preferRelativeResize="0"/>
          <p:nvPr/>
        </p:nvPicPr>
        <p:blipFill rotWithShape="1">
          <a:blip r:embed="rId12">
            <a:alphaModFix/>
          </a:blip>
          <a:srcRect t="79" b="89"/>
          <a:stretch/>
        </p:blipFill>
        <p:spPr>
          <a:xfrm>
            <a:off x="4629787" y="3794977"/>
            <a:ext cx="1658433" cy="1185160"/>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g2d9e967070e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02" name="Google Shape;1102;g2d9e967070e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03" name="Google Shape;1103;g2d9e967070e_1_0"/>
          <p:cNvSpPr txBox="1">
            <a:spLocks noGrp="1"/>
          </p:cNvSpPr>
          <p:nvPr>
            <p:ph type="title"/>
          </p:nvPr>
        </p:nvSpPr>
        <p:spPr>
          <a:xfrm>
            <a:off x="586850" y="5568500"/>
            <a:ext cx="7970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04" name="Google Shape;1104;g2d9e967070e_1_0"/>
          <p:cNvPicPr preferRelativeResize="0"/>
          <p:nvPr/>
        </p:nvPicPr>
        <p:blipFill rotWithShape="1">
          <a:blip r:embed="rId3">
            <a:alphaModFix/>
          </a:blip>
          <a:srcRect t="79" b="89"/>
          <a:stretch/>
        </p:blipFill>
        <p:spPr>
          <a:xfrm>
            <a:off x="4648960" y="2488183"/>
            <a:ext cx="1581311" cy="1130047"/>
          </a:xfrm>
          <a:prstGeom prst="rect">
            <a:avLst/>
          </a:prstGeom>
          <a:noFill/>
          <a:ln>
            <a:noFill/>
          </a:ln>
          <a:effectLst>
            <a:outerShdw blurRad="57150" dist="19050" dir="5400000" algn="bl" rotWithShape="0">
              <a:srgbClr val="000000">
                <a:alpha val="20000"/>
              </a:srgbClr>
            </a:outerShdw>
          </a:effectLst>
        </p:spPr>
      </p:pic>
      <p:pic>
        <p:nvPicPr>
          <p:cNvPr id="1105" name="Google Shape;1105;g2d9e967070e_1_0"/>
          <p:cNvPicPr preferRelativeResize="0"/>
          <p:nvPr/>
        </p:nvPicPr>
        <p:blipFill rotWithShape="1">
          <a:blip r:embed="rId4">
            <a:alphaModFix/>
          </a:blip>
          <a:srcRect t="79" b="89"/>
          <a:stretch/>
        </p:blipFill>
        <p:spPr>
          <a:xfrm>
            <a:off x="2913773" y="2488183"/>
            <a:ext cx="1581311" cy="1130047"/>
          </a:xfrm>
          <a:prstGeom prst="rect">
            <a:avLst/>
          </a:prstGeom>
          <a:noFill/>
          <a:ln>
            <a:noFill/>
          </a:ln>
          <a:effectLst>
            <a:outerShdw blurRad="57150" dist="19050" dir="5400000" algn="bl" rotWithShape="0">
              <a:srgbClr val="000000">
                <a:alpha val="20000"/>
              </a:srgbClr>
            </a:outerShdw>
          </a:effectLst>
        </p:spPr>
      </p:pic>
      <p:pic>
        <p:nvPicPr>
          <p:cNvPr id="1106" name="Google Shape;1106;g2d9e967070e_1_0"/>
          <p:cNvPicPr preferRelativeResize="0"/>
          <p:nvPr/>
        </p:nvPicPr>
        <p:blipFill rotWithShape="1">
          <a:blip r:embed="rId5">
            <a:alphaModFix/>
          </a:blip>
          <a:srcRect/>
          <a:stretch/>
        </p:blipFill>
        <p:spPr>
          <a:xfrm>
            <a:off x="1178563" y="2488183"/>
            <a:ext cx="1581311" cy="1130047"/>
          </a:xfrm>
          <a:prstGeom prst="rect">
            <a:avLst/>
          </a:prstGeom>
          <a:noFill/>
          <a:ln>
            <a:noFill/>
          </a:ln>
          <a:effectLst>
            <a:outerShdw blurRad="57150" dist="19050" dir="5400000" algn="bl" rotWithShape="0">
              <a:srgbClr val="000000">
                <a:alpha val="20000"/>
              </a:srgbClr>
            </a:outerShdw>
          </a:effectLst>
        </p:spPr>
      </p:pic>
      <p:pic>
        <p:nvPicPr>
          <p:cNvPr id="1107" name="Google Shape;1107;g2d9e967070e_1_0"/>
          <p:cNvPicPr preferRelativeResize="0"/>
          <p:nvPr/>
        </p:nvPicPr>
        <p:blipFill rotWithShape="1">
          <a:blip r:embed="rId6">
            <a:alphaModFix/>
          </a:blip>
          <a:srcRect t="79" b="89"/>
          <a:stretch/>
        </p:blipFill>
        <p:spPr>
          <a:xfrm>
            <a:off x="6384127" y="1222626"/>
            <a:ext cx="1581311" cy="1130047"/>
          </a:xfrm>
          <a:prstGeom prst="rect">
            <a:avLst/>
          </a:prstGeom>
          <a:noFill/>
          <a:ln>
            <a:noFill/>
          </a:ln>
          <a:effectLst>
            <a:outerShdw blurRad="57150" dist="19050" dir="5400000" algn="bl" rotWithShape="0">
              <a:srgbClr val="000000">
                <a:alpha val="20000"/>
              </a:srgbClr>
            </a:outerShdw>
          </a:effectLst>
        </p:spPr>
      </p:pic>
      <p:pic>
        <p:nvPicPr>
          <p:cNvPr id="1108" name="Google Shape;1108;g2d9e967070e_1_0"/>
          <p:cNvPicPr preferRelativeResize="0"/>
          <p:nvPr/>
        </p:nvPicPr>
        <p:blipFill rotWithShape="1">
          <a:blip r:embed="rId7">
            <a:alphaModFix/>
          </a:blip>
          <a:srcRect/>
          <a:stretch/>
        </p:blipFill>
        <p:spPr>
          <a:xfrm>
            <a:off x="4648960" y="1222626"/>
            <a:ext cx="1581311" cy="1130047"/>
          </a:xfrm>
          <a:prstGeom prst="rect">
            <a:avLst/>
          </a:prstGeom>
          <a:noFill/>
          <a:ln>
            <a:noFill/>
          </a:ln>
          <a:effectLst>
            <a:outerShdw blurRad="57150" dist="19050" dir="5400000" algn="bl" rotWithShape="0">
              <a:srgbClr val="000000">
                <a:alpha val="20000"/>
              </a:srgbClr>
            </a:outerShdw>
          </a:effectLst>
        </p:spPr>
      </p:pic>
      <p:pic>
        <p:nvPicPr>
          <p:cNvPr id="1109" name="Google Shape;1109;g2d9e967070e_1_0"/>
          <p:cNvPicPr preferRelativeResize="0"/>
          <p:nvPr/>
        </p:nvPicPr>
        <p:blipFill rotWithShape="1">
          <a:blip r:embed="rId8">
            <a:alphaModFix/>
          </a:blip>
          <a:srcRect/>
          <a:stretch/>
        </p:blipFill>
        <p:spPr>
          <a:xfrm>
            <a:off x="2913773" y="1222626"/>
            <a:ext cx="1581311" cy="1130047"/>
          </a:xfrm>
          <a:prstGeom prst="rect">
            <a:avLst/>
          </a:prstGeom>
          <a:noFill/>
          <a:ln>
            <a:noFill/>
          </a:ln>
          <a:effectLst>
            <a:outerShdw blurRad="57150" dist="19050" dir="5400000" algn="bl" rotWithShape="0">
              <a:srgbClr val="000000">
                <a:alpha val="20000"/>
              </a:srgbClr>
            </a:outerShdw>
          </a:effectLst>
        </p:spPr>
      </p:pic>
      <p:pic>
        <p:nvPicPr>
          <p:cNvPr id="1110" name="Google Shape;1110;g2d9e967070e_1_0"/>
          <p:cNvPicPr preferRelativeResize="0"/>
          <p:nvPr/>
        </p:nvPicPr>
        <p:blipFill rotWithShape="1">
          <a:blip r:embed="rId9">
            <a:alphaModFix/>
          </a:blip>
          <a:srcRect/>
          <a:stretch/>
        </p:blipFill>
        <p:spPr>
          <a:xfrm>
            <a:off x="1178563" y="1222626"/>
            <a:ext cx="1581311" cy="1130047"/>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15"/>
        <p:cNvGrpSpPr/>
        <p:nvPr/>
      </p:nvGrpSpPr>
      <p:grpSpPr>
        <a:xfrm>
          <a:off x="0" y="0"/>
          <a:ext cx="0" cy="0"/>
          <a:chOff x="0" y="0"/>
          <a:chExt cx="0" cy="0"/>
        </a:xfrm>
      </p:grpSpPr>
      <p:sp>
        <p:nvSpPr>
          <p:cNvPr id="1116" name="Google Shape;1116;g2d9e967070e_1_3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17" name="Google Shape;1117;g2d9e967070e_1_3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18" name="Google Shape;1118;g2d9e967070e_1_39"/>
          <p:cNvSpPr txBox="1">
            <a:spLocks noGrp="1"/>
          </p:cNvSpPr>
          <p:nvPr>
            <p:ph type="title"/>
          </p:nvPr>
        </p:nvSpPr>
        <p:spPr>
          <a:xfrm>
            <a:off x="594650" y="5568500"/>
            <a:ext cx="79548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19" name="Google Shape;1119;g2d9e967070e_1_39"/>
          <p:cNvPicPr preferRelativeResize="0"/>
          <p:nvPr/>
        </p:nvPicPr>
        <p:blipFill rotWithShape="1">
          <a:blip r:embed="rId3">
            <a:alphaModFix/>
          </a:blip>
          <a:srcRect t="79" b="89"/>
          <a:stretch/>
        </p:blipFill>
        <p:spPr>
          <a:xfrm>
            <a:off x="4648960" y="2488183"/>
            <a:ext cx="1581311" cy="1130047"/>
          </a:xfrm>
          <a:prstGeom prst="rect">
            <a:avLst/>
          </a:prstGeom>
          <a:noFill/>
          <a:ln>
            <a:noFill/>
          </a:ln>
          <a:effectLst>
            <a:outerShdw blurRad="57150" dist="19050" dir="5400000" algn="bl" rotWithShape="0">
              <a:srgbClr val="000000">
                <a:alpha val="20000"/>
              </a:srgbClr>
            </a:outerShdw>
          </a:effectLst>
        </p:spPr>
      </p:pic>
      <p:pic>
        <p:nvPicPr>
          <p:cNvPr id="1120" name="Google Shape;1120;g2d9e967070e_1_39"/>
          <p:cNvPicPr preferRelativeResize="0"/>
          <p:nvPr/>
        </p:nvPicPr>
        <p:blipFill rotWithShape="1">
          <a:blip r:embed="rId4">
            <a:alphaModFix/>
          </a:blip>
          <a:srcRect t="79" b="89"/>
          <a:stretch/>
        </p:blipFill>
        <p:spPr>
          <a:xfrm>
            <a:off x="2913773" y="2488183"/>
            <a:ext cx="1581311" cy="1130047"/>
          </a:xfrm>
          <a:prstGeom prst="rect">
            <a:avLst/>
          </a:prstGeom>
          <a:noFill/>
          <a:ln>
            <a:noFill/>
          </a:ln>
          <a:effectLst>
            <a:outerShdw blurRad="57150" dist="19050" dir="5400000" algn="bl" rotWithShape="0">
              <a:srgbClr val="000000">
                <a:alpha val="20000"/>
              </a:srgbClr>
            </a:outerShdw>
          </a:effectLst>
        </p:spPr>
      </p:pic>
      <p:pic>
        <p:nvPicPr>
          <p:cNvPr id="1121" name="Google Shape;1121;g2d9e967070e_1_39"/>
          <p:cNvPicPr preferRelativeResize="0"/>
          <p:nvPr/>
        </p:nvPicPr>
        <p:blipFill rotWithShape="1">
          <a:blip r:embed="rId5">
            <a:alphaModFix/>
          </a:blip>
          <a:srcRect/>
          <a:stretch/>
        </p:blipFill>
        <p:spPr>
          <a:xfrm>
            <a:off x="1178563" y="2488183"/>
            <a:ext cx="1581311" cy="1130047"/>
          </a:xfrm>
          <a:prstGeom prst="rect">
            <a:avLst/>
          </a:prstGeom>
          <a:noFill/>
          <a:ln>
            <a:noFill/>
          </a:ln>
          <a:effectLst>
            <a:outerShdw blurRad="57150" dist="19050" dir="5400000" algn="bl" rotWithShape="0">
              <a:srgbClr val="000000">
                <a:alpha val="20000"/>
              </a:srgbClr>
            </a:outerShdw>
          </a:effectLst>
        </p:spPr>
      </p:pic>
      <p:pic>
        <p:nvPicPr>
          <p:cNvPr id="1122" name="Google Shape;1122;g2d9e967070e_1_39"/>
          <p:cNvPicPr preferRelativeResize="0"/>
          <p:nvPr/>
        </p:nvPicPr>
        <p:blipFill rotWithShape="1">
          <a:blip r:embed="rId6">
            <a:alphaModFix/>
          </a:blip>
          <a:srcRect t="79" b="89"/>
          <a:stretch/>
        </p:blipFill>
        <p:spPr>
          <a:xfrm>
            <a:off x="6384127" y="1222626"/>
            <a:ext cx="1581311" cy="1130047"/>
          </a:xfrm>
          <a:prstGeom prst="rect">
            <a:avLst/>
          </a:prstGeom>
          <a:noFill/>
          <a:ln>
            <a:noFill/>
          </a:ln>
          <a:effectLst>
            <a:outerShdw blurRad="57150" dist="19050" dir="5400000" algn="bl" rotWithShape="0">
              <a:srgbClr val="000000">
                <a:alpha val="20000"/>
              </a:srgbClr>
            </a:outerShdw>
          </a:effectLst>
        </p:spPr>
      </p:pic>
      <p:pic>
        <p:nvPicPr>
          <p:cNvPr id="1123" name="Google Shape;1123;g2d9e967070e_1_39"/>
          <p:cNvPicPr preferRelativeResize="0"/>
          <p:nvPr/>
        </p:nvPicPr>
        <p:blipFill rotWithShape="1">
          <a:blip r:embed="rId7">
            <a:alphaModFix/>
          </a:blip>
          <a:srcRect/>
          <a:stretch/>
        </p:blipFill>
        <p:spPr>
          <a:xfrm>
            <a:off x="4648960" y="1222626"/>
            <a:ext cx="1581311" cy="1130047"/>
          </a:xfrm>
          <a:prstGeom prst="rect">
            <a:avLst/>
          </a:prstGeom>
          <a:noFill/>
          <a:ln>
            <a:noFill/>
          </a:ln>
          <a:effectLst>
            <a:outerShdw blurRad="57150" dist="19050" dir="5400000" algn="bl" rotWithShape="0">
              <a:srgbClr val="000000">
                <a:alpha val="20000"/>
              </a:srgbClr>
            </a:outerShdw>
          </a:effectLst>
        </p:spPr>
      </p:pic>
      <p:pic>
        <p:nvPicPr>
          <p:cNvPr id="1124" name="Google Shape;1124;g2d9e967070e_1_39"/>
          <p:cNvPicPr preferRelativeResize="0"/>
          <p:nvPr/>
        </p:nvPicPr>
        <p:blipFill rotWithShape="1">
          <a:blip r:embed="rId8">
            <a:alphaModFix/>
          </a:blip>
          <a:srcRect/>
          <a:stretch/>
        </p:blipFill>
        <p:spPr>
          <a:xfrm>
            <a:off x="2913773" y="1222626"/>
            <a:ext cx="1581311" cy="1130047"/>
          </a:xfrm>
          <a:prstGeom prst="rect">
            <a:avLst/>
          </a:prstGeom>
          <a:noFill/>
          <a:ln>
            <a:noFill/>
          </a:ln>
          <a:effectLst>
            <a:outerShdw blurRad="57150" dist="19050" dir="5400000" algn="bl" rotWithShape="0">
              <a:srgbClr val="000000">
                <a:alpha val="20000"/>
              </a:srgbClr>
            </a:outerShdw>
          </a:effectLst>
        </p:spPr>
      </p:pic>
      <p:pic>
        <p:nvPicPr>
          <p:cNvPr id="1125" name="Google Shape;1125;g2d9e967070e_1_39"/>
          <p:cNvPicPr preferRelativeResize="0"/>
          <p:nvPr/>
        </p:nvPicPr>
        <p:blipFill rotWithShape="1">
          <a:blip r:embed="rId9">
            <a:alphaModFix/>
          </a:blip>
          <a:srcRect/>
          <a:stretch/>
        </p:blipFill>
        <p:spPr>
          <a:xfrm>
            <a:off x="1178563" y="1222626"/>
            <a:ext cx="1581311" cy="1130047"/>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30"/>
        <p:cNvGrpSpPr/>
        <p:nvPr/>
      </p:nvGrpSpPr>
      <p:grpSpPr>
        <a:xfrm>
          <a:off x="0" y="0"/>
          <a:ext cx="0" cy="0"/>
          <a:chOff x="0" y="0"/>
          <a:chExt cx="0" cy="0"/>
        </a:xfrm>
      </p:grpSpPr>
      <p:pic>
        <p:nvPicPr>
          <p:cNvPr id="1131" name="Google Shape;1131;g2d284bfab29_0_762"/>
          <p:cNvPicPr preferRelativeResize="0"/>
          <p:nvPr/>
        </p:nvPicPr>
        <p:blipFill rotWithShape="1">
          <a:blip r:embed="rId3">
            <a:alphaModFix/>
          </a:blip>
          <a:srcRect/>
          <a:stretch/>
        </p:blipFill>
        <p:spPr>
          <a:xfrm>
            <a:off x="661750" y="2729650"/>
            <a:ext cx="4363975" cy="1154266"/>
          </a:xfrm>
          <a:prstGeom prst="rect">
            <a:avLst/>
          </a:prstGeom>
          <a:noFill/>
          <a:ln>
            <a:noFill/>
          </a:ln>
        </p:spPr>
      </p:pic>
      <p:pic>
        <p:nvPicPr>
          <p:cNvPr id="1132" name="Google Shape;1132;g2d284bfab29_0_762"/>
          <p:cNvPicPr preferRelativeResize="0"/>
          <p:nvPr/>
        </p:nvPicPr>
        <p:blipFill rotWithShape="1">
          <a:blip r:embed="rId4">
            <a:alphaModFix/>
          </a:blip>
          <a:srcRect/>
          <a:stretch/>
        </p:blipFill>
        <p:spPr>
          <a:xfrm>
            <a:off x="5102925" y="2730288"/>
            <a:ext cx="3304476" cy="1397553"/>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418</Words>
  <Application>Microsoft Office PowerPoint</Application>
  <PresentationFormat>On-screen Show (4:3)</PresentationFormat>
  <Paragraphs>105</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Calibri</vt:lpstr>
      <vt:lpstr>Poppins Medium</vt:lpstr>
      <vt:lpstr>Arial</vt:lpstr>
      <vt:lpstr>Nunito Black</vt:lpstr>
      <vt:lpstr>Jost</vt:lpstr>
      <vt:lpstr>Poppins SemiBold</vt:lpstr>
      <vt:lpstr>Poppins</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vt:lpstr>
      <vt:lpstr>Teach Homophones within /igh/ family: buy / bye / by, I / eye, sight / site, die / dye.</vt:lpstr>
      <vt:lpstr>Review Common Exception Words containing /igh/ sound I my by like wild child mind kind behind.</vt:lpstr>
      <vt:lpstr>Introduce /igh/ sound in new Common Exception Word eye.</vt:lpstr>
      <vt:lpstr>Review Grapheme Captions</vt:lpstr>
      <vt:lpstr>Review Grapheme Captions</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2026-05-22T04:54:37Z</dcterms:modified>
</cp:coreProperties>
</file>