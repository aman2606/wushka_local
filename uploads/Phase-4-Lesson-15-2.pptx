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embeddedFontLst>
    <p:embeddedFont>
      <p:font typeface="Jost" panose="020B0604020202020204" charset="0"/>
      <p:regular r:id="rId16"/>
      <p:bold r:id="rId17"/>
      <p:italic r:id="rId18"/>
      <p:boldItalic r:id="rId19"/>
    </p:embeddedFont>
    <p:embeddedFont>
      <p:font typeface="Nunito Black" pitchFamily="2" charset="0"/>
      <p:bold r:id="rId20"/>
      <p:boldItalic r:id="rId21"/>
    </p:embeddedFont>
    <p:embeddedFont>
      <p:font typeface="Poppins" panose="00000500000000000000" pitchFamily="2" charset="0"/>
      <p:regular r:id="rId22"/>
      <p:bold r:id="rId23"/>
      <p:italic r:id="rId24"/>
      <p:boldItalic r:id="rId25"/>
    </p:embeddedFont>
    <p:embeddedFont>
      <p:font typeface="Poppins Medium" panose="00000600000000000000" pitchFamily="2" charset="0"/>
      <p:regular r:id="rId26"/>
      <p:bold r:id="rId27"/>
      <p:italic r:id="rId28"/>
      <p:boldItalic r:id="rId29"/>
    </p:embeddedFont>
    <p:embeddedFont>
      <p:font typeface="Poppins SemiBold" panose="000007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j0MU105DGpI3its0m/VEKx/8/55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AE9F55E-DBF7-43B9-8F08-934B9C5F1314}">
  <a:tblStyle styleId="{BAE9F55E-DBF7-43B9-8F08-934B9C5F131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7" name="Google Shape;77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9" name="Google Shape;849;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0" name="Google Shape;870;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1" name="Google Shape;871;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5" name="Google Shape;905;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6" name="Google Shape;906;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d18c56aab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d18c56aab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d18c56aab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3135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a:t>
            </a:r>
            <a:r>
              <a:rPr lang="en-US" sz="1800">
                <a:solidFill>
                  <a:srgbClr val="FFFFFF"/>
                </a:solidFill>
                <a:latin typeface="Poppins SemiBold"/>
                <a:ea typeface="Poppins SemiBold"/>
                <a:cs typeface="Poppins SemiBold"/>
                <a:sym typeface="Poppins SemiBold"/>
              </a:rPr>
              <a:t>Common Exception Word</a:t>
            </a:r>
            <a:r>
              <a:rPr lang="en-US" sz="1800" b="0" i="0" u="none" strike="noStrike" cap="none">
                <a:solidFill>
                  <a:srgbClr val="FFFFFF"/>
                </a:solidFill>
                <a:latin typeface="Poppins SemiBold"/>
                <a:ea typeface="Poppins SemiBold"/>
                <a:cs typeface="Poppins SemiBold"/>
                <a:sym typeface="Poppins SemiBold"/>
              </a:rPr>
              <a:t>s</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647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3 - Friday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15</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6"/>
        <p:cNvGrpSpPr/>
        <p:nvPr/>
      </p:nvGrpSpPr>
      <p:grpSpPr>
        <a:xfrm>
          <a:off x="0" y="0"/>
          <a:ext cx="0" cy="0"/>
          <a:chOff x="0" y="0"/>
          <a:chExt cx="0" cy="0"/>
        </a:xfrm>
      </p:grpSpPr>
      <p:sp>
        <p:nvSpPr>
          <p:cNvPr id="127" name="Google Shape;127;g26fb94498d9_0_7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g26fb94498d9_0_70"/>
          <p:cNvGrpSpPr/>
          <p:nvPr/>
        </p:nvGrpSpPr>
        <p:grpSpPr>
          <a:xfrm>
            <a:off x="8199150" y="5983875"/>
            <a:ext cx="586800" cy="571500"/>
            <a:chOff x="7894350" y="6212475"/>
            <a:chExt cx="586800" cy="571500"/>
          </a:xfrm>
        </p:grpSpPr>
        <p:sp>
          <p:nvSpPr>
            <p:cNvPr id="130" name="Google Shape;130;g26fb94498d9_0_7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6fb94498d9_0_7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6fb94498d9_0_7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3" name="Google Shape;133;g26fb94498d9_0_7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Independent Reading</a:t>
            </a:r>
            <a:endParaRPr sz="3200" b="0" i="0" u="none" strike="noStrike" cap="none">
              <a:solidFill>
                <a:srgbClr val="8DC63F"/>
              </a:solidFill>
              <a:latin typeface="Poppins Medium"/>
              <a:ea typeface="Poppins Medium"/>
              <a:cs typeface="Poppins Medium"/>
              <a:sym typeface="Poppins Medium"/>
            </a:endParaRPr>
          </a:p>
        </p:txBody>
      </p:sp>
      <p:cxnSp>
        <p:nvCxnSpPr>
          <p:cNvPr id="134" name="Google Shape;134;g26fb94498d9_0_7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5" name="Google Shape;135;g26fb94498d9_0_70"/>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6" name="Google Shape;136;g26fb94498d9_0_70"/>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Decodable Readers &amp; Teacher Book Activities</a:t>
            </a:r>
            <a:endParaRPr sz="1100" b="0" i="0" u="none" strike="noStrike" cap="none">
              <a:solidFill>
                <a:srgbClr val="8DC63F"/>
              </a:solidFill>
              <a:latin typeface="Poppins Medium"/>
              <a:ea typeface="Poppins Medium"/>
              <a:cs typeface="Poppins Medium"/>
              <a:sym typeface="Poppins Medium"/>
            </a:endParaRPr>
          </a:p>
        </p:txBody>
      </p:sp>
      <p:sp>
        <p:nvSpPr>
          <p:cNvPr id="137" name="Google Shape;137;g26fb94498d9_0_70"/>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Workbooks</a:t>
            </a:r>
            <a:endParaRPr sz="1100" b="0" i="0" u="none" strike="noStrike" cap="none">
              <a:solidFill>
                <a:srgbClr val="8DC63F"/>
              </a:solidFill>
              <a:latin typeface="Poppins Medium"/>
              <a:ea typeface="Poppins Medium"/>
              <a:cs typeface="Poppins Medium"/>
              <a:sym typeface="Poppins Medium"/>
            </a:endParaRPr>
          </a:p>
        </p:txBody>
      </p:sp>
      <p:grpSp>
        <p:nvGrpSpPr>
          <p:cNvPr id="138" name="Google Shape;138;g26fb94498d9_0_70"/>
          <p:cNvGrpSpPr/>
          <p:nvPr/>
        </p:nvGrpSpPr>
        <p:grpSpPr>
          <a:xfrm>
            <a:off x="-36800" y="-52000"/>
            <a:ext cx="9236100" cy="543750"/>
            <a:chOff x="-36800" y="-52000"/>
            <a:chExt cx="9236100" cy="543750"/>
          </a:xfrm>
        </p:grpSpPr>
        <p:sp>
          <p:nvSpPr>
            <p:cNvPr id="139" name="Google Shape;139;g26fb94498d9_0_7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6fb94498d9_0_70"/>
            <p:cNvGrpSpPr/>
            <p:nvPr/>
          </p:nvGrpSpPr>
          <p:grpSpPr>
            <a:xfrm>
              <a:off x="3235760" y="88250"/>
              <a:ext cx="1337400" cy="403500"/>
              <a:chOff x="565600" y="88250"/>
              <a:chExt cx="1337400" cy="403500"/>
            </a:xfrm>
          </p:grpSpPr>
          <p:sp>
            <p:nvSpPr>
              <p:cNvPr id="141" name="Google Shape;141;g26fb94498d9_0_7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42" name="Google Shape;142;g26fb94498d9_0_7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43" name="Google Shape;143;g26fb94498d9_0_7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fb94498d9_0_7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6fb94498d9_0_7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fb94498d9_0_7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fb94498d9_0_7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fb94498d9_0_7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fb94498d9_0_7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fb94498d9_0_7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fb94498d9_0_7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fb94498d9_0_7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fb94498d9_0_7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5" name="Google Shape;195;g26b641b03cd_0_260"/>
          <p:cNvGrpSpPr/>
          <p:nvPr/>
        </p:nvGrpSpPr>
        <p:grpSpPr>
          <a:xfrm>
            <a:off x="8199150" y="5983875"/>
            <a:ext cx="586800" cy="571500"/>
            <a:chOff x="7894350" y="6212475"/>
            <a:chExt cx="586800" cy="571500"/>
          </a:xfrm>
        </p:grpSpPr>
        <p:sp>
          <p:nvSpPr>
            <p:cNvPr id="196" name="Google Shape;19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9" name="Google Shape;199;g26b641b03cd_0_260"/>
          <p:cNvGrpSpPr/>
          <p:nvPr/>
        </p:nvGrpSpPr>
        <p:grpSpPr>
          <a:xfrm>
            <a:off x="-36800" y="-52000"/>
            <a:ext cx="9236100" cy="543750"/>
            <a:chOff x="-36800" y="-52000"/>
            <a:chExt cx="9236100" cy="54375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3235760" y="8825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204" name="Google Shape;204;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3" name="Google Shape;21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3" name="Google Shape;223;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5" name="Google Shape;255;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58" name="Google Shape;258;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59" name="Google Shape;259;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0" name="Google Shape;260;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1" name="Google Shape;261;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2" name="Google Shape;262;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3" name="Google Shape;263;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4" name="Google Shape;264;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5" name="Google Shape;265;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6" name="Google Shape;266;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7" name="Google Shape;267;g1f3daf8a844_0_32"/>
          <p:cNvGrpSpPr/>
          <p:nvPr/>
        </p:nvGrpSpPr>
        <p:grpSpPr>
          <a:xfrm>
            <a:off x="662575" y="6212475"/>
            <a:ext cx="586800" cy="571500"/>
            <a:chOff x="662575" y="6212475"/>
            <a:chExt cx="586800" cy="571500"/>
          </a:xfrm>
        </p:grpSpPr>
        <p:sp>
          <p:nvSpPr>
            <p:cNvPr id="268" name="Google Shape;268;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1f3daf8a844_0_32"/>
          <p:cNvGrpSpPr/>
          <p:nvPr/>
        </p:nvGrpSpPr>
        <p:grpSpPr>
          <a:xfrm>
            <a:off x="7894350" y="6212475"/>
            <a:ext cx="586800" cy="571500"/>
            <a:chOff x="7894350" y="6212475"/>
            <a:chExt cx="586800" cy="571500"/>
          </a:xfrm>
        </p:grpSpPr>
        <p:sp>
          <p:nvSpPr>
            <p:cNvPr id="272" name="Google Shape;272;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5"/>
        <p:cNvGrpSpPr/>
        <p:nvPr/>
      </p:nvGrpSpPr>
      <p:grpSpPr>
        <a:xfrm>
          <a:off x="0" y="0"/>
          <a:ext cx="0" cy="0"/>
          <a:chOff x="0" y="0"/>
          <a:chExt cx="0" cy="0"/>
        </a:xfrm>
      </p:grpSpPr>
      <p:sp>
        <p:nvSpPr>
          <p:cNvPr id="276" name="Google Shape;276;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8" name="Google Shape;27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9" name="Google Shape;279;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4" name="Google Shape;284;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5" name="Google Shape;285;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6" name="Google Shape;286;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7" name="Google Shape;287;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88" name="Google Shape;288;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9" name="Google Shape;289;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0" name="Google Shape;290;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1" name="Google Shape;291;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2" name="Google Shape;29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4" name="Google Shape;29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 name="Google Shape;29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 name="Google Shape;29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7" name="Google Shape;297;g2c157a2fb06_0_53"/>
          <p:cNvGrpSpPr/>
          <p:nvPr/>
        </p:nvGrpSpPr>
        <p:grpSpPr>
          <a:xfrm>
            <a:off x="1403031" y="6958923"/>
            <a:ext cx="6774848" cy="1291477"/>
            <a:chOff x="717231" y="7263723"/>
            <a:chExt cx="6774848" cy="1291477"/>
          </a:xfrm>
        </p:grpSpPr>
        <p:sp>
          <p:nvSpPr>
            <p:cNvPr id="298" name="Google Shape;29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6" name="Google Shape;30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0" name="Google Shape;31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1" name="Google Shape;311;g2c157a2fb06_0_53"/>
          <p:cNvGrpSpPr/>
          <p:nvPr/>
        </p:nvGrpSpPr>
        <p:grpSpPr>
          <a:xfrm>
            <a:off x="662575" y="6212475"/>
            <a:ext cx="586800" cy="571500"/>
            <a:chOff x="662575" y="6212475"/>
            <a:chExt cx="586800" cy="571500"/>
          </a:xfrm>
        </p:grpSpPr>
        <p:sp>
          <p:nvSpPr>
            <p:cNvPr id="312" name="Google Shape;31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53"/>
          <p:cNvGrpSpPr/>
          <p:nvPr/>
        </p:nvGrpSpPr>
        <p:grpSpPr>
          <a:xfrm>
            <a:off x="7894350" y="6212475"/>
            <a:ext cx="586800" cy="571500"/>
            <a:chOff x="7894350" y="6212475"/>
            <a:chExt cx="586800" cy="571500"/>
          </a:xfrm>
        </p:grpSpPr>
        <p:sp>
          <p:nvSpPr>
            <p:cNvPr id="316" name="Google Shape;31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9"/>
        <p:cNvGrpSpPr/>
        <p:nvPr/>
      </p:nvGrpSpPr>
      <p:grpSpPr>
        <a:xfrm>
          <a:off x="0" y="0"/>
          <a:ext cx="0" cy="0"/>
          <a:chOff x="0" y="0"/>
          <a:chExt cx="0" cy="0"/>
        </a:xfrm>
      </p:grpSpPr>
      <p:sp>
        <p:nvSpPr>
          <p:cNvPr id="320" name="Google Shape;320;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327" name="Google Shape;32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8" name="Google Shape;328;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30" name="Google Shape;330;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2" name="Google Shape;332;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33" name="Google Shape;333;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8" name="Google Shape;338;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9" name="Google Shape;339;g2c157a2fb06_0_158"/>
          <p:cNvGrpSpPr/>
          <p:nvPr/>
        </p:nvGrpSpPr>
        <p:grpSpPr>
          <a:xfrm>
            <a:off x="662575" y="6212475"/>
            <a:ext cx="586800" cy="571500"/>
            <a:chOff x="662575" y="6212475"/>
            <a:chExt cx="586800" cy="571500"/>
          </a:xfrm>
        </p:grpSpPr>
        <p:sp>
          <p:nvSpPr>
            <p:cNvPr id="340" name="Google Shape;340;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3" name="Google Shape;343;g2c157a2fb06_0_158"/>
          <p:cNvGrpSpPr/>
          <p:nvPr/>
        </p:nvGrpSpPr>
        <p:grpSpPr>
          <a:xfrm>
            <a:off x="7894350" y="6212475"/>
            <a:ext cx="586800" cy="571500"/>
            <a:chOff x="7894350" y="6212475"/>
            <a:chExt cx="586800" cy="571500"/>
          </a:xfrm>
        </p:grpSpPr>
        <p:sp>
          <p:nvSpPr>
            <p:cNvPr id="344" name="Google Shape;344;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7"/>
        <p:cNvGrpSpPr/>
        <p:nvPr/>
      </p:nvGrpSpPr>
      <p:grpSpPr>
        <a:xfrm>
          <a:off x="0" y="0"/>
          <a:ext cx="0" cy="0"/>
          <a:chOff x="0" y="0"/>
          <a:chExt cx="0" cy="0"/>
        </a:xfrm>
      </p:grpSpPr>
      <p:sp>
        <p:nvSpPr>
          <p:cNvPr id="348" name="Google Shape;348;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0" name="Google Shape;35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1" name="Google Shape;351;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55" name="Google Shape;35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6" name="Google Shape;35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57" name="Google Shape;35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8" name="Google Shape;35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9" name="Google Shape;35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1" name="Google Shape;361;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3" name="Google Shape;363;g2c157a2fb06_0_263"/>
          <p:cNvSpPr>
            <a:spLocks noGrp="1"/>
          </p:cNvSpPr>
          <p:nvPr>
            <p:ph type="pic" idx="7"/>
          </p:nvPr>
        </p:nvSpPr>
        <p:spPr>
          <a:xfrm>
            <a:off x="5086375" y="4412425"/>
            <a:ext cx="2668800" cy="1291500"/>
          </a:xfrm>
          <a:prstGeom prst="rect">
            <a:avLst/>
          </a:prstGeom>
          <a:noFill/>
          <a:ln>
            <a:noFill/>
          </a:ln>
        </p:spPr>
      </p:sp>
      <p:sp>
        <p:nvSpPr>
          <p:cNvPr id="364" name="Google Shape;364;g2c157a2fb06_0_263"/>
          <p:cNvSpPr>
            <a:spLocks noGrp="1"/>
          </p:cNvSpPr>
          <p:nvPr>
            <p:ph type="pic" idx="8"/>
          </p:nvPr>
        </p:nvSpPr>
        <p:spPr>
          <a:xfrm>
            <a:off x="5086375" y="797675"/>
            <a:ext cx="2668800" cy="1291500"/>
          </a:xfrm>
          <a:prstGeom prst="rect">
            <a:avLst/>
          </a:prstGeom>
          <a:noFill/>
          <a:ln>
            <a:noFill/>
          </a:ln>
        </p:spPr>
      </p:sp>
      <p:sp>
        <p:nvSpPr>
          <p:cNvPr id="365" name="Google Shape;365;g2c157a2fb06_0_263"/>
          <p:cNvSpPr>
            <a:spLocks noGrp="1"/>
          </p:cNvSpPr>
          <p:nvPr>
            <p:ph type="pic" idx="9"/>
          </p:nvPr>
        </p:nvSpPr>
        <p:spPr>
          <a:xfrm>
            <a:off x="5086375" y="2002592"/>
            <a:ext cx="2668800" cy="1291500"/>
          </a:xfrm>
          <a:prstGeom prst="rect">
            <a:avLst/>
          </a:prstGeom>
          <a:noFill/>
          <a:ln>
            <a:noFill/>
          </a:ln>
        </p:spPr>
      </p:sp>
      <p:sp>
        <p:nvSpPr>
          <p:cNvPr id="366" name="Google Shape;366;g2c157a2fb06_0_263"/>
          <p:cNvSpPr>
            <a:spLocks noGrp="1"/>
          </p:cNvSpPr>
          <p:nvPr>
            <p:ph type="pic" idx="13"/>
          </p:nvPr>
        </p:nvSpPr>
        <p:spPr>
          <a:xfrm>
            <a:off x="5086375" y="3207508"/>
            <a:ext cx="2668800" cy="1291500"/>
          </a:xfrm>
          <a:prstGeom prst="rect">
            <a:avLst/>
          </a:prstGeom>
          <a:noFill/>
          <a:ln>
            <a:noFill/>
          </a:ln>
        </p:spPr>
      </p:sp>
      <p:sp>
        <p:nvSpPr>
          <p:cNvPr id="367" name="Google Shape;367;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8" name="Google Shape;36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9" name="Google Shape;36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0" name="Google Shape;370;g2c157a2fb06_0_263"/>
          <p:cNvGrpSpPr/>
          <p:nvPr/>
        </p:nvGrpSpPr>
        <p:grpSpPr>
          <a:xfrm>
            <a:off x="662575" y="6212475"/>
            <a:ext cx="586800" cy="571500"/>
            <a:chOff x="662575" y="6212475"/>
            <a:chExt cx="586800" cy="571500"/>
          </a:xfrm>
        </p:grpSpPr>
        <p:sp>
          <p:nvSpPr>
            <p:cNvPr id="371" name="Google Shape;371;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263"/>
          <p:cNvGrpSpPr/>
          <p:nvPr/>
        </p:nvGrpSpPr>
        <p:grpSpPr>
          <a:xfrm>
            <a:off x="7894350" y="6212475"/>
            <a:ext cx="586800" cy="571500"/>
            <a:chOff x="7894350" y="6212475"/>
            <a:chExt cx="586800" cy="571500"/>
          </a:xfrm>
        </p:grpSpPr>
        <p:sp>
          <p:nvSpPr>
            <p:cNvPr id="375" name="Google Shape;375;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8"/>
        <p:cNvGrpSpPr/>
        <p:nvPr/>
      </p:nvGrpSpPr>
      <p:grpSpPr>
        <a:xfrm>
          <a:off x="0" y="0"/>
          <a:ext cx="0" cy="0"/>
          <a:chOff x="0" y="0"/>
          <a:chExt cx="0" cy="0"/>
        </a:xfrm>
      </p:grpSpPr>
      <p:sp>
        <p:nvSpPr>
          <p:cNvPr id="379" name="Google Shape;379;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1" name="Google Shape;381;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5" name="Google Shape;385;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6" name="Google Shape;38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7" name="Google Shape;38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8" name="Google Shape;38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9" name="Google Shape;38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0" name="Google Shape;39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1" name="Google Shape;39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2" name="Google Shape;39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94" name="Google Shape;39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467"/>
          <p:cNvGrpSpPr/>
          <p:nvPr/>
        </p:nvGrpSpPr>
        <p:grpSpPr>
          <a:xfrm>
            <a:off x="662575" y="6212475"/>
            <a:ext cx="586800" cy="571500"/>
            <a:chOff x="662575" y="6212475"/>
            <a:chExt cx="586800" cy="571500"/>
          </a:xfrm>
        </p:grpSpPr>
        <p:sp>
          <p:nvSpPr>
            <p:cNvPr id="397" name="Google Shape;39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467"/>
          <p:cNvGrpSpPr/>
          <p:nvPr/>
        </p:nvGrpSpPr>
        <p:grpSpPr>
          <a:xfrm>
            <a:off x="7894350" y="6212475"/>
            <a:ext cx="586800" cy="571500"/>
            <a:chOff x="7894350" y="6212475"/>
            <a:chExt cx="586800" cy="571500"/>
          </a:xfrm>
        </p:grpSpPr>
        <p:sp>
          <p:nvSpPr>
            <p:cNvPr id="401" name="Google Shape;40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4"/>
        <p:cNvGrpSpPr/>
        <p:nvPr/>
      </p:nvGrpSpPr>
      <p:grpSpPr>
        <a:xfrm>
          <a:off x="0" y="0"/>
          <a:ext cx="0" cy="0"/>
          <a:chOff x="0" y="0"/>
          <a:chExt cx="0" cy="0"/>
        </a:xfrm>
      </p:grpSpPr>
      <p:sp>
        <p:nvSpPr>
          <p:cNvPr id="405" name="Google Shape;405;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7" name="Google Shape;40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1" name="Google Shape;411;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2" name="Google Shape;41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3" name="Google Shape;41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0" name="Google Shape;42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629"/>
          <p:cNvGrpSpPr/>
          <p:nvPr/>
        </p:nvGrpSpPr>
        <p:grpSpPr>
          <a:xfrm>
            <a:off x="662575" y="6212475"/>
            <a:ext cx="586800" cy="571500"/>
            <a:chOff x="662575" y="6212475"/>
            <a:chExt cx="586800" cy="571500"/>
          </a:xfrm>
        </p:grpSpPr>
        <p:sp>
          <p:nvSpPr>
            <p:cNvPr id="423" name="Google Shape;42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629"/>
          <p:cNvGrpSpPr/>
          <p:nvPr/>
        </p:nvGrpSpPr>
        <p:grpSpPr>
          <a:xfrm>
            <a:off x="7894350" y="6212475"/>
            <a:ext cx="586800" cy="571500"/>
            <a:chOff x="7894350" y="6212475"/>
            <a:chExt cx="586800" cy="571500"/>
          </a:xfrm>
        </p:grpSpPr>
        <p:sp>
          <p:nvSpPr>
            <p:cNvPr id="427" name="Google Shape;42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0"/>
        <p:cNvGrpSpPr/>
        <p:nvPr/>
      </p:nvGrpSpPr>
      <p:grpSpPr>
        <a:xfrm>
          <a:off x="0" y="0"/>
          <a:ext cx="0" cy="0"/>
          <a:chOff x="0" y="0"/>
          <a:chExt cx="0" cy="0"/>
        </a:xfrm>
      </p:grpSpPr>
      <p:sp>
        <p:nvSpPr>
          <p:cNvPr id="431" name="Google Shape;431;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8" name="Google Shape;43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9" name="Google Shape;43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0" name="Google Shape;44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1" name="Google Shape;44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2" name="Google Shape;44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3" name="Google Shape;44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5" name="Google Shape;44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47" name="Google Shape;44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9" name="Google Shape;449;g2c157a2fb06_0_798"/>
          <p:cNvGrpSpPr/>
          <p:nvPr/>
        </p:nvGrpSpPr>
        <p:grpSpPr>
          <a:xfrm>
            <a:off x="662575" y="6212475"/>
            <a:ext cx="586800" cy="571500"/>
            <a:chOff x="662575" y="6212475"/>
            <a:chExt cx="586800" cy="571500"/>
          </a:xfrm>
        </p:grpSpPr>
        <p:sp>
          <p:nvSpPr>
            <p:cNvPr id="450" name="Google Shape;45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3" name="Google Shape;453;g2c157a2fb06_0_798"/>
          <p:cNvGrpSpPr/>
          <p:nvPr/>
        </p:nvGrpSpPr>
        <p:grpSpPr>
          <a:xfrm>
            <a:off x="7894350" y="6212475"/>
            <a:ext cx="586800" cy="571500"/>
            <a:chOff x="7894350" y="6212475"/>
            <a:chExt cx="586800" cy="571500"/>
          </a:xfrm>
        </p:grpSpPr>
        <p:sp>
          <p:nvSpPr>
            <p:cNvPr id="454" name="Google Shape;45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7"/>
        <p:cNvGrpSpPr/>
        <p:nvPr/>
      </p:nvGrpSpPr>
      <p:grpSpPr>
        <a:xfrm>
          <a:off x="0" y="0"/>
          <a:ext cx="0" cy="0"/>
          <a:chOff x="0" y="0"/>
          <a:chExt cx="0" cy="0"/>
        </a:xfrm>
      </p:grpSpPr>
      <p:sp>
        <p:nvSpPr>
          <p:cNvPr id="458" name="Google Shape;458;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0" name="Google Shape;46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1" name="Google Shape;461;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65" name="Google Shape;46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6" name="Google Shape;46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7" name="Google Shape;46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8" name="Google Shape;46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9" name="Google Shape;46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0" name="Google Shape;47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71" name="Google Shape;47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2" name="Google Shape;47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74" name="Google Shape;47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5" name="Google Shape;47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6" name="Google Shape;476;g2c157a2fb06_0_825"/>
          <p:cNvGrpSpPr/>
          <p:nvPr/>
        </p:nvGrpSpPr>
        <p:grpSpPr>
          <a:xfrm>
            <a:off x="662575" y="6212475"/>
            <a:ext cx="586800" cy="571500"/>
            <a:chOff x="662575" y="6212475"/>
            <a:chExt cx="586800" cy="571500"/>
          </a:xfrm>
        </p:grpSpPr>
        <p:sp>
          <p:nvSpPr>
            <p:cNvPr id="477" name="Google Shape;47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0" name="Google Shape;480;g2c157a2fb06_0_825"/>
          <p:cNvGrpSpPr/>
          <p:nvPr/>
        </p:nvGrpSpPr>
        <p:grpSpPr>
          <a:xfrm>
            <a:off x="7894350" y="6212475"/>
            <a:ext cx="586800" cy="571500"/>
            <a:chOff x="7894350" y="6212475"/>
            <a:chExt cx="586800" cy="571500"/>
          </a:xfrm>
        </p:grpSpPr>
        <p:sp>
          <p:nvSpPr>
            <p:cNvPr id="481" name="Google Shape;48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4"/>
        <p:cNvGrpSpPr/>
        <p:nvPr/>
      </p:nvGrpSpPr>
      <p:grpSpPr>
        <a:xfrm>
          <a:off x="0" y="0"/>
          <a:ext cx="0" cy="0"/>
          <a:chOff x="0" y="0"/>
          <a:chExt cx="0" cy="0"/>
        </a:xfrm>
      </p:grpSpPr>
      <p:sp>
        <p:nvSpPr>
          <p:cNvPr id="485" name="Google Shape;485;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7" name="Google Shape;48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8" name="Google Shape;488;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92" name="Google Shape;49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6" name="Google Shape;496;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7" name="Google Shape;497;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8" name="Google Shape;498;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99" name="Google Shape;499;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00" name="Google Shape;500;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9" name="Google Shape;509;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1" name="Google Shape;511;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4" name="Google Shape;514;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5" name="Google Shape;515;g2c157a2fb06_0_700"/>
          <p:cNvGrpSpPr/>
          <p:nvPr/>
        </p:nvGrpSpPr>
        <p:grpSpPr>
          <a:xfrm>
            <a:off x="662575" y="6212475"/>
            <a:ext cx="586800" cy="571500"/>
            <a:chOff x="662575" y="6212475"/>
            <a:chExt cx="586800" cy="571500"/>
          </a:xfrm>
        </p:grpSpPr>
        <p:sp>
          <p:nvSpPr>
            <p:cNvPr id="516" name="Google Shape;516;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700"/>
          <p:cNvGrpSpPr/>
          <p:nvPr/>
        </p:nvGrpSpPr>
        <p:grpSpPr>
          <a:xfrm>
            <a:off x="7894350" y="6212475"/>
            <a:ext cx="586800" cy="571500"/>
            <a:chOff x="7894350" y="6212475"/>
            <a:chExt cx="586800" cy="571500"/>
          </a:xfrm>
        </p:grpSpPr>
        <p:sp>
          <p:nvSpPr>
            <p:cNvPr id="520" name="Google Shape;520;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3"/>
        <p:cNvGrpSpPr/>
        <p:nvPr/>
      </p:nvGrpSpPr>
      <p:grpSpPr>
        <a:xfrm>
          <a:off x="0" y="0"/>
          <a:ext cx="0" cy="0"/>
          <a:chOff x="0" y="0"/>
          <a:chExt cx="0" cy="0"/>
        </a:xfrm>
      </p:grpSpPr>
      <p:sp>
        <p:nvSpPr>
          <p:cNvPr id="524" name="Google Shape;524;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6" name="Google Shape;526;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7" name="Google Shape;527;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31" name="Google Shape;531;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2" name="Google Shape;532;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3" name="Google Shape;533;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4" name="Google Shape;534;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35" name="Google Shape;535;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2" name="Google Shape;542;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3" name="Google Shape;543;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4" name="Google Shape;544;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5" name="Google Shape;545;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3" name="Google Shape;553;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4" name="Google Shape;554;g2c157a2fb06_0_932"/>
          <p:cNvGrpSpPr/>
          <p:nvPr/>
        </p:nvGrpSpPr>
        <p:grpSpPr>
          <a:xfrm>
            <a:off x="662575" y="6212475"/>
            <a:ext cx="586800" cy="571500"/>
            <a:chOff x="662575" y="6212475"/>
            <a:chExt cx="586800" cy="571500"/>
          </a:xfrm>
        </p:grpSpPr>
        <p:sp>
          <p:nvSpPr>
            <p:cNvPr id="555" name="Google Shape;555;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8" name="Google Shape;558;g2c157a2fb06_0_932"/>
          <p:cNvGrpSpPr/>
          <p:nvPr/>
        </p:nvGrpSpPr>
        <p:grpSpPr>
          <a:xfrm>
            <a:off x="7894350" y="6212475"/>
            <a:ext cx="586800" cy="571500"/>
            <a:chOff x="7894350" y="6212475"/>
            <a:chExt cx="586800" cy="571500"/>
          </a:xfrm>
        </p:grpSpPr>
        <p:sp>
          <p:nvSpPr>
            <p:cNvPr id="559" name="Google Shape;559;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2"/>
        <p:cNvGrpSpPr/>
        <p:nvPr/>
      </p:nvGrpSpPr>
      <p:grpSpPr>
        <a:xfrm>
          <a:off x="0" y="0"/>
          <a:ext cx="0" cy="0"/>
          <a:chOff x="0" y="0"/>
          <a:chExt cx="0" cy="0"/>
        </a:xfrm>
      </p:grpSpPr>
      <p:sp>
        <p:nvSpPr>
          <p:cNvPr id="563" name="Google Shape;563;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70" name="Google Shape;57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1" name="Google Shape;57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2" name="Google Shape;57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5" name="Google Shape;585;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86" name="Google Shape;586;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8" name="Google Shape;588;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9" name="Google Shape;589;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90" name="Google Shape;590;g2c157a2fb06_0_1045"/>
          <p:cNvGrpSpPr/>
          <p:nvPr/>
        </p:nvGrpSpPr>
        <p:grpSpPr>
          <a:xfrm>
            <a:off x="662575" y="6212475"/>
            <a:ext cx="586800" cy="571500"/>
            <a:chOff x="662575" y="6212475"/>
            <a:chExt cx="586800" cy="571500"/>
          </a:xfrm>
        </p:grpSpPr>
        <p:sp>
          <p:nvSpPr>
            <p:cNvPr id="591" name="Google Shape;591;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4" name="Google Shape;594;g2c157a2fb06_0_1045"/>
          <p:cNvGrpSpPr/>
          <p:nvPr/>
        </p:nvGrpSpPr>
        <p:grpSpPr>
          <a:xfrm>
            <a:off x="7894350" y="6212475"/>
            <a:ext cx="586800" cy="571500"/>
            <a:chOff x="7894350" y="6212475"/>
            <a:chExt cx="586800" cy="571500"/>
          </a:xfrm>
        </p:grpSpPr>
        <p:sp>
          <p:nvSpPr>
            <p:cNvPr id="595" name="Google Shape;595;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8"/>
        <p:cNvGrpSpPr/>
        <p:nvPr/>
      </p:nvGrpSpPr>
      <p:grpSpPr>
        <a:xfrm>
          <a:off x="0" y="0"/>
          <a:ext cx="0" cy="0"/>
          <a:chOff x="0" y="0"/>
          <a:chExt cx="0" cy="0"/>
        </a:xfrm>
      </p:grpSpPr>
      <p:sp>
        <p:nvSpPr>
          <p:cNvPr id="599" name="Google Shape;599;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1" name="Google Shape;601;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2" name="Google Shape;602;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06" name="Google Shape;606;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7" name="Google Shape;607;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9" name="Google Shape;609;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610" name="Google Shape;610;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2" name="Google Shape;612;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3" name="Google Shape;613;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4" name="Google Shape;614;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5" name="Google Shape;615;g2c157a2fb06_0_1110"/>
          <p:cNvGrpSpPr/>
          <p:nvPr/>
        </p:nvGrpSpPr>
        <p:grpSpPr>
          <a:xfrm>
            <a:off x="5806200" y="1807463"/>
            <a:ext cx="756300" cy="146700"/>
            <a:chOff x="5806200" y="1807463"/>
            <a:chExt cx="756300" cy="146700"/>
          </a:xfrm>
        </p:grpSpPr>
        <p:sp>
          <p:nvSpPr>
            <p:cNvPr id="616" name="Google Shape;61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9" name="Google Shape;619;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0" name="Google Shape;620;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1" name="Google Shape;621;g2c157a2fb06_0_1110"/>
          <p:cNvGrpSpPr/>
          <p:nvPr/>
        </p:nvGrpSpPr>
        <p:grpSpPr>
          <a:xfrm>
            <a:off x="5806200" y="2842438"/>
            <a:ext cx="756300" cy="146700"/>
            <a:chOff x="5806200" y="1807463"/>
            <a:chExt cx="756300" cy="146700"/>
          </a:xfrm>
        </p:grpSpPr>
        <p:sp>
          <p:nvSpPr>
            <p:cNvPr id="622" name="Google Shape;622;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1110"/>
          <p:cNvGrpSpPr/>
          <p:nvPr/>
        </p:nvGrpSpPr>
        <p:grpSpPr>
          <a:xfrm>
            <a:off x="5806200" y="3877413"/>
            <a:ext cx="756300" cy="146700"/>
            <a:chOff x="5806200" y="1807463"/>
            <a:chExt cx="756300" cy="146700"/>
          </a:xfrm>
        </p:grpSpPr>
        <p:sp>
          <p:nvSpPr>
            <p:cNvPr id="626" name="Google Shape;62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9" name="Google Shape;629;g2c157a2fb06_0_1110"/>
          <p:cNvGrpSpPr/>
          <p:nvPr/>
        </p:nvGrpSpPr>
        <p:grpSpPr>
          <a:xfrm>
            <a:off x="662575" y="6212475"/>
            <a:ext cx="586800" cy="571500"/>
            <a:chOff x="662575" y="6212475"/>
            <a:chExt cx="586800" cy="571500"/>
          </a:xfrm>
        </p:grpSpPr>
        <p:sp>
          <p:nvSpPr>
            <p:cNvPr id="630" name="Google Shape;630;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3" name="Google Shape;633;g2c157a2fb06_0_1110"/>
          <p:cNvGrpSpPr/>
          <p:nvPr/>
        </p:nvGrpSpPr>
        <p:grpSpPr>
          <a:xfrm>
            <a:off x="7894350" y="6212475"/>
            <a:ext cx="586800" cy="571500"/>
            <a:chOff x="7894350" y="6212475"/>
            <a:chExt cx="586800" cy="571500"/>
          </a:xfrm>
        </p:grpSpPr>
        <p:sp>
          <p:nvSpPr>
            <p:cNvPr id="634" name="Google Shape;634;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37"/>
        <p:cNvGrpSpPr/>
        <p:nvPr/>
      </p:nvGrpSpPr>
      <p:grpSpPr>
        <a:xfrm>
          <a:off x="0" y="0"/>
          <a:ext cx="0" cy="0"/>
          <a:chOff x="0" y="0"/>
          <a:chExt cx="0" cy="0"/>
        </a:xfrm>
      </p:grpSpPr>
      <p:sp>
        <p:nvSpPr>
          <p:cNvPr id="638" name="Google Shape;638;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40" name="Google Shape;640;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1" name="Google Shape;641;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4" name="Google Shape;644;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45" name="Google Shape;645;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6" name="Google Shape;646;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7" name="Google Shape;647;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8" name="Google Shape;648;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9" name="Google Shape;649;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50" name="Google Shape;650;g2cf1f75ecdd_0_56"/>
          <p:cNvGrpSpPr/>
          <p:nvPr/>
        </p:nvGrpSpPr>
        <p:grpSpPr>
          <a:xfrm>
            <a:off x="662575" y="6212475"/>
            <a:ext cx="586800" cy="571500"/>
            <a:chOff x="662575" y="6212475"/>
            <a:chExt cx="586800" cy="571500"/>
          </a:xfrm>
        </p:grpSpPr>
        <p:sp>
          <p:nvSpPr>
            <p:cNvPr id="651" name="Google Shape;651;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3" name="Google Shape;653;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4" name="Google Shape;654;g2cf1f75ecdd_0_56"/>
          <p:cNvGrpSpPr/>
          <p:nvPr/>
        </p:nvGrpSpPr>
        <p:grpSpPr>
          <a:xfrm>
            <a:off x="7894350" y="6212475"/>
            <a:ext cx="586800" cy="571500"/>
            <a:chOff x="7894350" y="6212475"/>
            <a:chExt cx="586800" cy="571500"/>
          </a:xfrm>
        </p:grpSpPr>
        <p:sp>
          <p:nvSpPr>
            <p:cNvPr id="655" name="Google Shape;655;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7" name="Google Shape;657;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8" name="Google Shape;658;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59" name="Google Shape;659;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60" name="Google Shape;660;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61" name="Google Shape;661;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62" name="Google Shape;662;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3" name="Google Shape;663;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4" name="Google Shape;664;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65" name="Google Shape;665;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66" name="Google Shape;666;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7" name="Google Shape;667;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8" name="Google Shape;668;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9" name="Google Shape;669;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0" name="Google Shape;670;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71" name="Google Shape;671;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72" name="Google Shape;672;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3" name="Google Shape;673;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4" name="Google Shape;674;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75" name="Google Shape;675;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6" name="Google Shape;676;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7" name="Google Shape;677;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8" name="Google Shape;678;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79" name="Google Shape;679;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0" name="Google Shape;680;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81" name="Google Shape;681;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2" name="Google Shape;682;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3" name="Google Shape;683;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4" name="Google Shape;684;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85"/>
        <p:cNvGrpSpPr/>
        <p:nvPr/>
      </p:nvGrpSpPr>
      <p:grpSpPr>
        <a:xfrm>
          <a:off x="0" y="0"/>
          <a:ext cx="0" cy="0"/>
          <a:chOff x="0" y="0"/>
          <a:chExt cx="0" cy="0"/>
        </a:xfrm>
      </p:grpSpPr>
      <p:sp>
        <p:nvSpPr>
          <p:cNvPr id="686" name="Google Shape;68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90" name="Google Shape;69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2" name="Google Shape;69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93" name="Google Shape;69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94" name="Google Shape;69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95" name="Google Shape;69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6" name="Google Shape;69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7" name="Google Shape;69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8" name="Google Shape;69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9" name="Google Shape;699;p30"/>
          <p:cNvGrpSpPr/>
          <p:nvPr/>
        </p:nvGrpSpPr>
        <p:grpSpPr>
          <a:xfrm>
            <a:off x="6022940" y="5341706"/>
            <a:ext cx="594501" cy="305904"/>
            <a:chOff x="5672081" y="1914352"/>
            <a:chExt cx="792668" cy="305904"/>
          </a:xfrm>
        </p:grpSpPr>
        <p:sp>
          <p:nvSpPr>
            <p:cNvPr id="700" name="Google Shape;70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2" name="Google Shape;70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03" name="Google Shape;70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6" name="Google Shape;70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9" name="Google Shape;70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0" name="Google Shape;71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11" name="Google Shape;71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12" name="Google Shape;71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9" name="Google Shape;71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20" name="Google Shape;72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21" name="Google Shape;72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23" name="Google Shape;72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24" name="Google Shape;72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25" name="Google Shape;72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6" name="Google Shape;72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7" name="Google Shape;72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8" name="Google Shape;72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9" name="Google Shape;72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30" name="Google Shape;73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31"/>
        <p:cNvGrpSpPr/>
        <p:nvPr/>
      </p:nvGrpSpPr>
      <p:grpSpPr>
        <a:xfrm>
          <a:off x="0" y="0"/>
          <a:ext cx="0" cy="0"/>
          <a:chOff x="0" y="0"/>
          <a:chExt cx="0" cy="0"/>
        </a:xfrm>
      </p:grpSpPr>
      <p:sp>
        <p:nvSpPr>
          <p:cNvPr id="732" name="Google Shape;73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3" name="Google Shape;73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34" name="Google Shape;73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35"/>
        <p:cNvGrpSpPr/>
        <p:nvPr/>
      </p:nvGrpSpPr>
      <p:grpSpPr>
        <a:xfrm>
          <a:off x="0" y="0"/>
          <a:ext cx="0" cy="0"/>
          <a:chOff x="0" y="0"/>
          <a:chExt cx="0" cy="0"/>
        </a:xfrm>
      </p:grpSpPr>
      <p:sp>
        <p:nvSpPr>
          <p:cNvPr id="736" name="Google Shape;73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7" name="Google Shape;73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8" name="Google Shape;73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image" Target="../media/image8.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slide" Target="slide6.xml"/><Relationship Id="rId4" Type="http://schemas.openxmlformats.org/officeDocument/2006/relationships/image" Target="../media/image9.png"/><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26" Type="http://schemas.openxmlformats.org/officeDocument/2006/relationships/image" Target="../media/image59.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58.png"/><Relationship Id="rId2" Type="http://schemas.openxmlformats.org/officeDocument/2006/relationships/notesSlide" Target="../notesSlides/notesSlide5.xml"/><Relationship Id="rId16" Type="http://schemas.openxmlformats.org/officeDocument/2006/relationships/image" Target="../media/image49.png"/><Relationship Id="rId20" Type="http://schemas.openxmlformats.org/officeDocument/2006/relationships/image" Target="../media/image53.png"/><Relationship Id="rId29"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57.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6.png"/><Relationship Id="rId28" Type="http://schemas.openxmlformats.org/officeDocument/2006/relationships/image" Target="../media/image61.png"/><Relationship Id="rId10" Type="http://schemas.openxmlformats.org/officeDocument/2006/relationships/image" Target="../media/image43.png"/><Relationship Id="rId19" Type="http://schemas.openxmlformats.org/officeDocument/2006/relationships/image" Target="../media/image52.png"/><Relationship Id="rId31" Type="http://schemas.openxmlformats.org/officeDocument/2006/relationships/image" Target="../media/image64.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60.png"/><Relationship Id="rId30" Type="http://schemas.openxmlformats.org/officeDocument/2006/relationships/image" Target="../media/image63.png"/></Relationships>
</file>

<file path=ppt/slides/_rels/slide6.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3" Type="http://schemas.openxmlformats.org/officeDocument/2006/relationships/image" Target="../media/image11.png"/><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notesSlide" Target="../notesSlides/notesSlide6.xml"/><Relationship Id="rId16" Type="http://schemas.openxmlformats.org/officeDocument/2006/relationships/image" Target="../media/image77.png"/><Relationship Id="rId1" Type="http://schemas.openxmlformats.org/officeDocument/2006/relationships/slideLayout" Target="../slideLayouts/slideLayout3.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7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s>
</file>

<file path=ppt/slides/_rels/slide7.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18" Type="http://schemas.openxmlformats.org/officeDocument/2006/relationships/image" Target="../media/image93.png"/><Relationship Id="rId26" Type="http://schemas.openxmlformats.org/officeDocument/2006/relationships/image" Target="../media/image100.png"/><Relationship Id="rId3" Type="http://schemas.openxmlformats.org/officeDocument/2006/relationships/image" Target="../media/image78.png"/><Relationship Id="rId21" Type="http://schemas.openxmlformats.org/officeDocument/2006/relationships/image" Target="../media/image95.png"/><Relationship Id="rId7" Type="http://schemas.openxmlformats.org/officeDocument/2006/relationships/image" Target="../media/image82.png"/><Relationship Id="rId12" Type="http://schemas.openxmlformats.org/officeDocument/2006/relationships/image" Target="../media/image87.png"/><Relationship Id="rId17" Type="http://schemas.openxmlformats.org/officeDocument/2006/relationships/image" Target="../media/image92.png"/><Relationship Id="rId25" Type="http://schemas.openxmlformats.org/officeDocument/2006/relationships/image" Target="../media/image99.png"/><Relationship Id="rId2" Type="http://schemas.openxmlformats.org/officeDocument/2006/relationships/notesSlide" Target="../notesSlides/notesSlide7.xml"/><Relationship Id="rId16" Type="http://schemas.openxmlformats.org/officeDocument/2006/relationships/image" Target="../media/image91.png"/><Relationship Id="rId20" Type="http://schemas.openxmlformats.org/officeDocument/2006/relationships/image" Target="../media/image94.png"/><Relationship Id="rId29" Type="http://schemas.openxmlformats.org/officeDocument/2006/relationships/image" Target="../media/image103.png"/><Relationship Id="rId1" Type="http://schemas.openxmlformats.org/officeDocument/2006/relationships/slideLayout" Target="../slideLayouts/slideLayout3.xml"/><Relationship Id="rId6" Type="http://schemas.openxmlformats.org/officeDocument/2006/relationships/image" Target="../media/image81.png"/><Relationship Id="rId11" Type="http://schemas.openxmlformats.org/officeDocument/2006/relationships/image" Target="../media/image86.png"/><Relationship Id="rId24" Type="http://schemas.openxmlformats.org/officeDocument/2006/relationships/image" Target="../media/image98.png"/><Relationship Id="rId5" Type="http://schemas.openxmlformats.org/officeDocument/2006/relationships/image" Target="../media/image80.png"/><Relationship Id="rId15" Type="http://schemas.openxmlformats.org/officeDocument/2006/relationships/image" Target="../media/image90.png"/><Relationship Id="rId23" Type="http://schemas.openxmlformats.org/officeDocument/2006/relationships/image" Target="../media/image97.png"/><Relationship Id="rId28" Type="http://schemas.openxmlformats.org/officeDocument/2006/relationships/image" Target="../media/image102.png"/><Relationship Id="rId10" Type="http://schemas.openxmlformats.org/officeDocument/2006/relationships/image" Target="../media/image85.png"/><Relationship Id="rId19" Type="http://schemas.openxmlformats.org/officeDocument/2006/relationships/image" Target="../media/image10.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89.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s>
</file>

<file path=ppt/slides/_rels/slide8.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8.png"/><Relationship Id="rId7" Type="http://schemas.openxmlformats.org/officeDocument/2006/relationships/image" Target="../media/image10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image" Target="../media/image106.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05.png"/></Relationships>
</file>

<file path=ppt/slides/_rels/slide10.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1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1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22.png"/><Relationship Id="rId4" Type="http://schemas.openxmlformats.org/officeDocument/2006/relationships/image" Target="../media/image1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Review Common Exception Words</a:t>
            </a:r>
            <a:endParaRPr sz="3000"/>
          </a:p>
        </p:txBody>
      </p:sp>
      <p:sp>
        <p:nvSpPr>
          <p:cNvPr id="744" name="Google Shape;744;p1"/>
          <p:cNvSpPr txBox="1">
            <a:spLocks noGrp="1"/>
          </p:cNvSpPr>
          <p:nvPr>
            <p:ph type="subTitle" idx="2"/>
          </p:nvPr>
        </p:nvSpPr>
        <p:spPr>
          <a:xfrm>
            <a:off x="884092" y="35255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15</a:t>
            </a:r>
            <a:endParaRPr/>
          </a:p>
        </p:txBody>
      </p:sp>
      <p:graphicFrame>
        <p:nvGraphicFramePr>
          <p:cNvPr id="745" name="Google Shape;745;p1"/>
          <p:cNvGraphicFramePr/>
          <p:nvPr/>
        </p:nvGraphicFramePr>
        <p:xfrm>
          <a:off x="4844200" y="1891197"/>
          <a:ext cx="3785000" cy="1678950"/>
        </p:xfrm>
        <a:graphic>
          <a:graphicData uri="http://schemas.openxmlformats.org/drawingml/2006/table">
            <a:tbl>
              <a:tblPr firstRow="1" bandRow="1">
                <a:noFill/>
                <a:tableStyleId>{BAE9F55E-DBF7-43B9-8F08-934B9C5F1314}</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grpSp>
        <p:nvGrpSpPr>
          <p:cNvPr id="746" name="Google Shape;746;p1"/>
          <p:cNvGrpSpPr/>
          <p:nvPr/>
        </p:nvGrpSpPr>
        <p:grpSpPr>
          <a:xfrm>
            <a:off x="4190473" y="4149529"/>
            <a:ext cx="4588402" cy="1407735"/>
            <a:chOff x="4190473" y="4149529"/>
            <a:chExt cx="4588402" cy="1407735"/>
          </a:xfrm>
        </p:grpSpPr>
        <p:pic>
          <p:nvPicPr>
            <p:cNvPr id="747" name="Google Shape;747;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7647"/>
                </a:srgbClr>
              </a:outerShdw>
            </a:effectLst>
          </p:spPr>
        </p:pic>
        <p:pic>
          <p:nvPicPr>
            <p:cNvPr id="748" name="Google Shape;748;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647"/>
                </a:srgbClr>
              </a:outerShdw>
            </a:effectLst>
          </p:spPr>
        </p:pic>
        <p:pic>
          <p:nvPicPr>
            <p:cNvPr id="749" name="Google Shape;749;p1"/>
            <p:cNvPicPr preferRelativeResize="0"/>
            <p:nvPr/>
          </p:nvPicPr>
          <p:blipFill rotWithShape="1">
            <a:blip r:embed="rId5">
              <a:alphaModFix/>
            </a:blip>
            <a:srcRect l="19" r="9"/>
            <a:stretch/>
          </p:blipFill>
          <p:spPr>
            <a:xfrm rot="-305105">
              <a:off x="5255740" y="4206861"/>
              <a:ext cx="1336093" cy="955590"/>
            </a:xfrm>
            <a:prstGeom prst="rect">
              <a:avLst/>
            </a:prstGeom>
            <a:noFill/>
            <a:ln>
              <a:noFill/>
            </a:ln>
            <a:effectLst>
              <a:outerShdw blurRad="71438" dist="19050" dir="5400000" algn="bl" rotWithShape="0">
                <a:srgbClr val="000000">
                  <a:alpha val="17647"/>
                </a:srgbClr>
              </a:outerShdw>
            </a:effectLst>
          </p:spPr>
        </p:pic>
        <p:pic>
          <p:nvPicPr>
            <p:cNvPr id="750" name="Google Shape;750;p1"/>
            <p:cNvPicPr preferRelativeResize="0"/>
            <p:nvPr/>
          </p:nvPicPr>
          <p:blipFill rotWithShape="1">
            <a:blip r:embed="rId6">
              <a:alphaModFix/>
            </a:blip>
            <a:srcRect l="59" r="59"/>
            <a:stretch/>
          </p:blipFill>
          <p:spPr>
            <a:xfrm rot="-511407">
              <a:off x="4253748" y="4487467"/>
              <a:ext cx="1333892" cy="953243"/>
            </a:xfrm>
            <a:prstGeom prst="rect">
              <a:avLst/>
            </a:prstGeom>
            <a:noFill/>
            <a:ln>
              <a:noFill/>
            </a:ln>
            <a:effectLst>
              <a:outerShdw blurRad="71438" dist="19050" dir="5400000" algn="bl" rotWithShape="0">
                <a:srgbClr val="000000">
                  <a:alpha val="17647"/>
                </a:srgbClr>
              </a:outerShdw>
            </a:effec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a:t>
            </a:r>
            <a:endParaRPr/>
          </a:p>
        </p:txBody>
      </p:sp>
      <p:sp>
        <p:nvSpPr>
          <p:cNvPr id="757" name="Google Shape;757;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758" name="Google Shape;758;g2bee4f4af4b_0_204"/>
          <p:cNvSpPr txBox="1"/>
          <p:nvPr/>
        </p:nvSpPr>
        <p:spPr>
          <a:xfrm>
            <a:off x="3494616"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59" name="Google Shape;759;g2bee4f4af4b_0_204"/>
          <p:cNvSpPr txBox="1"/>
          <p:nvPr/>
        </p:nvSpPr>
        <p:spPr>
          <a:xfrm>
            <a:off x="3180376" y="4965529"/>
            <a:ext cx="14421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4</a:t>
            </a:r>
            <a:endParaRPr sz="900" b="0" i="0" u="none" strike="noStrike" cap="none">
              <a:solidFill>
                <a:srgbClr val="757070"/>
              </a:solidFill>
              <a:latin typeface="Poppins Medium"/>
              <a:ea typeface="Poppins Medium"/>
              <a:cs typeface="Poppins Medium"/>
              <a:sym typeface="Poppins Medium"/>
            </a:endParaRPr>
          </a:p>
        </p:txBody>
      </p:sp>
      <p:pic>
        <p:nvPicPr>
          <p:cNvPr id="760" name="Google Shape;760;g2bee4f4af4b_0_204"/>
          <p:cNvPicPr preferRelativeResize="0"/>
          <p:nvPr/>
        </p:nvPicPr>
        <p:blipFill rotWithShape="1">
          <a:blip r:embed="rId3">
            <a:alphaModFix/>
          </a:blip>
          <a:srcRect/>
          <a:stretch/>
        </p:blipFill>
        <p:spPr>
          <a:xfrm>
            <a:off x="3435429" y="4173704"/>
            <a:ext cx="931974" cy="665200"/>
          </a:xfrm>
          <a:prstGeom prst="rect">
            <a:avLst/>
          </a:prstGeom>
          <a:noFill/>
          <a:ln>
            <a:noFill/>
          </a:ln>
          <a:effectLst>
            <a:outerShdw blurRad="71438" dist="19050" dir="5220000" algn="bl" rotWithShape="0">
              <a:srgbClr val="D8D8D8"/>
            </a:outerShdw>
          </a:effectLst>
        </p:spPr>
      </p:pic>
      <p:sp>
        <p:nvSpPr>
          <p:cNvPr id="761" name="Google Shape;761;g2bee4f4af4b_0_204"/>
          <p:cNvSpPr txBox="1"/>
          <p:nvPr/>
        </p:nvSpPr>
        <p:spPr>
          <a:xfrm>
            <a:off x="4622471"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62" name="Google Shape;762;g2bee4f4af4b_0_204"/>
          <p:cNvSpPr txBox="1"/>
          <p:nvPr/>
        </p:nvSpPr>
        <p:spPr>
          <a:xfrm>
            <a:off x="4415171" y="51041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63" name="Google Shape;763;g2bee4f4af4b_0_204"/>
          <p:cNvPicPr preferRelativeResize="0"/>
          <p:nvPr/>
        </p:nvPicPr>
        <p:blipFill rotWithShape="1">
          <a:blip r:embed="rId4">
            <a:alphaModFix/>
          </a:blip>
          <a:srcRect t="19" b="29"/>
          <a:stretch/>
        </p:blipFill>
        <p:spPr>
          <a:xfrm>
            <a:off x="4635846" y="4211093"/>
            <a:ext cx="786850" cy="590421"/>
          </a:xfrm>
          <a:prstGeom prst="rect">
            <a:avLst/>
          </a:prstGeom>
          <a:noFill/>
          <a:ln>
            <a:noFill/>
          </a:ln>
          <a:effectLst>
            <a:outerShdw blurRad="71438" dist="19050" dir="5220000" algn="bl" rotWithShape="0">
              <a:srgbClr val="D8D8D8"/>
            </a:outerShdw>
          </a:effectLst>
        </p:spPr>
      </p:pic>
      <p:sp>
        <p:nvSpPr>
          <p:cNvPr id="764" name="Google Shape;764;g2bee4f4af4b_0_204"/>
          <p:cNvSpPr txBox="1"/>
          <p:nvPr/>
        </p:nvSpPr>
        <p:spPr>
          <a:xfrm>
            <a:off x="2275416"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5" name="Google Shape;765;g2bee4f4af4b_0_204"/>
          <p:cNvSpPr txBox="1"/>
          <p:nvPr/>
        </p:nvSpPr>
        <p:spPr>
          <a:xfrm>
            <a:off x="2001212" y="4965529"/>
            <a:ext cx="13620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3</a:t>
            </a:r>
            <a:endParaRPr sz="900" b="0" i="0" u="none" strike="noStrike" cap="none">
              <a:solidFill>
                <a:srgbClr val="757070"/>
              </a:solidFill>
              <a:latin typeface="Poppins Medium"/>
              <a:ea typeface="Poppins Medium"/>
              <a:cs typeface="Poppins Medium"/>
              <a:sym typeface="Poppins Medium"/>
            </a:endParaRPr>
          </a:p>
        </p:txBody>
      </p:sp>
      <p:pic>
        <p:nvPicPr>
          <p:cNvPr id="766" name="Google Shape;766;g2bee4f4af4b_0_204"/>
          <p:cNvPicPr preferRelativeResize="0"/>
          <p:nvPr/>
        </p:nvPicPr>
        <p:blipFill rotWithShape="1">
          <a:blip r:embed="rId5">
            <a:alphaModFix/>
          </a:blip>
          <a:srcRect t="89" b="79"/>
          <a:stretch/>
        </p:blipFill>
        <p:spPr>
          <a:xfrm>
            <a:off x="2216229" y="4173704"/>
            <a:ext cx="931974" cy="665199"/>
          </a:xfrm>
          <a:prstGeom prst="rect">
            <a:avLst/>
          </a:prstGeom>
          <a:noFill/>
          <a:ln>
            <a:noFill/>
          </a:ln>
          <a:effectLst>
            <a:outerShdw blurRad="71438" dist="19050" dir="5220000" algn="bl" rotWithShape="0">
              <a:srgbClr val="D8D8D8"/>
            </a:outerShdw>
          </a:effectLst>
        </p:spPr>
      </p:pic>
      <p:sp>
        <p:nvSpPr>
          <p:cNvPr id="767" name="Google Shape;767;g2bee4f4af4b_0_204"/>
          <p:cNvSpPr txBox="1"/>
          <p:nvPr/>
        </p:nvSpPr>
        <p:spPr>
          <a:xfrm>
            <a:off x="1056216"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8" name="Google Shape;768;g2bee4f4af4b_0_204"/>
          <p:cNvSpPr txBox="1"/>
          <p:nvPr/>
        </p:nvSpPr>
        <p:spPr>
          <a:xfrm>
            <a:off x="782100" y="4965529"/>
            <a:ext cx="13620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2</a:t>
            </a:r>
            <a:endParaRPr sz="900" b="0" i="0" u="none" strike="noStrike" cap="none">
              <a:solidFill>
                <a:srgbClr val="757070"/>
              </a:solidFill>
              <a:latin typeface="Poppins Medium"/>
              <a:ea typeface="Poppins Medium"/>
              <a:cs typeface="Poppins Medium"/>
              <a:sym typeface="Poppins Medium"/>
            </a:endParaRPr>
          </a:p>
        </p:txBody>
      </p:sp>
      <p:pic>
        <p:nvPicPr>
          <p:cNvPr id="769" name="Google Shape;769;g2bee4f4af4b_0_204"/>
          <p:cNvPicPr preferRelativeResize="0"/>
          <p:nvPr/>
        </p:nvPicPr>
        <p:blipFill rotWithShape="1">
          <a:blip r:embed="rId6">
            <a:alphaModFix/>
          </a:blip>
          <a:srcRect t="59" b="59"/>
          <a:stretch/>
        </p:blipFill>
        <p:spPr>
          <a:xfrm>
            <a:off x="997029" y="4173704"/>
            <a:ext cx="931973" cy="665200"/>
          </a:xfrm>
          <a:prstGeom prst="rect">
            <a:avLst/>
          </a:prstGeom>
          <a:noFill/>
          <a:ln>
            <a:noFill/>
          </a:ln>
          <a:effectLst>
            <a:outerShdw blurRad="71438" dist="19050" dir="5220000" algn="bl" rotWithShape="0">
              <a:srgbClr val="D8D8D8"/>
            </a:outerShdw>
          </a:effectLst>
        </p:spPr>
      </p:pic>
      <p:sp>
        <p:nvSpPr>
          <p:cNvPr id="770" name="Google Shape;770;g2bee4f4af4b_0_204">
            <a:hlinkClick r:id="rId7" action="ppaction://hlinksldjump"/>
          </p:cNvPr>
          <p:cNvSpPr/>
          <p:nvPr/>
        </p:nvSpPr>
        <p:spPr>
          <a:xfrm>
            <a:off x="3264157" y="358865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1" name="Google Shape;771;g2bee4f4af4b_0_204">
            <a:hlinkClick r:id="rId8" action="ppaction://hlinksldjump"/>
          </p:cNvPr>
          <p:cNvSpPr/>
          <p:nvPr/>
        </p:nvSpPr>
        <p:spPr>
          <a:xfrm>
            <a:off x="4529926" y="3684078"/>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2" name="Google Shape;772;g2bee4f4af4b_0_204">
            <a:hlinkClick r:id="rId9" action="ppaction://hlinksldjump"/>
          </p:cNvPr>
          <p:cNvSpPr/>
          <p:nvPr/>
        </p:nvSpPr>
        <p:spPr>
          <a:xfrm>
            <a:off x="2045026" y="362003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3" name="Google Shape;773;g2bee4f4af4b_0_204">
            <a:hlinkClick r:id="rId10" action="ppaction://hlinksldjump"/>
          </p:cNvPr>
          <p:cNvSpPr/>
          <p:nvPr/>
        </p:nvSpPr>
        <p:spPr>
          <a:xfrm>
            <a:off x="835400" y="357504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80" name="Google Shape;780;g26b641b03cd_0_165"/>
          <p:cNvGrpSpPr/>
          <p:nvPr/>
        </p:nvGrpSpPr>
        <p:grpSpPr>
          <a:xfrm>
            <a:off x="930400" y="2129444"/>
            <a:ext cx="7283200" cy="3724851"/>
            <a:chOff x="930400" y="2129444"/>
            <a:chExt cx="7283200" cy="3724851"/>
          </a:xfrm>
        </p:grpSpPr>
        <p:pic>
          <p:nvPicPr>
            <p:cNvPr id="781" name="Google Shape;78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82" name="Google Shape;78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3" name="Google Shape;78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4" name="Google Shape;78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85" name="Google Shape;78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6" name="Google Shape;78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87" name="Google Shape;78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88" name="Google Shape;78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9" name="Google Shape;78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90" name="Google Shape;79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1" name="Google Shape;79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2" name="Google Shape;79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93" name="Google Shape;79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4" name="Google Shape;79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95" name="Google Shape;79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96" name="Google Shape;79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7" name="Google Shape;79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98" name="Google Shape;79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99" name="Google Shape;79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0" name="Google Shape;80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01" name="Google Shape;80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2" name="Google Shape;80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03" name="Google Shape;80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10" name="Google Shape;810;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11" name="Google Shape;811;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18" name="Google Shape;81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819" name="Google Shape;81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20" name="Google Shape;82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21" name="Google Shape;82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22" name="Google Shape;82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23" name="Google Shape;82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24" name="Google Shape;82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25" name="Google Shape;82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26" name="Google Shape;82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27" name="Google Shape;82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28" name="Google Shape;82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29" name="Google Shape;82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30" name="Google Shape;83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31" name="Google Shape;83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32" name="Google Shape;83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33" name="Google Shape;83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34" name="Google Shape;83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35" name="Google Shape;83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36" name="Google Shape;83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37" name="Google Shape;83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38" name="Google Shape;83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39" name="Google Shape;83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40" name="Google Shape;84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41" name="Google Shape;84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42" name="Google Shape;84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43" name="Google Shape;84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44" name="Google Shape;84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45" name="Google Shape;84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46" name="Google Shape;84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solidFill>
                  <a:schemeClr val="dk1"/>
                </a:solidFill>
              </a:rPr>
              <a:t>.</a:t>
            </a:r>
            <a:endParaRPr>
              <a:solidFill>
                <a:schemeClr val="dk1"/>
              </a:solidFill>
            </a:endParaRPr>
          </a:p>
        </p:txBody>
      </p:sp>
      <p:grpSp>
        <p:nvGrpSpPr>
          <p:cNvPr id="853" name="Google Shape;853;g26b7edf6e71_0_109"/>
          <p:cNvGrpSpPr/>
          <p:nvPr/>
        </p:nvGrpSpPr>
        <p:grpSpPr>
          <a:xfrm>
            <a:off x="865957" y="2135925"/>
            <a:ext cx="7282807" cy="2686611"/>
            <a:chOff x="867357" y="2129450"/>
            <a:chExt cx="7282807" cy="2686611"/>
          </a:xfrm>
        </p:grpSpPr>
        <p:pic>
          <p:nvPicPr>
            <p:cNvPr id="854" name="Google Shape;854;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5" name="Google Shape;855;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62" name="Google Shape;862;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65" name="Google Shape;865;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66" name="Google Shape;866;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7" name="Google Shape;867;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solidFill>
                  <a:schemeClr val="dk1"/>
                </a:solidFill>
              </a:rPr>
              <a:t>.</a:t>
            </a:r>
            <a:endParaRPr>
              <a:solidFill>
                <a:schemeClr val="dk1"/>
              </a:solidFill>
            </a:endParaRPr>
          </a:p>
        </p:txBody>
      </p:sp>
      <p:grpSp>
        <p:nvGrpSpPr>
          <p:cNvPr id="874" name="Google Shape;874;g2c298d33e0c_0_6"/>
          <p:cNvGrpSpPr/>
          <p:nvPr/>
        </p:nvGrpSpPr>
        <p:grpSpPr>
          <a:xfrm>
            <a:off x="868300" y="2129450"/>
            <a:ext cx="7281864" cy="2684601"/>
            <a:chOff x="868300" y="2129450"/>
            <a:chExt cx="7281864" cy="2684601"/>
          </a:xfrm>
        </p:grpSpPr>
        <p:pic>
          <p:nvPicPr>
            <p:cNvPr id="875" name="Google Shape;875;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9" name="Google Shape;879;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5" name="Google Shape;895;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6" name="Google Shape;896;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7" name="Google Shape;897;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8" name="Google Shape;898;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9" name="Google Shape;899;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0" name="Google Shape;900;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1" name="Google Shape;901;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2" name="Google Shape;902;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 some come</a:t>
            </a:r>
            <a:r>
              <a:rPr lang="en-US">
                <a:solidFill>
                  <a:schemeClr val="dk1"/>
                </a:solidFill>
              </a:rPr>
              <a:t>.</a:t>
            </a:r>
            <a:endParaRPr/>
          </a:p>
        </p:txBody>
      </p:sp>
      <p:pic>
        <p:nvPicPr>
          <p:cNvPr id="909" name="Google Shape;909;g26b94af6077_0_0"/>
          <p:cNvPicPr preferRelativeResize="0"/>
          <p:nvPr/>
        </p:nvPicPr>
        <p:blipFill rotWithShape="1">
          <a:blip r:embed="rId3">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0" name="Google Shape;910;g26b94af6077_0_0"/>
          <p:cNvPicPr preferRelativeResize="0"/>
          <p:nvPr/>
        </p:nvPicPr>
        <p:blipFill rotWithShape="1">
          <a:blip r:embed="rId4">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911" name="Google Shape;911;g26b94af6077_0_0"/>
          <p:cNvPicPr preferRelativeResize="0"/>
          <p:nvPr/>
        </p:nvPicPr>
        <p:blipFill rotWithShape="1">
          <a:blip r:embed="rId5">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912" name="Google Shape;912;g26b94af6077_0_0"/>
          <p:cNvPicPr preferRelativeResize="0"/>
          <p:nvPr/>
        </p:nvPicPr>
        <p:blipFill rotWithShape="1">
          <a:blip r:embed="rId6">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3" name="Google Shape;913;g26b94af6077_0_0"/>
          <p:cNvPicPr preferRelativeResize="0"/>
          <p:nvPr/>
        </p:nvPicPr>
        <p:blipFill rotWithShape="1">
          <a:blip r:embed="rId7">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4" name="Google Shape;914;g26b94af6077_0_0"/>
          <p:cNvPicPr preferRelativeResize="0"/>
          <p:nvPr/>
        </p:nvPicPr>
        <p:blipFill rotWithShape="1">
          <a:blip r:embed="rId8">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6b641b03cd_0_301"/>
          <p:cNvSpPr txBox="1">
            <a:spLocks noGrp="1"/>
          </p:cNvSpPr>
          <p:nvPr>
            <p:ph type="title"/>
          </p:nvPr>
        </p:nvSpPr>
        <p:spPr>
          <a:xfrm>
            <a:off x="993175" y="5568500"/>
            <a:ext cx="71577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21" name="Google Shape;92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sp>
        <p:nvSpPr>
          <p:cNvPr id="922" name="Google Shape;92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3" name="Google Shape;923;g26b641b03cd_0_301"/>
          <p:cNvPicPr preferRelativeResize="0"/>
          <p:nvPr/>
        </p:nvPicPr>
        <p:blipFill rotWithShape="1">
          <a:blip r:embed="rId3">
            <a:alphaModFix/>
          </a:blip>
          <a:srcRect t="19" b="29"/>
          <a:stretch/>
        </p:blipFill>
        <p:spPr>
          <a:xfrm>
            <a:off x="1343200" y="3261762"/>
            <a:ext cx="2043837" cy="1460582"/>
          </a:xfrm>
          <a:prstGeom prst="rect">
            <a:avLst/>
          </a:prstGeom>
          <a:noFill/>
          <a:ln>
            <a:noFill/>
          </a:ln>
          <a:effectLst>
            <a:outerShdw blurRad="57150" dist="19050" dir="5400000" algn="bl" rotWithShape="0">
              <a:srgbClr val="000000">
                <a:alpha val="20000"/>
              </a:srgbClr>
            </a:outerShdw>
          </a:effectLst>
        </p:spPr>
      </p:pic>
      <p:pic>
        <p:nvPicPr>
          <p:cNvPr id="924" name="Google Shape;924;g26b641b03cd_0_301"/>
          <p:cNvPicPr preferRelativeResize="0"/>
          <p:nvPr/>
        </p:nvPicPr>
        <p:blipFill rotWithShape="1">
          <a:blip r:embed="rId4">
            <a:alphaModFix/>
          </a:blip>
          <a:srcRect t="19" b="29"/>
          <a:stretch/>
        </p:blipFill>
        <p:spPr>
          <a:xfrm>
            <a:off x="3550082" y="3261762"/>
            <a:ext cx="2043837" cy="1460582"/>
          </a:xfrm>
          <a:prstGeom prst="rect">
            <a:avLst/>
          </a:prstGeom>
          <a:noFill/>
          <a:ln>
            <a:noFill/>
          </a:ln>
          <a:effectLst>
            <a:outerShdw blurRad="57150" dist="19050" dir="5400000" algn="bl" rotWithShape="0">
              <a:srgbClr val="000000">
                <a:alpha val="20000"/>
              </a:srgbClr>
            </a:outerShdw>
          </a:effectLst>
        </p:spPr>
      </p:pic>
      <p:pic>
        <p:nvPicPr>
          <p:cNvPr id="925" name="Google Shape;925;g26b641b03cd_0_301"/>
          <p:cNvPicPr preferRelativeResize="0"/>
          <p:nvPr/>
        </p:nvPicPr>
        <p:blipFill rotWithShape="1">
          <a:blip r:embed="rId5">
            <a:alphaModFix/>
          </a:blip>
          <a:srcRect l="59" r="59"/>
          <a:stretch/>
        </p:blipFill>
        <p:spPr>
          <a:xfrm>
            <a:off x="1343200" y="1678455"/>
            <a:ext cx="2043837" cy="1460583"/>
          </a:xfrm>
          <a:prstGeom prst="rect">
            <a:avLst/>
          </a:prstGeom>
          <a:noFill/>
          <a:ln>
            <a:noFill/>
          </a:ln>
          <a:effectLst>
            <a:outerShdw blurRad="57150" dist="19050" dir="5400000" algn="bl" rotWithShape="0">
              <a:srgbClr val="000000">
                <a:alpha val="20000"/>
              </a:srgbClr>
            </a:outerShdw>
          </a:effectLst>
        </p:spPr>
      </p:pic>
      <p:pic>
        <p:nvPicPr>
          <p:cNvPr id="926" name="Google Shape;926;g26b641b03cd_0_301"/>
          <p:cNvPicPr preferRelativeResize="0"/>
          <p:nvPr/>
        </p:nvPicPr>
        <p:blipFill rotWithShape="1">
          <a:blip r:embed="rId6">
            <a:alphaModFix/>
          </a:blip>
          <a:srcRect t="19" b="29"/>
          <a:stretch/>
        </p:blipFill>
        <p:spPr>
          <a:xfrm>
            <a:off x="3550082" y="1678455"/>
            <a:ext cx="2043837" cy="1460582"/>
          </a:xfrm>
          <a:prstGeom prst="rect">
            <a:avLst/>
          </a:prstGeom>
          <a:noFill/>
          <a:ln>
            <a:noFill/>
          </a:ln>
          <a:effectLst>
            <a:outerShdw blurRad="57150" dist="19050" dir="5400000" algn="bl" rotWithShape="0">
              <a:srgbClr val="000000">
                <a:alpha val="20000"/>
              </a:srgbClr>
            </a:outerShdw>
          </a:effectLst>
        </p:spPr>
      </p:pic>
      <p:pic>
        <p:nvPicPr>
          <p:cNvPr id="927" name="Google Shape;927;g26b641b03cd_0_301"/>
          <p:cNvPicPr preferRelativeResize="0"/>
          <p:nvPr/>
        </p:nvPicPr>
        <p:blipFill rotWithShape="1">
          <a:blip r:embed="rId7">
            <a:alphaModFix/>
          </a:blip>
          <a:srcRect t="19" b="29"/>
          <a:stretch/>
        </p:blipFill>
        <p:spPr>
          <a:xfrm>
            <a:off x="5756963" y="3261762"/>
            <a:ext cx="2043837" cy="1460582"/>
          </a:xfrm>
          <a:prstGeom prst="rect">
            <a:avLst/>
          </a:prstGeom>
          <a:noFill/>
          <a:ln>
            <a:noFill/>
          </a:ln>
          <a:effectLst>
            <a:outerShdw blurRad="57150" dist="19050" dir="5400000" algn="bl" rotWithShape="0">
              <a:srgbClr val="000000">
                <a:alpha val="20000"/>
              </a:srgbClr>
            </a:outerShdw>
          </a:effectLst>
        </p:spPr>
      </p:pic>
      <p:pic>
        <p:nvPicPr>
          <p:cNvPr id="928" name="Google Shape;928;g26b641b03cd_0_301"/>
          <p:cNvPicPr preferRelativeResize="0"/>
          <p:nvPr/>
        </p:nvPicPr>
        <p:blipFill rotWithShape="1">
          <a:blip r:embed="rId8">
            <a:alphaModFix/>
          </a:blip>
          <a:srcRect l="59" r="59"/>
          <a:stretch/>
        </p:blipFill>
        <p:spPr>
          <a:xfrm>
            <a:off x="5756963" y="1678455"/>
            <a:ext cx="2043837" cy="1460583"/>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26b641b03cd_0_308"/>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35" name="Google Shape;93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36" name="Google Shape;936;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37" name="Google Shape;937;g26b641b03cd_0_308"/>
          <p:cNvPicPr preferRelativeResize="0"/>
          <p:nvPr/>
        </p:nvPicPr>
        <p:blipFill rotWithShape="1">
          <a:blip r:embed="rId3">
            <a:alphaModFix/>
          </a:blip>
          <a:srcRect t="19" b="29"/>
          <a:stretch/>
        </p:blipFill>
        <p:spPr>
          <a:xfrm>
            <a:off x="1343200" y="3261762"/>
            <a:ext cx="2043837" cy="1460582"/>
          </a:xfrm>
          <a:prstGeom prst="rect">
            <a:avLst/>
          </a:prstGeom>
          <a:noFill/>
          <a:ln>
            <a:noFill/>
          </a:ln>
          <a:effectLst>
            <a:outerShdw blurRad="57150" dist="19050" dir="5400000" algn="bl" rotWithShape="0">
              <a:srgbClr val="000000">
                <a:alpha val="20000"/>
              </a:srgbClr>
            </a:outerShdw>
          </a:effectLst>
        </p:spPr>
      </p:pic>
      <p:pic>
        <p:nvPicPr>
          <p:cNvPr id="938" name="Google Shape;938;g26b641b03cd_0_308"/>
          <p:cNvPicPr preferRelativeResize="0"/>
          <p:nvPr/>
        </p:nvPicPr>
        <p:blipFill rotWithShape="1">
          <a:blip r:embed="rId4">
            <a:alphaModFix/>
          </a:blip>
          <a:srcRect t="19" b="29"/>
          <a:stretch/>
        </p:blipFill>
        <p:spPr>
          <a:xfrm>
            <a:off x="3550082" y="3261762"/>
            <a:ext cx="2043837" cy="1460582"/>
          </a:xfrm>
          <a:prstGeom prst="rect">
            <a:avLst/>
          </a:prstGeom>
          <a:noFill/>
          <a:ln>
            <a:noFill/>
          </a:ln>
          <a:effectLst>
            <a:outerShdw blurRad="57150" dist="19050" dir="5400000" algn="bl" rotWithShape="0">
              <a:srgbClr val="000000">
                <a:alpha val="20000"/>
              </a:srgbClr>
            </a:outerShdw>
          </a:effectLst>
        </p:spPr>
      </p:pic>
      <p:pic>
        <p:nvPicPr>
          <p:cNvPr id="939" name="Google Shape;939;g26b641b03cd_0_308"/>
          <p:cNvPicPr preferRelativeResize="0"/>
          <p:nvPr/>
        </p:nvPicPr>
        <p:blipFill rotWithShape="1">
          <a:blip r:embed="rId5">
            <a:alphaModFix/>
          </a:blip>
          <a:srcRect l="59" r="59"/>
          <a:stretch/>
        </p:blipFill>
        <p:spPr>
          <a:xfrm>
            <a:off x="1343200" y="1678455"/>
            <a:ext cx="2043837" cy="1460583"/>
          </a:xfrm>
          <a:prstGeom prst="rect">
            <a:avLst/>
          </a:prstGeom>
          <a:noFill/>
          <a:ln>
            <a:noFill/>
          </a:ln>
          <a:effectLst>
            <a:outerShdw blurRad="57150" dist="19050" dir="5400000" algn="bl" rotWithShape="0">
              <a:srgbClr val="000000">
                <a:alpha val="20000"/>
              </a:srgbClr>
            </a:outerShdw>
          </a:effectLst>
        </p:spPr>
      </p:pic>
      <p:pic>
        <p:nvPicPr>
          <p:cNvPr id="940" name="Google Shape;940;g26b641b03cd_0_308"/>
          <p:cNvPicPr preferRelativeResize="0"/>
          <p:nvPr/>
        </p:nvPicPr>
        <p:blipFill rotWithShape="1">
          <a:blip r:embed="rId6">
            <a:alphaModFix/>
          </a:blip>
          <a:srcRect t="19" b="29"/>
          <a:stretch/>
        </p:blipFill>
        <p:spPr>
          <a:xfrm>
            <a:off x="3550082" y="1678455"/>
            <a:ext cx="2043837" cy="1460582"/>
          </a:xfrm>
          <a:prstGeom prst="rect">
            <a:avLst/>
          </a:prstGeom>
          <a:noFill/>
          <a:ln>
            <a:noFill/>
          </a:ln>
          <a:effectLst>
            <a:outerShdw blurRad="57150" dist="19050" dir="5400000" algn="bl" rotWithShape="0">
              <a:srgbClr val="000000">
                <a:alpha val="20000"/>
              </a:srgbClr>
            </a:outerShdw>
          </a:effectLst>
        </p:spPr>
      </p:pic>
      <p:pic>
        <p:nvPicPr>
          <p:cNvPr id="941" name="Google Shape;941;g26b641b03cd_0_308"/>
          <p:cNvPicPr preferRelativeResize="0"/>
          <p:nvPr/>
        </p:nvPicPr>
        <p:blipFill rotWithShape="1">
          <a:blip r:embed="rId7">
            <a:alphaModFix/>
          </a:blip>
          <a:srcRect t="19" b="29"/>
          <a:stretch/>
        </p:blipFill>
        <p:spPr>
          <a:xfrm>
            <a:off x="5756963" y="3261762"/>
            <a:ext cx="2043837" cy="1460582"/>
          </a:xfrm>
          <a:prstGeom prst="rect">
            <a:avLst/>
          </a:prstGeom>
          <a:noFill/>
          <a:ln>
            <a:noFill/>
          </a:ln>
          <a:effectLst>
            <a:outerShdw blurRad="57150" dist="19050" dir="5400000" algn="bl" rotWithShape="0">
              <a:srgbClr val="000000">
                <a:alpha val="20000"/>
              </a:srgbClr>
            </a:outerShdw>
          </a:effectLst>
        </p:spPr>
      </p:pic>
      <p:pic>
        <p:nvPicPr>
          <p:cNvPr id="942" name="Google Shape;942;g26b641b03cd_0_308"/>
          <p:cNvPicPr preferRelativeResize="0"/>
          <p:nvPr/>
        </p:nvPicPr>
        <p:blipFill rotWithShape="1">
          <a:blip r:embed="rId8">
            <a:alphaModFix/>
          </a:blip>
          <a:srcRect l="59" r="59"/>
          <a:stretch/>
        </p:blipFill>
        <p:spPr>
          <a:xfrm>
            <a:off x="5756963" y="1678455"/>
            <a:ext cx="2043837" cy="1460583"/>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9" name="Google Shape;949;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50" name="Google Shape;950;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51" name="Google Shape;951;g26b641b03cd_0_315"/>
          <p:cNvPicPr preferRelativeResize="0"/>
          <p:nvPr/>
        </p:nvPicPr>
        <p:blipFill rotWithShape="1">
          <a:blip r:embed="rId3">
            <a:alphaModFix/>
          </a:blip>
          <a:srcRect t="19" b="29"/>
          <a:stretch/>
        </p:blipFill>
        <p:spPr>
          <a:xfrm>
            <a:off x="2016825" y="3277468"/>
            <a:ext cx="2446536" cy="1835781"/>
          </a:xfrm>
          <a:prstGeom prst="rect">
            <a:avLst/>
          </a:prstGeom>
          <a:noFill/>
          <a:ln>
            <a:noFill/>
          </a:ln>
          <a:effectLst>
            <a:outerShdw blurRad="57150" dist="19050" dir="5400000" algn="bl" rotWithShape="0">
              <a:srgbClr val="000000">
                <a:alpha val="20000"/>
              </a:srgbClr>
            </a:outerShdw>
          </a:effectLst>
        </p:spPr>
      </p:pic>
      <p:pic>
        <p:nvPicPr>
          <p:cNvPr id="952" name="Google Shape;952;g26b641b03cd_0_315"/>
          <p:cNvPicPr preferRelativeResize="0"/>
          <p:nvPr/>
        </p:nvPicPr>
        <p:blipFill rotWithShape="1">
          <a:blip r:embed="rId4">
            <a:alphaModFix/>
          </a:blip>
          <a:srcRect t="19" b="29"/>
          <a:stretch/>
        </p:blipFill>
        <p:spPr>
          <a:xfrm>
            <a:off x="2016825" y="1256450"/>
            <a:ext cx="2446536" cy="1835781"/>
          </a:xfrm>
          <a:prstGeom prst="rect">
            <a:avLst/>
          </a:prstGeom>
          <a:noFill/>
          <a:ln>
            <a:noFill/>
          </a:ln>
          <a:effectLst>
            <a:outerShdw blurRad="57150" dist="19050" dir="5400000" algn="bl" rotWithShape="0">
              <a:srgbClr val="000000">
                <a:alpha val="20000"/>
              </a:srgbClr>
            </a:outerShdw>
          </a:effectLst>
        </p:spPr>
      </p:pic>
      <p:pic>
        <p:nvPicPr>
          <p:cNvPr id="953" name="Google Shape;953;g26b641b03cd_0_315"/>
          <p:cNvPicPr preferRelativeResize="0"/>
          <p:nvPr/>
        </p:nvPicPr>
        <p:blipFill rotWithShape="1">
          <a:blip r:embed="rId5">
            <a:alphaModFix/>
          </a:blip>
          <a:srcRect l="69" r="69"/>
          <a:stretch/>
        </p:blipFill>
        <p:spPr>
          <a:xfrm>
            <a:off x="4680639" y="1256450"/>
            <a:ext cx="2446536" cy="1835782"/>
          </a:xfrm>
          <a:prstGeom prst="rect">
            <a:avLst/>
          </a:prstGeom>
          <a:noFill/>
          <a:ln>
            <a:noFill/>
          </a:ln>
          <a:effectLst>
            <a:outerShdw blurRad="57150" dist="19050" dir="5400000" algn="bl" rotWithShape="0">
              <a:srgbClr val="000000">
                <a:alpha val="20000"/>
              </a:srgbClr>
            </a:outerShdw>
          </a:effectLst>
        </p:spPr>
      </p:pic>
      <p:pic>
        <p:nvPicPr>
          <p:cNvPr id="954" name="Google Shape;954;g26b641b03cd_0_315"/>
          <p:cNvPicPr preferRelativeResize="0"/>
          <p:nvPr/>
        </p:nvPicPr>
        <p:blipFill rotWithShape="1">
          <a:blip r:embed="rId6">
            <a:alphaModFix/>
          </a:blip>
          <a:srcRect l="69" r="69"/>
          <a:stretch/>
        </p:blipFill>
        <p:spPr>
          <a:xfrm>
            <a:off x="4680639" y="3277468"/>
            <a:ext cx="2446536" cy="183578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61" name="Google Shape;961;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62" name="Google Shape;962;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963" name="Google Shape;963;g26b641b03cd_1_0"/>
          <p:cNvGrpSpPr/>
          <p:nvPr/>
        </p:nvGrpSpPr>
        <p:grpSpPr>
          <a:xfrm>
            <a:off x="2016825" y="1256450"/>
            <a:ext cx="5110350" cy="3856800"/>
            <a:chOff x="2016825" y="1256450"/>
            <a:chExt cx="5110350" cy="3856800"/>
          </a:xfrm>
        </p:grpSpPr>
        <p:pic>
          <p:nvPicPr>
            <p:cNvPr id="964" name="Google Shape;964;g26b641b03cd_1_0"/>
            <p:cNvPicPr preferRelativeResize="0"/>
            <p:nvPr/>
          </p:nvPicPr>
          <p:blipFill rotWithShape="1">
            <a:blip r:embed="rId3">
              <a:alphaModFix/>
            </a:blip>
            <a:srcRect t="89" b="99"/>
            <a:stretch/>
          </p:blipFill>
          <p:spPr>
            <a:xfrm>
              <a:off x="2016825" y="3277468"/>
              <a:ext cx="2446536" cy="1835781"/>
            </a:xfrm>
            <a:prstGeom prst="rect">
              <a:avLst/>
            </a:prstGeom>
            <a:noFill/>
            <a:ln>
              <a:noFill/>
            </a:ln>
            <a:effectLst>
              <a:outerShdw blurRad="57150" dist="19050" dir="5400000" algn="bl" rotWithShape="0">
                <a:srgbClr val="000000">
                  <a:alpha val="20000"/>
                </a:srgbClr>
              </a:outerShdw>
            </a:effectLst>
          </p:spPr>
        </p:pic>
        <p:pic>
          <p:nvPicPr>
            <p:cNvPr id="965" name="Google Shape;965;g26b641b03cd_1_0"/>
            <p:cNvPicPr preferRelativeResize="0"/>
            <p:nvPr/>
          </p:nvPicPr>
          <p:blipFill rotWithShape="1">
            <a:blip r:embed="rId4">
              <a:alphaModFix/>
            </a:blip>
            <a:srcRect t="89" b="99"/>
            <a:stretch/>
          </p:blipFill>
          <p:spPr>
            <a:xfrm>
              <a:off x="2016825" y="1256450"/>
              <a:ext cx="2446536" cy="1835781"/>
            </a:xfrm>
            <a:prstGeom prst="rect">
              <a:avLst/>
            </a:prstGeom>
            <a:noFill/>
            <a:ln>
              <a:noFill/>
            </a:ln>
            <a:effectLst>
              <a:outerShdw blurRad="57150" dist="19050" dir="5400000" algn="bl" rotWithShape="0">
                <a:srgbClr val="000000">
                  <a:alpha val="20000"/>
                </a:srgbClr>
              </a:outerShdw>
            </a:effectLst>
          </p:spPr>
        </p:pic>
        <p:pic>
          <p:nvPicPr>
            <p:cNvPr id="966" name="Google Shape;966;g26b641b03cd_1_0"/>
            <p:cNvPicPr preferRelativeResize="0"/>
            <p:nvPr/>
          </p:nvPicPr>
          <p:blipFill rotWithShape="1">
            <a:blip r:embed="rId5">
              <a:alphaModFix/>
            </a:blip>
            <a:srcRect/>
            <a:stretch/>
          </p:blipFill>
          <p:spPr>
            <a:xfrm>
              <a:off x="4680639" y="1256450"/>
              <a:ext cx="2446536" cy="1835782"/>
            </a:xfrm>
            <a:prstGeom prst="rect">
              <a:avLst/>
            </a:prstGeom>
            <a:noFill/>
            <a:ln>
              <a:noFill/>
            </a:ln>
            <a:effectLst>
              <a:outerShdw blurRad="57150" dist="19050" dir="5400000" algn="bl" rotWithShape="0">
                <a:srgbClr val="000000">
                  <a:alpha val="20000"/>
                </a:srgbClr>
              </a:outerShdw>
            </a:effectLst>
          </p:spPr>
        </p:pic>
        <p:pic>
          <p:nvPicPr>
            <p:cNvPr id="967" name="Google Shape;967;g26b641b03cd_1_0"/>
            <p:cNvPicPr preferRelativeResize="0"/>
            <p:nvPr/>
          </p:nvPicPr>
          <p:blipFill rotWithShape="1">
            <a:blip r:embed="rId6">
              <a:alphaModFix/>
            </a:blip>
            <a:srcRect/>
            <a:stretch/>
          </p:blipFill>
          <p:spPr>
            <a:xfrm>
              <a:off x="4680639" y="3277468"/>
              <a:ext cx="2446536" cy="1835782"/>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pic>
        <p:nvPicPr>
          <p:cNvPr id="973" name="Google Shape;973;g2d18c56aab4_0_0"/>
          <p:cNvPicPr preferRelativeResize="0"/>
          <p:nvPr/>
        </p:nvPicPr>
        <p:blipFill rotWithShape="1">
          <a:blip r:embed="rId3">
            <a:alphaModFix/>
          </a:blip>
          <a:srcRect t="79" b="79"/>
          <a:stretch/>
        </p:blipFill>
        <p:spPr>
          <a:xfrm>
            <a:off x="4392597" y="2697413"/>
            <a:ext cx="3906212" cy="2453950"/>
          </a:xfrm>
          <a:prstGeom prst="rect">
            <a:avLst/>
          </a:prstGeom>
          <a:noFill/>
          <a:ln>
            <a:noFill/>
          </a:ln>
        </p:spPr>
      </p:pic>
      <p:pic>
        <p:nvPicPr>
          <p:cNvPr id="974" name="Google Shape;974;g2d18c56aab4_0_0"/>
          <p:cNvPicPr preferRelativeResize="0"/>
          <p:nvPr/>
        </p:nvPicPr>
        <p:blipFill rotWithShape="1">
          <a:blip r:embed="rId4">
            <a:alphaModFix/>
          </a:blip>
          <a:srcRect/>
          <a:stretch/>
        </p:blipFill>
        <p:spPr>
          <a:xfrm>
            <a:off x="763990" y="2735344"/>
            <a:ext cx="3490650" cy="1074025"/>
          </a:xfrm>
          <a:prstGeom prst="rect">
            <a:avLst/>
          </a:prstGeom>
          <a:noFill/>
          <a:ln>
            <a:noFill/>
          </a:ln>
        </p:spPr>
      </p:pic>
      <p:pic>
        <p:nvPicPr>
          <p:cNvPr id="975" name="Google Shape;975;g2d18c56aab4_0_0"/>
          <p:cNvPicPr preferRelativeResize="0"/>
          <p:nvPr/>
        </p:nvPicPr>
        <p:blipFill rotWithShape="1">
          <a:blip r:embed="rId5">
            <a:alphaModFix/>
          </a:blip>
          <a:srcRect/>
          <a:stretch/>
        </p:blipFill>
        <p:spPr>
          <a:xfrm>
            <a:off x="807819" y="3864199"/>
            <a:ext cx="3614725" cy="12278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304</Words>
  <Application>Microsoft Office PowerPoint</Application>
  <PresentationFormat>On-screen Show (4:3)</PresentationFormat>
  <Paragraphs>56</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Poppins</vt:lpstr>
      <vt:lpstr>Nunito Black</vt:lpstr>
      <vt:lpstr>Poppins SemiBold</vt:lpstr>
      <vt:lpstr>Poppins Medium</vt:lpstr>
      <vt:lpstr>Calibri</vt:lpstr>
      <vt:lpstr>Jost</vt:lpstr>
      <vt:lpstr>Arial</vt:lpstr>
      <vt:lpstr>Office Theme</vt:lpstr>
      <vt:lpstr>PowerPoint Presentation</vt:lpstr>
      <vt:lpstr>PowerPoint Presentation</vt:lpstr>
      <vt:lpstr>Recall all GPCs learned so far using flashcards.</vt:lpstr>
      <vt:lpstr>Review Alphabet Song</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2026-05-14T04:02:47Z</dcterms:modified>
</cp:coreProperties>
</file>