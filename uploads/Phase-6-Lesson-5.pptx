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embeddedFontLst>
    <p:embeddedFont>
      <p:font typeface="Jost" panose="020B0604020202020204" charset="0"/>
      <p:regular r:id="rId14"/>
      <p:bold r:id="rId15"/>
      <p:italic r:id="rId16"/>
      <p:boldItalic r:id="rId17"/>
    </p:embeddedFont>
    <p:embeddedFont>
      <p:font typeface="Nunito Black" pitchFamily="2" charset="0"/>
      <p:bold r:id="rId18"/>
      <p:boldItalic r:id="rId19"/>
    </p:embeddedFont>
    <p:embeddedFont>
      <p:font typeface="Poppins" panose="00000500000000000000" pitchFamily="2" charset="0"/>
      <p:regular r:id="rId20"/>
      <p:bold r:id="rId21"/>
      <p:italic r:id="rId22"/>
      <p:boldItalic r:id="rId23"/>
    </p:embeddedFont>
    <p:embeddedFont>
      <p:font typeface="Poppins Medium" panose="00000600000000000000" pitchFamily="2" charset="0"/>
      <p:regular r:id="rId24"/>
      <p:bold r:id="rId25"/>
      <p:italic r:id="rId26"/>
      <p:boldItalic r:id="rId27"/>
    </p:embeddedFont>
    <p:embeddedFont>
      <p:font typeface="Poppins SemiBold" panose="000007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gvvrnDC/Mo987cVw55DW4hyp2o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01198F-B70D-454F-8C3B-2990037391A2}">
  <a:tblStyle styleId="{9701198F-B70D-454F-8C3B-2990037391A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5" name="Google Shape;71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6" name="Google Shape;71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9" name="Google Shape;789;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74b7ea037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74b7ea037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74b7ea037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274b7ea0376_0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9" name="Google Shape;909;g274b7ea0376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g274b7ea0376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4" name="Google Shape;944;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5" name="Google Shape;945;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274b7ea0376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6" name="Google Shape;966;g274b7ea0376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7" name="Google Shape;967;g274b7ea0376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274b7ea0376_0_2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2" name="Google Shape;972;g274b7ea0376_0_2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3" name="Google Shape;973;g274b7ea0376_0_2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49503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2408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1673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3742925" y="34855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a person, place or thing.</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Singular</a:t>
            </a:r>
            <a:r>
              <a:rPr lang="en-US" sz="1600" b="0" i="0" u="none" strike="noStrike" cap="none">
                <a:solidFill>
                  <a:srgbClr val="000000"/>
                </a:solidFill>
                <a:latin typeface="Poppins"/>
                <a:ea typeface="Poppins"/>
                <a:cs typeface="Poppins"/>
                <a:sym typeface="Poppins"/>
              </a:rPr>
              <a:t> - a singular noun refers to only one person, place, thing.</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a plural means more than one person, place or thing. e.g. a singular noun example is ‘car’, and the plural form is ‘cars’.</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6" name="Google Shape;5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7" name="Google Shape;57;p15"/>
          <p:cNvSpPr txBox="1"/>
          <p:nvPr/>
        </p:nvSpPr>
        <p:spPr>
          <a:xfrm>
            <a:off x="856314" y="22056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8" name="Google Shape;58;p15"/>
          <p:cNvCxnSpPr/>
          <p:nvPr/>
        </p:nvCxnSpPr>
        <p:spPr>
          <a:xfrm>
            <a:off x="865586" y="32456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9" name="Google Shape;59;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60" name="Google Shape;60;p15"/>
          <p:cNvGrpSpPr/>
          <p:nvPr/>
        </p:nvGrpSpPr>
        <p:grpSpPr>
          <a:xfrm>
            <a:off x="-36800" y="-52000"/>
            <a:ext cx="9236100" cy="543600"/>
            <a:chOff x="-36800" y="-52000"/>
            <a:chExt cx="9236100" cy="54360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7240990" y="88100"/>
              <a:ext cx="1337400" cy="403500"/>
              <a:chOff x="3235750" y="88250"/>
              <a:chExt cx="1337400" cy="403500"/>
            </a:xfrm>
          </p:grpSpPr>
          <p:sp>
            <p:nvSpPr>
              <p:cNvPr id="63" name="Google Shape;63;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4" name="Google Shape;64;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70" name="Google Shape;70;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dependent Reading">
  <p:cSld name="Alien Word of the Day_2_1_1_2">
    <p:spTree>
      <p:nvGrpSpPr>
        <p:cNvPr id="1" name="Shape 104"/>
        <p:cNvGrpSpPr/>
        <p:nvPr/>
      </p:nvGrpSpPr>
      <p:grpSpPr>
        <a:xfrm>
          <a:off x="0" y="0"/>
          <a:ext cx="0" cy="0"/>
          <a:chOff x="0" y="0"/>
          <a:chExt cx="0" cy="0"/>
        </a:xfrm>
      </p:grpSpPr>
      <p:sp>
        <p:nvSpPr>
          <p:cNvPr id="105" name="Google Shape;105;g274b7ea0376_0_97"/>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6" name="Google Shape;106;g274b7ea0376_0_97"/>
          <p:cNvGrpSpPr/>
          <p:nvPr/>
        </p:nvGrpSpPr>
        <p:grpSpPr>
          <a:xfrm>
            <a:off x="357775" y="5983875"/>
            <a:ext cx="586800" cy="571500"/>
            <a:chOff x="662575" y="6212475"/>
            <a:chExt cx="586800" cy="571500"/>
          </a:xfrm>
        </p:grpSpPr>
        <p:sp>
          <p:nvSpPr>
            <p:cNvPr id="107" name="Google Shape;107;g274b7ea0376_0_9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74b7ea0376_0_9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74b7ea0376_0_9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0" name="Google Shape;110;g274b7ea0376_0_97"/>
          <p:cNvGrpSpPr/>
          <p:nvPr/>
        </p:nvGrpSpPr>
        <p:grpSpPr>
          <a:xfrm>
            <a:off x="8199150" y="5983875"/>
            <a:ext cx="586800" cy="571500"/>
            <a:chOff x="7894350" y="6212475"/>
            <a:chExt cx="586800" cy="571500"/>
          </a:xfrm>
        </p:grpSpPr>
        <p:sp>
          <p:nvSpPr>
            <p:cNvPr id="111" name="Google Shape;111;g274b7ea0376_0_9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74b7ea0376_0_9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74b7ea0376_0_9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4" name="Google Shape;114;g274b7ea0376_0_97"/>
          <p:cNvGrpSpPr/>
          <p:nvPr/>
        </p:nvGrpSpPr>
        <p:grpSpPr>
          <a:xfrm>
            <a:off x="-36800" y="-52000"/>
            <a:ext cx="9236100" cy="543600"/>
            <a:chOff x="-36800" y="-52000"/>
            <a:chExt cx="9236100" cy="543600"/>
          </a:xfrm>
        </p:grpSpPr>
        <p:sp>
          <p:nvSpPr>
            <p:cNvPr id="115" name="Google Shape;115;g274b7ea0376_0_97"/>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6" name="Google Shape;116;g274b7ea0376_0_97"/>
            <p:cNvGrpSpPr/>
            <p:nvPr/>
          </p:nvGrpSpPr>
          <p:grpSpPr>
            <a:xfrm>
              <a:off x="7240990" y="88100"/>
              <a:ext cx="1337400" cy="403500"/>
              <a:chOff x="3235750" y="88250"/>
              <a:chExt cx="1337400" cy="403500"/>
            </a:xfrm>
          </p:grpSpPr>
          <p:sp>
            <p:nvSpPr>
              <p:cNvPr id="117" name="Google Shape;117;g274b7ea0376_0_97"/>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18" name="Google Shape;118;g274b7ea0376_0_97"/>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19" name="Google Shape;119;g274b7ea0376_0_97"/>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20" name="Google Shape;120;g274b7ea0376_0_97"/>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21" name="Google Shape;121;g274b7ea0376_0_97"/>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2" name="Google Shape;122;g274b7ea0376_0_97"/>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74b7ea0376_0_97"/>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24" name="Google Shape;124;g274b7ea0376_0_97"/>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74b7ea0376_0_97"/>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26" name="Google Shape;126;g274b7ea0376_0_97"/>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27" name="Google Shape;127;g274b7ea0376_0_97"/>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8" name="Google Shape;128;g274b7ea0376_0_97"/>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274b7ea0376_0_97"/>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30" name="Google Shape;130;g274b7ea0376_0_97"/>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D1C24"/>
                </a:solidFill>
                <a:latin typeface="Poppins Medium"/>
                <a:ea typeface="Poppins Medium"/>
                <a:cs typeface="Poppins Medium"/>
                <a:sym typeface="Poppins Medium"/>
              </a:rPr>
              <a:t>Independent Reading</a:t>
            </a:r>
            <a:endParaRPr sz="3200" b="0" i="0" u="none" strike="noStrike" cap="none">
              <a:solidFill>
                <a:srgbClr val="ED1C24"/>
              </a:solidFill>
              <a:latin typeface="Poppins Medium"/>
              <a:ea typeface="Poppins Medium"/>
              <a:cs typeface="Poppins Medium"/>
              <a:sym typeface="Poppins Medium"/>
            </a:endParaRPr>
          </a:p>
        </p:txBody>
      </p:sp>
      <p:cxnSp>
        <p:nvCxnSpPr>
          <p:cNvPr id="131" name="Google Shape;131;g274b7ea0376_0_97"/>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2" name="Google Shape;132;g274b7ea0376_0_97"/>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3" name="Google Shape;133;g274b7ea0376_0_97"/>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ED1C24"/>
                </a:solidFill>
                <a:latin typeface="Poppins Medium"/>
                <a:ea typeface="Poppins Medium"/>
                <a:cs typeface="Poppins Medium"/>
                <a:sym typeface="Poppins Medium"/>
              </a:rPr>
              <a:t>Decodable Readers</a:t>
            </a:r>
            <a:endParaRPr sz="1100" b="0" i="0" u="none" strike="noStrike" cap="none">
              <a:solidFill>
                <a:srgbClr val="ED1C24"/>
              </a:solidFill>
              <a:latin typeface="Poppins Medium"/>
              <a:ea typeface="Poppins Medium"/>
              <a:cs typeface="Poppins Medium"/>
              <a:sym typeface="Poppins Medium"/>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ffix Word Table">
  <p:cSld name="Alien Word of the Day_2_1_1_2_1">
    <p:spTree>
      <p:nvGrpSpPr>
        <p:cNvPr id="1" name="Shape 134"/>
        <p:cNvGrpSpPr/>
        <p:nvPr/>
      </p:nvGrpSpPr>
      <p:grpSpPr>
        <a:xfrm>
          <a:off x="0" y="0"/>
          <a:ext cx="0" cy="0"/>
          <a:chOff x="0" y="0"/>
          <a:chExt cx="0" cy="0"/>
        </a:xfrm>
      </p:grpSpPr>
      <p:sp>
        <p:nvSpPr>
          <p:cNvPr id="135" name="Google Shape;135;g274b7ea0376_0_23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74b7ea0376_0_230"/>
          <p:cNvGrpSpPr/>
          <p:nvPr/>
        </p:nvGrpSpPr>
        <p:grpSpPr>
          <a:xfrm>
            <a:off x="357775" y="5983875"/>
            <a:ext cx="586800" cy="571500"/>
            <a:chOff x="662575" y="6212475"/>
            <a:chExt cx="586800" cy="571500"/>
          </a:xfrm>
        </p:grpSpPr>
        <p:sp>
          <p:nvSpPr>
            <p:cNvPr id="137" name="Google Shape;137;g274b7ea0376_0_23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74b7ea0376_0_23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74b7ea0376_0_23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0" name="Google Shape;140;g274b7ea0376_0_230"/>
          <p:cNvGrpSpPr/>
          <p:nvPr/>
        </p:nvGrpSpPr>
        <p:grpSpPr>
          <a:xfrm>
            <a:off x="8199150" y="5983875"/>
            <a:ext cx="586800" cy="571500"/>
            <a:chOff x="7894350" y="6212475"/>
            <a:chExt cx="586800" cy="571500"/>
          </a:xfrm>
        </p:grpSpPr>
        <p:sp>
          <p:nvSpPr>
            <p:cNvPr id="141" name="Google Shape;141;g274b7ea0376_0_23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2" name="Google Shape;142;g274b7ea0376_0_23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3" name="Google Shape;143;g274b7ea0376_0_23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4" name="Google Shape;144;g274b7ea0376_0_230"/>
          <p:cNvGrpSpPr/>
          <p:nvPr/>
        </p:nvGrpSpPr>
        <p:grpSpPr>
          <a:xfrm>
            <a:off x="-36800" y="-52000"/>
            <a:ext cx="9236100" cy="543600"/>
            <a:chOff x="-36800" y="-52000"/>
            <a:chExt cx="9236100" cy="543600"/>
          </a:xfrm>
        </p:grpSpPr>
        <p:sp>
          <p:nvSpPr>
            <p:cNvPr id="145" name="Google Shape;145;g274b7ea0376_0_23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6" name="Google Shape;146;g274b7ea0376_0_230"/>
            <p:cNvGrpSpPr/>
            <p:nvPr/>
          </p:nvGrpSpPr>
          <p:grpSpPr>
            <a:xfrm>
              <a:off x="7240990" y="88100"/>
              <a:ext cx="1337400" cy="403500"/>
              <a:chOff x="3235750" y="88250"/>
              <a:chExt cx="1337400" cy="403500"/>
            </a:xfrm>
          </p:grpSpPr>
          <p:sp>
            <p:nvSpPr>
              <p:cNvPr id="147" name="Google Shape;147;g274b7ea0376_0_23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8" name="Google Shape;148;g274b7ea0376_0_23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9" name="Google Shape;149;g274b7ea0376_0_23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50" name="Google Shape;150;g274b7ea0376_0_23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51" name="Google Shape;151;g274b7ea0376_0_23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74b7ea0376_0_23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74b7ea0376_0_23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54" name="Google Shape;154;g274b7ea0376_0_23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5" name="Google Shape;155;g274b7ea0376_0_23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6" name="Google Shape;156;g274b7ea0376_0_23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74b7ea0376_0_23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8" name="Google Shape;158;g274b7ea0376_0_23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9" name="Google Shape;159;g274b7ea0376_0_23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60" name="Google Shape;160;g274b7ea0376_0_230"/>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a:solidFill>
                  <a:srgbClr val="ED1C24"/>
                </a:solidFill>
                <a:latin typeface="Poppins Medium"/>
                <a:ea typeface="Poppins Medium"/>
                <a:cs typeface="Poppins Medium"/>
                <a:sym typeface="Poppins Medium"/>
              </a:rPr>
              <a:t>Practise</a:t>
            </a:r>
            <a:r>
              <a:rPr lang="en-US" sz="3200" b="0" i="0" u="none" strike="noStrike" cap="none">
                <a:solidFill>
                  <a:srgbClr val="ED1C24"/>
                </a:solidFill>
                <a:latin typeface="Poppins Medium"/>
                <a:ea typeface="Poppins Medium"/>
                <a:cs typeface="Poppins Medium"/>
                <a:sym typeface="Poppins Medium"/>
              </a:rPr>
              <a:t> using Affixes</a:t>
            </a:r>
            <a:endParaRPr sz="3200" b="0" i="0" u="none" strike="noStrike" cap="none">
              <a:solidFill>
                <a:srgbClr val="ED1C24"/>
              </a:solidFill>
              <a:latin typeface="Poppins Medium"/>
              <a:ea typeface="Poppins Medium"/>
              <a:cs typeface="Poppins Medium"/>
              <a:sym typeface="Poppins Medium"/>
            </a:endParaRPr>
          </a:p>
        </p:txBody>
      </p:sp>
      <p:cxnSp>
        <p:nvCxnSpPr>
          <p:cNvPr id="161" name="Google Shape;161;g274b7ea0376_0_230"/>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95"/>
        <p:cNvGrpSpPr/>
        <p:nvPr/>
      </p:nvGrpSpPr>
      <p:grpSpPr>
        <a:xfrm>
          <a:off x="0" y="0"/>
          <a:ext cx="0" cy="0"/>
          <a:chOff x="0" y="0"/>
          <a:chExt cx="0" cy="0"/>
        </a:xfrm>
      </p:grpSpPr>
      <p:sp>
        <p:nvSpPr>
          <p:cNvPr id="196" name="Google Shape;196;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8" name="Google Shape;198;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9" name="Google Shape;199;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0" name="Google Shape;200;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2" name="Google Shape;20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3" name="Google Shape;20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04" name="Google Shape;20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05" name="Google Shape;205;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07" name="Google Shape;20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208" name="Google Shape;20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209" name="Google Shape;20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6b641b03cd_0_33"/>
          <p:cNvGrpSpPr/>
          <p:nvPr/>
        </p:nvGrpSpPr>
        <p:grpSpPr>
          <a:xfrm>
            <a:off x="662575" y="6212475"/>
            <a:ext cx="586800" cy="571500"/>
            <a:chOff x="662575" y="6212475"/>
            <a:chExt cx="586800" cy="571500"/>
          </a:xfrm>
        </p:grpSpPr>
        <p:sp>
          <p:nvSpPr>
            <p:cNvPr id="211" name="Google Shape;211;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6b641b03cd_0_33"/>
          <p:cNvGrpSpPr/>
          <p:nvPr/>
        </p:nvGrpSpPr>
        <p:grpSpPr>
          <a:xfrm>
            <a:off x="7894350" y="6212475"/>
            <a:ext cx="586800" cy="571500"/>
            <a:chOff x="7894350" y="6212475"/>
            <a:chExt cx="586800" cy="571500"/>
          </a:xfrm>
        </p:grpSpPr>
        <p:sp>
          <p:nvSpPr>
            <p:cNvPr id="215" name="Google Shape;215;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218"/>
        <p:cNvGrpSpPr/>
        <p:nvPr/>
      </p:nvGrpSpPr>
      <p:grpSpPr>
        <a:xfrm>
          <a:off x="0" y="0"/>
          <a:ext cx="0" cy="0"/>
          <a:chOff x="0" y="0"/>
          <a:chExt cx="0" cy="0"/>
        </a:xfrm>
      </p:grpSpPr>
      <p:sp>
        <p:nvSpPr>
          <p:cNvPr id="219" name="Google Shape;21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220" name="Google Shape;22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221" name="Google Shape;22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222" name="Google Shape;22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225" name="Google Shape;225;g26b641b03cd_0_260"/>
          <p:cNvGrpSpPr/>
          <p:nvPr/>
        </p:nvGrpSpPr>
        <p:grpSpPr>
          <a:xfrm>
            <a:off x="8199150" y="5983875"/>
            <a:ext cx="586800" cy="571500"/>
            <a:chOff x="7894350" y="6212475"/>
            <a:chExt cx="586800" cy="571500"/>
          </a:xfrm>
        </p:grpSpPr>
        <p:sp>
          <p:nvSpPr>
            <p:cNvPr id="226" name="Google Shape;22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29" name="Google Shape;229;g26b641b03cd_0_260"/>
          <p:cNvGrpSpPr/>
          <p:nvPr/>
        </p:nvGrpSpPr>
        <p:grpSpPr>
          <a:xfrm>
            <a:off x="-36800" y="-52000"/>
            <a:ext cx="9236100" cy="543600"/>
            <a:chOff x="-36800" y="-52000"/>
            <a:chExt cx="9236100" cy="543600"/>
          </a:xfrm>
        </p:grpSpPr>
        <p:sp>
          <p:nvSpPr>
            <p:cNvPr id="230" name="Google Shape;23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31" name="Google Shape;231;g26b641b03cd_0_260"/>
            <p:cNvGrpSpPr/>
            <p:nvPr/>
          </p:nvGrpSpPr>
          <p:grpSpPr>
            <a:xfrm>
              <a:off x="7240990" y="88100"/>
              <a:ext cx="1337400" cy="403500"/>
              <a:chOff x="3235750" y="88250"/>
              <a:chExt cx="1337400" cy="403500"/>
            </a:xfrm>
          </p:grpSpPr>
          <p:sp>
            <p:nvSpPr>
              <p:cNvPr id="232" name="Google Shape;232;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33" name="Google Shape;233;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34" name="Google Shape;23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35" name="Google Shape;23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36" name="Google Shape;23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37" name="Google Shape;237;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239" name="Google Shape;23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41" name="Google Shape;24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42" name="Google Shape;24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45"/>
        <p:cNvGrpSpPr/>
        <p:nvPr/>
      </p:nvGrpSpPr>
      <p:grpSpPr>
        <a:xfrm>
          <a:off x="0" y="0"/>
          <a:ext cx="0" cy="0"/>
          <a:chOff x="0" y="0"/>
          <a:chExt cx="0" cy="0"/>
        </a:xfrm>
      </p:grpSpPr>
      <p:sp>
        <p:nvSpPr>
          <p:cNvPr id="246" name="Google Shape;246;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7" name="Google Shape;247;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48" name="Google Shape;248;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249" name="Google Shape;249;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50" name="Google Shape;250;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1" name="Google Shape;251;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2" name="Google Shape;252;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3" name="Google Shape;253;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4" name="Google Shape;254;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5" name="Google Shape;255;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6" name="Google Shape;256;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7" name="Google Shape;257;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58" name="Google Shape;258;g2c235dd0dad_1_87"/>
          <p:cNvGrpSpPr/>
          <p:nvPr/>
        </p:nvGrpSpPr>
        <p:grpSpPr>
          <a:xfrm>
            <a:off x="662575" y="6212475"/>
            <a:ext cx="586800" cy="571500"/>
            <a:chOff x="662575" y="6212475"/>
            <a:chExt cx="586800" cy="571500"/>
          </a:xfrm>
        </p:grpSpPr>
        <p:sp>
          <p:nvSpPr>
            <p:cNvPr id="259" name="Google Shape;25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2" name="Google Shape;262;g2c235dd0dad_1_87"/>
          <p:cNvGrpSpPr/>
          <p:nvPr/>
        </p:nvGrpSpPr>
        <p:grpSpPr>
          <a:xfrm>
            <a:off x="7894350" y="6212475"/>
            <a:ext cx="586800" cy="571500"/>
            <a:chOff x="7894350" y="6212475"/>
            <a:chExt cx="586800" cy="571500"/>
          </a:xfrm>
        </p:grpSpPr>
        <p:sp>
          <p:nvSpPr>
            <p:cNvPr id="263" name="Google Shape;26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6" name="Google Shape;266;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8" name="Google Shape;268;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9" name="Google Shape;269;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2" name="Google Shape;272;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3" name="Google Shape;273;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5" name="Google Shape;275;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76"/>
        <p:cNvGrpSpPr/>
        <p:nvPr/>
      </p:nvGrpSpPr>
      <p:grpSpPr>
        <a:xfrm>
          <a:off x="0" y="0"/>
          <a:ext cx="0" cy="0"/>
          <a:chOff x="0" y="0"/>
          <a:chExt cx="0" cy="0"/>
        </a:xfrm>
      </p:grpSpPr>
      <p:sp>
        <p:nvSpPr>
          <p:cNvPr id="277" name="Google Shape;277;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78" name="Google Shape;278;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79" name="Google Shape;279;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80" name="Google Shape;280;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81" name="Google Shape;281;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82" name="Google Shape;282;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83" name="Google Shape;283;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84" name="Google Shape;284;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85" name="Google Shape;285;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86" name="Google Shape;286;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87" name="Google Shape;287;g1f3daf8a844_0_32"/>
          <p:cNvGrpSpPr/>
          <p:nvPr/>
        </p:nvGrpSpPr>
        <p:grpSpPr>
          <a:xfrm>
            <a:off x="662575" y="6212475"/>
            <a:ext cx="586800" cy="571500"/>
            <a:chOff x="662575" y="6212475"/>
            <a:chExt cx="586800" cy="571500"/>
          </a:xfrm>
        </p:grpSpPr>
        <p:sp>
          <p:nvSpPr>
            <p:cNvPr id="288" name="Google Shape;288;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1" name="Google Shape;291;g1f3daf8a844_0_32"/>
          <p:cNvGrpSpPr/>
          <p:nvPr/>
        </p:nvGrpSpPr>
        <p:grpSpPr>
          <a:xfrm>
            <a:off x="7894350" y="6212475"/>
            <a:ext cx="586800" cy="571500"/>
            <a:chOff x="7894350" y="6212475"/>
            <a:chExt cx="586800" cy="571500"/>
          </a:xfrm>
        </p:grpSpPr>
        <p:sp>
          <p:nvSpPr>
            <p:cNvPr id="292" name="Google Shape;292;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5" name="Google Shape;295;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7" name="Google Shape;29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1" name="Google Shape;301;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2" name="Google Shape;302;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3" name="Google Shape;303;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4" name="Google Shape;304;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305"/>
        <p:cNvGrpSpPr/>
        <p:nvPr/>
      </p:nvGrpSpPr>
      <p:grpSpPr>
        <a:xfrm>
          <a:off x="0" y="0"/>
          <a:ext cx="0" cy="0"/>
          <a:chOff x="0" y="0"/>
          <a:chExt cx="0" cy="0"/>
        </a:xfrm>
      </p:grpSpPr>
      <p:sp>
        <p:nvSpPr>
          <p:cNvPr id="306" name="Google Shape;306;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7" name="Google Shape;307;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308" name="Google Shape;308;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9" name="Google Shape;309;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10" name="Google Shape;310;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11" name="Google Shape;311;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2" name="Google Shape;312;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3" name="Google Shape;313;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4" name="Google Shape;314;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5" name="Google Shape;315;g2c157a2fb06_0_53"/>
          <p:cNvGrpSpPr/>
          <p:nvPr/>
        </p:nvGrpSpPr>
        <p:grpSpPr>
          <a:xfrm>
            <a:off x="662575" y="6212475"/>
            <a:ext cx="586800" cy="571500"/>
            <a:chOff x="662575" y="6212475"/>
            <a:chExt cx="586800" cy="571500"/>
          </a:xfrm>
        </p:grpSpPr>
        <p:sp>
          <p:nvSpPr>
            <p:cNvPr id="316" name="Google Shape;316;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9" name="Google Shape;319;g2c157a2fb06_0_53"/>
          <p:cNvGrpSpPr/>
          <p:nvPr/>
        </p:nvGrpSpPr>
        <p:grpSpPr>
          <a:xfrm>
            <a:off x="7894350" y="6212475"/>
            <a:ext cx="586800" cy="571500"/>
            <a:chOff x="7894350" y="6212475"/>
            <a:chExt cx="586800" cy="571500"/>
          </a:xfrm>
        </p:grpSpPr>
        <p:sp>
          <p:nvSpPr>
            <p:cNvPr id="320" name="Google Shape;320;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3" name="Google Shape;323;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5" name="Google Shape;325;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1" name="Google Shape;331;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33"/>
        <p:cNvGrpSpPr/>
        <p:nvPr/>
      </p:nvGrpSpPr>
      <p:grpSpPr>
        <a:xfrm>
          <a:off x="0" y="0"/>
          <a:ext cx="0" cy="0"/>
          <a:chOff x="0" y="0"/>
          <a:chExt cx="0" cy="0"/>
        </a:xfrm>
      </p:grpSpPr>
      <p:pic>
        <p:nvPicPr>
          <p:cNvPr id="334" name="Google Shape;334;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5" name="Google Shape;335;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6" name="Google Shape;336;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337" name="Google Shape;337;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8" name="Google Shape;338;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9" name="Google Shape;339;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3" name="Google Shape;343;g2c157a2fb06_0_158"/>
          <p:cNvGrpSpPr/>
          <p:nvPr/>
        </p:nvGrpSpPr>
        <p:grpSpPr>
          <a:xfrm>
            <a:off x="662575" y="6212475"/>
            <a:ext cx="586800" cy="571500"/>
            <a:chOff x="662575" y="6212475"/>
            <a:chExt cx="586800" cy="571500"/>
          </a:xfrm>
        </p:grpSpPr>
        <p:sp>
          <p:nvSpPr>
            <p:cNvPr id="344" name="Google Shape;344;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7" name="Google Shape;347;g2c157a2fb06_0_158"/>
          <p:cNvGrpSpPr/>
          <p:nvPr/>
        </p:nvGrpSpPr>
        <p:grpSpPr>
          <a:xfrm>
            <a:off x="7894350" y="6212475"/>
            <a:ext cx="586800" cy="571500"/>
            <a:chOff x="7894350" y="6212475"/>
            <a:chExt cx="586800" cy="571500"/>
          </a:xfrm>
        </p:grpSpPr>
        <p:sp>
          <p:nvSpPr>
            <p:cNvPr id="348" name="Google Shape;348;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1" name="Google Shape;351;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60" name="Google Shape;360;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61"/>
        <p:cNvGrpSpPr/>
        <p:nvPr/>
      </p:nvGrpSpPr>
      <p:grpSpPr>
        <a:xfrm>
          <a:off x="0" y="0"/>
          <a:ext cx="0" cy="0"/>
          <a:chOff x="0" y="0"/>
          <a:chExt cx="0" cy="0"/>
        </a:xfrm>
      </p:grpSpPr>
      <p:sp>
        <p:nvSpPr>
          <p:cNvPr id="362" name="Google Shape;362;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3" name="Google Shape;363;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64" name="Google Shape;364;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5" name="Google Shape;365;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6" name="Google Shape;366;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7" name="Google Shape;367;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a:spLocks noGrp="1"/>
          </p:cNvSpPr>
          <p:nvPr>
            <p:ph type="pic" idx="5"/>
          </p:nvPr>
        </p:nvSpPr>
        <p:spPr>
          <a:xfrm>
            <a:off x="5086375" y="4412425"/>
            <a:ext cx="2668800" cy="1291500"/>
          </a:xfrm>
          <a:prstGeom prst="rect">
            <a:avLst/>
          </a:prstGeom>
          <a:noFill/>
          <a:ln>
            <a:noFill/>
          </a:ln>
        </p:spPr>
      </p:sp>
      <p:sp>
        <p:nvSpPr>
          <p:cNvPr id="369" name="Google Shape;369;g2c157a2fb06_0_263"/>
          <p:cNvSpPr>
            <a:spLocks noGrp="1"/>
          </p:cNvSpPr>
          <p:nvPr>
            <p:ph type="pic" idx="6"/>
          </p:nvPr>
        </p:nvSpPr>
        <p:spPr>
          <a:xfrm>
            <a:off x="5086375" y="797675"/>
            <a:ext cx="2668800" cy="1291500"/>
          </a:xfrm>
          <a:prstGeom prst="rect">
            <a:avLst/>
          </a:prstGeom>
          <a:noFill/>
          <a:ln>
            <a:noFill/>
          </a:ln>
        </p:spPr>
      </p:sp>
      <p:sp>
        <p:nvSpPr>
          <p:cNvPr id="370" name="Google Shape;370;g2c157a2fb06_0_263"/>
          <p:cNvSpPr>
            <a:spLocks noGrp="1"/>
          </p:cNvSpPr>
          <p:nvPr>
            <p:ph type="pic" idx="7"/>
          </p:nvPr>
        </p:nvSpPr>
        <p:spPr>
          <a:xfrm>
            <a:off x="5086375" y="2002592"/>
            <a:ext cx="2668800" cy="1291500"/>
          </a:xfrm>
          <a:prstGeom prst="rect">
            <a:avLst/>
          </a:prstGeom>
          <a:noFill/>
          <a:ln>
            <a:noFill/>
          </a:ln>
        </p:spPr>
      </p:sp>
      <p:sp>
        <p:nvSpPr>
          <p:cNvPr id="371" name="Google Shape;371;g2c157a2fb06_0_263"/>
          <p:cNvSpPr>
            <a:spLocks noGrp="1"/>
          </p:cNvSpPr>
          <p:nvPr>
            <p:ph type="pic" idx="8"/>
          </p:nvPr>
        </p:nvSpPr>
        <p:spPr>
          <a:xfrm>
            <a:off x="5086375" y="3207508"/>
            <a:ext cx="2668800" cy="1291500"/>
          </a:xfrm>
          <a:prstGeom prst="rect">
            <a:avLst/>
          </a:prstGeom>
          <a:noFill/>
          <a:ln>
            <a:noFill/>
          </a:ln>
        </p:spPr>
      </p:sp>
      <p:sp>
        <p:nvSpPr>
          <p:cNvPr id="372" name="Google Shape;372;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3" name="Google Shape;373;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4" name="Google Shape;374;g2c157a2fb06_0_263"/>
          <p:cNvGrpSpPr/>
          <p:nvPr/>
        </p:nvGrpSpPr>
        <p:grpSpPr>
          <a:xfrm>
            <a:off x="662575" y="6212475"/>
            <a:ext cx="586800" cy="571500"/>
            <a:chOff x="662575" y="6212475"/>
            <a:chExt cx="586800" cy="571500"/>
          </a:xfrm>
        </p:grpSpPr>
        <p:sp>
          <p:nvSpPr>
            <p:cNvPr id="375" name="Google Shape;375;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8" name="Google Shape;378;g2c157a2fb06_0_263"/>
          <p:cNvGrpSpPr/>
          <p:nvPr/>
        </p:nvGrpSpPr>
        <p:grpSpPr>
          <a:xfrm>
            <a:off x="7894350" y="6212475"/>
            <a:ext cx="586800" cy="571500"/>
            <a:chOff x="7894350" y="6212475"/>
            <a:chExt cx="586800" cy="571500"/>
          </a:xfrm>
        </p:grpSpPr>
        <p:sp>
          <p:nvSpPr>
            <p:cNvPr id="379" name="Google Shape;379;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82" name="Google Shape;382;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84" name="Google Shape;384;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5" name="Google Shape;385;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90" name="Google Shape;390;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91" name="Google Shape;391;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92"/>
        <p:cNvGrpSpPr/>
        <p:nvPr/>
      </p:nvGrpSpPr>
      <p:grpSpPr>
        <a:xfrm>
          <a:off x="0" y="0"/>
          <a:ext cx="0" cy="0"/>
          <a:chOff x="0" y="0"/>
          <a:chExt cx="0" cy="0"/>
        </a:xfrm>
      </p:grpSpPr>
      <p:cxnSp>
        <p:nvCxnSpPr>
          <p:cNvPr id="393" name="Google Shape;393;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5" name="Google Shape;395;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6" name="Google Shape;396;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7" name="Google Shape;397;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98" name="Google Shape;398;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9" name="Google Shape;399;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0" name="Google Shape;400;g2c157a2fb06_0_467"/>
          <p:cNvGrpSpPr/>
          <p:nvPr/>
        </p:nvGrpSpPr>
        <p:grpSpPr>
          <a:xfrm>
            <a:off x="662575" y="6212475"/>
            <a:ext cx="586800" cy="571500"/>
            <a:chOff x="662575" y="6212475"/>
            <a:chExt cx="586800" cy="571500"/>
          </a:xfrm>
        </p:grpSpPr>
        <p:sp>
          <p:nvSpPr>
            <p:cNvPr id="401" name="Google Shape;401;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4" name="Google Shape;404;g2c157a2fb06_0_467"/>
          <p:cNvGrpSpPr/>
          <p:nvPr/>
        </p:nvGrpSpPr>
        <p:grpSpPr>
          <a:xfrm>
            <a:off x="7894350" y="6212475"/>
            <a:ext cx="586800" cy="571500"/>
            <a:chOff x="7894350" y="6212475"/>
            <a:chExt cx="586800" cy="571500"/>
          </a:xfrm>
        </p:grpSpPr>
        <p:sp>
          <p:nvSpPr>
            <p:cNvPr id="405" name="Google Shape;405;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8" name="Google Shape;408;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10" name="Google Shape;41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1" name="Google Shape;411;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4" name="Google Shape;414;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5" name="Google Shape;415;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6" name="Google Shape;416;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7" name="Google Shape;417;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8"/>
        <p:cNvGrpSpPr/>
        <p:nvPr/>
      </p:nvGrpSpPr>
      <p:grpSpPr>
        <a:xfrm>
          <a:off x="0" y="0"/>
          <a:ext cx="0" cy="0"/>
          <a:chOff x="0" y="0"/>
          <a:chExt cx="0" cy="0"/>
        </a:xfrm>
      </p:grpSpPr>
      <p:cxnSp>
        <p:nvCxnSpPr>
          <p:cNvPr id="419" name="Google Shape;419;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0" name="Google Shape;420;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1" name="Google Shape;421;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2" name="Google Shape;422;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423" name="Google Shape;423;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4" name="Google Shape;424;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5" name="Google Shape;425;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6" name="Google Shape;426;g2c157a2fb06_0_629"/>
          <p:cNvGrpSpPr/>
          <p:nvPr/>
        </p:nvGrpSpPr>
        <p:grpSpPr>
          <a:xfrm>
            <a:off x="662575" y="6212475"/>
            <a:ext cx="586800" cy="571500"/>
            <a:chOff x="662575" y="6212475"/>
            <a:chExt cx="586800" cy="571500"/>
          </a:xfrm>
        </p:grpSpPr>
        <p:sp>
          <p:nvSpPr>
            <p:cNvPr id="427" name="Google Shape;427;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0" name="Google Shape;430;g2c157a2fb06_0_629"/>
          <p:cNvGrpSpPr/>
          <p:nvPr/>
        </p:nvGrpSpPr>
        <p:grpSpPr>
          <a:xfrm>
            <a:off x="7894350" y="6212475"/>
            <a:ext cx="586800" cy="571500"/>
            <a:chOff x="7894350" y="6212475"/>
            <a:chExt cx="586800" cy="571500"/>
          </a:xfrm>
        </p:grpSpPr>
        <p:sp>
          <p:nvSpPr>
            <p:cNvPr id="431" name="Google Shape;431;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4" name="Google Shape;434;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6" name="Google Shape;436;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7" name="Google Shape;437;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0" name="Google Shape;440;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41" name="Google Shape;441;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42" name="Google Shape;442;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43" name="Google Shape;443;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44"/>
        <p:cNvGrpSpPr/>
        <p:nvPr/>
      </p:nvGrpSpPr>
      <p:grpSpPr>
        <a:xfrm>
          <a:off x="0" y="0"/>
          <a:ext cx="0" cy="0"/>
          <a:chOff x="0" y="0"/>
          <a:chExt cx="0" cy="0"/>
        </a:xfrm>
      </p:grpSpPr>
      <p:cxnSp>
        <p:nvCxnSpPr>
          <p:cNvPr id="445" name="Google Shape;445;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6" name="Google Shape;446;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7" name="Google Shape;447;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8" name="Google Shape;448;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9" name="Google Shape;449;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0" name="Google Shape;450;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451" name="Google Shape;451;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2" name="Google Shape;452;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3" name="Google Shape;453;g2c157a2fb06_0_798"/>
          <p:cNvGrpSpPr/>
          <p:nvPr/>
        </p:nvGrpSpPr>
        <p:grpSpPr>
          <a:xfrm>
            <a:off x="662575" y="6212475"/>
            <a:ext cx="586800" cy="571500"/>
            <a:chOff x="662575" y="6212475"/>
            <a:chExt cx="586800" cy="571500"/>
          </a:xfrm>
        </p:grpSpPr>
        <p:sp>
          <p:nvSpPr>
            <p:cNvPr id="454" name="Google Shape;454;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7" name="Google Shape;457;g2c157a2fb06_0_798"/>
          <p:cNvGrpSpPr/>
          <p:nvPr/>
        </p:nvGrpSpPr>
        <p:grpSpPr>
          <a:xfrm>
            <a:off x="7894350" y="6212475"/>
            <a:ext cx="586800" cy="571500"/>
            <a:chOff x="7894350" y="6212475"/>
            <a:chExt cx="586800" cy="571500"/>
          </a:xfrm>
        </p:grpSpPr>
        <p:sp>
          <p:nvSpPr>
            <p:cNvPr id="458" name="Google Shape;458;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1" name="Google Shape;461;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69" name="Google Shape;469;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0" name="Google Shape;470;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71"/>
        <p:cNvGrpSpPr/>
        <p:nvPr/>
      </p:nvGrpSpPr>
      <p:grpSpPr>
        <a:xfrm>
          <a:off x="0" y="0"/>
          <a:ext cx="0" cy="0"/>
          <a:chOff x="0" y="0"/>
          <a:chExt cx="0" cy="0"/>
        </a:xfrm>
      </p:grpSpPr>
      <p:cxnSp>
        <p:nvCxnSpPr>
          <p:cNvPr id="472" name="Google Shape;472;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3" name="Google Shape;473;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4" name="Google Shape;474;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5" name="Google Shape;475;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76" name="Google Shape;476;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7" name="Google Shape;477;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78" name="Google Shape;478;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9" name="Google Shape;479;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0" name="Google Shape;480;g2c157a2fb06_0_825"/>
          <p:cNvGrpSpPr/>
          <p:nvPr/>
        </p:nvGrpSpPr>
        <p:grpSpPr>
          <a:xfrm>
            <a:off x="662575" y="6212475"/>
            <a:ext cx="586800" cy="571500"/>
            <a:chOff x="662575" y="6212475"/>
            <a:chExt cx="586800" cy="571500"/>
          </a:xfrm>
        </p:grpSpPr>
        <p:sp>
          <p:nvSpPr>
            <p:cNvPr id="481" name="Google Shape;481;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4" name="Google Shape;484;g2c157a2fb06_0_825"/>
          <p:cNvGrpSpPr/>
          <p:nvPr/>
        </p:nvGrpSpPr>
        <p:grpSpPr>
          <a:xfrm>
            <a:off x="7894350" y="6212475"/>
            <a:ext cx="586800" cy="571500"/>
            <a:chOff x="7894350" y="6212475"/>
            <a:chExt cx="586800" cy="571500"/>
          </a:xfrm>
        </p:grpSpPr>
        <p:sp>
          <p:nvSpPr>
            <p:cNvPr id="485" name="Google Shape;485;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8" name="Google Shape;488;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0" name="Google Shape;49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4" name="Google Shape;494;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95" name="Google Shape;495;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96" name="Google Shape;496;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97" name="Google Shape;497;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8"/>
        <p:cNvGrpSpPr/>
        <p:nvPr/>
      </p:nvGrpSpPr>
      <p:grpSpPr>
        <a:xfrm>
          <a:off x="0" y="0"/>
          <a:ext cx="0" cy="0"/>
          <a:chOff x="0" y="0"/>
          <a:chExt cx="0" cy="0"/>
        </a:xfrm>
      </p:grpSpPr>
      <p:sp>
        <p:nvSpPr>
          <p:cNvPr id="499" name="Google Shape;499;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503" name="Google Shape;50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04" name="Google Shape;504;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5" name="Google Shape;505;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7" name="Google Shape;50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9" name="Google Shape;50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1" name="Google Shape;51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8" name="Google Shape;51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9" name="Google Shape;519;g2c157a2fb06_0_700"/>
          <p:cNvGrpSpPr/>
          <p:nvPr/>
        </p:nvGrpSpPr>
        <p:grpSpPr>
          <a:xfrm>
            <a:off x="662575" y="6212475"/>
            <a:ext cx="586800" cy="571500"/>
            <a:chOff x="662575" y="6212475"/>
            <a:chExt cx="586800" cy="571500"/>
          </a:xfrm>
        </p:grpSpPr>
        <p:sp>
          <p:nvSpPr>
            <p:cNvPr id="520" name="Google Shape;52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3" name="Google Shape;523;g2c157a2fb06_0_700"/>
          <p:cNvGrpSpPr/>
          <p:nvPr/>
        </p:nvGrpSpPr>
        <p:grpSpPr>
          <a:xfrm>
            <a:off x="7894350" y="6212475"/>
            <a:ext cx="586800" cy="571500"/>
            <a:chOff x="7894350" y="6212475"/>
            <a:chExt cx="586800" cy="571500"/>
          </a:xfrm>
        </p:grpSpPr>
        <p:sp>
          <p:nvSpPr>
            <p:cNvPr id="524" name="Google Shape;52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5" name="Google Shape;525;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6" name="Google Shape;526;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7" name="Google Shape;527;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9" name="Google Shape;52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34" name="Google Shape;534;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35" name="Google Shape;535;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36" name="Google Shape;536;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7"/>
        <p:cNvGrpSpPr/>
        <p:nvPr/>
      </p:nvGrpSpPr>
      <p:grpSpPr>
        <a:xfrm>
          <a:off x="0" y="0"/>
          <a:ext cx="0" cy="0"/>
          <a:chOff x="0" y="0"/>
          <a:chExt cx="0" cy="0"/>
        </a:xfrm>
      </p:grpSpPr>
      <p:sp>
        <p:nvSpPr>
          <p:cNvPr id="538" name="Google Shape;53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539" name="Google Shape;53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0" name="Google Shape;54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1" name="Google Shape;54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2" name="Google Shape;54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3" name="Google Shape;54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4" name="Google Shape;54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5" name="Google Shape;54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6" name="Google Shape;54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47" name="Google Shape;54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8" name="Google Shape;54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9" name="Google Shape;549;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0" name="Google Shape;550;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1" name="Google Shape;551;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2" name="Google Shape;552;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3" name="Google Shape;553;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4" name="Google Shape;554;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5" name="Google Shape;555;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6" name="Google Shape;556;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7" name="Google Shape;557;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58" name="Google Shape;558;g2c157a2fb06_0_932"/>
          <p:cNvGrpSpPr/>
          <p:nvPr/>
        </p:nvGrpSpPr>
        <p:grpSpPr>
          <a:xfrm>
            <a:off x="662575" y="6212475"/>
            <a:ext cx="586800" cy="571500"/>
            <a:chOff x="662575" y="6212475"/>
            <a:chExt cx="586800" cy="571500"/>
          </a:xfrm>
        </p:grpSpPr>
        <p:sp>
          <p:nvSpPr>
            <p:cNvPr id="559" name="Google Shape;559;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2" name="Google Shape;562;g2c157a2fb06_0_932"/>
          <p:cNvGrpSpPr/>
          <p:nvPr/>
        </p:nvGrpSpPr>
        <p:grpSpPr>
          <a:xfrm>
            <a:off x="7894350" y="6212475"/>
            <a:ext cx="586800" cy="571500"/>
            <a:chOff x="7894350" y="6212475"/>
            <a:chExt cx="586800" cy="571500"/>
          </a:xfrm>
        </p:grpSpPr>
        <p:sp>
          <p:nvSpPr>
            <p:cNvPr id="563" name="Google Shape;563;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8" name="Google Shape;56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2" name="Google Shape;572;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73" name="Google Shape;573;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74" name="Google Shape;574;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75" name="Google Shape;575;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6"/>
        <p:cNvGrpSpPr/>
        <p:nvPr/>
      </p:nvGrpSpPr>
      <p:grpSpPr>
        <a:xfrm>
          <a:off x="0" y="0"/>
          <a:ext cx="0" cy="0"/>
          <a:chOff x="0" y="0"/>
          <a:chExt cx="0" cy="0"/>
        </a:xfrm>
      </p:grpSpPr>
      <p:cxnSp>
        <p:nvCxnSpPr>
          <p:cNvPr id="577" name="Google Shape;577;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78" name="Google Shape;578;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79" name="Google Shape;579;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1" name="Google Shape;581;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2" name="Google Shape;582;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3" name="Google Shape;583;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5" name="Google Shape;585;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9" name="Google Shape;58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90" name="Google Shape;590;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92" name="Google Shape;59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3" name="Google Shape;59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94" name="Google Shape;594;g2c157a2fb06_0_1045"/>
          <p:cNvGrpSpPr/>
          <p:nvPr/>
        </p:nvGrpSpPr>
        <p:grpSpPr>
          <a:xfrm>
            <a:off x="662575" y="6212475"/>
            <a:ext cx="586800" cy="571500"/>
            <a:chOff x="662575" y="6212475"/>
            <a:chExt cx="586800" cy="571500"/>
          </a:xfrm>
        </p:grpSpPr>
        <p:sp>
          <p:nvSpPr>
            <p:cNvPr id="595" name="Google Shape;59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045"/>
          <p:cNvGrpSpPr/>
          <p:nvPr/>
        </p:nvGrpSpPr>
        <p:grpSpPr>
          <a:xfrm>
            <a:off x="7894350" y="6212475"/>
            <a:ext cx="586800" cy="571500"/>
            <a:chOff x="7894350" y="6212475"/>
            <a:chExt cx="586800" cy="571500"/>
          </a:xfrm>
        </p:grpSpPr>
        <p:sp>
          <p:nvSpPr>
            <p:cNvPr id="599" name="Google Shape;59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4" name="Google Shape;60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8" name="Google Shape;608;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09" name="Google Shape;609;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610" name="Google Shape;610;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611" name="Google Shape;611;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14" name="Google Shape;614;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615" name="Google Shape;615;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6" name="Google Shape;616;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7" name="Google Shape;617;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8" name="Google Shape;618;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9" name="Google Shape;619;g2c157a2fb06_0_1110"/>
          <p:cNvGrpSpPr/>
          <p:nvPr/>
        </p:nvGrpSpPr>
        <p:grpSpPr>
          <a:xfrm>
            <a:off x="5806200" y="1807463"/>
            <a:ext cx="756300" cy="146700"/>
            <a:chOff x="5806200" y="1807463"/>
            <a:chExt cx="756300" cy="146700"/>
          </a:xfrm>
        </p:grpSpPr>
        <p:sp>
          <p:nvSpPr>
            <p:cNvPr id="620" name="Google Shape;620;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23" name="Google Shape;623;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4" name="Google Shape;624;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5" name="Google Shape;625;g2c157a2fb06_0_1110"/>
          <p:cNvGrpSpPr/>
          <p:nvPr/>
        </p:nvGrpSpPr>
        <p:grpSpPr>
          <a:xfrm>
            <a:off x="5806200" y="2842438"/>
            <a:ext cx="756300" cy="146700"/>
            <a:chOff x="5806200" y="1807463"/>
            <a:chExt cx="756300" cy="146700"/>
          </a:xfrm>
        </p:grpSpPr>
        <p:sp>
          <p:nvSpPr>
            <p:cNvPr id="626" name="Google Shape;626;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9" name="Google Shape;629;g2c157a2fb06_0_1110"/>
          <p:cNvGrpSpPr/>
          <p:nvPr/>
        </p:nvGrpSpPr>
        <p:grpSpPr>
          <a:xfrm>
            <a:off x="5806200" y="3877413"/>
            <a:ext cx="756300" cy="146700"/>
            <a:chOff x="5806200" y="1807463"/>
            <a:chExt cx="756300" cy="146700"/>
          </a:xfrm>
        </p:grpSpPr>
        <p:sp>
          <p:nvSpPr>
            <p:cNvPr id="630" name="Google Shape;630;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3" name="Google Shape;633;g2c157a2fb06_0_1110"/>
          <p:cNvGrpSpPr/>
          <p:nvPr/>
        </p:nvGrpSpPr>
        <p:grpSpPr>
          <a:xfrm>
            <a:off x="662575" y="6212475"/>
            <a:ext cx="586800" cy="571500"/>
            <a:chOff x="662575" y="6212475"/>
            <a:chExt cx="586800" cy="571500"/>
          </a:xfrm>
        </p:grpSpPr>
        <p:sp>
          <p:nvSpPr>
            <p:cNvPr id="634" name="Google Shape;634;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7" name="Google Shape;637;g2c157a2fb06_0_1110"/>
          <p:cNvGrpSpPr/>
          <p:nvPr/>
        </p:nvGrpSpPr>
        <p:grpSpPr>
          <a:xfrm>
            <a:off x="7894350" y="6212475"/>
            <a:ext cx="586800" cy="571500"/>
            <a:chOff x="7894350" y="6212475"/>
            <a:chExt cx="586800" cy="571500"/>
          </a:xfrm>
        </p:grpSpPr>
        <p:sp>
          <p:nvSpPr>
            <p:cNvPr id="638" name="Google Shape;638;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0" name="Google Shape;640;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41" name="Google Shape;641;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43" name="Google Shape;64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4" name="Google Shape;644;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7" name="Google Shape;647;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48" name="Google Shape;648;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649" name="Google Shape;649;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650" name="Google Shape;650;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1"/>
        <p:cNvGrpSpPr/>
        <p:nvPr/>
      </p:nvGrpSpPr>
      <p:grpSpPr>
        <a:xfrm>
          <a:off x="0" y="0"/>
          <a:ext cx="0" cy="0"/>
          <a:chOff x="0" y="0"/>
          <a:chExt cx="0" cy="0"/>
        </a:xfrm>
      </p:grpSpPr>
      <p:sp>
        <p:nvSpPr>
          <p:cNvPr id="652" name="Google Shape;652;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6" name="Google Shape;656;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59" name="Google Shape;659;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5" name="Google Shape;665;p30"/>
          <p:cNvGrpSpPr/>
          <p:nvPr/>
        </p:nvGrpSpPr>
        <p:grpSpPr>
          <a:xfrm>
            <a:off x="6022940" y="5341706"/>
            <a:ext cx="594501" cy="305904"/>
            <a:chOff x="5672081" y="1914352"/>
            <a:chExt cx="792668" cy="305904"/>
          </a:xfrm>
        </p:grpSpPr>
        <p:sp>
          <p:nvSpPr>
            <p:cNvPr id="666" name="Google Shape;666;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7" name="Google Shape;667;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8" name="Google Shape;668;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69" name="Google Shape;669;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7" name="Google Shape;677;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8" name="Google Shape;678;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6" name="Google Shape;686;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2" name="Google Shape;692;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5" name="Google Shape;695;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6" name="Google Shape;696;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7"/>
        <p:cNvGrpSpPr/>
        <p:nvPr/>
      </p:nvGrpSpPr>
      <p:grpSpPr>
        <a:xfrm>
          <a:off x="0" y="0"/>
          <a:ext cx="0" cy="0"/>
          <a:chOff x="0" y="0"/>
          <a:chExt cx="0" cy="0"/>
        </a:xfrm>
      </p:grpSpPr>
      <p:sp>
        <p:nvSpPr>
          <p:cNvPr id="698" name="Google Shape;698;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99" name="Google Shape;699;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0" name="Google Shape;700;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1"/>
        <p:cNvGrpSpPr/>
        <p:nvPr/>
      </p:nvGrpSpPr>
      <p:grpSpPr>
        <a:xfrm>
          <a:off x="0" y="0"/>
          <a:ext cx="0" cy="0"/>
          <a:chOff x="0" y="0"/>
          <a:chExt cx="0" cy="0"/>
        </a:xfrm>
      </p:grpSpPr>
      <p:sp>
        <p:nvSpPr>
          <p:cNvPr id="702" name="Google Shape;702;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3" name="Google Shape;703;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4" name="Google Shape;704;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167.png"/><Relationship Id="rId18" Type="http://schemas.openxmlformats.org/officeDocument/2006/relationships/image" Target="../media/image172.png"/><Relationship Id="rId26" Type="http://schemas.openxmlformats.org/officeDocument/2006/relationships/image" Target="../media/image180.png"/><Relationship Id="rId3" Type="http://schemas.openxmlformats.org/officeDocument/2006/relationships/image" Target="../media/image157.png"/><Relationship Id="rId21" Type="http://schemas.openxmlformats.org/officeDocument/2006/relationships/image" Target="../media/image175.png"/><Relationship Id="rId7" Type="http://schemas.openxmlformats.org/officeDocument/2006/relationships/image" Target="../media/image161.png"/><Relationship Id="rId12" Type="http://schemas.openxmlformats.org/officeDocument/2006/relationships/image" Target="../media/image166.png"/><Relationship Id="rId17" Type="http://schemas.openxmlformats.org/officeDocument/2006/relationships/image" Target="../media/image171.png"/><Relationship Id="rId25" Type="http://schemas.openxmlformats.org/officeDocument/2006/relationships/image" Target="../media/image179.png"/><Relationship Id="rId2" Type="http://schemas.openxmlformats.org/officeDocument/2006/relationships/notesSlide" Target="../notesSlides/notesSlide8.xml"/><Relationship Id="rId16" Type="http://schemas.openxmlformats.org/officeDocument/2006/relationships/image" Target="../media/image170.png"/><Relationship Id="rId20" Type="http://schemas.openxmlformats.org/officeDocument/2006/relationships/image" Target="../media/image174.png"/><Relationship Id="rId29" Type="http://schemas.openxmlformats.org/officeDocument/2006/relationships/image" Target="../media/image183.png"/><Relationship Id="rId1" Type="http://schemas.openxmlformats.org/officeDocument/2006/relationships/slideLayout" Target="../slideLayouts/slideLayout3.xml"/><Relationship Id="rId6" Type="http://schemas.openxmlformats.org/officeDocument/2006/relationships/image" Target="../media/image160.png"/><Relationship Id="rId11" Type="http://schemas.openxmlformats.org/officeDocument/2006/relationships/image" Target="../media/image165.png"/><Relationship Id="rId24" Type="http://schemas.openxmlformats.org/officeDocument/2006/relationships/image" Target="../media/image178.png"/><Relationship Id="rId5" Type="http://schemas.openxmlformats.org/officeDocument/2006/relationships/image" Target="../media/image159.png"/><Relationship Id="rId15" Type="http://schemas.openxmlformats.org/officeDocument/2006/relationships/image" Target="../media/image169.png"/><Relationship Id="rId23" Type="http://schemas.openxmlformats.org/officeDocument/2006/relationships/image" Target="../media/image177.png"/><Relationship Id="rId28" Type="http://schemas.openxmlformats.org/officeDocument/2006/relationships/image" Target="../media/image182.png"/><Relationship Id="rId10" Type="http://schemas.openxmlformats.org/officeDocument/2006/relationships/image" Target="../media/image164.png"/><Relationship Id="rId19" Type="http://schemas.openxmlformats.org/officeDocument/2006/relationships/image" Target="../media/image173.png"/><Relationship Id="rId4" Type="http://schemas.openxmlformats.org/officeDocument/2006/relationships/image" Target="../media/image158.png"/><Relationship Id="rId9" Type="http://schemas.openxmlformats.org/officeDocument/2006/relationships/image" Target="../media/image163.png"/><Relationship Id="rId14" Type="http://schemas.openxmlformats.org/officeDocument/2006/relationships/image" Target="../media/image168.png"/><Relationship Id="rId22" Type="http://schemas.openxmlformats.org/officeDocument/2006/relationships/image" Target="../media/image176.png"/><Relationship Id="rId27" Type="http://schemas.openxmlformats.org/officeDocument/2006/relationships/image" Target="../media/image181.png"/><Relationship Id="rId30" Type="http://schemas.openxmlformats.org/officeDocument/2006/relationships/image" Target="../media/image184.png"/></Relationships>
</file>

<file path=ppt/slides/_rels/slide9.xml.rels><?xml version="1.0" encoding="UTF-8" standalone="yes"?>
<Relationships xmlns="http://schemas.openxmlformats.org/package/2006/relationships"><Relationship Id="rId8" Type="http://schemas.openxmlformats.org/officeDocument/2006/relationships/image" Target="../media/image190.png"/><Relationship Id="rId13" Type="http://schemas.openxmlformats.org/officeDocument/2006/relationships/image" Target="../media/image195.png"/><Relationship Id="rId3" Type="http://schemas.openxmlformats.org/officeDocument/2006/relationships/image" Target="../media/image185.png"/><Relationship Id="rId7" Type="http://schemas.openxmlformats.org/officeDocument/2006/relationships/image" Target="../media/image189.png"/><Relationship Id="rId12" Type="http://schemas.openxmlformats.org/officeDocument/2006/relationships/image" Target="../media/image194.png"/><Relationship Id="rId17" Type="http://schemas.openxmlformats.org/officeDocument/2006/relationships/image" Target="../media/image199.png"/><Relationship Id="rId2" Type="http://schemas.openxmlformats.org/officeDocument/2006/relationships/notesSlide" Target="../notesSlides/notesSlide9.xml"/><Relationship Id="rId16" Type="http://schemas.openxmlformats.org/officeDocument/2006/relationships/image" Target="../media/image198.png"/><Relationship Id="rId1" Type="http://schemas.openxmlformats.org/officeDocument/2006/relationships/slideLayout" Target="../slideLayouts/slideLayout3.xml"/><Relationship Id="rId6" Type="http://schemas.openxmlformats.org/officeDocument/2006/relationships/image" Target="../media/image188.png"/><Relationship Id="rId11" Type="http://schemas.openxmlformats.org/officeDocument/2006/relationships/image" Target="../media/image193.png"/><Relationship Id="rId5" Type="http://schemas.openxmlformats.org/officeDocument/2006/relationships/image" Target="../media/image187.png"/><Relationship Id="rId15" Type="http://schemas.openxmlformats.org/officeDocument/2006/relationships/image" Target="../media/image197.png"/><Relationship Id="rId10" Type="http://schemas.openxmlformats.org/officeDocument/2006/relationships/image" Target="../media/image192.png"/><Relationship Id="rId4" Type="http://schemas.openxmlformats.org/officeDocument/2006/relationships/image" Target="../media/image186.png"/><Relationship Id="rId9" Type="http://schemas.openxmlformats.org/officeDocument/2006/relationships/image" Target="../media/image191.png"/><Relationship Id="rId14" Type="http://schemas.openxmlformats.org/officeDocument/2006/relationships/image" Target="../media/image196.png"/></Relationships>
</file>

<file path=ppt/slides/_rels/slide1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Review plurals</a:t>
            </a:r>
            <a:endParaRPr sz="3000"/>
          </a:p>
        </p:txBody>
      </p:sp>
      <p:sp>
        <p:nvSpPr>
          <p:cNvPr id="710" name="Google Shape;710;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711" name="Google Shape;711;p1"/>
          <p:cNvGraphicFramePr/>
          <p:nvPr/>
        </p:nvGraphicFramePr>
        <p:xfrm>
          <a:off x="4844200" y="1891197"/>
          <a:ext cx="3785000" cy="1678950"/>
        </p:xfrm>
        <a:graphic>
          <a:graphicData uri="http://schemas.openxmlformats.org/drawingml/2006/table">
            <a:tbl>
              <a:tblPr firstRow="1" bandRow="1">
                <a:noFill/>
                <a:tableStyleId>{9701198F-B70D-454F-8C3B-2990037391A2}</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FFFFFF"/>
                          </a:solidFill>
                          <a:latin typeface="Jost"/>
                          <a:ea typeface="Jost"/>
                          <a:cs typeface="Jost"/>
                          <a:sym typeface="Jost"/>
                        </a:rPr>
                        <a:t>-s and -es</a:t>
                      </a:r>
                      <a:endParaRPr sz="20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-ing</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-ed</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-er</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712" name="Google Shape;712;p1"/>
          <p:cNvSpPr txBox="1"/>
          <p:nvPr/>
        </p:nvSpPr>
        <p:spPr>
          <a:xfrm>
            <a:off x="884092" y="3296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5</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Review plurals.</a:t>
            </a:r>
            <a:endParaRPr/>
          </a:p>
        </p:txBody>
      </p:sp>
      <p:sp>
        <p:nvSpPr>
          <p:cNvPr id="719" name="Google Shape;719;g2bee4f4af4b_0_204"/>
          <p:cNvSpPr txBox="1">
            <a:spLocks noGrp="1"/>
          </p:cNvSpPr>
          <p:nvPr>
            <p:ph type="body" idx="2"/>
          </p:nvPr>
        </p:nvSpPr>
        <p:spPr>
          <a:xfrm>
            <a:off x="3649025" y="2240850"/>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6" name="Google Shape;726;g26b641b03cd_0_165"/>
          <p:cNvGrpSpPr/>
          <p:nvPr/>
        </p:nvGrpSpPr>
        <p:grpSpPr>
          <a:xfrm>
            <a:off x="930400" y="2053244"/>
            <a:ext cx="7283200" cy="3724851"/>
            <a:chOff x="930400" y="2129444"/>
            <a:chExt cx="7283200" cy="3724851"/>
          </a:xfrm>
        </p:grpSpPr>
        <p:pic>
          <p:nvPicPr>
            <p:cNvPr id="727" name="Google Shape;72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6" name="Google Shape;756;g26b7edf6e71_0_26"/>
          <p:cNvGrpSpPr/>
          <p:nvPr/>
        </p:nvGrpSpPr>
        <p:grpSpPr>
          <a:xfrm>
            <a:off x="930400" y="2053250"/>
            <a:ext cx="7283201" cy="2971674"/>
            <a:chOff x="930400" y="2129450"/>
            <a:chExt cx="7283201" cy="2971674"/>
          </a:xfrm>
        </p:grpSpPr>
        <p:pic>
          <p:nvPicPr>
            <p:cNvPr id="757" name="Google Shape;757;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9" name="Google Shape;759;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60" name="Google Shape;760;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2" name="Google Shape;762;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4" name="Google Shape;764;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5" name="Google Shape;765;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6" name="Google Shape;766;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7" name="Google Shape;767;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8" name="Google Shape;768;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9" name="Google Shape;769;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0" name="Google Shape;770;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71" name="Google Shape;771;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2" name="Google Shape;772;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3" name="Google Shape;773;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84" name="Google Shape;784;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2" name="Google Shape;792;g2c298da1f27_0_417"/>
          <p:cNvGrpSpPr/>
          <p:nvPr/>
        </p:nvGrpSpPr>
        <p:grpSpPr>
          <a:xfrm>
            <a:off x="930400" y="2053250"/>
            <a:ext cx="7283201" cy="2971674"/>
            <a:chOff x="930400" y="2053250"/>
            <a:chExt cx="7283201" cy="2971674"/>
          </a:xfrm>
        </p:grpSpPr>
        <p:pic>
          <p:nvPicPr>
            <p:cNvPr id="793" name="Google Shape;793;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94" name="Google Shape;794;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95" name="Google Shape;795;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96" name="Google Shape;796;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98" name="Google Shape;798;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99" name="Google Shape;799;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800" name="Google Shape;800;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801" name="Google Shape;801;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2" name="Google Shape;802;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3" name="Google Shape;803;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804" name="Google Shape;804;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05" name="Google Shape;805;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6" name="Google Shape;806;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7" name="Google Shape;807;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8" name="Google Shape;808;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9" name="Google Shape;809;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10" name="Google Shape;810;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1" name="Google Shape;811;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2" name="Google Shape;812;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13" name="Google Shape;813;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14" name="Google Shape;814;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5" name="Google Shape;815;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16" name="Google Shape;816;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7" name="Google Shape;817;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18" name="Google Shape;818;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9" name="Google Shape;819;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20" name="Google Shape;820;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21" name="Google Shape;821;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22" name="Google Shape;822;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23" name="Google Shape;823;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24" name="Google Shape;824;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25" name="Google Shape;825;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6" name="Google Shape;826;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27" name="Google Shape;827;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28" name="Google Shape;828;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9" name="Google Shape;829;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30" name="Google Shape;830;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31" name="Google Shape;831;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32" name="Google Shape;832;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33" name="Google Shape;833;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40" name="Google Shape;840;g2cdbdd49f8e_0_0"/>
          <p:cNvGrpSpPr/>
          <p:nvPr/>
        </p:nvGrpSpPr>
        <p:grpSpPr>
          <a:xfrm>
            <a:off x="855905" y="2053250"/>
            <a:ext cx="7272577" cy="3316697"/>
            <a:chOff x="855905" y="2053250"/>
            <a:chExt cx="7272577" cy="3316697"/>
          </a:xfrm>
        </p:grpSpPr>
        <p:pic>
          <p:nvPicPr>
            <p:cNvPr id="841" name="Google Shape;841;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842" name="Google Shape;842;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843" name="Google Shape;843;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844" name="Google Shape;844;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845" name="Google Shape;845;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846" name="Google Shape;846;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847" name="Google Shape;847;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848" name="Google Shape;848;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849" name="Google Shape;849;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850" name="Google Shape;850;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851" name="Google Shape;851;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852" name="Google Shape;852;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853" name="Google Shape;853;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854" name="Google Shape;854;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855" name="Google Shape;855;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856" name="Google Shape;856;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57" name="Google Shape;857;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58" name="Google Shape;858;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59" name="Google Shape;859;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60" name="Google Shape;860;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61" name="Google Shape;861;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62" name="Google Shape;862;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63" name="Google Shape;863;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64" name="Google Shape;864;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65" name="Google Shape;865;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66" name="Google Shape;866;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67" name="Google Shape;867;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68" name="Google Shape;868;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69" name="Google Shape;869;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70" name="Google Shape;870;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71" name="Google Shape;871;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72" name="Google Shape;872;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73" name="Google Shape;873;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74" name="Google Shape;874;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75" name="Google Shape;875;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76" name="Google Shape;876;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77" name="Google Shape;877;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78" name="Google Shape;878;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79" name="Google Shape;879;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80" name="Google Shape;880;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81" name="Google Shape;881;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82" name="Google Shape;882;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83" name="Google Shape;883;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84" name="Google Shape;884;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85" name="Google Shape;885;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74b7ea0376_0_0"/>
          <p:cNvSpPr txBox="1"/>
          <p:nvPr/>
        </p:nvSpPr>
        <p:spPr>
          <a:xfrm>
            <a:off x="880450" y="582900"/>
            <a:ext cx="73833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2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br>
              <a:rPr lang="en-US" sz="2400" b="0" i="0" u="none" strike="noStrike" cap="none">
                <a:solidFill>
                  <a:srgbClr val="000000"/>
                </a:solidFill>
                <a:latin typeface="Poppins"/>
                <a:ea typeface="Poppins"/>
                <a:cs typeface="Poppins"/>
                <a:sym typeface="Poppins"/>
              </a:rPr>
            </a:br>
            <a:r>
              <a:rPr lang="en-US" sz="2400">
                <a:solidFill>
                  <a:srgbClr val="2356AF"/>
                </a:solidFill>
                <a:latin typeface="Poppins"/>
                <a:ea typeface="Poppins"/>
                <a:cs typeface="Poppins"/>
                <a:sym typeface="Poppins"/>
              </a:rPr>
              <a:t>as I is no go to into the put his has of pull full</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92" name="Google Shape;892;g274b7ea0376_0_0"/>
          <p:cNvGrpSpPr/>
          <p:nvPr/>
        </p:nvGrpSpPr>
        <p:grpSpPr>
          <a:xfrm>
            <a:off x="930596" y="2135925"/>
            <a:ext cx="7282807" cy="2686611"/>
            <a:chOff x="867357" y="2129450"/>
            <a:chExt cx="7282807" cy="2686611"/>
          </a:xfrm>
        </p:grpSpPr>
        <p:pic>
          <p:nvPicPr>
            <p:cNvPr id="893" name="Google Shape;893;g274b7ea0376_0_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4" name="Google Shape;894;g274b7ea0376_0_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5" name="Google Shape;895;g274b7ea0376_0_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6" name="Google Shape;896;g274b7ea0376_0_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97" name="Google Shape;897;g274b7ea0376_0_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98" name="Google Shape;898;g274b7ea0376_0_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9" name="Google Shape;899;g274b7ea0376_0_0"/>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0" name="Google Shape;900;g274b7ea0376_0_0"/>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901" name="Google Shape;901;g274b7ea0376_0_0"/>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2" name="Google Shape;902;g274b7ea0376_0_0"/>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3" name="Google Shape;903;g274b7ea0376_0_0"/>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904" name="Google Shape;904;g274b7ea0376_0_0"/>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905" name="Google Shape;905;g274b7ea0376_0_0"/>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906" name="Google Shape;906;g274b7ea0376_0_0"/>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g274b7ea0376_0_29"/>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3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r>
              <a:rPr lang="en-US" sz="2400">
                <a:solidFill>
                  <a:srgbClr val="2356AF"/>
                </a:solidFill>
                <a:latin typeface="Poppins"/>
                <a:ea typeface="Poppins"/>
                <a:cs typeface="Poppins"/>
                <a:sym typeface="Poppins"/>
              </a:rPr>
              <a:t>push they me we be he she my by looked you are there here were all sure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913" name="Google Shape;913;g274b7ea0376_0_29"/>
          <p:cNvGrpSpPr/>
          <p:nvPr/>
        </p:nvGrpSpPr>
        <p:grpSpPr>
          <a:xfrm>
            <a:off x="931068" y="2117592"/>
            <a:ext cx="7281864" cy="2684601"/>
            <a:chOff x="868300" y="2129450"/>
            <a:chExt cx="7281864" cy="2684601"/>
          </a:xfrm>
        </p:grpSpPr>
        <p:pic>
          <p:nvPicPr>
            <p:cNvPr id="914" name="Google Shape;914;g274b7ea0376_0_29"/>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915" name="Google Shape;915;g274b7ea0376_0_29"/>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916" name="Google Shape;916;g274b7ea0376_0_29"/>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917" name="Google Shape;917;g274b7ea0376_0_29"/>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918" name="Google Shape;918;g274b7ea0376_0_29"/>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919" name="Google Shape;919;g274b7ea0376_0_29"/>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20" name="Google Shape;920;g274b7ea0376_0_29"/>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21" name="Google Shape;921;g274b7ea0376_0_29"/>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22" name="Google Shape;922;g274b7ea0376_0_29"/>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23" name="Google Shape;923;g274b7ea0376_0_29"/>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24" name="Google Shape;924;g274b7ea0376_0_29"/>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25" name="Google Shape;925;g274b7ea0376_0_29"/>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26" name="Google Shape;926;g274b7ea0376_0_29"/>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27" name="Google Shape;927;g274b7ea0376_0_29"/>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28" name="Google Shape;928;g274b7ea0376_0_29"/>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29" name="Google Shape;929;g274b7ea0376_0_29"/>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30" name="Google Shape;930;g274b7ea0376_0_29"/>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31" name="Google Shape;931;g274b7ea0376_0_29"/>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32" name="Google Shape;932;g274b7ea0376_0_29"/>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33" name="Google Shape;933;g274b7ea0376_0_29"/>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34" name="Google Shape;934;g274b7ea0376_0_29"/>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35" name="Google Shape;935;g274b7ea0376_0_29"/>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36" name="Google Shape;936;g274b7ea0376_0_29"/>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37" name="Google Shape;937;g274b7ea0376_0_29"/>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38" name="Google Shape;938;g274b7ea0376_0_29"/>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39" name="Google Shape;939;g274b7ea0376_0_29"/>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40" name="Google Shape;940;g274b7ea0376_0_29"/>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41" name="Google Shape;941;g274b7ea0376_0_29"/>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Wordss </a:t>
            </a:r>
            <a:r>
              <a:rPr lang="en-US">
                <a:solidFill>
                  <a:srgbClr val="2356AF"/>
                </a:solidFill>
              </a:rPr>
              <a:t>today house mouse hour because Mr Mrs Ms where should could would move use want</a:t>
            </a:r>
            <a:r>
              <a:rPr lang="en-US"/>
              <a:t>.</a:t>
            </a:r>
            <a:endParaRPr/>
          </a:p>
        </p:txBody>
      </p:sp>
      <p:grpSp>
        <p:nvGrpSpPr>
          <p:cNvPr id="948" name="Google Shape;948;g2c298da1f27_1_0"/>
          <p:cNvGrpSpPr/>
          <p:nvPr/>
        </p:nvGrpSpPr>
        <p:grpSpPr>
          <a:xfrm>
            <a:off x="931068" y="2129450"/>
            <a:ext cx="7281864" cy="2688001"/>
            <a:chOff x="868300" y="2129450"/>
            <a:chExt cx="7281864" cy="2688001"/>
          </a:xfrm>
        </p:grpSpPr>
        <p:pic>
          <p:nvPicPr>
            <p:cNvPr id="949" name="Google Shape;949;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50" name="Google Shape;950;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51" name="Google Shape;951;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52" name="Google Shape;952;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53" name="Google Shape;953;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54" name="Google Shape;954;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55" name="Google Shape;955;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56" name="Google Shape;956;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57" name="Google Shape;957;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58" name="Google Shape;958;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59" name="Google Shape;959;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60" name="Google Shape;960;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61" name="Google Shape;961;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62" name="Google Shape;962;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63" name="Google Shape;963;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pic>
        <p:nvPicPr>
          <p:cNvPr id="969" name="Google Shape;969;g274b7ea0376_0_64"/>
          <p:cNvPicPr preferRelativeResize="0"/>
          <p:nvPr/>
        </p:nvPicPr>
        <p:blipFill rotWithShape="1">
          <a:blip r:embed="rId3">
            <a:alphaModFix/>
          </a:blip>
          <a:srcRect/>
          <a:stretch/>
        </p:blipFill>
        <p:spPr>
          <a:xfrm>
            <a:off x="771450" y="2841951"/>
            <a:ext cx="7601099" cy="2007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pic>
        <p:nvPicPr>
          <p:cNvPr id="975" name="Google Shape;975;g274b7ea0376_0_260"/>
          <p:cNvPicPr preferRelativeResize="0"/>
          <p:nvPr/>
        </p:nvPicPr>
        <p:blipFill rotWithShape="1">
          <a:blip r:embed="rId3">
            <a:alphaModFix/>
          </a:blip>
          <a:srcRect b="52284"/>
          <a:stretch/>
        </p:blipFill>
        <p:spPr>
          <a:xfrm>
            <a:off x="905725" y="1954691"/>
            <a:ext cx="3693557" cy="2250329"/>
          </a:xfrm>
          <a:prstGeom prst="rect">
            <a:avLst/>
          </a:prstGeom>
          <a:noFill/>
          <a:ln>
            <a:noFill/>
          </a:ln>
        </p:spPr>
      </p:pic>
      <p:pic>
        <p:nvPicPr>
          <p:cNvPr id="976" name="Google Shape;976;g274b7ea0376_0_260"/>
          <p:cNvPicPr preferRelativeResize="0"/>
          <p:nvPr/>
        </p:nvPicPr>
        <p:blipFill rotWithShape="1">
          <a:blip r:embed="rId3">
            <a:alphaModFix/>
          </a:blip>
          <a:srcRect t="47715"/>
          <a:stretch/>
        </p:blipFill>
        <p:spPr>
          <a:xfrm>
            <a:off x="4729867" y="1876600"/>
            <a:ext cx="3693557" cy="24659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144</Words>
  <Application>Microsoft Office PowerPoint</Application>
  <PresentationFormat>On-screen Show (4:3)</PresentationFormat>
  <Paragraphs>27</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Poppins Medium</vt:lpstr>
      <vt:lpstr>Calibri</vt:lpstr>
      <vt:lpstr>Poppins</vt:lpstr>
      <vt:lpstr>Jost</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PowerPoint Presentation</vt:lpstr>
      <vt:lpstr>PowerPoint Presentation</vt:lpstr>
      <vt:lpstr>Review Phase 5 Common Exception Wordss today house mouse hour because Mr Mrs Ms where should could would move use want.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2026-06-03T01:23:45Z</dcterms:modified>
</cp:coreProperties>
</file>