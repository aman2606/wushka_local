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embeddedFontLst>
    <p:embeddedFont>
      <p:font typeface="Helvetica Neue" panose="020B0604020202020204" charset="0"/>
      <p:regular r:id="rId18"/>
      <p:bold r:id="rId19"/>
      <p:italic r:id="rId20"/>
      <p:boldItalic r:id="rId21"/>
    </p:embeddedFont>
    <p:embeddedFont>
      <p:font typeface="Jost" panose="020B0604020202020204" charset="0"/>
      <p:regular r:id="rId22"/>
      <p:bold r:id="rId23"/>
      <p:italic r:id="rId24"/>
      <p:boldItalic r:id="rId25"/>
    </p:embeddedFont>
    <p:embeddedFont>
      <p:font typeface="Mulish"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jjjqcqBWehuCo5rKK7h+bIyX1D+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8A7CE5A-9291-44BF-B7AB-C0A90AE53633}">
  <a:tblStyle styleId="{78A7CE5A-9291-44BF-B7AB-C0A90AE53633}"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font" Target="fonts/font22.fntdata"/><Relationship Id="rId21" Type="http://schemas.openxmlformats.org/officeDocument/2006/relationships/font" Target="fonts/font4.fntdata"/><Relationship Id="rId34" Type="http://schemas.openxmlformats.org/officeDocument/2006/relationships/font" Target="fonts/font17.fntdata"/><Relationship Id="rId42" Type="http://schemas.openxmlformats.org/officeDocument/2006/relationships/font" Target="fonts/font25.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font" Target="fonts/font20.fntdata"/><Relationship Id="rId40" Type="http://schemas.openxmlformats.org/officeDocument/2006/relationships/font" Target="fonts/font23.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font" Target="fonts/font19.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43" Type="http://schemas.openxmlformats.org/officeDocument/2006/relationships/font" Target="fonts/font26.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font" Target="fonts/font21.fntdata"/><Relationship Id="rId20" Type="http://schemas.openxmlformats.org/officeDocument/2006/relationships/font" Target="fonts/font3.fntdata"/><Relationship Id="rId41" Type="http://schemas.openxmlformats.org/officeDocument/2006/relationships/font" Target="fonts/font24.fntdata"/><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5" name="Google Shape;73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6" name="Google Shape;776;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7" name="Google Shape;777;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2" name="Google Shape;802;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3" name="Google Shape;803;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2" name="Google Shape;832;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3" name="Google Shape;833;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7" name="Google Shape;867;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8" name="Google Shape;868;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1f819e611e3_0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8" name="Google Shape;888;g1f819e611e3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9" name="Google Shape;889;g1f819e611e3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2d180be752d_0_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3" name="Google Shape;923;g2d180be752d_0_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4" name="Google Shape;924;g2d180be752d_0_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0"/>
        <p:cNvGrpSpPr/>
        <p:nvPr/>
      </p:nvGrpSpPr>
      <p:grpSpPr>
        <a:xfrm>
          <a:off x="0" y="0"/>
          <a:ext cx="0" cy="0"/>
          <a:chOff x="0" y="0"/>
          <a:chExt cx="0" cy="0"/>
        </a:xfrm>
      </p:grpSpPr>
      <p:sp>
        <p:nvSpPr>
          <p:cNvPr id="931" name="Google Shape;931;g2d180be752d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2" name="Google Shape;932;g2d180be752d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3" name="Google Shape;933;g2d180be752d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p:cNvGrpSpPr/>
        <p:nvPr/>
      </p:nvGrpSpPr>
      <p:grpSpPr>
        <a:xfrm>
          <a:off x="0" y="0"/>
          <a:ext cx="0" cy="0"/>
          <a:chOff x="0" y="0"/>
          <a:chExt cx="0" cy="0"/>
        </a:xfrm>
      </p:grpSpPr>
      <p:sp>
        <p:nvSpPr>
          <p:cNvPr id="940" name="Google Shape;940;g2d180be752d_0_1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1" name="Google Shape;941;g2d180be752d_0_1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2" name="Google Shape;942;g2d180be752d_0_1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g2d067c62542_0_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2" name="Google Shape;952;g2d067c62542_0_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3" name="Google Shape;953;g2d067c62542_0_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g2d067c62542_0_9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7" name="Google Shape;977;g2d067c62542_0_9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8" name="Google Shape;978;g2d067c62542_0_9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
        <p:cNvGrpSpPr/>
        <p:nvPr/>
      </p:nvGrpSpPr>
      <p:grpSpPr>
        <a:xfrm>
          <a:off x="0" y="0"/>
          <a:ext cx="0" cy="0"/>
          <a:chOff x="0" y="0"/>
          <a:chExt cx="0" cy="0"/>
        </a:xfrm>
      </p:grpSpPr>
      <p:sp>
        <p:nvSpPr>
          <p:cNvPr id="1001" name="Google Shape;1001;g2d067c62542_0_9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2" name="Google Shape;1002;g2d067c62542_0_9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3" name="Google Shape;1003;g2d067c62542_0_9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p:cNvGrpSpPr/>
        <p:nvPr/>
      </p:nvGrpSpPr>
      <p:grpSpPr>
        <a:xfrm>
          <a:off x="0" y="0"/>
          <a:ext cx="0" cy="0"/>
          <a:chOff x="0" y="0"/>
          <a:chExt cx="0" cy="0"/>
        </a:xfrm>
      </p:grpSpPr>
      <p:sp>
        <p:nvSpPr>
          <p:cNvPr id="1022" name="Google Shape;1022;g2d067c62542_0_99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3" name="Google Shape;1023;g2d067c62542_0_99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4" name="Google Shape;1024;g2d067c62542_0_99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g2d067c62542_0_13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4" name="Google Shape;1044;g2d067c62542_0_1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5" name="Google Shape;1045;g2d067c62542_0_1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2"/>
        <p:cNvGrpSpPr/>
        <p:nvPr/>
      </p:nvGrpSpPr>
      <p:grpSpPr>
        <a:xfrm>
          <a:off x="0" y="0"/>
          <a:ext cx="0" cy="0"/>
          <a:chOff x="0" y="0"/>
          <a:chExt cx="0" cy="0"/>
        </a:xfrm>
      </p:grpSpPr>
      <p:sp>
        <p:nvSpPr>
          <p:cNvPr id="1083" name="Google Shape;1083;g2d180be752d_0_43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4" name="Google Shape;1084;g2d180be752d_0_4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5" name="Google Shape;1085;g2d180be752d_0_4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9351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140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352566"/>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Review Content 1">
  <p:cSld name="Alien Word of the Day_2_1_1_2">
    <p:spTree>
      <p:nvGrpSpPr>
        <p:cNvPr id="1" name="Shape 103"/>
        <p:cNvGrpSpPr/>
        <p:nvPr/>
      </p:nvGrpSpPr>
      <p:grpSpPr>
        <a:xfrm>
          <a:off x="0" y="0"/>
          <a:ext cx="0" cy="0"/>
          <a:chOff x="0" y="0"/>
          <a:chExt cx="0" cy="0"/>
        </a:xfrm>
      </p:grpSpPr>
      <p:sp>
        <p:nvSpPr>
          <p:cNvPr id="104" name="Google Shape;104;g1f819e611e3_0_748"/>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g1f819e611e3_0_74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106" name="Google Shape;106;g1f819e611e3_0_748"/>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107" name="Google Shape;107;g1f819e611e3_0_748"/>
          <p:cNvGrpSpPr/>
          <p:nvPr/>
        </p:nvGrpSpPr>
        <p:grpSpPr>
          <a:xfrm>
            <a:off x="357775" y="5983875"/>
            <a:ext cx="586800" cy="571500"/>
            <a:chOff x="662575" y="6212475"/>
            <a:chExt cx="586800" cy="571500"/>
          </a:xfrm>
        </p:grpSpPr>
        <p:sp>
          <p:nvSpPr>
            <p:cNvPr id="108" name="Google Shape;108;g1f819e611e3_0_74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1f819e611e3_0_74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1f819e611e3_0_74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1" name="Google Shape;111;g1f819e611e3_0_748"/>
          <p:cNvGrpSpPr/>
          <p:nvPr/>
        </p:nvGrpSpPr>
        <p:grpSpPr>
          <a:xfrm>
            <a:off x="8199150" y="5983875"/>
            <a:ext cx="586800" cy="571500"/>
            <a:chOff x="7894350" y="6212475"/>
            <a:chExt cx="586800" cy="571500"/>
          </a:xfrm>
        </p:grpSpPr>
        <p:sp>
          <p:nvSpPr>
            <p:cNvPr id="112" name="Google Shape;112;g1f819e611e3_0_74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1f819e611e3_0_74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 name="Google Shape;114;g1f819e611e3_0_74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5" name="Google Shape;115;g1f819e611e3_0_748"/>
          <p:cNvGrpSpPr/>
          <p:nvPr/>
        </p:nvGrpSpPr>
        <p:grpSpPr>
          <a:xfrm>
            <a:off x="-36800" y="-52000"/>
            <a:ext cx="9236100" cy="543750"/>
            <a:chOff x="-36800" y="-52000"/>
            <a:chExt cx="9236100" cy="543750"/>
          </a:xfrm>
        </p:grpSpPr>
        <p:sp>
          <p:nvSpPr>
            <p:cNvPr id="116" name="Google Shape;116;g1f819e611e3_0_748"/>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7" name="Google Shape;117;g1f819e611e3_0_748"/>
            <p:cNvGrpSpPr/>
            <p:nvPr/>
          </p:nvGrpSpPr>
          <p:grpSpPr>
            <a:xfrm>
              <a:off x="1900680" y="88250"/>
              <a:ext cx="1337400" cy="403500"/>
              <a:chOff x="565600" y="88250"/>
              <a:chExt cx="1337400" cy="403500"/>
            </a:xfrm>
          </p:grpSpPr>
          <p:sp>
            <p:nvSpPr>
              <p:cNvPr id="118" name="Google Shape;118;g1f819e611e3_0_748"/>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19" name="Google Shape;119;g1f819e611e3_0_748"/>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20" name="Google Shape;120;g1f819e611e3_0_748"/>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21" name="Google Shape;121;g1f819e611e3_0_748"/>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22" name="Google Shape;122;g1f819e611e3_0_748"/>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1f819e611e3_0_748"/>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24" name="Google Shape;124;g1f819e611e3_0_748"/>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1f819e611e3_0_748"/>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26" name="Google Shape;126;g1f819e611e3_0_748"/>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7" name="Google Shape;127;g1f819e611e3_0_748"/>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28" name="Google Shape;128;g1f819e611e3_0_748"/>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9" name="Google Shape;129;g1f819e611e3_0_748"/>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30" name="Google Shape;130;g1f819e611e3_0_748"/>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31"/>
        <p:cNvGrpSpPr/>
        <p:nvPr/>
      </p:nvGrpSpPr>
      <p:grpSpPr>
        <a:xfrm>
          <a:off x="0" y="0"/>
          <a:ext cx="0" cy="0"/>
          <a:chOff x="0" y="0"/>
          <a:chExt cx="0" cy="0"/>
        </a:xfrm>
      </p:grpSpPr>
      <p:sp>
        <p:nvSpPr>
          <p:cNvPr id="132" name="Google Shape;132;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3" name="Google Shape;133;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5" name="Google Shape;135;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65</a:t>
            </a:r>
            <a:endParaRPr sz="1800" b="0" i="0" u="none" strike="noStrike" cap="none">
              <a:solidFill>
                <a:srgbClr val="2F286F"/>
              </a:solidFill>
              <a:latin typeface="Poppins Medium"/>
              <a:ea typeface="Poppins Medium"/>
              <a:cs typeface="Poppins Medium"/>
              <a:sym typeface="Poppins Medium"/>
            </a:endParaRPr>
          </a:p>
        </p:txBody>
      </p:sp>
      <p:sp>
        <p:nvSpPr>
          <p:cNvPr id="136" name="Google Shape;136;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37" name="Google Shape;137;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38" name="Google Shape;138;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39" name="Google Shape;139;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40" name="Google Shape;140;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41" name="Google Shape;141;g26b641b03cd_0_33"/>
          <p:cNvGrpSpPr/>
          <p:nvPr/>
        </p:nvGrpSpPr>
        <p:grpSpPr>
          <a:xfrm>
            <a:off x="662575" y="6212475"/>
            <a:ext cx="586800" cy="571500"/>
            <a:chOff x="662575" y="6212475"/>
            <a:chExt cx="586800" cy="571500"/>
          </a:xfrm>
        </p:grpSpPr>
        <p:sp>
          <p:nvSpPr>
            <p:cNvPr id="142" name="Google Shape;142;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3" name="Google Shape;143;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4" name="Google Shape;144;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45" name="Google Shape;145;g26b641b03cd_0_33"/>
          <p:cNvGrpSpPr/>
          <p:nvPr/>
        </p:nvGrpSpPr>
        <p:grpSpPr>
          <a:xfrm>
            <a:off x="7894350" y="6212475"/>
            <a:ext cx="586800" cy="571500"/>
            <a:chOff x="7894350" y="6212475"/>
            <a:chExt cx="586800" cy="571500"/>
          </a:xfrm>
        </p:grpSpPr>
        <p:sp>
          <p:nvSpPr>
            <p:cNvPr id="146" name="Google Shape;146;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9" name="Google Shape;149;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52" name="Google Shape;152;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Poppins SemiBold"/>
                <a:ea typeface="Poppins SemiBold"/>
                <a:cs typeface="Poppins SemiBold"/>
                <a:sym typeface="Poppins SemiBold"/>
              </a:rPr>
              <a:t>Review Phase 3</a:t>
            </a:r>
            <a:endParaRPr sz="1800" b="0" i="0" u="none" strike="noStrike" cap="none">
              <a:solidFill>
                <a:srgbClr val="FFFFFF"/>
              </a:solidFill>
              <a:latin typeface="Poppins SemiBold"/>
              <a:ea typeface="Poppins SemiBold"/>
              <a:cs typeface="Poppins SemiBold"/>
              <a:sym typeface="Poppins SemiBold"/>
            </a:endParaRPr>
          </a:p>
        </p:txBody>
      </p:sp>
      <p:sp>
        <p:nvSpPr>
          <p:cNvPr id="153" name="Google Shape;153;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13 - Friday</a:t>
            </a:r>
            <a:endParaRPr sz="1800" b="0" i="0" u="none" strike="noStrike" cap="none">
              <a:solidFill>
                <a:srgbClr val="2F286F"/>
              </a:solidFill>
              <a:latin typeface="Poppins Medium"/>
              <a:ea typeface="Poppins Medium"/>
              <a:cs typeface="Poppins Medium"/>
              <a:sym typeface="Poppins Medium"/>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Independent Reading">
  <p:cSld name="End of Session_1_1_1">
    <p:spTree>
      <p:nvGrpSpPr>
        <p:cNvPr id="1" name="Shape 154"/>
        <p:cNvGrpSpPr/>
        <p:nvPr/>
      </p:nvGrpSpPr>
      <p:grpSpPr>
        <a:xfrm>
          <a:off x="0" y="0"/>
          <a:ext cx="0" cy="0"/>
          <a:chOff x="0" y="0"/>
          <a:chExt cx="0" cy="0"/>
        </a:xfrm>
      </p:grpSpPr>
      <p:sp>
        <p:nvSpPr>
          <p:cNvPr id="155" name="Google Shape;155;g2c6192223e2_0_804"/>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Independent Reading</a:t>
            </a:r>
            <a:endParaRPr sz="3200" b="0" i="0" u="none" strike="noStrike" cap="none">
              <a:solidFill>
                <a:srgbClr val="2F286F"/>
              </a:solidFill>
              <a:latin typeface="Poppins Medium"/>
              <a:ea typeface="Poppins Medium"/>
              <a:cs typeface="Poppins Medium"/>
              <a:sym typeface="Poppins Medium"/>
            </a:endParaRPr>
          </a:p>
        </p:txBody>
      </p:sp>
      <p:cxnSp>
        <p:nvCxnSpPr>
          <p:cNvPr id="156" name="Google Shape;156;g2c6192223e2_0_804"/>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57" name="Google Shape;157;g2c6192223e2_0_80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 name="Google Shape;158;g2c6192223e2_0_804"/>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chemeClr val="dk1"/>
                </a:solidFill>
                <a:latin typeface="Poppins"/>
                <a:ea typeface="Poppins"/>
                <a:cs typeface="Poppins"/>
                <a:sym typeface="Poppins"/>
              </a:rPr>
              <a:t>Children are given a decodable reader that covers letter sounds previously taught.</a:t>
            </a:r>
            <a:endParaRPr sz="1400" b="0" i="0" u="none" strike="noStrike" cap="none">
              <a:solidFill>
                <a:schemeClr val="dk1"/>
              </a:solidFill>
              <a:latin typeface="Poppins"/>
              <a:ea typeface="Poppins"/>
              <a:cs typeface="Poppins"/>
              <a:sym typeface="Poppins"/>
            </a:endParaRPr>
          </a:p>
        </p:txBody>
      </p:sp>
      <p:sp>
        <p:nvSpPr>
          <p:cNvPr id="159" name="Google Shape;159;g2c6192223e2_0_804"/>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2F286F"/>
                </a:solidFill>
                <a:latin typeface="Poppins Medium"/>
                <a:ea typeface="Poppins Medium"/>
                <a:cs typeface="Poppins Medium"/>
                <a:sym typeface="Poppins Medium"/>
              </a:rPr>
              <a:t>Decodable Readers</a:t>
            </a:r>
            <a:endParaRPr sz="1100" b="0" i="0" u="none" strike="noStrike" cap="none">
              <a:solidFill>
                <a:srgbClr val="2F286F"/>
              </a:solidFill>
              <a:latin typeface="Poppins Medium"/>
              <a:ea typeface="Poppins Medium"/>
              <a:cs typeface="Poppins Medium"/>
              <a:sym typeface="Poppins Medium"/>
            </a:endParaRPr>
          </a:p>
        </p:txBody>
      </p:sp>
      <p:grpSp>
        <p:nvGrpSpPr>
          <p:cNvPr id="161" name="Google Shape;161;g2c6192223e2_0_804"/>
          <p:cNvGrpSpPr/>
          <p:nvPr/>
        </p:nvGrpSpPr>
        <p:grpSpPr>
          <a:xfrm>
            <a:off x="8199150" y="5983875"/>
            <a:ext cx="586800" cy="571500"/>
            <a:chOff x="7894350" y="6212475"/>
            <a:chExt cx="586800" cy="571500"/>
          </a:xfrm>
        </p:grpSpPr>
        <p:sp>
          <p:nvSpPr>
            <p:cNvPr id="162" name="Google Shape;162;g2c6192223e2_0_80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3" name="Google Shape;163;g2c6192223e2_0_80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4" name="Google Shape;164;g2c6192223e2_0_80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65" name="Google Shape;165;g2c6192223e2_0_804"/>
          <p:cNvGrpSpPr/>
          <p:nvPr/>
        </p:nvGrpSpPr>
        <p:grpSpPr>
          <a:xfrm>
            <a:off x="-36800" y="-52000"/>
            <a:ext cx="9236100" cy="543750"/>
            <a:chOff x="-36800" y="-52000"/>
            <a:chExt cx="9236100" cy="543750"/>
          </a:xfrm>
        </p:grpSpPr>
        <p:sp>
          <p:nvSpPr>
            <p:cNvPr id="166" name="Google Shape;166;g2c6192223e2_0_80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67" name="Google Shape;167;g2c6192223e2_0_804"/>
            <p:cNvGrpSpPr/>
            <p:nvPr/>
          </p:nvGrpSpPr>
          <p:grpSpPr>
            <a:xfrm>
              <a:off x="1900680" y="88250"/>
              <a:ext cx="1337400" cy="403500"/>
              <a:chOff x="565600" y="88250"/>
              <a:chExt cx="1337400" cy="403500"/>
            </a:xfrm>
          </p:grpSpPr>
          <p:sp>
            <p:nvSpPr>
              <p:cNvPr id="168" name="Google Shape;168;g2c6192223e2_0_80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69" name="Google Shape;169;g2c6192223e2_0_80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70" name="Google Shape;170;g2c6192223e2_0_80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71" name="Google Shape;171;g2c6192223e2_0_80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72" name="Google Shape;172;g2c6192223e2_0_80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3" name="Google Shape;173;g2c6192223e2_0_80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4" name="Google Shape;174;g2c6192223e2_0_80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5" name="Google Shape;175;g2c6192223e2_0_80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6" name="Google Shape;176;g2c6192223e2_0_80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7" name="Google Shape;177;g2c6192223e2_0_80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c6192223e2_0_80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c6192223e2_0_80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0" name="Google Shape;180;g2c6192223e2_0_80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215"/>
        <p:cNvGrpSpPr/>
        <p:nvPr/>
      </p:nvGrpSpPr>
      <p:grpSpPr>
        <a:xfrm>
          <a:off x="0" y="0"/>
          <a:ext cx="0" cy="0"/>
          <a:chOff x="0" y="0"/>
          <a:chExt cx="0" cy="0"/>
        </a:xfrm>
      </p:grpSpPr>
      <p:sp>
        <p:nvSpPr>
          <p:cNvPr id="216" name="Google Shape;216;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217" name="Google Shape;217;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218" name="Google Shape;218;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219" name="Google Shape;219;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 name="Google Shape;220;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221" name="Google Shape;221;g26b641b03cd_0_260"/>
          <p:cNvGrpSpPr/>
          <p:nvPr/>
        </p:nvGrpSpPr>
        <p:grpSpPr>
          <a:xfrm>
            <a:off x="8199150" y="5983875"/>
            <a:ext cx="586800" cy="571500"/>
            <a:chOff x="7894350" y="6212475"/>
            <a:chExt cx="586800" cy="571500"/>
          </a:xfrm>
        </p:grpSpPr>
        <p:sp>
          <p:nvSpPr>
            <p:cNvPr id="222" name="Google Shape;222;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26" name="Google Shape;226;g26b641b03cd_0_260"/>
          <p:cNvGrpSpPr/>
          <p:nvPr/>
        </p:nvGrpSpPr>
        <p:grpSpPr>
          <a:xfrm>
            <a:off x="-36800" y="-52000"/>
            <a:ext cx="9236100" cy="543750"/>
            <a:chOff x="-36800" y="-52000"/>
            <a:chExt cx="9236100" cy="543750"/>
          </a:xfrm>
        </p:grpSpPr>
        <p:sp>
          <p:nvSpPr>
            <p:cNvPr id="227" name="Google Shape;227;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28" name="Google Shape;228;g26b641b03cd_0_260"/>
            <p:cNvGrpSpPr/>
            <p:nvPr/>
          </p:nvGrpSpPr>
          <p:grpSpPr>
            <a:xfrm>
              <a:off x="1900680" y="88250"/>
              <a:ext cx="1337400" cy="403500"/>
              <a:chOff x="565600" y="88250"/>
              <a:chExt cx="1337400" cy="403500"/>
            </a:xfrm>
          </p:grpSpPr>
          <p:sp>
            <p:nvSpPr>
              <p:cNvPr id="229" name="Google Shape;229;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30" name="Google Shape;230;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231" name="Google Shape;231;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232" name="Google Shape;232;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233" name="Google Shape;233;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35" name="Google Shape;235;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37" name="Google Shape;237;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39" name="Google Shape;239;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41" name="Google Shape;241;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42"/>
        <p:cNvGrpSpPr/>
        <p:nvPr/>
      </p:nvGrpSpPr>
      <p:grpSpPr>
        <a:xfrm>
          <a:off x="0" y="0"/>
          <a:ext cx="0" cy="0"/>
          <a:chOff x="0" y="0"/>
          <a:chExt cx="0" cy="0"/>
        </a:xfrm>
      </p:grpSpPr>
      <p:sp>
        <p:nvSpPr>
          <p:cNvPr id="243" name="Google Shape;243;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46" name="Google Shape;246;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7" name="Google Shape;247;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48" name="Google Shape;248;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2" name="Google Shape;252;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3" name="Google Shape;253;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4" name="Google Shape;254;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5" name="Google Shape;255;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56" name="Google Shape;256;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57" name="Google Shape;257;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58" name="Google Shape;258;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9" name="Google Shape;259;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0" name="Google Shape;260;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1" name="Google Shape;261;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2" name="Google Shape;262;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3" name="Google Shape;263;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4" name="Google Shape;264;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65" name="Google Shape;265;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66" name="Google Shape;266;g2c235dd0dad_1_87"/>
          <p:cNvGrpSpPr/>
          <p:nvPr/>
        </p:nvGrpSpPr>
        <p:grpSpPr>
          <a:xfrm>
            <a:off x="662575" y="6212475"/>
            <a:ext cx="586800" cy="571500"/>
            <a:chOff x="662575" y="6212475"/>
            <a:chExt cx="586800" cy="571500"/>
          </a:xfrm>
        </p:grpSpPr>
        <p:sp>
          <p:nvSpPr>
            <p:cNvPr id="267" name="Google Shape;267;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0" name="Google Shape;270;g2c235dd0dad_1_87"/>
          <p:cNvGrpSpPr/>
          <p:nvPr/>
        </p:nvGrpSpPr>
        <p:grpSpPr>
          <a:xfrm>
            <a:off x="7894350" y="6212475"/>
            <a:ext cx="586800" cy="571500"/>
            <a:chOff x="7894350" y="6212475"/>
            <a:chExt cx="586800" cy="571500"/>
          </a:xfrm>
        </p:grpSpPr>
        <p:sp>
          <p:nvSpPr>
            <p:cNvPr id="271" name="Google Shape;271;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74"/>
        <p:cNvGrpSpPr/>
        <p:nvPr/>
      </p:nvGrpSpPr>
      <p:grpSpPr>
        <a:xfrm>
          <a:off x="0" y="0"/>
          <a:ext cx="0" cy="0"/>
          <a:chOff x="0" y="0"/>
          <a:chExt cx="0" cy="0"/>
        </a:xfrm>
      </p:grpSpPr>
      <p:sp>
        <p:nvSpPr>
          <p:cNvPr id="275" name="Google Shape;275;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6" name="Google Shape;276;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8" name="Google Shape;278;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79" name="Google Shape;279;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2" name="Google Shape;282;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83" name="Google Shape;28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4" name="Google Shape;284;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85" name="Google Shape;285;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86" name="Google Shape;286;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7" name="Google Shape;287;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8" name="Google Shape;28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89" name="Google Shape;28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90" name="Google Shape;29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91" name="Google Shape;29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92" name="Google Shape;29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93" name="Google Shape;29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94" name="Google Shape;29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95" name="Google Shape;29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96" name="Google Shape;29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97" name="Google Shape;297;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98" name="Google Shape;298;g1f3daf8a844_0_32"/>
          <p:cNvGrpSpPr/>
          <p:nvPr/>
        </p:nvGrpSpPr>
        <p:grpSpPr>
          <a:xfrm>
            <a:off x="662575" y="6212475"/>
            <a:ext cx="586800" cy="571500"/>
            <a:chOff x="662575" y="6212475"/>
            <a:chExt cx="586800" cy="571500"/>
          </a:xfrm>
        </p:grpSpPr>
        <p:sp>
          <p:nvSpPr>
            <p:cNvPr id="299" name="Google Shape;29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0" name="Google Shape;300;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02" name="Google Shape;302;g1f3daf8a844_0_32"/>
          <p:cNvGrpSpPr/>
          <p:nvPr/>
        </p:nvGrpSpPr>
        <p:grpSpPr>
          <a:xfrm>
            <a:off x="7894350" y="6212475"/>
            <a:ext cx="586800" cy="571500"/>
            <a:chOff x="7894350" y="6212475"/>
            <a:chExt cx="586800" cy="571500"/>
          </a:xfrm>
        </p:grpSpPr>
        <p:sp>
          <p:nvSpPr>
            <p:cNvPr id="303" name="Google Shape;30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4" name="Google Shape;304;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306"/>
        <p:cNvGrpSpPr/>
        <p:nvPr/>
      </p:nvGrpSpPr>
      <p:grpSpPr>
        <a:xfrm>
          <a:off x="0" y="0"/>
          <a:ext cx="0" cy="0"/>
          <a:chOff x="0" y="0"/>
          <a:chExt cx="0" cy="0"/>
        </a:xfrm>
      </p:grpSpPr>
      <p:sp>
        <p:nvSpPr>
          <p:cNvPr id="307" name="Google Shape;307;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8" name="Google Shape;308;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9" name="Google Shape;309;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0" name="Google Shape;310;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11" name="Google Shape;311;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4" name="Google Shape;314;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5" name="Google Shape;315;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16" name="Google Shape;316;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7" name="Google Shape;317;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8" name="Google Shape;31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9" name="Google Shape;31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320" name="Google Shape;320;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21" name="Google Shape;321;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22" name="Google Shape;322;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23" name="Google Shape;323;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4" name="Google Shape;324;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5" name="Google Shape;325;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6" name="Google Shape;326;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7" name="Google Shape;327;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8" name="Google Shape;328;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29" name="Google Shape;329;g2c157a2fb06_0_53"/>
          <p:cNvGrpSpPr/>
          <p:nvPr/>
        </p:nvGrpSpPr>
        <p:grpSpPr>
          <a:xfrm>
            <a:off x="1403031" y="6958923"/>
            <a:ext cx="6774848" cy="1291477"/>
            <a:chOff x="717231" y="7263723"/>
            <a:chExt cx="6774848" cy="1291477"/>
          </a:xfrm>
        </p:grpSpPr>
        <p:sp>
          <p:nvSpPr>
            <p:cNvPr id="330" name="Google Shape;330;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31" name="Google Shape;331;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32" name="Google Shape;332;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33" name="Google Shape;333;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34" name="Google Shape;334;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35" name="Google Shape;335;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36" name="Google Shape;336;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37" name="Google Shape;337;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38" name="Google Shape;338;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9" name="Google Shape;339;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0" name="Google Shape;340;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42" name="Google Shape;342;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43" name="Google Shape;343;g2c157a2fb06_0_53"/>
          <p:cNvGrpSpPr/>
          <p:nvPr/>
        </p:nvGrpSpPr>
        <p:grpSpPr>
          <a:xfrm>
            <a:off x="662575" y="6212475"/>
            <a:ext cx="586800" cy="571500"/>
            <a:chOff x="662575" y="6212475"/>
            <a:chExt cx="586800" cy="571500"/>
          </a:xfrm>
        </p:grpSpPr>
        <p:sp>
          <p:nvSpPr>
            <p:cNvPr id="344" name="Google Shape;344;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7" name="Google Shape;347;g2c157a2fb06_0_53"/>
          <p:cNvGrpSpPr/>
          <p:nvPr/>
        </p:nvGrpSpPr>
        <p:grpSpPr>
          <a:xfrm>
            <a:off x="7894350" y="6212475"/>
            <a:ext cx="586800" cy="571500"/>
            <a:chOff x="7894350" y="6212475"/>
            <a:chExt cx="586800" cy="571500"/>
          </a:xfrm>
        </p:grpSpPr>
        <p:sp>
          <p:nvSpPr>
            <p:cNvPr id="348" name="Google Shape;348;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51"/>
        <p:cNvGrpSpPr/>
        <p:nvPr/>
      </p:nvGrpSpPr>
      <p:grpSpPr>
        <a:xfrm>
          <a:off x="0" y="0"/>
          <a:ext cx="0" cy="0"/>
          <a:chOff x="0" y="0"/>
          <a:chExt cx="0" cy="0"/>
        </a:xfrm>
      </p:grpSpPr>
      <p:sp>
        <p:nvSpPr>
          <p:cNvPr id="352" name="Google Shape;352;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3" name="Google Shape;353;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5" name="Google Shape;355;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56" name="Google Shape;356;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7" name="Google Shape;357;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9" name="Google Shape;359;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60" name="Google Shape;360;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61" name="Google Shape;361;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65" name="Google Shape;365;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66" name="Google Shape;366;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7" name="Google Shape;367;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8" name="Google Shape;368;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9" name="Google Shape;369;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0" name="Google Shape;370;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1" name="Google Shape;371;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72" name="Google Shape;372;g2c157a2fb06_0_158"/>
          <p:cNvGrpSpPr/>
          <p:nvPr/>
        </p:nvGrpSpPr>
        <p:grpSpPr>
          <a:xfrm>
            <a:off x="662575" y="6212475"/>
            <a:ext cx="586800" cy="571500"/>
            <a:chOff x="662575" y="6212475"/>
            <a:chExt cx="586800" cy="571500"/>
          </a:xfrm>
        </p:grpSpPr>
        <p:sp>
          <p:nvSpPr>
            <p:cNvPr id="373" name="Google Shape;373;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6" name="Google Shape;376;g2c157a2fb06_0_158"/>
          <p:cNvGrpSpPr/>
          <p:nvPr/>
        </p:nvGrpSpPr>
        <p:grpSpPr>
          <a:xfrm>
            <a:off x="7894350" y="6212475"/>
            <a:ext cx="586800" cy="571500"/>
            <a:chOff x="7894350" y="6212475"/>
            <a:chExt cx="586800" cy="571500"/>
          </a:xfrm>
        </p:grpSpPr>
        <p:sp>
          <p:nvSpPr>
            <p:cNvPr id="377" name="Google Shape;377;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80"/>
        <p:cNvGrpSpPr/>
        <p:nvPr/>
      </p:nvGrpSpPr>
      <p:grpSpPr>
        <a:xfrm>
          <a:off x="0" y="0"/>
          <a:ext cx="0" cy="0"/>
          <a:chOff x="0" y="0"/>
          <a:chExt cx="0" cy="0"/>
        </a:xfrm>
      </p:grpSpPr>
      <p:sp>
        <p:nvSpPr>
          <p:cNvPr id="381" name="Google Shape;381;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4" name="Google Shape;384;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5" name="Google Shape;385;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9" name="Google Shape;389;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0" name="Google Shape;390;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1" name="Google Shape;391;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2" name="Google Shape;392;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93" name="Google Shape;393;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94" name="Google Shape;394;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95" name="Google Shape;395;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96" name="Google Shape;396;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97" name="Google Shape;397;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98" name="Google Shape;398;g2c157a2fb06_0_263"/>
          <p:cNvSpPr>
            <a:spLocks noGrp="1"/>
          </p:cNvSpPr>
          <p:nvPr>
            <p:ph type="pic" idx="8"/>
          </p:nvPr>
        </p:nvSpPr>
        <p:spPr>
          <a:xfrm>
            <a:off x="5086375" y="4412425"/>
            <a:ext cx="2668800" cy="1291500"/>
          </a:xfrm>
          <a:prstGeom prst="rect">
            <a:avLst/>
          </a:prstGeom>
          <a:noFill/>
          <a:ln>
            <a:noFill/>
          </a:ln>
        </p:spPr>
      </p:sp>
      <p:sp>
        <p:nvSpPr>
          <p:cNvPr id="399" name="Google Shape;399;g2c157a2fb06_0_263"/>
          <p:cNvSpPr>
            <a:spLocks noGrp="1"/>
          </p:cNvSpPr>
          <p:nvPr>
            <p:ph type="pic" idx="9"/>
          </p:nvPr>
        </p:nvSpPr>
        <p:spPr>
          <a:xfrm>
            <a:off x="5086375" y="797675"/>
            <a:ext cx="2668800" cy="1291500"/>
          </a:xfrm>
          <a:prstGeom prst="rect">
            <a:avLst/>
          </a:prstGeom>
          <a:noFill/>
          <a:ln>
            <a:noFill/>
          </a:ln>
        </p:spPr>
      </p:sp>
      <p:sp>
        <p:nvSpPr>
          <p:cNvPr id="400" name="Google Shape;400;g2c157a2fb06_0_263"/>
          <p:cNvSpPr>
            <a:spLocks noGrp="1"/>
          </p:cNvSpPr>
          <p:nvPr>
            <p:ph type="pic" idx="13"/>
          </p:nvPr>
        </p:nvSpPr>
        <p:spPr>
          <a:xfrm>
            <a:off x="5086375" y="2002592"/>
            <a:ext cx="2668800" cy="1291500"/>
          </a:xfrm>
          <a:prstGeom prst="rect">
            <a:avLst/>
          </a:prstGeom>
          <a:noFill/>
          <a:ln>
            <a:noFill/>
          </a:ln>
        </p:spPr>
      </p:sp>
      <p:sp>
        <p:nvSpPr>
          <p:cNvPr id="401" name="Google Shape;401;g2c157a2fb06_0_263"/>
          <p:cNvSpPr>
            <a:spLocks noGrp="1"/>
          </p:cNvSpPr>
          <p:nvPr>
            <p:ph type="pic" idx="14"/>
          </p:nvPr>
        </p:nvSpPr>
        <p:spPr>
          <a:xfrm>
            <a:off x="5086375" y="3207508"/>
            <a:ext cx="2668800" cy="1291500"/>
          </a:xfrm>
          <a:prstGeom prst="rect">
            <a:avLst/>
          </a:prstGeom>
          <a:noFill/>
          <a:ln>
            <a:noFill/>
          </a:ln>
        </p:spPr>
      </p:sp>
      <p:sp>
        <p:nvSpPr>
          <p:cNvPr id="402" name="Google Shape;402;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3" name="Google Shape;403;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4" name="Google Shape;404;g2c157a2fb06_0_263"/>
          <p:cNvGrpSpPr/>
          <p:nvPr/>
        </p:nvGrpSpPr>
        <p:grpSpPr>
          <a:xfrm>
            <a:off x="662575" y="6212475"/>
            <a:ext cx="586800" cy="571500"/>
            <a:chOff x="662575" y="6212475"/>
            <a:chExt cx="586800" cy="571500"/>
          </a:xfrm>
        </p:grpSpPr>
        <p:sp>
          <p:nvSpPr>
            <p:cNvPr id="405" name="Google Shape;405;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8" name="Google Shape;408;g2c157a2fb06_0_263"/>
          <p:cNvGrpSpPr/>
          <p:nvPr/>
        </p:nvGrpSpPr>
        <p:grpSpPr>
          <a:xfrm>
            <a:off x="7894350" y="6212475"/>
            <a:ext cx="586800" cy="571500"/>
            <a:chOff x="7894350" y="6212475"/>
            <a:chExt cx="586800" cy="571500"/>
          </a:xfrm>
        </p:grpSpPr>
        <p:sp>
          <p:nvSpPr>
            <p:cNvPr id="409" name="Google Shape;409;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412"/>
        <p:cNvGrpSpPr/>
        <p:nvPr/>
      </p:nvGrpSpPr>
      <p:grpSpPr>
        <a:xfrm>
          <a:off x="0" y="0"/>
          <a:ext cx="0" cy="0"/>
          <a:chOff x="0" y="0"/>
          <a:chExt cx="0" cy="0"/>
        </a:xfrm>
      </p:grpSpPr>
      <p:sp>
        <p:nvSpPr>
          <p:cNvPr id="413" name="Google Shape;413;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5" name="Google Shape;415;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6" name="Google Shape;416;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7" name="Google Shape;417;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9" name="Google Shape;419;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0" name="Google Shape;420;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1" name="Google Shape;421;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467"/>
          <p:cNvGrpSpPr/>
          <p:nvPr/>
        </p:nvGrpSpPr>
        <p:grpSpPr>
          <a:xfrm>
            <a:off x="662575" y="6212475"/>
            <a:ext cx="586800" cy="571500"/>
            <a:chOff x="662575" y="6212475"/>
            <a:chExt cx="586800" cy="571500"/>
          </a:xfrm>
        </p:grpSpPr>
        <p:sp>
          <p:nvSpPr>
            <p:cNvPr id="432" name="Google Shape;432;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467"/>
          <p:cNvGrpSpPr/>
          <p:nvPr/>
        </p:nvGrpSpPr>
        <p:grpSpPr>
          <a:xfrm>
            <a:off x="7894350" y="6212475"/>
            <a:ext cx="586800" cy="571500"/>
            <a:chOff x="7894350" y="6212475"/>
            <a:chExt cx="586800" cy="571500"/>
          </a:xfrm>
        </p:grpSpPr>
        <p:sp>
          <p:nvSpPr>
            <p:cNvPr id="436" name="Google Shape;436;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39"/>
        <p:cNvGrpSpPr/>
        <p:nvPr/>
      </p:nvGrpSpPr>
      <p:grpSpPr>
        <a:xfrm>
          <a:off x="0" y="0"/>
          <a:ext cx="0" cy="0"/>
          <a:chOff x="0" y="0"/>
          <a:chExt cx="0" cy="0"/>
        </a:xfrm>
      </p:grpSpPr>
      <p:sp>
        <p:nvSpPr>
          <p:cNvPr id="440" name="Google Shape;440;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9" name="Google Shape;449;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50" name="Google Shape;450;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1" name="Google Shape;451;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2" name="Google Shape;452;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3" name="Google Shape;45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4" name="Google Shape;45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55" name="Google Shape;455;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6" name="Google Shape;45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7" name="Google Shape;45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8" name="Google Shape;458;g2c157a2fb06_0_629"/>
          <p:cNvGrpSpPr/>
          <p:nvPr/>
        </p:nvGrpSpPr>
        <p:grpSpPr>
          <a:xfrm>
            <a:off x="662575" y="6212475"/>
            <a:ext cx="586800" cy="571500"/>
            <a:chOff x="662575" y="6212475"/>
            <a:chExt cx="586800" cy="571500"/>
          </a:xfrm>
        </p:grpSpPr>
        <p:sp>
          <p:nvSpPr>
            <p:cNvPr id="459" name="Google Shape;45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2" name="Google Shape;462;g2c157a2fb06_0_629"/>
          <p:cNvGrpSpPr/>
          <p:nvPr/>
        </p:nvGrpSpPr>
        <p:grpSpPr>
          <a:xfrm>
            <a:off x="7894350" y="6212475"/>
            <a:ext cx="586800" cy="571500"/>
            <a:chOff x="7894350" y="6212475"/>
            <a:chExt cx="586800" cy="571500"/>
          </a:xfrm>
        </p:grpSpPr>
        <p:sp>
          <p:nvSpPr>
            <p:cNvPr id="463" name="Google Shape;46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66"/>
        <p:cNvGrpSpPr/>
        <p:nvPr/>
      </p:nvGrpSpPr>
      <p:grpSpPr>
        <a:xfrm>
          <a:off x="0" y="0"/>
          <a:ext cx="0" cy="0"/>
          <a:chOff x="0" y="0"/>
          <a:chExt cx="0" cy="0"/>
        </a:xfrm>
      </p:grpSpPr>
      <p:sp>
        <p:nvSpPr>
          <p:cNvPr id="467" name="Google Shape;467;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0" name="Google Shape;470;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1" name="Google Shape;471;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4" name="Google Shape;474;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75" name="Google Shape;475;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6" name="Google Shape;476;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7" name="Google Shape;477;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8" name="Google Shape;478;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79" name="Google Shape;479;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83" name="Google Shape;483;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84" name="Google Shape;484;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5" name="Google Shape;485;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6" name="Google Shape;486;g2c157a2fb06_0_798"/>
          <p:cNvGrpSpPr/>
          <p:nvPr/>
        </p:nvGrpSpPr>
        <p:grpSpPr>
          <a:xfrm>
            <a:off x="662575" y="6212475"/>
            <a:ext cx="586800" cy="571500"/>
            <a:chOff x="662575" y="6212475"/>
            <a:chExt cx="586800" cy="571500"/>
          </a:xfrm>
        </p:grpSpPr>
        <p:sp>
          <p:nvSpPr>
            <p:cNvPr id="487" name="Google Shape;487;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0" name="Google Shape;490;g2c157a2fb06_0_798"/>
          <p:cNvGrpSpPr/>
          <p:nvPr/>
        </p:nvGrpSpPr>
        <p:grpSpPr>
          <a:xfrm>
            <a:off x="7894350" y="6212475"/>
            <a:ext cx="586800" cy="571500"/>
            <a:chOff x="7894350" y="6212475"/>
            <a:chExt cx="586800" cy="571500"/>
          </a:xfrm>
        </p:grpSpPr>
        <p:sp>
          <p:nvSpPr>
            <p:cNvPr id="491" name="Google Shape;491;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94"/>
        <p:cNvGrpSpPr/>
        <p:nvPr/>
      </p:nvGrpSpPr>
      <p:grpSpPr>
        <a:xfrm>
          <a:off x="0" y="0"/>
          <a:ext cx="0" cy="0"/>
          <a:chOff x="0" y="0"/>
          <a:chExt cx="0" cy="0"/>
        </a:xfrm>
      </p:grpSpPr>
      <p:sp>
        <p:nvSpPr>
          <p:cNvPr id="495" name="Google Shape;495;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8" name="Google Shape;498;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99" name="Google Shape;499;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03" name="Google Shape;503;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4" name="Google Shape;504;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05" name="Google Shape;505;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6" name="Google Shape;506;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507" name="Google Shape;507;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8" name="Google Shape;508;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509" name="Google Shape;509;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0" name="Google Shape;510;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11" name="Google Shape;511;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512" name="Google Shape;512;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3" name="Google Shape;513;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14" name="Google Shape;514;g2c157a2fb06_0_825"/>
          <p:cNvGrpSpPr/>
          <p:nvPr/>
        </p:nvGrpSpPr>
        <p:grpSpPr>
          <a:xfrm>
            <a:off x="662575" y="6212475"/>
            <a:ext cx="586800" cy="571500"/>
            <a:chOff x="662575" y="6212475"/>
            <a:chExt cx="586800" cy="571500"/>
          </a:xfrm>
        </p:grpSpPr>
        <p:sp>
          <p:nvSpPr>
            <p:cNvPr id="515" name="Google Shape;515;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8" name="Google Shape;518;g2c157a2fb06_0_825"/>
          <p:cNvGrpSpPr/>
          <p:nvPr/>
        </p:nvGrpSpPr>
        <p:grpSpPr>
          <a:xfrm>
            <a:off x="7894350" y="6212475"/>
            <a:ext cx="586800" cy="571500"/>
            <a:chOff x="7894350" y="6212475"/>
            <a:chExt cx="586800" cy="571500"/>
          </a:xfrm>
        </p:grpSpPr>
        <p:sp>
          <p:nvSpPr>
            <p:cNvPr id="519" name="Google Shape;519;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1" name="Google Shape;521;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522"/>
        <p:cNvGrpSpPr/>
        <p:nvPr/>
      </p:nvGrpSpPr>
      <p:grpSpPr>
        <a:xfrm>
          <a:off x="0" y="0"/>
          <a:ext cx="0" cy="0"/>
          <a:chOff x="0" y="0"/>
          <a:chExt cx="0" cy="0"/>
        </a:xfrm>
      </p:grpSpPr>
      <p:sp>
        <p:nvSpPr>
          <p:cNvPr id="523" name="Google Shape;523;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5" name="Google Shape;525;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26" name="Google Shape;526;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27" name="Google Shape;527;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0" name="Google Shape;530;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1" name="Google Shape;53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5" name="Google Shape;535;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6" name="Google Shape;536;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7" name="Google Shape;537;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538" name="Google Shape;538;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9" name="Google Shape;539;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40" name="Google Shape;540;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41" name="Google Shape;541;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42" name="Google Shape;542;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44" name="Google Shape;544;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46" name="Google Shape;546;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7" name="Google Shape;547;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48" name="Google Shape;548;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50" name="Google Shape;550;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1" name="Google Shape;551;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52" name="Google Shape;552;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3" name="Google Shape;553;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54" name="Google Shape;554;g2c157a2fb06_0_700"/>
          <p:cNvGrpSpPr/>
          <p:nvPr/>
        </p:nvGrpSpPr>
        <p:grpSpPr>
          <a:xfrm>
            <a:off x="662575" y="6212475"/>
            <a:ext cx="586800" cy="571500"/>
            <a:chOff x="662575" y="6212475"/>
            <a:chExt cx="586800" cy="571500"/>
          </a:xfrm>
        </p:grpSpPr>
        <p:sp>
          <p:nvSpPr>
            <p:cNvPr id="555" name="Google Shape;555;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6" name="Google Shape;556;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7" name="Google Shape;557;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8" name="Google Shape;558;g2c157a2fb06_0_700"/>
          <p:cNvGrpSpPr/>
          <p:nvPr/>
        </p:nvGrpSpPr>
        <p:grpSpPr>
          <a:xfrm>
            <a:off x="7894350" y="6212475"/>
            <a:ext cx="586800" cy="571500"/>
            <a:chOff x="7894350" y="6212475"/>
            <a:chExt cx="586800" cy="571500"/>
          </a:xfrm>
        </p:grpSpPr>
        <p:sp>
          <p:nvSpPr>
            <p:cNvPr id="559" name="Google Shape;559;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0" name="Google Shape;560;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1" name="Google Shape;561;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62"/>
        <p:cNvGrpSpPr/>
        <p:nvPr/>
      </p:nvGrpSpPr>
      <p:grpSpPr>
        <a:xfrm>
          <a:off x="0" y="0"/>
          <a:ext cx="0" cy="0"/>
          <a:chOff x="0" y="0"/>
          <a:chExt cx="0" cy="0"/>
        </a:xfrm>
      </p:grpSpPr>
      <p:sp>
        <p:nvSpPr>
          <p:cNvPr id="563" name="Google Shape;563;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6" name="Google Shape;566;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67" name="Google Shape;567;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0" name="Google Shape;570;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1" name="Google Shape;571;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2" name="Google Shape;572;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3" name="Google Shape;573;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4" name="Google Shape;574;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75" name="Google Shape;575;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76" name="Google Shape;576;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77" name="Google Shape;577;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78" name="Google Shape;578;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79" name="Google Shape;579;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80" name="Google Shape;580;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81" name="Google Shape;581;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82" name="Google Shape;582;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83" name="Google Shape;583;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4" name="Google Shape;584;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85" name="Google Shape;585;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86" name="Google Shape;586;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87" name="Google Shape;587;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88" name="Google Shape;588;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89" name="Google Shape;589;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90" name="Google Shape;590;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91" name="Google Shape;591;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92" name="Google Shape;592;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93" name="Google Shape;593;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94" name="Google Shape;594;g2c157a2fb06_0_932"/>
          <p:cNvGrpSpPr/>
          <p:nvPr/>
        </p:nvGrpSpPr>
        <p:grpSpPr>
          <a:xfrm>
            <a:off x="662575" y="6212475"/>
            <a:ext cx="586800" cy="571500"/>
            <a:chOff x="662575" y="6212475"/>
            <a:chExt cx="586800" cy="571500"/>
          </a:xfrm>
        </p:grpSpPr>
        <p:sp>
          <p:nvSpPr>
            <p:cNvPr id="595" name="Google Shape;595;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8" name="Google Shape;598;g2c157a2fb06_0_932"/>
          <p:cNvGrpSpPr/>
          <p:nvPr/>
        </p:nvGrpSpPr>
        <p:grpSpPr>
          <a:xfrm>
            <a:off x="7894350" y="6212475"/>
            <a:ext cx="586800" cy="571500"/>
            <a:chOff x="7894350" y="6212475"/>
            <a:chExt cx="586800" cy="571500"/>
          </a:xfrm>
        </p:grpSpPr>
        <p:sp>
          <p:nvSpPr>
            <p:cNvPr id="599" name="Google Shape;599;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602"/>
        <p:cNvGrpSpPr/>
        <p:nvPr/>
      </p:nvGrpSpPr>
      <p:grpSpPr>
        <a:xfrm>
          <a:off x="0" y="0"/>
          <a:ext cx="0" cy="0"/>
          <a:chOff x="0" y="0"/>
          <a:chExt cx="0" cy="0"/>
        </a:xfrm>
      </p:grpSpPr>
      <p:sp>
        <p:nvSpPr>
          <p:cNvPr id="603" name="Google Shape;603;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6" name="Google Shape;606;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607" name="Google Shape;607;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9" name="Google Shape;609;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0" name="Google Shape;61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611" name="Google Shape;611;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612" name="Google Shape;612;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613" name="Google Shape;613;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4" name="Google Shape;614;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5" name="Google Shape;615;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6" name="Google Shape;616;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7" name="Google Shape;617;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8" name="Google Shape;618;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9" name="Google Shape;619;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0" name="Google Shape;620;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1" name="Google Shape;621;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2" name="Google Shape;622;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3" name="Google Shape;623;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4" name="Google Shape;624;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5" name="Google Shape;625;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626" name="Google Shape;626;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627" name="Google Shape;627;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8" name="Google Shape;628;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29" name="Google Shape;629;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0" name="Google Shape;630;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631" name="Google Shape;631;g2c157a2fb06_0_1045"/>
          <p:cNvGrpSpPr/>
          <p:nvPr/>
        </p:nvGrpSpPr>
        <p:grpSpPr>
          <a:xfrm>
            <a:off x="662575" y="6212475"/>
            <a:ext cx="586800" cy="571500"/>
            <a:chOff x="662575" y="6212475"/>
            <a:chExt cx="586800" cy="571500"/>
          </a:xfrm>
        </p:grpSpPr>
        <p:sp>
          <p:nvSpPr>
            <p:cNvPr id="632" name="Google Shape;632;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3" name="Google Shape;633;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4" name="Google Shape;634;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35" name="Google Shape;635;g2c157a2fb06_0_1045"/>
          <p:cNvGrpSpPr/>
          <p:nvPr/>
        </p:nvGrpSpPr>
        <p:grpSpPr>
          <a:xfrm>
            <a:off x="7894350" y="6212475"/>
            <a:ext cx="586800" cy="571500"/>
            <a:chOff x="7894350" y="6212475"/>
            <a:chExt cx="586800" cy="571500"/>
          </a:xfrm>
        </p:grpSpPr>
        <p:sp>
          <p:nvSpPr>
            <p:cNvPr id="636" name="Google Shape;636;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7" name="Google Shape;637;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8" name="Google Shape;638;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39"/>
        <p:cNvGrpSpPr/>
        <p:nvPr/>
      </p:nvGrpSpPr>
      <p:grpSpPr>
        <a:xfrm>
          <a:off x="0" y="0"/>
          <a:ext cx="0" cy="0"/>
          <a:chOff x="0" y="0"/>
          <a:chExt cx="0" cy="0"/>
        </a:xfrm>
      </p:grpSpPr>
      <p:sp>
        <p:nvSpPr>
          <p:cNvPr id="640" name="Google Shape;640;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1" name="Google Shape;641;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3" name="Google Shape;643;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644" name="Google Shape;644;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5" name="Google Shape;645;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7" name="Google Shape;647;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8" name="Google Shape;64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49" name="Google Shape;64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50" name="Google Shape;650;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51" name="Google Shape;651;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52" name="Google Shape;652;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653" name="Google Shape;653;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54" name="Google Shape;65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55" name="Google Shape;65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56" name="Google Shape;65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57" name="Google Shape;657;g2c157a2fb06_0_1110"/>
          <p:cNvGrpSpPr/>
          <p:nvPr/>
        </p:nvGrpSpPr>
        <p:grpSpPr>
          <a:xfrm>
            <a:off x="5806200" y="1807463"/>
            <a:ext cx="756300" cy="146700"/>
            <a:chOff x="5806200" y="1807463"/>
            <a:chExt cx="756300" cy="146700"/>
          </a:xfrm>
        </p:grpSpPr>
        <p:sp>
          <p:nvSpPr>
            <p:cNvPr id="658" name="Google Shape;658;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9" name="Google Shape;659;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0" name="Google Shape;660;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1" name="Google Shape;66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62" name="Google Shape;66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63" name="Google Shape;663;g2c157a2fb06_0_1110"/>
          <p:cNvGrpSpPr/>
          <p:nvPr/>
        </p:nvGrpSpPr>
        <p:grpSpPr>
          <a:xfrm>
            <a:off x="5806200" y="2842438"/>
            <a:ext cx="756300" cy="146700"/>
            <a:chOff x="5806200" y="1807463"/>
            <a:chExt cx="756300" cy="146700"/>
          </a:xfrm>
        </p:grpSpPr>
        <p:sp>
          <p:nvSpPr>
            <p:cNvPr id="664" name="Google Shape;664;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5" name="Google Shape;665;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67" name="Google Shape;667;g2c157a2fb06_0_1110"/>
          <p:cNvGrpSpPr/>
          <p:nvPr/>
        </p:nvGrpSpPr>
        <p:grpSpPr>
          <a:xfrm>
            <a:off x="5806200" y="3877413"/>
            <a:ext cx="756300" cy="146700"/>
            <a:chOff x="5806200" y="1807463"/>
            <a:chExt cx="756300" cy="146700"/>
          </a:xfrm>
        </p:grpSpPr>
        <p:sp>
          <p:nvSpPr>
            <p:cNvPr id="668" name="Google Shape;668;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9" name="Google Shape;669;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0" name="Google Shape;670;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71" name="Google Shape;671;g2c157a2fb06_0_1110"/>
          <p:cNvGrpSpPr/>
          <p:nvPr/>
        </p:nvGrpSpPr>
        <p:grpSpPr>
          <a:xfrm>
            <a:off x="662575" y="6212475"/>
            <a:ext cx="586800" cy="571500"/>
            <a:chOff x="662575" y="6212475"/>
            <a:chExt cx="586800" cy="571500"/>
          </a:xfrm>
        </p:grpSpPr>
        <p:sp>
          <p:nvSpPr>
            <p:cNvPr id="672" name="Google Shape;67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4" name="Google Shape;674;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75" name="Google Shape;675;g2c157a2fb06_0_1110"/>
          <p:cNvGrpSpPr/>
          <p:nvPr/>
        </p:nvGrpSpPr>
        <p:grpSpPr>
          <a:xfrm>
            <a:off x="7894350" y="6212475"/>
            <a:ext cx="586800" cy="571500"/>
            <a:chOff x="7894350" y="6212475"/>
            <a:chExt cx="586800" cy="571500"/>
          </a:xfrm>
        </p:grpSpPr>
        <p:sp>
          <p:nvSpPr>
            <p:cNvPr id="676" name="Google Shape;67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7" name="Google Shape;677;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79"/>
        <p:cNvGrpSpPr/>
        <p:nvPr/>
      </p:nvGrpSpPr>
      <p:grpSpPr>
        <a:xfrm>
          <a:off x="0" y="0"/>
          <a:ext cx="0" cy="0"/>
          <a:chOff x="0" y="0"/>
          <a:chExt cx="0" cy="0"/>
        </a:xfrm>
      </p:grpSpPr>
      <p:sp>
        <p:nvSpPr>
          <p:cNvPr id="680" name="Google Shape;680;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84" name="Google Shape;684;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87" name="Google Shape;687;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88" name="Google Shape;688;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89" name="Google Shape;689;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90" name="Google Shape;690;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91" name="Google Shape;691;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92" name="Google Shape;692;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93" name="Google Shape;693;p30"/>
          <p:cNvGrpSpPr/>
          <p:nvPr/>
        </p:nvGrpSpPr>
        <p:grpSpPr>
          <a:xfrm>
            <a:off x="6022940" y="5341706"/>
            <a:ext cx="594501" cy="305904"/>
            <a:chOff x="5672081" y="1914352"/>
            <a:chExt cx="792668" cy="305904"/>
          </a:xfrm>
        </p:grpSpPr>
        <p:sp>
          <p:nvSpPr>
            <p:cNvPr id="694" name="Google Shape;694;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5" name="Google Shape;695;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96" name="Google Shape;696;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97" name="Google Shape;697;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8" name="Google Shape;698;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9" name="Google Shape;699;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0" name="Google Shape;700;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1" name="Google Shape;701;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2" name="Google Shape;702;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3" name="Google Shape;703;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4" name="Google Shape;704;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705" name="Google Shape;705;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706" name="Google Shape;706;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7" name="Google Shape;707;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8" name="Google Shape;708;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9" name="Google Shape;709;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0" name="Google Shape;710;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1" name="Google Shape;711;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2" name="Google Shape;712;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3" name="Google Shape;713;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714" name="Google Shape;714;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715" name="Google Shape;715;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716" name="Google Shape;716;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717" name="Google Shape;717;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718" name="Google Shape;718;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719" name="Google Shape;719;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720" name="Google Shape;720;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1" name="Google Shape;721;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2" name="Google Shape;722;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23" name="Google Shape;723;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24" name="Google Shape;724;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25"/>
        <p:cNvGrpSpPr/>
        <p:nvPr/>
      </p:nvGrpSpPr>
      <p:grpSpPr>
        <a:xfrm>
          <a:off x="0" y="0"/>
          <a:ext cx="0" cy="0"/>
          <a:chOff x="0" y="0"/>
          <a:chExt cx="0" cy="0"/>
        </a:xfrm>
      </p:grpSpPr>
      <p:sp>
        <p:nvSpPr>
          <p:cNvPr id="726" name="Google Shape;726;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27" name="Google Shape;727;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28" name="Google Shape;728;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29"/>
        <p:cNvGrpSpPr/>
        <p:nvPr/>
      </p:nvGrpSpPr>
      <p:grpSpPr>
        <a:xfrm>
          <a:off x="0" y="0"/>
          <a:ext cx="0" cy="0"/>
          <a:chOff x="0" y="0"/>
          <a:chExt cx="0" cy="0"/>
        </a:xfrm>
      </p:grpSpPr>
      <p:sp>
        <p:nvSpPr>
          <p:cNvPr id="730" name="Google Shape;730;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31" name="Google Shape;731;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32" name="Google Shape;732;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26" Type="http://schemas.openxmlformats.org/officeDocument/2006/relationships/image" Target="../media/image28.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1.xml"/><Relationship Id="rId16" Type="http://schemas.openxmlformats.org/officeDocument/2006/relationships/image" Target="../media/image18.png"/><Relationship Id="rId20" Type="http://schemas.openxmlformats.org/officeDocument/2006/relationships/image" Target="../media/image22.png"/><Relationship Id="rId29" Type="http://schemas.openxmlformats.org/officeDocument/2006/relationships/image" Target="../media/image31.png"/><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28" Type="http://schemas.openxmlformats.org/officeDocument/2006/relationships/image" Target="../media/image30.png"/><Relationship Id="rId10" Type="http://schemas.openxmlformats.org/officeDocument/2006/relationships/image" Target="../media/image12.png"/><Relationship Id="rId19" Type="http://schemas.openxmlformats.org/officeDocument/2006/relationships/image" Target="../media/image21.png"/><Relationship Id="rId31" Type="http://schemas.openxmlformats.org/officeDocument/2006/relationships/image" Target="../media/image33.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 Id="rId27" Type="http://schemas.openxmlformats.org/officeDocument/2006/relationships/image" Target="../media/image29.png"/><Relationship Id="rId30" Type="http://schemas.openxmlformats.org/officeDocument/2006/relationships/image" Target="../media/image32.png"/></Relationships>
</file>

<file path=ppt/slides/_rels/slide2.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4.png"/><Relationship Id="rId7" Type="http://schemas.openxmlformats.org/officeDocument/2006/relationships/image" Target="../media/image3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5.png"/><Relationship Id="rId4" Type="http://schemas.openxmlformats.org/officeDocument/2006/relationships/image" Target="../media/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18" Type="http://schemas.openxmlformats.org/officeDocument/2006/relationships/image" Target="../media/image54.png"/><Relationship Id="rId3" Type="http://schemas.openxmlformats.org/officeDocument/2006/relationships/image" Target="../media/image39.png"/><Relationship Id="rId21" Type="http://schemas.openxmlformats.org/officeDocument/2006/relationships/image" Target="../media/image57.png"/><Relationship Id="rId7" Type="http://schemas.openxmlformats.org/officeDocument/2006/relationships/image" Target="../media/image43.png"/><Relationship Id="rId12" Type="http://schemas.openxmlformats.org/officeDocument/2006/relationships/image" Target="../media/image48.png"/><Relationship Id="rId17" Type="http://schemas.openxmlformats.org/officeDocument/2006/relationships/image" Target="../media/image53.png"/><Relationship Id="rId25" Type="http://schemas.openxmlformats.org/officeDocument/2006/relationships/image" Target="../media/image61.png"/><Relationship Id="rId2" Type="http://schemas.openxmlformats.org/officeDocument/2006/relationships/notesSlide" Target="../notesSlides/notesSlide3.xml"/><Relationship Id="rId16" Type="http://schemas.openxmlformats.org/officeDocument/2006/relationships/image" Target="../media/image52.png"/><Relationship Id="rId20" Type="http://schemas.openxmlformats.org/officeDocument/2006/relationships/image" Target="../media/image56.png"/><Relationship Id="rId1" Type="http://schemas.openxmlformats.org/officeDocument/2006/relationships/slideLayout" Target="../slideLayouts/slideLayout3.xml"/><Relationship Id="rId6" Type="http://schemas.openxmlformats.org/officeDocument/2006/relationships/image" Target="../media/image42.png"/><Relationship Id="rId11" Type="http://schemas.openxmlformats.org/officeDocument/2006/relationships/image" Target="../media/image47.png"/><Relationship Id="rId24" Type="http://schemas.openxmlformats.org/officeDocument/2006/relationships/image" Target="../media/image60.png"/><Relationship Id="rId5" Type="http://schemas.openxmlformats.org/officeDocument/2006/relationships/image" Target="../media/image41.png"/><Relationship Id="rId15" Type="http://schemas.openxmlformats.org/officeDocument/2006/relationships/image" Target="../media/image51.png"/><Relationship Id="rId23" Type="http://schemas.openxmlformats.org/officeDocument/2006/relationships/image" Target="../media/image59.png"/><Relationship Id="rId10" Type="http://schemas.openxmlformats.org/officeDocument/2006/relationships/image" Target="../media/image46.png"/><Relationship Id="rId19" Type="http://schemas.openxmlformats.org/officeDocument/2006/relationships/image" Target="../media/image55.png"/><Relationship Id="rId4" Type="http://schemas.openxmlformats.org/officeDocument/2006/relationships/image" Target="../media/image40.png"/><Relationship Id="rId9" Type="http://schemas.openxmlformats.org/officeDocument/2006/relationships/image" Target="../media/image45.png"/><Relationship Id="rId14" Type="http://schemas.openxmlformats.org/officeDocument/2006/relationships/image" Target="../media/image50.png"/><Relationship Id="rId22" Type="http://schemas.openxmlformats.org/officeDocument/2006/relationships/image" Target="../media/image58.png"/></Relationships>
</file>

<file path=ppt/slides/_rels/slide4.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23.png"/><Relationship Id="rId18" Type="http://schemas.openxmlformats.org/officeDocument/2006/relationships/image" Target="../media/image19.png"/><Relationship Id="rId26" Type="http://schemas.openxmlformats.org/officeDocument/2006/relationships/image" Target="../media/image11.png"/><Relationship Id="rId3" Type="http://schemas.openxmlformats.org/officeDocument/2006/relationships/image" Target="../media/image33.png"/><Relationship Id="rId21" Type="http://schemas.openxmlformats.org/officeDocument/2006/relationships/image" Target="../media/image6.png"/><Relationship Id="rId7" Type="http://schemas.openxmlformats.org/officeDocument/2006/relationships/image" Target="../media/image29.png"/><Relationship Id="rId12" Type="http://schemas.openxmlformats.org/officeDocument/2006/relationships/image" Target="../media/image24.png"/><Relationship Id="rId17" Type="http://schemas.openxmlformats.org/officeDocument/2006/relationships/image" Target="../media/image18.png"/><Relationship Id="rId25" Type="http://schemas.openxmlformats.org/officeDocument/2006/relationships/image" Target="../media/image10.png"/><Relationship Id="rId2" Type="http://schemas.openxmlformats.org/officeDocument/2006/relationships/notesSlide" Target="../notesSlides/notesSlide4.xml"/><Relationship Id="rId16" Type="http://schemas.openxmlformats.org/officeDocument/2006/relationships/image" Target="../media/image20.png"/><Relationship Id="rId20" Type="http://schemas.openxmlformats.org/officeDocument/2006/relationships/image" Target="../media/image8.png"/><Relationship Id="rId29" Type="http://schemas.openxmlformats.org/officeDocument/2006/relationships/image" Target="../media/image16.png"/><Relationship Id="rId1" Type="http://schemas.openxmlformats.org/officeDocument/2006/relationships/slideLayout" Target="../slideLayouts/slideLayout3.xml"/><Relationship Id="rId6" Type="http://schemas.openxmlformats.org/officeDocument/2006/relationships/image" Target="../media/image30.png"/><Relationship Id="rId11" Type="http://schemas.openxmlformats.org/officeDocument/2006/relationships/image" Target="../media/image25.png"/><Relationship Id="rId24" Type="http://schemas.openxmlformats.org/officeDocument/2006/relationships/image" Target="../media/image12.png"/><Relationship Id="rId5" Type="http://schemas.openxmlformats.org/officeDocument/2006/relationships/image" Target="../media/image31.png"/><Relationship Id="rId15" Type="http://schemas.openxmlformats.org/officeDocument/2006/relationships/image" Target="../media/image21.png"/><Relationship Id="rId23" Type="http://schemas.openxmlformats.org/officeDocument/2006/relationships/image" Target="../media/image9.png"/><Relationship Id="rId28" Type="http://schemas.openxmlformats.org/officeDocument/2006/relationships/image" Target="../media/image15.png"/><Relationship Id="rId10" Type="http://schemas.openxmlformats.org/officeDocument/2006/relationships/image" Target="../media/image26.png"/><Relationship Id="rId19" Type="http://schemas.openxmlformats.org/officeDocument/2006/relationships/image" Target="../media/image5.png"/><Relationship Id="rId31" Type="http://schemas.openxmlformats.org/officeDocument/2006/relationships/image" Target="../media/image14.png"/><Relationship Id="rId4" Type="http://schemas.openxmlformats.org/officeDocument/2006/relationships/image" Target="../media/image32.png"/><Relationship Id="rId9" Type="http://schemas.openxmlformats.org/officeDocument/2006/relationships/image" Target="../media/image27.png"/><Relationship Id="rId14" Type="http://schemas.openxmlformats.org/officeDocument/2006/relationships/image" Target="../media/image22.png"/><Relationship Id="rId22" Type="http://schemas.openxmlformats.org/officeDocument/2006/relationships/image" Target="../media/image7.png"/><Relationship Id="rId27" Type="http://schemas.openxmlformats.org/officeDocument/2006/relationships/image" Target="../media/image17.png"/><Relationship Id="rId30"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png"/><Relationship Id="rId3"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71.png"/><Relationship Id="rId2" Type="http://schemas.openxmlformats.org/officeDocument/2006/relationships/notesSlide" Target="../notesSlides/notesSlide5.xml"/><Relationship Id="rId16" Type="http://schemas.openxmlformats.org/officeDocument/2006/relationships/image" Target="../media/image75.png"/><Relationship Id="rId1" Type="http://schemas.openxmlformats.org/officeDocument/2006/relationships/slideLayout" Target="../slideLayouts/slideLayout3.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5" Type="http://schemas.openxmlformats.org/officeDocument/2006/relationships/image" Target="../media/image7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s>
</file>

<file path=ppt/slides/_rels/slide6.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6.png"/><Relationship Id="rId18" Type="http://schemas.openxmlformats.org/officeDocument/2006/relationships/image" Target="../media/image91.png"/><Relationship Id="rId26" Type="http://schemas.openxmlformats.org/officeDocument/2006/relationships/image" Target="../media/image98.png"/><Relationship Id="rId3" Type="http://schemas.openxmlformats.org/officeDocument/2006/relationships/image" Target="../media/image76.png"/><Relationship Id="rId21" Type="http://schemas.openxmlformats.org/officeDocument/2006/relationships/image" Target="../media/image93.png"/><Relationship Id="rId7" Type="http://schemas.openxmlformats.org/officeDocument/2006/relationships/image" Target="../media/image80.png"/><Relationship Id="rId12" Type="http://schemas.openxmlformats.org/officeDocument/2006/relationships/image" Target="../media/image85.png"/><Relationship Id="rId17" Type="http://schemas.openxmlformats.org/officeDocument/2006/relationships/image" Target="../media/image90.png"/><Relationship Id="rId25" Type="http://schemas.openxmlformats.org/officeDocument/2006/relationships/image" Target="../media/image97.png"/><Relationship Id="rId2" Type="http://schemas.openxmlformats.org/officeDocument/2006/relationships/notesSlide" Target="../notesSlides/notesSlide6.xml"/><Relationship Id="rId16" Type="http://schemas.openxmlformats.org/officeDocument/2006/relationships/image" Target="../media/image89.png"/><Relationship Id="rId20" Type="http://schemas.openxmlformats.org/officeDocument/2006/relationships/image" Target="../media/image92.png"/><Relationship Id="rId29" Type="http://schemas.openxmlformats.org/officeDocument/2006/relationships/image" Target="../media/image101.png"/><Relationship Id="rId1" Type="http://schemas.openxmlformats.org/officeDocument/2006/relationships/slideLayout" Target="../slideLayouts/slideLayout4.xml"/><Relationship Id="rId6" Type="http://schemas.openxmlformats.org/officeDocument/2006/relationships/image" Target="../media/image79.png"/><Relationship Id="rId11" Type="http://schemas.openxmlformats.org/officeDocument/2006/relationships/image" Target="../media/image84.png"/><Relationship Id="rId24" Type="http://schemas.openxmlformats.org/officeDocument/2006/relationships/image" Target="../media/image96.png"/><Relationship Id="rId5" Type="http://schemas.openxmlformats.org/officeDocument/2006/relationships/image" Target="../media/image78.png"/><Relationship Id="rId15" Type="http://schemas.openxmlformats.org/officeDocument/2006/relationships/image" Target="../media/image88.png"/><Relationship Id="rId23" Type="http://schemas.openxmlformats.org/officeDocument/2006/relationships/image" Target="../media/image95.png"/><Relationship Id="rId28" Type="http://schemas.openxmlformats.org/officeDocument/2006/relationships/image" Target="../media/image100.png"/><Relationship Id="rId10" Type="http://schemas.openxmlformats.org/officeDocument/2006/relationships/image" Target="../media/image83.png"/><Relationship Id="rId19" Type="http://schemas.openxmlformats.org/officeDocument/2006/relationships/image" Target="../media/image34.png"/><Relationship Id="rId4" Type="http://schemas.openxmlformats.org/officeDocument/2006/relationships/image" Target="../media/image77.png"/><Relationship Id="rId9" Type="http://schemas.openxmlformats.org/officeDocument/2006/relationships/image" Target="../media/image82.png"/><Relationship Id="rId14" Type="http://schemas.openxmlformats.org/officeDocument/2006/relationships/image" Target="../media/image87.png"/><Relationship Id="rId22" Type="http://schemas.openxmlformats.org/officeDocument/2006/relationships/image" Target="../media/image94.png"/><Relationship Id="rId27" Type="http://schemas.openxmlformats.org/officeDocument/2006/relationships/image" Target="../media/image99.png"/><Relationship Id="rId30" Type="http://schemas.openxmlformats.org/officeDocument/2006/relationships/image" Target="../media/image10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8" Type="http://schemas.openxmlformats.org/officeDocument/2006/relationships/image" Target="../media/image96.png"/><Relationship Id="rId13" Type="http://schemas.openxmlformats.org/officeDocument/2006/relationships/image" Target="../media/image101.png"/><Relationship Id="rId18" Type="http://schemas.openxmlformats.org/officeDocument/2006/relationships/image" Target="../media/image76.png"/><Relationship Id="rId3" Type="http://schemas.openxmlformats.org/officeDocument/2006/relationships/image" Target="../media/image34.png"/><Relationship Id="rId7" Type="http://schemas.openxmlformats.org/officeDocument/2006/relationships/image" Target="../media/image95.png"/><Relationship Id="rId12" Type="http://schemas.openxmlformats.org/officeDocument/2006/relationships/image" Target="../media/image100.png"/><Relationship Id="rId17" Type="http://schemas.openxmlformats.org/officeDocument/2006/relationships/image" Target="../media/image77.png"/><Relationship Id="rId2" Type="http://schemas.openxmlformats.org/officeDocument/2006/relationships/notesSlide" Target="../notesSlides/notesSlide10.xml"/><Relationship Id="rId16" Type="http://schemas.openxmlformats.org/officeDocument/2006/relationships/image" Target="../media/image78.png"/><Relationship Id="rId1" Type="http://schemas.openxmlformats.org/officeDocument/2006/relationships/slideLayout" Target="../slideLayouts/slideLayout5.xml"/><Relationship Id="rId6" Type="http://schemas.openxmlformats.org/officeDocument/2006/relationships/image" Target="../media/image94.png"/><Relationship Id="rId11" Type="http://schemas.openxmlformats.org/officeDocument/2006/relationships/image" Target="../media/image99.png"/><Relationship Id="rId5" Type="http://schemas.openxmlformats.org/officeDocument/2006/relationships/image" Target="../media/image93.png"/><Relationship Id="rId15" Type="http://schemas.openxmlformats.org/officeDocument/2006/relationships/image" Target="../media/image79.png"/><Relationship Id="rId10" Type="http://schemas.openxmlformats.org/officeDocument/2006/relationships/image" Target="../media/image98.png"/><Relationship Id="rId19" Type="http://schemas.openxmlformats.org/officeDocument/2006/relationships/image" Target="../media/image102.png"/><Relationship Id="rId4" Type="http://schemas.openxmlformats.org/officeDocument/2006/relationships/image" Target="../media/image92.png"/><Relationship Id="rId9" Type="http://schemas.openxmlformats.org/officeDocument/2006/relationships/image" Target="../media/image97.png"/><Relationship Id="rId14" Type="http://schemas.openxmlformats.org/officeDocument/2006/relationships/image" Target="../media/image80.png"/></Relationships>
</file>

<file path=ppt/slides/_rels/slide11.xml.rels><?xml version="1.0" encoding="UTF-8" standalone="yes"?>
<Relationships xmlns="http://schemas.openxmlformats.org/package/2006/relationships"><Relationship Id="rId8" Type="http://schemas.openxmlformats.org/officeDocument/2006/relationships/image" Target="../media/image108.png"/><Relationship Id="rId13" Type="http://schemas.openxmlformats.org/officeDocument/2006/relationships/image" Target="../media/image113.png"/><Relationship Id="rId18" Type="http://schemas.openxmlformats.org/officeDocument/2006/relationships/image" Target="../media/image118.png"/><Relationship Id="rId3" Type="http://schemas.openxmlformats.org/officeDocument/2006/relationships/image" Target="../media/image103.png"/><Relationship Id="rId7" Type="http://schemas.openxmlformats.org/officeDocument/2006/relationships/image" Target="../media/image107.png"/><Relationship Id="rId12" Type="http://schemas.openxmlformats.org/officeDocument/2006/relationships/image" Target="../media/image112.png"/><Relationship Id="rId17" Type="http://schemas.openxmlformats.org/officeDocument/2006/relationships/image" Target="../media/image117.png"/><Relationship Id="rId2" Type="http://schemas.openxmlformats.org/officeDocument/2006/relationships/notesSlide" Target="../notesSlides/notesSlide11.xml"/><Relationship Id="rId16" Type="http://schemas.openxmlformats.org/officeDocument/2006/relationships/image" Target="../media/image116.png"/><Relationship Id="rId1" Type="http://schemas.openxmlformats.org/officeDocument/2006/relationships/slideLayout" Target="../slideLayouts/slideLayout5.xml"/><Relationship Id="rId6" Type="http://schemas.openxmlformats.org/officeDocument/2006/relationships/image" Target="../media/image106.png"/><Relationship Id="rId11" Type="http://schemas.openxmlformats.org/officeDocument/2006/relationships/image" Target="../media/image111.png"/><Relationship Id="rId5" Type="http://schemas.openxmlformats.org/officeDocument/2006/relationships/image" Target="../media/image105.png"/><Relationship Id="rId15" Type="http://schemas.openxmlformats.org/officeDocument/2006/relationships/image" Target="../media/image115.png"/><Relationship Id="rId10" Type="http://schemas.openxmlformats.org/officeDocument/2006/relationships/image" Target="../media/image110.png"/><Relationship Id="rId19" Type="http://schemas.openxmlformats.org/officeDocument/2006/relationships/image" Target="../media/image119.png"/><Relationship Id="rId4" Type="http://schemas.openxmlformats.org/officeDocument/2006/relationships/image" Target="../media/image104.png"/><Relationship Id="rId9" Type="http://schemas.openxmlformats.org/officeDocument/2006/relationships/image" Target="../media/image109.png"/><Relationship Id="rId14" Type="http://schemas.openxmlformats.org/officeDocument/2006/relationships/image" Target="../media/image114.png"/></Relationships>
</file>

<file path=ppt/slides/_rels/slide12.xml.rels><?xml version="1.0" encoding="UTF-8" standalone="yes"?>
<Relationships xmlns="http://schemas.openxmlformats.org/package/2006/relationships"><Relationship Id="rId8" Type="http://schemas.openxmlformats.org/officeDocument/2006/relationships/image" Target="../media/image124.png"/><Relationship Id="rId13" Type="http://schemas.openxmlformats.org/officeDocument/2006/relationships/image" Target="../media/image129.png"/><Relationship Id="rId3" Type="http://schemas.openxmlformats.org/officeDocument/2006/relationships/image" Target="../media/image35.png"/><Relationship Id="rId7" Type="http://schemas.openxmlformats.org/officeDocument/2006/relationships/image" Target="../media/image123.png"/><Relationship Id="rId12" Type="http://schemas.openxmlformats.org/officeDocument/2006/relationships/image" Target="../media/image128.png"/><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image" Target="../media/image122.png"/><Relationship Id="rId11" Type="http://schemas.openxmlformats.org/officeDocument/2006/relationships/image" Target="../media/image127.png"/><Relationship Id="rId5" Type="http://schemas.openxmlformats.org/officeDocument/2006/relationships/image" Target="../media/image121.png"/><Relationship Id="rId15" Type="http://schemas.openxmlformats.org/officeDocument/2006/relationships/image" Target="../media/image131.png"/><Relationship Id="rId10" Type="http://schemas.openxmlformats.org/officeDocument/2006/relationships/image" Target="../media/image126.png"/><Relationship Id="rId4" Type="http://schemas.openxmlformats.org/officeDocument/2006/relationships/image" Target="../media/image120.png"/><Relationship Id="rId9" Type="http://schemas.openxmlformats.org/officeDocument/2006/relationships/image" Target="../media/image125.png"/><Relationship Id="rId14" Type="http://schemas.openxmlformats.org/officeDocument/2006/relationships/image" Target="../media/image130.png"/></Relationships>
</file>

<file path=ppt/slides/_rels/slide13.xml.rels><?xml version="1.0" encoding="UTF-8" standalone="yes"?>
<Relationships xmlns="http://schemas.openxmlformats.org/package/2006/relationships"><Relationship Id="rId8" Type="http://schemas.openxmlformats.org/officeDocument/2006/relationships/image" Target="../media/image137.png"/><Relationship Id="rId13" Type="http://schemas.openxmlformats.org/officeDocument/2006/relationships/image" Target="../media/image142.png"/><Relationship Id="rId3" Type="http://schemas.openxmlformats.org/officeDocument/2006/relationships/image" Target="../media/image132.png"/><Relationship Id="rId7" Type="http://schemas.openxmlformats.org/officeDocument/2006/relationships/image" Target="../media/image136.png"/><Relationship Id="rId12" Type="http://schemas.openxmlformats.org/officeDocument/2006/relationships/image" Target="../media/image141.png"/><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135.png"/><Relationship Id="rId11" Type="http://schemas.openxmlformats.org/officeDocument/2006/relationships/image" Target="../media/image140.png"/><Relationship Id="rId5" Type="http://schemas.openxmlformats.org/officeDocument/2006/relationships/image" Target="../media/image134.png"/><Relationship Id="rId15" Type="http://schemas.openxmlformats.org/officeDocument/2006/relationships/image" Target="../media/image144.png"/><Relationship Id="rId10" Type="http://schemas.openxmlformats.org/officeDocument/2006/relationships/image" Target="../media/image139.png"/><Relationship Id="rId4" Type="http://schemas.openxmlformats.org/officeDocument/2006/relationships/image" Target="../media/image133.png"/><Relationship Id="rId9" Type="http://schemas.openxmlformats.org/officeDocument/2006/relationships/image" Target="../media/image138.png"/><Relationship Id="rId14" Type="http://schemas.openxmlformats.org/officeDocument/2006/relationships/image" Target="../media/image143.png"/></Relationships>
</file>

<file path=ppt/slides/_rels/slide14.xml.rels><?xml version="1.0" encoding="UTF-8" standalone="yes"?>
<Relationships xmlns="http://schemas.openxmlformats.org/package/2006/relationships"><Relationship Id="rId8" Type="http://schemas.openxmlformats.org/officeDocument/2006/relationships/image" Target="../media/image150.jpg"/><Relationship Id="rId13" Type="http://schemas.openxmlformats.org/officeDocument/2006/relationships/image" Target="../media/image155.jpg"/><Relationship Id="rId18" Type="http://schemas.openxmlformats.org/officeDocument/2006/relationships/hyperlink" Target="https://cdn.shopify.com/s/files/1/0020/4108/6070/files/Decodables-Tracker-NZ.pdf" TargetMode="External"/><Relationship Id="rId26" Type="http://schemas.openxmlformats.org/officeDocument/2006/relationships/image" Target="../media/image167.jpg"/><Relationship Id="rId3" Type="http://schemas.openxmlformats.org/officeDocument/2006/relationships/image" Target="../media/image145.png"/><Relationship Id="rId21" Type="http://schemas.openxmlformats.org/officeDocument/2006/relationships/image" Target="../media/image162.jpg"/><Relationship Id="rId7" Type="http://schemas.openxmlformats.org/officeDocument/2006/relationships/image" Target="../media/image149.jpg"/><Relationship Id="rId12" Type="http://schemas.openxmlformats.org/officeDocument/2006/relationships/image" Target="../media/image154.jpg"/><Relationship Id="rId17" Type="http://schemas.openxmlformats.org/officeDocument/2006/relationships/image" Target="../media/image159.png"/><Relationship Id="rId25" Type="http://schemas.openxmlformats.org/officeDocument/2006/relationships/image" Target="../media/image166.jpg"/><Relationship Id="rId2" Type="http://schemas.openxmlformats.org/officeDocument/2006/relationships/notesSlide" Target="../notesSlides/notesSlide14.xml"/><Relationship Id="rId16" Type="http://schemas.openxmlformats.org/officeDocument/2006/relationships/image" Target="../media/image158.png"/><Relationship Id="rId20" Type="http://schemas.openxmlformats.org/officeDocument/2006/relationships/image" Target="../media/image161.jpg"/><Relationship Id="rId29" Type="http://schemas.openxmlformats.org/officeDocument/2006/relationships/image" Target="../media/image170.jpg"/><Relationship Id="rId1" Type="http://schemas.openxmlformats.org/officeDocument/2006/relationships/slideLayout" Target="../slideLayouts/slideLayout6.xml"/><Relationship Id="rId6" Type="http://schemas.openxmlformats.org/officeDocument/2006/relationships/image" Target="../media/image148.jpg"/><Relationship Id="rId11" Type="http://schemas.openxmlformats.org/officeDocument/2006/relationships/image" Target="../media/image153.jpg"/><Relationship Id="rId24" Type="http://schemas.openxmlformats.org/officeDocument/2006/relationships/image" Target="../media/image165.jpg"/><Relationship Id="rId5" Type="http://schemas.openxmlformats.org/officeDocument/2006/relationships/image" Target="../media/image147.jpg"/><Relationship Id="rId15" Type="http://schemas.openxmlformats.org/officeDocument/2006/relationships/image" Target="../media/image157.jpg"/><Relationship Id="rId23" Type="http://schemas.openxmlformats.org/officeDocument/2006/relationships/image" Target="../media/image164.jpg"/><Relationship Id="rId28" Type="http://schemas.openxmlformats.org/officeDocument/2006/relationships/image" Target="../media/image169.jpg"/><Relationship Id="rId10" Type="http://schemas.openxmlformats.org/officeDocument/2006/relationships/image" Target="../media/image152.jpg"/><Relationship Id="rId19" Type="http://schemas.openxmlformats.org/officeDocument/2006/relationships/image" Target="../media/image160.jpg"/><Relationship Id="rId4" Type="http://schemas.openxmlformats.org/officeDocument/2006/relationships/image" Target="../media/image146.jpg"/><Relationship Id="rId9" Type="http://schemas.openxmlformats.org/officeDocument/2006/relationships/image" Target="../media/image151.jpg"/><Relationship Id="rId14" Type="http://schemas.openxmlformats.org/officeDocument/2006/relationships/image" Target="../media/image156.jpg"/><Relationship Id="rId22" Type="http://schemas.openxmlformats.org/officeDocument/2006/relationships/image" Target="../media/image163.jpg"/><Relationship Id="rId27" Type="http://schemas.openxmlformats.org/officeDocument/2006/relationships/image" Target="../media/image168.jpg"/><Relationship Id="rId30" Type="http://schemas.openxmlformats.org/officeDocument/2006/relationships/image" Target="../media/image171.jpg"/></Relationships>
</file>

<file path=ppt/slides/_rels/slide15.xml.rels><?xml version="1.0" encoding="UTF-8" standalone="yes"?>
<Relationships xmlns="http://schemas.openxmlformats.org/package/2006/relationships"><Relationship Id="rId8" Type="http://schemas.openxmlformats.org/officeDocument/2006/relationships/image" Target="../media/image176.jpg"/><Relationship Id="rId13" Type="http://schemas.openxmlformats.org/officeDocument/2006/relationships/image" Target="../media/image181.jpg"/><Relationship Id="rId18" Type="http://schemas.openxmlformats.org/officeDocument/2006/relationships/image" Target="../media/image186.jpg"/><Relationship Id="rId26" Type="http://schemas.openxmlformats.org/officeDocument/2006/relationships/image" Target="../media/image194.jpg"/><Relationship Id="rId3" Type="http://schemas.openxmlformats.org/officeDocument/2006/relationships/image" Target="../media/image145.png"/><Relationship Id="rId21" Type="http://schemas.openxmlformats.org/officeDocument/2006/relationships/image" Target="../media/image189.jpg"/><Relationship Id="rId7" Type="http://schemas.openxmlformats.org/officeDocument/2006/relationships/image" Target="../media/image175.jpg"/><Relationship Id="rId12" Type="http://schemas.openxmlformats.org/officeDocument/2006/relationships/image" Target="../media/image180.jpg"/><Relationship Id="rId17" Type="http://schemas.openxmlformats.org/officeDocument/2006/relationships/image" Target="../media/image185.jpg"/><Relationship Id="rId25" Type="http://schemas.openxmlformats.org/officeDocument/2006/relationships/image" Target="../media/image193.jpg"/><Relationship Id="rId2" Type="http://schemas.openxmlformats.org/officeDocument/2006/relationships/notesSlide" Target="../notesSlides/notesSlide15.xml"/><Relationship Id="rId16" Type="http://schemas.openxmlformats.org/officeDocument/2006/relationships/image" Target="../media/image184.jpg"/><Relationship Id="rId20" Type="http://schemas.openxmlformats.org/officeDocument/2006/relationships/image" Target="../media/image188.jpg"/><Relationship Id="rId29" Type="http://schemas.openxmlformats.org/officeDocument/2006/relationships/image" Target="../media/image159.png"/><Relationship Id="rId1" Type="http://schemas.openxmlformats.org/officeDocument/2006/relationships/slideLayout" Target="../slideLayouts/slideLayout6.xml"/><Relationship Id="rId6" Type="http://schemas.openxmlformats.org/officeDocument/2006/relationships/image" Target="../media/image174.jpg"/><Relationship Id="rId11" Type="http://schemas.openxmlformats.org/officeDocument/2006/relationships/image" Target="../media/image179.jpg"/><Relationship Id="rId24" Type="http://schemas.openxmlformats.org/officeDocument/2006/relationships/image" Target="../media/image192.jpg"/><Relationship Id="rId5" Type="http://schemas.openxmlformats.org/officeDocument/2006/relationships/image" Target="../media/image173.jpg"/><Relationship Id="rId15" Type="http://schemas.openxmlformats.org/officeDocument/2006/relationships/image" Target="../media/image183.jpg"/><Relationship Id="rId23" Type="http://schemas.openxmlformats.org/officeDocument/2006/relationships/image" Target="../media/image191.jpg"/><Relationship Id="rId28" Type="http://schemas.openxmlformats.org/officeDocument/2006/relationships/image" Target="../media/image158.png"/><Relationship Id="rId10" Type="http://schemas.openxmlformats.org/officeDocument/2006/relationships/image" Target="../media/image178.jpg"/><Relationship Id="rId19" Type="http://schemas.openxmlformats.org/officeDocument/2006/relationships/image" Target="../media/image187.jpg"/><Relationship Id="rId4" Type="http://schemas.openxmlformats.org/officeDocument/2006/relationships/image" Target="../media/image172.jpg"/><Relationship Id="rId9" Type="http://schemas.openxmlformats.org/officeDocument/2006/relationships/image" Target="../media/image177.jpg"/><Relationship Id="rId14" Type="http://schemas.openxmlformats.org/officeDocument/2006/relationships/image" Target="../media/image182.jpg"/><Relationship Id="rId22" Type="http://schemas.openxmlformats.org/officeDocument/2006/relationships/image" Target="../media/image190.jpg"/><Relationship Id="rId27" Type="http://schemas.openxmlformats.org/officeDocument/2006/relationships/image" Target="../media/image195.jpg"/><Relationship Id="rId30" Type="http://schemas.openxmlformats.org/officeDocument/2006/relationships/hyperlink" Target="https://cdn.shopify.com/s/files/1/0020/4108/6070/files/Decodables-Tracker-NZ.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2400"/>
              <a:t>Review Phase 3</a:t>
            </a:r>
            <a:endParaRPr sz="2400"/>
          </a:p>
        </p:txBody>
      </p:sp>
      <p:sp>
        <p:nvSpPr>
          <p:cNvPr id="738" name="Google Shape;738;p1"/>
          <p:cNvSpPr txBox="1">
            <a:spLocks noGrp="1"/>
          </p:cNvSpPr>
          <p:nvPr>
            <p:ph type="subTitle" idx="2"/>
          </p:nvPr>
        </p:nvSpPr>
        <p:spPr>
          <a:xfrm>
            <a:off x="884092" y="3112318"/>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65</a:t>
            </a:r>
            <a:endParaRPr/>
          </a:p>
        </p:txBody>
      </p:sp>
      <p:graphicFrame>
        <p:nvGraphicFramePr>
          <p:cNvPr id="739" name="Google Shape;739;p1"/>
          <p:cNvGraphicFramePr/>
          <p:nvPr/>
        </p:nvGraphicFramePr>
        <p:xfrm>
          <a:off x="4844200" y="1891197"/>
          <a:ext cx="3784950" cy="1678950"/>
        </p:xfrm>
        <a:graphic>
          <a:graphicData uri="http://schemas.openxmlformats.org/drawingml/2006/table">
            <a:tbl>
              <a:tblPr firstRow="1" bandRow="1">
                <a:noFill/>
                <a:tableStyleId>{78A7CE5A-9291-44BF-B7AB-C0A90AE53633}</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ng</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igh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r>
                        <a:rPr lang="en-US" sz="1500" u="none" strike="noStrike" cap="none">
                          <a:latin typeface="Poppins"/>
                          <a:ea typeface="Poppins"/>
                          <a:cs typeface="Poppins"/>
                          <a:sym typeface="Poppins"/>
                        </a:rPr>
                        <a:t>a</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a:t>
                      </a: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ure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740" name="Google Shape;740;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741" name="Google Shape;741;p1"/>
          <p:cNvCxnSpPr/>
          <p:nvPr/>
        </p:nvCxnSpPr>
        <p:spPr>
          <a:xfrm rot="10800000" flipH="1">
            <a:off x="7974450" y="2287200"/>
            <a:ext cx="35400" cy="24000"/>
          </a:xfrm>
          <a:prstGeom prst="straightConnector1">
            <a:avLst/>
          </a:prstGeom>
          <a:noFill/>
          <a:ln w="19050" cap="flat" cmpd="sng">
            <a:solidFill>
              <a:srgbClr val="000000"/>
            </a:solidFill>
            <a:prstDash val="solid"/>
            <a:round/>
            <a:headEnd type="none" w="sm" len="sm"/>
            <a:tailEnd type="none" w="sm" len="sm"/>
          </a:ln>
        </p:spPr>
      </p:cxnSp>
      <p:sp>
        <p:nvSpPr>
          <p:cNvPr id="742" name="Google Shape;742;p1"/>
          <p:cNvSpPr/>
          <p:nvPr/>
        </p:nvSpPr>
        <p:spPr>
          <a:xfrm>
            <a:off x="4828899" y="5049197"/>
            <a:ext cx="183600" cy="106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43" name="Google Shape;743;p1"/>
          <p:cNvSpPr txBox="1"/>
          <p:nvPr/>
        </p:nvSpPr>
        <p:spPr>
          <a:xfrm>
            <a:off x="892993" y="3625073"/>
            <a:ext cx="5142900" cy="3711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1000"/>
              </a:spcBef>
              <a:spcAft>
                <a:spcPts val="1000"/>
              </a:spcAft>
              <a:buClr>
                <a:srgbClr val="000000"/>
              </a:buClr>
              <a:buSzPts val="1200"/>
              <a:buFont typeface="Arial"/>
              <a:buNone/>
            </a:pPr>
            <a:r>
              <a:rPr lang="en-US" sz="1200" b="0" i="1" u="none" strike="noStrike" cap="none" dirty="0">
                <a:solidFill>
                  <a:srgbClr val="262626"/>
                </a:solidFill>
                <a:latin typeface="Poppins"/>
                <a:ea typeface="Poppins"/>
                <a:cs typeface="Poppins"/>
                <a:sym typeface="Poppins"/>
              </a:rPr>
              <a:t>(Note: due to the amount of content in Phase 3, </a:t>
            </a:r>
            <a:br>
              <a:rPr lang="en-US" sz="1200" b="0" i="1" u="none" strike="noStrike" cap="none" dirty="0">
                <a:solidFill>
                  <a:srgbClr val="262626"/>
                </a:solidFill>
                <a:latin typeface="Poppins"/>
                <a:ea typeface="Poppins"/>
                <a:cs typeface="Poppins"/>
                <a:sym typeface="Poppins"/>
              </a:rPr>
            </a:br>
            <a:r>
              <a:rPr lang="en-US" sz="1200" b="0" i="1" u="none" strike="noStrike" cap="none" dirty="0">
                <a:solidFill>
                  <a:srgbClr val="262626"/>
                </a:solidFill>
                <a:latin typeface="Poppins"/>
                <a:ea typeface="Poppins"/>
                <a:cs typeface="Poppins"/>
                <a:sym typeface="Poppins"/>
              </a:rPr>
              <a:t>an additional lesson can be used for consolidating learning)</a:t>
            </a:r>
            <a:endParaRPr sz="1200" b="0" i="1" u="none" strike="noStrike" cap="none" dirty="0">
              <a:solidFill>
                <a:srgbClr val="262626"/>
              </a:solidFill>
              <a:latin typeface="Poppins"/>
              <a:ea typeface="Poppins"/>
              <a:cs typeface="Poppins"/>
              <a:sym typeface="Poppins"/>
            </a:endParaRPr>
          </a:p>
        </p:txBody>
      </p:sp>
      <p:grpSp>
        <p:nvGrpSpPr>
          <p:cNvPr id="744" name="Google Shape;744;p1"/>
          <p:cNvGrpSpPr/>
          <p:nvPr/>
        </p:nvGrpSpPr>
        <p:grpSpPr>
          <a:xfrm>
            <a:off x="884100" y="4255913"/>
            <a:ext cx="7745103" cy="822876"/>
            <a:chOff x="884100" y="4255913"/>
            <a:chExt cx="7745103" cy="822876"/>
          </a:xfrm>
        </p:grpSpPr>
        <p:pic>
          <p:nvPicPr>
            <p:cNvPr id="745" name="Google Shape;745;p1"/>
            <p:cNvPicPr preferRelativeResize="0"/>
            <p:nvPr/>
          </p:nvPicPr>
          <p:blipFill rotWithShape="1">
            <a:blip r:embed="rId3">
              <a:alphaModFix/>
            </a:blip>
            <a:srcRect l="79" r="79"/>
            <a:stretch/>
          </p:blipFill>
          <p:spPr>
            <a:xfrm>
              <a:off x="884100" y="4255913"/>
              <a:ext cx="581352" cy="822874"/>
            </a:xfrm>
            <a:prstGeom prst="rect">
              <a:avLst/>
            </a:prstGeom>
            <a:noFill/>
            <a:ln>
              <a:noFill/>
            </a:ln>
          </p:spPr>
        </p:pic>
        <p:pic>
          <p:nvPicPr>
            <p:cNvPr id="746" name="Google Shape;746;p1"/>
            <p:cNvPicPr preferRelativeResize="0"/>
            <p:nvPr/>
          </p:nvPicPr>
          <p:blipFill rotWithShape="1">
            <a:blip r:embed="rId4">
              <a:alphaModFix/>
            </a:blip>
            <a:srcRect l="79" r="79"/>
            <a:stretch/>
          </p:blipFill>
          <p:spPr>
            <a:xfrm>
              <a:off x="1139948" y="4255913"/>
              <a:ext cx="581352" cy="822874"/>
            </a:xfrm>
            <a:prstGeom prst="rect">
              <a:avLst/>
            </a:prstGeom>
            <a:noFill/>
            <a:ln>
              <a:noFill/>
            </a:ln>
          </p:spPr>
        </p:pic>
        <p:pic>
          <p:nvPicPr>
            <p:cNvPr id="747" name="Google Shape;747;p1"/>
            <p:cNvPicPr preferRelativeResize="0"/>
            <p:nvPr/>
          </p:nvPicPr>
          <p:blipFill rotWithShape="1">
            <a:blip r:embed="rId5">
              <a:alphaModFix/>
            </a:blip>
            <a:srcRect l="19" r="29"/>
            <a:stretch/>
          </p:blipFill>
          <p:spPr>
            <a:xfrm>
              <a:off x="1395796" y="4255913"/>
              <a:ext cx="581352" cy="822875"/>
            </a:xfrm>
            <a:prstGeom prst="rect">
              <a:avLst/>
            </a:prstGeom>
            <a:noFill/>
            <a:ln>
              <a:noFill/>
            </a:ln>
          </p:spPr>
        </p:pic>
        <p:pic>
          <p:nvPicPr>
            <p:cNvPr id="748" name="Google Shape;748;p1"/>
            <p:cNvPicPr preferRelativeResize="0"/>
            <p:nvPr/>
          </p:nvPicPr>
          <p:blipFill rotWithShape="1">
            <a:blip r:embed="rId6">
              <a:alphaModFix/>
            </a:blip>
            <a:srcRect l="79" r="79"/>
            <a:stretch/>
          </p:blipFill>
          <p:spPr>
            <a:xfrm>
              <a:off x="1651645" y="4255913"/>
              <a:ext cx="581352" cy="822876"/>
            </a:xfrm>
            <a:prstGeom prst="rect">
              <a:avLst/>
            </a:prstGeom>
            <a:noFill/>
            <a:ln>
              <a:noFill/>
            </a:ln>
          </p:spPr>
        </p:pic>
        <p:pic>
          <p:nvPicPr>
            <p:cNvPr id="749" name="Google Shape;749;p1"/>
            <p:cNvPicPr preferRelativeResize="0"/>
            <p:nvPr/>
          </p:nvPicPr>
          <p:blipFill rotWithShape="1">
            <a:blip r:embed="rId7">
              <a:alphaModFix/>
            </a:blip>
            <a:srcRect l="19" r="29"/>
            <a:stretch/>
          </p:blipFill>
          <p:spPr>
            <a:xfrm>
              <a:off x="1907493" y="4255913"/>
              <a:ext cx="581352" cy="822875"/>
            </a:xfrm>
            <a:prstGeom prst="rect">
              <a:avLst/>
            </a:prstGeom>
            <a:noFill/>
            <a:ln>
              <a:noFill/>
            </a:ln>
          </p:spPr>
        </p:pic>
        <p:pic>
          <p:nvPicPr>
            <p:cNvPr id="750" name="Google Shape;750;p1"/>
            <p:cNvPicPr preferRelativeResize="0"/>
            <p:nvPr/>
          </p:nvPicPr>
          <p:blipFill rotWithShape="1">
            <a:blip r:embed="rId8">
              <a:alphaModFix/>
            </a:blip>
            <a:srcRect l="79" r="79"/>
            <a:stretch/>
          </p:blipFill>
          <p:spPr>
            <a:xfrm>
              <a:off x="2163341" y="4255913"/>
              <a:ext cx="581352" cy="822874"/>
            </a:xfrm>
            <a:prstGeom prst="rect">
              <a:avLst/>
            </a:prstGeom>
            <a:noFill/>
            <a:ln>
              <a:noFill/>
            </a:ln>
          </p:spPr>
        </p:pic>
        <p:pic>
          <p:nvPicPr>
            <p:cNvPr id="751" name="Google Shape;751;p1"/>
            <p:cNvPicPr preferRelativeResize="0"/>
            <p:nvPr/>
          </p:nvPicPr>
          <p:blipFill rotWithShape="1">
            <a:blip r:embed="rId9">
              <a:alphaModFix/>
            </a:blip>
            <a:srcRect l="79" r="79"/>
            <a:stretch/>
          </p:blipFill>
          <p:spPr>
            <a:xfrm>
              <a:off x="2419189" y="4255913"/>
              <a:ext cx="581352" cy="822874"/>
            </a:xfrm>
            <a:prstGeom prst="rect">
              <a:avLst/>
            </a:prstGeom>
            <a:noFill/>
            <a:ln>
              <a:noFill/>
            </a:ln>
          </p:spPr>
        </p:pic>
        <p:pic>
          <p:nvPicPr>
            <p:cNvPr id="752" name="Google Shape;752;p1"/>
            <p:cNvPicPr preferRelativeResize="0"/>
            <p:nvPr/>
          </p:nvPicPr>
          <p:blipFill rotWithShape="1">
            <a:blip r:embed="rId10">
              <a:alphaModFix/>
            </a:blip>
            <a:srcRect l="79" r="79"/>
            <a:stretch/>
          </p:blipFill>
          <p:spPr>
            <a:xfrm>
              <a:off x="2675038" y="4255913"/>
              <a:ext cx="581352" cy="822874"/>
            </a:xfrm>
            <a:prstGeom prst="rect">
              <a:avLst/>
            </a:prstGeom>
            <a:noFill/>
            <a:ln>
              <a:noFill/>
            </a:ln>
          </p:spPr>
        </p:pic>
        <p:pic>
          <p:nvPicPr>
            <p:cNvPr id="753" name="Google Shape;753;p1"/>
            <p:cNvPicPr preferRelativeResize="0"/>
            <p:nvPr/>
          </p:nvPicPr>
          <p:blipFill rotWithShape="1">
            <a:blip r:embed="rId11">
              <a:alphaModFix/>
            </a:blip>
            <a:srcRect l="19" r="29"/>
            <a:stretch/>
          </p:blipFill>
          <p:spPr>
            <a:xfrm>
              <a:off x="2930886" y="4255913"/>
              <a:ext cx="581352" cy="822875"/>
            </a:xfrm>
            <a:prstGeom prst="rect">
              <a:avLst/>
            </a:prstGeom>
            <a:noFill/>
            <a:ln>
              <a:noFill/>
            </a:ln>
          </p:spPr>
        </p:pic>
        <p:pic>
          <p:nvPicPr>
            <p:cNvPr id="754" name="Google Shape;754;p1"/>
            <p:cNvPicPr preferRelativeResize="0"/>
            <p:nvPr/>
          </p:nvPicPr>
          <p:blipFill rotWithShape="1">
            <a:blip r:embed="rId12">
              <a:alphaModFix/>
            </a:blip>
            <a:srcRect l="79" r="79"/>
            <a:stretch/>
          </p:blipFill>
          <p:spPr>
            <a:xfrm>
              <a:off x="3186734" y="4255913"/>
              <a:ext cx="581352" cy="822874"/>
            </a:xfrm>
            <a:prstGeom prst="rect">
              <a:avLst/>
            </a:prstGeom>
            <a:noFill/>
            <a:ln>
              <a:noFill/>
            </a:ln>
          </p:spPr>
        </p:pic>
        <p:pic>
          <p:nvPicPr>
            <p:cNvPr id="755" name="Google Shape;755;p1"/>
            <p:cNvPicPr preferRelativeResize="0"/>
            <p:nvPr/>
          </p:nvPicPr>
          <p:blipFill rotWithShape="1">
            <a:blip r:embed="rId13">
              <a:alphaModFix/>
            </a:blip>
            <a:srcRect l="79" r="79"/>
            <a:stretch/>
          </p:blipFill>
          <p:spPr>
            <a:xfrm>
              <a:off x="3442582" y="4255913"/>
              <a:ext cx="581352" cy="822874"/>
            </a:xfrm>
            <a:prstGeom prst="rect">
              <a:avLst/>
            </a:prstGeom>
            <a:noFill/>
            <a:ln>
              <a:noFill/>
            </a:ln>
          </p:spPr>
        </p:pic>
        <p:pic>
          <p:nvPicPr>
            <p:cNvPr id="756" name="Google Shape;756;p1"/>
            <p:cNvPicPr preferRelativeResize="0"/>
            <p:nvPr/>
          </p:nvPicPr>
          <p:blipFill rotWithShape="1">
            <a:blip r:embed="rId14">
              <a:alphaModFix/>
            </a:blip>
            <a:srcRect l="19" r="29"/>
            <a:stretch/>
          </p:blipFill>
          <p:spPr>
            <a:xfrm>
              <a:off x="3698431" y="4255913"/>
              <a:ext cx="581352" cy="822875"/>
            </a:xfrm>
            <a:prstGeom prst="rect">
              <a:avLst/>
            </a:prstGeom>
            <a:noFill/>
            <a:ln>
              <a:noFill/>
            </a:ln>
          </p:spPr>
        </p:pic>
        <p:pic>
          <p:nvPicPr>
            <p:cNvPr id="757" name="Google Shape;757;p1"/>
            <p:cNvPicPr preferRelativeResize="0"/>
            <p:nvPr/>
          </p:nvPicPr>
          <p:blipFill rotWithShape="1">
            <a:blip r:embed="rId15">
              <a:alphaModFix/>
            </a:blip>
            <a:srcRect l="79" r="79"/>
            <a:stretch/>
          </p:blipFill>
          <p:spPr>
            <a:xfrm>
              <a:off x="3954279" y="4255913"/>
              <a:ext cx="581352" cy="822874"/>
            </a:xfrm>
            <a:prstGeom prst="rect">
              <a:avLst/>
            </a:prstGeom>
            <a:noFill/>
            <a:ln>
              <a:noFill/>
            </a:ln>
          </p:spPr>
        </p:pic>
        <p:pic>
          <p:nvPicPr>
            <p:cNvPr id="758" name="Google Shape;758;p1"/>
            <p:cNvPicPr preferRelativeResize="0"/>
            <p:nvPr/>
          </p:nvPicPr>
          <p:blipFill rotWithShape="1">
            <a:blip r:embed="rId16">
              <a:alphaModFix/>
            </a:blip>
            <a:srcRect l="19" r="29"/>
            <a:stretch/>
          </p:blipFill>
          <p:spPr>
            <a:xfrm>
              <a:off x="4210127" y="4255913"/>
              <a:ext cx="581352" cy="822875"/>
            </a:xfrm>
            <a:prstGeom prst="rect">
              <a:avLst/>
            </a:prstGeom>
            <a:noFill/>
            <a:ln>
              <a:noFill/>
            </a:ln>
          </p:spPr>
        </p:pic>
        <p:pic>
          <p:nvPicPr>
            <p:cNvPr id="759" name="Google Shape;759;p1"/>
            <p:cNvPicPr preferRelativeResize="0"/>
            <p:nvPr/>
          </p:nvPicPr>
          <p:blipFill rotWithShape="1">
            <a:blip r:embed="rId17">
              <a:alphaModFix/>
            </a:blip>
            <a:srcRect l="79" r="79"/>
            <a:stretch/>
          </p:blipFill>
          <p:spPr>
            <a:xfrm>
              <a:off x="4465975" y="4255913"/>
              <a:ext cx="581352" cy="822874"/>
            </a:xfrm>
            <a:prstGeom prst="rect">
              <a:avLst/>
            </a:prstGeom>
            <a:noFill/>
            <a:ln>
              <a:noFill/>
            </a:ln>
          </p:spPr>
        </p:pic>
        <p:pic>
          <p:nvPicPr>
            <p:cNvPr id="760" name="Google Shape;760;p1"/>
            <p:cNvPicPr preferRelativeResize="0"/>
            <p:nvPr/>
          </p:nvPicPr>
          <p:blipFill rotWithShape="1">
            <a:blip r:embed="rId18">
              <a:alphaModFix/>
            </a:blip>
            <a:srcRect l="79" r="79"/>
            <a:stretch/>
          </p:blipFill>
          <p:spPr>
            <a:xfrm>
              <a:off x="4721824" y="4255913"/>
              <a:ext cx="581352" cy="822874"/>
            </a:xfrm>
            <a:prstGeom prst="rect">
              <a:avLst/>
            </a:prstGeom>
            <a:noFill/>
            <a:ln>
              <a:noFill/>
            </a:ln>
          </p:spPr>
        </p:pic>
        <p:pic>
          <p:nvPicPr>
            <p:cNvPr id="761" name="Google Shape;761;p1"/>
            <p:cNvPicPr preferRelativeResize="0"/>
            <p:nvPr/>
          </p:nvPicPr>
          <p:blipFill rotWithShape="1">
            <a:blip r:embed="rId19">
              <a:alphaModFix/>
            </a:blip>
            <a:srcRect l="19" r="29"/>
            <a:stretch/>
          </p:blipFill>
          <p:spPr>
            <a:xfrm>
              <a:off x="4977672" y="4255913"/>
              <a:ext cx="581352" cy="822875"/>
            </a:xfrm>
            <a:prstGeom prst="rect">
              <a:avLst/>
            </a:prstGeom>
            <a:noFill/>
            <a:ln>
              <a:noFill/>
            </a:ln>
          </p:spPr>
        </p:pic>
        <p:pic>
          <p:nvPicPr>
            <p:cNvPr id="762" name="Google Shape;762;p1"/>
            <p:cNvPicPr preferRelativeResize="0"/>
            <p:nvPr/>
          </p:nvPicPr>
          <p:blipFill rotWithShape="1">
            <a:blip r:embed="rId20">
              <a:alphaModFix/>
            </a:blip>
            <a:srcRect l="79" r="79"/>
            <a:stretch/>
          </p:blipFill>
          <p:spPr>
            <a:xfrm>
              <a:off x="5233520" y="4255913"/>
              <a:ext cx="581352" cy="822874"/>
            </a:xfrm>
            <a:prstGeom prst="rect">
              <a:avLst/>
            </a:prstGeom>
            <a:noFill/>
            <a:ln>
              <a:noFill/>
            </a:ln>
          </p:spPr>
        </p:pic>
        <p:pic>
          <p:nvPicPr>
            <p:cNvPr id="763" name="Google Shape;763;p1"/>
            <p:cNvPicPr preferRelativeResize="0"/>
            <p:nvPr/>
          </p:nvPicPr>
          <p:blipFill rotWithShape="1">
            <a:blip r:embed="rId21">
              <a:alphaModFix/>
            </a:blip>
            <a:srcRect l="79" r="79"/>
            <a:stretch/>
          </p:blipFill>
          <p:spPr>
            <a:xfrm>
              <a:off x="5489368" y="4255913"/>
              <a:ext cx="581352" cy="822874"/>
            </a:xfrm>
            <a:prstGeom prst="rect">
              <a:avLst/>
            </a:prstGeom>
            <a:noFill/>
            <a:ln>
              <a:noFill/>
            </a:ln>
          </p:spPr>
        </p:pic>
        <p:pic>
          <p:nvPicPr>
            <p:cNvPr id="764" name="Google Shape;764;p1"/>
            <p:cNvPicPr preferRelativeResize="0"/>
            <p:nvPr/>
          </p:nvPicPr>
          <p:blipFill rotWithShape="1">
            <a:blip r:embed="rId22">
              <a:alphaModFix/>
            </a:blip>
            <a:srcRect l="19" r="29"/>
            <a:stretch/>
          </p:blipFill>
          <p:spPr>
            <a:xfrm>
              <a:off x="5745217" y="4255913"/>
              <a:ext cx="581352" cy="822875"/>
            </a:xfrm>
            <a:prstGeom prst="rect">
              <a:avLst/>
            </a:prstGeom>
            <a:noFill/>
            <a:ln>
              <a:noFill/>
            </a:ln>
          </p:spPr>
        </p:pic>
        <p:pic>
          <p:nvPicPr>
            <p:cNvPr id="765" name="Google Shape;765;p1"/>
            <p:cNvPicPr preferRelativeResize="0"/>
            <p:nvPr/>
          </p:nvPicPr>
          <p:blipFill rotWithShape="1">
            <a:blip r:embed="rId23">
              <a:alphaModFix/>
            </a:blip>
            <a:srcRect l="79" r="79"/>
            <a:stretch/>
          </p:blipFill>
          <p:spPr>
            <a:xfrm>
              <a:off x="6001065" y="4255913"/>
              <a:ext cx="581352" cy="822874"/>
            </a:xfrm>
            <a:prstGeom prst="rect">
              <a:avLst/>
            </a:prstGeom>
            <a:noFill/>
            <a:ln>
              <a:noFill/>
            </a:ln>
          </p:spPr>
        </p:pic>
        <p:pic>
          <p:nvPicPr>
            <p:cNvPr id="766" name="Google Shape;766;p1"/>
            <p:cNvPicPr preferRelativeResize="0"/>
            <p:nvPr/>
          </p:nvPicPr>
          <p:blipFill rotWithShape="1">
            <a:blip r:embed="rId24">
              <a:alphaModFix/>
            </a:blip>
            <a:srcRect l="19" r="29"/>
            <a:stretch/>
          </p:blipFill>
          <p:spPr>
            <a:xfrm>
              <a:off x="6256913" y="4255913"/>
              <a:ext cx="581352" cy="822875"/>
            </a:xfrm>
            <a:prstGeom prst="rect">
              <a:avLst/>
            </a:prstGeom>
            <a:noFill/>
            <a:ln>
              <a:noFill/>
            </a:ln>
          </p:spPr>
        </p:pic>
        <p:pic>
          <p:nvPicPr>
            <p:cNvPr id="767" name="Google Shape;767;p1"/>
            <p:cNvPicPr preferRelativeResize="0"/>
            <p:nvPr/>
          </p:nvPicPr>
          <p:blipFill rotWithShape="1">
            <a:blip r:embed="rId25">
              <a:alphaModFix/>
            </a:blip>
            <a:srcRect l="79" r="79"/>
            <a:stretch/>
          </p:blipFill>
          <p:spPr>
            <a:xfrm>
              <a:off x="6512761" y="4255913"/>
              <a:ext cx="581352" cy="822874"/>
            </a:xfrm>
            <a:prstGeom prst="rect">
              <a:avLst/>
            </a:prstGeom>
            <a:noFill/>
            <a:ln>
              <a:noFill/>
            </a:ln>
          </p:spPr>
        </p:pic>
        <p:pic>
          <p:nvPicPr>
            <p:cNvPr id="768" name="Google Shape;768;p1"/>
            <p:cNvPicPr preferRelativeResize="0"/>
            <p:nvPr/>
          </p:nvPicPr>
          <p:blipFill rotWithShape="1">
            <a:blip r:embed="rId26">
              <a:alphaModFix/>
            </a:blip>
            <a:srcRect l="79" r="79"/>
            <a:stretch/>
          </p:blipFill>
          <p:spPr>
            <a:xfrm>
              <a:off x="6768610" y="4255913"/>
              <a:ext cx="581352" cy="822874"/>
            </a:xfrm>
            <a:prstGeom prst="rect">
              <a:avLst/>
            </a:prstGeom>
            <a:noFill/>
            <a:ln>
              <a:noFill/>
            </a:ln>
          </p:spPr>
        </p:pic>
        <p:pic>
          <p:nvPicPr>
            <p:cNvPr id="769" name="Google Shape;769;p1"/>
            <p:cNvPicPr preferRelativeResize="0"/>
            <p:nvPr/>
          </p:nvPicPr>
          <p:blipFill rotWithShape="1">
            <a:blip r:embed="rId27">
              <a:alphaModFix/>
            </a:blip>
            <a:srcRect l="19" r="29"/>
            <a:stretch/>
          </p:blipFill>
          <p:spPr>
            <a:xfrm>
              <a:off x="7024458" y="4255913"/>
              <a:ext cx="581352" cy="822875"/>
            </a:xfrm>
            <a:prstGeom prst="rect">
              <a:avLst/>
            </a:prstGeom>
            <a:noFill/>
            <a:ln>
              <a:noFill/>
            </a:ln>
          </p:spPr>
        </p:pic>
        <p:pic>
          <p:nvPicPr>
            <p:cNvPr id="770" name="Google Shape;770;p1"/>
            <p:cNvPicPr preferRelativeResize="0"/>
            <p:nvPr/>
          </p:nvPicPr>
          <p:blipFill rotWithShape="1">
            <a:blip r:embed="rId28">
              <a:alphaModFix/>
            </a:blip>
            <a:srcRect l="79" r="79"/>
            <a:stretch/>
          </p:blipFill>
          <p:spPr>
            <a:xfrm>
              <a:off x="7280306" y="4255913"/>
              <a:ext cx="581352" cy="822874"/>
            </a:xfrm>
            <a:prstGeom prst="rect">
              <a:avLst/>
            </a:prstGeom>
            <a:noFill/>
            <a:ln>
              <a:noFill/>
            </a:ln>
          </p:spPr>
        </p:pic>
        <p:pic>
          <p:nvPicPr>
            <p:cNvPr id="771" name="Google Shape;771;p1"/>
            <p:cNvPicPr preferRelativeResize="0"/>
            <p:nvPr/>
          </p:nvPicPr>
          <p:blipFill rotWithShape="1">
            <a:blip r:embed="rId29">
              <a:alphaModFix/>
            </a:blip>
            <a:srcRect l="79" r="79"/>
            <a:stretch/>
          </p:blipFill>
          <p:spPr>
            <a:xfrm>
              <a:off x="7536154" y="4255913"/>
              <a:ext cx="581352" cy="822874"/>
            </a:xfrm>
            <a:prstGeom prst="rect">
              <a:avLst/>
            </a:prstGeom>
            <a:noFill/>
            <a:ln>
              <a:noFill/>
            </a:ln>
          </p:spPr>
        </p:pic>
        <p:pic>
          <p:nvPicPr>
            <p:cNvPr id="772" name="Google Shape;772;p1"/>
            <p:cNvPicPr preferRelativeResize="0"/>
            <p:nvPr/>
          </p:nvPicPr>
          <p:blipFill rotWithShape="1">
            <a:blip r:embed="rId30">
              <a:alphaModFix/>
            </a:blip>
            <a:srcRect l="19" r="29"/>
            <a:stretch/>
          </p:blipFill>
          <p:spPr>
            <a:xfrm>
              <a:off x="7792003" y="4255913"/>
              <a:ext cx="581352" cy="822875"/>
            </a:xfrm>
            <a:prstGeom prst="rect">
              <a:avLst/>
            </a:prstGeom>
            <a:noFill/>
            <a:ln>
              <a:noFill/>
            </a:ln>
          </p:spPr>
        </p:pic>
        <p:pic>
          <p:nvPicPr>
            <p:cNvPr id="773" name="Google Shape;773;p1"/>
            <p:cNvPicPr preferRelativeResize="0"/>
            <p:nvPr/>
          </p:nvPicPr>
          <p:blipFill rotWithShape="1">
            <a:blip r:embed="rId31">
              <a:alphaModFix/>
            </a:blip>
            <a:srcRect l="79" r="79"/>
            <a:stretch/>
          </p:blipFill>
          <p:spPr>
            <a:xfrm>
              <a:off x="8047851" y="4255913"/>
              <a:ext cx="581352" cy="822874"/>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78"/>
        <p:cNvGrpSpPr/>
        <p:nvPr/>
      </p:nvGrpSpPr>
      <p:grpSpPr>
        <a:xfrm>
          <a:off x="0" y="0"/>
          <a:ext cx="0" cy="0"/>
          <a:chOff x="0" y="0"/>
          <a:chExt cx="0" cy="0"/>
        </a:xfrm>
      </p:grpSpPr>
      <p:sp>
        <p:nvSpPr>
          <p:cNvPr id="779" name="Google Shape;779;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Common Exception Words and High Frequency Words.</a:t>
            </a:r>
            <a:endParaRPr/>
          </a:p>
        </p:txBody>
      </p:sp>
      <p:sp>
        <p:nvSpPr>
          <p:cNvPr id="780" name="Google Shape;780;g2bee4f4af4b_0_204"/>
          <p:cNvSpPr txBox="1">
            <a:spLocks noGrp="1"/>
          </p:cNvSpPr>
          <p:nvPr>
            <p:ph type="body" idx="2"/>
          </p:nvPr>
        </p:nvSpPr>
        <p:spPr>
          <a:xfrm>
            <a:off x="3298550" y="1701026"/>
            <a:ext cx="4850100" cy="16425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all Phase 3 Common Exception Words learned so far </a:t>
            </a:r>
            <a:r>
              <a:rPr lang="en-US">
                <a:solidFill>
                  <a:srgbClr val="2356AF"/>
                </a:solidFill>
              </a:rPr>
              <a:t>push they me we be he she my by looked you are there here were all sure.</a:t>
            </a:r>
            <a:endParaRPr>
              <a:solidFill>
                <a:srgbClr val="2356AF"/>
              </a:solidFill>
            </a:endParaRPr>
          </a:p>
        </p:txBody>
      </p:sp>
      <p:sp>
        <p:nvSpPr>
          <p:cNvPr id="781" name="Google Shape;781;g2bee4f4af4b_0_204"/>
          <p:cNvSpPr txBox="1"/>
          <p:nvPr/>
        </p:nvSpPr>
        <p:spPr>
          <a:xfrm>
            <a:off x="6159698" y="56422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82" name="Google Shape;782;g2bee4f4af4b_0_204"/>
          <p:cNvSpPr txBox="1"/>
          <p:nvPr/>
        </p:nvSpPr>
        <p:spPr>
          <a:xfrm>
            <a:off x="5796675" y="5194126"/>
            <a:ext cx="15396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br>
              <a:rPr lang="en-US" sz="900" b="0" i="0" u="none" strike="noStrike" cap="none">
                <a:solidFill>
                  <a:srgbClr val="757070"/>
                </a:solidFill>
                <a:latin typeface="Poppins Medium"/>
                <a:ea typeface="Poppins Medium"/>
                <a:cs typeface="Poppins Medium"/>
                <a:sym typeface="Poppins Medium"/>
              </a:rPr>
            </a:br>
            <a:r>
              <a:rPr lang="en-US" sz="900" b="0" i="1" u="none" strike="noStrike" cap="none">
                <a:solidFill>
                  <a:srgbClr val="757070"/>
                </a:solidFill>
                <a:latin typeface="Poppins Medium"/>
                <a:ea typeface="Poppins Medium"/>
                <a:cs typeface="Poppins Medium"/>
                <a:sym typeface="Poppins Medium"/>
              </a:rPr>
              <a:t>Phase 3</a:t>
            </a:r>
            <a:endParaRPr sz="1400" b="0" i="0" u="none" strike="noStrike" cap="none">
              <a:solidFill>
                <a:srgbClr val="000000"/>
              </a:solidFill>
              <a:latin typeface="Poppins Medium"/>
              <a:ea typeface="Poppins Medium"/>
              <a:cs typeface="Poppins Medium"/>
              <a:sym typeface="Poppins Medium"/>
            </a:endParaRPr>
          </a:p>
        </p:txBody>
      </p:sp>
      <p:pic>
        <p:nvPicPr>
          <p:cNvPr id="783" name="Google Shape;783;g2bee4f4af4b_0_204"/>
          <p:cNvPicPr preferRelativeResize="0"/>
          <p:nvPr/>
        </p:nvPicPr>
        <p:blipFill rotWithShape="1">
          <a:blip r:embed="rId3">
            <a:alphaModFix/>
          </a:blip>
          <a:srcRect t="89" b="79"/>
          <a:stretch/>
        </p:blipFill>
        <p:spPr>
          <a:xfrm>
            <a:off x="6100511" y="4402304"/>
            <a:ext cx="931974" cy="665199"/>
          </a:xfrm>
          <a:prstGeom prst="rect">
            <a:avLst/>
          </a:prstGeom>
          <a:noFill/>
          <a:ln>
            <a:noFill/>
          </a:ln>
          <a:effectLst>
            <a:outerShdw blurRad="71438" dist="19050" dir="5220000" algn="bl" rotWithShape="0">
              <a:srgbClr val="D8D8D8"/>
            </a:outerShdw>
          </a:effectLst>
        </p:spPr>
      </p:pic>
      <p:sp>
        <p:nvSpPr>
          <p:cNvPr id="784" name="Google Shape;784;g2bee4f4af4b_0_204"/>
          <p:cNvSpPr txBox="1"/>
          <p:nvPr/>
        </p:nvSpPr>
        <p:spPr>
          <a:xfrm>
            <a:off x="7438021" y="56422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785" name="Google Shape;785;g2bee4f4af4b_0_204"/>
          <p:cNvSpPr txBox="1"/>
          <p:nvPr/>
        </p:nvSpPr>
        <p:spPr>
          <a:xfrm>
            <a:off x="7230721" y="53327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86" name="Google Shape;786;g2bee4f4af4b_0_204"/>
          <p:cNvPicPr preferRelativeResize="0"/>
          <p:nvPr/>
        </p:nvPicPr>
        <p:blipFill rotWithShape="1">
          <a:blip r:embed="rId4">
            <a:alphaModFix/>
          </a:blip>
          <a:srcRect t="89" b="99"/>
          <a:stretch/>
        </p:blipFill>
        <p:spPr>
          <a:xfrm>
            <a:off x="7451396" y="4439693"/>
            <a:ext cx="786850" cy="590421"/>
          </a:xfrm>
          <a:prstGeom prst="rect">
            <a:avLst/>
          </a:prstGeom>
          <a:noFill/>
          <a:ln>
            <a:noFill/>
          </a:ln>
          <a:effectLst>
            <a:outerShdw blurRad="71438" dist="19050" dir="5220000" algn="bl" rotWithShape="0">
              <a:srgbClr val="D8D8D8"/>
            </a:outerShdw>
          </a:effectLst>
        </p:spPr>
      </p:pic>
      <p:sp>
        <p:nvSpPr>
          <p:cNvPr id="787" name="Google Shape;787;g2bee4f4af4b_0_204"/>
          <p:cNvSpPr txBox="1"/>
          <p:nvPr/>
        </p:nvSpPr>
        <p:spPr>
          <a:xfrm>
            <a:off x="791870" y="3854969"/>
            <a:ext cx="7215900" cy="338700"/>
          </a:xfrm>
          <a:prstGeom prst="rect">
            <a:avLst/>
          </a:prstGeom>
          <a:noFill/>
          <a:ln>
            <a:noFill/>
          </a:ln>
        </p:spPr>
        <p:txBody>
          <a:bodyPr spcFirstLastPara="1" wrap="square" lIns="91425" tIns="45700" rIns="91425" bIns="45700" anchor="t" anchorCtr="0">
            <a:normAutofit/>
          </a:bodyPr>
          <a:lstStyle/>
          <a:p>
            <a:pPr marL="0" marR="0" lvl="0" indent="0" algn="l" rtl="0">
              <a:lnSpc>
                <a:spcPct val="80000"/>
              </a:lnSpc>
              <a:spcBef>
                <a:spcPts val="1000"/>
              </a:spcBef>
              <a:spcAft>
                <a:spcPts val="0"/>
              </a:spcAft>
              <a:buClr>
                <a:srgbClr val="000000"/>
              </a:buClr>
              <a:buSzPts val="1200"/>
              <a:buFont typeface="Arial"/>
              <a:buNone/>
            </a:pPr>
            <a:r>
              <a:rPr lang="en-US" sz="1200" b="0" i="1" u="none" strike="noStrike" cap="none">
                <a:solidFill>
                  <a:srgbClr val="262626"/>
                </a:solidFill>
                <a:latin typeface="Poppins"/>
                <a:ea typeface="Poppins"/>
                <a:cs typeface="Poppins"/>
                <a:sym typeface="Poppins"/>
              </a:rPr>
              <a:t>All Phase 3 Supplementary Resources can be used as part of Review</a:t>
            </a:r>
            <a:endParaRPr sz="1200" b="0" i="1" u="none" strike="noStrike" cap="none">
              <a:solidFill>
                <a:srgbClr val="262626"/>
              </a:solidFill>
              <a:latin typeface="Poppins"/>
              <a:ea typeface="Poppins"/>
              <a:cs typeface="Poppins"/>
              <a:sym typeface="Poppins"/>
            </a:endParaRPr>
          </a:p>
        </p:txBody>
      </p:sp>
      <p:sp>
        <p:nvSpPr>
          <p:cNvPr id="788" name="Google Shape;788;g2bee4f4af4b_0_204"/>
          <p:cNvSpPr txBox="1"/>
          <p:nvPr/>
        </p:nvSpPr>
        <p:spPr>
          <a:xfrm>
            <a:off x="2506251" y="56422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789" name="Google Shape;789;g2bee4f4af4b_0_204"/>
          <p:cNvSpPr txBox="1"/>
          <p:nvPr/>
        </p:nvSpPr>
        <p:spPr>
          <a:xfrm>
            <a:off x="2298951" y="53327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90" name="Google Shape;790;g2bee4f4af4b_0_204"/>
          <p:cNvPicPr preferRelativeResize="0"/>
          <p:nvPr/>
        </p:nvPicPr>
        <p:blipFill rotWithShape="1">
          <a:blip r:embed="rId5">
            <a:alphaModFix/>
          </a:blip>
          <a:srcRect l="79" r="79"/>
          <a:stretch/>
        </p:blipFill>
        <p:spPr>
          <a:xfrm>
            <a:off x="2519626" y="4178060"/>
            <a:ext cx="786850" cy="1113689"/>
          </a:xfrm>
          <a:prstGeom prst="rect">
            <a:avLst/>
          </a:prstGeom>
          <a:noFill/>
          <a:ln>
            <a:noFill/>
          </a:ln>
          <a:effectLst>
            <a:outerShdw blurRad="71438" dist="19050" dir="5220000" algn="bl" rotWithShape="0">
              <a:srgbClr val="D8D8D8"/>
            </a:outerShdw>
          </a:effectLst>
        </p:spPr>
      </p:pic>
      <p:sp>
        <p:nvSpPr>
          <p:cNvPr id="791" name="Google Shape;791;g2bee4f4af4b_0_204"/>
          <p:cNvSpPr txBox="1"/>
          <p:nvPr/>
        </p:nvSpPr>
        <p:spPr>
          <a:xfrm>
            <a:off x="3786506" y="56422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92" name="Google Shape;792;g2bee4f4af4b_0_204"/>
          <p:cNvSpPr txBox="1"/>
          <p:nvPr/>
        </p:nvSpPr>
        <p:spPr>
          <a:xfrm>
            <a:off x="3579206" y="53327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93" name="Google Shape;793;g2bee4f4af4b_0_204"/>
          <p:cNvPicPr preferRelativeResize="0"/>
          <p:nvPr/>
        </p:nvPicPr>
        <p:blipFill rotWithShape="1">
          <a:blip r:embed="rId6">
            <a:alphaModFix/>
          </a:blip>
          <a:srcRect l="159" r="149"/>
          <a:stretch/>
        </p:blipFill>
        <p:spPr>
          <a:xfrm>
            <a:off x="3786506" y="4246188"/>
            <a:ext cx="813600" cy="977433"/>
          </a:xfrm>
          <a:prstGeom prst="rect">
            <a:avLst/>
          </a:prstGeom>
          <a:noFill/>
          <a:ln>
            <a:noFill/>
          </a:ln>
          <a:effectLst>
            <a:outerShdw blurRad="71438" dist="19050" dir="5220000" algn="bl" rotWithShape="0">
              <a:srgbClr val="D8D8D8"/>
            </a:outerShdw>
          </a:effectLst>
        </p:spPr>
      </p:pic>
      <p:sp>
        <p:nvSpPr>
          <p:cNvPr id="794" name="Google Shape;794;g2bee4f4af4b_0_204"/>
          <p:cNvSpPr txBox="1"/>
          <p:nvPr/>
        </p:nvSpPr>
        <p:spPr>
          <a:xfrm>
            <a:off x="1226076" y="56422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795" name="Google Shape;795;g2bee4f4af4b_0_204"/>
          <p:cNvSpPr txBox="1"/>
          <p:nvPr/>
        </p:nvSpPr>
        <p:spPr>
          <a:xfrm>
            <a:off x="894576" y="53327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dirty="0">
                <a:solidFill>
                  <a:srgbClr val="757070"/>
                </a:solidFill>
                <a:latin typeface="Poppins Medium"/>
                <a:ea typeface="Poppins Medium"/>
                <a:cs typeface="Poppins Medium"/>
                <a:sym typeface="Poppins Medium"/>
              </a:rPr>
              <a:t>Phonemic Awareness Cards</a:t>
            </a:r>
            <a:endParaRPr sz="1400" b="0" i="0" u="none" strike="noStrike" cap="none" dirty="0">
              <a:solidFill>
                <a:srgbClr val="000000"/>
              </a:solidFill>
              <a:latin typeface="Poppins Medium"/>
              <a:ea typeface="Poppins Medium"/>
              <a:cs typeface="Poppins Medium"/>
              <a:sym typeface="Poppins Medium"/>
            </a:endParaRPr>
          </a:p>
        </p:txBody>
      </p:sp>
      <p:pic>
        <p:nvPicPr>
          <p:cNvPr id="796" name="Google Shape;796;g2bee4f4af4b_0_204"/>
          <p:cNvPicPr preferRelativeResize="0"/>
          <p:nvPr/>
        </p:nvPicPr>
        <p:blipFill rotWithShape="1">
          <a:blip r:embed="rId7">
            <a:alphaModFix/>
          </a:blip>
          <a:srcRect l="39" r="49"/>
          <a:stretch/>
        </p:blipFill>
        <p:spPr>
          <a:xfrm>
            <a:off x="946800" y="4460354"/>
            <a:ext cx="1372150" cy="549100"/>
          </a:xfrm>
          <a:prstGeom prst="rect">
            <a:avLst/>
          </a:prstGeom>
          <a:noFill/>
          <a:ln>
            <a:noFill/>
          </a:ln>
          <a:effectLst>
            <a:outerShdw blurRad="71438" dist="19050" dir="5220000" algn="bl" rotWithShape="0">
              <a:srgbClr val="D8D8D8"/>
            </a:outerShdw>
          </a:effectLst>
        </p:spPr>
      </p:pic>
      <p:sp>
        <p:nvSpPr>
          <p:cNvPr id="797" name="Google Shape;797;g2bee4f4af4b_0_204"/>
          <p:cNvSpPr txBox="1"/>
          <p:nvPr/>
        </p:nvSpPr>
        <p:spPr>
          <a:xfrm>
            <a:off x="4974061" y="56422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98" name="Google Shape;798;g2bee4f4af4b_0_204"/>
          <p:cNvSpPr txBox="1"/>
          <p:nvPr/>
        </p:nvSpPr>
        <p:spPr>
          <a:xfrm>
            <a:off x="4859461" y="53327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99" name="Google Shape;799;g2bee4f4af4b_0_204"/>
          <p:cNvPicPr preferRelativeResize="0"/>
          <p:nvPr/>
        </p:nvPicPr>
        <p:blipFill rotWithShape="1">
          <a:blip r:embed="rId8">
            <a:alphaModFix/>
          </a:blip>
          <a:srcRect/>
          <a:stretch/>
        </p:blipFill>
        <p:spPr>
          <a:xfrm>
            <a:off x="5073599" y="4308453"/>
            <a:ext cx="614525" cy="852902"/>
          </a:xfrm>
          <a:prstGeom prst="rect">
            <a:avLst/>
          </a:prstGeom>
          <a:noFill/>
          <a:ln>
            <a:noFill/>
          </a:ln>
          <a:effectLst>
            <a:outerShdw blurRad="71438" dist="19050" dir="5220000" algn="bl" rotWithShape="0">
              <a:srgbClr val="D8D8D8"/>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5" name="Google Shape;805;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806" name="Google Shape;806;g26b641b03cd_0_165"/>
          <p:cNvGrpSpPr/>
          <p:nvPr/>
        </p:nvGrpSpPr>
        <p:grpSpPr>
          <a:xfrm>
            <a:off x="930400" y="2129444"/>
            <a:ext cx="7283200" cy="3724851"/>
            <a:chOff x="930400" y="2129444"/>
            <a:chExt cx="7283200" cy="3724851"/>
          </a:xfrm>
        </p:grpSpPr>
        <p:pic>
          <p:nvPicPr>
            <p:cNvPr id="807" name="Google Shape;807;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808" name="Google Shape;808;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809" name="Google Shape;809;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810" name="Google Shape;810;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811" name="Google Shape;811;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812" name="Google Shape;812;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813" name="Google Shape;813;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814" name="Google Shape;814;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815" name="Google Shape;815;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816" name="Google Shape;816;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817" name="Google Shape;817;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818" name="Google Shape;818;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819" name="Google Shape;819;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820" name="Google Shape;820;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821" name="Google Shape;821;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822" name="Google Shape;822;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823" name="Google Shape;823;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824" name="Google Shape;824;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825" name="Google Shape;825;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826" name="Google Shape;826;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827" name="Google Shape;827;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828" name="Google Shape;828;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829" name="Google Shape;829;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36" name="Google Shape;836;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837" name="Google Shape;837;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38" name="Google Shape;838;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839" name="Google Shape;839;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840" name="Google Shape;840;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41" name="Google Shape;841;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842" name="Google Shape;842;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843" name="Google Shape;843;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44" name="Google Shape;844;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845" name="Google Shape;845;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846" name="Google Shape;846;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847" name="Google Shape;847;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48" name="Google Shape;848;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49" name="Google Shape;849;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850" name="Google Shape;850;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51" name="Google Shape;851;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52" name="Google Shape;852;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53" name="Google Shape;853;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54" name="Google Shape;854;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55" name="Google Shape;855;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856" name="Google Shape;856;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57" name="Google Shape;857;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58" name="Google Shape;858;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59" name="Google Shape;859;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60" name="Google Shape;860;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61" name="Google Shape;861;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62" name="Google Shape;862;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63" name="Google Shape;863;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64" name="Google Shape;864;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solidFill>
                  <a:schemeClr val="dk1"/>
                </a:solidFill>
              </a:rPr>
              <a:t>.</a:t>
            </a:r>
            <a:endParaRPr>
              <a:solidFill>
                <a:schemeClr val="dk1"/>
              </a:solidFill>
            </a:endParaRPr>
          </a:p>
        </p:txBody>
      </p:sp>
      <p:grpSp>
        <p:nvGrpSpPr>
          <p:cNvPr id="871" name="Google Shape;871;g26b7edf6e71_0_109"/>
          <p:cNvGrpSpPr/>
          <p:nvPr/>
        </p:nvGrpSpPr>
        <p:grpSpPr>
          <a:xfrm>
            <a:off x="867357" y="2129450"/>
            <a:ext cx="7282807" cy="2686611"/>
            <a:chOff x="867357" y="2129450"/>
            <a:chExt cx="7282807" cy="2686611"/>
          </a:xfrm>
        </p:grpSpPr>
        <p:pic>
          <p:nvPicPr>
            <p:cNvPr id="872" name="Google Shape;872;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73" name="Google Shape;873;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74" name="Google Shape;874;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75" name="Google Shape;875;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76" name="Google Shape;876;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77" name="Google Shape;877;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8" name="Google Shape;878;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9" name="Google Shape;879;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80" name="Google Shape;880;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81" name="Google Shape;881;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82" name="Google Shape;882;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83" name="Google Shape;883;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84" name="Google Shape;884;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85" name="Google Shape;885;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g1f819e611e3_0_8"/>
          <p:cNvSpPr txBox="1"/>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3 </a:t>
            </a:r>
            <a:r>
              <a:rPr lang="en-US" sz="2400">
                <a:latin typeface="Poppins"/>
                <a:ea typeface="Poppins"/>
                <a:cs typeface="Poppins"/>
                <a:sym typeface="Poppins"/>
              </a:rPr>
              <a:t>Common Exception Word</a:t>
            </a:r>
            <a:r>
              <a:rPr lang="en-US" sz="2400" b="0" i="0" u="none" strike="noStrike" cap="none">
                <a:solidFill>
                  <a:srgbClr val="000000"/>
                </a:solidFill>
                <a:latin typeface="Poppins"/>
                <a:ea typeface="Poppins"/>
                <a:cs typeface="Poppins"/>
                <a:sym typeface="Poppins"/>
              </a:rPr>
              <a:t>s </a:t>
            </a:r>
            <a:r>
              <a:rPr lang="en-US" sz="2400" b="0" i="0" u="none" strike="noStrike" cap="none">
                <a:solidFill>
                  <a:srgbClr val="2356AF"/>
                </a:solidFill>
                <a:latin typeface="Poppins"/>
                <a:ea typeface="Poppins"/>
                <a:cs typeface="Poppins"/>
                <a:sym typeface="Poppins"/>
              </a:rPr>
              <a:t>push they me we be he she my by looked you are there here were all sure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grpSp>
        <p:nvGrpSpPr>
          <p:cNvPr id="892" name="Google Shape;892;g1f819e611e3_0_8"/>
          <p:cNvGrpSpPr/>
          <p:nvPr/>
        </p:nvGrpSpPr>
        <p:grpSpPr>
          <a:xfrm>
            <a:off x="868300" y="2129450"/>
            <a:ext cx="7281864" cy="2684601"/>
            <a:chOff x="868300" y="2129450"/>
            <a:chExt cx="7281864" cy="2684601"/>
          </a:xfrm>
        </p:grpSpPr>
        <p:pic>
          <p:nvPicPr>
            <p:cNvPr id="893" name="Google Shape;893;g1f819e611e3_0_8"/>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94" name="Google Shape;894;g1f819e611e3_0_8"/>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95" name="Google Shape;895;g1f819e611e3_0_8"/>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96" name="Google Shape;896;g1f819e611e3_0_8"/>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97" name="Google Shape;897;g1f819e611e3_0_8"/>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98" name="Google Shape;898;g1f819e611e3_0_8"/>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99" name="Google Shape;899;g1f819e611e3_0_8"/>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900" name="Google Shape;900;g1f819e611e3_0_8"/>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901" name="Google Shape;901;g1f819e611e3_0_8"/>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902" name="Google Shape;902;g1f819e611e3_0_8"/>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903" name="Google Shape;903;g1f819e611e3_0_8"/>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904" name="Google Shape;904;g1f819e611e3_0_8"/>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05" name="Google Shape;905;g1f819e611e3_0_8"/>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06" name="Google Shape;906;g1f819e611e3_0_8"/>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07" name="Google Shape;907;g1f819e611e3_0_8"/>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08" name="Google Shape;908;g1f819e611e3_0_8"/>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09" name="Google Shape;909;g1f819e611e3_0_8"/>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910" name="Google Shape;910;g1f819e611e3_0_8"/>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911" name="Google Shape;911;g1f819e611e3_0_8"/>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912" name="Google Shape;912;g1f819e611e3_0_8"/>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913" name="Google Shape;913;g1f819e611e3_0_8"/>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914" name="Google Shape;914;g1f819e611e3_0_8"/>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915" name="Google Shape;915;g1f819e611e3_0_8"/>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16" name="Google Shape;916;g1f819e611e3_0_8"/>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17" name="Google Shape;917;g1f819e611e3_0_8"/>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18" name="Google Shape;918;g1f819e611e3_0_8"/>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19" name="Google Shape;919;g1f819e611e3_0_8"/>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20" name="Google Shape;920;g1f819e611e3_0_8"/>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25"/>
        <p:cNvGrpSpPr/>
        <p:nvPr/>
      </p:nvGrpSpPr>
      <p:grpSpPr>
        <a:xfrm>
          <a:off x="0" y="0"/>
          <a:ext cx="0" cy="0"/>
          <a:chOff x="0" y="0"/>
          <a:chExt cx="0" cy="0"/>
        </a:xfrm>
      </p:grpSpPr>
      <p:sp>
        <p:nvSpPr>
          <p:cNvPr id="926" name="Google Shape;926;g2d180be752d_0_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solidFill>
                  <a:srgbClr val="2F286F"/>
                </a:solidFill>
              </a:rPr>
              <a:t>Find a Grapheme</a:t>
            </a:r>
            <a:endParaRPr>
              <a:solidFill>
                <a:srgbClr val="2F286F"/>
              </a:solidFill>
            </a:endParaRPr>
          </a:p>
        </p:txBody>
      </p:sp>
      <p:sp>
        <p:nvSpPr>
          <p:cNvPr id="927" name="Google Shape;927;g2d180be752d_0_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WHEN GIVEN A SOUND</a:t>
            </a:r>
            <a:endParaRPr/>
          </a:p>
        </p:txBody>
      </p:sp>
      <p:sp>
        <p:nvSpPr>
          <p:cNvPr id="928" name="Google Shape;928;g2d180be752d_0_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graphicFrame>
        <p:nvGraphicFramePr>
          <p:cNvPr id="929" name="Google Shape;929;g2d180be752d_0_85"/>
          <p:cNvGraphicFramePr/>
          <p:nvPr/>
        </p:nvGraphicFramePr>
        <p:xfrm>
          <a:off x="924925" y="1633422"/>
          <a:ext cx="7294050" cy="2849775"/>
        </p:xfrm>
        <a:graphic>
          <a:graphicData uri="http://schemas.openxmlformats.org/drawingml/2006/table">
            <a:tbl>
              <a:tblPr firstRow="1" bandRow="1">
                <a:noFill/>
                <a:tableStyleId>{78A7CE5A-9291-44BF-B7AB-C0A90AE53633}</a:tableStyleId>
              </a:tblPr>
              <a:tblGrid>
                <a:gridCol w="810450">
                  <a:extLst>
                    <a:ext uri="{9D8B030D-6E8A-4147-A177-3AD203B41FA5}">
                      <a16:colId xmlns:a16="http://schemas.microsoft.com/office/drawing/2014/main" val="20000"/>
                    </a:ext>
                  </a:extLst>
                </a:gridCol>
                <a:gridCol w="810450">
                  <a:extLst>
                    <a:ext uri="{9D8B030D-6E8A-4147-A177-3AD203B41FA5}">
                      <a16:colId xmlns:a16="http://schemas.microsoft.com/office/drawing/2014/main" val="20001"/>
                    </a:ext>
                  </a:extLst>
                </a:gridCol>
                <a:gridCol w="810450">
                  <a:extLst>
                    <a:ext uri="{9D8B030D-6E8A-4147-A177-3AD203B41FA5}">
                      <a16:colId xmlns:a16="http://schemas.microsoft.com/office/drawing/2014/main" val="20002"/>
                    </a:ext>
                  </a:extLst>
                </a:gridCol>
                <a:gridCol w="810450">
                  <a:extLst>
                    <a:ext uri="{9D8B030D-6E8A-4147-A177-3AD203B41FA5}">
                      <a16:colId xmlns:a16="http://schemas.microsoft.com/office/drawing/2014/main" val="20003"/>
                    </a:ext>
                  </a:extLst>
                </a:gridCol>
                <a:gridCol w="810450">
                  <a:extLst>
                    <a:ext uri="{9D8B030D-6E8A-4147-A177-3AD203B41FA5}">
                      <a16:colId xmlns:a16="http://schemas.microsoft.com/office/drawing/2014/main" val="20004"/>
                    </a:ext>
                  </a:extLst>
                </a:gridCol>
                <a:gridCol w="810450">
                  <a:extLst>
                    <a:ext uri="{9D8B030D-6E8A-4147-A177-3AD203B41FA5}">
                      <a16:colId xmlns:a16="http://schemas.microsoft.com/office/drawing/2014/main" val="20005"/>
                    </a:ext>
                  </a:extLst>
                </a:gridCol>
                <a:gridCol w="810450">
                  <a:extLst>
                    <a:ext uri="{9D8B030D-6E8A-4147-A177-3AD203B41FA5}">
                      <a16:colId xmlns:a16="http://schemas.microsoft.com/office/drawing/2014/main" val="20006"/>
                    </a:ext>
                  </a:extLst>
                </a:gridCol>
                <a:gridCol w="810450">
                  <a:extLst>
                    <a:ext uri="{9D8B030D-6E8A-4147-A177-3AD203B41FA5}">
                      <a16:colId xmlns:a16="http://schemas.microsoft.com/office/drawing/2014/main" val="20007"/>
                    </a:ext>
                  </a:extLst>
                </a:gridCol>
                <a:gridCol w="810450">
                  <a:extLst>
                    <a:ext uri="{9D8B030D-6E8A-4147-A177-3AD203B41FA5}">
                      <a16:colId xmlns:a16="http://schemas.microsoft.com/office/drawing/2014/main" val="20008"/>
                    </a:ext>
                  </a:extLst>
                </a:gridCol>
              </a:tblGrid>
              <a:tr h="949925">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j</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Mulish"/>
                          <a:ea typeface="Mulish"/>
                          <a:cs typeface="Mulish"/>
                          <a:sym typeface="Mulish"/>
                        </a:rPr>
                        <a:t>v</a:t>
                      </a:r>
                      <a:endParaRPr sz="3000" u="none" strike="noStrike" cap="none">
                        <a:solidFill>
                          <a:srgbClr val="2356AF"/>
                        </a:solidFill>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w</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x</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y</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z</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FFD400"/>
                          </a:solidFill>
                          <a:latin typeface="Jost"/>
                          <a:ea typeface="Jost"/>
                          <a:cs typeface="Jost"/>
                          <a:sym typeface="Jost"/>
                        </a:rPr>
                        <a:t>zz</a:t>
                      </a:r>
                      <a:endParaRPr sz="3000" u="none" strike="noStrike" cap="none">
                        <a:solidFill>
                          <a:srgbClr val="FFD400"/>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FFD400"/>
                          </a:solidFill>
                          <a:latin typeface="Jost"/>
                          <a:ea typeface="Jost"/>
                          <a:cs typeface="Jost"/>
                          <a:sym typeface="Jost"/>
                        </a:rPr>
                        <a:t>qu</a:t>
                      </a:r>
                      <a:endParaRPr sz="3000" u="none" strike="noStrike" cap="none">
                        <a:solidFill>
                          <a:srgbClr val="FFD400"/>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FFD400"/>
                          </a:solidFill>
                          <a:latin typeface="Jost"/>
                          <a:ea typeface="Jost"/>
                          <a:cs typeface="Jost"/>
                          <a:sym typeface="Jost"/>
                        </a:rPr>
                        <a:t>ch</a:t>
                      </a:r>
                      <a:endParaRPr sz="3000" u="none" strike="noStrike" cap="none">
                        <a:solidFill>
                          <a:srgbClr val="FFD400"/>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949925">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FFD400"/>
                          </a:solidFill>
                          <a:latin typeface="Jost"/>
                          <a:ea typeface="Jost"/>
                          <a:cs typeface="Jost"/>
                          <a:sym typeface="Jost"/>
                        </a:rPr>
                        <a:t>sh</a:t>
                      </a:r>
                      <a:endParaRPr sz="3000" u="none" strike="noStrike" cap="none">
                        <a:solidFill>
                          <a:srgbClr val="FFD400"/>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FFD400"/>
                          </a:solidFill>
                          <a:latin typeface="Jost"/>
                          <a:ea typeface="Jost"/>
                          <a:cs typeface="Jost"/>
                          <a:sym typeface="Jost"/>
                        </a:rPr>
                        <a:t>th</a:t>
                      </a:r>
                      <a:endParaRPr sz="3000" u="none" strike="noStrike" cap="none">
                        <a:solidFill>
                          <a:srgbClr val="FFD400"/>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FFD400"/>
                          </a:solidFill>
                          <a:latin typeface="Jost"/>
                          <a:ea typeface="Jost"/>
                          <a:cs typeface="Jost"/>
                          <a:sym typeface="Jost"/>
                        </a:rPr>
                        <a:t>ng</a:t>
                      </a:r>
                      <a:endParaRPr sz="3000" u="none" strike="noStrike" cap="none">
                        <a:solidFill>
                          <a:srgbClr val="FFD400"/>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2500" u="none" strike="noStrike" cap="none">
                          <a:solidFill>
                            <a:srgbClr val="00904C"/>
                          </a:solidFill>
                          <a:latin typeface="Poppins"/>
                          <a:ea typeface="Poppins"/>
                          <a:cs typeface="Poppins"/>
                          <a:sym typeface="Poppins"/>
                        </a:rPr>
                        <a:t>a</a:t>
                      </a:r>
                      <a:r>
                        <a:rPr lang="en-US" sz="3000" u="none" strike="noStrike" cap="none">
                          <a:solidFill>
                            <a:srgbClr val="00904C"/>
                          </a:solidFill>
                          <a:latin typeface="Jost"/>
                          <a:ea typeface="Jost"/>
                          <a:cs typeface="Jost"/>
                          <a:sym typeface="Jost"/>
                        </a:rPr>
                        <a:t>i</a:t>
                      </a:r>
                      <a:endParaRPr sz="3000" u="none" strike="noStrike" cap="none">
                        <a:solidFill>
                          <a:srgbClr val="00904C"/>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00904C"/>
                          </a:solidFill>
                          <a:latin typeface="Jost"/>
                          <a:ea typeface="Jost"/>
                          <a:cs typeface="Jost"/>
                          <a:sym typeface="Jost"/>
                        </a:rPr>
                        <a:t>ee</a:t>
                      </a:r>
                      <a:endParaRPr sz="3000" u="none" strike="noStrike" cap="none">
                        <a:solidFill>
                          <a:srgbClr val="00904C"/>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00904C"/>
                          </a:solidFill>
                          <a:latin typeface="Jost"/>
                          <a:ea typeface="Jost"/>
                          <a:cs typeface="Jost"/>
                          <a:sym typeface="Jost"/>
                        </a:rPr>
                        <a:t>igh</a:t>
                      </a:r>
                      <a:endParaRPr sz="3000" u="none" strike="noStrike" cap="none">
                        <a:solidFill>
                          <a:srgbClr val="00904C"/>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00904C"/>
                          </a:solidFill>
                          <a:latin typeface="Jost"/>
                          <a:ea typeface="Jost"/>
                          <a:cs typeface="Jost"/>
                          <a:sym typeface="Jost"/>
                        </a:rPr>
                        <a:t>o</a:t>
                      </a:r>
                      <a:r>
                        <a:rPr lang="en-US" sz="2500" u="none" strike="noStrike" cap="none">
                          <a:solidFill>
                            <a:srgbClr val="00904C"/>
                          </a:solidFill>
                          <a:latin typeface="Poppins"/>
                          <a:ea typeface="Poppins"/>
                          <a:cs typeface="Poppins"/>
                          <a:sym typeface="Poppins"/>
                        </a:rPr>
                        <a:t>a</a:t>
                      </a:r>
                      <a:endParaRPr sz="2500" u="none" strike="noStrike" cap="none">
                        <a:solidFill>
                          <a:srgbClr val="00904C"/>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00904C"/>
                          </a:solidFill>
                          <a:latin typeface="Jost"/>
                          <a:ea typeface="Jost"/>
                          <a:cs typeface="Jost"/>
                          <a:sym typeface="Jost"/>
                        </a:rPr>
                        <a:t>oi</a:t>
                      </a:r>
                      <a:endParaRPr sz="3000" u="none" strike="noStrike" cap="none">
                        <a:solidFill>
                          <a:srgbClr val="00904C"/>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6C4028"/>
                          </a:solidFill>
                          <a:latin typeface="Jost"/>
                          <a:ea typeface="Jost"/>
                          <a:cs typeface="Jost"/>
                          <a:sym typeface="Jost"/>
                        </a:rPr>
                        <a:t>oo</a:t>
                      </a:r>
                      <a:endParaRPr sz="3000" u="none" strike="noStrike" cap="none">
                        <a:solidFill>
                          <a:srgbClr val="6C4028"/>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949925">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6C4028"/>
                          </a:solidFill>
                          <a:latin typeface="Jost"/>
                          <a:ea typeface="Jost"/>
                          <a:cs typeface="Jost"/>
                          <a:sym typeface="Jost"/>
                        </a:rPr>
                        <a:t>ow</a:t>
                      </a:r>
                      <a:endParaRPr sz="3000" u="none" strike="noStrike" cap="none">
                        <a:solidFill>
                          <a:srgbClr val="6C4028"/>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2500" u="none" strike="noStrike" cap="none">
                          <a:solidFill>
                            <a:srgbClr val="993FA2"/>
                          </a:solidFill>
                          <a:latin typeface="Poppins"/>
                          <a:ea typeface="Poppins"/>
                          <a:cs typeface="Poppins"/>
                          <a:sym typeface="Poppins"/>
                        </a:rPr>
                        <a:t>a</a:t>
                      </a:r>
                      <a:r>
                        <a:rPr lang="en-US" sz="3000" u="none" strike="noStrike" cap="none">
                          <a:solidFill>
                            <a:srgbClr val="993FA2"/>
                          </a:solidFill>
                          <a:latin typeface="Jost"/>
                          <a:ea typeface="Jost"/>
                          <a:cs typeface="Jost"/>
                          <a:sym typeface="Jost"/>
                        </a:rPr>
                        <a:t>r</a:t>
                      </a:r>
                      <a:endParaRPr sz="3000" u="none" strike="noStrike" cap="none">
                        <a:solidFill>
                          <a:srgbClr val="993FA2"/>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2500" u="none" strike="noStrike" cap="none">
                          <a:solidFill>
                            <a:srgbClr val="993FA2"/>
                          </a:solidFill>
                          <a:latin typeface="Poppins"/>
                          <a:ea typeface="Poppins"/>
                          <a:cs typeface="Poppins"/>
                          <a:sym typeface="Poppins"/>
                        </a:rPr>
                        <a:t>a</a:t>
                      </a:r>
                      <a:r>
                        <a:rPr lang="en-US" sz="3000" u="none" strike="noStrike" cap="none">
                          <a:solidFill>
                            <a:srgbClr val="993FA2"/>
                          </a:solidFill>
                          <a:latin typeface="Jost"/>
                          <a:ea typeface="Jost"/>
                          <a:cs typeface="Jost"/>
                          <a:sym typeface="Jost"/>
                        </a:rPr>
                        <a:t>ir</a:t>
                      </a:r>
                      <a:endParaRPr sz="3000" u="none" strike="noStrike" cap="none">
                        <a:solidFill>
                          <a:srgbClr val="993FA2"/>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993FA2"/>
                          </a:solidFill>
                          <a:latin typeface="Jost"/>
                          <a:ea typeface="Jost"/>
                          <a:cs typeface="Jost"/>
                          <a:sym typeface="Jost"/>
                        </a:rPr>
                        <a:t>e</a:t>
                      </a:r>
                      <a:r>
                        <a:rPr lang="en-US" sz="2500" u="none" strike="noStrike" cap="none">
                          <a:solidFill>
                            <a:srgbClr val="993FA2"/>
                          </a:solidFill>
                          <a:latin typeface="Poppins"/>
                          <a:ea typeface="Poppins"/>
                          <a:cs typeface="Poppins"/>
                          <a:sym typeface="Poppins"/>
                        </a:rPr>
                        <a:t>a</a:t>
                      </a:r>
                      <a:r>
                        <a:rPr lang="en-US" sz="3000" u="none" strike="noStrike" cap="none">
                          <a:solidFill>
                            <a:srgbClr val="993FA2"/>
                          </a:solidFill>
                          <a:latin typeface="Jost"/>
                          <a:ea typeface="Jost"/>
                          <a:cs typeface="Jost"/>
                          <a:sym typeface="Jost"/>
                        </a:rPr>
                        <a:t>r</a:t>
                      </a:r>
                      <a:endParaRPr sz="3000" u="none" strike="noStrike" cap="none">
                        <a:solidFill>
                          <a:srgbClr val="993FA2"/>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993FA2"/>
                          </a:solidFill>
                          <a:latin typeface="Jost"/>
                          <a:ea typeface="Jost"/>
                          <a:cs typeface="Jost"/>
                          <a:sym typeface="Jost"/>
                        </a:rPr>
                        <a:t>er</a:t>
                      </a:r>
                      <a:endParaRPr sz="3000" u="none" strike="noStrike" cap="none">
                        <a:solidFill>
                          <a:srgbClr val="993FA2"/>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993FA2"/>
                          </a:solidFill>
                          <a:latin typeface="Jost"/>
                          <a:ea typeface="Jost"/>
                          <a:cs typeface="Jost"/>
                          <a:sym typeface="Jost"/>
                        </a:rPr>
                        <a:t>ur</a:t>
                      </a:r>
                      <a:endParaRPr sz="3000" u="none" strike="noStrike" cap="none">
                        <a:solidFill>
                          <a:srgbClr val="993FA2"/>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993FA2"/>
                          </a:solidFill>
                          <a:latin typeface="Jost"/>
                          <a:ea typeface="Jost"/>
                          <a:cs typeface="Jost"/>
                          <a:sym typeface="Jost"/>
                        </a:rPr>
                        <a:t>or</a:t>
                      </a:r>
                      <a:endParaRPr sz="3000" u="none" strike="noStrike" cap="none">
                        <a:solidFill>
                          <a:srgbClr val="993FA2"/>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993FA2"/>
                          </a:solidFill>
                          <a:latin typeface="Jost"/>
                          <a:ea typeface="Jost"/>
                          <a:cs typeface="Jost"/>
                          <a:sym typeface="Jost"/>
                        </a:rPr>
                        <a:t>ure</a:t>
                      </a:r>
                      <a:endParaRPr sz="3000" u="none" strike="noStrike" cap="none">
                        <a:solidFill>
                          <a:srgbClr val="993FA2"/>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3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34"/>
        <p:cNvGrpSpPr/>
        <p:nvPr/>
      </p:nvGrpSpPr>
      <p:grpSpPr>
        <a:xfrm>
          <a:off x="0" y="0"/>
          <a:ext cx="0" cy="0"/>
          <a:chOff x="0" y="0"/>
          <a:chExt cx="0" cy="0"/>
        </a:xfrm>
      </p:grpSpPr>
      <p:sp>
        <p:nvSpPr>
          <p:cNvPr id="935" name="Google Shape;935;g2d180be752d_0_10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solidFill>
                  <a:srgbClr val="2F286F"/>
                </a:solidFill>
              </a:rPr>
              <a:t>Find a Grapheme</a:t>
            </a:r>
            <a:endParaRPr>
              <a:solidFill>
                <a:srgbClr val="2F286F"/>
              </a:solidFill>
            </a:endParaRPr>
          </a:p>
        </p:txBody>
      </p:sp>
      <p:sp>
        <p:nvSpPr>
          <p:cNvPr id="936" name="Google Shape;936;g2d180be752d_0_10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WHEN GIVEN A LETTER NAME</a:t>
            </a:r>
            <a:endParaRPr/>
          </a:p>
        </p:txBody>
      </p:sp>
      <p:sp>
        <p:nvSpPr>
          <p:cNvPr id="937" name="Google Shape;937;g2d180be752d_0_10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graphicFrame>
        <p:nvGraphicFramePr>
          <p:cNvPr id="938" name="Google Shape;938;g2d180be752d_0_109"/>
          <p:cNvGraphicFramePr/>
          <p:nvPr/>
        </p:nvGraphicFramePr>
        <p:xfrm>
          <a:off x="924925" y="1633422"/>
          <a:ext cx="7294050" cy="2849775"/>
        </p:xfrm>
        <a:graphic>
          <a:graphicData uri="http://schemas.openxmlformats.org/drawingml/2006/table">
            <a:tbl>
              <a:tblPr firstRow="1" bandRow="1">
                <a:noFill/>
                <a:tableStyleId>{78A7CE5A-9291-44BF-B7AB-C0A90AE53633}</a:tableStyleId>
              </a:tblPr>
              <a:tblGrid>
                <a:gridCol w="810450">
                  <a:extLst>
                    <a:ext uri="{9D8B030D-6E8A-4147-A177-3AD203B41FA5}">
                      <a16:colId xmlns:a16="http://schemas.microsoft.com/office/drawing/2014/main" val="20000"/>
                    </a:ext>
                  </a:extLst>
                </a:gridCol>
                <a:gridCol w="810450">
                  <a:extLst>
                    <a:ext uri="{9D8B030D-6E8A-4147-A177-3AD203B41FA5}">
                      <a16:colId xmlns:a16="http://schemas.microsoft.com/office/drawing/2014/main" val="20001"/>
                    </a:ext>
                  </a:extLst>
                </a:gridCol>
                <a:gridCol w="810450">
                  <a:extLst>
                    <a:ext uri="{9D8B030D-6E8A-4147-A177-3AD203B41FA5}">
                      <a16:colId xmlns:a16="http://schemas.microsoft.com/office/drawing/2014/main" val="20002"/>
                    </a:ext>
                  </a:extLst>
                </a:gridCol>
                <a:gridCol w="810450">
                  <a:extLst>
                    <a:ext uri="{9D8B030D-6E8A-4147-A177-3AD203B41FA5}">
                      <a16:colId xmlns:a16="http://schemas.microsoft.com/office/drawing/2014/main" val="20003"/>
                    </a:ext>
                  </a:extLst>
                </a:gridCol>
                <a:gridCol w="810450">
                  <a:extLst>
                    <a:ext uri="{9D8B030D-6E8A-4147-A177-3AD203B41FA5}">
                      <a16:colId xmlns:a16="http://schemas.microsoft.com/office/drawing/2014/main" val="20004"/>
                    </a:ext>
                  </a:extLst>
                </a:gridCol>
                <a:gridCol w="810450">
                  <a:extLst>
                    <a:ext uri="{9D8B030D-6E8A-4147-A177-3AD203B41FA5}">
                      <a16:colId xmlns:a16="http://schemas.microsoft.com/office/drawing/2014/main" val="20005"/>
                    </a:ext>
                  </a:extLst>
                </a:gridCol>
                <a:gridCol w="810450">
                  <a:extLst>
                    <a:ext uri="{9D8B030D-6E8A-4147-A177-3AD203B41FA5}">
                      <a16:colId xmlns:a16="http://schemas.microsoft.com/office/drawing/2014/main" val="20006"/>
                    </a:ext>
                  </a:extLst>
                </a:gridCol>
                <a:gridCol w="810450">
                  <a:extLst>
                    <a:ext uri="{9D8B030D-6E8A-4147-A177-3AD203B41FA5}">
                      <a16:colId xmlns:a16="http://schemas.microsoft.com/office/drawing/2014/main" val="20007"/>
                    </a:ext>
                  </a:extLst>
                </a:gridCol>
                <a:gridCol w="810450">
                  <a:extLst>
                    <a:ext uri="{9D8B030D-6E8A-4147-A177-3AD203B41FA5}">
                      <a16:colId xmlns:a16="http://schemas.microsoft.com/office/drawing/2014/main" val="20008"/>
                    </a:ext>
                  </a:extLst>
                </a:gridCol>
              </a:tblGrid>
              <a:tr h="949925">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j</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Mulish"/>
                          <a:ea typeface="Mulish"/>
                          <a:cs typeface="Mulish"/>
                          <a:sym typeface="Mulish"/>
                        </a:rPr>
                        <a:t>v</a:t>
                      </a:r>
                      <a:endParaRPr sz="3000" u="none" strike="noStrike" cap="none">
                        <a:solidFill>
                          <a:srgbClr val="2356AF"/>
                        </a:solidFill>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w</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x</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y</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2356AF"/>
                          </a:solidFill>
                          <a:latin typeface="Jost"/>
                          <a:ea typeface="Jost"/>
                          <a:cs typeface="Jost"/>
                          <a:sym typeface="Jost"/>
                        </a:rPr>
                        <a:t>z</a:t>
                      </a:r>
                      <a:endParaRPr sz="3000" u="none" strike="noStrike" cap="none">
                        <a:solidFill>
                          <a:srgbClr val="2356A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FFD400"/>
                          </a:solidFill>
                          <a:latin typeface="Jost"/>
                          <a:ea typeface="Jost"/>
                          <a:cs typeface="Jost"/>
                          <a:sym typeface="Jost"/>
                        </a:rPr>
                        <a:t>zz</a:t>
                      </a:r>
                      <a:endParaRPr sz="3000" u="none" strike="noStrike" cap="none">
                        <a:solidFill>
                          <a:srgbClr val="FFD400"/>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FFD400"/>
                          </a:solidFill>
                          <a:latin typeface="Jost"/>
                          <a:ea typeface="Jost"/>
                          <a:cs typeface="Jost"/>
                          <a:sym typeface="Jost"/>
                        </a:rPr>
                        <a:t>qu</a:t>
                      </a:r>
                      <a:endParaRPr sz="3000" u="none" strike="noStrike" cap="none">
                        <a:solidFill>
                          <a:srgbClr val="FFD400"/>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FFD400"/>
                          </a:solidFill>
                          <a:latin typeface="Jost"/>
                          <a:ea typeface="Jost"/>
                          <a:cs typeface="Jost"/>
                          <a:sym typeface="Jost"/>
                        </a:rPr>
                        <a:t>ch</a:t>
                      </a:r>
                      <a:endParaRPr sz="3000" u="none" strike="noStrike" cap="none">
                        <a:solidFill>
                          <a:srgbClr val="FFD400"/>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949925">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FFD400"/>
                          </a:solidFill>
                          <a:latin typeface="Jost"/>
                          <a:ea typeface="Jost"/>
                          <a:cs typeface="Jost"/>
                          <a:sym typeface="Jost"/>
                        </a:rPr>
                        <a:t>sh</a:t>
                      </a:r>
                      <a:endParaRPr sz="3000" u="none" strike="noStrike" cap="none">
                        <a:solidFill>
                          <a:srgbClr val="FFD400"/>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FFD400"/>
                          </a:solidFill>
                          <a:latin typeface="Jost"/>
                          <a:ea typeface="Jost"/>
                          <a:cs typeface="Jost"/>
                          <a:sym typeface="Jost"/>
                        </a:rPr>
                        <a:t>th</a:t>
                      </a:r>
                      <a:endParaRPr sz="3000" u="none" strike="noStrike" cap="none">
                        <a:solidFill>
                          <a:srgbClr val="FFD400"/>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FFD400"/>
                          </a:solidFill>
                          <a:latin typeface="Jost"/>
                          <a:ea typeface="Jost"/>
                          <a:cs typeface="Jost"/>
                          <a:sym typeface="Jost"/>
                        </a:rPr>
                        <a:t>ng</a:t>
                      </a:r>
                      <a:endParaRPr sz="3000" u="none" strike="noStrike" cap="none">
                        <a:solidFill>
                          <a:srgbClr val="FFD400"/>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2500" u="none" strike="noStrike" cap="none">
                          <a:solidFill>
                            <a:srgbClr val="00904C"/>
                          </a:solidFill>
                          <a:latin typeface="Poppins"/>
                          <a:ea typeface="Poppins"/>
                          <a:cs typeface="Poppins"/>
                          <a:sym typeface="Poppins"/>
                        </a:rPr>
                        <a:t>a</a:t>
                      </a:r>
                      <a:r>
                        <a:rPr lang="en-US" sz="3000" u="none" strike="noStrike" cap="none">
                          <a:solidFill>
                            <a:srgbClr val="00904C"/>
                          </a:solidFill>
                          <a:latin typeface="Jost"/>
                          <a:ea typeface="Jost"/>
                          <a:cs typeface="Jost"/>
                          <a:sym typeface="Jost"/>
                        </a:rPr>
                        <a:t>i</a:t>
                      </a:r>
                      <a:endParaRPr sz="3000" u="none" strike="noStrike" cap="none">
                        <a:solidFill>
                          <a:srgbClr val="00904C"/>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00904C"/>
                          </a:solidFill>
                          <a:latin typeface="Jost"/>
                          <a:ea typeface="Jost"/>
                          <a:cs typeface="Jost"/>
                          <a:sym typeface="Jost"/>
                        </a:rPr>
                        <a:t>ee</a:t>
                      </a:r>
                      <a:endParaRPr sz="3000" u="none" strike="noStrike" cap="none">
                        <a:solidFill>
                          <a:srgbClr val="00904C"/>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00904C"/>
                          </a:solidFill>
                          <a:latin typeface="Jost"/>
                          <a:ea typeface="Jost"/>
                          <a:cs typeface="Jost"/>
                          <a:sym typeface="Jost"/>
                        </a:rPr>
                        <a:t>igh</a:t>
                      </a:r>
                      <a:endParaRPr sz="3000" u="none" strike="noStrike" cap="none">
                        <a:solidFill>
                          <a:srgbClr val="00904C"/>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00904C"/>
                          </a:solidFill>
                          <a:latin typeface="Jost"/>
                          <a:ea typeface="Jost"/>
                          <a:cs typeface="Jost"/>
                          <a:sym typeface="Jost"/>
                        </a:rPr>
                        <a:t>o</a:t>
                      </a:r>
                      <a:r>
                        <a:rPr lang="en-US" sz="2500" u="none" strike="noStrike" cap="none">
                          <a:solidFill>
                            <a:srgbClr val="00904C"/>
                          </a:solidFill>
                          <a:latin typeface="Poppins"/>
                          <a:ea typeface="Poppins"/>
                          <a:cs typeface="Poppins"/>
                          <a:sym typeface="Poppins"/>
                        </a:rPr>
                        <a:t>a</a:t>
                      </a:r>
                      <a:endParaRPr sz="2500" u="none" strike="noStrike" cap="none">
                        <a:solidFill>
                          <a:srgbClr val="00904C"/>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00904C"/>
                          </a:solidFill>
                          <a:latin typeface="Jost"/>
                          <a:ea typeface="Jost"/>
                          <a:cs typeface="Jost"/>
                          <a:sym typeface="Jost"/>
                        </a:rPr>
                        <a:t>oi</a:t>
                      </a:r>
                      <a:endParaRPr sz="3000" u="none" strike="noStrike" cap="none">
                        <a:solidFill>
                          <a:srgbClr val="00904C"/>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6C4028"/>
                          </a:solidFill>
                          <a:latin typeface="Jost"/>
                          <a:ea typeface="Jost"/>
                          <a:cs typeface="Jost"/>
                          <a:sym typeface="Jost"/>
                        </a:rPr>
                        <a:t>oo</a:t>
                      </a:r>
                      <a:endParaRPr sz="3000" u="none" strike="noStrike" cap="none">
                        <a:solidFill>
                          <a:srgbClr val="6C4028"/>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949925">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6C4028"/>
                          </a:solidFill>
                          <a:latin typeface="Jost"/>
                          <a:ea typeface="Jost"/>
                          <a:cs typeface="Jost"/>
                          <a:sym typeface="Jost"/>
                        </a:rPr>
                        <a:t>ow</a:t>
                      </a:r>
                      <a:endParaRPr sz="3000" u="none" strike="noStrike" cap="none">
                        <a:solidFill>
                          <a:srgbClr val="6C4028"/>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2500" u="none" strike="noStrike" cap="none">
                          <a:solidFill>
                            <a:srgbClr val="993FA2"/>
                          </a:solidFill>
                          <a:latin typeface="Poppins"/>
                          <a:ea typeface="Poppins"/>
                          <a:cs typeface="Poppins"/>
                          <a:sym typeface="Poppins"/>
                        </a:rPr>
                        <a:t>a</a:t>
                      </a:r>
                      <a:r>
                        <a:rPr lang="en-US" sz="3000" u="none" strike="noStrike" cap="none">
                          <a:solidFill>
                            <a:srgbClr val="993FA2"/>
                          </a:solidFill>
                          <a:latin typeface="Jost"/>
                          <a:ea typeface="Jost"/>
                          <a:cs typeface="Jost"/>
                          <a:sym typeface="Jost"/>
                        </a:rPr>
                        <a:t>r</a:t>
                      </a:r>
                      <a:endParaRPr sz="3000" u="none" strike="noStrike" cap="none">
                        <a:solidFill>
                          <a:srgbClr val="993FA2"/>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2500" u="none" strike="noStrike" cap="none">
                          <a:solidFill>
                            <a:srgbClr val="993FA2"/>
                          </a:solidFill>
                          <a:latin typeface="Poppins"/>
                          <a:ea typeface="Poppins"/>
                          <a:cs typeface="Poppins"/>
                          <a:sym typeface="Poppins"/>
                        </a:rPr>
                        <a:t>a</a:t>
                      </a:r>
                      <a:r>
                        <a:rPr lang="en-US" sz="3000" u="none" strike="noStrike" cap="none">
                          <a:solidFill>
                            <a:srgbClr val="993FA2"/>
                          </a:solidFill>
                          <a:latin typeface="Jost"/>
                          <a:ea typeface="Jost"/>
                          <a:cs typeface="Jost"/>
                          <a:sym typeface="Jost"/>
                        </a:rPr>
                        <a:t>ir</a:t>
                      </a:r>
                      <a:endParaRPr sz="3000" u="none" strike="noStrike" cap="none">
                        <a:solidFill>
                          <a:srgbClr val="993FA2"/>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993FA2"/>
                          </a:solidFill>
                          <a:latin typeface="Jost"/>
                          <a:ea typeface="Jost"/>
                          <a:cs typeface="Jost"/>
                          <a:sym typeface="Jost"/>
                        </a:rPr>
                        <a:t>e</a:t>
                      </a:r>
                      <a:r>
                        <a:rPr lang="en-US" sz="2500" u="none" strike="noStrike" cap="none">
                          <a:solidFill>
                            <a:srgbClr val="993FA2"/>
                          </a:solidFill>
                          <a:latin typeface="Poppins"/>
                          <a:ea typeface="Poppins"/>
                          <a:cs typeface="Poppins"/>
                          <a:sym typeface="Poppins"/>
                        </a:rPr>
                        <a:t>a</a:t>
                      </a:r>
                      <a:r>
                        <a:rPr lang="en-US" sz="3000" u="none" strike="noStrike" cap="none">
                          <a:solidFill>
                            <a:srgbClr val="993FA2"/>
                          </a:solidFill>
                          <a:latin typeface="Jost"/>
                          <a:ea typeface="Jost"/>
                          <a:cs typeface="Jost"/>
                          <a:sym typeface="Jost"/>
                        </a:rPr>
                        <a:t>r</a:t>
                      </a:r>
                      <a:endParaRPr sz="3000" u="none" strike="noStrike" cap="none">
                        <a:solidFill>
                          <a:srgbClr val="993FA2"/>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993FA2"/>
                          </a:solidFill>
                          <a:latin typeface="Jost"/>
                          <a:ea typeface="Jost"/>
                          <a:cs typeface="Jost"/>
                          <a:sym typeface="Jost"/>
                        </a:rPr>
                        <a:t>er</a:t>
                      </a:r>
                      <a:endParaRPr sz="3000" u="none" strike="noStrike" cap="none">
                        <a:solidFill>
                          <a:srgbClr val="993FA2"/>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993FA2"/>
                          </a:solidFill>
                          <a:latin typeface="Jost"/>
                          <a:ea typeface="Jost"/>
                          <a:cs typeface="Jost"/>
                          <a:sym typeface="Jost"/>
                        </a:rPr>
                        <a:t>ur</a:t>
                      </a:r>
                      <a:endParaRPr sz="3000" u="none" strike="noStrike" cap="none">
                        <a:solidFill>
                          <a:srgbClr val="993FA2"/>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993FA2"/>
                          </a:solidFill>
                          <a:latin typeface="Jost"/>
                          <a:ea typeface="Jost"/>
                          <a:cs typeface="Jost"/>
                          <a:sym typeface="Jost"/>
                        </a:rPr>
                        <a:t>or</a:t>
                      </a:r>
                      <a:endParaRPr sz="3000" u="none" strike="noStrike" cap="none">
                        <a:solidFill>
                          <a:srgbClr val="993FA2"/>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3000" u="none" strike="noStrike" cap="none">
                          <a:solidFill>
                            <a:srgbClr val="993FA2"/>
                          </a:solidFill>
                          <a:latin typeface="Jost"/>
                          <a:ea typeface="Jost"/>
                          <a:cs typeface="Jost"/>
                          <a:sym typeface="Jost"/>
                        </a:rPr>
                        <a:t>ure</a:t>
                      </a:r>
                      <a:endParaRPr sz="3000" u="none" strike="noStrike" cap="none">
                        <a:solidFill>
                          <a:srgbClr val="993FA2"/>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3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43"/>
        <p:cNvGrpSpPr/>
        <p:nvPr/>
      </p:nvGrpSpPr>
      <p:grpSpPr>
        <a:xfrm>
          <a:off x="0" y="0"/>
          <a:ext cx="0" cy="0"/>
          <a:chOff x="0" y="0"/>
          <a:chExt cx="0" cy="0"/>
        </a:xfrm>
      </p:grpSpPr>
      <p:sp>
        <p:nvSpPr>
          <p:cNvPr id="944" name="Google Shape;944;g2d180be752d_0_117"/>
          <p:cNvSpPr txBox="1">
            <a:spLocks noGrp="1"/>
          </p:cNvSpPr>
          <p:nvPr>
            <p:ph type="title"/>
          </p:nvPr>
        </p:nvSpPr>
        <p:spPr>
          <a:xfrm>
            <a:off x="564250" y="5690650"/>
            <a:ext cx="8015400" cy="447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00000"/>
              <a:buNone/>
            </a:pPr>
            <a:r>
              <a:rPr lang="en-US">
                <a:solidFill>
                  <a:srgbClr val="2F286F"/>
                </a:solidFill>
              </a:rPr>
              <a:t>Match a Lowercase &amp; Uppercase Letter</a:t>
            </a:r>
            <a:endParaRPr>
              <a:solidFill>
                <a:srgbClr val="2F286F"/>
              </a:solidFill>
            </a:endParaRPr>
          </a:p>
        </p:txBody>
      </p:sp>
      <p:sp>
        <p:nvSpPr>
          <p:cNvPr id="945" name="Google Shape;945;g2d180be752d_0_1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WHEN GIVEN A LETTER NAME</a:t>
            </a:r>
            <a:endParaRPr/>
          </a:p>
        </p:txBody>
      </p:sp>
      <p:sp>
        <p:nvSpPr>
          <p:cNvPr id="946" name="Google Shape;946;g2d180be752d_0_1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47" name="Google Shape;947;g2d180be752d_0_117"/>
          <p:cNvSpPr txBox="1"/>
          <p:nvPr/>
        </p:nvSpPr>
        <p:spPr>
          <a:xfrm>
            <a:off x="1029950" y="1031050"/>
            <a:ext cx="7084200" cy="1953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3800" b="0" i="0" u="none" strike="noStrike" cap="none">
                <a:solidFill>
                  <a:srgbClr val="ED1C24"/>
                </a:solidFill>
                <a:latin typeface="Poppins"/>
                <a:ea typeface="Poppins"/>
                <a:cs typeface="Poppins"/>
                <a:sym typeface="Poppins"/>
              </a:rPr>
              <a:t>a</a:t>
            </a:r>
            <a:r>
              <a:rPr lang="en-US" sz="5000" b="0" i="0" u="none" strike="noStrike" cap="none">
                <a:solidFill>
                  <a:srgbClr val="2356AF"/>
                </a:solidFill>
                <a:latin typeface="Jost"/>
                <a:ea typeface="Jost"/>
                <a:cs typeface="Jost"/>
                <a:sym typeface="Jost"/>
              </a:rPr>
              <a:t> </a:t>
            </a:r>
            <a:r>
              <a:rPr lang="en-US" sz="4500" b="0" i="0" u="none" strike="noStrike" cap="none">
                <a:solidFill>
                  <a:srgbClr val="2356AF"/>
                </a:solidFill>
                <a:latin typeface="Jost"/>
                <a:ea typeface="Jost"/>
                <a:cs typeface="Jost"/>
                <a:sym typeface="Jost"/>
              </a:rPr>
              <a:t>b c d </a:t>
            </a:r>
            <a:r>
              <a:rPr lang="en-US" sz="4500" b="0" i="0" u="none" strike="noStrike" cap="none">
                <a:solidFill>
                  <a:srgbClr val="ED1C24"/>
                </a:solidFill>
                <a:latin typeface="Jost"/>
                <a:ea typeface="Jost"/>
                <a:cs typeface="Jost"/>
                <a:sym typeface="Jost"/>
              </a:rPr>
              <a:t>e</a:t>
            </a:r>
            <a:r>
              <a:rPr lang="en-US" sz="4500" b="0" i="0" u="none" strike="noStrike" cap="none">
                <a:solidFill>
                  <a:srgbClr val="2356AF"/>
                </a:solidFill>
                <a:latin typeface="Jost"/>
                <a:ea typeface="Jost"/>
                <a:cs typeface="Jost"/>
                <a:sym typeface="Jost"/>
              </a:rPr>
              <a:t> f g h </a:t>
            </a:r>
            <a:r>
              <a:rPr lang="en-US" sz="4500" b="0" i="0" u="none" strike="noStrike" cap="none">
                <a:solidFill>
                  <a:srgbClr val="ED1C24"/>
                </a:solidFill>
                <a:latin typeface="Jost"/>
                <a:ea typeface="Jost"/>
                <a:cs typeface="Jost"/>
                <a:sym typeface="Jost"/>
              </a:rPr>
              <a:t>i</a:t>
            </a:r>
            <a:r>
              <a:rPr lang="en-US" sz="4500" b="0" i="0" u="none" strike="noStrike" cap="none">
                <a:solidFill>
                  <a:srgbClr val="2356AF"/>
                </a:solidFill>
                <a:latin typeface="Jost"/>
                <a:ea typeface="Jost"/>
                <a:cs typeface="Jost"/>
                <a:sym typeface="Jost"/>
              </a:rPr>
              <a:t> j k l m </a:t>
            </a:r>
            <a:br>
              <a:rPr lang="en-US" sz="4500" b="0" i="0" u="none" strike="noStrike" cap="none">
                <a:solidFill>
                  <a:srgbClr val="2356AF"/>
                </a:solidFill>
                <a:latin typeface="Jost"/>
                <a:ea typeface="Jost"/>
                <a:cs typeface="Jost"/>
                <a:sym typeface="Jost"/>
              </a:rPr>
            </a:br>
            <a:r>
              <a:rPr lang="en-US" sz="4500" b="0" i="0" u="none" strike="noStrike" cap="none">
                <a:solidFill>
                  <a:srgbClr val="2356AF"/>
                </a:solidFill>
                <a:latin typeface="Jost"/>
                <a:ea typeface="Jost"/>
                <a:cs typeface="Jost"/>
                <a:sym typeface="Jost"/>
              </a:rPr>
              <a:t>n </a:t>
            </a:r>
            <a:r>
              <a:rPr lang="en-US" sz="4500" b="0" i="0" u="none" strike="noStrike" cap="none">
                <a:solidFill>
                  <a:srgbClr val="ED1C24"/>
                </a:solidFill>
                <a:latin typeface="Jost"/>
                <a:ea typeface="Jost"/>
                <a:cs typeface="Jost"/>
                <a:sym typeface="Jost"/>
              </a:rPr>
              <a:t>o</a:t>
            </a:r>
            <a:r>
              <a:rPr lang="en-US" sz="4500" b="0" i="0" u="none" strike="noStrike" cap="none">
                <a:solidFill>
                  <a:srgbClr val="2356AF"/>
                </a:solidFill>
                <a:latin typeface="Jost"/>
                <a:ea typeface="Jost"/>
                <a:cs typeface="Jost"/>
                <a:sym typeface="Jost"/>
              </a:rPr>
              <a:t> p q r s t </a:t>
            </a:r>
            <a:r>
              <a:rPr lang="en-US" sz="4500" b="0" i="0" u="none" strike="noStrike" cap="none">
                <a:solidFill>
                  <a:srgbClr val="ED1C24"/>
                </a:solidFill>
                <a:latin typeface="Jost"/>
                <a:ea typeface="Jost"/>
                <a:cs typeface="Jost"/>
                <a:sym typeface="Jost"/>
              </a:rPr>
              <a:t>u</a:t>
            </a:r>
            <a:r>
              <a:rPr lang="en-US" sz="4500" b="0" i="0" u="none" strike="noStrike" cap="none">
                <a:solidFill>
                  <a:srgbClr val="2356AF"/>
                </a:solidFill>
                <a:latin typeface="Jost"/>
                <a:ea typeface="Jost"/>
                <a:cs typeface="Jost"/>
                <a:sym typeface="Jost"/>
              </a:rPr>
              <a:t> v w x y z</a:t>
            </a:r>
            <a:endParaRPr sz="4500" b="0" i="0" u="none" strike="noStrike" cap="none">
              <a:solidFill>
                <a:srgbClr val="2356AF"/>
              </a:solidFill>
              <a:latin typeface="Jost"/>
              <a:ea typeface="Jost"/>
              <a:cs typeface="Jost"/>
              <a:sym typeface="Jost"/>
            </a:endParaRPr>
          </a:p>
        </p:txBody>
      </p:sp>
      <p:sp>
        <p:nvSpPr>
          <p:cNvPr id="948" name="Google Shape;948;g2d180be752d_0_117"/>
          <p:cNvSpPr txBox="1"/>
          <p:nvPr/>
        </p:nvSpPr>
        <p:spPr>
          <a:xfrm>
            <a:off x="1029850" y="3284650"/>
            <a:ext cx="7084200" cy="1953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500" b="0" i="0" u="none" strike="noStrike" cap="none">
                <a:solidFill>
                  <a:srgbClr val="ED1C24"/>
                </a:solidFill>
                <a:latin typeface="Jost"/>
                <a:ea typeface="Jost"/>
                <a:cs typeface="Jost"/>
                <a:sym typeface="Jost"/>
              </a:rPr>
              <a:t>A</a:t>
            </a:r>
            <a:r>
              <a:rPr lang="en-US" sz="4500" b="0" i="0" u="none" strike="noStrike" cap="none">
                <a:solidFill>
                  <a:srgbClr val="2356AF"/>
                </a:solidFill>
                <a:latin typeface="Jost"/>
                <a:ea typeface="Jost"/>
                <a:cs typeface="Jost"/>
                <a:sym typeface="Jost"/>
              </a:rPr>
              <a:t> B C D </a:t>
            </a:r>
            <a:r>
              <a:rPr lang="en-US" sz="4500" b="0" i="0" u="none" strike="noStrike" cap="none">
                <a:solidFill>
                  <a:srgbClr val="ED1C24"/>
                </a:solidFill>
                <a:latin typeface="Jost"/>
                <a:ea typeface="Jost"/>
                <a:cs typeface="Jost"/>
                <a:sym typeface="Jost"/>
              </a:rPr>
              <a:t>E</a:t>
            </a:r>
            <a:r>
              <a:rPr lang="en-US" sz="4500" b="0" i="0" u="none" strike="noStrike" cap="none">
                <a:solidFill>
                  <a:srgbClr val="2356AF"/>
                </a:solidFill>
                <a:latin typeface="Jost"/>
                <a:ea typeface="Jost"/>
                <a:cs typeface="Jost"/>
                <a:sym typeface="Jost"/>
              </a:rPr>
              <a:t> F G H </a:t>
            </a:r>
            <a:r>
              <a:rPr lang="en-US" sz="4500" b="0" i="0" u="none" strike="noStrike" cap="none">
                <a:solidFill>
                  <a:srgbClr val="ED1C24"/>
                </a:solidFill>
                <a:latin typeface="Jost"/>
                <a:ea typeface="Jost"/>
                <a:cs typeface="Jost"/>
                <a:sym typeface="Jost"/>
              </a:rPr>
              <a:t>I</a:t>
            </a:r>
            <a:r>
              <a:rPr lang="en-US" sz="4500" b="0" i="0" u="none" strike="noStrike" cap="none">
                <a:solidFill>
                  <a:srgbClr val="2356AF"/>
                </a:solidFill>
                <a:latin typeface="Jost"/>
                <a:ea typeface="Jost"/>
                <a:cs typeface="Jost"/>
                <a:sym typeface="Jost"/>
              </a:rPr>
              <a:t> J K L M </a:t>
            </a:r>
            <a:br>
              <a:rPr lang="en-US" sz="4500" b="0" i="0" u="none" strike="noStrike" cap="none">
                <a:solidFill>
                  <a:srgbClr val="2356AF"/>
                </a:solidFill>
                <a:latin typeface="Jost"/>
                <a:ea typeface="Jost"/>
                <a:cs typeface="Jost"/>
                <a:sym typeface="Jost"/>
              </a:rPr>
            </a:br>
            <a:r>
              <a:rPr lang="en-US" sz="4500" b="0" i="0" u="none" strike="noStrike" cap="none">
                <a:solidFill>
                  <a:srgbClr val="2356AF"/>
                </a:solidFill>
                <a:latin typeface="Jost"/>
                <a:ea typeface="Jost"/>
                <a:cs typeface="Jost"/>
                <a:sym typeface="Jost"/>
              </a:rPr>
              <a:t>N </a:t>
            </a:r>
            <a:r>
              <a:rPr lang="en-US" sz="4500" b="0" i="0" u="none" strike="noStrike" cap="none">
                <a:solidFill>
                  <a:srgbClr val="ED1C24"/>
                </a:solidFill>
                <a:latin typeface="Jost"/>
                <a:ea typeface="Jost"/>
                <a:cs typeface="Jost"/>
                <a:sym typeface="Jost"/>
              </a:rPr>
              <a:t>O</a:t>
            </a:r>
            <a:r>
              <a:rPr lang="en-US" sz="4500" b="0" i="0" u="none" strike="noStrike" cap="none">
                <a:solidFill>
                  <a:srgbClr val="2356AF"/>
                </a:solidFill>
                <a:latin typeface="Jost"/>
                <a:ea typeface="Jost"/>
                <a:cs typeface="Jost"/>
                <a:sym typeface="Jost"/>
              </a:rPr>
              <a:t> P Q R S T </a:t>
            </a:r>
            <a:r>
              <a:rPr lang="en-US" sz="4500" b="0" i="0" u="none" strike="noStrike" cap="none">
                <a:solidFill>
                  <a:srgbClr val="ED1C24"/>
                </a:solidFill>
                <a:latin typeface="Jost"/>
                <a:ea typeface="Jost"/>
                <a:cs typeface="Jost"/>
                <a:sym typeface="Jost"/>
              </a:rPr>
              <a:t>U</a:t>
            </a:r>
            <a:r>
              <a:rPr lang="en-US" sz="4500" b="0" i="0" u="none" strike="noStrike" cap="none">
                <a:solidFill>
                  <a:srgbClr val="2356AF"/>
                </a:solidFill>
                <a:latin typeface="Jost"/>
                <a:ea typeface="Jost"/>
                <a:cs typeface="Jost"/>
                <a:sym typeface="Jost"/>
              </a:rPr>
              <a:t> V W X Y Z</a:t>
            </a:r>
            <a:endParaRPr sz="4500" b="0" i="0" u="none" strike="noStrike" cap="none">
              <a:solidFill>
                <a:srgbClr val="2356AF"/>
              </a:solidFill>
              <a:latin typeface="Jost"/>
              <a:ea typeface="Jost"/>
              <a:cs typeface="Jost"/>
              <a:sym typeface="Jost"/>
            </a:endParaRPr>
          </a:p>
        </p:txBody>
      </p:sp>
      <p:cxnSp>
        <p:nvCxnSpPr>
          <p:cNvPr id="949" name="Google Shape;949;g2d180be752d_0_117"/>
          <p:cNvCxnSpPr/>
          <p:nvPr/>
        </p:nvCxnSpPr>
        <p:spPr>
          <a:xfrm>
            <a:off x="1181100" y="3134350"/>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g2d067c62542_0_22"/>
          <p:cNvSpPr txBox="1">
            <a:spLocks noGrp="1"/>
          </p:cNvSpPr>
          <p:nvPr>
            <p:ph type="title"/>
          </p:nvPr>
        </p:nvSpPr>
        <p:spPr>
          <a:xfrm>
            <a:off x="980250" y="5568500"/>
            <a:ext cx="71835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56" name="Google Shape;956;g2d067c62542_0_2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957" name="Google Shape;957;g2d067c62542_0_2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58" name="Google Shape;958;g2d067c62542_0_22"/>
          <p:cNvPicPr preferRelativeResize="0"/>
          <p:nvPr/>
        </p:nvPicPr>
        <p:blipFill rotWithShape="1">
          <a:blip r:embed="rId3">
            <a:alphaModFix/>
          </a:blip>
          <a:srcRect t="19" b="29"/>
          <a:stretch/>
        </p:blipFill>
        <p:spPr>
          <a:xfrm>
            <a:off x="1117250" y="1150400"/>
            <a:ext cx="1308927" cy="935400"/>
          </a:xfrm>
          <a:prstGeom prst="rect">
            <a:avLst/>
          </a:prstGeom>
          <a:noFill/>
          <a:ln>
            <a:noFill/>
          </a:ln>
          <a:effectLst>
            <a:outerShdw blurRad="71438" dist="19050" dir="5400000" algn="bl" rotWithShape="0">
              <a:srgbClr val="000000">
                <a:alpha val="17250"/>
              </a:srgbClr>
            </a:outerShdw>
          </a:effectLst>
        </p:spPr>
      </p:pic>
      <p:pic>
        <p:nvPicPr>
          <p:cNvPr id="959" name="Google Shape;959;g2d067c62542_0_22"/>
          <p:cNvPicPr preferRelativeResize="0"/>
          <p:nvPr/>
        </p:nvPicPr>
        <p:blipFill rotWithShape="1">
          <a:blip r:embed="rId4">
            <a:alphaModFix/>
          </a:blip>
          <a:srcRect l="159" r="159"/>
          <a:stretch/>
        </p:blipFill>
        <p:spPr>
          <a:xfrm>
            <a:off x="2516815" y="1150400"/>
            <a:ext cx="1309505" cy="939289"/>
          </a:xfrm>
          <a:prstGeom prst="rect">
            <a:avLst/>
          </a:prstGeom>
          <a:noFill/>
          <a:ln>
            <a:noFill/>
          </a:ln>
          <a:effectLst>
            <a:outerShdw blurRad="71438" dist="19050" dir="5400000" algn="bl" rotWithShape="0">
              <a:srgbClr val="000000">
                <a:alpha val="17250"/>
              </a:srgbClr>
            </a:outerShdw>
          </a:effectLst>
        </p:spPr>
      </p:pic>
      <p:pic>
        <p:nvPicPr>
          <p:cNvPr id="960" name="Google Shape;960;g2d067c62542_0_22"/>
          <p:cNvPicPr preferRelativeResize="0"/>
          <p:nvPr/>
        </p:nvPicPr>
        <p:blipFill rotWithShape="1">
          <a:blip r:embed="rId5">
            <a:alphaModFix/>
          </a:blip>
          <a:srcRect l="159" r="159"/>
          <a:stretch/>
        </p:blipFill>
        <p:spPr>
          <a:xfrm>
            <a:off x="3916959" y="1150400"/>
            <a:ext cx="1309505" cy="937703"/>
          </a:xfrm>
          <a:prstGeom prst="rect">
            <a:avLst/>
          </a:prstGeom>
          <a:noFill/>
          <a:ln>
            <a:noFill/>
          </a:ln>
          <a:effectLst>
            <a:outerShdw blurRad="71438" dist="19050" dir="5400000" algn="bl" rotWithShape="0">
              <a:srgbClr val="000000">
                <a:alpha val="17250"/>
              </a:srgbClr>
            </a:outerShdw>
          </a:effectLst>
        </p:spPr>
      </p:pic>
      <p:pic>
        <p:nvPicPr>
          <p:cNvPr id="961" name="Google Shape;961;g2d067c62542_0_22"/>
          <p:cNvPicPr preferRelativeResize="0"/>
          <p:nvPr/>
        </p:nvPicPr>
        <p:blipFill rotWithShape="1">
          <a:blip r:embed="rId6">
            <a:alphaModFix/>
          </a:blip>
          <a:srcRect l="79" r="69"/>
          <a:stretch/>
        </p:blipFill>
        <p:spPr>
          <a:xfrm>
            <a:off x="5317101" y="1150400"/>
            <a:ext cx="1309505" cy="937704"/>
          </a:xfrm>
          <a:prstGeom prst="rect">
            <a:avLst/>
          </a:prstGeom>
          <a:noFill/>
          <a:ln>
            <a:noFill/>
          </a:ln>
          <a:effectLst>
            <a:outerShdw blurRad="71438" dist="19050" dir="5400000" algn="bl" rotWithShape="0">
              <a:srgbClr val="000000">
                <a:alpha val="17250"/>
              </a:srgbClr>
            </a:outerShdw>
          </a:effectLst>
        </p:spPr>
      </p:pic>
      <p:pic>
        <p:nvPicPr>
          <p:cNvPr id="962" name="Google Shape;962;g2d067c62542_0_22"/>
          <p:cNvPicPr preferRelativeResize="0"/>
          <p:nvPr/>
        </p:nvPicPr>
        <p:blipFill rotWithShape="1">
          <a:blip r:embed="rId7">
            <a:alphaModFix/>
          </a:blip>
          <a:srcRect l="79" r="69"/>
          <a:stretch/>
        </p:blipFill>
        <p:spPr>
          <a:xfrm>
            <a:off x="6717245" y="1150400"/>
            <a:ext cx="1309505" cy="937704"/>
          </a:xfrm>
          <a:prstGeom prst="rect">
            <a:avLst/>
          </a:prstGeom>
          <a:noFill/>
          <a:ln>
            <a:noFill/>
          </a:ln>
          <a:effectLst>
            <a:outerShdw blurRad="71438" dist="19050" dir="5400000" algn="bl" rotWithShape="0">
              <a:srgbClr val="000000">
                <a:alpha val="17250"/>
              </a:srgbClr>
            </a:outerShdw>
          </a:effectLst>
        </p:spPr>
      </p:pic>
      <p:pic>
        <p:nvPicPr>
          <p:cNvPr id="963" name="Google Shape;963;g2d067c62542_0_22"/>
          <p:cNvPicPr preferRelativeResize="0"/>
          <p:nvPr/>
        </p:nvPicPr>
        <p:blipFill rotWithShape="1">
          <a:blip r:embed="rId8">
            <a:alphaModFix/>
          </a:blip>
          <a:srcRect l="159" r="159"/>
          <a:stretch/>
        </p:blipFill>
        <p:spPr>
          <a:xfrm>
            <a:off x="1117250" y="2214389"/>
            <a:ext cx="1309505" cy="937703"/>
          </a:xfrm>
          <a:prstGeom prst="rect">
            <a:avLst/>
          </a:prstGeom>
          <a:noFill/>
          <a:ln>
            <a:noFill/>
          </a:ln>
          <a:effectLst>
            <a:outerShdw blurRad="71438" dist="19050" dir="5400000" algn="bl" rotWithShape="0">
              <a:srgbClr val="000000">
                <a:alpha val="17250"/>
              </a:srgbClr>
            </a:outerShdw>
          </a:effectLst>
        </p:spPr>
      </p:pic>
      <p:pic>
        <p:nvPicPr>
          <p:cNvPr id="964" name="Google Shape;964;g2d067c62542_0_22"/>
          <p:cNvPicPr preferRelativeResize="0"/>
          <p:nvPr/>
        </p:nvPicPr>
        <p:blipFill rotWithShape="1">
          <a:blip r:embed="rId9">
            <a:alphaModFix/>
          </a:blip>
          <a:srcRect l="159" r="159"/>
          <a:stretch/>
        </p:blipFill>
        <p:spPr>
          <a:xfrm>
            <a:off x="2516815" y="2212802"/>
            <a:ext cx="1309505" cy="939289"/>
          </a:xfrm>
          <a:prstGeom prst="rect">
            <a:avLst/>
          </a:prstGeom>
          <a:noFill/>
          <a:ln>
            <a:noFill/>
          </a:ln>
          <a:effectLst>
            <a:outerShdw blurRad="71438" dist="19050" dir="5400000" algn="bl" rotWithShape="0">
              <a:srgbClr val="000000">
                <a:alpha val="17250"/>
              </a:srgbClr>
            </a:outerShdw>
          </a:effectLst>
        </p:spPr>
      </p:pic>
      <p:pic>
        <p:nvPicPr>
          <p:cNvPr id="965" name="Google Shape;965;g2d067c62542_0_22"/>
          <p:cNvPicPr preferRelativeResize="0"/>
          <p:nvPr/>
        </p:nvPicPr>
        <p:blipFill rotWithShape="1">
          <a:blip r:embed="rId10">
            <a:alphaModFix/>
          </a:blip>
          <a:srcRect l="19" r="9"/>
          <a:stretch/>
        </p:blipFill>
        <p:spPr>
          <a:xfrm>
            <a:off x="3915376" y="2212802"/>
            <a:ext cx="1311088" cy="937704"/>
          </a:xfrm>
          <a:prstGeom prst="rect">
            <a:avLst/>
          </a:prstGeom>
          <a:noFill/>
          <a:ln>
            <a:noFill/>
          </a:ln>
          <a:effectLst>
            <a:outerShdw blurRad="71438" dist="19050" dir="5400000" algn="bl" rotWithShape="0">
              <a:srgbClr val="000000">
                <a:alpha val="17250"/>
              </a:srgbClr>
            </a:outerShdw>
          </a:effectLst>
        </p:spPr>
      </p:pic>
      <p:pic>
        <p:nvPicPr>
          <p:cNvPr id="966" name="Google Shape;966;g2d067c62542_0_22"/>
          <p:cNvPicPr preferRelativeResize="0"/>
          <p:nvPr/>
        </p:nvPicPr>
        <p:blipFill rotWithShape="1">
          <a:blip r:embed="rId11">
            <a:alphaModFix/>
          </a:blip>
          <a:srcRect l="189" r="179"/>
          <a:stretch/>
        </p:blipFill>
        <p:spPr>
          <a:xfrm>
            <a:off x="5315518" y="2212802"/>
            <a:ext cx="1311088" cy="939290"/>
          </a:xfrm>
          <a:prstGeom prst="rect">
            <a:avLst/>
          </a:prstGeom>
          <a:noFill/>
          <a:ln>
            <a:noFill/>
          </a:ln>
          <a:effectLst>
            <a:outerShdw blurRad="71438" dist="19050" dir="5400000" algn="bl" rotWithShape="0">
              <a:srgbClr val="000000">
                <a:alpha val="17250"/>
              </a:srgbClr>
            </a:outerShdw>
          </a:effectLst>
        </p:spPr>
      </p:pic>
      <p:pic>
        <p:nvPicPr>
          <p:cNvPr id="967" name="Google Shape;967;g2d067c62542_0_22"/>
          <p:cNvPicPr preferRelativeResize="0"/>
          <p:nvPr/>
        </p:nvPicPr>
        <p:blipFill rotWithShape="1">
          <a:blip r:embed="rId12">
            <a:alphaModFix/>
          </a:blip>
          <a:srcRect l="99" r="99"/>
          <a:stretch/>
        </p:blipFill>
        <p:spPr>
          <a:xfrm>
            <a:off x="6715662" y="2212802"/>
            <a:ext cx="1311088" cy="939289"/>
          </a:xfrm>
          <a:prstGeom prst="rect">
            <a:avLst/>
          </a:prstGeom>
          <a:noFill/>
          <a:ln>
            <a:noFill/>
          </a:ln>
          <a:effectLst>
            <a:outerShdw blurRad="71438" dist="19050" dir="5400000" algn="bl" rotWithShape="0">
              <a:srgbClr val="000000">
                <a:alpha val="17250"/>
              </a:srgbClr>
            </a:outerShdw>
          </a:effectLst>
        </p:spPr>
      </p:pic>
      <p:pic>
        <p:nvPicPr>
          <p:cNvPr id="968" name="Google Shape;968;g2d067c62542_0_22"/>
          <p:cNvPicPr preferRelativeResize="0"/>
          <p:nvPr/>
        </p:nvPicPr>
        <p:blipFill rotWithShape="1">
          <a:blip r:embed="rId13">
            <a:alphaModFix/>
          </a:blip>
          <a:srcRect l="99" r="99"/>
          <a:stretch/>
        </p:blipFill>
        <p:spPr>
          <a:xfrm>
            <a:off x="1117250" y="3275210"/>
            <a:ext cx="1311088" cy="939289"/>
          </a:xfrm>
          <a:prstGeom prst="rect">
            <a:avLst/>
          </a:prstGeom>
          <a:noFill/>
          <a:ln>
            <a:noFill/>
          </a:ln>
          <a:effectLst>
            <a:outerShdw blurRad="71438" dist="19050" dir="5400000" algn="bl" rotWithShape="0">
              <a:srgbClr val="000000">
                <a:alpha val="17250"/>
              </a:srgbClr>
            </a:outerShdw>
          </a:effectLst>
        </p:spPr>
      </p:pic>
      <p:pic>
        <p:nvPicPr>
          <p:cNvPr id="969" name="Google Shape;969;g2d067c62542_0_22"/>
          <p:cNvPicPr preferRelativeResize="0"/>
          <p:nvPr/>
        </p:nvPicPr>
        <p:blipFill rotWithShape="1">
          <a:blip r:embed="rId14">
            <a:alphaModFix/>
          </a:blip>
          <a:srcRect l="189" r="179"/>
          <a:stretch/>
        </p:blipFill>
        <p:spPr>
          <a:xfrm>
            <a:off x="2516815" y="3275210"/>
            <a:ext cx="1311088" cy="939290"/>
          </a:xfrm>
          <a:prstGeom prst="rect">
            <a:avLst/>
          </a:prstGeom>
          <a:noFill/>
          <a:ln>
            <a:noFill/>
          </a:ln>
          <a:effectLst>
            <a:outerShdw blurRad="71438" dist="19050" dir="5400000" algn="bl" rotWithShape="0">
              <a:srgbClr val="000000">
                <a:alpha val="17650"/>
              </a:srgbClr>
            </a:outerShdw>
          </a:effectLst>
        </p:spPr>
      </p:pic>
      <p:pic>
        <p:nvPicPr>
          <p:cNvPr id="970" name="Google Shape;970;g2d067c62542_0_22"/>
          <p:cNvPicPr preferRelativeResize="0"/>
          <p:nvPr/>
        </p:nvPicPr>
        <p:blipFill rotWithShape="1">
          <a:blip r:embed="rId15">
            <a:alphaModFix/>
          </a:blip>
          <a:srcRect l="99" r="99"/>
          <a:stretch/>
        </p:blipFill>
        <p:spPr>
          <a:xfrm>
            <a:off x="3915376" y="3275210"/>
            <a:ext cx="1311088" cy="939289"/>
          </a:xfrm>
          <a:prstGeom prst="rect">
            <a:avLst/>
          </a:prstGeom>
          <a:noFill/>
          <a:ln>
            <a:noFill/>
          </a:ln>
          <a:effectLst>
            <a:outerShdw blurRad="71438" dist="19050" dir="5400000" algn="bl" rotWithShape="0">
              <a:srgbClr val="000000">
                <a:alpha val="17650"/>
              </a:srgbClr>
            </a:outerShdw>
          </a:effectLst>
        </p:spPr>
      </p:pic>
      <p:pic>
        <p:nvPicPr>
          <p:cNvPr id="971" name="Google Shape;971;g2d067c62542_0_22"/>
          <p:cNvPicPr preferRelativeResize="0"/>
          <p:nvPr/>
        </p:nvPicPr>
        <p:blipFill rotWithShape="1">
          <a:blip r:embed="rId16">
            <a:alphaModFix/>
          </a:blip>
          <a:srcRect l="99" r="99"/>
          <a:stretch/>
        </p:blipFill>
        <p:spPr>
          <a:xfrm>
            <a:off x="5315518" y="3275210"/>
            <a:ext cx="1311088" cy="939289"/>
          </a:xfrm>
          <a:prstGeom prst="rect">
            <a:avLst/>
          </a:prstGeom>
          <a:noFill/>
          <a:ln>
            <a:noFill/>
          </a:ln>
          <a:effectLst>
            <a:outerShdw blurRad="71438" dist="19050" dir="5400000" algn="bl" rotWithShape="0">
              <a:srgbClr val="000000">
                <a:alpha val="18040"/>
              </a:srgbClr>
            </a:outerShdw>
          </a:effectLst>
        </p:spPr>
      </p:pic>
      <p:pic>
        <p:nvPicPr>
          <p:cNvPr id="972" name="Google Shape;972;g2d067c62542_0_22"/>
          <p:cNvPicPr preferRelativeResize="0"/>
          <p:nvPr/>
        </p:nvPicPr>
        <p:blipFill rotWithShape="1">
          <a:blip r:embed="rId17">
            <a:alphaModFix/>
          </a:blip>
          <a:srcRect l="189" r="179"/>
          <a:stretch/>
        </p:blipFill>
        <p:spPr>
          <a:xfrm>
            <a:off x="6715662" y="3275210"/>
            <a:ext cx="1311088" cy="939290"/>
          </a:xfrm>
          <a:prstGeom prst="rect">
            <a:avLst/>
          </a:prstGeom>
          <a:noFill/>
          <a:ln>
            <a:noFill/>
          </a:ln>
          <a:effectLst>
            <a:outerShdw blurRad="71438" dist="19050" dir="5400000" algn="bl" rotWithShape="0">
              <a:srgbClr val="000000">
                <a:alpha val="18040"/>
              </a:srgbClr>
            </a:outerShdw>
          </a:effectLst>
        </p:spPr>
      </p:pic>
      <p:pic>
        <p:nvPicPr>
          <p:cNvPr id="973" name="Google Shape;973;g2d067c62542_0_22"/>
          <p:cNvPicPr preferRelativeResize="0"/>
          <p:nvPr/>
        </p:nvPicPr>
        <p:blipFill rotWithShape="1">
          <a:blip r:embed="rId18">
            <a:alphaModFix/>
          </a:blip>
          <a:srcRect l="99" r="99"/>
          <a:stretch/>
        </p:blipFill>
        <p:spPr>
          <a:xfrm>
            <a:off x="3216385" y="4339210"/>
            <a:ext cx="1311088" cy="939289"/>
          </a:xfrm>
          <a:prstGeom prst="rect">
            <a:avLst/>
          </a:prstGeom>
          <a:noFill/>
          <a:ln>
            <a:noFill/>
          </a:ln>
          <a:effectLst>
            <a:outerShdw blurRad="71438" dist="19050" dir="5400000" algn="bl" rotWithShape="0">
              <a:srgbClr val="000000">
                <a:alpha val="18040"/>
              </a:srgbClr>
            </a:outerShdw>
          </a:effectLst>
        </p:spPr>
      </p:pic>
      <p:pic>
        <p:nvPicPr>
          <p:cNvPr id="974" name="Google Shape;974;g2d067c62542_0_22"/>
          <p:cNvPicPr preferRelativeResize="0"/>
          <p:nvPr/>
        </p:nvPicPr>
        <p:blipFill rotWithShape="1">
          <a:blip r:embed="rId19">
            <a:alphaModFix/>
          </a:blip>
          <a:srcRect l="99" r="99"/>
          <a:stretch/>
        </p:blipFill>
        <p:spPr>
          <a:xfrm>
            <a:off x="4616527" y="4339210"/>
            <a:ext cx="1311088" cy="939289"/>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sp>
        <p:nvSpPr>
          <p:cNvPr id="980" name="Google Shape;980;g2d067c62542_0_922"/>
          <p:cNvSpPr txBox="1">
            <a:spLocks noGrp="1"/>
          </p:cNvSpPr>
          <p:nvPr>
            <p:ph type="title"/>
          </p:nvPr>
        </p:nvSpPr>
        <p:spPr>
          <a:xfrm>
            <a:off x="980250" y="5568500"/>
            <a:ext cx="71835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81" name="Google Shape;981;g2d067c62542_0_92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982" name="Google Shape;982;g2d067c62542_0_92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83" name="Google Shape;983;g2d067c62542_0_922"/>
          <p:cNvPicPr preferRelativeResize="0"/>
          <p:nvPr/>
        </p:nvPicPr>
        <p:blipFill rotWithShape="1">
          <a:blip r:embed="rId3">
            <a:alphaModFix/>
          </a:blip>
          <a:srcRect t="19" b="29"/>
          <a:stretch/>
        </p:blipFill>
        <p:spPr>
          <a:xfrm>
            <a:off x="1117250" y="1150400"/>
            <a:ext cx="1308927" cy="935400"/>
          </a:xfrm>
          <a:prstGeom prst="rect">
            <a:avLst/>
          </a:prstGeom>
          <a:noFill/>
          <a:ln>
            <a:noFill/>
          </a:ln>
          <a:effectLst>
            <a:outerShdw blurRad="71438" dist="19050" dir="5400000" algn="bl" rotWithShape="0">
              <a:srgbClr val="000000">
                <a:alpha val="17250"/>
              </a:srgbClr>
            </a:outerShdw>
          </a:effectLst>
        </p:spPr>
      </p:pic>
      <p:pic>
        <p:nvPicPr>
          <p:cNvPr id="984" name="Google Shape;984;g2d067c62542_0_922"/>
          <p:cNvPicPr preferRelativeResize="0"/>
          <p:nvPr/>
        </p:nvPicPr>
        <p:blipFill rotWithShape="1">
          <a:blip r:embed="rId4">
            <a:alphaModFix/>
          </a:blip>
          <a:srcRect l="159" r="159"/>
          <a:stretch/>
        </p:blipFill>
        <p:spPr>
          <a:xfrm>
            <a:off x="2516815" y="1150400"/>
            <a:ext cx="1309505" cy="939289"/>
          </a:xfrm>
          <a:prstGeom prst="rect">
            <a:avLst/>
          </a:prstGeom>
          <a:noFill/>
          <a:ln>
            <a:noFill/>
          </a:ln>
          <a:effectLst>
            <a:outerShdw blurRad="71438" dist="19050" dir="5400000" algn="bl" rotWithShape="0">
              <a:srgbClr val="000000">
                <a:alpha val="17250"/>
              </a:srgbClr>
            </a:outerShdw>
          </a:effectLst>
        </p:spPr>
      </p:pic>
      <p:pic>
        <p:nvPicPr>
          <p:cNvPr id="985" name="Google Shape;985;g2d067c62542_0_922"/>
          <p:cNvPicPr preferRelativeResize="0"/>
          <p:nvPr/>
        </p:nvPicPr>
        <p:blipFill rotWithShape="1">
          <a:blip r:embed="rId5">
            <a:alphaModFix/>
          </a:blip>
          <a:srcRect l="159" r="159"/>
          <a:stretch/>
        </p:blipFill>
        <p:spPr>
          <a:xfrm>
            <a:off x="3916959" y="1150400"/>
            <a:ext cx="1309505" cy="937703"/>
          </a:xfrm>
          <a:prstGeom prst="rect">
            <a:avLst/>
          </a:prstGeom>
          <a:noFill/>
          <a:ln>
            <a:noFill/>
          </a:ln>
          <a:effectLst>
            <a:outerShdw blurRad="71438" dist="19050" dir="5400000" algn="bl" rotWithShape="0">
              <a:srgbClr val="000000">
                <a:alpha val="17250"/>
              </a:srgbClr>
            </a:outerShdw>
          </a:effectLst>
        </p:spPr>
      </p:pic>
      <p:pic>
        <p:nvPicPr>
          <p:cNvPr id="986" name="Google Shape;986;g2d067c62542_0_922"/>
          <p:cNvPicPr preferRelativeResize="0"/>
          <p:nvPr/>
        </p:nvPicPr>
        <p:blipFill rotWithShape="1">
          <a:blip r:embed="rId6">
            <a:alphaModFix/>
          </a:blip>
          <a:srcRect l="79" r="69"/>
          <a:stretch/>
        </p:blipFill>
        <p:spPr>
          <a:xfrm>
            <a:off x="5317101" y="1150400"/>
            <a:ext cx="1309505" cy="937704"/>
          </a:xfrm>
          <a:prstGeom prst="rect">
            <a:avLst/>
          </a:prstGeom>
          <a:noFill/>
          <a:ln>
            <a:noFill/>
          </a:ln>
          <a:effectLst>
            <a:outerShdw blurRad="71438" dist="19050" dir="5400000" algn="bl" rotWithShape="0">
              <a:srgbClr val="000000">
                <a:alpha val="17250"/>
              </a:srgbClr>
            </a:outerShdw>
          </a:effectLst>
        </p:spPr>
      </p:pic>
      <p:pic>
        <p:nvPicPr>
          <p:cNvPr id="987" name="Google Shape;987;g2d067c62542_0_922"/>
          <p:cNvPicPr preferRelativeResize="0"/>
          <p:nvPr/>
        </p:nvPicPr>
        <p:blipFill rotWithShape="1">
          <a:blip r:embed="rId7">
            <a:alphaModFix/>
          </a:blip>
          <a:srcRect l="79" r="69"/>
          <a:stretch/>
        </p:blipFill>
        <p:spPr>
          <a:xfrm>
            <a:off x="6717245" y="1150400"/>
            <a:ext cx="1309505" cy="937704"/>
          </a:xfrm>
          <a:prstGeom prst="rect">
            <a:avLst/>
          </a:prstGeom>
          <a:noFill/>
          <a:ln>
            <a:noFill/>
          </a:ln>
          <a:effectLst>
            <a:outerShdw blurRad="71438" dist="19050" dir="5400000" algn="bl" rotWithShape="0">
              <a:srgbClr val="000000">
                <a:alpha val="17250"/>
              </a:srgbClr>
            </a:outerShdw>
          </a:effectLst>
        </p:spPr>
      </p:pic>
      <p:pic>
        <p:nvPicPr>
          <p:cNvPr id="988" name="Google Shape;988;g2d067c62542_0_922"/>
          <p:cNvPicPr preferRelativeResize="0"/>
          <p:nvPr/>
        </p:nvPicPr>
        <p:blipFill rotWithShape="1">
          <a:blip r:embed="rId8">
            <a:alphaModFix/>
          </a:blip>
          <a:srcRect l="159" r="159"/>
          <a:stretch/>
        </p:blipFill>
        <p:spPr>
          <a:xfrm>
            <a:off x="1117250" y="2214389"/>
            <a:ext cx="1309505" cy="937703"/>
          </a:xfrm>
          <a:prstGeom prst="rect">
            <a:avLst/>
          </a:prstGeom>
          <a:noFill/>
          <a:ln>
            <a:noFill/>
          </a:ln>
          <a:effectLst>
            <a:outerShdw blurRad="71438" dist="19050" dir="5400000" algn="bl" rotWithShape="0">
              <a:srgbClr val="000000">
                <a:alpha val="17250"/>
              </a:srgbClr>
            </a:outerShdw>
          </a:effectLst>
        </p:spPr>
      </p:pic>
      <p:pic>
        <p:nvPicPr>
          <p:cNvPr id="989" name="Google Shape;989;g2d067c62542_0_922"/>
          <p:cNvPicPr preferRelativeResize="0"/>
          <p:nvPr/>
        </p:nvPicPr>
        <p:blipFill rotWithShape="1">
          <a:blip r:embed="rId9">
            <a:alphaModFix/>
          </a:blip>
          <a:srcRect l="159" r="159"/>
          <a:stretch/>
        </p:blipFill>
        <p:spPr>
          <a:xfrm>
            <a:off x="2516815" y="2212802"/>
            <a:ext cx="1309505" cy="939289"/>
          </a:xfrm>
          <a:prstGeom prst="rect">
            <a:avLst/>
          </a:prstGeom>
          <a:noFill/>
          <a:ln>
            <a:noFill/>
          </a:ln>
          <a:effectLst>
            <a:outerShdw blurRad="71438" dist="19050" dir="5400000" algn="bl" rotWithShape="0">
              <a:srgbClr val="000000">
                <a:alpha val="17250"/>
              </a:srgbClr>
            </a:outerShdw>
          </a:effectLst>
        </p:spPr>
      </p:pic>
      <p:pic>
        <p:nvPicPr>
          <p:cNvPr id="990" name="Google Shape;990;g2d067c62542_0_922"/>
          <p:cNvPicPr preferRelativeResize="0"/>
          <p:nvPr/>
        </p:nvPicPr>
        <p:blipFill rotWithShape="1">
          <a:blip r:embed="rId10">
            <a:alphaModFix/>
          </a:blip>
          <a:srcRect l="19" r="9"/>
          <a:stretch/>
        </p:blipFill>
        <p:spPr>
          <a:xfrm>
            <a:off x="3915376" y="2212802"/>
            <a:ext cx="1311088" cy="937704"/>
          </a:xfrm>
          <a:prstGeom prst="rect">
            <a:avLst/>
          </a:prstGeom>
          <a:noFill/>
          <a:ln>
            <a:noFill/>
          </a:ln>
          <a:effectLst>
            <a:outerShdw blurRad="71438" dist="19050" dir="5400000" algn="bl" rotWithShape="0">
              <a:srgbClr val="000000">
                <a:alpha val="17250"/>
              </a:srgbClr>
            </a:outerShdw>
          </a:effectLst>
        </p:spPr>
      </p:pic>
      <p:pic>
        <p:nvPicPr>
          <p:cNvPr id="991" name="Google Shape;991;g2d067c62542_0_922"/>
          <p:cNvPicPr preferRelativeResize="0"/>
          <p:nvPr/>
        </p:nvPicPr>
        <p:blipFill rotWithShape="1">
          <a:blip r:embed="rId11">
            <a:alphaModFix/>
          </a:blip>
          <a:srcRect l="189" r="179"/>
          <a:stretch/>
        </p:blipFill>
        <p:spPr>
          <a:xfrm>
            <a:off x="5315518" y="2212802"/>
            <a:ext cx="1311088" cy="939290"/>
          </a:xfrm>
          <a:prstGeom prst="rect">
            <a:avLst/>
          </a:prstGeom>
          <a:noFill/>
          <a:ln>
            <a:noFill/>
          </a:ln>
          <a:effectLst>
            <a:outerShdw blurRad="71438" dist="19050" dir="5400000" algn="bl" rotWithShape="0">
              <a:srgbClr val="000000">
                <a:alpha val="17250"/>
              </a:srgbClr>
            </a:outerShdw>
          </a:effectLst>
        </p:spPr>
      </p:pic>
      <p:pic>
        <p:nvPicPr>
          <p:cNvPr id="992" name="Google Shape;992;g2d067c62542_0_922"/>
          <p:cNvPicPr preferRelativeResize="0"/>
          <p:nvPr/>
        </p:nvPicPr>
        <p:blipFill rotWithShape="1">
          <a:blip r:embed="rId12">
            <a:alphaModFix/>
          </a:blip>
          <a:srcRect l="99" r="99"/>
          <a:stretch/>
        </p:blipFill>
        <p:spPr>
          <a:xfrm>
            <a:off x="6715662" y="2212802"/>
            <a:ext cx="1311088" cy="939289"/>
          </a:xfrm>
          <a:prstGeom prst="rect">
            <a:avLst/>
          </a:prstGeom>
          <a:noFill/>
          <a:ln>
            <a:noFill/>
          </a:ln>
          <a:effectLst>
            <a:outerShdw blurRad="71438" dist="19050" dir="5400000" algn="bl" rotWithShape="0">
              <a:srgbClr val="000000">
                <a:alpha val="17250"/>
              </a:srgbClr>
            </a:outerShdw>
          </a:effectLst>
        </p:spPr>
      </p:pic>
      <p:pic>
        <p:nvPicPr>
          <p:cNvPr id="993" name="Google Shape;993;g2d067c62542_0_922"/>
          <p:cNvPicPr preferRelativeResize="0"/>
          <p:nvPr/>
        </p:nvPicPr>
        <p:blipFill rotWithShape="1">
          <a:blip r:embed="rId13">
            <a:alphaModFix/>
          </a:blip>
          <a:srcRect l="99" r="99"/>
          <a:stretch/>
        </p:blipFill>
        <p:spPr>
          <a:xfrm>
            <a:off x="1117250" y="3275210"/>
            <a:ext cx="1311088" cy="939289"/>
          </a:xfrm>
          <a:prstGeom prst="rect">
            <a:avLst/>
          </a:prstGeom>
          <a:noFill/>
          <a:ln>
            <a:noFill/>
          </a:ln>
          <a:effectLst>
            <a:outerShdw blurRad="71438" dist="19050" dir="5400000" algn="bl" rotWithShape="0">
              <a:srgbClr val="000000">
                <a:alpha val="17250"/>
              </a:srgbClr>
            </a:outerShdw>
          </a:effectLst>
        </p:spPr>
      </p:pic>
      <p:pic>
        <p:nvPicPr>
          <p:cNvPr id="994" name="Google Shape;994;g2d067c62542_0_922"/>
          <p:cNvPicPr preferRelativeResize="0"/>
          <p:nvPr/>
        </p:nvPicPr>
        <p:blipFill rotWithShape="1">
          <a:blip r:embed="rId14">
            <a:alphaModFix/>
          </a:blip>
          <a:srcRect l="189" r="179"/>
          <a:stretch/>
        </p:blipFill>
        <p:spPr>
          <a:xfrm>
            <a:off x="2516815" y="3275210"/>
            <a:ext cx="1311088" cy="939290"/>
          </a:xfrm>
          <a:prstGeom prst="rect">
            <a:avLst/>
          </a:prstGeom>
          <a:noFill/>
          <a:ln>
            <a:noFill/>
          </a:ln>
          <a:effectLst>
            <a:outerShdw blurRad="71438" dist="19050" dir="5400000" algn="bl" rotWithShape="0">
              <a:srgbClr val="000000">
                <a:alpha val="17650"/>
              </a:srgbClr>
            </a:outerShdw>
          </a:effectLst>
        </p:spPr>
      </p:pic>
      <p:pic>
        <p:nvPicPr>
          <p:cNvPr id="995" name="Google Shape;995;g2d067c62542_0_922"/>
          <p:cNvPicPr preferRelativeResize="0"/>
          <p:nvPr/>
        </p:nvPicPr>
        <p:blipFill rotWithShape="1">
          <a:blip r:embed="rId15">
            <a:alphaModFix/>
          </a:blip>
          <a:srcRect l="99" r="99"/>
          <a:stretch/>
        </p:blipFill>
        <p:spPr>
          <a:xfrm>
            <a:off x="3915376" y="3275210"/>
            <a:ext cx="1311088" cy="939289"/>
          </a:xfrm>
          <a:prstGeom prst="rect">
            <a:avLst/>
          </a:prstGeom>
          <a:noFill/>
          <a:ln>
            <a:noFill/>
          </a:ln>
          <a:effectLst>
            <a:outerShdw blurRad="71438" dist="19050" dir="5400000" algn="bl" rotWithShape="0">
              <a:srgbClr val="000000">
                <a:alpha val="17650"/>
              </a:srgbClr>
            </a:outerShdw>
          </a:effectLst>
        </p:spPr>
      </p:pic>
      <p:pic>
        <p:nvPicPr>
          <p:cNvPr id="996" name="Google Shape;996;g2d067c62542_0_922"/>
          <p:cNvPicPr preferRelativeResize="0"/>
          <p:nvPr/>
        </p:nvPicPr>
        <p:blipFill rotWithShape="1">
          <a:blip r:embed="rId16">
            <a:alphaModFix/>
          </a:blip>
          <a:srcRect l="99" r="99"/>
          <a:stretch/>
        </p:blipFill>
        <p:spPr>
          <a:xfrm>
            <a:off x="5315518" y="3275210"/>
            <a:ext cx="1311088" cy="939289"/>
          </a:xfrm>
          <a:prstGeom prst="rect">
            <a:avLst/>
          </a:prstGeom>
          <a:noFill/>
          <a:ln>
            <a:noFill/>
          </a:ln>
          <a:effectLst>
            <a:outerShdw blurRad="71438" dist="19050" dir="5400000" algn="bl" rotWithShape="0">
              <a:srgbClr val="000000">
                <a:alpha val="18040"/>
              </a:srgbClr>
            </a:outerShdw>
          </a:effectLst>
        </p:spPr>
      </p:pic>
      <p:pic>
        <p:nvPicPr>
          <p:cNvPr id="997" name="Google Shape;997;g2d067c62542_0_922"/>
          <p:cNvPicPr preferRelativeResize="0"/>
          <p:nvPr/>
        </p:nvPicPr>
        <p:blipFill rotWithShape="1">
          <a:blip r:embed="rId17">
            <a:alphaModFix/>
          </a:blip>
          <a:srcRect l="189" r="179"/>
          <a:stretch/>
        </p:blipFill>
        <p:spPr>
          <a:xfrm>
            <a:off x="6715662" y="3275210"/>
            <a:ext cx="1311088" cy="939290"/>
          </a:xfrm>
          <a:prstGeom prst="rect">
            <a:avLst/>
          </a:prstGeom>
          <a:noFill/>
          <a:ln>
            <a:noFill/>
          </a:ln>
          <a:effectLst>
            <a:outerShdw blurRad="71438" dist="19050" dir="5400000" algn="bl" rotWithShape="0">
              <a:srgbClr val="000000">
                <a:alpha val="18040"/>
              </a:srgbClr>
            </a:outerShdw>
          </a:effectLst>
        </p:spPr>
      </p:pic>
      <p:pic>
        <p:nvPicPr>
          <p:cNvPr id="998" name="Google Shape;998;g2d067c62542_0_922"/>
          <p:cNvPicPr preferRelativeResize="0"/>
          <p:nvPr/>
        </p:nvPicPr>
        <p:blipFill rotWithShape="1">
          <a:blip r:embed="rId18">
            <a:alphaModFix/>
          </a:blip>
          <a:srcRect l="99" r="99"/>
          <a:stretch/>
        </p:blipFill>
        <p:spPr>
          <a:xfrm>
            <a:off x="3216385" y="4339210"/>
            <a:ext cx="1311088" cy="939289"/>
          </a:xfrm>
          <a:prstGeom prst="rect">
            <a:avLst/>
          </a:prstGeom>
          <a:noFill/>
          <a:ln>
            <a:noFill/>
          </a:ln>
          <a:effectLst>
            <a:outerShdw blurRad="71438" dist="19050" dir="5400000" algn="bl" rotWithShape="0">
              <a:srgbClr val="000000">
                <a:alpha val="18040"/>
              </a:srgbClr>
            </a:outerShdw>
          </a:effectLst>
        </p:spPr>
      </p:pic>
      <p:pic>
        <p:nvPicPr>
          <p:cNvPr id="999" name="Google Shape;999;g2d067c62542_0_922"/>
          <p:cNvPicPr preferRelativeResize="0"/>
          <p:nvPr/>
        </p:nvPicPr>
        <p:blipFill rotWithShape="1">
          <a:blip r:embed="rId19">
            <a:alphaModFix/>
          </a:blip>
          <a:srcRect l="99" r="99"/>
          <a:stretch/>
        </p:blipFill>
        <p:spPr>
          <a:xfrm>
            <a:off x="4616527" y="4339210"/>
            <a:ext cx="1311088" cy="939289"/>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04"/>
        <p:cNvGrpSpPr/>
        <p:nvPr/>
      </p:nvGrpSpPr>
      <p:grpSpPr>
        <a:xfrm>
          <a:off x="0" y="0"/>
          <a:ext cx="0" cy="0"/>
          <a:chOff x="0" y="0"/>
          <a:chExt cx="0" cy="0"/>
        </a:xfrm>
      </p:grpSpPr>
      <p:sp>
        <p:nvSpPr>
          <p:cNvPr id="1005" name="Google Shape;1005;g2d067c62542_0_9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06" name="Google Shape;1006;g2d067c62542_0_9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sp>
        <p:nvSpPr>
          <p:cNvPr id="1007" name="Google Shape;1007;g2d067c62542_0_94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08" name="Google Shape;1008;g2d067c62542_0_940"/>
          <p:cNvPicPr preferRelativeResize="0"/>
          <p:nvPr/>
        </p:nvPicPr>
        <p:blipFill rotWithShape="1">
          <a:blip r:embed="rId3">
            <a:alphaModFix/>
          </a:blip>
          <a:srcRect t="99" b="89"/>
          <a:stretch/>
        </p:blipFill>
        <p:spPr>
          <a:xfrm>
            <a:off x="1157194" y="1683795"/>
            <a:ext cx="1229025" cy="922177"/>
          </a:xfrm>
          <a:prstGeom prst="rect">
            <a:avLst/>
          </a:prstGeom>
          <a:noFill/>
          <a:ln>
            <a:noFill/>
          </a:ln>
          <a:effectLst>
            <a:outerShdw blurRad="57150" dist="19050" dir="5400000" algn="bl" rotWithShape="0">
              <a:srgbClr val="000000">
                <a:alpha val="20000"/>
              </a:srgbClr>
            </a:outerShdw>
          </a:effectLst>
        </p:spPr>
      </p:pic>
      <p:pic>
        <p:nvPicPr>
          <p:cNvPr id="1009" name="Google Shape;1009;g2d067c62542_0_940"/>
          <p:cNvPicPr preferRelativeResize="0"/>
          <p:nvPr/>
        </p:nvPicPr>
        <p:blipFill rotWithShape="1">
          <a:blip r:embed="rId4">
            <a:alphaModFix/>
          </a:blip>
          <a:srcRect/>
          <a:stretch/>
        </p:blipFill>
        <p:spPr>
          <a:xfrm>
            <a:off x="1157194" y="2755558"/>
            <a:ext cx="1229025" cy="922177"/>
          </a:xfrm>
          <a:prstGeom prst="rect">
            <a:avLst/>
          </a:prstGeom>
          <a:noFill/>
          <a:ln>
            <a:noFill/>
          </a:ln>
          <a:effectLst>
            <a:outerShdw blurRad="57150" dist="19050" dir="5400000" algn="bl" rotWithShape="0">
              <a:srgbClr val="000000">
                <a:alpha val="20000"/>
              </a:srgbClr>
            </a:outerShdw>
          </a:effectLst>
        </p:spPr>
      </p:pic>
      <p:pic>
        <p:nvPicPr>
          <p:cNvPr id="1010" name="Google Shape;1010;g2d067c62542_0_940"/>
          <p:cNvPicPr preferRelativeResize="0"/>
          <p:nvPr/>
        </p:nvPicPr>
        <p:blipFill rotWithShape="1">
          <a:blip r:embed="rId5">
            <a:alphaModFix/>
          </a:blip>
          <a:srcRect t="99" b="89"/>
          <a:stretch/>
        </p:blipFill>
        <p:spPr>
          <a:xfrm>
            <a:off x="2557063" y="2755558"/>
            <a:ext cx="1229025" cy="922177"/>
          </a:xfrm>
          <a:prstGeom prst="rect">
            <a:avLst/>
          </a:prstGeom>
          <a:noFill/>
          <a:ln>
            <a:noFill/>
          </a:ln>
          <a:effectLst>
            <a:outerShdw blurRad="57150" dist="19050" dir="5400000" algn="bl" rotWithShape="0">
              <a:srgbClr val="000000">
                <a:alpha val="20000"/>
              </a:srgbClr>
            </a:outerShdw>
          </a:effectLst>
        </p:spPr>
      </p:pic>
      <p:pic>
        <p:nvPicPr>
          <p:cNvPr id="1011" name="Google Shape;1011;g2d067c62542_0_940"/>
          <p:cNvPicPr preferRelativeResize="0"/>
          <p:nvPr/>
        </p:nvPicPr>
        <p:blipFill rotWithShape="1">
          <a:blip r:embed="rId6">
            <a:alphaModFix/>
          </a:blip>
          <a:srcRect t="99" b="89"/>
          <a:stretch/>
        </p:blipFill>
        <p:spPr>
          <a:xfrm>
            <a:off x="3956913" y="2755558"/>
            <a:ext cx="1229025" cy="922177"/>
          </a:xfrm>
          <a:prstGeom prst="rect">
            <a:avLst/>
          </a:prstGeom>
          <a:noFill/>
          <a:ln>
            <a:noFill/>
          </a:ln>
          <a:effectLst>
            <a:outerShdw blurRad="57150" dist="19050" dir="5400000" algn="bl" rotWithShape="0">
              <a:srgbClr val="000000">
                <a:alpha val="20000"/>
              </a:srgbClr>
            </a:outerShdw>
          </a:effectLst>
        </p:spPr>
      </p:pic>
      <p:pic>
        <p:nvPicPr>
          <p:cNvPr id="1012" name="Google Shape;1012;g2d067c62542_0_940"/>
          <p:cNvPicPr preferRelativeResize="0"/>
          <p:nvPr/>
        </p:nvPicPr>
        <p:blipFill rotWithShape="1">
          <a:blip r:embed="rId7">
            <a:alphaModFix/>
          </a:blip>
          <a:srcRect/>
          <a:stretch/>
        </p:blipFill>
        <p:spPr>
          <a:xfrm>
            <a:off x="5356763" y="2755558"/>
            <a:ext cx="1229025" cy="922177"/>
          </a:xfrm>
          <a:prstGeom prst="rect">
            <a:avLst/>
          </a:prstGeom>
          <a:noFill/>
          <a:ln>
            <a:noFill/>
          </a:ln>
          <a:effectLst>
            <a:outerShdw blurRad="57150" dist="19050" dir="5400000" algn="bl" rotWithShape="0">
              <a:srgbClr val="000000">
                <a:alpha val="20000"/>
              </a:srgbClr>
            </a:outerShdw>
          </a:effectLst>
        </p:spPr>
      </p:pic>
      <p:pic>
        <p:nvPicPr>
          <p:cNvPr id="1013" name="Google Shape;1013;g2d067c62542_0_940"/>
          <p:cNvPicPr preferRelativeResize="0"/>
          <p:nvPr/>
        </p:nvPicPr>
        <p:blipFill rotWithShape="1">
          <a:blip r:embed="rId8">
            <a:alphaModFix/>
          </a:blip>
          <a:srcRect/>
          <a:stretch/>
        </p:blipFill>
        <p:spPr>
          <a:xfrm>
            <a:off x="6756613" y="2755558"/>
            <a:ext cx="1229025" cy="922177"/>
          </a:xfrm>
          <a:prstGeom prst="rect">
            <a:avLst/>
          </a:prstGeom>
          <a:noFill/>
          <a:ln>
            <a:noFill/>
          </a:ln>
          <a:effectLst>
            <a:outerShdw blurRad="57150" dist="19050" dir="5400000" algn="bl" rotWithShape="0">
              <a:srgbClr val="000000">
                <a:alpha val="20000"/>
              </a:srgbClr>
            </a:outerShdw>
          </a:effectLst>
        </p:spPr>
      </p:pic>
      <p:pic>
        <p:nvPicPr>
          <p:cNvPr id="1014" name="Google Shape;1014;g2d067c62542_0_940"/>
          <p:cNvPicPr preferRelativeResize="0"/>
          <p:nvPr/>
        </p:nvPicPr>
        <p:blipFill rotWithShape="1">
          <a:blip r:embed="rId9">
            <a:alphaModFix/>
          </a:blip>
          <a:srcRect t="99" b="89"/>
          <a:stretch/>
        </p:blipFill>
        <p:spPr>
          <a:xfrm>
            <a:off x="2557063" y="3825558"/>
            <a:ext cx="1229025" cy="922177"/>
          </a:xfrm>
          <a:prstGeom prst="rect">
            <a:avLst/>
          </a:prstGeom>
          <a:noFill/>
          <a:ln>
            <a:noFill/>
          </a:ln>
          <a:effectLst>
            <a:outerShdw blurRad="57150" dist="19050" dir="5400000" algn="bl" rotWithShape="0">
              <a:srgbClr val="000000">
                <a:alpha val="20000"/>
              </a:srgbClr>
            </a:outerShdw>
          </a:effectLst>
        </p:spPr>
      </p:pic>
      <p:pic>
        <p:nvPicPr>
          <p:cNvPr id="1015" name="Google Shape;1015;g2d067c62542_0_940"/>
          <p:cNvPicPr preferRelativeResize="0"/>
          <p:nvPr/>
        </p:nvPicPr>
        <p:blipFill rotWithShape="1">
          <a:blip r:embed="rId10">
            <a:alphaModFix/>
          </a:blip>
          <a:srcRect t="99" b="89"/>
          <a:stretch/>
        </p:blipFill>
        <p:spPr>
          <a:xfrm>
            <a:off x="2557063" y="1683795"/>
            <a:ext cx="1229025" cy="922177"/>
          </a:xfrm>
          <a:prstGeom prst="rect">
            <a:avLst/>
          </a:prstGeom>
          <a:noFill/>
          <a:ln>
            <a:noFill/>
          </a:ln>
          <a:effectLst>
            <a:outerShdw blurRad="57150" dist="19050" dir="5400000" algn="bl" rotWithShape="0">
              <a:srgbClr val="000000">
                <a:alpha val="20000"/>
              </a:srgbClr>
            </a:outerShdw>
          </a:effectLst>
        </p:spPr>
      </p:pic>
      <p:pic>
        <p:nvPicPr>
          <p:cNvPr id="1016" name="Google Shape;1016;g2d067c62542_0_940"/>
          <p:cNvPicPr preferRelativeResize="0"/>
          <p:nvPr/>
        </p:nvPicPr>
        <p:blipFill rotWithShape="1">
          <a:blip r:embed="rId11">
            <a:alphaModFix/>
          </a:blip>
          <a:srcRect/>
          <a:stretch/>
        </p:blipFill>
        <p:spPr>
          <a:xfrm>
            <a:off x="3956913" y="1683795"/>
            <a:ext cx="1229025" cy="922177"/>
          </a:xfrm>
          <a:prstGeom prst="rect">
            <a:avLst/>
          </a:prstGeom>
          <a:noFill/>
          <a:ln>
            <a:noFill/>
          </a:ln>
          <a:effectLst>
            <a:outerShdw blurRad="57150" dist="19050" dir="5400000" algn="bl" rotWithShape="0">
              <a:srgbClr val="000000">
                <a:alpha val="20000"/>
              </a:srgbClr>
            </a:outerShdw>
          </a:effectLst>
        </p:spPr>
      </p:pic>
      <p:pic>
        <p:nvPicPr>
          <p:cNvPr id="1017" name="Google Shape;1017;g2d067c62542_0_940"/>
          <p:cNvPicPr preferRelativeResize="0"/>
          <p:nvPr/>
        </p:nvPicPr>
        <p:blipFill rotWithShape="1">
          <a:blip r:embed="rId12">
            <a:alphaModFix/>
          </a:blip>
          <a:srcRect/>
          <a:stretch/>
        </p:blipFill>
        <p:spPr>
          <a:xfrm>
            <a:off x="5356763" y="1683795"/>
            <a:ext cx="1229025" cy="922177"/>
          </a:xfrm>
          <a:prstGeom prst="rect">
            <a:avLst/>
          </a:prstGeom>
          <a:noFill/>
          <a:ln>
            <a:noFill/>
          </a:ln>
          <a:effectLst>
            <a:outerShdw blurRad="57150" dist="19050" dir="5400000" algn="bl" rotWithShape="0">
              <a:srgbClr val="000000">
                <a:alpha val="20000"/>
              </a:srgbClr>
            </a:outerShdw>
          </a:effectLst>
        </p:spPr>
      </p:pic>
      <p:pic>
        <p:nvPicPr>
          <p:cNvPr id="1018" name="Google Shape;1018;g2d067c62542_0_940"/>
          <p:cNvPicPr preferRelativeResize="0"/>
          <p:nvPr/>
        </p:nvPicPr>
        <p:blipFill rotWithShape="1">
          <a:blip r:embed="rId13">
            <a:alphaModFix/>
          </a:blip>
          <a:srcRect t="99" b="89"/>
          <a:stretch/>
        </p:blipFill>
        <p:spPr>
          <a:xfrm>
            <a:off x="6756613" y="1683795"/>
            <a:ext cx="1229025" cy="922177"/>
          </a:xfrm>
          <a:prstGeom prst="rect">
            <a:avLst/>
          </a:prstGeom>
          <a:noFill/>
          <a:ln>
            <a:noFill/>
          </a:ln>
          <a:effectLst>
            <a:outerShdw blurRad="57150" dist="19050" dir="5400000" algn="bl" rotWithShape="0">
              <a:srgbClr val="000000">
                <a:alpha val="20000"/>
              </a:srgbClr>
            </a:outerShdw>
          </a:effectLst>
        </p:spPr>
      </p:pic>
      <p:pic>
        <p:nvPicPr>
          <p:cNvPr id="1019" name="Google Shape;1019;g2d067c62542_0_940"/>
          <p:cNvPicPr preferRelativeResize="0"/>
          <p:nvPr/>
        </p:nvPicPr>
        <p:blipFill rotWithShape="1">
          <a:blip r:embed="rId14">
            <a:alphaModFix/>
          </a:blip>
          <a:srcRect/>
          <a:stretch/>
        </p:blipFill>
        <p:spPr>
          <a:xfrm>
            <a:off x="3956913" y="3825558"/>
            <a:ext cx="1229025" cy="922177"/>
          </a:xfrm>
          <a:prstGeom prst="rect">
            <a:avLst/>
          </a:prstGeom>
          <a:noFill/>
          <a:ln>
            <a:noFill/>
          </a:ln>
          <a:effectLst>
            <a:outerShdw blurRad="57150" dist="19050" dir="5400000" algn="bl" rotWithShape="0">
              <a:srgbClr val="000000">
                <a:alpha val="20000"/>
              </a:srgbClr>
            </a:outerShdw>
          </a:effectLst>
        </p:spPr>
      </p:pic>
      <p:pic>
        <p:nvPicPr>
          <p:cNvPr id="1020" name="Google Shape;1020;g2d067c62542_0_940"/>
          <p:cNvPicPr preferRelativeResize="0"/>
          <p:nvPr/>
        </p:nvPicPr>
        <p:blipFill rotWithShape="1">
          <a:blip r:embed="rId15">
            <a:alphaModFix/>
          </a:blip>
          <a:srcRect t="99" b="89"/>
          <a:stretch/>
        </p:blipFill>
        <p:spPr>
          <a:xfrm>
            <a:off x="5356763" y="3825558"/>
            <a:ext cx="1229025" cy="922177"/>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sp>
        <p:nvSpPr>
          <p:cNvPr id="1026" name="Google Shape;1026;g2d067c62542_0_99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27" name="Google Shape;1027;g2d067c62542_0_99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sp>
        <p:nvSpPr>
          <p:cNvPr id="1028" name="Google Shape;1028;g2d067c62542_0_99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29" name="Google Shape;1029;g2d067c62542_0_993"/>
          <p:cNvPicPr preferRelativeResize="0"/>
          <p:nvPr/>
        </p:nvPicPr>
        <p:blipFill rotWithShape="1">
          <a:blip r:embed="rId3">
            <a:alphaModFix/>
          </a:blip>
          <a:srcRect t="19" b="29"/>
          <a:stretch/>
        </p:blipFill>
        <p:spPr>
          <a:xfrm>
            <a:off x="1157194" y="1683795"/>
            <a:ext cx="1229024" cy="922177"/>
          </a:xfrm>
          <a:prstGeom prst="rect">
            <a:avLst/>
          </a:prstGeom>
          <a:noFill/>
          <a:ln>
            <a:noFill/>
          </a:ln>
          <a:effectLst>
            <a:outerShdw blurRad="57150" dist="19050" dir="5400000" algn="bl" rotWithShape="0">
              <a:srgbClr val="000000">
                <a:alpha val="20000"/>
              </a:srgbClr>
            </a:outerShdw>
          </a:effectLst>
        </p:spPr>
      </p:pic>
      <p:pic>
        <p:nvPicPr>
          <p:cNvPr id="1030" name="Google Shape;1030;g2d067c62542_0_993"/>
          <p:cNvPicPr preferRelativeResize="0"/>
          <p:nvPr/>
        </p:nvPicPr>
        <p:blipFill rotWithShape="1">
          <a:blip r:embed="rId4">
            <a:alphaModFix/>
          </a:blip>
          <a:srcRect l="69" r="69"/>
          <a:stretch/>
        </p:blipFill>
        <p:spPr>
          <a:xfrm>
            <a:off x="1157194" y="2755558"/>
            <a:ext cx="1229024" cy="922177"/>
          </a:xfrm>
          <a:prstGeom prst="rect">
            <a:avLst/>
          </a:prstGeom>
          <a:noFill/>
          <a:ln>
            <a:noFill/>
          </a:ln>
          <a:effectLst>
            <a:outerShdw blurRad="57150" dist="19050" dir="5400000" algn="bl" rotWithShape="0">
              <a:srgbClr val="000000">
                <a:alpha val="20000"/>
              </a:srgbClr>
            </a:outerShdw>
          </a:effectLst>
        </p:spPr>
      </p:pic>
      <p:pic>
        <p:nvPicPr>
          <p:cNvPr id="1031" name="Google Shape;1031;g2d067c62542_0_993"/>
          <p:cNvPicPr preferRelativeResize="0"/>
          <p:nvPr/>
        </p:nvPicPr>
        <p:blipFill rotWithShape="1">
          <a:blip r:embed="rId5">
            <a:alphaModFix/>
          </a:blip>
          <a:srcRect t="19" b="29"/>
          <a:stretch/>
        </p:blipFill>
        <p:spPr>
          <a:xfrm>
            <a:off x="2557063" y="2755558"/>
            <a:ext cx="1229024" cy="922177"/>
          </a:xfrm>
          <a:prstGeom prst="rect">
            <a:avLst/>
          </a:prstGeom>
          <a:noFill/>
          <a:ln>
            <a:noFill/>
          </a:ln>
          <a:effectLst>
            <a:outerShdw blurRad="57150" dist="19050" dir="5400000" algn="bl" rotWithShape="0">
              <a:srgbClr val="000000">
                <a:alpha val="20000"/>
              </a:srgbClr>
            </a:outerShdw>
          </a:effectLst>
        </p:spPr>
      </p:pic>
      <p:pic>
        <p:nvPicPr>
          <p:cNvPr id="1032" name="Google Shape;1032;g2d067c62542_0_993"/>
          <p:cNvPicPr preferRelativeResize="0"/>
          <p:nvPr/>
        </p:nvPicPr>
        <p:blipFill rotWithShape="1">
          <a:blip r:embed="rId6">
            <a:alphaModFix/>
          </a:blip>
          <a:srcRect t="19" b="29"/>
          <a:stretch/>
        </p:blipFill>
        <p:spPr>
          <a:xfrm>
            <a:off x="3956913" y="2755558"/>
            <a:ext cx="1229022" cy="922177"/>
          </a:xfrm>
          <a:prstGeom prst="rect">
            <a:avLst/>
          </a:prstGeom>
          <a:noFill/>
          <a:ln>
            <a:noFill/>
          </a:ln>
          <a:effectLst>
            <a:outerShdw blurRad="57150" dist="19050" dir="5400000" algn="bl" rotWithShape="0">
              <a:srgbClr val="000000">
                <a:alpha val="20000"/>
              </a:srgbClr>
            </a:outerShdw>
          </a:effectLst>
        </p:spPr>
      </p:pic>
      <p:pic>
        <p:nvPicPr>
          <p:cNvPr id="1033" name="Google Shape;1033;g2d067c62542_0_993"/>
          <p:cNvPicPr preferRelativeResize="0"/>
          <p:nvPr/>
        </p:nvPicPr>
        <p:blipFill rotWithShape="1">
          <a:blip r:embed="rId7">
            <a:alphaModFix/>
          </a:blip>
          <a:srcRect l="69" r="69"/>
          <a:stretch/>
        </p:blipFill>
        <p:spPr>
          <a:xfrm>
            <a:off x="6756613" y="2755558"/>
            <a:ext cx="1229024" cy="922177"/>
          </a:xfrm>
          <a:prstGeom prst="rect">
            <a:avLst/>
          </a:prstGeom>
          <a:noFill/>
          <a:ln>
            <a:noFill/>
          </a:ln>
          <a:effectLst>
            <a:outerShdw blurRad="57150" dist="19050" dir="5400000" algn="bl" rotWithShape="0">
              <a:srgbClr val="000000">
                <a:alpha val="20000"/>
              </a:srgbClr>
            </a:outerShdw>
          </a:effectLst>
        </p:spPr>
      </p:pic>
      <p:pic>
        <p:nvPicPr>
          <p:cNvPr id="1034" name="Google Shape;1034;g2d067c62542_0_993"/>
          <p:cNvPicPr preferRelativeResize="0"/>
          <p:nvPr/>
        </p:nvPicPr>
        <p:blipFill rotWithShape="1">
          <a:blip r:embed="rId8">
            <a:alphaModFix/>
          </a:blip>
          <a:srcRect t="19" b="29"/>
          <a:stretch/>
        </p:blipFill>
        <p:spPr>
          <a:xfrm>
            <a:off x="2557063" y="3825558"/>
            <a:ext cx="1229024" cy="922177"/>
          </a:xfrm>
          <a:prstGeom prst="rect">
            <a:avLst/>
          </a:prstGeom>
          <a:noFill/>
          <a:ln>
            <a:noFill/>
          </a:ln>
          <a:effectLst>
            <a:outerShdw blurRad="57150" dist="19050" dir="5400000" algn="bl" rotWithShape="0">
              <a:srgbClr val="000000">
                <a:alpha val="20000"/>
              </a:srgbClr>
            </a:outerShdw>
          </a:effectLst>
        </p:spPr>
      </p:pic>
      <p:pic>
        <p:nvPicPr>
          <p:cNvPr id="1035" name="Google Shape;1035;g2d067c62542_0_993"/>
          <p:cNvPicPr preferRelativeResize="0"/>
          <p:nvPr/>
        </p:nvPicPr>
        <p:blipFill rotWithShape="1">
          <a:blip r:embed="rId9">
            <a:alphaModFix/>
          </a:blip>
          <a:srcRect t="19" b="29"/>
          <a:stretch/>
        </p:blipFill>
        <p:spPr>
          <a:xfrm>
            <a:off x="2557063" y="1683795"/>
            <a:ext cx="1229024" cy="922177"/>
          </a:xfrm>
          <a:prstGeom prst="rect">
            <a:avLst/>
          </a:prstGeom>
          <a:noFill/>
          <a:ln>
            <a:noFill/>
          </a:ln>
          <a:effectLst>
            <a:outerShdw blurRad="57150" dist="19050" dir="5400000" algn="bl" rotWithShape="0">
              <a:srgbClr val="000000">
                <a:alpha val="20000"/>
              </a:srgbClr>
            </a:outerShdw>
          </a:effectLst>
        </p:spPr>
      </p:pic>
      <p:pic>
        <p:nvPicPr>
          <p:cNvPr id="1036" name="Google Shape;1036;g2d067c62542_0_993"/>
          <p:cNvPicPr preferRelativeResize="0"/>
          <p:nvPr/>
        </p:nvPicPr>
        <p:blipFill rotWithShape="1">
          <a:blip r:embed="rId10">
            <a:alphaModFix/>
          </a:blip>
          <a:srcRect l="69" r="69"/>
          <a:stretch/>
        </p:blipFill>
        <p:spPr>
          <a:xfrm>
            <a:off x="3956913" y="1683795"/>
            <a:ext cx="1229024" cy="922177"/>
          </a:xfrm>
          <a:prstGeom prst="rect">
            <a:avLst/>
          </a:prstGeom>
          <a:noFill/>
          <a:ln>
            <a:noFill/>
          </a:ln>
          <a:effectLst>
            <a:outerShdw blurRad="57150" dist="19050" dir="5400000" algn="bl" rotWithShape="0">
              <a:srgbClr val="000000">
                <a:alpha val="20000"/>
              </a:srgbClr>
            </a:outerShdw>
          </a:effectLst>
        </p:spPr>
      </p:pic>
      <p:pic>
        <p:nvPicPr>
          <p:cNvPr id="1037" name="Google Shape;1037;g2d067c62542_0_993"/>
          <p:cNvPicPr preferRelativeResize="0"/>
          <p:nvPr/>
        </p:nvPicPr>
        <p:blipFill rotWithShape="1">
          <a:blip r:embed="rId11">
            <a:alphaModFix/>
          </a:blip>
          <a:srcRect l="69" r="69"/>
          <a:stretch/>
        </p:blipFill>
        <p:spPr>
          <a:xfrm>
            <a:off x="5356763" y="1683795"/>
            <a:ext cx="1229024" cy="922177"/>
          </a:xfrm>
          <a:prstGeom prst="rect">
            <a:avLst/>
          </a:prstGeom>
          <a:noFill/>
          <a:ln>
            <a:noFill/>
          </a:ln>
          <a:effectLst>
            <a:outerShdw blurRad="57150" dist="19050" dir="5400000" algn="bl" rotWithShape="0">
              <a:srgbClr val="000000">
                <a:alpha val="20000"/>
              </a:srgbClr>
            </a:outerShdw>
          </a:effectLst>
        </p:spPr>
      </p:pic>
      <p:pic>
        <p:nvPicPr>
          <p:cNvPr id="1038" name="Google Shape;1038;g2d067c62542_0_993"/>
          <p:cNvPicPr preferRelativeResize="0"/>
          <p:nvPr/>
        </p:nvPicPr>
        <p:blipFill rotWithShape="1">
          <a:blip r:embed="rId12">
            <a:alphaModFix/>
          </a:blip>
          <a:srcRect t="19" b="29"/>
          <a:stretch/>
        </p:blipFill>
        <p:spPr>
          <a:xfrm>
            <a:off x="6756613" y="1683795"/>
            <a:ext cx="1229024" cy="922177"/>
          </a:xfrm>
          <a:prstGeom prst="rect">
            <a:avLst/>
          </a:prstGeom>
          <a:noFill/>
          <a:ln>
            <a:noFill/>
          </a:ln>
          <a:effectLst>
            <a:outerShdw blurRad="57150" dist="19050" dir="5400000" algn="bl" rotWithShape="0">
              <a:srgbClr val="000000">
                <a:alpha val="20000"/>
              </a:srgbClr>
            </a:outerShdw>
          </a:effectLst>
        </p:spPr>
      </p:pic>
      <p:pic>
        <p:nvPicPr>
          <p:cNvPr id="1039" name="Google Shape;1039;g2d067c62542_0_993"/>
          <p:cNvPicPr preferRelativeResize="0"/>
          <p:nvPr/>
        </p:nvPicPr>
        <p:blipFill rotWithShape="1">
          <a:blip r:embed="rId13">
            <a:alphaModFix/>
          </a:blip>
          <a:srcRect l="69" r="69"/>
          <a:stretch/>
        </p:blipFill>
        <p:spPr>
          <a:xfrm>
            <a:off x="5356763" y="2755558"/>
            <a:ext cx="1229024" cy="922177"/>
          </a:xfrm>
          <a:prstGeom prst="rect">
            <a:avLst/>
          </a:prstGeom>
          <a:noFill/>
          <a:ln>
            <a:noFill/>
          </a:ln>
          <a:effectLst>
            <a:outerShdw blurRad="57150" dist="19050" dir="5400000" algn="bl" rotWithShape="0">
              <a:srgbClr val="000000">
                <a:alpha val="20000"/>
              </a:srgbClr>
            </a:outerShdw>
          </a:effectLst>
        </p:spPr>
      </p:pic>
      <p:pic>
        <p:nvPicPr>
          <p:cNvPr id="1040" name="Google Shape;1040;g2d067c62542_0_993"/>
          <p:cNvPicPr preferRelativeResize="0"/>
          <p:nvPr/>
        </p:nvPicPr>
        <p:blipFill rotWithShape="1">
          <a:blip r:embed="rId14">
            <a:alphaModFix/>
          </a:blip>
          <a:srcRect l="69" r="69"/>
          <a:stretch/>
        </p:blipFill>
        <p:spPr>
          <a:xfrm>
            <a:off x="3956913" y="3825558"/>
            <a:ext cx="1229024" cy="922177"/>
          </a:xfrm>
          <a:prstGeom prst="rect">
            <a:avLst/>
          </a:prstGeom>
          <a:noFill/>
          <a:ln>
            <a:noFill/>
          </a:ln>
          <a:effectLst>
            <a:outerShdw blurRad="57150" dist="19050" dir="5400000" algn="bl" rotWithShape="0">
              <a:srgbClr val="000000">
                <a:alpha val="20000"/>
              </a:srgbClr>
            </a:outerShdw>
          </a:effectLst>
        </p:spPr>
      </p:pic>
      <p:pic>
        <p:nvPicPr>
          <p:cNvPr id="1041" name="Google Shape;1041;g2d067c62542_0_993"/>
          <p:cNvPicPr preferRelativeResize="0"/>
          <p:nvPr/>
        </p:nvPicPr>
        <p:blipFill rotWithShape="1">
          <a:blip r:embed="rId15">
            <a:alphaModFix/>
          </a:blip>
          <a:srcRect t="99" b="89"/>
          <a:stretch/>
        </p:blipFill>
        <p:spPr>
          <a:xfrm>
            <a:off x="5356763" y="3825558"/>
            <a:ext cx="1229025" cy="922177"/>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46"/>
        <p:cNvGrpSpPr/>
        <p:nvPr/>
      </p:nvGrpSpPr>
      <p:grpSpPr>
        <a:xfrm>
          <a:off x="0" y="0"/>
          <a:ext cx="0" cy="0"/>
          <a:chOff x="0" y="0"/>
          <a:chExt cx="0" cy="0"/>
        </a:xfrm>
      </p:grpSpPr>
      <p:pic>
        <p:nvPicPr>
          <p:cNvPr id="1047" name="Google Shape;1047;g2d067c62542_0_137"/>
          <p:cNvPicPr preferRelativeResize="0"/>
          <p:nvPr/>
        </p:nvPicPr>
        <p:blipFill rotWithShape="1">
          <a:blip r:embed="rId3">
            <a:alphaModFix/>
          </a:blip>
          <a:srcRect t="95977"/>
          <a:stretch/>
        </p:blipFill>
        <p:spPr>
          <a:xfrm>
            <a:off x="2378725" y="5256203"/>
            <a:ext cx="4386550" cy="132250"/>
          </a:xfrm>
          <a:prstGeom prst="rect">
            <a:avLst/>
          </a:prstGeom>
          <a:noFill/>
          <a:ln>
            <a:noFill/>
          </a:ln>
        </p:spPr>
      </p:pic>
      <p:sp>
        <p:nvSpPr>
          <p:cNvPr id="1048" name="Google Shape;1048;g2d067c62542_0_137"/>
          <p:cNvSpPr txBox="1">
            <a:spLocks noGrp="1"/>
          </p:cNvSpPr>
          <p:nvPr>
            <p:ph type="subTitle" idx="4294967295"/>
          </p:nvPr>
        </p:nvSpPr>
        <p:spPr>
          <a:xfrm>
            <a:off x="3341580" y="3459550"/>
            <a:ext cx="2460900" cy="296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1000"/>
              </a:spcBef>
              <a:spcAft>
                <a:spcPts val="0"/>
              </a:spcAft>
              <a:buClr>
                <a:schemeClr val="dk1"/>
              </a:buClr>
              <a:buSzPts val="1800"/>
              <a:buFont typeface="Poppins"/>
              <a:buNone/>
            </a:pPr>
            <a:r>
              <a:rPr lang="en-US" sz="1000" b="1" i="0" u="none" strike="noStrike" cap="none">
                <a:solidFill>
                  <a:schemeClr val="dk1"/>
                </a:solidFill>
                <a:latin typeface="Helvetica Neue"/>
                <a:ea typeface="Helvetica Neue"/>
                <a:cs typeface="Helvetica Neue"/>
                <a:sym typeface="Helvetica Neue"/>
              </a:rPr>
              <a:t>Set 1 Non-Fiction</a:t>
            </a:r>
            <a:r>
              <a:rPr lang="en-US" sz="1000" b="0" i="0" u="none" strike="noStrike" cap="none">
                <a:solidFill>
                  <a:schemeClr val="dk1"/>
                </a:solidFill>
                <a:latin typeface="Helvetica Neue"/>
                <a:ea typeface="Helvetica Neue"/>
                <a:cs typeface="Helvetica Neue"/>
                <a:sym typeface="Helvetica Neue"/>
              </a:rPr>
              <a:t> Books 1 - 12</a:t>
            </a:r>
            <a:br>
              <a:rPr lang="en-US" sz="1000" b="0" i="0" u="none" strike="noStrike" cap="none">
                <a:solidFill>
                  <a:schemeClr val="dk1"/>
                </a:solidFill>
                <a:latin typeface="Helvetica Neue"/>
                <a:ea typeface="Helvetica Neue"/>
                <a:cs typeface="Helvetica Neue"/>
                <a:sym typeface="Helvetica Neue"/>
              </a:rPr>
            </a:br>
            <a:r>
              <a:rPr lang="en-US" sz="800" b="0" i="0" u="none" strike="noStrike" cap="none">
                <a:solidFill>
                  <a:schemeClr val="dk1"/>
                </a:solidFill>
                <a:latin typeface="Helvetica Neue"/>
                <a:ea typeface="Helvetica Neue"/>
                <a:cs typeface="Helvetica Neue"/>
                <a:sym typeface="Helvetica Neue"/>
              </a:rPr>
              <a:t>JL388</a:t>
            </a:r>
            <a:endParaRPr sz="800" b="0" i="0" u="none" strike="noStrike" cap="none">
              <a:solidFill>
                <a:schemeClr val="dk1"/>
              </a:solidFill>
              <a:latin typeface="Helvetica Neue"/>
              <a:ea typeface="Helvetica Neue"/>
              <a:cs typeface="Helvetica Neue"/>
              <a:sym typeface="Helvetica Neue"/>
            </a:endParaRPr>
          </a:p>
        </p:txBody>
      </p:sp>
      <p:sp>
        <p:nvSpPr>
          <p:cNvPr id="1049" name="Google Shape;1049;g2d067c62542_0_137"/>
          <p:cNvSpPr txBox="1">
            <a:spLocks noGrp="1"/>
          </p:cNvSpPr>
          <p:nvPr>
            <p:ph type="subTitle" idx="4294967295"/>
          </p:nvPr>
        </p:nvSpPr>
        <p:spPr>
          <a:xfrm>
            <a:off x="3341520" y="4621956"/>
            <a:ext cx="2460900" cy="296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1000"/>
              </a:spcBef>
              <a:spcAft>
                <a:spcPts val="0"/>
              </a:spcAft>
              <a:buClr>
                <a:schemeClr val="dk1"/>
              </a:buClr>
              <a:buSzPts val="1800"/>
              <a:buFont typeface="Poppins"/>
              <a:buNone/>
            </a:pPr>
            <a:r>
              <a:rPr lang="en-US" sz="1000" b="1" i="0" u="none" strike="noStrike" cap="none">
                <a:solidFill>
                  <a:schemeClr val="dk1"/>
                </a:solidFill>
                <a:latin typeface="Helvetica Neue"/>
                <a:ea typeface="Helvetica Neue"/>
                <a:cs typeface="Helvetica Neue"/>
                <a:sym typeface="Helvetica Neue"/>
              </a:rPr>
              <a:t>Set 2 Non-Fiction</a:t>
            </a:r>
            <a:r>
              <a:rPr lang="en-US" sz="1000" b="0" i="0" u="none" strike="noStrike" cap="none">
                <a:solidFill>
                  <a:schemeClr val="dk1"/>
                </a:solidFill>
                <a:latin typeface="Helvetica Neue"/>
                <a:ea typeface="Helvetica Neue"/>
                <a:cs typeface="Helvetica Neue"/>
                <a:sym typeface="Helvetica Neue"/>
              </a:rPr>
              <a:t> Books 1 - 12</a:t>
            </a:r>
            <a:br>
              <a:rPr lang="en-US" sz="1000" b="0" i="0" u="none" strike="noStrike" cap="none">
                <a:solidFill>
                  <a:schemeClr val="dk1"/>
                </a:solidFill>
                <a:latin typeface="Helvetica Neue"/>
                <a:ea typeface="Helvetica Neue"/>
                <a:cs typeface="Helvetica Neue"/>
                <a:sym typeface="Helvetica Neue"/>
              </a:rPr>
            </a:br>
            <a:r>
              <a:rPr lang="en-US" sz="800" b="0" i="0" u="none" strike="noStrike" cap="none">
                <a:solidFill>
                  <a:schemeClr val="dk1"/>
                </a:solidFill>
                <a:latin typeface="Helvetica Neue"/>
                <a:ea typeface="Helvetica Neue"/>
                <a:cs typeface="Helvetica Neue"/>
                <a:sym typeface="Helvetica Neue"/>
              </a:rPr>
              <a:t>BB113</a:t>
            </a:r>
            <a:endParaRPr sz="800" b="1" i="0" u="none" strike="noStrike" cap="none">
              <a:solidFill>
                <a:schemeClr val="dk1"/>
              </a:solidFill>
              <a:latin typeface="Helvetica Neue"/>
              <a:ea typeface="Helvetica Neue"/>
              <a:cs typeface="Helvetica Neue"/>
              <a:sym typeface="Helvetica Neue"/>
            </a:endParaRPr>
          </a:p>
        </p:txBody>
      </p:sp>
      <p:grpSp>
        <p:nvGrpSpPr>
          <p:cNvPr id="1050" name="Google Shape;1050;g2d067c62542_0_137"/>
          <p:cNvGrpSpPr/>
          <p:nvPr/>
        </p:nvGrpSpPr>
        <p:grpSpPr>
          <a:xfrm>
            <a:off x="929500" y="2729275"/>
            <a:ext cx="7338176" cy="654076"/>
            <a:chOff x="929500" y="2729275"/>
            <a:chExt cx="7338176" cy="654076"/>
          </a:xfrm>
        </p:grpSpPr>
        <p:pic>
          <p:nvPicPr>
            <p:cNvPr id="1051" name="Google Shape;1051;g2d067c62542_0_137"/>
            <p:cNvPicPr preferRelativeResize="0"/>
            <p:nvPr/>
          </p:nvPicPr>
          <p:blipFill rotWithShape="1">
            <a:blip r:embed="rId4">
              <a:alphaModFix/>
            </a:blip>
            <a:srcRect/>
            <a:stretch/>
          </p:blipFill>
          <p:spPr>
            <a:xfrm>
              <a:off x="929500" y="2729275"/>
              <a:ext cx="538776" cy="654076"/>
            </a:xfrm>
            <a:prstGeom prst="rect">
              <a:avLst/>
            </a:prstGeom>
            <a:noFill/>
            <a:ln>
              <a:noFill/>
            </a:ln>
            <a:effectLst>
              <a:outerShdw blurRad="42863" dist="9525" dir="5400000" algn="bl" rotWithShape="0">
                <a:srgbClr val="000000">
                  <a:alpha val="20000"/>
                </a:srgbClr>
              </a:outerShdw>
            </a:effectLst>
          </p:spPr>
        </p:pic>
        <p:pic>
          <p:nvPicPr>
            <p:cNvPr id="1052" name="Google Shape;1052;g2d067c62542_0_137"/>
            <p:cNvPicPr preferRelativeResize="0"/>
            <p:nvPr/>
          </p:nvPicPr>
          <p:blipFill rotWithShape="1">
            <a:blip r:embed="rId5">
              <a:alphaModFix/>
            </a:blip>
            <a:srcRect/>
            <a:stretch/>
          </p:blipFill>
          <p:spPr>
            <a:xfrm>
              <a:off x="1547627" y="2729275"/>
              <a:ext cx="538776" cy="654076"/>
            </a:xfrm>
            <a:prstGeom prst="rect">
              <a:avLst/>
            </a:prstGeom>
            <a:noFill/>
            <a:ln>
              <a:noFill/>
            </a:ln>
            <a:effectLst>
              <a:outerShdw blurRad="42863" dist="9525" dir="5400000" algn="bl" rotWithShape="0">
                <a:srgbClr val="000000">
                  <a:alpha val="20000"/>
                </a:srgbClr>
              </a:outerShdw>
            </a:effectLst>
          </p:spPr>
        </p:pic>
        <p:pic>
          <p:nvPicPr>
            <p:cNvPr id="1053" name="Google Shape;1053;g2d067c62542_0_137"/>
            <p:cNvPicPr preferRelativeResize="0"/>
            <p:nvPr/>
          </p:nvPicPr>
          <p:blipFill rotWithShape="1">
            <a:blip r:embed="rId6">
              <a:alphaModFix/>
            </a:blip>
            <a:srcRect/>
            <a:stretch/>
          </p:blipFill>
          <p:spPr>
            <a:xfrm>
              <a:off x="2165755" y="2729275"/>
              <a:ext cx="538776" cy="654076"/>
            </a:xfrm>
            <a:prstGeom prst="rect">
              <a:avLst/>
            </a:prstGeom>
            <a:noFill/>
            <a:ln>
              <a:noFill/>
            </a:ln>
            <a:effectLst>
              <a:outerShdw blurRad="42863" dist="9525" dir="5400000" algn="bl" rotWithShape="0">
                <a:srgbClr val="000000">
                  <a:alpha val="20000"/>
                </a:srgbClr>
              </a:outerShdw>
            </a:effectLst>
          </p:spPr>
        </p:pic>
        <p:pic>
          <p:nvPicPr>
            <p:cNvPr id="1054" name="Google Shape;1054;g2d067c62542_0_137"/>
            <p:cNvPicPr preferRelativeResize="0"/>
            <p:nvPr/>
          </p:nvPicPr>
          <p:blipFill rotWithShape="1">
            <a:blip r:embed="rId7">
              <a:alphaModFix/>
            </a:blip>
            <a:srcRect/>
            <a:stretch/>
          </p:blipFill>
          <p:spPr>
            <a:xfrm>
              <a:off x="2783882" y="2729275"/>
              <a:ext cx="538776" cy="654076"/>
            </a:xfrm>
            <a:prstGeom prst="rect">
              <a:avLst/>
            </a:prstGeom>
            <a:noFill/>
            <a:ln>
              <a:noFill/>
            </a:ln>
            <a:effectLst>
              <a:outerShdw blurRad="42863" dist="9525" dir="5400000" algn="bl" rotWithShape="0">
                <a:srgbClr val="000000">
                  <a:alpha val="20000"/>
                </a:srgbClr>
              </a:outerShdw>
            </a:effectLst>
          </p:spPr>
        </p:pic>
        <p:pic>
          <p:nvPicPr>
            <p:cNvPr id="1055" name="Google Shape;1055;g2d067c62542_0_137"/>
            <p:cNvPicPr preferRelativeResize="0"/>
            <p:nvPr/>
          </p:nvPicPr>
          <p:blipFill rotWithShape="1">
            <a:blip r:embed="rId8">
              <a:alphaModFix/>
            </a:blip>
            <a:srcRect/>
            <a:stretch/>
          </p:blipFill>
          <p:spPr>
            <a:xfrm>
              <a:off x="3402009" y="2729275"/>
              <a:ext cx="538776" cy="654076"/>
            </a:xfrm>
            <a:prstGeom prst="rect">
              <a:avLst/>
            </a:prstGeom>
            <a:noFill/>
            <a:ln>
              <a:noFill/>
            </a:ln>
            <a:effectLst>
              <a:outerShdw blurRad="42863" dist="9525" dir="5400000" algn="bl" rotWithShape="0">
                <a:srgbClr val="000000">
                  <a:alpha val="20000"/>
                </a:srgbClr>
              </a:outerShdw>
            </a:effectLst>
          </p:spPr>
        </p:pic>
        <p:pic>
          <p:nvPicPr>
            <p:cNvPr id="1056" name="Google Shape;1056;g2d067c62542_0_137"/>
            <p:cNvPicPr preferRelativeResize="0"/>
            <p:nvPr/>
          </p:nvPicPr>
          <p:blipFill rotWithShape="1">
            <a:blip r:embed="rId9">
              <a:alphaModFix/>
            </a:blip>
            <a:srcRect/>
            <a:stretch/>
          </p:blipFill>
          <p:spPr>
            <a:xfrm>
              <a:off x="4020136" y="2729275"/>
              <a:ext cx="538776" cy="654076"/>
            </a:xfrm>
            <a:prstGeom prst="rect">
              <a:avLst/>
            </a:prstGeom>
            <a:noFill/>
            <a:ln>
              <a:noFill/>
            </a:ln>
            <a:effectLst>
              <a:outerShdw blurRad="42863" dist="9525" dir="5400000" algn="bl" rotWithShape="0">
                <a:srgbClr val="000000">
                  <a:alpha val="20000"/>
                </a:srgbClr>
              </a:outerShdw>
            </a:effectLst>
          </p:spPr>
        </p:pic>
        <p:pic>
          <p:nvPicPr>
            <p:cNvPr id="1057" name="Google Shape;1057;g2d067c62542_0_137"/>
            <p:cNvPicPr preferRelativeResize="0"/>
            <p:nvPr/>
          </p:nvPicPr>
          <p:blipFill rotWithShape="1">
            <a:blip r:embed="rId10">
              <a:alphaModFix/>
            </a:blip>
            <a:srcRect/>
            <a:stretch/>
          </p:blipFill>
          <p:spPr>
            <a:xfrm>
              <a:off x="4638264" y="2729275"/>
              <a:ext cx="538776" cy="654076"/>
            </a:xfrm>
            <a:prstGeom prst="rect">
              <a:avLst/>
            </a:prstGeom>
            <a:noFill/>
            <a:ln>
              <a:noFill/>
            </a:ln>
            <a:effectLst>
              <a:outerShdw blurRad="42863" dist="9525" dir="5400000" algn="bl" rotWithShape="0">
                <a:srgbClr val="000000">
                  <a:alpha val="20000"/>
                </a:srgbClr>
              </a:outerShdw>
            </a:effectLst>
          </p:spPr>
        </p:pic>
        <p:pic>
          <p:nvPicPr>
            <p:cNvPr id="1058" name="Google Shape;1058;g2d067c62542_0_137"/>
            <p:cNvPicPr preferRelativeResize="0"/>
            <p:nvPr/>
          </p:nvPicPr>
          <p:blipFill rotWithShape="1">
            <a:blip r:embed="rId11">
              <a:alphaModFix/>
            </a:blip>
            <a:srcRect/>
            <a:stretch/>
          </p:blipFill>
          <p:spPr>
            <a:xfrm>
              <a:off x="5256391" y="2729275"/>
              <a:ext cx="538776" cy="654076"/>
            </a:xfrm>
            <a:prstGeom prst="rect">
              <a:avLst/>
            </a:prstGeom>
            <a:noFill/>
            <a:ln>
              <a:noFill/>
            </a:ln>
            <a:effectLst>
              <a:outerShdw blurRad="42863" dist="9525" dir="5400000" algn="bl" rotWithShape="0">
                <a:srgbClr val="000000">
                  <a:alpha val="20000"/>
                </a:srgbClr>
              </a:outerShdw>
            </a:effectLst>
          </p:spPr>
        </p:pic>
        <p:pic>
          <p:nvPicPr>
            <p:cNvPr id="1059" name="Google Shape;1059;g2d067c62542_0_137"/>
            <p:cNvPicPr preferRelativeResize="0"/>
            <p:nvPr/>
          </p:nvPicPr>
          <p:blipFill rotWithShape="1">
            <a:blip r:embed="rId12">
              <a:alphaModFix/>
            </a:blip>
            <a:srcRect/>
            <a:stretch/>
          </p:blipFill>
          <p:spPr>
            <a:xfrm>
              <a:off x="5874518" y="2729275"/>
              <a:ext cx="538776" cy="654076"/>
            </a:xfrm>
            <a:prstGeom prst="rect">
              <a:avLst/>
            </a:prstGeom>
            <a:noFill/>
            <a:ln>
              <a:noFill/>
            </a:ln>
            <a:effectLst>
              <a:outerShdw blurRad="42863" dist="9525" dir="5400000" algn="bl" rotWithShape="0">
                <a:srgbClr val="000000">
                  <a:alpha val="20000"/>
                </a:srgbClr>
              </a:outerShdw>
            </a:effectLst>
          </p:spPr>
        </p:pic>
        <p:pic>
          <p:nvPicPr>
            <p:cNvPr id="1060" name="Google Shape;1060;g2d067c62542_0_137"/>
            <p:cNvPicPr preferRelativeResize="0"/>
            <p:nvPr/>
          </p:nvPicPr>
          <p:blipFill rotWithShape="1">
            <a:blip r:embed="rId13">
              <a:alphaModFix/>
            </a:blip>
            <a:srcRect/>
            <a:stretch/>
          </p:blipFill>
          <p:spPr>
            <a:xfrm>
              <a:off x="6492645" y="2729275"/>
              <a:ext cx="538776" cy="654076"/>
            </a:xfrm>
            <a:prstGeom prst="rect">
              <a:avLst/>
            </a:prstGeom>
            <a:noFill/>
            <a:ln>
              <a:noFill/>
            </a:ln>
            <a:effectLst>
              <a:outerShdw blurRad="42863" dist="9525" dir="5400000" algn="bl" rotWithShape="0">
                <a:srgbClr val="000000">
                  <a:alpha val="20000"/>
                </a:srgbClr>
              </a:outerShdw>
            </a:effectLst>
          </p:spPr>
        </p:pic>
        <p:pic>
          <p:nvPicPr>
            <p:cNvPr id="1061" name="Google Shape;1061;g2d067c62542_0_137"/>
            <p:cNvPicPr preferRelativeResize="0"/>
            <p:nvPr/>
          </p:nvPicPr>
          <p:blipFill rotWithShape="1">
            <a:blip r:embed="rId14">
              <a:alphaModFix/>
            </a:blip>
            <a:srcRect/>
            <a:stretch/>
          </p:blipFill>
          <p:spPr>
            <a:xfrm>
              <a:off x="7110773" y="2729275"/>
              <a:ext cx="538776" cy="654076"/>
            </a:xfrm>
            <a:prstGeom prst="rect">
              <a:avLst/>
            </a:prstGeom>
            <a:noFill/>
            <a:ln>
              <a:noFill/>
            </a:ln>
            <a:effectLst>
              <a:outerShdw blurRad="42863" dist="9525" dir="5400000" algn="bl" rotWithShape="0">
                <a:srgbClr val="000000">
                  <a:alpha val="20000"/>
                </a:srgbClr>
              </a:outerShdw>
            </a:effectLst>
          </p:spPr>
        </p:pic>
        <p:pic>
          <p:nvPicPr>
            <p:cNvPr id="1062" name="Google Shape;1062;g2d067c62542_0_137"/>
            <p:cNvPicPr preferRelativeResize="0"/>
            <p:nvPr/>
          </p:nvPicPr>
          <p:blipFill rotWithShape="1">
            <a:blip r:embed="rId15">
              <a:alphaModFix/>
            </a:blip>
            <a:srcRect/>
            <a:stretch/>
          </p:blipFill>
          <p:spPr>
            <a:xfrm>
              <a:off x="7728900" y="2729275"/>
              <a:ext cx="538776" cy="654076"/>
            </a:xfrm>
            <a:prstGeom prst="rect">
              <a:avLst/>
            </a:prstGeom>
            <a:noFill/>
            <a:ln>
              <a:noFill/>
            </a:ln>
            <a:effectLst>
              <a:outerShdw blurRad="42863" dist="9525" dir="5400000" algn="bl" rotWithShape="0">
                <a:srgbClr val="000000">
                  <a:alpha val="20000"/>
                </a:srgbClr>
              </a:outerShdw>
            </a:effectLst>
          </p:spPr>
        </p:pic>
      </p:grpSp>
      <p:grpSp>
        <p:nvGrpSpPr>
          <p:cNvPr id="1063" name="Google Shape;1063;g2d067c62542_0_137"/>
          <p:cNvGrpSpPr/>
          <p:nvPr/>
        </p:nvGrpSpPr>
        <p:grpSpPr>
          <a:xfrm>
            <a:off x="5865800" y="747523"/>
            <a:ext cx="2637000" cy="1723027"/>
            <a:chOff x="5865800" y="747523"/>
            <a:chExt cx="2637000" cy="1723027"/>
          </a:xfrm>
        </p:grpSpPr>
        <p:sp>
          <p:nvSpPr>
            <p:cNvPr id="1064" name="Google Shape;1064;g2d067c62542_0_137"/>
            <p:cNvSpPr/>
            <p:nvPr/>
          </p:nvSpPr>
          <p:spPr>
            <a:xfrm rot="555446">
              <a:off x="7210883" y="829558"/>
              <a:ext cx="1140629" cy="1491393"/>
            </a:xfrm>
            <a:prstGeom prst="roundRect">
              <a:avLst>
                <a:gd name="adj" fmla="val 7407"/>
              </a:avLst>
            </a:prstGeom>
            <a:solidFill>
              <a:srgbClr val="FFFFFF"/>
            </a:solidFill>
            <a:ln>
              <a:noFill/>
            </a:ln>
            <a:effectLst>
              <a:outerShdw blurRad="42863" dist="19050" dir="5400000" algn="bl" rotWithShape="0">
                <a:srgbClr val="000000">
                  <a:alpha val="2000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5" name="Google Shape;1065;g2d067c62542_0_137"/>
            <p:cNvSpPr txBox="1"/>
            <p:nvPr/>
          </p:nvSpPr>
          <p:spPr>
            <a:xfrm>
              <a:off x="5865801" y="856225"/>
              <a:ext cx="1462800" cy="314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000" b="0" i="0" u="none" strike="noStrike" cap="none">
                  <a:solidFill>
                    <a:srgbClr val="000000"/>
                  </a:solidFill>
                  <a:latin typeface="Poppins"/>
                  <a:ea typeface="Poppins"/>
                  <a:cs typeface="Poppins"/>
                  <a:sym typeface="Poppins"/>
                </a:rPr>
                <a:t>click to view online book tracker</a:t>
              </a:r>
              <a:endParaRPr sz="1000" b="0" i="0" u="none" strike="noStrike" cap="none">
                <a:solidFill>
                  <a:srgbClr val="000000"/>
                </a:solidFill>
                <a:latin typeface="Poppins"/>
                <a:ea typeface="Poppins"/>
                <a:cs typeface="Poppins"/>
                <a:sym typeface="Poppins"/>
              </a:endParaRPr>
            </a:p>
          </p:txBody>
        </p:sp>
        <p:pic>
          <p:nvPicPr>
            <p:cNvPr id="1066" name="Google Shape;1066;g2d067c62542_0_137"/>
            <p:cNvPicPr preferRelativeResize="0"/>
            <p:nvPr/>
          </p:nvPicPr>
          <p:blipFill rotWithShape="1">
            <a:blip r:embed="rId16">
              <a:alphaModFix/>
            </a:blip>
            <a:srcRect/>
            <a:stretch/>
          </p:blipFill>
          <p:spPr>
            <a:xfrm rot="2297168" flipH="1">
              <a:off x="6837510" y="1250543"/>
              <a:ext cx="469392" cy="232787"/>
            </a:xfrm>
            <a:prstGeom prst="rect">
              <a:avLst/>
            </a:prstGeom>
            <a:noFill/>
            <a:ln>
              <a:noFill/>
            </a:ln>
          </p:spPr>
        </p:pic>
        <p:pic>
          <p:nvPicPr>
            <p:cNvPr id="1067" name="Google Shape;1067;g2d067c62542_0_137"/>
            <p:cNvPicPr preferRelativeResize="0"/>
            <p:nvPr/>
          </p:nvPicPr>
          <p:blipFill rotWithShape="1">
            <a:blip r:embed="rId17">
              <a:alphaModFix/>
            </a:blip>
            <a:srcRect/>
            <a:stretch/>
          </p:blipFill>
          <p:spPr>
            <a:xfrm rot="555204">
              <a:off x="7273429" y="833241"/>
              <a:ext cx="1027542" cy="1452320"/>
            </a:xfrm>
            <a:prstGeom prst="rect">
              <a:avLst/>
            </a:prstGeom>
            <a:noFill/>
            <a:ln>
              <a:noFill/>
            </a:ln>
          </p:spPr>
        </p:pic>
        <p:sp>
          <p:nvSpPr>
            <p:cNvPr id="1068" name="Google Shape;1068;g2d067c62542_0_137">
              <a:hlinkClick r:id="rId18"/>
            </p:cNvPr>
            <p:cNvSpPr/>
            <p:nvPr/>
          </p:nvSpPr>
          <p:spPr>
            <a:xfrm>
              <a:off x="5865800" y="815150"/>
              <a:ext cx="2637000" cy="1655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069" name="Google Shape;1069;g2d067c62542_0_137"/>
          <p:cNvGrpSpPr/>
          <p:nvPr/>
        </p:nvGrpSpPr>
        <p:grpSpPr>
          <a:xfrm>
            <a:off x="929500" y="3891690"/>
            <a:ext cx="7338176" cy="654076"/>
            <a:chOff x="929500" y="3891690"/>
            <a:chExt cx="7338176" cy="654076"/>
          </a:xfrm>
        </p:grpSpPr>
        <p:pic>
          <p:nvPicPr>
            <p:cNvPr id="1070" name="Google Shape;1070;g2d067c62542_0_137"/>
            <p:cNvPicPr preferRelativeResize="0"/>
            <p:nvPr/>
          </p:nvPicPr>
          <p:blipFill rotWithShape="1">
            <a:blip r:embed="rId19">
              <a:alphaModFix/>
            </a:blip>
            <a:srcRect/>
            <a:stretch/>
          </p:blipFill>
          <p:spPr>
            <a:xfrm>
              <a:off x="929500" y="3891690"/>
              <a:ext cx="538776" cy="654076"/>
            </a:xfrm>
            <a:prstGeom prst="rect">
              <a:avLst/>
            </a:prstGeom>
            <a:noFill/>
            <a:ln>
              <a:noFill/>
            </a:ln>
            <a:effectLst>
              <a:outerShdw blurRad="42863" dist="9525" dir="5400000" algn="bl" rotWithShape="0">
                <a:srgbClr val="000000">
                  <a:alpha val="20000"/>
                </a:srgbClr>
              </a:outerShdw>
            </a:effectLst>
          </p:spPr>
        </p:pic>
        <p:pic>
          <p:nvPicPr>
            <p:cNvPr id="1071" name="Google Shape;1071;g2d067c62542_0_137"/>
            <p:cNvPicPr preferRelativeResize="0"/>
            <p:nvPr/>
          </p:nvPicPr>
          <p:blipFill rotWithShape="1">
            <a:blip r:embed="rId20">
              <a:alphaModFix/>
            </a:blip>
            <a:srcRect/>
            <a:stretch/>
          </p:blipFill>
          <p:spPr>
            <a:xfrm>
              <a:off x="1547627" y="3891690"/>
              <a:ext cx="538776" cy="654076"/>
            </a:xfrm>
            <a:prstGeom prst="rect">
              <a:avLst/>
            </a:prstGeom>
            <a:noFill/>
            <a:ln>
              <a:noFill/>
            </a:ln>
            <a:effectLst>
              <a:outerShdw blurRad="42863" dist="9525" dir="5400000" algn="bl" rotWithShape="0">
                <a:srgbClr val="000000">
                  <a:alpha val="20000"/>
                </a:srgbClr>
              </a:outerShdw>
            </a:effectLst>
          </p:spPr>
        </p:pic>
        <p:pic>
          <p:nvPicPr>
            <p:cNvPr id="1072" name="Google Shape;1072;g2d067c62542_0_137"/>
            <p:cNvPicPr preferRelativeResize="0"/>
            <p:nvPr/>
          </p:nvPicPr>
          <p:blipFill rotWithShape="1">
            <a:blip r:embed="rId21">
              <a:alphaModFix/>
            </a:blip>
            <a:srcRect/>
            <a:stretch/>
          </p:blipFill>
          <p:spPr>
            <a:xfrm>
              <a:off x="2165755" y="3891690"/>
              <a:ext cx="538776" cy="654076"/>
            </a:xfrm>
            <a:prstGeom prst="rect">
              <a:avLst/>
            </a:prstGeom>
            <a:noFill/>
            <a:ln>
              <a:noFill/>
            </a:ln>
            <a:effectLst>
              <a:outerShdw blurRad="42863" dist="9525" dir="5400000" algn="bl" rotWithShape="0">
                <a:srgbClr val="000000">
                  <a:alpha val="20000"/>
                </a:srgbClr>
              </a:outerShdw>
            </a:effectLst>
          </p:spPr>
        </p:pic>
        <p:pic>
          <p:nvPicPr>
            <p:cNvPr id="1073" name="Google Shape;1073;g2d067c62542_0_137"/>
            <p:cNvPicPr preferRelativeResize="0"/>
            <p:nvPr/>
          </p:nvPicPr>
          <p:blipFill rotWithShape="1">
            <a:blip r:embed="rId22">
              <a:alphaModFix/>
            </a:blip>
            <a:srcRect/>
            <a:stretch/>
          </p:blipFill>
          <p:spPr>
            <a:xfrm>
              <a:off x="2783882" y="3891690"/>
              <a:ext cx="538776" cy="654076"/>
            </a:xfrm>
            <a:prstGeom prst="rect">
              <a:avLst/>
            </a:prstGeom>
            <a:noFill/>
            <a:ln>
              <a:noFill/>
            </a:ln>
            <a:effectLst>
              <a:outerShdw blurRad="42863" dist="9525" dir="5400000" algn="bl" rotWithShape="0">
                <a:srgbClr val="000000">
                  <a:alpha val="20000"/>
                </a:srgbClr>
              </a:outerShdw>
            </a:effectLst>
          </p:spPr>
        </p:pic>
        <p:pic>
          <p:nvPicPr>
            <p:cNvPr id="1074" name="Google Shape;1074;g2d067c62542_0_137"/>
            <p:cNvPicPr preferRelativeResize="0"/>
            <p:nvPr/>
          </p:nvPicPr>
          <p:blipFill rotWithShape="1">
            <a:blip r:embed="rId23">
              <a:alphaModFix/>
            </a:blip>
            <a:srcRect/>
            <a:stretch/>
          </p:blipFill>
          <p:spPr>
            <a:xfrm>
              <a:off x="3402009" y="3891690"/>
              <a:ext cx="538776" cy="654076"/>
            </a:xfrm>
            <a:prstGeom prst="rect">
              <a:avLst/>
            </a:prstGeom>
            <a:noFill/>
            <a:ln>
              <a:noFill/>
            </a:ln>
            <a:effectLst>
              <a:outerShdw blurRad="42863" dist="9525" dir="5400000" algn="bl" rotWithShape="0">
                <a:srgbClr val="000000">
                  <a:alpha val="20000"/>
                </a:srgbClr>
              </a:outerShdw>
            </a:effectLst>
          </p:spPr>
        </p:pic>
        <p:pic>
          <p:nvPicPr>
            <p:cNvPr id="1075" name="Google Shape;1075;g2d067c62542_0_137"/>
            <p:cNvPicPr preferRelativeResize="0"/>
            <p:nvPr/>
          </p:nvPicPr>
          <p:blipFill rotWithShape="1">
            <a:blip r:embed="rId24">
              <a:alphaModFix/>
            </a:blip>
            <a:srcRect/>
            <a:stretch/>
          </p:blipFill>
          <p:spPr>
            <a:xfrm>
              <a:off x="4020136" y="3891690"/>
              <a:ext cx="538776" cy="654076"/>
            </a:xfrm>
            <a:prstGeom prst="rect">
              <a:avLst/>
            </a:prstGeom>
            <a:noFill/>
            <a:ln>
              <a:noFill/>
            </a:ln>
            <a:effectLst>
              <a:outerShdw blurRad="42863" dist="9525" dir="5400000" algn="bl" rotWithShape="0">
                <a:srgbClr val="000000">
                  <a:alpha val="20000"/>
                </a:srgbClr>
              </a:outerShdw>
            </a:effectLst>
          </p:spPr>
        </p:pic>
        <p:pic>
          <p:nvPicPr>
            <p:cNvPr id="1076" name="Google Shape;1076;g2d067c62542_0_137"/>
            <p:cNvPicPr preferRelativeResize="0"/>
            <p:nvPr/>
          </p:nvPicPr>
          <p:blipFill rotWithShape="1">
            <a:blip r:embed="rId25">
              <a:alphaModFix/>
            </a:blip>
            <a:srcRect/>
            <a:stretch/>
          </p:blipFill>
          <p:spPr>
            <a:xfrm>
              <a:off x="4638264" y="3891690"/>
              <a:ext cx="538776" cy="654076"/>
            </a:xfrm>
            <a:prstGeom prst="rect">
              <a:avLst/>
            </a:prstGeom>
            <a:noFill/>
            <a:ln>
              <a:noFill/>
            </a:ln>
            <a:effectLst>
              <a:outerShdw blurRad="42863" dist="9525" dir="5400000" algn="bl" rotWithShape="0">
                <a:srgbClr val="000000">
                  <a:alpha val="20000"/>
                </a:srgbClr>
              </a:outerShdw>
            </a:effectLst>
          </p:spPr>
        </p:pic>
        <p:pic>
          <p:nvPicPr>
            <p:cNvPr id="1077" name="Google Shape;1077;g2d067c62542_0_137"/>
            <p:cNvPicPr preferRelativeResize="0"/>
            <p:nvPr/>
          </p:nvPicPr>
          <p:blipFill rotWithShape="1">
            <a:blip r:embed="rId26">
              <a:alphaModFix/>
            </a:blip>
            <a:srcRect/>
            <a:stretch/>
          </p:blipFill>
          <p:spPr>
            <a:xfrm>
              <a:off x="5256391" y="3891690"/>
              <a:ext cx="538776" cy="654076"/>
            </a:xfrm>
            <a:prstGeom prst="rect">
              <a:avLst/>
            </a:prstGeom>
            <a:noFill/>
            <a:ln>
              <a:noFill/>
            </a:ln>
            <a:effectLst>
              <a:outerShdw blurRad="42863" dist="9525" dir="5400000" algn="bl" rotWithShape="0">
                <a:srgbClr val="000000">
                  <a:alpha val="20000"/>
                </a:srgbClr>
              </a:outerShdw>
            </a:effectLst>
          </p:spPr>
        </p:pic>
        <p:pic>
          <p:nvPicPr>
            <p:cNvPr id="1078" name="Google Shape;1078;g2d067c62542_0_137"/>
            <p:cNvPicPr preferRelativeResize="0"/>
            <p:nvPr/>
          </p:nvPicPr>
          <p:blipFill rotWithShape="1">
            <a:blip r:embed="rId27">
              <a:alphaModFix/>
            </a:blip>
            <a:srcRect/>
            <a:stretch/>
          </p:blipFill>
          <p:spPr>
            <a:xfrm>
              <a:off x="5874518" y="3891690"/>
              <a:ext cx="538776" cy="654076"/>
            </a:xfrm>
            <a:prstGeom prst="rect">
              <a:avLst/>
            </a:prstGeom>
            <a:noFill/>
            <a:ln>
              <a:noFill/>
            </a:ln>
            <a:effectLst>
              <a:outerShdw blurRad="42863" dist="9525" dir="5400000" algn="bl" rotWithShape="0">
                <a:srgbClr val="000000">
                  <a:alpha val="20000"/>
                </a:srgbClr>
              </a:outerShdw>
            </a:effectLst>
          </p:spPr>
        </p:pic>
        <p:pic>
          <p:nvPicPr>
            <p:cNvPr id="1079" name="Google Shape;1079;g2d067c62542_0_137"/>
            <p:cNvPicPr preferRelativeResize="0"/>
            <p:nvPr/>
          </p:nvPicPr>
          <p:blipFill rotWithShape="1">
            <a:blip r:embed="rId28">
              <a:alphaModFix/>
            </a:blip>
            <a:srcRect/>
            <a:stretch/>
          </p:blipFill>
          <p:spPr>
            <a:xfrm>
              <a:off x="6492645" y="3891690"/>
              <a:ext cx="538776" cy="654076"/>
            </a:xfrm>
            <a:prstGeom prst="rect">
              <a:avLst/>
            </a:prstGeom>
            <a:noFill/>
            <a:ln>
              <a:noFill/>
            </a:ln>
            <a:effectLst>
              <a:outerShdw blurRad="42863" dist="9525" dir="5400000" algn="bl" rotWithShape="0">
                <a:srgbClr val="000000">
                  <a:alpha val="20000"/>
                </a:srgbClr>
              </a:outerShdw>
            </a:effectLst>
          </p:spPr>
        </p:pic>
        <p:pic>
          <p:nvPicPr>
            <p:cNvPr id="1080" name="Google Shape;1080;g2d067c62542_0_137"/>
            <p:cNvPicPr preferRelativeResize="0"/>
            <p:nvPr/>
          </p:nvPicPr>
          <p:blipFill rotWithShape="1">
            <a:blip r:embed="rId29">
              <a:alphaModFix/>
            </a:blip>
            <a:srcRect/>
            <a:stretch/>
          </p:blipFill>
          <p:spPr>
            <a:xfrm>
              <a:off x="7110773" y="3891690"/>
              <a:ext cx="538776" cy="654076"/>
            </a:xfrm>
            <a:prstGeom prst="rect">
              <a:avLst/>
            </a:prstGeom>
            <a:noFill/>
            <a:ln>
              <a:noFill/>
            </a:ln>
            <a:effectLst>
              <a:outerShdw blurRad="42863" dist="9525" dir="5400000" algn="bl" rotWithShape="0">
                <a:srgbClr val="000000">
                  <a:alpha val="20000"/>
                </a:srgbClr>
              </a:outerShdw>
            </a:effectLst>
          </p:spPr>
        </p:pic>
        <p:pic>
          <p:nvPicPr>
            <p:cNvPr id="1081" name="Google Shape;1081;g2d067c62542_0_137"/>
            <p:cNvPicPr preferRelativeResize="0"/>
            <p:nvPr/>
          </p:nvPicPr>
          <p:blipFill rotWithShape="1">
            <a:blip r:embed="rId30">
              <a:alphaModFix/>
            </a:blip>
            <a:srcRect/>
            <a:stretch/>
          </p:blipFill>
          <p:spPr>
            <a:xfrm>
              <a:off x="7728900" y="3891690"/>
              <a:ext cx="538776" cy="654076"/>
            </a:xfrm>
            <a:prstGeom prst="rect">
              <a:avLst/>
            </a:prstGeom>
            <a:noFill/>
            <a:ln>
              <a:noFill/>
            </a:ln>
            <a:effectLst>
              <a:outerShdw blurRad="42863" dist="9525" dir="5400000" algn="bl" rotWithShape="0">
                <a:srgbClr val="000000">
                  <a:alpha val="20000"/>
                </a:srgbClr>
              </a:outerShdw>
            </a:effectLst>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86"/>
        <p:cNvGrpSpPr/>
        <p:nvPr/>
      </p:nvGrpSpPr>
      <p:grpSpPr>
        <a:xfrm>
          <a:off x="0" y="0"/>
          <a:ext cx="0" cy="0"/>
          <a:chOff x="0" y="0"/>
          <a:chExt cx="0" cy="0"/>
        </a:xfrm>
      </p:grpSpPr>
      <p:pic>
        <p:nvPicPr>
          <p:cNvPr id="1087" name="Google Shape;1087;g2d180be752d_0_433"/>
          <p:cNvPicPr preferRelativeResize="0"/>
          <p:nvPr/>
        </p:nvPicPr>
        <p:blipFill rotWithShape="1">
          <a:blip r:embed="rId3">
            <a:alphaModFix/>
          </a:blip>
          <a:srcRect t="95977"/>
          <a:stretch/>
        </p:blipFill>
        <p:spPr>
          <a:xfrm>
            <a:off x="2378725" y="5256203"/>
            <a:ext cx="4386550" cy="132250"/>
          </a:xfrm>
          <a:prstGeom prst="rect">
            <a:avLst/>
          </a:prstGeom>
          <a:noFill/>
          <a:ln>
            <a:noFill/>
          </a:ln>
        </p:spPr>
      </p:pic>
      <p:sp>
        <p:nvSpPr>
          <p:cNvPr id="1088" name="Google Shape;1088;g2d180be752d_0_433"/>
          <p:cNvSpPr txBox="1">
            <a:spLocks noGrp="1"/>
          </p:cNvSpPr>
          <p:nvPr>
            <p:ph type="subTitle" idx="4294967295"/>
          </p:nvPr>
        </p:nvSpPr>
        <p:spPr>
          <a:xfrm>
            <a:off x="3341580" y="3459550"/>
            <a:ext cx="2460900" cy="296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1000"/>
              </a:spcBef>
              <a:spcAft>
                <a:spcPts val="0"/>
              </a:spcAft>
              <a:buClr>
                <a:schemeClr val="dk1"/>
              </a:buClr>
              <a:buSzPts val="1800"/>
              <a:buFont typeface="Poppins"/>
              <a:buNone/>
            </a:pPr>
            <a:r>
              <a:rPr lang="en-US" sz="1000" b="1" i="0" u="none" strike="noStrike" cap="none">
                <a:solidFill>
                  <a:schemeClr val="dk1"/>
                </a:solidFill>
                <a:latin typeface="Helvetica Neue"/>
                <a:ea typeface="Helvetica Neue"/>
                <a:cs typeface="Helvetica Neue"/>
                <a:sym typeface="Helvetica Neue"/>
              </a:rPr>
              <a:t>Set 1 Fiction </a:t>
            </a:r>
            <a:r>
              <a:rPr lang="en-US" sz="1000" b="0" i="0" u="none" strike="noStrike" cap="none">
                <a:solidFill>
                  <a:schemeClr val="dk1"/>
                </a:solidFill>
                <a:latin typeface="Helvetica Neue"/>
                <a:ea typeface="Helvetica Neue"/>
                <a:cs typeface="Helvetica Neue"/>
                <a:sym typeface="Helvetica Neue"/>
              </a:rPr>
              <a:t>Books 1 - 12</a:t>
            </a:r>
            <a:br>
              <a:rPr lang="en-US" sz="1000" b="0" i="0" u="none" strike="noStrike" cap="none">
                <a:solidFill>
                  <a:schemeClr val="dk1"/>
                </a:solidFill>
                <a:latin typeface="Helvetica Neue"/>
                <a:ea typeface="Helvetica Neue"/>
                <a:cs typeface="Helvetica Neue"/>
                <a:sym typeface="Helvetica Neue"/>
              </a:rPr>
            </a:br>
            <a:r>
              <a:rPr lang="en-US" sz="800" b="0" i="0" u="none" strike="noStrike" cap="none">
                <a:solidFill>
                  <a:schemeClr val="dk1"/>
                </a:solidFill>
                <a:latin typeface="Helvetica Neue"/>
                <a:ea typeface="Helvetica Neue"/>
                <a:cs typeface="Helvetica Neue"/>
                <a:sym typeface="Helvetica Neue"/>
              </a:rPr>
              <a:t>JL382</a:t>
            </a:r>
            <a:endParaRPr sz="1000" b="1" i="0" u="none" strike="noStrike" cap="none">
              <a:solidFill>
                <a:schemeClr val="dk1"/>
              </a:solidFill>
              <a:latin typeface="Helvetica Neue"/>
              <a:ea typeface="Helvetica Neue"/>
              <a:cs typeface="Helvetica Neue"/>
              <a:sym typeface="Helvetica Neue"/>
            </a:endParaRPr>
          </a:p>
        </p:txBody>
      </p:sp>
      <p:sp>
        <p:nvSpPr>
          <p:cNvPr id="1089" name="Google Shape;1089;g2d180be752d_0_433"/>
          <p:cNvSpPr txBox="1">
            <a:spLocks noGrp="1"/>
          </p:cNvSpPr>
          <p:nvPr>
            <p:ph type="subTitle" idx="4294967295"/>
          </p:nvPr>
        </p:nvSpPr>
        <p:spPr>
          <a:xfrm>
            <a:off x="3341520" y="4621956"/>
            <a:ext cx="2460900" cy="296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1000"/>
              </a:spcBef>
              <a:spcAft>
                <a:spcPts val="0"/>
              </a:spcAft>
              <a:buClr>
                <a:schemeClr val="dk1"/>
              </a:buClr>
              <a:buSzPts val="1800"/>
              <a:buFont typeface="Poppins"/>
              <a:buNone/>
            </a:pPr>
            <a:r>
              <a:rPr lang="en-US" sz="1000" b="1" i="0" u="none" strike="noStrike" cap="none">
                <a:solidFill>
                  <a:schemeClr val="dk1"/>
                </a:solidFill>
                <a:latin typeface="Helvetica Neue"/>
                <a:ea typeface="Helvetica Neue"/>
                <a:cs typeface="Helvetica Neue"/>
                <a:sym typeface="Helvetica Neue"/>
              </a:rPr>
              <a:t>Set 2 Fiction</a:t>
            </a:r>
            <a:r>
              <a:rPr lang="en-US" sz="1000" b="0" i="0" u="none" strike="noStrike" cap="none">
                <a:solidFill>
                  <a:schemeClr val="dk1"/>
                </a:solidFill>
                <a:latin typeface="Helvetica Neue"/>
                <a:ea typeface="Helvetica Neue"/>
                <a:cs typeface="Helvetica Neue"/>
                <a:sym typeface="Helvetica Neue"/>
              </a:rPr>
              <a:t> Books 1 - 12</a:t>
            </a:r>
            <a:br>
              <a:rPr lang="en-US" sz="1000" b="0" i="0" u="none" strike="noStrike" cap="none">
                <a:solidFill>
                  <a:schemeClr val="dk1"/>
                </a:solidFill>
                <a:latin typeface="Helvetica Neue"/>
                <a:ea typeface="Helvetica Neue"/>
                <a:cs typeface="Helvetica Neue"/>
                <a:sym typeface="Helvetica Neue"/>
              </a:rPr>
            </a:br>
            <a:r>
              <a:rPr lang="en-US" sz="800" b="0" i="0" u="none" strike="noStrike" cap="none">
                <a:solidFill>
                  <a:schemeClr val="dk1"/>
                </a:solidFill>
                <a:latin typeface="Helvetica Neue"/>
                <a:ea typeface="Helvetica Neue"/>
                <a:cs typeface="Helvetica Neue"/>
                <a:sym typeface="Helvetica Neue"/>
              </a:rPr>
              <a:t>BB107</a:t>
            </a:r>
            <a:endParaRPr sz="1000" b="1" i="0" u="none" strike="noStrike" cap="none">
              <a:solidFill>
                <a:schemeClr val="dk1"/>
              </a:solidFill>
              <a:latin typeface="Helvetica Neue"/>
              <a:ea typeface="Helvetica Neue"/>
              <a:cs typeface="Helvetica Neue"/>
              <a:sym typeface="Helvetica Neue"/>
            </a:endParaRPr>
          </a:p>
        </p:txBody>
      </p:sp>
      <p:pic>
        <p:nvPicPr>
          <p:cNvPr id="1090" name="Google Shape;1090;g2d180be752d_0_433"/>
          <p:cNvPicPr preferRelativeResize="0"/>
          <p:nvPr/>
        </p:nvPicPr>
        <p:blipFill rotWithShape="1">
          <a:blip r:embed="rId4">
            <a:alphaModFix/>
          </a:blip>
          <a:srcRect/>
          <a:stretch/>
        </p:blipFill>
        <p:spPr>
          <a:xfrm>
            <a:off x="929500" y="2729275"/>
            <a:ext cx="538776" cy="654076"/>
          </a:xfrm>
          <a:prstGeom prst="rect">
            <a:avLst/>
          </a:prstGeom>
          <a:noFill/>
          <a:ln>
            <a:noFill/>
          </a:ln>
          <a:effectLst>
            <a:outerShdw blurRad="42863" dist="9525" dir="5400000" algn="bl" rotWithShape="0">
              <a:srgbClr val="000000">
                <a:alpha val="20000"/>
              </a:srgbClr>
            </a:outerShdw>
          </a:effectLst>
        </p:spPr>
      </p:pic>
      <p:pic>
        <p:nvPicPr>
          <p:cNvPr id="1091" name="Google Shape;1091;g2d180be752d_0_433"/>
          <p:cNvPicPr preferRelativeResize="0"/>
          <p:nvPr/>
        </p:nvPicPr>
        <p:blipFill rotWithShape="1">
          <a:blip r:embed="rId5">
            <a:alphaModFix/>
          </a:blip>
          <a:srcRect/>
          <a:stretch/>
        </p:blipFill>
        <p:spPr>
          <a:xfrm>
            <a:off x="1547627" y="2729275"/>
            <a:ext cx="538776" cy="654076"/>
          </a:xfrm>
          <a:prstGeom prst="rect">
            <a:avLst/>
          </a:prstGeom>
          <a:noFill/>
          <a:ln>
            <a:noFill/>
          </a:ln>
          <a:effectLst>
            <a:outerShdw blurRad="42863" dist="9525" dir="5400000" algn="bl" rotWithShape="0">
              <a:srgbClr val="000000">
                <a:alpha val="20000"/>
              </a:srgbClr>
            </a:outerShdw>
          </a:effectLst>
        </p:spPr>
      </p:pic>
      <p:pic>
        <p:nvPicPr>
          <p:cNvPr id="1092" name="Google Shape;1092;g2d180be752d_0_433"/>
          <p:cNvPicPr preferRelativeResize="0"/>
          <p:nvPr/>
        </p:nvPicPr>
        <p:blipFill rotWithShape="1">
          <a:blip r:embed="rId6">
            <a:alphaModFix/>
          </a:blip>
          <a:srcRect/>
          <a:stretch/>
        </p:blipFill>
        <p:spPr>
          <a:xfrm>
            <a:off x="2165755" y="2729275"/>
            <a:ext cx="538776" cy="654076"/>
          </a:xfrm>
          <a:prstGeom prst="rect">
            <a:avLst/>
          </a:prstGeom>
          <a:noFill/>
          <a:ln>
            <a:noFill/>
          </a:ln>
          <a:effectLst>
            <a:outerShdw blurRad="42863" dist="9525" dir="5400000" algn="bl" rotWithShape="0">
              <a:srgbClr val="000000">
                <a:alpha val="20000"/>
              </a:srgbClr>
            </a:outerShdw>
          </a:effectLst>
        </p:spPr>
      </p:pic>
      <p:pic>
        <p:nvPicPr>
          <p:cNvPr id="1093" name="Google Shape;1093;g2d180be752d_0_433"/>
          <p:cNvPicPr preferRelativeResize="0"/>
          <p:nvPr/>
        </p:nvPicPr>
        <p:blipFill rotWithShape="1">
          <a:blip r:embed="rId7">
            <a:alphaModFix/>
          </a:blip>
          <a:srcRect/>
          <a:stretch/>
        </p:blipFill>
        <p:spPr>
          <a:xfrm>
            <a:off x="2783882" y="2729275"/>
            <a:ext cx="538776" cy="654076"/>
          </a:xfrm>
          <a:prstGeom prst="rect">
            <a:avLst/>
          </a:prstGeom>
          <a:noFill/>
          <a:ln>
            <a:noFill/>
          </a:ln>
          <a:effectLst>
            <a:outerShdw blurRad="42863" dist="9525" dir="5400000" algn="bl" rotWithShape="0">
              <a:srgbClr val="000000">
                <a:alpha val="20000"/>
              </a:srgbClr>
            </a:outerShdw>
          </a:effectLst>
        </p:spPr>
      </p:pic>
      <p:pic>
        <p:nvPicPr>
          <p:cNvPr id="1094" name="Google Shape;1094;g2d180be752d_0_433"/>
          <p:cNvPicPr preferRelativeResize="0"/>
          <p:nvPr/>
        </p:nvPicPr>
        <p:blipFill rotWithShape="1">
          <a:blip r:embed="rId8">
            <a:alphaModFix/>
          </a:blip>
          <a:srcRect/>
          <a:stretch/>
        </p:blipFill>
        <p:spPr>
          <a:xfrm>
            <a:off x="3402009" y="2729275"/>
            <a:ext cx="538776" cy="654076"/>
          </a:xfrm>
          <a:prstGeom prst="rect">
            <a:avLst/>
          </a:prstGeom>
          <a:noFill/>
          <a:ln>
            <a:noFill/>
          </a:ln>
          <a:effectLst>
            <a:outerShdw blurRad="42863" dist="9525" dir="5400000" algn="bl" rotWithShape="0">
              <a:srgbClr val="000000">
                <a:alpha val="20000"/>
              </a:srgbClr>
            </a:outerShdw>
          </a:effectLst>
        </p:spPr>
      </p:pic>
      <p:pic>
        <p:nvPicPr>
          <p:cNvPr id="1095" name="Google Shape;1095;g2d180be752d_0_433"/>
          <p:cNvPicPr preferRelativeResize="0"/>
          <p:nvPr/>
        </p:nvPicPr>
        <p:blipFill rotWithShape="1">
          <a:blip r:embed="rId9">
            <a:alphaModFix/>
          </a:blip>
          <a:srcRect/>
          <a:stretch/>
        </p:blipFill>
        <p:spPr>
          <a:xfrm>
            <a:off x="4020136" y="2729275"/>
            <a:ext cx="538776" cy="654076"/>
          </a:xfrm>
          <a:prstGeom prst="rect">
            <a:avLst/>
          </a:prstGeom>
          <a:noFill/>
          <a:ln>
            <a:noFill/>
          </a:ln>
          <a:effectLst>
            <a:outerShdw blurRad="42863" dist="9525" dir="5400000" algn="bl" rotWithShape="0">
              <a:srgbClr val="000000">
                <a:alpha val="20000"/>
              </a:srgbClr>
            </a:outerShdw>
          </a:effectLst>
        </p:spPr>
      </p:pic>
      <p:pic>
        <p:nvPicPr>
          <p:cNvPr id="1096" name="Google Shape;1096;g2d180be752d_0_433"/>
          <p:cNvPicPr preferRelativeResize="0"/>
          <p:nvPr/>
        </p:nvPicPr>
        <p:blipFill rotWithShape="1">
          <a:blip r:embed="rId10">
            <a:alphaModFix/>
          </a:blip>
          <a:srcRect/>
          <a:stretch/>
        </p:blipFill>
        <p:spPr>
          <a:xfrm>
            <a:off x="4638264" y="2729275"/>
            <a:ext cx="538776" cy="654076"/>
          </a:xfrm>
          <a:prstGeom prst="rect">
            <a:avLst/>
          </a:prstGeom>
          <a:noFill/>
          <a:ln>
            <a:noFill/>
          </a:ln>
          <a:effectLst>
            <a:outerShdw blurRad="42863" dist="9525" dir="5400000" algn="bl" rotWithShape="0">
              <a:srgbClr val="000000">
                <a:alpha val="20000"/>
              </a:srgbClr>
            </a:outerShdw>
          </a:effectLst>
        </p:spPr>
      </p:pic>
      <p:pic>
        <p:nvPicPr>
          <p:cNvPr id="1097" name="Google Shape;1097;g2d180be752d_0_433"/>
          <p:cNvPicPr preferRelativeResize="0"/>
          <p:nvPr/>
        </p:nvPicPr>
        <p:blipFill rotWithShape="1">
          <a:blip r:embed="rId11">
            <a:alphaModFix/>
          </a:blip>
          <a:srcRect/>
          <a:stretch/>
        </p:blipFill>
        <p:spPr>
          <a:xfrm>
            <a:off x="5256391" y="2729275"/>
            <a:ext cx="538776" cy="654076"/>
          </a:xfrm>
          <a:prstGeom prst="rect">
            <a:avLst/>
          </a:prstGeom>
          <a:noFill/>
          <a:ln>
            <a:noFill/>
          </a:ln>
          <a:effectLst>
            <a:outerShdw blurRad="42863" dist="9525" dir="5400000" algn="bl" rotWithShape="0">
              <a:srgbClr val="000000">
                <a:alpha val="20000"/>
              </a:srgbClr>
            </a:outerShdw>
          </a:effectLst>
        </p:spPr>
      </p:pic>
      <p:pic>
        <p:nvPicPr>
          <p:cNvPr id="1098" name="Google Shape;1098;g2d180be752d_0_433"/>
          <p:cNvPicPr preferRelativeResize="0"/>
          <p:nvPr/>
        </p:nvPicPr>
        <p:blipFill rotWithShape="1">
          <a:blip r:embed="rId12">
            <a:alphaModFix/>
          </a:blip>
          <a:srcRect/>
          <a:stretch/>
        </p:blipFill>
        <p:spPr>
          <a:xfrm>
            <a:off x="5874518" y="2729275"/>
            <a:ext cx="538776" cy="654076"/>
          </a:xfrm>
          <a:prstGeom prst="rect">
            <a:avLst/>
          </a:prstGeom>
          <a:noFill/>
          <a:ln>
            <a:noFill/>
          </a:ln>
          <a:effectLst>
            <a:outerShdw blurRad="42863" dist="9525" dir="5400000" algn="bl" rotWithShape="0">
              <a:srgbClr val="000000">
                <a:alpha val="20000"/>
              </a:srgbClr>
            </a:outerShdw>
          </a:effectLst>
        </p:spPr>
      </p:pic>
      <p:pic>
        <p:nvPicPr>
          <p:cNvPr id="1099" name="Google Shape;1099;g2d180be752d_0_433"/>
          <p:cNvPicPr preferRelativeResize="0"/>
          <p:nvPr/>
        </p:nvPicPr>
        <p:blipFill rotWithShape="1">
          <a:blip r:embed="rId13">
            <a:alphaModFix/>
          </a:blip>
          <a:srcRect/>
          <a:stretch/>
        </p:blipFill>
        <p:spPr>
          <a:xfrm>
            <a:off x="6492645" y="2729275"/>
            <a:ext cx="538776" cy="654076"/>
          </a:xfrm>
          <a:prstGeom prst="rect">
            <a:avLst/>
          </a:prstGeom>
          <a:noFill/>
          <a:ln>
            <a:noFill/>
          </a:ln>
          <a:effectLst>
            <a:outerShdw blurRad="42863" dist="9525" dir="5400000" algn="bl" rotWithShape="0">
              <a:srgbClr val="000000">
                <a:alpha val="20000"/>
              </a:srgbClr>
            </a:outerShdw>
          </a:effectLst>
        </p:spPr>
      </p:pic>
      <p:pic>
        <p:nvPicPr>
          <p:cNvPr id="1100" name="Google Shape;1100;g2d180be752d_0_433"/>
          <p:cNvPicPr preferRelativeResize="0"/>
          <p:nvPr/>
        </p:nvPicPr>
        <p:blipFill rotWithShape="1">
          <a:blip r:embed="rId14">
            <a:alphaModFix/>
          </a:blip>
          <a:srcRect/>
          <a:stretch/>
        </p:blipFill>
        <p:spPr>
          <a:xfrm>
            <a:off x="7110773" y="2729275"/>
            <a:ext cx="538776" cy="654076"/>
          </a:xfrm>
          <a:prstGeom prst="rect">
            <a:avLst/>
          </a:prstGeom>
          <a:noFill/>
          <a:ln>
            <a:noFill/>
          </a:ln>
          <a:effectLst>
            <a:outerShdw blurRad="42863" dist="9525" dir="5400000" algn="bl" rotWithShape="0">
              <a:srgbClr val="000000">
                <a:alpha val="20000"/>
              </a:srgbClr>
            </a:outerShdw>
          </a:effectLst>
        </p:spPr>
      </p:pic>
      <p:pic>
        <p:nvPicPr>
          <p:cNvPr id="1101" name="Google Shape;1101;g2d180be752d_0_433"/>
          <p:cNvPicPr preferRelativeResize="0"/>
          <p:nvPr/>
        </p:nvPicPr>
        <p:blipFill rotWithShape="1">
          <a:blip r:embed="rId15">
            <a:alphaModFix/>
          </a:blip>
          <a:srcRect/>
          <a:stretch/>
        </p:blipFill>
        <p:spPr>
          <a:xfrm>
            <a:off x="7728900" y="2729275"/>
            <a:ext cx="538776" cy="654076"/>
          </a:xfrm>
          <a:prstGeom prst="rect">
            <a:avLst/>
          </a:prstGeom>
          <a:noFill/>
          <a:ln>
            <a:noFill/>
          </a:ln>
          <a:effectLst>
            <a:outerShdw blurRad="42863" dist="9525" dir="5400000" algn="bl" rotWithShape="0">
              <a:srgbClr val="000000">
                <a:alpha val="20000"/>
              </a:srgbClr>
            </a:outerShdw>
          </a:effectLst>
        </p:spPr>
      </p:pic>
      <p:pic>
        <p:nvPicPr>
          <p:cNvPr id="1102" name="Google Shape;1102;g2d180be752d_0_433"/>
          <p:cNvPicPr preferRelativeResize="0"/>
          <p:nvPr/>
        </p:nvPicPr>
        <p:blipFill rotWithShape="1">
          <a:blip r:embed="rId16">
            <a:alphaModFix/>
          </a:blip>
          <a:srcRect/>
          <a:stretch/>
        </p:blipFill>
        <p:spPr>
          <a:xfrm>
            <a:off x="929500" y="3891690"/>
            <a:ext cx="538776" cy="654076"/>
          </a:xfrm>
          <a:prstGeom prst="rect">
            <a:avLst/>
          </a:prstGeom>
          <a:noFill/>
          <a:ln>
            <a:noFill/>
          </a:ln>
          <a:effectLst>
            <a:outerShdw blurRad="42863" dist="9525" dir="5400000" algn="bl" rotWithShape="0">
              <a:srgbClr val="000000">
                <a:alpha val="20000"/>
              </a:srgbClr>
            </a:outerShdw>
          </a:effectLst>
        </p:spPr>
      </p:pic>
      <p:pic>
        <p:nvPicPr>
          <p:cNvPr id="1103" name="Google Shape;1103;g2d180be752d_0_433"/>
          <p:cNvPicPr preferRelativeResize="0"/>
          <p:nvPr/>
        </p:nvPicPr>
        <p:blipFill rotWithShape="1">
          <a:blip r:embed="rId17">
            <a:alphaModFix/>
          </a:blip>
          <a:srcRect/>
          <a:stretch/>
        </p:blipFill>
        <p:spPr>
          <a:xfrm>
            <a:off x="1547627" y="3891690"/>
            <a:ext cx="538776" cy="654076"/>
          </a:xfrm>
          <a:prstGeom prst="rect">
            <a:avLst/>
          </a:prstGeom>
          <a:noFill/>
          <a:ln>
            <a:noFill/>
          </a:ln>
          <a:effectLst>
            <a:outerShdw blurRad="42863" dist="9525" dir="5400000" algn="bl" rotWithShape="0">
              <a:srgbClr val="000000">
                <a:alpha val="20000"/>
              </a:srgbClr>
            </a:outerShdw>
          </a:effectLst>
        </p:spPr>
      </p:pic>
      <p:pic>
        <p:nvPicPr>
          <p:cNvPr id="1104" name="Google Shape;1104;g2d180be752d_0_433"/>
          <p:cNvPicPr preferRelativeResize="0"/>
          <p:nvPr/>
        </p:nvPicPr>
        <p:blipFill rotWithShape="1">
          <a:blip r:embed="rId18">
            <a:alphaModFix/>
          </a:blip>
          <a:srcRect/>
          <a:stretch/>
        </p:blipFill>
        <p:spPr>
          <a:xfrm>
            <a:off x="2165755" y="3891690"/>
            <a:ext cx="538776" cy="654076"/>
          </a:xfrm>
          <a:prstGeom prst="rect">
            <a:avLst/>
          </a:prstGeom>
          <a:noFill/>
          <a:ln>
            <a:noFill/>
          </a:ln>
          <a:effectLst>
            <a:outerShdw blurRad="42863" dist="9525" dir="5400000" algn="bl" rotWithShape="0">
              <a:srgbClr val="000000">
                <a:alpha val="20000"/>
              </a:srgbClr>
            </a:outerShdw>
          </a:effectLst>
        </p:spPr>
      </p:pic>
      <p:pic>
        <p:nvPicPr>
          <p:cNvPr id="1105" name="Google Shape;1105;g2d180be752d_0_433"/>
          <p:cNvPicPr preferRelativeResize="0"/>
          <p:nvPr/>
        </p:nvPicPr>
        <p:blipFill rotWithShape="1">
          <a:blip r:embed="rId19">
            <a:alphaModFix/>
          </a:blip>
          <a:srcRect/>
          <a:stretch/>
        </p:blipFill>
        <p:spPr>
          <a:xfrm>
            <a:off x="2783882" y="3891690"/>
            <a:ext cx="538776" cy="654076"/>
          </a:xfrm>
          <a:prstGeom prst="rect">
            <a:avLst/>
          </a:prstGeom>
          <a:noFill/>
          <a:ln>
            <a:noFill/>
          </a:ln>
          <a:effectLst>
            <a:outerShdw blurRad="42863" dist="9525" dir="5400000" algn="bl" rotWithShape="0">
              <a:srgbClr val="000000">
                <a:alpha val="20000"/>
              </a:srgbClr>
            </a:outerShdw>
          </a:effectLst>
        </p:spPr>
      </p:pic>
      <p:pic>
        <p:nvPicPr>
          <p:cNvPr id="1106" name="Google Shape;1106;g2d180be752d_0_433"/>
          <p:cNvPicPr preferRelativeResize="0"/>
          <p:nvPr/>
        </p:nvPicPr>
        <p:blipFill rotWithShape="1">
          <a:blip r:embed="rId20">
            <a:alphaModFix/>
          </a:blip>
          <a:srcRect/>
          <a:stretch/>
        </p:blipFill>
        <p:spPr>
          <a:xfrm>
            <a:off x="3402009" y="3891690"/>
            <a:ext cx="538776" cy="654076"/>
          </a:xfrm>
          <a:prstGeom prst="rect">
            <a:avLst/>
          </a:prstGeom>
          <a:noFill/>
          <a:ln>
            <a:noFill/>
          </a:ln>
          <a:effectLst>
            <a:outerShdw blurRad="42863" dist="9525" dir="5400000" algn="bl" rotWithShape="0">
              <a:srgbClr val="000000">
                <a:alpha val="20000"/>
              </a:srgbClr>
            </a:outerShdw>
          </a:effectLst>
        </p:spPr>
      </p:pic>
      <p:pic>
        <p:nvPicPr>
          <p:cNvPr id="1107" name="Google Shape;1107;g2d180be752d_0_433"/>
          <p:cNvPicPr preferRelativeResize="0"/>
          <p:nvPr/>
        </p:nvPicPr>
        <p:blipFill rotWithShape="1">
          <a:blip r:embed="rId21">
            <a:alphaModFix/>
          </a:blip>
          <a:srcRect/>
          <a:stretch/>
        </p:blipFill>
        <p:spPr>
          <a:xfrm>
            <a:off x="4020136" y="3891690"/>
            <a:ext cx="538776" cy="654076"/>
          </a:xfrm>
          <a:prstGeom prst="rect">
            <a:avLst/>
          </a:prstGeom>
          <a:noFill/>
          <a:ln>
            <a:noFill/>
          </a:ln>
          <a:effectLst>
            <a:outerShdw blurRad="42863" dist="9525" dir="5400000" algn="bl" rotWithShape="0">
              <a:srgbClr val="000000">
                <a:alpha val="20000"/>
              </a:srgbClr>
            </a:outerShdw>
          </a:effectLst>
        </p:spPr>
      </p:pic>
      <p:pic>
        <p:nvPicPr>
          <p:cNvPr id="1108" name="Google Shape;1108;g2d180be752d_0_433"/>
          <p:cNvPicPr preferRelativeResize="0"/>
          <p:nvPr/>
        </p:nvPicPr>
        <p:blipFill rotWithShape="1">
          <a:blip r:embed="rId22">
            <a:alphaModFix/>
          </a:blip>
          <a:srcRect/>
          <a:stretch/>
        </p:blipFill>
        <p:spPr>
          <a:xfrm>
            <a:off x="4638264" y="3891690"/>
            <a:ext cx="538776" cy="654076"/>
          </a:xfrm>
          <a:prstGeom prst="rect">
            <a:avLst/>
          </a:prstGeom>
          <a:noFill/>
          <a:ln>
            <a:noFill/>
          </a:ln>
          <a:effectLst>
            <a:outerShdw blurRad="42863" dist="9525" dir="5400000" algn="bl" rotWithShape="0">
              <a:srgbClr val="000000">
                <a:alpha val="20000"/>
              </a:srgbClr>
            </a:outerShdw>
          </a:effectLst>
        </p:spPr>
      </p:pic>
      <p:pic>
        <p:nvPicPr>
          <p:cNvPr id="1109" name="Google Shape;1109;g2d180be752d_0_433"/>
          <p:cNvPicPr preferRelativeResize="0"/>
          <p:nvPr/>
        </p:nvPicPr>
        <p:blipFill rotWithShape="1">
          <a:blip r:embed="rId23">
            <a:alphaModFix/>
          </a:blip>
          <a:srcRect/>
          <a:stretch/>
        </p:blipFill>
        <p:spPr>
          <a:xfrm>
            <a:off x="5256391" y="3891690"/>
            <a:ext cx="538776" cy="654076"/>
          </a:xfrm>
          <a:prstGeom prst="rect">
            <a:avLst/>
          </a:prstGeom>
          <a:noFill/>
          <a:ln>
            <a:noFill/>
          </a:ln>
          <a:effectLst>
            <a:outerShdw blurRad="42863" dist="9525" dir="5400000" algn="bl" rotWithShape="0">
              <a:srgbClr val="000000">
                <a:alpha val="20000"/>
              </a:srgbClr>
            </a:outerShdw>
          </a:effectLst>
        </p:spPr>
      </p:pic>
      <p:pic>
        <p:nvPicPr>
          <p:cNvPr id="1110" name="Google Shape;1110;g2d180be752d_0_433"/>
          <p:cNvPicPr preferRelativeResize="0"/>
          <p:nvPr/>
        </p:nvPicPr>
        <p:blipFill rotWithShape="1">
          <a:blip r:embed="rId24">
            <a:alphaModFix/>
          </a:blip>
          <a:srcRect/>
          <a:stretch/>
        </p:blipFill>
        <p:spPr>
          <a:xfrm>
            <a:off x="5874518" y="3891690"/>
            <a:ext cx="538776" cy="654076"/>
          </a:xfrm>
          <a:prstGeom prst="rect">
            <a:avLst/>
          </a:prstGeom>
          <a:noFill/>
          <a:ln>
            <a:noFill/>
          </a:ln>
          <a:effectLst>
            <a:outerShdw blurRad="42863" dist="9525" dir="5400000" algn="bl" rotWithShape="0">
              <a:srgbClr val="000000">
                <a:alpha val="20000"/>
              </a:srgbClr>
            </a:outerShdw>
          </a:effectLst>
        </p:spPr>
      </p:pic>
      <p:pic>
        <p:nvPicPr>
          <p:cNvPr id="1111" name="Google Shape;1111;g2d180be752d_0_433"/>
          <p:cNvPicPr preferRelativeResize="0"/>
          <p:nvPr/>
        </p:nvPicPr>
        <p:blipFill rotWithShape="1">
          <a:blip r:embed="rId25">
            <a:alphaModFix/>
          </a:blip>
          <a:srcRect/>
          <a:stretch/>
        </p:blipFill>
        <p:spPr>
          <a:xfrm>
            <a:off x="6492645" y="3891690"/>
            <a:ext cx="538776" cy="654076"/>
          </a:xfrm>
          <a:prstGeom prst="rect">
            <a:avLst/>
          </a:prstGeom>
          <a:noFill/>
          <a:ln>
            <a:noFill/>
          </a:ln>
          <a:effectLst>
            <a:outerShdw blurRad="42863" dist="9525" dir="5400000" algn="bl" rotWithShape="0">
              <a:srgbClr val="000000">
                <a:alpha val="20000"/>
              </a:srgbClr>
            </a:outerShdw>
          </a:effectLst>
        </p:spPr>
      </p:pic>
      <p:pic>
        <p:nvPicPr>
          <p:cNvPr id="1112" name="Google Shape;1112;g2d180be752d_0_433"/>
          <p:cNvPicPr preferRelativeResize="0"/>
          <p:nvPr/>
        </p:nvPicPr>
        <p:blipFill rotWithShape="1">
          <a:blip r:embed="rId26">
            <a:alphaModFix/>
          </a:blip>
          <a:srcRect/>
          <a:stretch/>
        </p:blipFill>
        <p:spPr>
          <a:xfrm>
            <a:off x="7110773" y="3891690"/>
            <a:ext cx="538776" cy="654076"/>
          </a:xfrm>
          <a:prstGeom prst="rect">
            <a:avLst/>
          </a:prstGeom>
          <a:noFill/>
          <a:ln>
            <a:noFill/>
          </a:ln>
          <a:effectLst>
            <a:outerShdw blurRad="42863" dist="9525" dir="5400000" algn="bl" rotWithShape="0">
              <a:srgbClr val="000000">
                <a:alpha val="20000"/>
              </a:srgbClr>
            </a:outerShdw>
          </a:effectLst>
        </p:spPr>
      </p:pic>
      <p:pic>
        <p:nvPicPr>
          <p:cNvPr id="1113" name="Google Shape;1113;g2d180be752d_0_433"/>
          <p:cNvPicPr preferRelativeResize="0"/>
          <p:nvPr/>
        </p:nvPicPr>
        <p:blipFill rotWithShape="1">
          <a:blip r:embed="rId27">
            <a:alphaModFix/>
          </a:blip>
          <a:srcRect/>
          <a:stretch/>
        </p:blipFill>
        <p:spPr>
          <a:xfrm>
            <a:off x="7728900" y="3891690"/>
            <a:ext cx="538776" cy="654076"/>
          </a:xfrm>
          <a:prstGeom prst="rect">
            <a:avLst/>
          </a:prstGeom>
          <a:noFill/>
          <a:ln>
            <a:noFill/>
          </a:ln>
          <a:effectLst>
            <a:outerShdw blurRad="42863" dist="9525" dir="5400000" algn="bl" rotWithShape="0">
              <a:srgbClr val="000000">
                <a:alpha val="20000"/>
              </a:srgbClr>
            </a:outerShdw>
          </a:effectLst>
        </p:spPr>
      </p:pic>
      <p:grpSp>
        <p:nvGrpSpPr>
          <p:cNvPr id="1114" name="Google Shape;1114;g2d180be752d_0_433"/>
          <p:cNvGrpSpPr/>
          <p:nvPr/>
        </p:nvGrpSpPr>
        <p:grpSpPr>
          <a:xfrm>
            <a:off x="5865800" y="747523"/>
            <a:ext cx="2637000" cy="1723027"/>
            <a:chOff x="5865800" y="747523"/>
            <a:chExt cx="2637000" cy="1723027"/>
          </a:xfrm>
        </p:grpSpPr>
        <p:sp>
          <p:nvSpPr>
            <p:cNvPr id="1115" name="Google Shape;1115;g2d180be752d_0_433"/>
            <p:cNvSpPr/>
            <p:nvPr/>
          </p:nvSpPr>
          <p:spPr>
            <a:xfrm rot="555701">
              <a:off x="7210836" y="829606"/>
              <a:ext cx="1140772" cy="1491536"/>
            </a:xfrm>
            <a:prstGeom prst="roundRect">
              <a:avLst>
                <a:gd name="adj" fmla="val 7407"/>
              </a:avLst>
            </a:prstGeom>
            <a:solidFill>
              <a:srgbClr val="FFFFFF"/>
            </a:solidFill>
            <a:ln>
              <a:noFill/>
            </a:ln>
            <a:effectLst>
              <a:outerShdw blurRad="42863" dist="19050" dir="5400000" algn="bl" rotWithShape="0">
                <a:srgbClr val="000000">
                  <a:alpha val="2000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6" name="Google Shape;1116;g2d180be752d_0_433"/>
            <p:cNvSpPr txBox="1"/>
            <p:nvPr/>
          </p:nvSpPr>
          <p:spPr>
            <a:xfrm>
              <a:off x="5865801" y="856225"/>
              <a:ext cx="1462800" cy="314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000" b="0" i="0" u="none" strike="noStrike" cap="none">
                  <a:solidFill>
                    <a:srgbClr val="000000"/>
                  </a:solidFill>
                  <a:latin typeface="Poppins"/>
                  <a:ea typeface="Poppins"/>
                  <a:cs typeface="Poppins"/>
                  <a:sym typeface="Poppins"/>
                </a:rPr>
                <a:t>click to view online book tracker</a:t>
              </a:r>
              <a:endParaRPr sz="1000" b="0" i="0" u="none" strike="noStrike" cap="none">
                <a:solidFill>
                  <a:srgbClr val="000000"/>
                </a:solidFill>
                <a:latin typeface="Poppins"/>
                <a:ea typeface="Poppins"/>
                <a:cs typeface="Poppins"/>
                <a:sym typeface="Poppins"/>
              </a:endParaRPr>
            </a:p>
          </p:txBody>
        </p:sp>
        <p:pic>
          <p:nvPicPr>
            <p:cNvPr id="1117" name="Google Shape;1117;g2d180be752d_0_433"/>
            <p:cNvPicPr preferRelativeResize="0"/>
            <p:nvPr/>
          </p:nvPicPr>
          <p:blipFill rotWithShape="1">
            <a:blip r:embed="rId28">
              <a:alphaModFix/>
            </a:blip>
            <a:srcRect/>
            <a:stretch/>
          </p:blipFill>
          <p:spPr>
            <a:xfrm rot="2297168" flipH="1">
              <a:off x="6837510" y="1250543"/>
              <a:ext cx="469392" cy="232787"/>
            </a:xfrm>
            <a:prstGeom prst="rect">
              <a:avLst/>
            </a:prstGeom>
            <a:noFill/>
            <a:ln>
              <a:noFill/>
            </a:ln>
          </p:spPr>
        </p:pic>
        <p:pic>
          <p:nvPicPr>
            <p:cNvPr id="1118" name="Google Shape;1118;g2d180be752d_0_433"/>
            <p:cNvPicPr preferRelativeResize="0"/>
            <p:nvPr/>
          </p:nvPicPr>
          <p:blipFill rotWithShape="1">
            <a:blip r:embed="rId29">
              <a:alphaModFix/>
            </a:blip>
            <a:srcRect/>
            <a:stretch/>
          </p:blipFill>
          <p:spPr>
            <a:xfrm rot="555204">
              <a:off x="7273428" y="833241"/>
              <a:ext cx="1027542" cy="1452321"/>
            </a:xfrm>
            <a:prstGeom prst="rect">
              <a:avLst/>
            </a:prstGeom>
            <a:noFill/>
            <a:ln>
              <a:noFill/>
            </a:ln>
          </p:spPr>
        </p:pic>
        <p:sp>
          <p:nvSpPr>
            <p:cNvPr id="1119" name="Google Shape;1119;g2d180be752d_0_433">
              <a:hlinkClick r:id="rId30"/>
            </p:cNvPr>
            <p:cNvSpPr/>
            <p:nvPr/>
          </p:nvSpPr>
          <p:spPr>
            <a:xfrm>
              <a:off x="5865800" y="815150"/>
              <a:ext cx="2637000" cy="1655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434</Words>
  <Application>Microsoft Office PowerPoint</Application>
  <PresentationFormat>On-screen Show (4:3)</PresentationFormat>
  <Paragraphs>144</Paragraphs>
  <Slides>15</Slides>
  <Notes>15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Mulish</vt:lpstr>
      <vt:lpstr>Poppins SemiBold</vt:lpstr>
      <vt:lpstr>Calibri</vt:lpstr>
      <vt:lpstr>Helvetica Neue</vt:lpstr>
      <vt:lpstr>Arial</vt:lpstr>
      <vt:lpstr>Poppins Medium</vt:lpstr>
      <vt:lpstr>Poppins</vt:lpstr>
      <vt:lpstr>Jost</vt:lpstr>
      <vt:lpstr>Nunito Black</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PowerPoint Presentation</vt:lpstr>
      <vt:lpstr>Find a Grapheme</vt:lpstr>
      <vt:lpstr>Find a Grapheme</vt:lpstr>
      <vt:lpstr>Match a Lowercase &amp; Uppercase Letter</vt:lpstr>
      <vt:lpstr>Practise Common Exception Words</vt:lpstr>
      <vt:lpstr>Practise Common Exception Words</vt:lpstr>
      <vt:lpstr>Practise High Frequency Words</vt:lpstr>
      <vt:lpstr>Practise High Frequency Words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2026-05-13T04:25:26Z</dcterms:modified>
</cp:coreProperties>
</file>