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6858000" cy="9144000"/>
  <p:embeddedFontLst>
    <p:embeddedFont>
      <p:font typeface="Poppins"/>
      <p:regular r:id="rId34"/>
      <p:bold r:id="rId35"/>
      <p:italic r:id="rId36"/>
      <p:boldItalic r:id="rId37"/>
    </p:embeddedFont>
    <p:embeddedFont>
      <p:font typeface="Jost"/>
      <p:regular r:id="rId38"/>
      <p:bold r:id="rId39"/>
      <p:italic r:id="rId40"/>
      <p:boldItalic r:id="rId41"/>
    </p:embeddedFont>
    <p:embeddedFont>
      <p:font typeface="Poppins Medium"/>
      <p:regular r:id="rId42"/>
      <p:bold r:id="rId43"/>
      <p:italic r:id="rId44"/>
      <p:boldItalic r:id="rId45"/>
    </p:embeddedFont>
    <p:embeddedFont>
      <p:font typeface="Poppins SemiBold"/>
      <p:regular r:id="rId46"/>
      <p:bold r:id="rId47"/>
      <p:italic r:id="rId48"/>
      <p:boldItalic r:id="rId49"/>
    </p:embeddedFont>
    <p:embeddedFont>
      <p:font typeface="Nunito Black"/>
      <p:bold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2" roundtripDataSignature="AMtx7mi4KxqO7GsNWjHHdD9A04Szk6Tz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3EB1E5-35C7-4868-A4CA-7B20D19358C4}">
  <a:tblStyle styleId="{133EB1E5-35C7-4868-A4CA-7B20D19358C4}"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Jost-italic.fntdata"/><Relationship Id="rId42" Type="http://schemas.openxmlformats.org/officeDocument/2006/relationships/font" Target="fonts/PoppinsMedium-regular.fntdata"/><Relationship Id="rId41" Type="http://schemas.openxmlformats.org/officeDocument/2006/relationships/font" Target="fonts/Jost-boldItalic.fntdata"/><Relationship Id="rId44" Type="http://schemas.openxmlformats.org/officeDocument/2006/relationships/font" Target="fonts/PoppinsMedium-italic.fntdata"/><Relationship Id="rId43" Type="http://schemas.openxmlformats.org/officeDocument/2006/relationships/font" Target="fonts/PoppinsMedium-bold.fntdata"/><Relationship Id="rId46" Type="http://schemas.openxmlformats.org/officeDocument/2006/relationships/font" Target="fonts/PoppinsSemiBold-regular.fntdata"/><Relationship Id="rId45" Type="http://schemas.openxmlformats.org/officeDocument/2006/relationships/font" Target="fonts/Poppins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italic.fntdata"/><Relationship Id="rId47" Type="http://schemas.openxmlformats.org/officeDocument/2006/relationships/font" Target="fonts/PoppinsSemiBold-bold.fntdata"/><Relationship Id="rId49" Type="http://schemas.openxmlformats.org/officeDocument/2006/relationships/font" Target="fonts/Poppins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Poppins-bold.fntdata"/><Relationship Id="rId34" Type="http://schemas.openxmlformats.org/officeDocument/2006/relationships/font" Target="fonts/Poppins-regular.fntdata"/><Relationship Id="rId37" Type="http://schemas.openxmlformats.org/officeDocument/2006/relationships/font" Target="fonts/Poppins-boldItalic.fntdata"/><Relationship Id="rId36" Type="http://schemas.openxmlformats.org/officeDocument/2006/relationships/font" Target="fonts/Poppins-italic.fntdata"/><Relationship Id="rId39" Type="http://schemas.openxmlformats.org/officeDocument/2006/relationships/font" Target="fonts/Jost-bold.fntdata"/><Relationship Id="rId38" Type="http://schemas.openxmlformats.org/officeDocument/2006/relationships/font" Target="fonts/Jost-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Black-boldItalic.fntdata"/><Relationship Id="rId50" Type="http://schemas.openxmlformats.org/officeDocument/2006/relationships/font" Target="fonts/NunitoBlack-bold.fntdata"/><Relationship Id="rId52"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4153ad8082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g34153ad808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g34153ad808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4153ad8082_0_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4153ad8082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8" name="Google Shape;748;g34153ad8082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4153ad8082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g34153ad8082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4" name="Google Shape;784;g34153ad8082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4153ad8082_0_1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 name="Google Shape;831;g34153ad8082_0_1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2" name="Google Shape;832;g34153ad8082_0_1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4153ad8082_0_1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g34153ad8082_0_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4153ad8082_0_1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4153ad8082_0_18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g34153ad8082_0_1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4153ad8082_0_1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4153ad8082_0_2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34153ad8082_0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4153ad8082_0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4153ad8082_0_2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g34153ad8082_0_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4153ad8082_0_2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41acb7998d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g341acb7998d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41acb7998d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41acb7998d_0_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0" name="Google Shape;1010;g341acb7998d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41acb7998d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41acb7998d_0_7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0" name="Google Shape;1040;g341acb7998d_0_7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41acb7998d_0_7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26f40b1072c_1_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8" name="Google Shape;1048;g26f40b1072c_1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26f40b1072c_1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6f40b1072c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6" name="Google Shape;1056;g26f40b1072c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7" name="Google Shape;1057;g26f40b1072c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2ce718e20f2_0_8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3" name="Google Shape;1063;g2ce718e20f2_0_8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4" name="Google Shape;1064;g2ce718e20f2_0_8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2701ceed56d_4_3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g2701ceed56d_4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2701ceed56d_4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5" name="Google Shape;1085;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6" name="Google Shape;1096;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7" name="Google Shape;1097;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26b641b03cd_0_2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7" name="Google Shape;1107;g26b641b03cd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8" name="Google Shape;1108;g26b641b03cd_0_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2c186218c5a_0_1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6" name="Google Shape;1116;g2c186218c5a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7" name="Google Shape;1117;g2c186218c5a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26b641b03cd_0_3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5" name="Google Shape;1125;g26b641b03cd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26b641b03cd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26b641b03cd_0_30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g26b641b03cd_0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g26b641b03cd_0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2701ceed56d_4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3" name="Google Shape;1143;g2701ceed56d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g2701ceed56d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27396dc95f3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2" name="Google Shape;1202;g27396dc95f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3" name="Google Shape;1203;g27396dc95f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9" name="Google Shape;1209;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0" name="Google Shape;1210;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5" name="Google Shape;1215;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12.png"/><Relationship Id="rId13" Type="http://schemas.openxmlformats.org/officeDocument/2006/relationships/image" Target="../media/image8.png"/><Relationship Id="rId12" Type="http://schemas.openxmlformats.org/officeDocument/2006/relationships/image" Target="../media/image11.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7.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2.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47952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8529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2358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2006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20140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 name="Google Shape;106;g26b641b03cd_0_33"/>
          <p:cNvSpPr/>
          <p:nvPr/>
        </p:nvSpPr>
        <p:spPr>
          <a:xfrm flipH="1" rot="-5400000">
            <a:off x="-938345" y="2319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Review Sound Family /ear/</a:t>
            </a:r>
            <a:endParaRPr b="0" i="0" sz="1800" u="none" cap="none" strike="noStrik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5885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dk1"/>
              </a:buClr>
              <a:buSzPts val="1800"/>
              <a:buFont typeface="Arial"/>
              <a:buNone/>
            </a:pPr>
            <a:r>
              <a:rPr lang="en-US" sz="1800">
                <a:solidFill>
                  <a:srgbClr val="CB3D85"/>
                </a:solidFill>
                <a:latin typeface="Poppins Medium"/>
                <a:ea typeface="Poppins Medium"/>
                <a:cs typeface="Poppins Medium"/>
                <a:sym typeface="Poppins Medium"/>
              </a:rPr>
              <a:t>Week 18 - Friday</a:t>
            </a:r>
            <a:endParaRPr b="0" i="0" sz="1800" u="none" cap="none" strike="noStrik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1" name="Google Shape;111;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2" name="Google Shape;112;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5" name="Google Shape;115;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6" name="Google Shape;116;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9" name="Google Shape;119;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90</a:t>
            </a:r>
            <a:endParaRPr b="0" i="0" sz="1800" u="none" cap="none" strike="noStrik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pendent Reading">
  <p:cSld name="End of Session_1_1_1">
    <p:spTree>
      <p:nvGrpSpPr>
        <p:cNvPr id="126"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Independent Reading</a:t>
            </a:r>
            <a:endParaRPr b="0" i="0" sz="3200" u="none" cap="none" strike="noStrik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cap="flat" cmpd="sng" w="9525">
            <a:solidFill>
              <a:srgbClr val="BFBFBF"/>
            </a:solidFill>
            <a:prstDash val="solid"/>
            <a:miter lim="800000"/>
            <a:headEnd len="sm" w="sm" type="none"/>
            <a:tailEnd len="sm" w="sm" type="none"/>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Children are given a decodable reader that covers letter sounds previously taught.</a:t>
            </a:r>
            <a:endParaRPr b="0" i="0" sz="1400" u="none" cap="none" strike="noStrike">
              <a:solidFill>
                <a:schemeClr val="dk1"/>
              </a:solidFill>
              <a:latin typeface="Poppins"/>
              <a:ea typeface="Poppins"/>
              <a:cs typeface="Poppins"/>
              <a:sym typeface="Poppins"/>
            </a:endParaRPr>
          </a:p>
        </p:txBody>
      </p:sp>
      <p:pic>
        <p:nvPicPr>
          <p:cNvPr id="131" name="Google Shape;131;g2ce718e20f2_0_768"/>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274"/>
              </a:srgbClr>
            </a:outerShdw>
          </a:effectLst>
        </p:spPr>
      </p:pic>
      <p:grpSp>
        <p:nvGrpSpPr>
          <p:cNvPr id="132" name="Google Shape;132;g2ce718e20f2_0_768"/>
          <p:cNvGrpSpPr/>
          <p:nvPr/>
        </p:nvGrpSpPr>
        <p:grpSpPr>
          <a:xfrm>
            <a:off x="8199150" y="5983875"/>
            <a:ext cx="586800" cy="571500"/>
            <a:chOff x="7894350" y="6212475"/>
            <a:chExt cx="586800" cy="571500"/>
          </a:xfrm>
        </p:grpSpPr>
        <p:sp>
          <p:nvSpPr>
            <p:cNvPr id="133" name="Google Shape;133;g2ce718e20f2_0_76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34" name="Google Shape;134;g2ce718e20f2_0_76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35" name="Google Shape;135;g2ce718e20f2_0_76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36" name="Google Shape;136;g2ce718e20f2_0_768"/>
          <p:cNvGrpSpPr/>
          <p:nvPr/>
        </p:nvGrpSpPr>
        <p:grpSpPr>
          <a:xfrm>
            <a:off x="-36800" y="-52000"/>
            <a:ext cx="9236100" cy="543600"/>
            <a:chOff x="-36800" y="-52000"/>
            <a:chExt cx="9236100" cy="543600"/>
          </a:xfrm>
        </p:grpSpPr>
        <p:sp>
          <p:nvSpPr>
            <p:cNvPr id="137" name="Google Shape;137;g2ce718e20f2_0_768"/>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8" name="Google Shape;138;g2ce718e20f2_0_768"/>
            <p:cNvGrpSpPr/>
            <p:nvPr/>
          </p:nvGrpSpPr>
          <p:grpSpPr>
            <a:xfrm>
              <a:off x="5905920" y="88100"/>
              <a:ext cx="1337400" cy="403500"/>
              <a:chOff x="565600" y="88250"/>
              <a:chExt cx="1337400" cy="403500"/>
            </a:xfrm>
          </p:grpSpPr>
          <p:sp>
            <p:nvSpPr>
              <p:cNvPr id="139" name="Google Shape;139;g2ce718e20f2_0_768"/>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40" name="Google Shape;140;g2ce718e20f2_0_768"/>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41" name="Google Shape;141;g2ce718e20f2_0_768"/>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42" name="Google Shape;142;g2ce718e20f2_0_768"/>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43" name="Google Shape;143;g2ce718e20f2_0_768"/>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44" name="Google Shape;144;g2ce718e20f2_0_768"/>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45" name="Google Shape;145;g2ce718e20f2_0_768"/>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46" name="Google Shape;146;g2ce718e20f2_0_768"/>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47" name="Google Shape;147;g2ce718e20f2_0_768"/>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48" name="Google Shape;148;g2ce718e20f2_0_768"/>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49" name="Google Shape;149;g2ce718e20f2_0_768"/>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50" name="Google Shape;150;g2ce718e20f2_0_768"/>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e718e20f2_0_768"/>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52" name="Shape 152"/>
        <p:cNvGrpSpPr/>
        <p:nvPr/>
      </p:nvGrpSpPr>
      <p:grpSpPr>
        <a:xfrm>
          <a:off x="0" y="0"/>
          <a:ext cx="0" cy="0"/>
          <a:chOff x="0" y="0"/>
          <a:chExt cx="0" cy="0"/>
        </a:xfrm>
      </p:grpSpPr>
      <p:grpSp>
        <p:nvGrpSpPr>
          <p:cNvPr id="153" name="Google Shape;153;p25"/>
          <p:cNvGrpSpPr/>
          <p:nvPr/>
        </p:nvGrpSpPr>
        <p:grpSpPr>
          <a:xfrm>
            <a:off x="-400050" y="-342900"/>
            <a:ext cx="9944100" cy="7258200"/>
            <a:chOff x="-400050" y="-342900"/>
            <a:chExt cx="9944100" cy="7258200"/>
          </a:xfrm>
        </p:grpSpPr>
        <p:grpSp>
          <p:nvGrpSpPr>
            <p:cNvPr id="154" name="Google Shape;154;p25"/>
            <p:cNvGrpSpPr/>
            <p:nvPr/>
          </p:nvGrpSpPr>
          <p:grpSpPr>
            <a:xfrm>
              <a:off x="-400050" y="-342900"/>
              <a:ext cx="9944100" cy="7258200"/>
              <a:chOff x="-400050" y="-342900"/>
              <a:chExt cx="9944100" cy="7258200"/>
            </a:xfrm>
          </p:grpSpPr>
          <p:grpSp>
            <p:nvGrpSpPr>
              <p:cNvPr id="155" name="Google Shape;155;p25"/>
              <p:cNvGrpSpPr/>
              <p:nvPr/>
            </p:nvGrpSpPr>
            <p:grpSpPr>
              <a:xfrm>
                <a:off x="-36925" y="-42000"/>
                <a:ext cx="9236225" cy="6957300"/>
                <a:chOff x="-36925" y="-42000"/>
                <a:chExt cx="9236225" cy="6957300"/>
              </a:xfrm>
            </p:grpSpPr>
            <p:sp>
              <p:nvSpPr>
                <p:cNvPr id="156" name="Google Shape;156;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8" name="Google Shape;158;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59" name="Google Shape;159;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60" name="Google Shape;160;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2" name="Google Shape;162;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63" name="Google Shape;163;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64" name="Google Shape;164;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65" name="Shape 165"/>
        <p:cNvGrpSpPr/>
        <p:nvPr/>
      </p:nvGrpSpPr>
      <p:grpSpPr>
        <a:xfrm>
          <a:off x="0" y="0"/>
          <a:ext cx="0" cy="0"/>
          <a:chOff x="0" y="0"/>
          <a:chExt cx="0" cy="0"/>
        </a:xfrm>
      </p:grpSpPr>
      <p:sp>
        <p:nvSpPr>
          <p:cNvPr id="166" name="Google Shape;166;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ml:space="preserve">Legal notice and Sharing Permissions </a:t>
            </a:r>
            <a:endParaRPr b="0" i="0" sz="1400" u="none" cap="none" strike="noStrike">
              <a:solidFill>
                <a:srgbClr val="000000"/>
              </a:solidFill>
              <a:latin typeface="Arial"/>
              <a:ea typeface="Arial"/>
              <a:cs typeface="Arial"/>
              <a:sym typeface="Arial"/>
            </a:endParaRPr>
          </a:p>
        </p:txBody>
      </p:sp>
      <p:sp>
        <p:nvSpPr>
          <p:cNvPr id="169" name="Google Shape;169;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 xml:space="preserve">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xml:space="preserve">.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xml:space="preserve">,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xml:space="preserve">.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 xml:space="preserve">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70" name="Google Shape;170;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 xml:space="preserve">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xml:space="preserve">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71" name="Google Shape;171;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72" name="Google Shape;172;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73" name="Google Shape;173;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74" name="Google Shape;174;g2c4fb7f6616_0_721"/>
          <p:cNvGrpSpPr/>
          <p:nvPr/>
        </p:nvGrpSpPr>
        <p:grpSpPr>
          <a:xfrm>
            <a:off x="1050674" y="3528974"/>
            <a:ext cx="508471" cy="472349"/>
            <a:chOff x="718913" y="3178865"/>
            <a:chExt cx="825441" cy="766800"/>
          </a:xfrm>
        </p:grpSpPr>
        <p:sp>
          <p:nvSpPr>
            <p:cNvPr id="175" name="Google Shape;175;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6" name="Google Shape;176;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77" name="Google Shape;177;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058"/>
              </a:srgbClr>
            </a:outerShdw>
          </a:effectLst>
        </p:spPr>
      </p:pic>
      <p:sp>
        <p:nvSpPr>
          <p:cNvPr id="178" name="Google Shape;178;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79" name="Google Shape;179;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80" name="Google Shape;180;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81" name="Google Shape;181;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82" name="Google Shape;182;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83" name="Google Shape;183;g2c4fb7f6616_0_721"/>
          <p:cNvPicPr preferRelativeResize="0"/>
          <p:nvPr/>
        </p:nvPicPr>
        <p:blipFill rotWithShape="1">
          <a:blip r:embed="rId12">
            <a:alphaModFix/>
          </a:blip>
          <a:srcRect b="0" l="0" r="0" t="0"/>
          <a:stretch/>
        </p:blipFill>
        <p:spPr>
          <a:xfrm rot="-505316">
            <a:off x="5528790" y="1629680"/>
            <a:ext cx="1382684" cy="1382664"/>
          </a:xfrm>
          <a:prstGeom prst="rect">
            <a:avLst/>
          </a:prstGeom>
          <a:noFill/>
          <a:ln>
            <a:noFill/>
          </a:ln>
          <a:effectLst>
            <a:outerShdw blurRad="57150" rotWithShape="0" algn="bl" dir="5400000" dist="19050">
              <a:srgbClr val="000000">
                <a:alpha val="20000"/>
              </a:srgbClr>
            </a:outerShdw>
          </a:effectLst>
        </p:spPr>
      </p:pic>
      <p:pic>
        <p:nvPicPr>
          <p:cNvPr id="184" name="Google Shape;184;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85" name="Shape 185"/>
        <p:cNvGrpSpPr/>
        <p:nvPr/>
      </p:nvGrpSpPr>
      <p:grpSpPr>
        <a:xfrm>
          <a:off x="0" y="0"/>
          <a:ext cx="0" cy="0"/>
          <a:chOff x="0" y="0"/>
          <a:chExt cx="0" cy="0"/>
        </a:xfrm>
      </p:grpSpPr>
      <p:sp>
        <p:nvSpPr>
          <p:cNvPr id="186" name="Google Shape;186;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87" name="Google Shape;187;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88" name="Google Shape;188;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89" name="Google Shape;189;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26b641b03cd_0_260"/>
          <p:cNvSpPr/>
          <p:nvPr>
            <p:ph idx="2" type="pic"/>
          </p:nvPr>
        </p:nvSpPr>
        <p:spPr>
          <a:xfrm>
            <a:off x="960225" y="1993200"/>
            <a:ext cx="2946000" cy="1949700"/>
          </a:xfrm>
          <a:prstGeom prst="roundRect">
            <a:avLst>
              <a:gd fmla="val 16667" name="adj"/>
            </a:avLst>
          </a:prstGeom>
          <a:noFill/>
          <a:ln>
            <a:noFill/>
          </a:ln>
        </p:spPr>
      </p:sp>
      <p:pic>
        <p:nvPicPr>
          <p:cNvPr id="191" name="Google Shape;191;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5882"/>
              </a:srgbClr>
            </a:outerShdw>
          </a:effectLst>
        </p:spPr>
      </p:pic>
      <p:grpSp>
        <p:nvGrpSpPr>
          <p:cNvPr id="192" name="Google Shape;192;g26b641b03cd_0_260"/>
          <p:cNvGrpSpPr/>
          <p:nvPr/>
        </p:nvGrpSpPr>
        <p:grpSpPr>
          <a:xfrm>
            <a:off x="8199150" y="5983875"/>
            <a:ext cx="586800" cy="571500"/>
            <a:chOff x="7894350" y="6212475"/>
            <a:chExt cx="586800" cy="571500"/>
          </a:xfrm>
        </p:grpSpPr>
        <p:sp>
          <p:nvSpPr>
            <p:cNvPr id="193" name="Google Shape;193;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94" name="Google Shape;194;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95" name="Google Shape;195;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96" name="Google Shape;196;g26b641b03cd_0_260"/>
          <p:cNvGrpSpPr/>
          <p:nvPr/>
        </p:nvGrpSpPr>
        <p:grpSpPr>
          <a:xfrm>
            <a:off x="-36800" y="-52000"/>
            <a:ext cx="9236100" cy="543600"/>
            <a:chOff x="-36800" y="-52000"/>
            <a:chExt cx="9236100" cy="543600"/>
          </a:xfrm>
        </p:grpSpPr>
        <p:sp>
          <p:nvSpPr>
            <p:cNvPr id="197" name="Google Shape;197;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8" name="Google Shape;198;g26b641b03cd_0_260"/>
            <p:cNvGrpSpPr/>
            <p:nvPr/>
          </p:nvGrpSpPr>
          <p:grpSpPr>
            <a:xfrm>
              <a:off x="5905920" y="88100"/>
              <a:ext cx="1337400" cy="403500"/>
              <a:chOff x="565600" y="88250"/>
              <a:chExt cx="1337400" cy="403500"/>
            </a:xfrm>
          </p:grpSpPr>
          <p:sp>
            <p:nvSpPr>
              <p:cNvPr id="199" name="Google Shape;199;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00" name="Google Shape;200;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201" name="Google Shape;201;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202" name="Google Shape;202;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203" name="Google Shape;203;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205" name="Google Shape;205;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6" name="Google Shape;206;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8" name="Google Shape;208;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209" name="Google Shape;209;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1" name="Google Shape;211;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212" name="Shape 212"/>
        <p:cNvGrpSpPr/>
        <p:nvPr/>
      </p:nvGrpSpPr>
      <p:grpSpPr>
        <a:xfrm>
          <a:off x="0" y="0"/>
          <a:ext cx="0" cy="0"/>
          <a:chOff x="0" y="0"/>
          <a:chExt cx="0" cy="0"/>
        </a:xfrm>
      </p:grpSpPr>
      <p:sp>
        <p:nvSpPr>
          <p:cNvPr id="213" name="Google Shape;213;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14" name="Google Shape;214;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15" name="Google Shape;215;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sp>
        <p:nvSpPr>
          <p:cNvPr id="216" name="Google Shape;216;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217" name="Google Shape;217;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18" name="Google Shape;218;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19" name="Google Shape;219;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0" name="Google Shape;220;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1" name="Google Shape;221;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2" name="Google Shape;222;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3" name="Google Shape;223;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4" name="Google Shape;224;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5" name="Google Shape;225;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26" name="Google Shape;226;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27" name="Google Shape;227;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28" name="Google Shape;228;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29" name="Google Shape;229;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1" name="Google Shape;231;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2" name="Google Shape;232;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3" name="Google Shape;233;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4" name="Google Shape;234;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5" name="Google Shape;235;g2c235dd0dad_1_87"/>
          <p:cNvGrpSpPr/>
          <p:nvPr/>
        </p:nvGrpSpPr>
        <p:grpSpPr>
          <a:xfrm>
            <a:off x="662575" y="6212475"/>
            <a:ext cx="586800" cy="571500"/>
            <a:chOff x="662575" y="6212475"/>
            <a:chExt cx="586800" cy="571500"/>
          </a:xfrm>
        </p:grpSpPr>
        <p:sp>
          <p:nvSpPr>
            <p:cNvPr id="236" name="Google Shape;236;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7" name="Google Shape;237;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8" name="Google Shape;238;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39" name="Google Shape;239;g2c235dd0dad_1_87"/>
          <p:cNvGrpSpPr/>
          <p:nvPr/>
        </p:nvGrpSpPr>
        <p:grpSpPr>
          <a:xfrm>
            <a:off x="7894350" y="6212475"/>
            <a:ext cx="586800" cy="571500"/>
            <a:chOff x="7894350" y="6212475"/>
            <a:chExt cx="586800" cy="571500"/>
          </a:xfrm>
        </p:grpSpPr>
        <p:sp>
          <p:nvSpPr>
            <p:cNvPr id="240" name="Google Shape;240;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43" name="Shape 243"/>
        <p:cNvGrpSpPr/>
        <p:nvPr/>
      </p:nvGrpSpPr>
      <p:grpSpPr>
        <a:xfrm>
          <a:off x="0" y="0"/>
          <a:ext cx="0" cy="0"/>
          <a:chOff x="0" y="0"/>
          <a:chExt cx="0" cy="0"/>
        </a:xfrm>
      </p:grpSpPr>
      <p:sp>
        <p:nvSpPr>
          <p:cNvPr id="244" name="Google Shape;244;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47" name="Google Shape;247;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50" name="Google Shape;250;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51" name="Google Shape;251;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52" name="Google Shape;252;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53" name="Google Shape;253;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5" name="Google Shape;255;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6" name="Google Shape;256;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7" name="Google Shape;257;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9" name="Google Shape;259;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1" name="Google Shape;261;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2" name="Google Shape;262;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3" name="Google Shape;263;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4" name="Google Shape;264;g1f3daf8a844_0_32"/>
          <p:cNvGrpSpPr/>
          <p:nvPr/>
        </p:nvGrpSpPr>
        <p:grpSpPr>
          <a:xfrm>
            <a:off x="662575" y="6212475"/>
            <a:ext cx="586800" cy="571500"/>
            <a:chOff x="662575" y="6212475"/>
            <a:chExt cx="586800" cy="571500"/>
          </a:xfrm>
        </p:grpSpPr>
        <p:sp>
          <p:nvSpPr>
            <p:cNvPr id="265" name="Google Shape;265;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6" name="Google Shape;266;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7" name="Google Shape;267;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68" name="Google Shape;268;g1f3daf8a844_0_32"/>
          <p:cNvGrpSpPr/>
          <p:nvPr/>
        </p:nvGrpSpPr>
        <p:grpSpPr>
          <a:xfrm>
            <a:off x="7894350" y="6212475"/>
            <a:ext cx="586800" cy="571500"/>
            <a:chOff x="7894350" y="6212475"/>
            <a:chExt cx="586800" cy="571500"/>
          </a:xfrm>
        </p:grpSpPr>
        <p:sp>
          <p:nvSpPr>
            <p:cNvPr id="269" name="Google Shape;269;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1" name="Google Shape;271;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72" name="Shape 272"/>
        <p:cNvGrpSpPr/>
        <p:nvPr/>
      </p:nvGrpSpPr>
      <p:grpSpPr>
        <a:xfrm>
          <a:off x="0" y="0"/>
          <a:ext cx="0" cy="0"/>
          <a:chOff x="0" y="0"/>
          <a:chExt cx="0" cy="0"/>
        </a:xfrm>
      </p:grpSpPr>
      <p:sp>
        <p:nvSpPr>
          <p:cNvPr id="273" name="Google Shape;273;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4" name="Google Shape;274;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75" name="Google Shape;275;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76" name="Google Shape;276;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77" name="Google Shape;277;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78" name="Google Shape;278;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79" name="Google Shape;279;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0" name="Google Shape;280;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81" name="Google Shape;281;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82" name="Google Shape;282;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3" name="Google Shape;283;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4" name="Google Shape;284;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5" name="Google Shape;285;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7" name="Google Shape;287;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89" name="Google Shape;289;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0" name="Google Shape;290;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1" name="Google Shape;291;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2" name="Google Shape;292;g2c157a2fb06_0_53"/>
          <p:cNvGrpSpPr/>
          <p:nvPr/>
        </p:nvGrpSpPr>
        <p:grpSpPr>
          <a:xfrm>
            <a:off x="662575" y="6212475"/>
            <a:ext cx="586800" cy="571500"/>
            <a:chOff x="662575" y="6212475"/>
            <a:chExt cx="586800" cy="571500"/>
          </a:xfrm>
        </p:grpSpPr>
        <p:sp>
          <p:nvSpPr>
            <p:cNvPr id="293" name="Google Shape;293;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4" name="Google Shape;294;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5" name="Google Shape;295;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6" name="Google Shape;296;g2c157a2fb06_0_53"/>
          <p:cNvGrpSpPr/>
          <p:nvPr/>
        </p:nvGrpSpPr>
        <p:grpSpPr>
          <a:xfrm>
            <a:off x="7894350" y="6212475"/>
            <a:ext cx="586800" cy="571500"/>
            <a:chOff x="7894350" y="6212475"/>
            <a:chExt cx="586800" cy="571500"/>
          </a:xfrm>
        </p:grpSpPr>
        <p:sp>
          <p:nvSpPr>
            <p:cNvPr id="297" name="Google Shape;297;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9" name="Google Shape;299;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300" name="Shape 300"/>
        <p:cNvGrpSpPr/>
        <p:nvPr/>
      </p:nvGrpSpPr>
      <p:grpSpPr>
        <a:xfrm>
          <a:off x="0" y="0"/>
          <a:ext cx="0" cy="0"/>
          <a:chOff x="0" y="0"/>
          <a:chExt cx="0" cy="0"/>
        </a:xfrm>
      </p:grpSpPr>
      <p:pic>
        <p:nvPicPr>
          <p:cNvPr id="301" name="Google Shape;301;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302" name="Google Shape;302;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304" name="Google Shape;304;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5" name="Google Shape;305;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6" name="Google Shape;306;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310" name="Google Shape;310;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1" name="Google Shape;311;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2" name="Google Shape;312;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3" name="Google Shape;313;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4" name="Google Shape;314;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5" name="Google Shape;315;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6" name="Google Shape;316;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17" name="Google Shape;317;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18" name="Google Shape;318;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19" name="Google Shape;319;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0" name="Google Shape;320;g2c157a2fb06_0_158"/>
          <p:cNvGrpSpPr/>
          <p:nvPr/>
        </p:nvGrpSpPr>
        <p:grpSpPr>
          <a:xfrm>
            <a:off x="662575" y="6212475"/>
            <a:ext cx="586800" cy="571500"/>
            <a:chOff x="662575" y="6212475"/>
            <a:chExt cx="586800" cy="571500"/>
          </a:xfrm>
        </p:grpSpPr>
        <p:sp>
          <p:nvSpPr>
            <p:cNvPr id="321" name="Google Shape;321;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2" name="Google Shape;322;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3" name="Google Shape;323;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24" name="Google Shape;324;g2c157a2fb06_0_158"/>
          <p:cNvGrpSpPr/>
          <p:nvPr/>
        </p:nvGrpSpPr>
        <p:grpSpPr>
          <a:xfrm>
            <a:off x="7894350" y="6212475"/>
            <a:ext cx="586800" cy="571500"/>
            <a:chOff x="7894350" y="6212475"/>
            <a:chExt cx="586800" cy="571500"/>
          </a:xfrm>
        </p:grpSpPr>
        <p:sp>
          <p:nvSpPr>
            <p:cNvPr id="325" name="Google Shape;325;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6" name="Google Shape;326;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7" name="Google Shape;327;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28" name="Shape 328"/>
        <p:cNvGrpSpPr/>
        <p:nvPr/>
      </p:nvGrpSpPr>
      <p:grpSpPr>
        <a:xfrm>
          <a:off x="0" y="0"/>
          <a:ext cx="0" cy="0"/>
          <a:chOff x="0" y="0"/>
          <a:chExt cx="0" cy="0"/>
        </a:xfrm>
      </p:grpSpPr>
      <p:sp>
        <p:nvSpPr>
          <p:cNvPr id="329" name="Google Shape;329;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31" name="Google Shape;331;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2" name="Google Shape;332;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3" name="Google Shape;333;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4" name="Google Shape;334;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5" name="Google Shape;335;g2c157a2fb06_0_263"/>
          <p:cNvSpPr/>
          <p:nvPr>
            <p:ph idx="5" type="pic"/>
          </p:nvPr>
        </p:nvSpPr>
        <p:spPr>
          <a:xfrm>
            <a:off x="5086375" y="4412425"/>
            <a:ext cx="2668800" cy="1291500"/>
          </a:xfrm>
          <a:prstGeom prst="rect">
            <a:avLst/>
          </a:prstGeom>
          <a:noFill/>
          <a:ln>
            <a:noFill/>
          </a:ln>
        </p:spPr>
      </p:sp>
      <p:sp>
        <p:nvSpPr>
          <p:cNvPr id="336" name="Google Shape;336;g2c157a2fb06_0_263"/>
          <p:cNvSpPr/>
          <p:nvPr>
            <p:ph idx="6" type="pic"/>
          </p:nvPr>
        </p:nvSpPr>
        <p:spPr>
          <a:xfrm>
            <a:off x="5086375" y="797675"/>
            <a:ext cx="2668800" cy="1291500"/>
          </a:xfrm>
          <a:prstGeom prst="rect">
            <a:avLst/>
          </a:prstGeom>
          <a:noFill/>
          <a:ln>
            <a:noFill/>
          </a:ln>
        </p:spPr>
      </p:sp>
      <p:sp>
        <p:nvSpPr>
          <p:cNvPr id="337" name="Google Shape;337;g2c157a2fb06_0_263"/>
          <p:cNvSpPr/>
          <p:nvPr>
            <p:ph idx="7" type="pic"/>
          </p:nvPr>
        </p:nvSpPr>
        <p:spPr>
          <a:xfrm>
            <a:off x="5086375" y="2002592"/>
            <a:ext cx="2668800" cy="1291500"/>
          </a:xfrm>
          <a:prstGeom prst="rect">
            <a:avLst/>
          </a:prstGeom>
          <a:noFill/>
          <a:ln>
            <a:noFill/>
          </a:ln>
        </p:spPr>
      </p:sp>
      <p:sp>
        <p:nvSpPr>
          <p:cNvPr id="338" name="Google Shape;338;g2c157a2fb06_0_263"/>
          <p:cNvSpPr/>
          <p:nvPr>
            <p:ph idx="8" type="pic"/>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1" name="Google Shape;341;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2" name="Google Shape;342;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3" name="Google Shape;343;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4" name="Google Shape;344;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5" name="Google Shape;345;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7" name="Google Shape;347;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8" name="Google Shape;348;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49" name="Google Shape;349;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1" name="Google Shape;351;g2c157a2fb06_0_263"/>
          <p:cNvGrpSpPr/>
          <p:nvPr/>
        </p:nvGrpSpPr>
        <p:grpSpPr>
          <a:xfrm>
            <a:off x="662575" y="6212475"/>
            <a:ext cx="586800" cy="571500"/>
            <a:chOff x="662575" y="6212475"/>
            <a:chExt cx="586800" cy="571500"/>
          </a:xfrm>
        </p:grpSpPr>
        <p:sp>
          <p:nvSpPr>
            <p:cNvPr id="352" name="Google Shape;352;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3" name="Google Shape;353;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5" name="Google Shape;355;g2c157a2fb06_0_263"/>
          <p:cNvGrpSpPr/>
          <p:nvPr/>
        </p:nvGrpSpPr>
        <p:grpSpPr>
          <a:xfrm>
            <a:off x="7894350" y="6212475"/>
            <a:ext cx="586800" cy="571500"/>
            <a:chOff x="7894350" y="6212475"/>
            <a:chExt cx="586800" cy="571500"/>
          </a:xfrm>
        </p:grpSpPr>
        <p:sp>
          <p:nvSpPr>
            <p:cNvPr id="356" name="Google Shape;356;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7" name="Google Shape;357;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59" name="Shape 359"/>
        <p:cNvGrpSpPr/>
        <p:nvPr/>
      </p:nvGrpSpPr>
      <p:grpSpPr>
        <a:xfrm>
          <a:off x="0" y="0"/>
          <a:ext cx="0" cy="0"/>
          <a:chOff x="0" y="0"/>
          <a:chExt cx="0" cy="0"/>
        </a:xfrm>
      </p:grpSpPr>
      <p:cxnSp>
        <p:nvCxnSpPr>
          <p:cNvPr id="360" name="Google Shape;360;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1" name="Google Shape;361;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2" name="Google Shape;362;g2c157a2fb06_0_467"/>
          <p:cNvSpPr/>
          <p:nvPr>
            <p:ph idx="2" type="pic"/>
          </p:nvPr>
        </p:nvSpPr>
        <p:spPr>
          <a:xfrm>
            <a:off x="1181100" y="852975"/>
            <a:ext cx="6781800" cy="2771700"/>
          </a:xfrm>
          <a:prstGeom prst="roundRect">
            <a:avLst>
              <a:gd fmla="val 16667" name="adj"/>
            </a:avLst>
          </a:prstGeom>
          <a:noFill/>
          <a:ln>
            <a:noFill/>
          </a:ln>
        </p:spPr>
      </p:sp>
      <p:sp>
        <p:nvSpPr>
          <p:cNvPr id="363" name="Google Shape;363;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7" name="Google Shape;367;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8" name="Google Shape;368;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69" name="Google Shape;369;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0" name="Google Shape;370;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1" name="Google Shape;371;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3" name="Google Shape;373;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4" name="Google Shape;374;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5" name="Google Shape;375;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7" name="Google Shape;377;g2c157a2fb06_0_467"/>
          <p:cNvGrpSpPr/>
          <p:nvPr/>
        </p:nvGrpSpPr>
        <p:grpSpPr>
          <a:xfrm>
            <a:off x="662575" y="6212475"/>
            <a:ext cx="586800" cy="571500"/>
            <a:chOff x="662575" y="6212475"/>
            <a:chExt cx="586800" cy="571500"/>
          </a:xfrm>
        </p:grpSpPr>
        <p:sp>
          <p:nvSpPr>
            <p:cNvPr id="378" name="Google Shape;378;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9" name="Google Shape;379;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1" name="Google Shape;381;g2c157a2fb06_0_467"/>
          <p:cNvGrpSpPr/>
          <p:nvPr/>
        </p:nvGrpSpPr>
        <p:grpSpPr>
          <a:xfrm>
            <a:off x="7894350" y="6212475"/>
            <a:ext cx="586800" cy="571500"/>
            <a:chOff x="7894350" y="6212475"/>
            <a:chExt cx="586800" cy="571500"/>
          </a:xfrm>
        </p:grpSpPr>
        <p:sp>
          <p:nvSpPr>
            <p:cNvPr id="382" name="Google Shape;382;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3" name="Google Shape;383;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85" name="Shape 385"/>
        <p:cNvGrpSpPr/>
        <p:nvPr/>
      </p:nvGrpSpPr>
      <p:grpSpPr>
        <a:xfrm>
          <a:off x="0" y="0"/>
          <a:ext cx="0" cy="0"/>
          <a:chOff x="0" y="0"/>
          <a:chExt cx="0" cy="0"/>
        </a:xfrm>
      </p:grpSpPr>
      <p:cxnSp>
        <p:nvCxnSpPr>
          <p:cNvPr id="386" name="Google Shape;386;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7" name="Google Shape;387;g2c157a2fb06_0_629"/>
          <p:cNvSpPr/>
          <p:nvPr>
            <p:ph idx="2" type="pic"/>
          </p:nvPr>
        </p:nvSpPr>
        <p:spPr>
          <a:xfrm>
            <a:off x="1181100" y="852975"/>
            <a:ext cx="6781800" cy="2771700"/>
          </a:xfrm>
          <a:prstGeom prst="roundRect">
            <a:avLst>
              <a:gd fmla="val 16667" name="adj"/>
            </a:avLst>
          </a:prstGeom>
          <a:noFill/>
          <a:ln>
            <a:noFill/>
          </a:ln>
        </p:spPr>
      </p:sp>
      <p:sp>
        <p:nvSpPr>
          <p:cNvPr id="388" name="Google Shape;388;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90" name="Google Shape;390;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1" name="Google Shape;391;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3" name="Google Shape;393;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4" name="Google Shape;394;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5" name="Google Shape;395;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6" name="Google Shape;396;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7" name="Google Shape;397;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8" name="Google Shape;398;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9" name="Google Shape;399;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0" name="Google Shape;400;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1" name="Google Shape;401;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2" name="Google Shape;402;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5" name="Google Shape;405;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6" name="Google Shape;406;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9" name="Google Shape;409;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0" name="Google Shape;410;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411" name="Shape 411"/>
        <p:cNvGrpSpPr/>
        <p:nvPr/>
      </p:nvGrpSpPr>
      <p:grpSpPr>
        <a:xfrm>
          <a:off x="0" y="0"/>
          <a:ext cx="0" cy="0"/>
          <a:chOff x="0" y="0"/>
          <a:chExt cx="0" cy="0"/>
        </a:xfrm>
      </p:grpSpPr>
      <p:cxnSp>
        <p:nvCxnSpPr>
          <p:cNvPr id="412" name="Google Shape;412;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3" name="Google Shape;413;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4" name="Google Shape;414;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5" name="Google Shape;415;g2c157a2fb06_0_798"/>
          <p:cNvSpPr/>
          <p:nvPr>
            <p:ph idx="2" type="pic"/>
          </p:nvPr>
        </p:nvSpPr>
        <p:spPr>
          <a:xfrm>
            <a:off x="1181100" y="852975"/>
            <a:ext cx="6781800" cy="2771700"/>
          </a:xfrm>
          <a:prstGeom prst="roundRect">
            <a:avLst>
              <a:gd fmla="val 16667" name="adj"/>
            </a:avLst>
          </a:prstGeom>
          <a:noFill/>
          <a:ln>
            <a:noFill/>
          </a:ln>
        </p:spPr>
      </p:sp>
      <p:sp>
        <p:nvSpPr>
          <p:cNvPr id="416" name="Google Shape;416;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0" name="Google Shape;420;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1" name="Google Shape;421;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2" name="Google Shape;422;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3" name="Google Shape;423;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4" name="Google Shape;424;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5" name="Google Shape;425;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6" name="Google Shape;426;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7" name="Google Shape;427;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28" name="Google Shape;428;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29" name="Google Shape;429;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0" name="Google Shape;430;g2c157a2fb06_0_798"/>
          <p:cNvGrpSpPr/>
          <p:nvPr/>
        </p:nvGrpSpPr>
        <p:grpSpPr>
          <a:xfrm>
            <a:off x="662575" y="6212475"/>
            <a:ext cx="586800" cy="571500"/>
            <a:chOff x="662575" y="6212475"/>
            <a:chExt cx="586800" cy="571500"/>
          </a:xfrm>
        </p:grpSpPr>
        <p:sp>
          <p:nvSpPr>
            <p:cNvPr id="431" name="Google Shape;431;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2" name="Google Shape;432;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3" name="Google Shape;433;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4" name="Google Shape;434;g2c157a2fb06_0_798"/>
          <p:cNvGrpSpPr/>
          <p:nvPr/>
        </p:nvGrpSpPr>
        <p:grpSpPr>
          <a:xfrm>
            <a:off x="7894350" y="6212475"/>
            <a:ext cx="586800" cy="571500"/>
            <a:chOff x="7894350" y="6212475"/>
            <a:chExt cx="586800" cy="571500"/>
          </a:xfrm>
        </p:grpSpPr>
        <p:sp>
          <p:nvSpPr>
            <p:cNvPr id="435" name="Google Shape;435;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6" name="Google Shape;436;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7" name="Google Shape;437;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38" name="Shape 438"/>
        <p:cNvGrpSpPr/>
        <p:nvPr/>
      </p:nvGrpSpPr>
      <p:grpSpPr>
        <a:xfrm>
          <a:off x="0" y="0"/>
          <a:ext cx="0" cy="0"/>
          <a:chOff x="0" y="0"/>
          <a:chExt cx="0" cy="0"/>
        </a:xfrm>
      </p:grpSpPr>
      <p:cxnSp>
        <p:nvCxnSpPr>
          <p:cNvPr id="439" name="Google Shape;439;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40" name="Google Shape;440;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41" name="Google Shape;441;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42" name="Google Shape;442;g2c157a2fb06_0_825"/>
          <p:cNvSpPr/>
          <p:nvPr>
            <p:ph idx="2" type="pic"/>
          </p:nvPr>
        </p:nvSpPr>
        <p:spPr>
          <a:xfrm>
            <a:off x="1181100" y="852975"/>
            <a:ext cx="6781800" cy="2771700"/>
          </a:xfrm>
          <a:prstGeom prst="roundRect">
            <a:avLst>
              <a:gd fmla="val 16667" name="adj"/>
            </a:avLst>
          </a:prstGeom>
          <a:noFill/>
          <a:ln>
            <a:noFill/>
          </a:ln>
        </p:spPr>
      </p:sp>
      <p:sp>
        <p:nvSpPr>
          <p:cNvPr id="443" name="Google Shape;443;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4" name="Google Shape;444;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46" name="Google Shape;446;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47" name="Google Shape;447;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49" name="Google Shape;449;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53" name="Google Shape;453;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54" name="Google Shape;454;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55" name="Google Shape;455;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56" name="Google Shape;456;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57" name="Google Shape;457;g2c157a2fb06_0_825"/>
          <p:cNvGrpSpPr/>
          <p:nvPr/>
        </p:nvGrpSpPr>
        <p:grpSpPr>
          <a:xfrm>
            <a:off x="662575" y="6212475"/>
            <a:ext cx="586800" cy="571500"/>
            <a:chOff x="662575" y="6212475"/>
            <a:chExt cx="586800" cy="571500"/>
          </a:xfrm>
        </p:grpSpPr>
        <p:sp>
          <p:nvSpPr>
            <p:cNvPr id="458" name="Google Shape;458;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9" name="Google Shape;459;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0" name="Google Shape;460;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61" name="Google Shape;461;g2c157a2fb06_0_825"/>
          <p:cNvGrpSpPr/>
          <p:nvPr/>
        </p:nvGrpSpPr>
        <p:grpSpPr>
          <a:xfrm>
            <a:off x="7894350" y="6212475"/>
            <a:ext cx="586800" cy="571500"/>
            <a:chOff x="7894350" y="6212475"/>
            <a:chExt cx="586800" cy="571500"/>
          </a:xfrm>
        </p:grpSpPr>
        <p:sp>
          <p:nvSpPr>
            <p:cNvPr id="462" name="Google Shape;462;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3" name="Google Shape;463;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4" name="Google Shape;464;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65" name="Shape 465"/>
        <p:cNvGrpSpPr/>
        <p:nvPr/>
      </p:nvGrpSpPr>
      <p:grpSpPr>
        <a:xfrm>
          <a:off x="0" y="0"/>
          <a:ext cx="0" cy="0"/>
          <a:chOff x="0" y="0"/>
          <a:chExt cx="0" cy="0"/>
        </a:xfrm>
      </p:grpSpPr>
      <p:sp>
        <p:nvSpPr>
          <p:cNvPr id="466" name="Google Shape;466;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7" name="Google Shape;467;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8" name="Google Shape;468;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9" name="Google Shape;469;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71" name="Google Shape;471;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2" name="Google Shape;472;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3" name="Google Shape;473;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4" name="Google Shape;474;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5" name="Google Shape;475;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6" name="Google Shape;476;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8" name="Google Shape;478;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9" name="Google Shape;479;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0" name="Google Shape;480;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1" name="Google Shape;481;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2" name="Google Shape;482;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3" name="Google Shape;483;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4" name="Google Shape;484;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85" name="Google Shape;485;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86" name="Google Shape;486;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7" name="Google Shape;487;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88" name="Google Shape;488;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89" name="Google Shape;489;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90" name="Google Shape;490;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91" name="Google Shape;491;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2" name="Google Shape;492;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93" name="Google Shape;493;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94" name="Google Shape;494;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95" name="Google Shape;495;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96" name="Google Shape;496;g2c157a2fb06_0_700"/>
          <p:cNvGrpSpPr/>
          <p:nvPr/>
        </p:nvGrpSpPr>
        <p:grpSpPr>
          <a:xfrm>
            <a:off x="662575" y="6212475"/>
            <a:ext cx="586800" cy="571500"/>
            <a:chOff x="662575" y="6212475"/>
            <a:chExt cx="586800" cy="571500"/>
          </a:xfrm>
        </p:grpSpPr>
        <p:sp>
          <p:nvSpPr>
            <p:cNvPr id="497" name="Google Shape;497;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98" name="Google Shape;498;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99" name="Google Shape;499;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00" name="Google Shape;500;g2c157a2fb06_0_700"/>
          <p:cNvGrpSpPr/>
          <p:nvPr/>
        </p:nvGrpSpPr>
        <p:grpSpPr>
          <a:xfrm>
            <a:off x="7894350" y="6212475"/>
            <a:ext cx="586800" cy="571500"/>
            <a:chOff x="7894350" y="6212475"/>
            <a:chExt cx="586800" cy="571500"/>
          </a:xfrm>
        </p:grpSpPr>
        <p:sp>
          <p:nvSpPr>
            <p:cNvPr id="501" name="Google Shape;501;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2" name="Google Shape;502;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3" name="Google Shape;503;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504" name="Shape 504"/>
        <p:cNvGrpSpPr/>
        <p:nvPr/>
      </p:nvGrpSpPr>
      <p:grpSpPr>
        <a:xfrm>
          <a:off x="0" y="0"/>
          <a:ext cx="0" cy="0"/>
          <a:chOff x="0" y="0"/>
          <a:chExt cx="0" cy="0"/>
        </a:xfrm>
      </p:grpSpPr>
      <p:sp>
        <p:nvSpPr>
          <p:cNvPr id="505" name="Google Shape;505;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07" name="Google Shape;507;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08" name="Google Shape;508;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09" name="Google Shape;509;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10" name="Google Shape;510;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1" name="Google Shape;511;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2" name="Google Shape;512;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3" name="Google Shape;513;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514" name="Google Shape;514;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15" name="Google Shape;515;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516" name="Google Shape;516;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17" name="Google Shape;517;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18" name="Google Shape;518;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19" name="Google Shape;519;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0" name="Google Shape;520;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1" name="Google Shape;521;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2" name="Google Shape;522;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3" name="Google Shape;523;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4" name="Google Shape;524;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5" name="Google Shape;525;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26" name="Google Shape;526;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27" name="Google Shape;527;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28" name="Google Shape;528;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29" name="Google Shape;529;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0" name="Google Shape;530;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1" name="Google Shape;531;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32" name="Google Shape;532;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33" name="Google Shape;533;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34" name="Google Shape;534;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35" name="Google Shape;535;g2c157a2fb06_0_932"/>
          <p:cNvGrpSpPr/>
          <p:nvPr/>
        </p:nvGrpSpPr>
        <p:grpSpPr>
          <a:xfrm>
            <a:off x="662575" y="6212475"/>
            <a:ext cx="586800" cy="571500"/>
            <a:chOff x="662575" y="6212475"/>
            <a:chExt cx="586800" cy="571500"/>
          </a:xfrm>
        </p:grpSpPr>
        <p:sp>
          <p:nvSpPr>
            <p:cNvPr id="536" name="Google Shape;536;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8" name="Google Shape;538;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39" name="Google Shape;539;g2c157a2fb06_0_932"/>
          <p:cNvGrpSpPr/>
          <p:nvPr/>
        </p:nvGrpSpPr>
        <p:grpSpPr>
          <a:xfrm>
            <a:off x="7894350" y="6212475"/>
            <a:ext cx="586800" cy="571500"/>
            <a:chOff x="7894350" y="6212475"/>
            <a:chExt cx="586800" cy="571500"/>
          </a:xfrm>
        </p:grpSpPr>
        <p:sp>
          <p:nvSpPr>
            <p:cNvPr id="540" name="Google Shape;540;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2" name="Google Shape;542;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43" name="Shape 543"/>
        <p:cNvGrpSpPr/>
        <p:nvPr/>
      </p:nvGrpSpPr>
      <p:grpSpPr>
        <a:xfrm>
          <a:off x="0" y="0"/>
          <a:ext cx="0" cy="0"/>
          <a:chOff x="0" y="0"/>
          <a:chExt cx="0" cy="0"/>
        </a:xfrm>
      </p:grpSpPr>
      <p:cxnSp>
        <p:nvCxnSpPr>
          <p:cNvPr id="544" name="Google Shape;544;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45" name="Google Shape;545;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46" name="Google Shape;546;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47" name="Google Shape;547;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48" name="Google Shape;548;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49" name="Google Shape;549;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0" name="Google Shape;550;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1" name="Google Shape;551;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2" name="Google Shape;552;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3" name="Google Shape;553;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4" name="Google Shape;554;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5" name="Google Shape;555;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56" name="Google Shape;556;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8" name="Google Shape;558;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59" name="Google Shape;559;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0" name="Google Shape;560;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61" name="Google Shape;561;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2" name="Google Shape;562;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63" name="Google Shape;563;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4" name="Google Shape;564;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5" name="Google Shape;565;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6" name="Google Shape;566;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7" name="Google Shape;567;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68" name="Google Shape;568;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69" name="Google Shape;569;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70" name="Google Shape;570;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71" name="Google Shape;571;g2c157a2fb06_0_1045"/>
          <p:cNvGrpSpPr/>
          <p:nvPr/>
        </p:nvGrpSpPr>
        <p:grpSpPr>
          <a:xfrm>
            <a:off x="662575" y="6212475"/>
            <a:ext cx="586800" cy="571500"/>
            <a:chOff x="662575" y="6212475"/>
            <a:chExt cx="586800" cy="571500"/>
          </a:xfrm>
        </p:grpSpPr>
        <p:sp>
          <p:nvSpPr>
            <p:cNvPr id="572" name="Google Shape;572;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5" name="Google Shape;575;g2c157a2fb06_0_1045"/>
          <p:cNvGrpSpPr/>
          <p:nvPr/>
        </p:nvGrpSpPr>
        <p:grpSpPr>
          <a:xfrm>
            <a:off x="7894350" y="6212475"/>
            <a:ext cx="586800" cy="571500"/>
            <a:chOff x="7894350" y="6212475"/>
            <a:chExt cx="586800" cy="571500"/>
          </a:xfrm>
        </p:grpSpPr>
        <p:sp>
          <p:nvSpPr>
            <p:cNvPr id="576" name="Google Shape;576;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7" name="Google Shape;577;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8" name="Google Shape;578;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79" name="Shape 579"/>
        <p:cNvGrpSpPr/>
        <p:nvPr/>
      </p:nvGrpSpPr>
      <p:grpSpPr>
        <a:xfrm>
          <a:off x="0" y="0"/>
          <a:ext cx="0" cy="0"/>
          <a:chOff x="0" y="0"/>
          <a:chExt cx="0" cy="0"/>
        </a:xfrm>
      </p:grpSpPr>
      <p:sp>
        <p:nvSpPr>
          <p:cNvPr id="580" name="Google Shape;580;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82" name="Google Shape;582;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3" name="Google Shape;583;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4" name="Google Shape;584;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5" name="Google Shape;585;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86" name="Google Shape;586;g2c157a2fb06_0_1110"/>
          <p:cNvGrpSpPr/>
          <p:nvPr/>
        </p:nvGrpSpPr>
        <p:grpSpPr>
          <a:xfrm>
            <a:off x="5806200" y="1807463"/>
            <a:ext cx="756300" cy="146700"/>
            <a:chOff x="5806200" y="1807463"/>
            <a:chExt cx="756300" cy="146700"/>
          </a:xfrm>
        </p:grpSpPr>
        <p:sp>
          <p:nvSpPr>
            <p:cNvPr id="587" name="Google Shape;587;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9" name="Google Shape;589;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90" name="Google Shape;590;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91" name="Google Shape;591;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92" name="Google Shape;592;g2c157a2fb06_0_1110"/>
          <p:cNvGrpSpPr/>
          <p:nvPr/>
        </p:nvGrpSpPr>
        <p:grpSpPr>
          <a:xfrm>
            <a:off x="5806200" y="2842438"/>
            <a:ext cx="756300" cy="146700"/>
            <a:chOff x="5806200" y="1807463"/>
            <a:chExt cx="756300" cy="146700"/>
          </a:xfrm>
        </p:grpSpPr>
        <p:sp>
          <p:nvSpPr>
            <p:cNvPr id="593" name="Google Shape;593;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4" name="Google Shape;594;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5" name="Google Shape;595;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5806200" y="387741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600" name="Google Shape;600;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1" name="Google Shape;601;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602" name="Google Shape;602;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03" name="Google Shape;603;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4" name="Google Shape;604;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5" name="Google Shape;605;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06" name="Google Shape;606;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607" name="Google Shape;607;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608" name="Google Shape;608;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609" name="Google Shape;609;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610" name="Google Shape;610;g2c157a2fb06_0_1110"/>
          <p:cNvGrpSpPr/>
          <p:nvPr/>
        </p:nvGrpSpPr>
        <p:grpSpPr>
          <a:xfrm>
            <a:off x="662575" y="6212475"/>
            <a:ext cx="586800" cy="571500"/>
            <a:chOff x="662575" y="6212475"/>
            <a:chExt cx="586800" cy="571500"/>
          </a:xfrm>
        </p:grpSpPr>
        <p:sp>
          <p:nvSpPr>
            <p:cNvPr id="611" name="Google Shape;611;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2" name="Google Shape;612;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3" name="Google Shape;613;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614" name="Google Shape;614;g2c157a2fb06_0_1110"/>
          <p:cNvGrpSpPr/>
          <p:nvPr/>
        </p:nvGrpSpPr>
        <p:grpSpPr>
          <a:xfrm>
            <a:off x="7894350" y="6212475"/>
            <a:ext cx="586800" cy="571500"/>
            <a:chOff x="7894350" y="6212475"/>
            <a:chExt cx="586800" cy="571500"/>
          </a:xfrm>
        </p:grpSpPr>
        <p:sp>
          <p:nvSpPr>
            <p:cNvPr id="615" name="Google Shape;615;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6" name="Google Shape;616;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7" name="Google Shape;617;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618" name="Shape 618"/>
        <p:cNvGrpSpPr/>
        <p:nvPr/>
      </p:nvGrpSpPr>
      <p:grpSpPr>
        <a:xfrm>
          <a:off x="0" y="0"/>
          <a:ext cx="0" cy="0"/>
          <a:chOff x="0" y="0"/>
          <a:chExt cx="0" cy="0"/>
        </a:xfrm>
      </p:grpSpPr>
      <p:sp>
        <p:nvSpPr>
          <p:cNvPr id="619" name="Google Shape;619;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0" name="Google Shape;620;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623" name="Google Shape;623;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26" name="Google Shape;626;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27" name="Google Shape;627;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28" name="Google Shape;628;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29" name="Google Shape;629;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30" name="Google Shape;630;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31" name="Google Shape;631;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32" name="Google Shape;632;p30"/>
          <p:cNvGrpSpPr/>
          <p:nvPr/>
        </p:nvGrpSpPr>
        <p:grpSpPr>
          <a:xfrm>
            <a:off x="6022940" y="5341706"/>
            <a:ext cx="594501" cy="305904"/>
            <a:chOff x="5672081" y="1914352"/>
            <a:chExt cx="792668" cy="305904"/>
          </a:xfrm>
        </p:grpSpPr>
        <p:sp>
          <p:nvSpPr>
            <p:cNvPr id="633" name="Google Shape;633;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4" name="Google Shape;634;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35" name="Google Shape;635;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36" name="Google Shape;636;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7" name="Google Shape;637;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8" name="Google Shape;638;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9" name="Google Shape;639;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0" name="Google Shape;640;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1" name="Google Shape;641;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2" name="Google Shape;642;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3" name="Google Shape;643;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44" name="Google Shape;644;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45" name="Google Shape;645;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6" name="Google Shape;646;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7" name="Google Shape;647;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8" name="Google Shape;648;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9" name="Google Shape;649;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0" name="Google Shape;650;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1" name="Google Shape;651;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2" name="Google Shape;652;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53" name="Google Shape;653;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54" name="Google Shape;654;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55" name="Google Shape;655;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56" name="Google Shape;656;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57" name="Google Shape;657;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58" name="Google Shape;658;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59" name="Google Shape;659;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60" name="Google Shape;660;p30"/>
          <p:cNvSpPr/>
          <p:nvPr/>
        </p:nvSpPr>
        <p:spPr>
          <a:xfrm>
            <a:off x="1435861" y="3837613"/>
            <a:ext cx="390000" cy="390000"/>
          </a:xfrm>
          <a:prstGeom prst="ellipse">
            <a:avLst/>
          </a:prstGeom>
          <a:solidFill>
            <a:srgbClr val="0072B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61" name="Google Shape;661;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62" name="Google Shape;662;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63" name="Google Shape;663;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64" name="Shape 664"/>
        <p:cNvGrpSpPr/>
        <p:nvPr/>
      </p:nvGrpSpPr>
      <p:grpSpPr>
        <a:xfrm>
          <a:off x="0" y="0"/>
          <a:ext cx="0" cy="0"/>
          <a:chOff x="0" y="0"/>
          <a:chExt cx="0" cy="0"/>
        </a:xfrm>
      </p:grpSpPr>
      <p:sp>
        <p:nvSpPr>
          <p:cNvPr id="665" name="Google Shape;665;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66" name="Google Shape;666;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 xml:space="preserve">bed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 xml:space="preserve">led </a:t>
            </a:r>
            <a:r>
              <a:rPr b="0" i="0" lang="en-US" sz="1100" u="none" cap="none" strike="noStrike">
                <a:solidFill>
                  <a:srgbClr val="1A1A1A"/>
                </a:solidFill>
                <a:latin typeface="Poppins"/>
                <a:ea typeface="Poppins"/>
                <a:cs typeface="Poppins"/>
                <a:sym typeface="Poppins"/>
              </a:rPr>
              <a:t xml:space="preserve">the difference is the phonemes </a:t>
            </a:r>
            <a:r>
              <a:rPr b="0" i="0" lang="en-US" sz="1100" u="none" cap="none" strike="noStrike">
                <a:solidFill>
                  <a:srgbClr val="53F41A"/>
                </a:solidFill>
                <a:latin typeface="Poppins"/>
                <a:ea typeface="Poppins"/>
                <a:cs typeface="Poppins"/>
                <a:sym typeface="Poppins"/>
              </a:rPr>
              <a:t xml:space="preserve">/b/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67" name="Google Shape;667;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 xml:space="preserve">ship </a:t>
            </a:r>
            <a:r>
              <a:rPr b="0" i="0" lang="en-US" sz="1100" u="none" cap="none" strike="noStrike">
                <a:solidFill>
                  <a:srgbClr val="1A1A1A"/>
                </a:solidFill>
                <a:latin typeface="Poppins"/>
                <a:ea typeface="Poppins"/>
                <a:cs typeface="Poppins"/>
                <a:sym typeface="Poppins"/>
              </a:rPr>
              <a:t xml:space="preserve">as </a:t>
            </a:r>
            <a:r>
              <a:rPr b="0" i="0" lang="en-US" sz="1100" u="none" cap="none" strike="noStrike">
                <a:solidFill>
                  <a:srgbClr val="53F41A"/>
                </a:solidFill>
                <a:latin typeface="Poppins"/>
                <a:ea typeface="Poppins"/>
                <a:cs typeface="Poppins"/>
                <a:sym typeface="Poppins"/>
              </a:rPr>
              <a:t xml:space="preserve">/sh/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68" name="Shape 668"/>
        <p:cNvGrpSpPr/>
        <p:nvPr/>
      </p:nvGrpSpPr>
      <p:grpSpPr>
        <a:xfrm>
          <a:off x="0" y="0"/>
          <a:ext cx="0" cy="0"/>
          <a:chOff x="0" y="0"/>
          <a:chExt cx="0" cy="0"/>
        </a:xfrm>
      </p:grpSpPr>
      <p:sp>
        <p:nvSpPr>
          <p:cNvPr id="669" name="Google Shape;669;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70" name="Google Shape;670;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 xml:space="preserve">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xml:space="preserve">' representing the </a:t>
            </a:r>
            <a:r>
              <a:rPr b="0" i="0" lang="en-US" sz="1100" u="none" cap="none" strike="noStrike">
                <a:solidFill>
                  <a:srgbClr val="53F41A"/>
                </a:solidFill>
                <a:latin typeface="Poppins"/>
                <a:ea typeface="Poppins"/>
                <a:cs typeface="Poppins"/>
                <a:sym typeface="Poppins"/>
              </a:rPr>
              <a:t xml:space="preserve">/ɑi/ </a:t>
            </a:r>
            <a:r>
              <a:rPr b="0" i="0" lang="en-US" sz="1100" u="none" cap="none" strike="noStrike">
                <a:solidFill>
                  <a:srgbClr val="1A1A1A"/>
                </a:solidFill>
                <a:latin typeface="Poppins"/>
                <a:ea typeface="Poppins"/>
                <a:cs typeface="Poppins"/>
                <a:sym typeface="Poppins"/>
              </a:rPr>
              <a:t xml:space="preserve">phoneme in </a:t>
            </a:r>
            <a:r>
              <a:rPr b="0" i="0" lang="en-US" sz="1100" u="none" cap="none" strike="noStrike">
                <a:solidFill>
                  <a:srgbClr val="1A30E8"/>
                </a:solidFill>
                <a:latin typeface="Poppins"/>
                <a:ea typeface="Poppins"/>
                <a:cs typeface="Poppins"/>
                <a:sym typeface="Poppins"/>
              </a:rPr>
              <a:t xml:space="preserve">eight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the two letters in the digraph, as in the words </a:t>
            </a:r>
            <a:r>
              <a:rPr b="0" i="0" lang="en-US" sz="1100" u="none" cap="none" strike="noStrike">
                <a:solidFill>
                  <a:srgbClr val="1A30E8"/>
                </a:solidFill>
                <a:latin typeface="Poppins"/>
                <a:ea typeface="Poppins"/>
                <a:cs typeface="Poppins"/>
                <a:sym typeface="Poppins"/>
              </a:rPr>
              <a:t xml:space="preserve">mɑke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xml:space="preserve">'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xml:space="preserve">.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xml:space="preserve">.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71" name="Google Shape;671;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 xml:space="preserve">ɑm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sɑt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slɑm </a:t>
            </a:r>
            <a:r>
              <a:rPr b="0" i="0" lang="en-US" sz="1100" u="none" cap="none" strike="noStrike">
                <a:solidFill>
                  <a:srgbClr val="1A1A1A"/>
                </a:solidFill>
                <a:latin typeface="Poppins"/>
                <a:ea typeface="Poppins"/>
                <a:cs typeface="Poppins"/>
                <a:sym typeface="Poppins"/>
              </a:rPr>
              <a:t xml:space="preserve">(CCVC) or </a:t>
            </a:r>
            <a:r>
              <a:rPr b="0" i="0" lang="en-US" sz="1100" u="none" cap="none" strike="noStrike">
                <a:solidFill>
                  <a:srgbClr val="1A30E8"/>
                </a:solidFill>
                <a:latin typeface="Poppins"/>
                <a:ea typeface="Poppins"/>
                <a:cs typeface="Poppins"/>
                <a:sym typeface="Poppins"/>
              </a:rPr>
              <a:t xml:space="preserve">eɑch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beɑch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bleɑch </a:t>
            </a:r>
            <a:r>
              <a:rPr b="0" i="0" lang="en-US" sz="1100" u="none" cap="none" strike="noStrike">
                <a:solidFill>
                  <a:srgbClr val="1A1A1A"/>
                </a:solidFill>
                <a:latin typeface="Poppins"/>
                <a:ea typeface="Poppins"/>
                <a:cs typeface="Poppins"/>
                <a:sym typeface="Poppins"/>
              </a:rPr>
              <a:t xml:space="preserve">(CCVC).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9.png"/><Relationship Id="rId4" Type="http://schemas.openxmlformats.org/officeDocument/2006/relationships/image" Target="../media/image17.png"/><Relationship Id="rId5" Type="http://schemas.openxmlformats.org/officeDocument/2006/relationships/image" Target="../media/image16.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16.png"/><Relationship Id="rId9" Type="http://schemas.openxmlformats.org/officeDocument/2006/relationships/slide" Target="/ppt/slides/slide19.xml"/><Relationship Id="rId5" Type="http://schemas.openxmlformats.org/officeDocument/2006/relationships/image" Target="../media/image19.png"/><Relationship Id="rId6" Type="http://schemas.openxmlformats.org/officeDocument/2006/relationships/image" Target="../media/image21.png"/><Relationship Id="rId7" Type="http://schemas.openxmlformats.org/officeDocument/2006/relationships/image" Target="../media/image71.png"/><Relationship Id="rId8" Type="http://schemas.openxmlformats.org/officeDocument/2006/relationships/slide" Target="/ppt/slides/slide16.xml"/><Relationship Id="rId11" Type="http://schemas.openxmlformats.org/officeDocument/2006/relationships/slide" Target="/ppt/slides/slide22.xml"/><Relationship Id="rId10" Type="http://schemas.openxmlformats.org/officeDocument/2006/relationships/slide" Target="/ppt/slides/slide21.xml"/><Relationship Id="rId12" Type="http://schemas.openxmlformats.org/officeDocument/2006/relationships/slide" Target="/ppt/slides/slide14.xml"/></Relationships>
</file>

<file path=ppt/slides/_rels/slide3.xml.rels><?xml version="1.0" encoding="UTF-8"?><Relationships xmlns="http://schemas.openxmlformats.org/package/2006/relationships"><Relationship Id="rId20" Type="http://schemas.openxmlformats.org/officeDocument/2006/relationships/image" Target="../media/image37.png"/><Relationship Id="rId22" Type="http://schemas.openxmlformats.org/officeDocument/2006/relationships/image" Target="../media/image42.png"/><Relationship Id="rId21" Type="http://schemas.openxmlformats.org/officeDocument/2006/relationships/image" Target="../media/image41.png"/><Relationship Id="rId24" Type="http://schemas.openxmlformats.org/officeDocument/2006/relationships/image" Target="../media/image46.png"/><Relationship Id="rId23" Type="http://schemas.openxmlformats.org/officeDocument/2006/relationships/image" Target="../media/image43.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3.png"/><Relationship Id="rId4" Type="http://schemas.openxmlformats.org/officeDocument/2006/relationships/image" Target="../media/image31.png"/><Relationship Id="rId9" Type="http://schemas.openxmlformats.org/officeDocument/2006/relationships/image" Target="../media/image22.png"/><Relationship Id="rId25" Type="http://schemas.openxmlformats.org/officeDocument/2006/relationships/image" Target="../media/image45.png"/><Relationship Id="rId5" Type="http://schemas.openxmlformats.org/officeDocument/2006/relationships/image" Target="../media/image26.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3.png"/><Relationship Id="rId11" Type="http://schemas.openxmlformats.org/officeDocument/2006/relationships/image" Target="../media/image28.png"/><Relationship Id="rId10" Type="http://schemas.openxmlformats.org/officeDocument/2006/relationships/image" Target="../media/image27.png"/><Relationship Id="rId13" Type="http://schemas.openxmlformats.org/officeDocument/2006/relationships/image" Target="../media/image30.png"/><Relationship Id="rId12" Type="http://schemas.openxmlformats.org/officeDocument/2006/relationships/image" Target="../media/image32.png"/><Relationship Id="rId15" Type="http://schemas.openxmlformats.org/officeDocument/2006/relationships/image" Target="../media/image40.png"/><Relationship Id="rId14" Type="http://schemas.openxmlformats.org/officeDocument/2006/relationships/image" Target="../media/image34.png"/><Relationship Id="rId17" Type="http://schemas.openxmlformats.org/officeDocument/2006/relationships/image" Target="../media/image44.png"/><Relationship Id="rId16" Type="http://schemas.openxmlformats.org/officeDocument/2006/relationships/image" Target="../media/image36.png"/><Relationship Id="rId19" Type="http://schemas.openxmlformats.org/officeDocument/2006/relationships/image" Target="../media/image38.png"/><Relationship Id="rId18" Type="http://schemas.openxmlformats.org/officeDocument/2006/relationships/image" Target="../media/image35.png"/></Relationships>
</file>

<file path=ppt/slides/_rels/slide4.xml.rels><?xml version="1.0" encoding="UTF-8"?><Relationships xmlns="http://schemas.openxmlformats.org/package/2006/relationships"><Relationship Id="rId20" Type="http://schemas.openxmlformats.org/officeDocument/2006/relationships/image" Target="../media/image64.png"/><Relationship Id="rId22" Type="http://schemas.openxmlformats.org/officeDocument/2006/relationships/image" Target="../media/image69.png"/><Relationship Id="rId21" Type="http://schemas.openxmlformats.org/officeDocument/2006/relationships/image" Target="../media/image62.png"/><Relationship Id="rId24" Type="http://schemas.openxmlformats.org/officeDocument/2006/relationships/image" Target="../media/image68.png"/><Relationship Id="rId23" Type="http://schemas.openxmlformats.org/officeDocument/2006/relationships/image" Target="../media/image63.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9.png"/><Relationship Id="rId4" Type="http://schemas.openxmlformats.org/officeDocument/2006/relationships/image" Target="../media/image51.png"/><Relationship Id="rId9" Type="http://schemas.openxmlformats.org/officeDocument/2006/relationships/image" Target="../media/image52.png"/><Relationship Id="rId26" Type="http://schemas.openxmlformats.org/officeDocument/2006/relationships/image" Target="../media/image65.png"/><Relationship Id="rId25" Type="http://schemas.openxmlformats.org/officeDocument/2006/relationships/image" Target="../media/image66.png"/><Relationship Id="rId28" Type="http://schemas.openxmlformats.org/officeDocument/2006/relationships/image" Target="../media/image70.png"/><Relationship Id="rId27" Type="http://schemas.openxmlformats.org/officeDocument/2006/relationships/image" Target="../media/image67.png"/><Relationship Id="rId5" Type="http://schemas.openxmlformats.org/officeDocument/2006/relationships/image" Target="../media/image49.png"/><Relationship Id="rId6" Type="http://schemas.openxmlformats.org/officeDocument/2006/relationships/image" Target="../media/image48.png"/><Relationship Id="rId29" Type="http://schemas.openxmlformats.org/officeDocument/2006/relationships/image" Target="../media/image72.png"/><Relationship Id="rId7" Type="http://schemas.openxmlformats.org/officeDocument/2006/relationships/image" Target="../media/image16.png"/><Relationship Id="rId8" Type="http://schemas.openxmlformats.org/officeDocument/2006/relationships/image" Target="../media/image50.png"/><Relationship Id="rId31" Type="http://schemas.openxmlformats.org/officeDocument/2006/relationships/image" Target="../media/image75.png"/><Relationship Id="rId30" Type="http://schemas.openxmlformats.org/officeDocument/2006/relationships/image" Target="../media/image74.png"/><Relationship Id="rId11" Type="http://schemas.openxmlformats.org/officeDocument/2006/relationships/image" Target="../media/image54.png"/><Relationship Id="rId10" Type="http://schemas.openxmlformats.org/officeDocument/2006/relationships/image" Target="../media/image53.png"/><Relationship Id="rId13" Type="http://schemas.openxmlformats.org/officeDocument/2006/relationships/image" Target="../media/image61.png"/><Relationship Id="rId12" Type="http://schemas.openxmlformats.org/officeDocument/2006/relationships/image" Target="../media/image55.png"/><Relationship Id="rId15" Type="http://schemas.openxmlformats.org/officeDocument/2006/relationships/image" Target="../media/image56.png"/><Relationship Id="rId14" Type="http://schemas.openxmlformats.org/officeDocument/2006/relationships/image" Target="../media/image57.png"/><Relationship Id="rId17" Type="http://schemas.openxmlformats.org/officeDocument/2006/relationships/image" Target="../media/image58.png"/><Relationship Id="rId16" Type="http://schemas.openxmlformats.org/officeDocument/2006/relationships/image" Target="../media/image60.png"/><Relationship Id="rId19" Type="http://schemas.openxmlformats.org/officeDocument/2006/relationships/image" Target="../media/image59.png"/><Relationship Id="rId18" Type="http://schemas.openxmlformats.org/officeDocument/2006/relationships/image" Target="../media/image73.png"/></Relationships>
</file>

<file path=ppt/slides/_rels/slide5.xml.rels><?xml version="1.0" encoding="UTF-8"?><Relationships xmlns="http://schemas.openxmlformats.org/package/2006/relationships"><Relationship Id="rId40" Type="http://schemas.openxmlformats.org/officeDocument/2006/relationships/image" Target="../media/image111.png"/><Relationship Id="rId20" Type="http://schemas.openxmlformats.org/officeDocument/2006/relationships/image" Target="../media/image91.png"/><Relationship Id="rId42" Type="http://schemas.openxmlformats.org/officeDocument/2006/relationships/image" Target="../media/image115.png"/><Relationship Id="rId41" Type="http://schemas.openxmlformats.org/officeDocument/2006/relationships/image" Target="../media/image114.png"/><Relationship Id="rId22" Type="http://schemas.openxmlformats.org/officeDocument/2006/relationships/image" Target="../media/image96.png"/><Relationship Id="rId21" Type="http://schemas.openxmlformats.org/officeDocument/2006/relationships/image" Target="../media/image93.png"/><Relationship Id="rId43" Type="http://schemas.openxmlformats.org/officeDocument/2006/relationships/image" Target="../media/image117.png"/><Relationship Id="rId24" Type="http://schemas.openxmlformats.org/officeDocument/2006/relationships/image" Target="../media/image98.png"/><Relationship Id="rId23" Type="http://schemas.openxmlformats.org/officeDocument/2006/relationships/image" Target="../media/image101.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0.png"/><Relationship Id="rId4" Type="http://schemas.openxmlformats.org/officeDocument/2006/relationships/image" Target="../media/image92.png"/><Relationship Id="rId9" Type="http://schemas.openxmlformats.org/officeDocument/2006/relationships/image" Target="../media/image76.png"/><Relationship Id="rId26" Type="http://schemas.openxmlformats.org/officeDocument/2006/relationships/image" Target="../media/image95.png"/><Relationship Id="rId25" Type="http://schemas.openxmlformats.org/officeDocument/2006/relationships/image" Target="../media/image99.png"/><Relationship Id="rId28" Type="http://schemas.openxmlformats.org/officeDocument/2006/relationships/image" Target="../media/image110.png"/><Relationship Id="rId27" Type="http://schemas.openxmlformats.org/officeDocument/2006/relationships/image" Target="../media/image100.png"/><Relationship Id="rId5" Type="http://schemas.openxmlformats.org/officeDocument/2006/relationships/image" Target="../media/image77.png"/><Relationship Id="rId6" Type="http://schemas.openxmlformats.org/officeDocument/2006/relationships/image" Target="../media/image78.png"/><Relationship Id="rId29" Type="http://schemas.openxmlformats.org/officeDocument/2006/relationships/image" Target="../media/image97.png"/><Relationship Id="rId7" Type="http://schemas.openxmlformats.org/officeDocument/2006/relationships/image" Target="../media/image79.png"/><Relationship Id="rId8" Type="http://schemas.openxmlformats.org/officeDocument/2006/relationships/image" Target="../media/image82.png"/><Relationship Id="rId31" Type="http://schemas.openxmlformats.org/officeDocument/2006/relationships/image" Target="../media/image105.png"/><Relationship Id="rId30" Type="http://schemas.openxmlformats.org/officeDocument/2006/relationships/image" Target="../media/image103.png"/><Relationship Id="rId11" Type="http://schemas.openxmlformats.org/officeDocument/2006/relationships/image" Target="../media/image87.png"/><Relationship Id="rId33" Type="http://schemas.openxmlformats.org/officeDocument/2006/relationships/image" Target="../media/image104.png"/><Relationship Id="rId10" Type="http://schemas.openxmlformats.org/officeDocument/2006/relationships/image" Target="../media/image81.png"/><Relationship Id="rId32" Type="http://schemas.openxmlformats.org/officeDocument/2006/relationships/image" Target="../media/image106.png"/><Relationship Id="rId13" Type="http://schemas.openxmlformats.org/officeDocument/2006/relationships/image" Target="../media/image88.png"/><Relationship Id="rId35" Type="http://schemas.openxmlformats.org/officeDocument/2006/relationships/image" Target="../media/image107.png"/><Relationship Id="rId12" Type="http://schemas.openxmlformats.org/officeDocument/2006/relationships/image" Target="../media/image85.png"/><Relationship Id="rId34" Type="http://schemas.openxmlformats.org/officeDocument/2006/relationships/image" Target="../media/image102.png"/><Relationship Id="rId15" Type="http://schemas.openxmlformats.org/officeDocument/2006/relationships/image" Target="../media/image86.png"/><Relationship Id="rId37" Type="http://schemas.openxmlformats.org/officeDocument/2006/relationships/image" Target="../media/image109.png"/><Relationship Id="rId14" Type="http://schemas.openxmlformats.org/officeDocument/2006/relationships/image" Target="../media/image83.png"/><Relationship Id="rId36" Type="http://schemas.openxmlformats.org/officeDocument/2006/relationships/image" Target="../media/image108.png"/><Relationship Id="rId17" Type="http://schemas.openxmlformats.org/officeDocument/2006/relationships/image" Target="../media/image89.png"/><Relationship Id="rId39" Type="http://schemas.openxmlformats.org/officeDocument/2006/relationships/image" Target="../media/image113.png"/><Relationship Id="rId16" Type="http://schemas.openxmlformats.org/officeDocument/2006/relationships/image" Target="../media/image84.png"/><Relationship Id="rId38" Type="http://schemas.openxmlformats.org/officeDocument/2006/relationships/image" Target="../media/image112.png"/><Relationship Id="rId19" Type="http://schemas.openxmlformats.org/officeDocument/2006/relationships/image" Target="../media/image94.png"/><Relationship Id="rId18" Type="http://schemas.openxmlformats.org/officeDocument/2006/relationships/image" Target="../media/image90.png"/></Relationships>
</file>

<file path=ppt/slides/_rels/slide6.xml.rels><?xml version="1.0" encoding="UTF-8"?><Relationships xmlns="http://schemas.openxmlformats.org/package/2006/relationships"><Relationship Id="rId40" Type="http://schemas.openxmlformats.org/officeDocument/2006/relationships/image" Target="../media/image154.png"/><Relationship Id="rId20" Type="http://schemas.openxmlformats.org/officeDocument/2006/relationships/image" Target="../media/image134.png"/><Relationship Id="rId42" Type="http://schemas.openxmlformats.org/officeDocument/2006/relationships/image" Target="../media/image157.png"/><Relationship Id="rId41" Type="http://schemas.openxmlformats.org/officeDocument/2006/relationships/image" Target="../media/image156.png"/><Relationship Id="rId22" Type="http://schemas.openxmlformats.org/officeDocument/2006/relationships/image" Target="../media/image137.png"/><Relationship Id="rId44" Type="http://schemas.openxmlformats.org/officeDocument/2006/relationships/image" Target="../media/image160.png"/><Relationship Id="rId21" Type="http://schemas.openxmlformats.org/officeDocument/2006/relationships/image" Target="../media/image136.png"/><Relationship Id="rId43" Type="http://schemas.openxmlformats.org/officeDocument/2006/relationships/image" Target="../media/image155.png"/><Relationship Id="rId24" Type="http://schemas.openxmlformats.org/officeDocument/2006/relationships/image" Target="../media/image139.png"/><Relationship Id="rId46" Type="http://schemas.openxmlformats.org/officeDocument/2006/relationships/image" Target="../media/image17.png"/><Relationship Id="rId23" Type="http://schemas.openxmlformats.org/officeDocument/2006/relationships/image" Target="../media/image135.png"/><Relationship Id="rId45" Type="http://schemas.openxmlformats.org/officeDocument/2006/relationships/image" Target="../media/image158.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6.png"/><Relationship Id="rId4" Type="http://schemas.openxmlformats.org/officeDocument/2006/relationships/image" Target="../media/image120.png"/><Relationship Id="rId9" Type="http://schemas.openxmlformats.org/officeDocument/2006/relationships/image" Target="../media/image126.png"/><Relationship Id="rId26" Type="http://schemas.openxmlformats.org/officeDocument/2006/relationships/image" Target="../media/image140.png"/><Relationship Id="rId25" Type="http://schemas.openxmlformats.org/officeDocument/2006/relationships/image" Target="../media/image151.png"/><Relationship Id="rId47" Type="http://schemas.openxmlformats.org/officeDocument/2006/relationships/image" Target="../media/image29.png"/><Relationship Id="rId28" Type="http://schemas.openxmlformats.org/officeDocument/2006/relationships/image" Target="../media/image138.png"/><Relationship Id="rId27" Type="http://schemas.openxmlformats.org/officeDocument/2006/relationships/image" Target="../media/image141.png"/><Relationship Id="rId5" Type="http://schemas.openxmlformats.org/officeDocument/2006/relationships/image" Target="../media/image119.png"/><Relationship Id="rId6" Type="http://schemas.openxmlformats.org/officeDocument/2006/relationships/image" Target="../media/image118.png"/><Relationship Id="rId29" Type="http://schemas.openxmlformats.org/officeDocument/2006/relationships/image" Target="../media/image142.png"/><Relationship Id="rId7" Type="http://schemas.openxmlformats.org/officeDocument/2006/relationships/image" Target="../media/image122.png"/><Relationship Id="rId8" Type="http://schemas.openxmlformats.org/officeDocument/2006/relationships/image" Target="../media/image121.png"/><Relationship Id="rId31" Type="http://schemas.openxmlformats.org/officeDocument/2006/relationships/image" Target="../media/image150.png"/><Relationship Id="rId30" Type="http://schemas.openxmlformats.org/officeDocument/2006/relationships/image" Target="../media/image143.png"/><Relationship Id="rId11" Type="http://schemas.openxmlformats.org/officeDocument/2006/relationships/image" Target="../media/image123.png"/><Relationship Id="rId33" Type="http://schemas.openxmlformats.org/officeDocument/2006/relationships/image" Target="../media/image144.png"/><Relationship Id="rId10" Type="http://schemas.openxmlformats.org/officeDocument/2006/relationships/image" Target="../media/image128.png"/><Relationship Id="rId32" Type="http://schemas.openxmlformats.org/officeDocument/2006/relationships/image" Target="../media/image146.png"/><Relationship Id="rId13" Type="http://schemas.openxmlformats.org/officeDocument/2006/relationships/image" Target="../media/image124.png"/><Relationship Id="rId35" Type="http://schemas.openxmlformats.org/officeDocument/2006/relationships/image" Target="../media/image147.png"/><Relationship Id="rId12" Type="http://schemas.openxmlformats.org/officeDocument/2006/relationships/image" Target="../media/image127.png"/><Relationship Id="rId34" Type="http://schemas.openxmlformats.org/officeDocument/2006/relationships/image" Target="../media/image145.png"/><Relationship Id="rId15" Type="http://schemas.openxmlformats.org/officeDocument/2006/relationships/image" Target="../media/image129.png"/><Relationship Id="rId37" Type="http://schemas.openxmlformats.org/officeDocument/2006/relationships/image" Target="../media/image148.png"/><Relationship Id="rId14" Type="http://schemas.openxmlformats.org/officeDocument/2006/relationships/image" Target="../media/image125.png"/><Relationship Id="rId36" Type="http://schemas.openxmlformats.org/officeDocument/2006/relationships/image" Target="../media/image149.png"/><Relationship Id="rId17" Type="http://schemas.openxmlformats.org/officeDocument/2006/relationships/image" Target="../media/image130.png"/><Relationship Id="rId39" Type="http://schemas.openxmlformats.org/officeDocument/2006/relationships/image" Target="../media/image153.png"/><Relationship Id="rId16" Type="http://schemas.openxmlformats.org/officeDocument/2006/relationships/image" Target="../media/image133.png"/><Relationship Id="rId38" Type="http://schemas.openxmlformats.org/officeDocument/2006/relationships/image" Target="../media/image152.png"/><Relationship Id="rId19" Type="http://schemas.openxmlformats.org/officeDocument/2006/relationships/image" Target="../media/image132.png"/><Relationship Id="rId18" Type="http://schemas.openxmlformats.org/officeDocument/2006/relationships/image" Target="../media/image131.png"/></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4.png"/><Relationship Id="rId4" Type="http://schemas.openxmlformats.org/officeDocument/2006/relationships/image" Target="../media/image163.png"/><Relationship Id="rId9" Type="http://schemas.openxmlformats.org/officeDocument/2006/relationships/image" Target="../media/image167.png"/><Relationship Id="rId5" Type="http://schemas.openxmlformats.org/officeDocument/2006/relationships/image" Target="../media/image165.png"/><Relationship Id="rId6" Type="http://schemas.openxmlformats.org/officeDocument/2006/relationships/image" Target="../media/image169.png"/><Relationship Id="rId7" Type="http://schemas.openxmlformats.org/officeDocument/2006/relationships/image" Target="../media/image161.png"/><Relationship Id="rId8" Type="http://schemas.openxmlformats.org/officeDocument/2006/relationships/image" Target="../media/image168.png"/><Relationship Id="rId11" Type="http://schemas.openxmlformats.org/officeDocument/2006/relationships/image" Target="../media/image171.png"/><Relationship Id="rId10" Type="http://schemas.openxmlformats.org/officeDocument/2006/relationships/image" Target="../media/image166.png"/><Relationship Id="rId13" Type="http://schemas.openxmlformats.org/officeDocument/2006/relationships/image" Target="../media/image173.png"/><Relationship Id="rId12" Type="http://schemas.openxmlformats.org/officeDocument/2006/relationships/image" Target="../media/image170.png"/><Relationship Id="rId15" Type="http://schemas.openxmlformats.org/officeDocument/2006/relationships/image" Target="../media/image176.png"/><Relationship Id="rId14" Type="http://schemas.openxmlformats.org/officeDocument/2006/relationships/image" Target="../media/image172.png"/><Relationship Id="rId16" Type="http://schemas.openxmlformats.org/officeDocument/2006/relationships/image" Target="../media/image175.png"/></Relationships>
</file>

<file path=ppt/slides/_rels/slide8.xml.rels><?xml version="1.0" encoding="UTF-8"?><Relationships xmlns="http://schemas.openxmlformats.org/package/2006/relationships"><Relationship Id="rId20" Type="http://schemas.openxmlformats.org/officeDocument/2006/relationships/image" Target="../media/image191.png"/><Relationship Id="rId22" Type="http://schemas.openxmlformats.org/officeDocument/2006/relationships/image" Target="../media/image194.png"/><Relationship Id="rId21" Type="http://schemas.openxmlformats.org/officeDocument/2006/relationships/image" Target="../media/image192.png"/><Relationship Id="rId24" Type="http://schemas.openxmlformats.org/officeDocument/2006/relationships/image" Target="../media/image197.png"/><Relationship Id="rId23" Type="http://schemas.openxmlformats.org/officeDocument/2006/relationships/image" Target="../media/image193.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9.png"/><Relationship Id="rId4" Type="http://schemas.openxmlformats.org/officeDocument/2006/relationships/image" Target="../media/image177.png"/><Relationship Id="rId9" Type="http://schemas.openxmlformats.org/officeDocument/2006/relationships/image" Target="../media/image207.png"/><Relationship Id="rId26" Type="http://schemas.openxmlformats.org/officeDocument/2006/relationships/image" Target="../media/image196.png"/><Relationship Id="rId25" Type="http://schemas.openxmlformats.org/officeDocument/2006/relationships/image" Target="../media/image198.png"/><Relationship Id="rId28" Type="http://schemas.openxmlformats.org/officeDocument/2006/relationships/image" Target="../media/image199.png"/><Relationship Id="rId27" Type="http://schemas.openxmlformats.org/officeDocument/2006/relationships/image" Target="../media/image201.png"/><Relationship Id="rId5" Type="http://schemas.openxmlformats.org/officeDocument/2006/relationships/image" Target="../media/image21.png"/><Relationship Id="rId6" Type="http://schemas.openxmlformats.org/officeDocument/2006/relationships/image" Target="../media/image178.png"/><Relationship Id="rId29" Type="http://schemas.openxmlformats.org/officeDocument/2006/relationships/image" Target="../media/image200.png"/><Relationship Id="rId7" Type="http://schemas.openxmlformats.org/officeDocument/2006/relationships/image" Target="../media/image181.png"/><Relationship Id="rId8" Type="http://schemas.openxmlformats.org/officeDocument/2006/relationships/image" Target="../media/image184.png"/><Relationship Id="rId30" Type="http://schemas.openxmlformats.org/officeDocument/2006/relationships/image" Target="../media/image202.png"/><Relationship Id="rId11" Type="http://schemas.openxmlformats.org/officeDocument/2006/relationships/image" Target="../media/image182.png"/><Relationship Id="rId10" Type="http://schemas.openxmlformats.org/officeDocument/2006/relationships/image" Target="../media/image180.png"/><Relationship Id="rId13" Type="http://schemas.openxmlformats.org/officeDocument/2006/relationships/image" Target="../media/image188.png"/><Relationship Id="rId12" Type="http://schemas.openxmlformats.org/officeDocument/2006/relationships/image" Target="../media/image183.png"/><Relationship Id="rId15" Type="http://schemas.openxmlformats.org/officeDocument/2006/relationships/image" Target="../media/image189.png"/><Relationship Id="rId14" Type="http://schemas.openxmlformats.org/officeDocument/2006/relationships/image" Target="../media/image186.png"/><Relationship Id="rId17" Type="http://schemas.openxmlformats.org/officeDocument/2006/relationships/image" Target="../media/image187.png"/><Relationship Id="rId16" Type="http://schemas.openxmlformats.org/officeDocument/2006/relationships/image" Target="../media/image185.png"/><Relationship Id="rId19" Type="http://schemas.openxmlformats.org/officeDocument/2006/relationships/image" Target="../media/image190.png"/><Relationship Id="rId18" Type="http://schemas.openxmlformats.org/officeDocument/2006/relationships/image" Target="../media/image195.png"/></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5.png"/><Relationship Id="rId4" Type="http://schemas.openxmlformats.org/officeDocument/2006/relationships/image" Target="../media/image204.png"/><Relationship Id="rId9" Type="http://schemas.openxmlformats.org/officeDocument/2006/relationships/image" Target="../media/image212.png"/><Relationship Id="rId5" Type="http://schemas.openxmlformats.org/officeDocument/2006/relationships/image" Target="../media/image208.png"/><Relationship Id="rId6" Type="http://schemas.openxmlformats.org/officeDocument/2006/relationships/image" Target="../media/image203.png"/><Relationship Id="rId7" Type="http://schemas.openxmlformats.org/officeDocument/2006/relationships/image" Target="../media/image206.png"/><Relationship Id="rId8" Type="http://schemas.openxmlformats.org/officeDocument/2006/relationships/image" Target="../media/image209.png"/><Relationship Id="rId11" Type="http://schemas.openxmlformats.org/officeDocument/2006/relationships/image" Target="../media/image214.png"/><Relationship Id="rId10" Type="http://schemas.openxmlformats.org/officeDocument/2006/relationships/image" Target="../media/image210.png"/><Relationship Id="rId13" Type="http://schemas.openxmlformats.org/officeDocument/2006/relationships/image" Target="../media/image211.png"/><Relationship Id="rId12" Type="http://schemas.openxmlformats.org/officeDocument/2006/relationships/image" Target="../media/image213.png"/><Relationship Id="rId15" Type="http://schemas.openxmlformats.org/officeDocument/2006/relationships/image" Target="../media/image217.png"/><Relationship Id="rId14" Type="http://schemas.openxmlformats.org/officeDocument/2006/relationships/image" Target="../media/image215.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6.png"/><Relationship Id="rId4" Type="http://schemas.openxmlformats.org/officeDocument/2006/relationships/image" Target="../media/image218.png"/><Relationship Id="rId9" Type="http://schemas.openxmlformats.org/officeDocument/2006/relationships/image" Target="../media/image222.png"/><Relationship Id="rId5" Type="http://schemas.openxmlformats.org/officeDocument/2006/relationships/image" Target="../media/image220.png"/><Relationship Id="rId6" Type="http://schemas.openxmlformats.org/officeDocument/2006/relationships/image" Target="../media/image219.png"/><Relationship Id="rId7" Type="http://schemas.openxmlformats.org/officeDocument/2006/relationships/image" Target="../media/image221.png"/><Relationship Id="rId8" Type="http://schemas.openxmlformats.org/officeDocument/2006/relationships/image" Target="../media/image225.png"/><Relationship Id="rId11" Type="http://schemas.openxmlformats.org/officeDocument/2006/relationships/image" Target="../media/image226.png"/><Relationship Id="rId10" Type="http://schemas.openxmlformats.org/officeDocument/2006/relationships/image" Target="../media/image223.png"/><Relationship Id="rId13" Type="http://schemas.openxmlformats.org/officeDocument/2006/relationships/image" Target="../media/image224.png"/><Relationship Id="rId12" Type="http://schemas.openxmlformats.org/officeDocument/2006/relationships/image" Target="../media/image227.png"/><Relationship Id="rId15" Type="http://schemas.openxmlformats.org/officeDocument/2006/relationships/image" Target="../media/image228.png"/><Relationship Id="rId14" Type="http://schemas.openxmlformats.org/officeDocument/2006/relationships/image" Target="../media/image232.png"/><Relationship Id="rId16" Type="http://schemas.openxmlformats.org/officeDocument/2006/relationships/image" Target="../media/image229.png"/></Relationships>
</file>

<file path=ppt/slides/_rels/slide11.xml.rels><?xml version="1.0" encoding="UTF-8"?><Relationships xmlns="http://schemas.openxmlformats.org/package/2006/relationships"><Relationship Id="rId20" Type="http://schemas.openxmlformats.org/officeDocument/2006/relationships/image" Target="../media/image245.png"/><Relationship Id="rId22" Type="http://schemas.openxmlformats.org/officeDocument/2006/relationships/image" Target="../media/image247.png"/><Relationship Id="rId21" Type="http://schemas.openxmlformats.org/officeDocument/2006/relationships/image" Target="../media/image248.png"/><Relationship Id="rId24" Type="http://schemas.openxmlformats.org/officeDocument/2006/relationships/image" Target="../media/image252.png"/><Relationship Id="rId23" Type="http://schemas.openxmlformats.org/officeDocument/2006/relationships/image" Target="../media/image249.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3.png"/><Relationship Id="rId4" Type="http://schemas.openxmlformats.org/officeDocument/2006/relationships/image" Target="../media/image230.png"/><Relationship Id="rId9" Type="http://schemas.openxmlformats.org/officeDocument/2006/relationships/image" Target="../media/image235.png"/><Relationship Id="rId26" Type="http://schemas.openxmlformats.org/officeDocument/2006/relationships/image" Target="../media/image253.png"/><Relationship Id="rId25" Type="http://schemas.openxmlformats.org/officeDocument/2006/relationships/image" Target="../media/image250.png"/><Relationship Id="rId5" Type="http://schemas.openxmlformats.org/officeDocument/2006/relationships/image" Target="../media/image270.png"/><Relationship Id="rId6" Type="http://schemas.openxmlformats.org/officeDocument/2006/relationships/image" Target="../media/image234.png"/><Relationship Id="rId7" Type="http://schemas.openxmlformats.org/officeDocument/2006/relationships/image" Target="../media/image231.png"/><Relationship Id="rId8" Type="http://schemas.openxmlformats.org/officeDocument/2006/relationships/image" Target="../media/image239.png"/><Relationship Id="rId11" Type="http://schemas.openxmlformats.org/officeDocument/2006/relationships/image" Target="../media/image237.png"/><Relationship Id="rId10" Type="http://schemas.openxmlformats.org/officeDocument/2006/relationships/image" Target="../media/image236.png"/><Relationship Id="rId13" Type="http://schemas.openxmlformats.org/officeDocument/2006/relationships/image" Target="../media/image238.png"/><Relationship Id="rId12" Type="http://schemas.openxmlformats.org/officeDocument/2006/relationships/image" Target="../media/image240.png"/><Relationship Id="rId15" Type="http://schemas.openxmlformats.org/officeDocument/2006/relationships/image" Target="../media/image241.png"/><Relationship Id="rId14" Type="http://schemas.openxmlformats.org/officeDocument/2006/relationships/image" Target="../media/image244.png"/><Relationship Id="rId17" Type="http://schemas.openxmlformats.org/officeDocument/2006/relationships/image" Target="../media/image242.png"/><Relationship Id="rId16" Type="http://schemas.openxmlformats.org/officeDocument/2006/relationships/image" Target="../media/image246.png"/><Relationship Id="rId19" Type="http://schemas.openxmlformats.org/officeDocument/2006/relationships/image" Target="../media/image254.png"/><Relationship Id="rId18" Type="http://schemas.openxmlformats.org/officeDocument/2006/relationships/image" Target="../media/image243.png"/></Relationships>
</file>

<file path=ppt/slides/_rels/slide12.xml.rels><?xml version="1.0" encoding="UTF-8"?><Relationships xmlns="http://schemas.openxmlformats.org/package/2006/relationships"><Relationship Id="rId20" Type="http://schemas.openxmlformats.org/officeDocument/2006/relationships/image" Target="../media/image268.png"/><Relationship Id="rId22" Type="http://schemas.openxmlformats.org/officeDocument/2006/relationships/image" Target="../media/image269.png"/><Relationship Id="rId21" Type="http://schemas.openxmlformats.org/officeDocument/2006/relationships/image" Target="../media/image275.png"/><Relationship Id="rId24" Type="http://schemas.openxmlformats.org/officeDocument/2006/relationships/image" Target="../media/image277.png"/><Relationship Id="rId23" Type="http://schemas.openxmlformats.org/officeDocument/2006/relationships/image" Target="../media/image278.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1.png"/><Relationship Id="rId4" Type="http://schemas.openxmlformats.org/officeDocument/2006/relationships/image" Target="../media/image256.png"/><Relationship Id="rId9" Type="http://schemas.openxmlformats.org/officeDocument/2006/relationships/image" Target="../media/image259.png"/><Relationship Id="rId26" Type="http://schemas.openxmlformats.org/officeDocument/2006/relationships/image" Target="../media/image276.png"/><Relationship Id="rId25" Type="http://schemas.openxmlformats.org/officeDocument/2006/relationships/image" Target="../media/image273.png"/><Relationship Id="rId5" Type="http://schemas.openxmlformats.org/officeDocument/2006/relationships/image" Target="../media/image258.png"/><Relationship Id="rId6" Type="http://schemas.openxmlformats.org/officeDocument/2006/relationships/image" Target="../media/image257.png"/><Relationship Id="rId7" Type="http://schemas.openxmlformats.org/officeDocument/2006/relationships/image" Target="../media/image255.png"/><Relationship Id="rId8" Type="http://schemas.openxmlformats.org/officeDocument/2006/relationships/image" Target="../media/image262.png"/><Relationship Id="rId11" Type="http://schemas.openxmlformats.org/officeDocument/2006/relationships/image" Target="../media/image263.png"/><Relationship Id="rId10" Type="http://schemas.openxmlformats.org/officeDocument/2006/relationships/image" Target="../media/image260.png"/><Relationship Id="rId13" Type="http://schemas.openxmlformats.org/officeDocument/2006/relationships/image" Target="../media/image265.png"/><Relationship Id="rId12" Type="http://schemas.openxmlformats.org/officeDocument/2006/relationships/image" Target="../media/image264.png"/><Relationship Id="rId15" Type="http://schemas.openxmlformats.org/officeDocument/2006/relationships/image" Target="../media/image266.png"/><Relationship Id="rId14" Type="http://schemas.openxmlformats.org/officeDocument/2006/relationships/image" Target="../media/image261.png"/><Relationship Id="rId17" Type="http://schemas.openxmlformats.org/officeDocument/2006/relationships/image" Target="../media/image267.png"/><Relationship Id="rId16" Type="http://schemas.openxmlformats.org/officeDocument/2006/relationships/image" Target="../media/image272.png"/><Relationship Id="rId19" Type="http://schemas.openxmlformats.org/officeDocument/2006/relationships/image" Target="../media/image274.png"/><Relationship Id="rId18" Type="http://schemas.openxmlformats.org/officeDocument/2006/relationships/image" Target="../media/image271.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80.png"/><Relationship Id="rId4" Type="http://schemas.openxmlformats.org/officeDocument/2006/relationships/image" Target="../media/image283.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289.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29.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93.png"/><Relationship Id="rId4" Type="http://schemas.openxmlformats.org/officeDocument/2006/relationships/image" Target="../media/image298.png"/><Relationship Id="rId5" Type="http://schemas.openxmlformats.org/officeDocument/2006/relationships/image" Target="../media/image288.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306.png"/><Relationship Id="rId4" Type="http://schemas.openxmlformats.org/officeDocument/2006/relationships/image" Target="../media/image292.png"/><Relationship Id="rId5" Type="http://schemas.openxmlformats.org/officeDocument/2006/relationships/image" Target="../media/image347.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300.png"/><Relationship Id="rId5" Type="http://schemas.openxmlformats.org/officeDocument/2006/relationships/image" Target="../media/image350.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48.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71.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311.png"/></Relationships>
</file>

<file path=ppt/slides/_rels/slide24.xml.rels><?xml version="1.0" encoding="UTF-8"?><Relationships xmlns="http://schemas.openxmlformats.org/package/2006/relationships"><Relationship Id="rId40" Type="http://schemas.openxmlformats.org/officeDocument/2006/relationships/image" Target="../media/image268.png"/><Relationship Id="rId42" Type="http://schemas.openxmlformats.org/officeDocument/2006/relationships/image" Target="../media/image271.png"/><Relationship Id="rId41" Type="http://schemas.openxmlformats.org/officeDocument/2006/relationships/image" Target="../media/image274.png"/><Relationship Id="rId44" Type="http://schemas.openxmlformats.org/officeDocument/2006/relationships/image" Target="../media/image272.png"/><Relationship Id="rId43" Type="http://schemas.openxmlformats.org/officeDocument/2006/relationships/image" Target="../media/image267.png"/><Relationship Id="rId46" Type="http://schemas.openxmlformats.org/officeDocument/2006/relationships/image" Target="../media/image278.png"/><Relationship Id="rId45" Type="http://schemas.openxmlformats.org/officeDocument/2006/relationships/image" Target="../media/image275.png"/><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35.png"/><Relationship Id="rId4" Type="http://schemas.openxmlformats.org/officeDocument/2006/relationships/image" Target="../media/image246.png"/><Relationship Id="rId9" Type="http://schemas.openxmlformats.org/officeDocument/2006/relationships/image" Target="../media/image241.png"/><Relationship Id="rId48" Type="http://schemas.openxmlformats.org/officeDocument/2006/relationships/image" Target="../media/image276.png"/><Relationship Id="rId47" Type="http://schemas.openxmlformats.org/officeDocument/2006/relationships/image" Target="../media/image269.png"/><Relationship Id="rId49" Type="http://schemas.openxmlformats.org/officeDocument/2006/relationships/image" Target="../media/image273.png"/><Relationship Id="rId5" Type="http://schemas.openxmlformats.org/officeDocument/2006/relationships/image" Target="../media/image249.png"/><Relationship Id="rId6" Type="http://schemas.openxmlformats.org/officeDocument/2006/relationships/image" Target="../media/image257.png"/><Relationship Id="rId7" Type="http://schemas.openxmlformats.org/officeDocument/2006/relationships/image" Target="../media/image265.png"/><Relationship Id="rId8" Type="http://schemas.openxmlformats.org/officeDocument/2006/relationships/image" Target="../media/image239.png"/><Relationship Id="rId31" Type="http://schemas.openxmlformats.org/officeDocument/2006/relationships/image" Target="../media/image262.png"/><Relationship Id="rId30" Type="http://schemas.openxmlformats.org/officeDocument/2006/relationships/image" Target="../media/image250.png"/><Relationship Id="rId33" Type="http://schemas.openxmlformats.org/officeDocument/2006/relationships/image" Target="../media/image233.png"/><Relationship Id="rId32" Type="http://schemas.openxmlformats.org/officeDocument/2006/relationships/image" Target="../media/image266.png"/><Relationship Id="rId35" Type="http://schemas.openxmlformats.org/officeDocument/2006/relationships/image" Target="../media/image242.png"/><Relationship Id="rId34" Type="http://schemas.openxmlformats.org/officeDocument/2006/relationships/image" Target="../media/image236.png"/><Relationship Id="rId37" Type="http://schemas.openxmlformats.org/officeDocument/2006/relationships/image" Target="../media/image255.png"/><Relationship Id="rId36" Type="http://schemas.openxmlformats.org/officeDocument/2006/relationships/image" Target="../media/image252.png"/><Relationship Id="rId39" Type="http://schemas.openxmlformats.org/officeDocument/2006/relationships/image" Target="../media/image247.png"/><Relationship Id="rId38" Type="http://schemas.openxmlformats.org/officeDocument/2006/relationships/image" Target="../media/image261.png"/><Relationship Id="rId20" Type="http://schemas.openxmlformats.org/officeDocument/2006/relationships/image" Target="../media/image251.png"/><Relationship Id="rId22" Type="http://schemas.openxmlformats.org/officeDocument/2006/relationships/image" Target="../media/image270.png"/><Relationship Id="rId21" Type="http://schemas.openxmlformats.org/officeDocument/2006/relationships/image" Target="../media/image260.png"/><Relationship Id="rId24" Type="http://schemas.openxmlformats.org/officeDocument/2006/relationships/image" Target="../media/image254.png"/><Relationship Id="rId23" Type="http://schemas.openxmlformats.org/officeDocument/2006/relationships/image" Target="../media/image240.png"/><Relationship Id="rId26" Type="http://schemas.openxmlformats.org/officeDocument/2006/relationships/image" Target="../media/image259.png"/><Relationship Id="rId25" Type="http://schemas.openxmlformats.org/officeDocument/2006/relationships/image" Target="../media/image253.png"/><Relationship Id="rId28" Type="http://schemas.openxmlformats.org/officeDocument/2006/relationships/image" Target="../media/image237.png"/><Relationship Id="rId27" Type="http://schemas.openxmlformats.org/officeDocument/2006/relationships/image" Target="../media/image230.png"/><Relationship Id="rId29" Type="http://schemas.openxmlformats.org/officeDocument/2006/relationships/image" Target="../media/image243.png"/><Relationship Id="rId51" Type="http://schemas.openxmlformats.org/officeDocument/2006/relationships/image" Target="../media/image283.png"/><Relationship Id="rId50" Type="http://schemas.openxmlformats.org/officeDocument/2006/relationships/image" Target="../media/image277.png"/><Relationship Id="rId52" Type="http://schemas.openxmlformats.org/officeDocument/2006/relationships/image" Target="../media/image280.png"/><Relationship Id="rId11" Type="http://schemas.openxmlformats.org/officeDocument/2006/relationships/image" Target="../media/image264.png"/><Relationship Id="rId10" Type="http://schemas.openxmlformats.org/officeDocument/2006/relationships/image" Target="../media/image258.png"/><Relationship Id="rId13" Type="http://schemas.openxmlformats.org/officeDocument/2006/relationships/image" Target="../media/image244.png"/><Relationship Id="rId12" Type="http://schemas.openxmlformats.org/officeDocument/2006/relationships/image" Target="../media/image231.png"/><Relationship Id="rId15" Type="http://schemas.openxmlformats.org/officeDocument/2006/relationships/image" Target="../media/image256.png"/><Relationship Id="rId14" Type="http://schemas.openxmlformats.org/officeDocument/2006/relationships/image" Target="../media/image248.png"/><Relationship Id="rId17" Type="http://schemas.openxmlformats.org/officeDocument/2006/relationships/image" Target="../media/image234.png"/><Relationship Id="rId16" Type="http://schemas.openxmlformats.org/officeDocument/2006/relationships/image" Target="../media/image263.png"/><Relationship Id="rId19" Type="http://schemas.openxmlformats.org/officeDocument/2006/relationships/image" Target="../media/image245.png"/><Relationship Id="rId18" Type="http://schemas.openxmlformats.org/officeDocument/2006/relationships/image" Target="../media/image238.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349.png"/></Relationships>
</file>

<file path=ppt/slides/_rels/slide26.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Review Sound Family /ear/</a:t>
            </a:r>
            <a:endParaRPr sz="3000"/>
          </a:p>
        </p:txBody>
      </p:sp>
      <p:sp>
        <p:nvSpPr>
          <p:cNvPr id="677" name="Google Shape;677;p1"/>
          <p:cNvSpPr txBox="1"/>
          <p:nvPr>
            <p:ph idx="2" type="subTitle"/>
          </p:nvPr>
        </p:nvSpPr>
        <p:spPr>
          <a:xfrm>
            <a:off x="884092" y="3754105"/>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90</a:t>
            </a:r>
            <a:endParaRPr/>
          </a:p>
        </p:txBody>
      </p:sp>
      <p:sp>
        <p:nvSpPr>
          <p:cNvPr id="678" name="Google Shape;678;p1"/>
          <p:cNvSpPr/>
          <p:nvPr/>
        </p:nvSpPr>
        <p:spPr>
          <a:xfrm>
            <a:off x="6539152" y="4096573"/>
            <a:ext cx="277200" cy="16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79" name="Google Shape;679;p1"/>
          <p:cNvSpPr/>
          <p:nvPr/>
        </p:nvSpPr>
        <p:spPr>
          <a:xfrm>
            <a:off x="6347592" y="5142205"/>
            <a:ext cx="138000" cy="80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0" name="Google Shape;680;p1"/>
          <p:cNvSpPr/>
          <p:nvPr/>
        </p:nvSpPr>
        <p:spPr>
          <a:xfrm>
            <a:off x="6668626" y="5142205"/>
            <a:ext cx="138000" cy="80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1" name="Google Shape;681;p1"/>
          <p:cNvSpPr/>
          <p:nvPr/>
        </p:nvSpPr>
        <p:spPr>
          <a:xfrm>
            <a:off x="5340713" y="5142205"/>
            <a:ext cx="138000" cy="80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82" name="Google Shape;682;p1"/>
          <p:cNvSpPr/>
          <p:nvPr/>
        </p:nvSpPr>
        <p:spPr>
          <a:xfrm>
            <a:off x="5661747" y="5142205"/>
            <a:ext cx="138000" cy="80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683" name="Google Shape;683;p1"/>
          <p:cNvGrpSpPr/>
          <p:nvPr/>
        </p:nvGrpSpPr>
        <p:grpSpPr>
          <a:xfrm>
            <a:off x="4970009" y="3831826"/>
            <a:ext cx="3588499" cy="1946585"/>
            <a:chOff x="4970009" y="3831826"/>
            <a:chExt cx="3588499" cy="1946585"/>
          </a:xfrm>
        </p:grpSpPr>
        <p:pic>
          <p:nvPicPr>
            <p:cNvPr id="684" name="Google Shape;684;p1" title="JNL686-146F.png"/>
            <p:cNvPicPr preferRelativeResize="0"/>
            <p:nvPr/>
          </p:nvPicPr>
          <p:blipFill rotWithShape="1">
            <a:blip r:embed="rId3">
              <a:alphaModFix/>
            </a:blip>
            <a:srcRect b="0" l="19" r="19" t="0"/>
            <a:stretch/>
          </p:blipFill>
          <p:spPr>
            <a:xfrm rot="540305">
              <a:off x="7224100" y="3984578"/>
              <a:ext cx="1208040" cy="1709828"/>
            </a:xfrm>
            <a:prstGeom prst="rect">
              <a:avLst/>
            </a:prstGeom>
            <a:noFill/>
            <a:ln>
              <a:noFill/>
            </a:ln>
            <a:effectLst>
              <a:outerShdw blurRad="71438" rotWithShape="0" algn="bl" dir="5220000" dist="38100">
                <a:srgbClr val="000000">
                  <a:alpha val="20000"/>
                </a:srgbClr>
              </a:outerShdw>
            </a:effectLst>
          </p:spPr>
        </p:pic>
        <p:pic>
          <p:nvPicPr>
            <p:cNvPr id="685" name="Google Shape;685;p1" title="JNL686-145F.png"/>
            <p:cNvPicPr preferRelativeResize="0"/>
            <p:nvPr/>
          </p:nvPicPr>
          <p:blipFill rotWithShape="1">
            <a:blip r:embed="rId4">
              <a:alphaModFix/>
            </a:blip>
            <a:srcRect b="0" l="79" r="79" t="0"/>
            <a:stretch/>
          </p:blipFill>
          <p:spPr>
            <a:xfrm rot="-4">
              <a:off x="6175535" y="3831827"/>
              <a:ext cx="1208038" cy="1709829"/>
            </a:xfrm>
            <a:prstGeom prst="rect">
              <a:avLst/>
            </a:prstGeom>
            <a:noFill/>
            <a:ln>
              <a:noFill/>
            </a:ln>
            <a:effectLst>
              <a:outerShdw blurRad="71438" rotWithShape="0" algn="bl" dir="5220000" dist="38100">
                <a:srgbClr val="000000">
                  <a:alpha val="20000"/>
                </a:srgbClr>
              </a:outerShdw>
            </a:effectLst>
          </p:spPr>
        </p:pic>
        <p:pic>
          <p:nvPicPr>
            <p:cNvPr id="686" name="Google Shape;686;p1" title="JNL686-74F.png"/>
            <p:cNvPicPr preferRelativeResize="0"/>
            <p:nvPr/>
          </p:nvPicPr>
          <p:blipFill rotWithShape="1">
            <a:blip r:embed="rId5">
              <a:alphaModFix/>
            </a:blip>
            <a:srcRect b="0" l="19" r="19" t="0"/>
            <a:stretch/>
          </p:blipFill>
          <p:spPr>
            <a:xfrm rot="-437250">
              <a:off x="5073574" y="3994383"/>
              <a:ext cx="1208038" cy="1709829"/>
            </a:xfrm>
            <a:prstGeom prst="rect">
              <a:avLst/>
            </a:prstGeom>
            <a:noFill/>
            <a:ln>
              <a:noFill/>
            </a:ln>
            <a:effectLst>
              <a:outerShdw blurRad="71438" rotWithShape="0" algn="bl" dir="5220000" dist="38100">
                <a:srgbClr val="000000">
                  <a:alpha val="20000"/>
                </a:srgbClr>
              </a:outerShdw>
            </a:effectLst>
          </p:spPr>
        </p:pic>
      </p:grpSp>
      <p:graphicFrame>
        <p:nvGraphicFramePr>
          <p:cNvPr id="687" name="Google Shape;687;p1"/>
          <p:cNvGraphicFramePr/>
          <p:nvPr/>
        </p:nvGraphicFramePr>
        <p:xfrm>
          <a:off x="4844200" y="1646527"/>
          <a:ext cx="3000000" cy="3000000"/>
        </p:xfrm>
        <a:graphic>
          <a:graphicData uri="http://schemas.openxmlformats.org/drawingml/2006/table">
            <a:tbl>
              <a:tblPr bandRow="1" firstRow="1">
                <a:noFill/>
                <a:tableStyleId>{133EB1E5-35C7-4868-A4CA-7B20D19358C4}</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xml:space="preserv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 xml:space="preserve">/oo/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 xml:space="preserve">/y-oo/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 xml:space="preserve">/u/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/ur/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ir/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latin typeface="Jost"/>
                          <a:ea typeface="Jost"/>
                          <a:cs typeface="Jost"/>
                          <a:sym typeface="Jost"/>
                        </a:rPr>
                        <a:t>/e</a:t>
                      </a:r>
                      <a:r>
                        <a:rPr lang="en-US" sz="1350">
                          <a:latin typeface="Poppins"/>
                          <a:ea typeface="Poppins"/>
                          <a:cs typeface="Poppins"/>
                          <a:sym typeface="Poppins"/>
                        </a:rPr>
                        <a:t>a</a:t>
                      </a:r>
                      <a:r>
                        <a:rPr lang="en-US" sz="1600">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2bee4f4af4b_0_204" title="JNL693-63F.png"/>
          <p:cNvPicPr preferRelativeResize="0"/>
          <p:nvPr/>
        </p:nvPicPr>
        <p:blipFill rotWithShape="1">
          <a:blip r:embed="rId3">
            <a:alphaModFix/>
          </a:blip>
          <a:srcRect b="99" l="0" r="0" t="109"/>
          <a:stretch/>
        </p:blipFill>
        <p:spPr>
          <a:xfrm>
            <a:off x="845550" y="4364250"/>
            <a:ext cx="1177926" cy="588950"/>
          </a:xfrm>
          <a:prstGeom prst="rect">
            <a:avLst/>
          </a:prstGeom>
          <a:noFill/>
          <a:ln>
            <a:noFill/>
          </a:ln>
          <a:effectLst>
            <a:outerShdw blurRad="57150" rotWithShape="0" algn="bl" dir="5400000" dist="19050">
              <a:srgbClr val="BFBFBF"/>
            </a:outerShdw>
          </a:effectLst>
        </p:spPr>
      </p:pic>
      <p:sp>
        <p:nvSpPr>
          <p:cNvPr id="694" name="Google Shape;694;g2bee4f4af4b_0_204"/>
          <p:cNvSpPr txBox="1"/>
          <p:nvPr/>
        </p:nvSpPr>
        <p:spPr>
          <a:xfrm>
            <a:off x="1034404"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JNL693</a:t>
            </a:r>
            <a:endParaRPr b="0" i="0" sz="1000" u="none" cap="none" strike="noStrike">
              <a:solidFill>
                <a:srgbClr val="000000"/>
              </a:solidFill>
              <a:latin typeface="Poppins"/>
              <a:ea typeface="Poppins"/>
              <a:cs typeface="Poppins"/>
              <a:sym typeface="Poppins"/>
            </a:endParaRPr>
          </a:p>
        </p:txBody>
      </p:sp>
      <p:sp>
        <p:nvSpPr>
          <p:cNvPr id="695" name="Google Shape;695;g2bee4f4af4b_0_204"/>
          <p:cNvSpPr txBox="1"/>
          <p:nvPr/>
        </p:nvSpPr>
        <p:spPr>
          <a:xfrm>
            <a:off x="827104"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Homophone Cards</a:t>
            </a:r>
            <a:endParaRPr b="0" i="0" sz="1400" u="none" cap="none" strike="noStrike">
              <a:solidFill>
                <a:srgbClr val="000000"/>
              </a:solidFill>
              <a:latin typeface="Poppins Medium"/>
              <a:ea typeface="Poppins Medium"/>
              <a:cs typeface="Poppins Medium"/>
              <a:sym typeface="Poppins Medium"/>
            </a:endParaRPr>
          </a:p>
        </p:txBody>
      </p:sp>
      <p:sp>
        <p:nvSpPr>
          <p:cNvPr id="696" name="Google Shape;696;g2bee4f4af4b_0_204"/>
          <p:cNvSpPr txBox="1"/>
          <p:nvPr>
            <p:ph idx="1" type="body"/>
          </p:nvPr>
        </p:nvSpPr>
        <p:spPr>
          <a:xfrm>
            <a:off x="3298550" y="1032250"/>
            <a:ext cx="4850100" cy="8529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1000"/>
              </a:spcBef>
              <a:spcAft>
                <a:spcPts val="0"/>
              </a:spcAft>
              <a:buSzPts val="1600"/>
              <a:buChar char="•"/>
            </a:pPr>
            <a:r>
              <a:rPr lang="en-US"/>
              <a:t xml:space="preserve">Learn and </a:t>
            </a:r>
            <a:r>
              <a:rPr lang="en-US"/>
              <a:t>practise</a:t>
            </a:r>
            <a:r>
              <a:rPr lang="en-US"/>
              <a:t xml:space="preserve"> </a:t>
            </a:r>
            <a:r>
              <a:rPr lang="en-US">
                <a:solidFill>
                  <a:srgbClr val="8DC63F"/>
                </a:solidFill>
              </a:rPr>
              <a:t xml:space="preserve">/ear/ </a:t>
            </a:r>
            <a:r>
              <a:rPr lang="en-US"/>
              <a:t xml:space="preserve">sound family spelling patterns, including homophones and </a:t>
            </a:r>
            <a:r>
              <a:rPr lang="en-US"/>
              <a:t>Common Exception Word</a:t>
            </a:r>
            <a:r>
              <a:rPr lang="en-US"/>
              <a:t>s.</a:t>
            </a:r>
            <a:endParaRPr/>
          </a:p>
        </p:txBody>
      </p:sp>
      <p:sp>
        <p:nvSpPr>
          <p:cNvPr id="697" name="Google Shape;697;g2bee4f4af4b_0_204"/>
          <p:cNvSpPr txBox="1"/>
          <p:nvPr>
            <p:ph idx="2" type="body"/>
          </p:nvPr>
        </p:nvSpPr>
        <p:spPr>
          <a:xfrm>
            <a:off x="3298550" y="22358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1000"/>
              </a:spcBef>
              <a:spcAft>
                <a:spcPts val="0"/>
              </a:spcAft>
              <a:buSzPts val="1600"/>
              <a:buChar char="•"/>
            </a:pPr>
            <a:r>
              <a:rPr lang="en-US"/>
              <a:t>Recall all GPCs learned so far using flashcards.</a:t>
            </a:r>
            <a:endParaRPr/>
          </a:p>
        </p:txBody>
      </p:sp>
      <p:sp>
        <p:nvSpPr>
          <p:cNvPr id="698" name="Google Shape;698;g2bee4f4af4b_0_204"/>
          <p:cNvSpPr txBox="1"/>
          <p:nvPr/>
        </p:nvSpPr>
        <p:spPr>
          <a:xfrm>
            <a:off x="2306383"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99" name="Google Shape;699;g2bee4f4af4b_0_204"/>
          <p:cNvSpPr txBox="1"/>
          <p:nvPr/>
        </p:nvSpPr>
        <p:spPr>
          <a:xfrm>
            <a:off x="2099083"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700" name="Google Shape;700;g2bee4f4af4b_0_204" title="JNL686-74F.png"/>
          <p:cNvPicPr preferRelativeResize="0"/>
          <p:nvPr/>
        </p:nvPicPr>
        <p:blipFill rotWithShape="1">
          <a:blip r:embed="rId4">
            <a:alphaModFix/>
          </a:blip>
          <a:srcRect b="0" l="19" r="19" t="0"/>
          <a:stretch/>
        </p:blipFill>
        <p:spPr>
          <a:xfrm>
            <a:off x="2319758" y="4101860"/>
            <a:ext cx="786850" cy="1113688"/>
          </a:xfrm>
          <a:prstGeom prst="rect">
            <a:avLst/>
          </a:prstGeom>
          <a:noFill/>
          <a:ln>
            <a:noFill/>
          </a:ln>
          <a:effectLst>
            <a:outerShdw blurRad="71438" rotWithShape="0" algn="bl" dir="5220000" dist="19050">
              <a:srgbClr val="D8D8D8"/>
            </a:outerShdw>
          </a:effectLst>
        </p:spPr>
      </p:pic>
      <p:sp>
        <p:nvSpPr>
          <p:cNvPr id="701" name="Google Shape;701;g2bee4f4af4b_0_204"/>
          <p:cNvSpPr txBox="1"/>
          <p:nvPr/>
        </p:nvSpPr>
        <p:spPr>
          <a:xfrm>
            <a:off x="346303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702" name="Google Shape;702;g2bee4f4af4b_0_204"/>
          <p:cNvSpPr txBox="1"/>
          <p:nvPr/>
        </p:nvSpPr>
        <p:spPr>
          <a:xfrm>
            <a:off x="325573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703" name="Google Shape;703;g2bee4f4af4b_0_204" title="JNL689-46F.png"/>
          <p:cNvPicPr preferRelativeResize="0"/>
          <p:nvPr/>
        </p:nvPicPr>
        <p:blipFill rotWithShape="1">
          <a:blip r:embed="rId5">
            <a:alphaModFix/>
          </a:blip>
          <a:srcRect b="0" l="89" r="79" t="0"/>
          <a:stretch/>
        </p:blipFill>
        <p:spPr>
          <a:xfrm>
            <a:off x="3463036" y="4169988"/>
            <a:ext cx="813600" cy="977432"/>
          </a:xfrm>
          <a:prstGeom prst="rect">
            <a:avLst/>
          </a:prstGeom>
          <a:noFill/>
          <a:ln>
            <a:noFill/>
          </a:ln>
          <a:effectLst>
            <a:outerShdw blurRad="71438" rotWithShape="0" algn="bl" dir="5220000" dist="19050">
              <a:srgbClr val="D8D8D8"/>
            </a:outerShdw>
          </a:effectLst>
        </p:spPr>
      </p:pic>
      <p:sp>
        <p:nvSpPr>
          <p:cNvPr id="704" name="Google Shape;704;g2bee4f4af4b_0_204"/>
          <p:cNvSpPr txBox="1"/>
          <p:nvPr/>
        </p:nvSpPr>
        <p:spPr>
          <a:xfrm>
            <a:off x="583814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705" name="Google Shape;705;g2bee4f4af4b_0_204"/>
          <p:cNvSpPr txBox="1"/>
          <p:nvPr/>
        </p:nvSpPr>
        <p:spPr>
          <a:xfrm>
            <a:off x="5558725" y="5256525"/>
            <a:ext cx="1372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b="0" i="0" lang="en-US" sz="900" u="none" cap="none" strike="noStrike">
                <a:solidFill>
                  <a:srgbClr val="757070"/>
                </a:solidFill>
                <a:latin typeface="Poppins Medium"/>
                <a:ea typeface="Poppins Medium"/>
                <a:cs typeface="Poppins Medium"/>
                <a:sym typeface="Poppins Medium"/>
              </a:rPr>
              <a:t>s</a:t>
            </a:r>
            <a:endParaRPr b="0" i="0" sz="1400" u="none" cap="none" strike="noStrike">
              <a:solidFill>
                <a:srgbClr val="000000"/>
              </a:solidFill>
              <a:latin typeface="Poppins Medium"/>
              <a:ea typeface="Poppins Medium"/>
              <a:cs typeface="Poppins Medium"/>
              <a:sym typeface="Poppins Medium"/>
            </a:endParaRPr>
          </a:p>
        </p:txBody>
      </p:sp>
      <p:pic>
        <p:nvPicPr>
          <p:cNvPr id="706" name="Google Shape;706;g2bee4f4af4b_0_204" title="JNL687-28F.png"/>
          <p:cNvPicPr preferRelativeResize="0"/>
          <p:nvPr/>
        </p:nvPicPr>
        <p:blipFill rotWithShape="1">
          <a:blip r:embed="rId6">
            <a:alphaModFix/>
          </a:blip>
          <a:srcRect b="79" l="0" r="0" t="89"/>
          <a:stretch/>
        </p:blipFill>
        <p:spPr>
          <a:xfrm>
            <a:off x="5778959" y="4326104"/>
            <a:ext cx="931974" cy="665199"/>
          </a:xfrm>
          <a:prstGeom prst="rect">
            <a:avLst/>
          </a:prstGeom>
          <a:noFill/>
          <a:ln>
            <a:noFill/>
          </a:ln>
          <a:effectLst>
            <a:outerShdw blurRad="71438" rotWithShape="0" algn="bl" dir="5220000" dist="19050">
              <a:srgbClr val="D8D8D8"/>
            </a:outerShdw>
          </a:effectLst>
        </p:spPr>
      </p:pic>
      <p:sp>
        <p:nvSpPr>
          <p:cNvPr id="707" name="Google Shape;707;g2bee4f4af4b_0_204"/>
          <p:cNvSpPr txBox="1"/>
          <p:nvPr/>
        </p:nvSpPr>
        <p:spPr>
          <a:xfrm>
            <a:off x="465059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JNL692</a:t>
            </a:r>
            <a:endParaRPr b="0" i="0" sz="1000" u="none" cap="none" strike="noStrike">
              <a:solidFill>
                <a:srgbClr val="000000"/>
              </a:solidFill>
              <a:latin typeface="Poppins"/>
              <a:ea typeface="Poppins"/>
              <a:cs typeface="Poppins"/>
              <a:sym typeface="Poppins"/>
            </a:endParaRPr>
          </a:p>
        </p:txBody>
      </p:sp>
      <p:sp>
        <p:nvSpPr>
          <p:cNvPr id="708" name="Google Shape;708;g2bee4f4af4b_0_204"/>
          <p:cNvSpPr txBox="1"/>
          <p:nvPr/>
        </p:nvSpPr>
        <p:spPr>
          <a:xfrm>
            <a:off x="4535991" y="5256529"/>
            <a:ext cx="10428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Alien Words</a:t>
            </a:r>
            <a:endParaRPr b="0" i="0" sz="1400" u="none" cap="none" strike="noStrike">
              <a:solidFill>
                <a:srgbClr val="000000"/>
              </a:solidFill>
              <a:latin typeface="Poppins Medium"/>
              <a:ea typeface="Poppins Medium"/>
              <a:cs typeface="Poppins Medium"/>
              <a:sym typeface="Poppins Medium"/>
            </a:endParaRPr>
          </a:p>
        </p:txBody>
      </p:sp>
      <p:pic>
        <p:nvPicPr>
          <p:cNvPr id="709" name="Google Shape;709;g2bee4f4af4b_0_204" title="JNL692-160F.png"/>
          <p:cNvPicPr preferRelativeResize="0"/>
          <p:nvPr/>
        </p:nvPicPr>
        <p:blipFill rotWithShape="1">
          <a:blip r:embed="rId7">
            <a:alphaModFix/>
          </a:blip>
          <a:srcRect b="0" l="0" r="0" t="0"/>
          <a:stretch/>
        </p:blipFill>
        <p:spPr>
          <a:xfrm>
            <a:off x="4750129" y="4232253"/>
            <a:ext cx="614525" cy="852902"/>
          </a:xfrm>
          <a:prstGeom prst="rect">
            <a:avLst/>
          </a:prstGeom>
          <a:noFill/>
          <a:ln>
            <a:noFill/>
          </a:ln>
          <a:effectLst>
            <a:outerShdw blurRad="71438" rotWithShape="0" algn="bl" dir="5220000" dist="19050">
              <a:srgbClr val="D8D8D8"/>
            </a:outerShdw>
          </a:effectLst>
        </p:spPr>
      </p:pic>
      <p:sp>
        <p:nvSpPr>
          <p:cNvPr id="710" name="Google Shape;710;g2bee4f4af4b_0_204">
            <a:hlinkClick action="ppaction://hlinksldjump" r:id="rId8"/>
          </p:cNvPr>
          <p:cNvSpPr/>
          <p:nvPr/>
        </p:nvSpPr>
        <p:spPr>
          <a:xfrm>
            <a:off x="2222707"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1" name="Google Shape;711;g2bee4f4af4b_0_204">
            <a:hlinkClick action="ppaction://hlinksldjump" r:id="rId9"/>
          </p:cNvPr>
          <p:cNvSpPr/>
          <p:nvPr/>
        </p:nvSpPr>
        <p:spPr>
          <a:xfrm>
            <a:off x="325573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2" name="Google Shape;712;g2bee4f4af4b_0_204">
            <a:hlinkClick action="ppaction://hlinksldjump" r:id="rId10"/>
          </p:cNvPr>
          <p:cNvSpPr/>
          <p:nvPr/>
        </p:nvSpPr>
        <p:spPr>
          <a:xfrm>
            <a:off x="4535993" y="4127750"/>
            <a:ext cx="10428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3" name="Google Shape;713;g2bee4f4af4b_0_204">
            <a:hlinkClick action="ppaction://hlinksldjump" r:id="rId11"/>
          </p:cNvPr>
          <p:cNvSpPr/>
          <p:nvPr/>
        </p:nvSpPr>
        <p:spPr>
          <a:xfrm>
            <a:off x="563083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4" name="Google Shape;714;g2bee4f4af4b_0_204">
            <a:hlinkClick action="ppaction://hlinksldjump" r:id="rId12"/>
          </p:cNvPr>
          <p:cNvSpPr/>
          <p:nvPr/>
        </p:nvSpPr>
        <p:spPr>
          <a:xfrm>
            <a:off x="943047"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g34153ad8082_0_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721" name="Google Shape;721;g34153ad8082_0_0"/>
          <p:cNvGrpSpPr/>
          <p:nvPr/>
        </p:nvGrpSpPr>
        <p:grpSpPr>
          <a:xfrm>
            <a:off x="930400" y="2053244"/>
            <a:ext cx="7283200" cy="3724851"/>
            <a:chOff x="930400" y="2129444"/>
            <a:chExt cx="7283200" cy="3724851"/>
          </a:xfrm>
        </p:grpSpPr>
        <p:pic>
          <p:nvPicPr>
            <p:cNvPr id="722" name="Google Shape;722;g34153ad8082_0_0"/>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723" name="Google Shape;723;g34153ad8082_0_0"/>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724" name="Google Shape;724;g34153ad8082_0_0"/>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725" name="Google Shape;725;g34153ad8082_0_0"/>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726" name="Google Shape;726;g34153ad8082_0_0"/>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727" name="Google Shape;727;g34153ad8082_0_0"/>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728" name="Google Shape;728;g34153ad8082_0_0"/>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729" name="Google Shape;729;g34153ad8082_0_0"/>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730" name="Google Shape;730;g34153ad8082_0_0"/>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731" name="Google Shape;731;g34153ad8082_0_0"/>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732" name="Google Shape;732;g34153ad8082_0_0"/>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733" name="Google Shape;733;g34153ad8082_0_0"/>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734" name="Google Shape;734;g34153ad8082_0_0"/>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735" name="Google Shape;735;g34153ad8082_0_0"/>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736" name="Google Shape;736;g34153ad8082_0_0"/>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737" name="Google Shape;737;g34153ad8082_0_0"/>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738" name="Google Shape;738;g34153ad8082_0_0"/>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39" name="Google Shape;739;g34153ad8082_0_0"/>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40" name="Google Shape;740;g34153ad8082_0_0"/>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41" name="Google Shape;741;g34153ad8082_0_0"/>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42" name="Google Shape;742;g34153ad8082_0_0"/>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43" name="Google Shape;743;g34153ad8082_0_0"/>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44" name="Google Shape;744;g34153ad8082_0_0"/>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4153ad8082_0_29"/>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34153ad8082_0_29"/>
          <p:cNvGrpSpPr/>
          <p:nvPr/>
        </p:nvGrpSpPr>
        <p:grpSpPr>
          <a:xfrm>
            <a:off x="930400" y="2053250"/>
            <a:ext cx="7283201" cy="2971674"/>
            <a:chOff x="930400" y="2129450"/>
            <a:chExt cx="7283201" cy="2971674"/>
          </a:xfrm>
        </p:grpSpPr>
        <p:pic>
          <p:nvPicPr>
            <p:cNvPr id="752" name="Google Shape;752;g34153ad8082_0_29"/>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53" name="Google Shape;753;g34153ad8082_0_29"/>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54" name="Google Shape;754;g34153ad8082_0_29"/>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55" name="Google Shape;755;g34153ad8082_0_29"/>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56" name="Google Shape;756;g34153ad8082_0_29"/>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57" name="Google Shape;757;g34153ad8082_0_29"/>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58" name="Google Shape;758;g34153ad8082_0_29"/>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59" name="Google Shape;759;g34153ad8082_0_29"/>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60" name="Google Shape;760;g34153ad8082_0_29"/>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61" name="Google Shape;761;g34153ad8082_0_29"/>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62" name="Google Shape;762;g34153ad8082_0_29"/>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63" name="Google Shape;763;g34153ad8082_0_29"/>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64" name="Google Shape;764;g34153ad8082_0_29"/>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65" name="Google Shape;765;g34153ad8082_0_29"/>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66" name="Google Shape;766;g34153ad8082_0_29"/>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67" name="Google Shape;767;g34153ad8082_0_29"/>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68" name="Google Shape;768;g34153ad8082_0_29"/>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69" name="Google Shape;769;g34153ad8082_0_29"/>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70" name="Google Shape;770;g34153ad8082_0_29"/>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71" name="Google Shape;771;g34153ad8082_0_29"/>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72" name="Google Shape;772;g34153ad8082_0_29"/>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73" name="Google Shape;773;g34153ad8082_0_29"/>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4153ad8082_0_29"/>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75" name="Google Shape;775;g34153ad8082_0_29"/>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76" name="Google Shape;776;g34153ad8082_0_29"/>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77" name="Google Shape;777;g34153ad8082_0_29"/>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78" name="Google Shape;778;g34153ad8082_0_29"/>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79" name="Google Shape;779;g34153ad8082_0_29"/>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80" name="Google Shape;780;g34153ad8082_0_29"/>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g34153ad8082_0_6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7" name="Google Shape;787;g34153ad8082_0_64"/>
          <p:cNvGrpSpPr/>
          <p:nvPr/>
        </p:nvGrpSpPr>
        <p:grpSpPr>
          <a:xfrm>
            <a:off x="930400" y="2053250"/>
            <a:ext cx="7283201" cy="2971674"/>
            <a:chOff x="930400" y="2053250"/>
            <a:chExt cx="7283201" cy="2971674"/>
          </a:xfrm>
        </p:grpSpPr>
        <p:pic>
          <p:nvPicPr>
            <p:cNvPr id="788" name="Google Shape;788;g34153ad8082_0_64"/>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89" name="Google Shape;789;g34153ad8082_0_64"/>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90" name="Google Shape;790;g34153ad8082_0_64"/>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91" name="Google Shape;791;g34153ad8082_0_64"/>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92" name="Google Shape;792;g34153ad8082_0_64"/>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93" name="Google Shape;793;g34153ad8082_0_64"/>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94" name="Google Shape;794;g34153ad8082_0_64"/>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95" name="Google Shape;795;g34153ad8082_0_64"/>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96" name="Google Shape;796;g34153ad8082_0_64"/>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97" name="Google Shape;797;g34153ad8082_0_64"/>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98" name="Google Shape;798;g34153ad8082_0_64"/>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99" name="Google Shape;799;g34153ad8082_0_64"/>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800" name="Google Shape;800;g34153ad8082_0_64"/>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01" name="Google Shape;801;g34153ad8082_0_64"/>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02" name="Google Shape;802;g34153ad8082_0_64"/>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03" name="Google Shape;803;g34153ad8082_0_64"/>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04" name="Google Shape;804;g34153ad8082_0_64"/>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805" name="Google Shape;805;g34153ad8082_0_64"/>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06" name="Google Shape;806;g34153ad8082_0_64"/>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07" name="Google Shape;807;g34153ad8082_0_64"/>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808" name="Google Shape;808;g34153ad8082_0_64"/>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809" name="Google Shape;809;g34153ad8082_0_64"/>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10" name="Google Shape;810;g34153ad8082_0_64"/>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811" name="Google Shape;811;g34153ad8082_0_64"/>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812" name="Google Shape;812;g34153ad8082_0_64"/>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813" name="Google Shape;813;g34153ad8082_0_64"/>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14" name="Google Shape;814;g34153ad8082_0_64"/>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815" name="Google Shape;815;g34153ad8082_0_64"/>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816" name="Google Shape;816;g34153ad8082_0_64"/>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817" name="Google Shape;817;g34153ad8082_0_64"/>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18" name="Google Shape;818;g34153ad8082_0_64"/>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19" name="Google Shape;819;g34153ad8082_0_64"/>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820" name="Google Shape;820;g34153ad8082_0_64"/>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821" name="Google Shape;821;g34153ad8082_0_64"/>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822" name="Google Shape;822;g34153ad8082_0_64"/>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823" name="Google Shape;823;g34153ad8082_0_64"/>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824" name="Google Shape;824;g34153ad8082_0_64"/>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825" name="Google Shape;825;g34153ad8082_0_64"/>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826" name="Google Shape;826;g34153ad8082_0_64"/>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827" name="Google Shape;827;g34153ad8082_0_64"/>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828" name="Google Shape;828;g34153ad8082_0_64"/>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g34153ad8082_0_11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35" name="Google Shape;835;g34153ad8082_0_111"/>
          <p:cNvGrpSpPr/>
          <p:nvPr/>
        </p:nvGrpSpPr>
        <p:grpSpPr>
          <a:xfrm>
            <a:off x="855905" y="2053250"/>
            <a:ext cx="7272577" cy="3316697"/>
            <a:chOff x="855905" y="2053250"/>
            <a:chExt cx="7272577" cy="3316697"/>
          </a:xfrm>
        </p:grpSpPr>
        <p:pic>
          <p:nvPicPr>
            <p:cNvPr id="836" name="Google Shape;836;g34153ad8082_0_111"/>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837" name="Google Shape;837;g34153ad8082_0_111"/>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838" name="Google Shape;838;g34153ad8082_0_111"/>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39" name="Google Shape;839;g34153ad8082_0_111"/>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40" name="Google Shape;840;g34153ad8082_0_111"/>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41" name="Google Shape;841;g34153ad8082_0_111"/>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42" name="Google Shape;842;g34153ad8082_0_111"/>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43" name="Google Shape;843;g34153ad8082_0_111"/>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44" name="Google Shape;844;g34153ad8082_0_111"/>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45" name="Google Shape;845;g34153ad8082_0_111"/>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46" name="Google Shape;846;g34153ad8082_0_111"/>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47" name="Google Shape;847;g34153ad8082_0_111"/>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48" name="Google Shape;848;g34153ad8082_0_111"/>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49" name="Google Shape;849;g34153ad8082_0_111"/>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50" name="Google Shape;850;g34153ad8082_0_111"/>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51" name="Google Shape;851;g34153ad8082_0_111"/>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52" name="Google Shape;852;g34153ad8082_0_111"/>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53" name="Google Shape;853;g34153ad8082_0_111"/>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54" name="Google Shape;854;g34153ad8082_0_111"/>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55" name="Google Shape;855;g34153ad8082_0_111"/>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56" name="Google Shape;856;g34153ad8082_0_111"/>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57" name="Google Shape;857;g34153ad8082_0_111"/>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58" name="Google Shape;858;g34153ad8082_0_111"/>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59" name="Google Shape;859;g34153ad8082_0_111"/>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60" name="Google Shape;860;g34153ad8082_0_111"/>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61" name="Google Shape;861;g34153ad8082_0_111"/>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62" name="Google Shape;862;g34153ad8082_0_111"/>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63" name="Google Shape;863;g34153ad8082_0_111"/>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64" name="Google Shape;864;g34153ad8082_0_111"/>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65" name="Google Shape;865;g34153ad8082_0_111"/>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66" name="Google Shape;866;g34153ad8082_0_111"/>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67" name="Google Shape;867;g34153ad8082_0_111"/>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68" name="Google Shape;868;g34153ad8082_0_111"/>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69" name="Google Shape;869;g34153ad8082_0_111"/>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70" name="Google Shape;870;g34153ad8082_0_111"/>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71" name="Google Shape;871;g34153ad8082_0_111"/>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72" name="Google Shape;872;g34153ad8082_0_111"/>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73" name="Google Shape;873;g34153ad8082_0_111"/>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74" name="Google Shape;874;g34153ad8082_0_111"/>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75" name="Google Shape;875;g34153ad8082_0_111"/>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76" name="Google Shape;876;g34153ad8082_0_111"/>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77" name="Google Shape;877;g34153ad8082_0_111"/>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pic>
          <p:nvPicPr>
            <p:cNvPr id="878" name="Google Shape;878;g34153ad8082_0_111"/>
            <p:cNvPicPr preferRelativeResize="0"/>
            <p:nvPr/>
          </p:nvPicPr>
          <p:blipFill rotWithShape="1">
            <a:blip r:embed="rId45">
              <a:alphaModFix/>
            </a:blip>
            <a:srcRect b="0" l="79" r="79" t="0"/>
            <a:stretch/>
          </p:blipFill>
          <p:spPr>
            <a:xfrm>
              <a:off x="4525363" y="4598412"/>
              <a:ext cx="545045" cy="771487"/>
            </a:xfrm>
            <a:prstGeom prst="rect">
              <a:avLst/>
            </a:prstGeom>
            <a:noFill/>
            <a:ln>
              <a:noFill/>
            </a:ln>
            <a:effectLst>
              <a:outerShdw blurRad="71438" rotWithShape="0" algn="bl" dir="5400000" dist="28575">
                <a:srgbClr val="000000">
                  <a:alpha val="14900"/>
                </a:srgbClr>
              </a:outerShdw>
            </a:effectLst>
          </p:spPr>
        </p:pic>
        <p:pic>
          <p:nvPicPr>
            <p:cNvPr id="879" name="Google Shape;879;g34153ad8082_0_111"/>
            <p:cNvPicPr preferRelativeResize="0"/>
            <p:nvPr/>
          </p:nvPicPr>
          <p:blipFill rotWithShape="1">
            <a:blip r:embed="rId46">
              <a:alphaModFix/>
            </a:blip>
            <a:srcRect b="0" l="79" r="79" t="0"/>
            <a:stretch/>
          </p:blipFill>
          <p:spPr>
            <a:xfrm>
              <a:off x="5136975" y="4598412"/>
              <a:ext cx="545045" cy="771487"/>
            </a:xfrm>
            <a:prstGeom prst="rect">
              <a:avLst/>
            </a:prstGeom>
            <a:noFill/>
            <a:ln>
              <a:noFill/>
            </a:ln>
            <a:effectLst>
              <a:outerShdw blurRad="71438" rotWithShape="0" algn="bl" dir="5400000" dist="28575">
                <a:srgbClr val="000000">
                  <a:alpha val="14900"/>
                </a:srgbClr>
              </a:outerShdw>
            </a:effectLst>
          </p:spPr>
        </p:pic>
        <p:pic>
          <p:nvPicPr>
            <p:cNvPr id="880" name="Google Shape;880;g34153ad8082_0_111"/>
            <p:cNvPicPr preferRelativeResize="0"/>
            <p:nvPr/>
          </p:nvPicPr>
          <p:blipFill rotWithShape="1">
            <a:blip r:embed="rId47">
              <a:alphaModFix/>
            </a:blip>
            <a:srcRect b="0" l="19" r="29" t="0"/>
            <a:stretch/>
          </p:blipFill>
          <p:spPr>
            <a:xfrm>
              <a:off x="5748586"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4153ad8082_0_16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2 Common Exception Words </a:t>
            </a:r>
            <a:br>
              <a:rPr lang="en-US"/>
            </a:br>
            <a:r>
              <a:rPr lang="en-US">
                <a:solidFill>
                  <a:srgbClr val="2356AF"/>
                </a:solidFill>
              </a:rPr>
              <a:t>as I is no go to into the put his has of pull full</a:t>
            </a:r>
            <a:r>
              <a:rPr lang="en-US"/>
              <a:t>.</a:t>
            </a:r>
            <a:endParaRPr/>
          </a:p>
        </p:txBody>
      </p:sp>
      <p:grpSp>
        <p:nvGrpSpPr>
          <p:cNvPr id="887" name="Google Shape;887;g34153ad8082_0_162"/>
          <p:cNvGrpSpPr/>
          <p:nvPr/>
        </p:nvGrpSpPr>
        <p:grpSpPr>
          <a:xfrm>
            <a:off x="865957" y="2135925"/>
            <a:ext cx="7282807" cy="2686611"/>
            <a:chOff x="867357" y="2129450"/>
            <a:chExt cx="7282807" cy="2686611"/>
          </a:xfrm>
        </p:grpSpPr>
        <p:pic>
          <p:nvPicPr>
            <p:cNvPr id="888" name="Google Shape;888;g34153ad8082_0_162"/>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9" name="Google Shape;889;g34153ad8082_0_162"/>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90" name="Google Shape;890;g34153ad8082_0_162"/>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91" name="Google Shape;891;g34153ad8082_0_162"/>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92" name="Google Shape;892;g34153ad8082_0_162"/>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93" name="Google Shape;893;g34153ad8082_0_162"/>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94" name="Google Shape;894;g34153ad8082_0_162"/>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95" name="Google Shape;895;g34153ad8082_0_162"/>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96" name="Google Shape;896;g34153ad8082_0_162"/>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97" name="Google Shape;897;g34153ad8082_0_162"/>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8" name="Google Shape;898;g34153ad8082_0_162"/>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99" name="Google Shape;899;g34153ad8082_0_162"/>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900" name="Google Shape;900;g34153ad8082_0_162"/>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901" name="Google Shape;901;g34153ad8082_0_162"/>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4153ad8082_0_18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3 Common Exception Words </a:t>
            </a:r>
            <a:r>
              <a:rPr lang="en-US">
                <a:solidFill>
                  <a:srgbClr val="2356AF"/>
                </a:solidFill>
              </a:rPr>
              <a:t>push they me we be he she my by looked you are there here were all sure</a:t>
            </a:r>
            <a:r>
              <a:rPr lang="en-US"/>
              <a:t>.</a:t>
            </a:r>
            <a:endParaRPr/>
          </a:p>
        </p:txBody>
      </p:sp>
      <p:grpSp>
        <p:nvGrpSpPr>
          <p:cNvPr id="908" name="Google Shape;908;g34153ad8082_0_182"/>
          <p:cNvGrpSpPr/>
          <p:nvPr/>
        </p:nvGrpSpPr>
        <p:grpSpPr>
          <a:xfrm>
            <a:off x="866900" y="2112842"/>
            <a:ext cx="7281864" cy="2684601"/>
            <a:chOff x="868300" y="2129450"/>
            <a:chExt cx="7281864" cy="2684601"/>
          </a:xfrm>
        </p:grpSpPr>
        <p:pic>
          <p:nvPicPr>
            <p:cNvPr id="909" name="Google Shape;909;g34153ad8082_0_182"/>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910" name="Google Shape;910;g34153ad8082_0_182"/>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911" name="Google Shape;911;g34153ad8082_0_182"/>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912" name="Google Shape;912;g34153ad8082_0_182"/>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913" name="Google Shape;913;g34153ad8082_0_182"/>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914" name="Google Shape;914;g34153ad8082_0_182"/>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915" name="Google Shape;915;g34153ad8082_0_182"/>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916" name="Google Shape;916;g34153ad8082_0_182"/>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917" name="Google Shape;917;g34153ad8082_0_182"/>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918" name="Google Shape;918;g34153ad8082_0_182"/>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919" name="Google Shape;919;g34153ad8082_0_182"/>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920" name="Google Shape;920;g34153ad8082_0_182"/>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921" name="Google Shape;921;g34153ad8082_0_182"/>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922" name="Google Shape;922;g34153ad8082_0_182"/>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923" name="Google Shape;923;g34153ad8082_0_182"/>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924" name="Google Shape;924;g34153ad8082_0_182"/>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925" name="Google Shape;925;g34153ad8082_0_182"/>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926" name="Google Shape;926;g34153ad8082_0_182"/>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927" name="Google Shape;927;g34153ad8082_0_182"/>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928" name="Google Shape;928;g34153ad8082_0_182"/>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929" name="Google Shape;929;g34153ad8082_0_182"/>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930" name="Google Shape;930;g34153ad8082_0_182"/>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931" name="Google Shape;931;g34153ad8082_0_182"/>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932" name="Google Shape;932;g34153ad8082_0_182"/>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933" name="Google Shape;933;g34153ad8082_0_182"/>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934" name="Google Shape;934;g34153ad8082_0_182"/>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935" name="Google Shape;935;g34153ad8082_0_182"/>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936" name="Google Shape;936;g34153ad8082_0_182"/>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4153ad8082_0_21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4 Common Exception Words </a:t>
            </a:r>
            <a:r>
              <a:rPr lang="en-US">
                <a:solidFill>
                  <a:srgbClr val="2356AF"/>
                </a:solidFill>
              </a:rPr>
              <a:t>said like out have some come what was so old do little one</a:t>
            </a:r>
            <a:r>
              <a:rPr lang="en-US"/>
              <a:t>.</a:t>
            </a:r>
            <a:endParaRPr/>
          </a:p>
        </p:txBody>
      </p:sp>
      <p:grpSp>
        <p:nvGrpSpPr>
          <p:cNvPr id="943" name="Google Shape;943;g34153ad8082_0_216"/>
          <p:cNvGrpSpPr/>
          <p:nvPr/>
        </p:nvGrpSpPr>
        <p:grpSpPr>
          <a:xfrm>
            <a:off x="868300" y="2129450"/>
            <a:ext cx="7281864" cy="2684601"/>
            <a:chOff x="868300" y="2053250"/>
            <a:chExt cx="7281864" cy="2684601"/>
          </a:xfrm>
        </p:grpSpPr>
        <p:pic>
          <p:nvPicPr>
            <p:cNvPr id="944" name="Google Shape;944;g34153ad8082_0_216"/>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45" name="Google Shape;945;g34153ad8082_0_216"/>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46" name="Google Shape;946;g34153ad8082_0_216"/>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47" name="Google Shape;947;g34153ad8082_0_216"/>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48" name="Google Shape;948;g34153ad8082_0_216"/>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49" name="Google Shape;949;g34153ad8082_0_216"/>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50" name="Google Shape;950;g34153ad8082_0_216"/>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51" name="Google Shape;951;g34153ad8082_0_216"/>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52" name="Google Shape;952;g34153ad8082_0_216"/>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53" name="Google Shape;953;g34153ad8082_0_216"/>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54" name="Google Shape;954;g34153ad8082_0_216"/>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55" name="Google Shape;955;g34153ad8082_0_216"/>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56" name="Google Shape;956;g34153ad8082_0_216"/>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4153ad8082_0_23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5 Common Exception Words </a:t>
            </a:r>
            <a:r>
              <a:rPr lang="en-US">
                <a:solidFill>
                  <a:srgbClr val="2356AF"/>
                </a:solidFill>
              </a:rPr>
              <a:t>today house mouse hour because Mr Mrs Ms where should could would move use</a:t>
            </a:r>
            <a:r>
              <a:rPr lang="en-US"/>
              <a:t>.</a:t>
            </a:r>
            <a:endParaRPr/>
          </a:p>
        </p:txBody>
      </p:sp>
      <p:grpSp>
        <p:nvGrpSpPr>
          <p:cNvPr id="963" name="Google Shape;963;g34153ad8082_0_235"/>
          <p:cNvGrpSpPr/>
          <p:nvPr/>
        </p:nvGrpSpPr>
        <p:grpSpPr>
          <a:xfrm>
            <a:off x="868300" y="2129450"/>
            <a:ext cx="7281864" cy="2688001"/>
            <a:chOff x="868300" y="2129450"/>
            <a:chExt cx="7281864" cy="2688001"/>
          </a:xfrm>
        </p:grpSpPr>
        <p:pic>
          <p:nvPicPr>
            <p:cNvPr id="964" name="Google Shape;964;g34153ad8082_0_235"/>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65" name="Google Shape;965;g34153ad8082_0_235"/>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66" name="Google Shape;966;g34153ad8082_0_235"/>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67" name="Google Shape;967;g34153ad8082_0_235"/>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68" name="Google Shape;968;g34153ad8082_0_235"/>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69" name="Google Shape;969;g34153ad8082_0_235"/>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70" name="Google Shape;970;g34153ad8082_0_235"/>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71" name="Google Shape;971;g34153ad8082_0_235"/>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72" name="Google Shape;972;g34153ad8082_0_235"/>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73" name="Google Shape;973;g34153ad8082_0_235"/>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74" name="Google Shape;974;g34153ad8082_0_235"/>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75" name="Google Shape;975;g34153ad8082_0_235"/>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76" name="Google Shape;976;g34153ad8082_0_235"/>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77" name="Google Shape;977;g34153ad8082_0_235"/>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41acb7998d_0_0"/>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84" name="Google Shape;984;g341acb7998d_0_0"/>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85" name="Google Shape;985;g341acb7998d_0_0"/>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86" name="Google Shape;986;g341acb7998d_0_0"/>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87" name="Google Shape;987;g341acb7998d_0_0"/>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88" name="Google Shape;988;g341acb7998d_0_0"/>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89" name="Google Shape;989;g341acb7998d_0_0"/>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90" name="Google Shape;990;g341acb7998d_0_0"/>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91" name="Google Shape;991;g341acb7998d_0_0"/>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92" name="Google Shape;992;g341acb7998d_0_0"/>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93" name="Google Shape;993;g341acb7998d_0_0"/>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94" name="Google Shape;994;g341acb7998d_0_0"/>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95" name="Google Shape;995;g341acb7998d_0_0"/>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96" name="Google Shape;996;g341acb7998d_0_0"/>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97" name="Google Shape;997;g341acb7998d_0_0"/>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98" name="Google Shape;998;g341acb7998d_0_0"/>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99" name="Google Shape;999;g341acb7998d_0_0"/>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1000" name="Google Shape;1000;g341acb7998d_0_0"/>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1001" name="Google Shape;1001;g341acb7998d_0_0"/>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1002" name="Google Shape;1002;g341acb7998d_0_0"/>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1003" name="Google Shape;1003;g341acb7998d_0_0"/>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1004" name="Google Shape;1004;g341acb7998d_0_0"/>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1005" name="Google Shape;1005;g341acb7998d_0_0"/>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1006" name="Google Shape;1006;g341acb7998d_0_0"/>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1007" name="Google Shape;1007;g341acb7998d_0_0"/>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41acb7998d_0_29"/>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1014" name="Google Shape;1014;g341acb7998d_0_29"/>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1015" name="Google Shape;1015;g341acb7998d_0_29"/>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6" name="Google Shape;1016;g341acb7998d_0_29"/>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1017" name="Google Shape;1017;g341acb7998d_0_29"/>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8" name="Google Shape;1018;g341acb7998d_0_29"/>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9" name="Google Shape;1019;g341acb7998d_0_29"/>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1020" name="Google Shape;1020;g341acb7998d_0_29"/>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1" name="Google Shape;1021;g341acb7998d_0_29"/>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2" name="Google Shape;1022;g341acb7998d_0_29"/>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3" name="Google Shape;1023;g341acb7998d_0_29"/>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1024" name="Google Shape;1024;g341acb7998d_0_29"/>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5" name="Google Shape;1025;g341acb7998d_0_29"/>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1026" name="Google Shape;1026;g341acb7998d_0_29"/>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1027" name="Google Shape;1027;g341acb7998d_0_29"/>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1028" name="Google Shape;1028;g341acb7998d_0_29"/>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1029" name="Google Shape;1029;g341acb7998d_0_29"/>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1030" name="Google Shape;1030;g341acb7998d_0_29"/>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1031" name="Google Shape;1031;g341acb7998d_0_29"/>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1032" name="Google Shape;1032;g341acb7998d_0_29"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1033" name="Google Shape;1033;g341acb7998d_0_29"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4" name="Google Shape;1034;g341acb7998d_0_29"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5" name="Google Shape;1035;g341acb7998d_0_29"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6" name="Google Shape;1036;g341acb7998d_0_29"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1037" name="Google Shape;1037;g341acb7998d_0_29"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41acb7998d_0_72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their parents</a:t>
            </a:r>
            <a:r>
              <a:rPr lang="en-US" sz="2000"/>
              <a:t>.</a:t>
            </a:r>
            <a:endParaRPr sz="2000"/>
          </a:p>
        </p:txBody>
      </p:sp>
      <p:pic>
        <p:nvPicPr>
          <p:cNvPr id="1044" name="Google Shape;1044;g341acb7998d_0_725" title="JNL687-108F.png"/>
          <p:cNvPicPr preferRelativeResize="0"/>
          <p:nvPr/>
        </p:nvPicPr>
        <p:blipFill rotWithShape="1">
          <a:blip r:embed="rId3">
            <a:alphaModFix/>
          </a:blip>
          <a:srcRect b="0" l="59" r="59" t="0"/>
          <a:stretch/>
        </p:blipFill>
        <p:spPr>
          <a:xfrm>
            <a:off x="867797" y="2125686"/>
            <a:ext cx="1147422" cy="819976"/>
          </a:xfrm>
          <a:prstGeom prst="rect">
            <a:avLst/>
          </a:prstGeom>
          <a:noFill/>
          <a:ln>
            <a:noFill/>
          </a:ln>
          <a:effectLst>
            <a:outerShdw blurRad="71438" rotWithShape="0" algn="bl" dir="5400000" dist="19050">
              <a:srgbClr val="000000">
                <a:alpha val="17650"/>
              </a:srgbClr>
            </a:outerShdw>
          </a:effectLst>
        </p:spPr>
      </p:pic>
      <p:pic>
        <p:nvPicPr>
          <p:cNvPr id="1045" name="Google Shape;1045;g341acb7998d_0_725" title="JNL687-109F.png"/>
          <p:cNvPicPr preferRelativeResize="0"/>
          <p:nvPr/>
        </p:nvPicPr>
        <p:blipFill rotWithShape="1">
          <a:blip r:embed="rId4">
            <a:alphaModFix/>
          </a:blip>
          <a:srcRect b="0" l="59" r="59"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26f40b1072c_1_28"/>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Teach Homophones within </a:t>
            </a:r>
            <a:r>
              <a:rPr lang="en-US" sz="2000">
                <a:solidFill>
                  <a:srgbClr val="8DC63F"/>
                </a:solidFill>
              </a:rPr>
              <a:t>/ear/</a:t>
            </a:r>
            <a:r>
              <a:rPr lang="en-US" sz="2000"/>
              <a:t xml:space="preserve"> family: </a:t>
            </a:r>
            <a:br>
              <a:rPr lang="en-US" sz="2000"/>
            </a:br>
            <a:r>
              <a:rPr lang="en-US" sz="2000">
                <a:solidFill>
                  <a:srgbClr val="2356AF"/>
                </a:solidFill>
              </a:rPr>
              <a:t>deer / dear, here / hear</a:t>
            </a:r>
            <a:r>
              <a:rPr lang="en-US" sz="2000"/>
              <a:t>.</a:t>
            </a:r>
            <a:endParaRPr sz="2000"/>
          </a:p>
        </p:txBody>
      </p:sp>
      <p:pic>
        <p:nvPicPr>
          <p:cNvPr id="1052" name="Google Shape;1052;g26f40b1072c_1_28" title="JNL693-63F.png"/>
          <p:cNvPicPr preferRelativeResize="0"/>
          <p:nvPr/>
        </p:nvPicPr>
        <p:blipFill rotWithShape="1">
          <a:blip r:embed="rId3">
            <a:alphaModFix/>
          </a:blip>
          <a:srcRect b="49" l="0" r="0" t="49"/>
          <a:stretch/>
        </p:blipFill>
        <p:spPr>
          <a:xfrm>
            <a:off x="903575" y="2149450"/>
            <a:ext cx="3596926" cy="1800400"/>
          </a:xfrm>
          <a:prstGeom prst="rect">
            <a:avLst/>
          </a:prstGeom>
          <a:noFill/>
          <a:ln>
            <a:noFill/>
          </a:ln>
          <a:effectLst>
            <a:outerShdw blurRad="57150" rotWithShape="0" algn="bl" dir="5400000" dist="19050">
              <a:srgbClr val="BFBFBF"/>
            </a:outerShdw>
          </a:effectLst>
        </p:spPr>
      </p:pic>
      <p:pic>
        <p:nvPicPr>
          <p:cNvPr id="1053" name="Google Shape;1053;g26f40b1072c_1_28" title="JNL693-64F.png"/>
          <p:cNvPicPr preferRelativeResize="0"/>
          <p:nvPr/>
        </p:nvPicPr>
        <p:blipFill rotWithShape="1">
          <a:blip r:embed="rId4">
            <a:alphaModFix/>
          </a:blip>
          <a:srcRect b="0" l="49" r="59" t="0"/>
          <a:stretch/>
        </p:blipFill>
        <p:spPr>
          <a:xfrm>
            <a:off x="4643499" y="2149450"/>
            <a:ext cx="3596926" cy="1800400"/>
          </a:xfrm>
          <a:prstGeom prst="rect">
            <a:avLst/>
          </a:prstGeom>
          <a:noFill/>
          <a:ln>
            <a:noFill/>
          </a:ln>
          <a:effectLst>
            <a:outerShdw blurRad="57150" rotWithShape="0" algn="bl" dir="5400000" dist="19050">
              <a:srgbClr val="BFBFBF"/>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g26f40b1072c_1_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a:t>
            </a:r>
            <a:r>
              <a:rPr lang="en-US" sz="2000"/>
              <a:t>Common Exception Word</a:t>
            </a:r>
            <a:r>
              <a:rPr lang="en-US" sz="2000"/>
              <a:t xml:space="preserve"> containing </a:t>
            </a:r>
            <a:r>
              <a:rPr lang="en-US" sz="2000">
                <a:solidFill>
                  <a:srgbClr val="8DC63F"/>
                </a:solidFill>
              </a:rPr>
              <a:t>/ear/</a:t>
            </a:r>
            <a:r>
              <a:rPr lang="en-US" sz="2000"/>
              <a:t xml:space="preserve"> sound </a:t>
            </a:r>
            <a:r>
              <a:rPr lang="en-US" sz="2000">
                <a:solidFill>
                  <a:srgbClr val="2356AF"/>
                </a:solidFill>
              </a:rPr>
              <a:t>here</a:t>
            </a:r>
            <a:r>
              <a:rPr lang="en-US" sz="2000"/>
              <a:t>.</a:t>
            </a:r>
            <a:endParaRPr sz="2000"/>
          </a:p>
        </p:txBody>
      </p:sp>
      <p:pic>
        <p:nvPicPr>
          <p:cNvPr id="1060" name="Google Shape;1060;g26f40b1072c_1_0" title="JNL687-28F.png"/>
          <p:cNvPicPr preferRelativeResize="0"/>
          <p:nvPr/>
        </p:nvPicPr>
        <p:blipFill rotWithShape="1">
          <a:blip r:embed="rId3">
            <a:alphaModFix/>
          </a:blip>
          <a:srcRect b="29" l="0" r="0" t="19"/>
          <a:stretch/>
        </p:blipFill>
        <p:spPr>
          <a:xfrm>
            <a:off x="2792917" y="2129450"/>
            <a:ext cx="3558166" cy="2542825"/>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2ce718e20f2_0_84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67" name="Google Shape;1067;g2ce718e20f2_0_84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Captions</a:t>
            </a:r>
            <a:endParaRPr/>
          </a:p>
        </p:txBody>
      </p:sp>
      <p:sp>
        <p:nvSpPr>
          <p:cNvPr id="1068" name="Google Shape;1068;g2ce718e20f2_0_84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069" name="Google Shape;1069;g2ce718e20f2_0_845" title="JNL686-74F.png"/>
          <p:cNvPicPr preferRelativeResize="0"/>
          <p:nvPr/>
        </p:nvPicPr>
        <p:blipFill rotWithShape="1">
          <a:blip r:embed="rId3">
            <a:alphaModFix/>
          </a:blip>
          <a:srcRect b="0" l="19" r="29" t="0"/>
          <a:stretch/>
        </p:blipFill>
        <p:spPr>
          <a:xfrm>
            <a:off x="1325375" y="1657255"/>
            <a:ext cx="2086160" cy="2952844"/>
          </a:xfrm>
          <a:prstGeom prst="rect">
            <a:avLst/>
          </a:prstGeom>
          <a:noFill/>
          <a:ln>
            <a:noFill/>
          </a:ln>
          <a:effectLst>
            <a:outerShdw blurRad="71438" rotWithShape="0" algn="bl" dir="5400000" dist="28575">
              <a:srgbClr val="000000">
                <a:alpha val="14901"/>
              </a:srgbClr>
            </a:outerShdw>
          </a:effectLst>
        </p:spPr>
      </p:pic>
      <p:pic>
        <p:nvPicPr>
          <p:cNvPr id="1070" name="Google Shape;1070;g2ce718e20f2_0_845" title="JNL686-145F.png"/>
          <p:cNvPicPr preferRelativeResize="0"/>
          <p:nvPr/>
        </p:nvPicPr>
        <p:blipFill rotWithShape="1">
          <a:blip r:embed="rId4">
            <a:alphaModFix/>
          </a:blip>
          <a:srcRect b="0" l="79" r="79" t="0"/>
          <a:stretch/>
        </p:blipFill>
        <p:spPr>
          <a:xfrm>
            <a:off x="3528921" y="1657255"/>
            <a:ext cx="2086160" cy="2952844"/>
          </a:xfrm>
          <a:prstGeom prst="rect">
            <a:avLst/>
          </a:prstGeom>
          <a:noFill/>
          <a:ln>
            <a:noFill/>
          </a:ln>
          <a:effectLst>
            <a:outerShdw blurRad="71438" rotWithShape="0" algn="bl" dir="5400000" dist="28575">
              <a:srgbClr val="000000">
                <a:alpha val="14901"/>
              </a:srgbClr>
            </a:outerShdw>
          </a:effectLst>
        </p:spPr>
      </p:pic>
      <p:pic>
        <p:nvPicPr>
          <p:cNvPr id="1071" name="Google Shape;1071;g2ce718e20f2_0_845" title="JNL686-146F.png"/>
          <p:cNvPicPr preferRelativeResize="0"/>
          <p:nvPr/>
        </p:nvPicPr>
        <p:blipFill rotWithShape="1">
          <a:blip r:embed="rId5">
            <a:alphaModFix/>
          </a:blip>
          <a:srcRect b="0" l="19" r="29" t="0"/>
          <a:stretch/>
        </p:blipFill>
        <p:spPr>
          <a:xfrm>
            <a:off x="5732465" y="1657255"/>
            <a:ext cx="2086160" cy="2952844"/>
          </a:xfrm>
          <a:prstGeom prst="rect">
            <a:avLst/>
          </a:prstGeom>
          <a:noFill/>
          <a:ln>
            <a:noFill/>
          </a:ln>
          <a:effectLst>
            <a:outerShdw blurRad="71438" rotWithShape="0" algn="bl" dir="5400000" dist="28575">
              <a:srgbClr val="000000">
                <a:alpha val="1490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g2701ceed56d_4_32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78" name="Google Shape;1078;g2701ceed56d_4_32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Captions</a:t>
            </a:r>
            <a:endParaRPr/>
          </a:p>
        </p:txBody>
      </p:sp>
      <p:sp>
        <p:nvSpPr>
          <p:cNvPr id="1079" name="Google Shape;1079;g2701ceed56d_4_32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pic>
        <p:nvPicPr>
          <p:cNvPr id="1080" name="Google Shape;1080;g2701ceed56d_4_329" title="JNL686-74B.png"/>
          <p:cNvPicPr preferRelativeResize="0"/>
          <p:nvPr/>
        </p:nvPicPr>
        <p:blipFill rotWithShape="1">
          <a:blip r:embed="rId3">
            <a:alphaModFix/>
          </a:blip>
          <a:srcRect b="0" l="19" r="29" t="0"/>
          <a:stretch/>
        </p:blipFill>
        <p:spPr>
          <a:xfrm>
            <a:off x="1325375" y="1657255"/>
            <a:ext cx="2086160" cy="2952844"/>
          </a:xfrm>
          <a:prstGeom prst="rect">
            <a:avLst/>
          </a:prstGeom>
          <a:noFill/>
          <a:ln>
            <a:noFill/>
          </a:ln>
          <a:effectLst>
            <a:outerShdw blurRad="71438" rotWithShape="0" algn="bl" dir="5400000" dist="28575">
              <a:srgbClr val="000000">
                <a:alpha val="14901"/>
              </a:srgbClr>
            </a:outerShdw>
          </a:effectLst>
        </p:spPr>
      </p:pic>
      <p:pic>
        <p:nvPicPr>
          <p:cNvPr id="1081" name="Google Shape;1081;g2701ceed56d_4_329" title="JNL686-145B.png"/>
          <p:cNvPicPr preferRelativeResize="0"/>
          <p:nvPr/>
        </p:nvPicPr>
        <p:blipFill rotWithShape="1">
          <a:blip r:embed="rId4">
            <a:alphaModFix/>
          </a:blip>
          <a:srcRect b="0" l="79" r="79" t="0"/>
          <a:stretch/>
        </p:blipFill>
        <p:spPr>
          <a:xfrm>
            <a:off x="3528921" y="1657255"/>
            <a:ext cx="2086160" cy="2952844"/>
          </a:xfrm>
          <a:prstGeom prst="rect">
            <a:avLst/>
          </a:prstGeom>
          <a:noFill/>
          <a:ln>
            <a:noFill/>
          </a:ln>
          <a:effectLst>
            <a:outerShdw blurRad="71438" rotWithShape="0" algn="bl" dir="5400000" dist="28575">
              <a:srgbClr val="000000">
                <a:alpha val="14901"/>
              </a:srgbClr>
            </a:outerShdw>
          </a:effectLst>
        </p:spPr>
      </p:pic>
      <p:pic>
        <p:nvPicPr>
          <p:cNvPr id="1082" name="Google Shape;1082;g2701ceed56d_4_329" title="JNL686-146B.png"/>
          <p:cNvPicPr preferRelativeResize="0"/>
          <p:nvPr/>
        </p:nvPicPr>
        <p:blipFill rotWithShape="1">
          <a:blip r:embed="rId5">
            <a:alphaModFix/>
          </a:blip>
          <a:srcRect b="0" l="19" r="29" t="0"/>
          <a:stretch/>
        </p:blipFill>
        <p:spPr>
          <a:xfrm>
            <a:off x="5732465" y="1657255"/>
            <a:ext cx="2086160" cy="2952844"/>
          </a:xfrm>
          <a:prstGeom prst="rect">
            <a:avLst/>
          </a:prstGeom>
          <a:noFill/>
          <a:ln>
            <a:noFill/>
          </a:ln>
          <a:effectLst>
            <a:outerShdw blurRad="71438" rotWithShape="0" algn="bl" dir="5400000" dist="28575">
              <a:srgbClr val="000000">
                <a:alpha val="14901"/>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089" name="Google Shape;1089;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sp>
        <p:nvSpPr>
          <p:cNvPr id="1090" name="Google Shape;1090;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pic>
        <p:nvPicPr>
          <p:cNvPr id="1091" name="Google Shape;1091;g26b641b03cd_0_204" title="JNL689-46B.png"/>
          <p:cNvPicPr preferRelativeResize="0"/>
          <p:nvPr/>
        </p:nvPicPr>
        <p:blipFill rotWithShape="1">
          <a:blip r:embed="rId3">
            <a:alphaModFix/>
          </a:blip>
          <a:srcRect b="0" l="79" r="89" t="0"/>
          <a:stretch/>
        </p:blipFill>
        <p:spPr>
          <a:xfrm>
            <a:off x="922225" y="1828800"/>
            <a:ext cx="2345214" cy="2817401"/>
          </a:xfrm>
          <a:prstGeom prst="rect">
            <a:avLst/>
          </a:prstGeom>
          <a:noFill/>
          <a:ln>
            <a:noFill/>
          </a:ln>
          <a:effectLst>
            <a:outerShdw blurRad="114300" rotWithShape="0" algn="bl" dir="5400000" dist="19050">
              <a:srgbClr val="000000">
                <a:alpha val="20000"/>
              </a:srgbClr>
            </a:outerShdw>
          </a:effectLst>
        </p:spPr>
      </p:pic>
      <p:pic>
        <p:nvPicPr>
          <p:cNvPr id="1092" name="Google Shape;1092;g26b641b03cd_0_204" title="JNL689-160B.png"/>
          <p:cNvPicPr preferRelativeResize="0"/>
          <p:nvPr/>
        </p:nvPicPr>
        <p:blipFill rotWithShape="1">
          <a:blip r:embed="rId4">
            <a:alphaModFix/>
          </a:blip>
          <a:srcRect b="0" l="149" r="159" t="0"/>
          <a:stretch/>
        </p:blipFill>
        <p:spPr>
          <a:xfrm>
            <a:off x="3399394" y="1828800"/>
            <a:ext cx="2345214" cy="2817401"/>
          </a:xfrm>
          <a:prstGeom prst="rect">
            <a:avLst/>
          </a:prstGeom>
          <a:noFill/>
          <a:ln>
            <a:noFill/>
          </a:ln>
          <a:effectLst>
            <a:outerShdw blurRad="114300" rotWithShape="0" algn="bl" dir="5400000" dist="19050">
              <a:srgbClr val="000000">
                <a:alpha val="20000"/>
              </a:srgbClr>
            </a:outerShdw>
          </a:effectLst>
        </p:spPr>
      </p:pic>
      <p:pic>
        <p:nvPicPr>
          <p:cNvPr id="1093" name="Google Shape;1093;g26b641b03cd_0_204" title="JNL689-161B.png"/>
          <p:cNvPicPr preferRelativeResize="0"/>
          <p:nvPr/>
        </p:nvPicPr>
        <p:blipFill rotWithShape="1">
          <a:blip r:embed="rId5">
            <a:alphaModFix/>
          </a:blip>
          <a:srcRect b="0" l="149" r="159" t="0"/>
          <a:stretch/>
        </p:blipFill>
        <p:spPr>
          <a:xfrm>
            <a:off x="5876562" y="1828800"/>
            <a:ext cx="2345214" cy="2817401"/>
          </a:xfrm>
          <a:prstGeom prst="rect">
            <a:avLst/>
          </a:prstGeom>
          <a:noFill/>
          <a:ln>
            <a:noFill/>
          </a:ln>
          <a:effectLst>
            <a:outerShdw blurRad="114300" rotWithShape="0" algn="bl" dir="5400000" dist="1905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00" name="Google Shape;1100;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sp>
        <p:nvSpPr>
          <p:cNvPr id="1101" name="Google Shape;1101;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02" name="Google Shape;1102;g2c186218c5a_0_48" title="JNL689-46F.png"/>
          <p:cNvPicPr preferRelativeResize="0"/>
          <p:nvPr/>
        </p:nvPicPr>
        <p:blipFill rotWithShape="1">
          <a:blip r:embed="rId3">
            <a:alphaModFix/>
          </a:blip>
          <a:srcRect b="0" l="79" r="89" t="0"/>
          <a:stretch/>
        </p:blipFill>
        <p:spPr>
          <a:xfrm>
            <a:off x="922225" y="1828800"/>
            <a:ext cx="2345214" cy="2817401"/>
          </a:xfrm>
          <a:prstGeom prst="rect">
            <a:avLst/>
          </a:prstGeom>
          <a:noFill/>
          <a:ln>
            <a:noFill/>
          </a:ln>
          <a:effectLst>
            <a:outerShdw blurRad="114300" rotWithShape="0" algn="bl" dir="5400000" dist="19050">
              <a:srgbClr val="000000">
                <a:alpha val="20000"/>
              </a:srgbClr>
            </a:outerShdw>
          </a:effectLst>
        </p:spPr>
      </p:pic>
      <p:pic>
        <p:nvPicPr>
          <p:cNvPr id="1103" name="Google Shape;1103;g2c186218c5a_0_48" title="JNL689-160F.png"/>
          <p:cNvPicPr preferRelativeResize="0"/>
          <p:nvPr/>
        </p:nvPicPr>
        <p:blipFill rotWithShape="1">
          <a:blip r:embed="rId4">
            <a:alphaModFix/>
          </a:blip>
          <a:srcRect b="0" l="69" r="69" t="0"/>
          <a:stretch/>
        </p:blipFill>
        <p:spPr>
          <a:xfrm>
            <a:off x="3399394" y="1828800"/>
            <a:ext cx="2345214" cy="2817401"/>
          </a:xfrm>
          <a:prstGeom prst="rect">
            <a:avLst/>
          </a:prstGeom>
          <a:noFill/>
          <a:ln>
            <a:noFill/>
          </a:ln>
          <a:effectLst>
            <a:outerShdw blurRad="114300" rotWithShape="0" algn="bl" dir="5400000" dist="19050">
              <a:srgbClr val="000000">
                <a:alpha val="20000"/>
              </a:srgbClr>
            </a:outerShdw>
          </a:effectLst>
        </p:spPr>
      </p:pic>
      <p:pic>
        <p:nvPicPr>
          <p:cNvPr id="1104" name="Google Shape;1104;g2c186218c5a_0_48" title="JNL689-161F.png"/>
          <p:cNvPicPr preferRelativeResize="0"/>
          <p:nvPr/>
        </p:nvPicPr>
        <p:blipFill rotWithShape="1">
          <a:blip r:embed="rId5">
            <a:alphaModFix/>
          </a:blip>
          <a:srcRect b="0" l="69" r="69" t="0"/>
          <a:stretch/>
        </p:blipFill>
        <p:spPr>
          <a:xfrm>
            <a:off x="5876562" y="1828800"/>
            <a:ext cx="2345214" cy="2817401"/>
          </a:xfrm>
          <a:prstGeom prst="rect">
            <a:avLst/>
          </a:prstGeom>
          <a:noFill/>
          <a:ln>
            <a:noFill/>
          </a:ln>
          <a:effectLst>
            <a:outerShdw blurRad="114300" rotWithShape="0" algn="bl" dir="5400000" dist="1905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g26b641b03cd_0_21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11" name="Google Shape;1111;g26b641b03cd_0_21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sp>
        <p:nvSpPr>
          <p:cNvPr id="1112" name="Google Shape;1112;g26b641b03cd_0_21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pic>
        <p:nvPicPr>
          <p:cNvPr id="1113" name="Google Shape;1113;g26b641b03cd_0_213" title="JNL692-160B.png"/>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g2c186218c5a_0_14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20" name="Google Shape;1120;g2c186218c5a_0_14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sp>
        <p:nvSpPr>
          <p:cNvPr id="1121" name="Google Shape;1121;g2c186218c5a_0_14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22" name="Google Shape;1122;g2c186218c5a_0_149" title="JNL692-160F.png"/>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26b641b03cd_0_301"/>
          <p:cNvSpPr txBox="1"/>
          <p:nvPr>
            <p:ph type="title"/>
          </p:nvPr>
        </p:nvSpPr>
        <p:spPr>
          <a:xfrm>
            <a:off x="589725" y="5568500"/>
            <a:ext cx="79644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a:t>
            </a:r>
            <a:r>
              <a:rPr lang="en-US"/>
              <a:t>s</a:t>
            </a:r>
            <a:endParaRPr/>
          </a:p>
        </p:txBody>
      </p:sp>
      <p:sp>
        <p:nvSpPr>
          <p:cNvPr id="1129" name="Google Shape;1129;g26b641b03cd_0_301"/>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130" name="Google Shape;1130;g26b641b03cd_0_301"/>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31" name="Google Shape;1131;g26b641b03cd_0_301" title="JNL687-28F.png"/>
          <p:cNvPicPr preferRelativeResize="0"/>
          <p:nvPr/>
        </p:nvPicPr>
        <p:blipFill rotWithShape="1">
          <a:blip r:embed="rId3">
            <a:alphaModFix/>
          </a:blip>
          <a:srcRect b="29" l="0" r="0" t="19"/>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g26b641b03cd_0_30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138" name="Google Shape;1138;g26b641b03cd_0_30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
        <p:nvSpPr>
          <p:cNvPr id="1139" name="Google Shape;1139;g26b641b03cd_0_308"/>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a:t>
            </a:r>
            <a:r>
              <a:rPr lang="en-US"/>
              <a:t>s</a:t>
            </a:r>
            <a:endParaRPr/>
          </a:p>
        </p:txBody>
      </p:sp>
      <p:pic>
        <p:nvPicPr>
          <p:cNvPr id="1140" name="Google Shape;1140;g26b641b03cd_0_308" title="JNL687-28B.png"/>
          <p:cNvPicPr preferRelativeResize="0"/>
          <p:nvPr/>
        </p:nvPicPr>
        <p:blipFill rotWithShape="1">
          <a:blip r:embed="rId3">
            <a:alphaModFix/>
          </a:blip>
          <a:srcRect b="29" l="0" r="0" t="19"/>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2701ceed56d_4_0"/>
          <p:cNvSpPr txBox="1"/>
          <p:nvPr>
            <p:ph type="title"/>
          </p:nvPr>
        </p:nvSpPr>
        <p:spPr>
          <a:xfrm>
            <a:off x="589725" y="5568500"/>
            <a:ext cx="79644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a:t>
            </a:r>
            <a:r>
              <a:rPr lang="en-US"/>
              <a:t>s</a:t>
            </a:r>
            <a:endParaRPr/>
          </a:p>
        </p:txBody>
      </p:sp>
      <p:sp>
        <p:nvSpPr>
          <p:cNvPr id="1147" name="Google Shape;1147;g2701ceed56d_4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148" name="Google Shape;1148;g2701ceed56d_4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grpSp>
        <p:nvGrpSpPr>
          <p:cNvPr id="1149" name="Google Shape;1149;g2701ceed56d_4_0"/>
          <p:cNvGrpSpPr/>
          <p:nvPr/>
        </p:nvGrpSpPr>
        <p:grpSpPr>
          <a:xfrm>
            <a:off x="975876" y="841623"/>
            <a:ext cx="7192248" cy="4689752"/>
            <a:chOff x="975876" y="841623"/>
            <a:chExt cx="7192248" cy="4689752"/>
          </a:xfrm>
        </p:grpSpPr>
        <p:pic>
          <p:nvPicPr>
            <p:cNvPr id="1150" name="Google Shape;1150;g2701ceed56d_4_0"/>
            <p:cNvPicPr preferRelativeResize="0"/>
            <p:nvPr/>
          </p:nvPicPr>
          <p:blipFill rotWithShape="1">
            <a:blip r:embed="rId3">
              <a:alphaModFix/>
            </a:blip>
            <a:srcRect b="89" l="0" r="0" t="79"/>
            <a:stretch/>
          </p:blipFill>
          <p:spPr>
            <a:xfrm>
              <a:off x="6430515" y="841625"/>
              <a:ext cx="828489" cy="592062"/>
            </a:xfrm>
            <a:prstGeom prst="rect">
              <a:avLst/>
            </a:prstGeom>
            <a:noFill/>
            <a:ln>
              <a:noFill/>
            </a:ln>
            <a:effectLst>
              <a:outerShdw blurRad="57150" rotWithShape="0" algn="bl" dir="5400000" dist="19050">
                <a:srgbClr val="000000">
                  <a:alpha val="20000"/>
                </a:srgbClr>
              </a:outerShdw>
            </a:effectLst>
          </p:spPr>
        </p:pic>
        <p:pic>
          <p:nvPicPr>
            <p:cNvPr id="1151" name="Google Shape;1151;g2701ceed56d_4_0"/>
            <p:cNvPicPr preferRelativeResize="0"/>
            <p:nvPr/>
          </p:nvPicPr>
          <p:blipFill rotWithShape="1">
            <a:blip r:embed="rId4">
              <a:alphaModFix/>
            </a:blip>
            <a:srcRect b="29" l="0" r="0" t="19"/>
            <a:stretch/>
          </p:blipFill>
          <p:spPr>
            <a:xfrm>
              <a:off x="5521390" y="1524573"/>
              <a:ext cx="828489" cy="592062"/>
            </a:xfrm>
            <a:prstGeom prst="rect">
              <a:avLst/>
            </a:prstGeom>
            <a:noFill/>
            <a:ln>
              <a:noFill/>
            </a:ln>
            <a:effectLst>
              <a:outerShdw blurRad="57150" rotWithShape="0" algn="bl" dir="5400000" dist="19050">
                <a:srgbClr val="000000">
                  <a:alpha val="20000"/>
                </a:srgbClr>
              </a:outerShdw>
            </a:effectLst>
          </p:spPr>
        </p:pic>
        <p:pic>
          <p:nvPicPr>
            <p:cNvPr id="1152" name="Google Shape;1152;g2701ceed56d_4_0"/>
            <p:cNvPicPr preferRelativeResize="0"/>
            <p:nvPr/>
          </p:nvPicPr>
          <p:blipFill rotWithShape="1">
            <a:blip r:embed="rId5">
              <a:alphaModFix/>
            </a:blip>
            <a:srcRect b="0" l="59" r="59" t="0"/>
            <a:stretch/>
          </p:blipFill>
          <p:spPr>
            <a:xfrm>
              <a:off x="4612315" y="2207520"/>
              <a:ext cx="828489" cy="592062"/>
            </a:xfrm>
            <a:prstGeom prst="rect">
              <a:avLst/>
            </a:prstGeom>
            <a:noFill/>
            <a:ln>
              <a:noFill/>
            </a:ln>
            <a:effectLst>
              <a:outerShdw blurRad="57150" rotWithShape="0" algn="bl" dir="5400000" dist="19050">
                <a:srgbClr val="000000">
                  <a:alpha val="20000"/>
                </a:srgbClr>
              </a:outerShdw>
            </a:effectLst>
          </p:spPr>
        </p:pic>
        <p:pic>
          <p:nvPicPr>
            <p:cNvPr id="1153" name="Google Shape;1153;g2701ceed56d_4_0"/>
            <p:cNvPicPr preferRelativeResize="0"/>
            <p:nvPr/>
          </p:nvPicPr>
          <p:blipFill rotWithShape="1">
            <a:blip r:embed="rId6">
              <a:alphaModFix/>
            </a:blip>
            <a:srcRect b="89" l="0" r="0" t="79"/>
            <a:stretch/>
          </p:blipFill>
          <p:spPr>
            <a:xfrm>
              <a:off x="3703190" y="2890468"/>
              <a:ext cx="828489" cy="592062"/>
            </a:xfrm>
            <a:prstGeom prst="rect">
              <a:avLst/>
            </a:prstGeom>
            <a:noFill/>
            <a:ln>
              <a:noFill/>
            </a:ln>
            <a:effectLst>
              <a:outerShdw blurRad="57150" rotWithShape="0" algn="bl" dir="5400000" dist="19050">
                <a:srgbClr val="000000">
                  <a:alpha val="20000"/>
                </a:srgbClr>
              </a:outerShdw>
            </a:effectLst>
          </p:spPr>
        </p:pic>
        <p:pic>
          <p:nvPicPr>
            <p:cNvPr id="1154" name="Google Shape;1154;g2701ceed56d_4_0"/>
            <p:cNvPicPr preferRelativeResize="0"/>
            <p:nvPr/>
          </p:nvPicPr>
          <p:blipFill rotWithShape="1">
            <a:blip r:embed="rId7">
              <a:alphaModFix/>
            </a:blip>
            <a:srcRect b="0" l="59" r="59" t="0"/>
            <a:stretch/>
          </p:blipFill>
          <p:spPr>
            <a:xfrm>
              <a:off x="2794115" y="3573415"/>
              <a:ext cx="828489" cy="592062"/>
            </a:xfrm>
            <a:prstGeom prst="rect">
              <a:avLst/>
            </a:prstGeom>
            <a:noFill/>
            <a:ln>
              <a:noFill/>
            </a:ln>
            <a:effectLst>
              <a:outerShdw blurRad="57150" rotWithShape="0" algn="bl" dir="5400000" dist="19050">
                <a:srgbClr val="000000">
                  <a:alpha val="20000"/>
                </a:srgbClr>
              </a:outerShdw>
            </a:effectLst>
          </p:spPr>
        </p:pic>
        <p:pic>
          <p:nvPicPr>
            <p:cNvPr id="1155" name="Google Shape;1155;g2701ceed56d_4_0"/>
            <p:cNvPicPr preferRelativeResize="0"/>
            <p:nvPr/>
          </p:nvPicPr>
          <p:blipFill rotWithShape="1">
            <a:blip r:embed="rId8">
              <a:alphaModFix/>
            </a:blip>
            <a:srcRect b="89" l="0" r="0" t="79"/>
            <a:stretch/>
          </p:blipFill>
          <p:spPr>
            <a:xfrm>
              <a:off x="5521405" y="841625"/>
              <a:ext cx="828489" cy="592062"/>
            </a:xfrm>
            <a:prstGeom prst="rect">
              <a:avLst/>
            </a:prstGeom>
            <a:noFill/>
            <a:ln>
              <a:noFill/>
            </a:ln>
            <a:effectLst>
              <a:outerShdw blurRad="57150" rotWithShape="0" algn="bl" dir="5400000" dist="19050">
                <a:srgbClr val="000000">
                  <a:alpha val="20000"/>
                </a:srgbClr>
              </a:outerShdw>
            </a:effectLst>
          </p:spPr>
        </p:pic>
        <p:pic>
          <p:nvPicPr>
            <p:cNvPr id="1156" name="Google Shape;1156;g2701ceed56d_4_0"/>
            <p:cNvPicPr preferRelativeResize="0"/>
            <p:nvPr/>
          </p:nvPicPr>
          <p:blipFill rotWithShape="1">
            <a:blip r:embed="rId9">
              <a:alphaModFix/>
            </a:blip>
            <a:srcRect b="0" l="59" r="59" t="0"/>
            <a:stretch/>
          </p:blipFill>
          <p:spPr>
            <a:xfrm>
              <a:off x="4612280" y="1524573"/>
              <a:ext cx="828489" cy="592062"/>
            </a:xfrm>
            <a:prstGeom prst="rect">
              <a:avLst/>
            </a:prstGeom>
            <a:noFill/>
            <a:ln>
              <a:noFill/>
            </a:ln>
            <a:effectLst>
              <a:outerShdw blurRad="57150" rotWithShape="0" algn="bl" dir="5400000" dist="19050">
                <a:srgbClr val="000000">
                  <a:alpha val="20000"/>
                </a:srgbClr>
              </a:outerShdw>
            </a:effectLst>
          </p:spPr>
        </p:pic>
        <p:pic>
          <p:nvPicPr>
            <p:cNvPr id="1157" name="Google Shape;1157;g2701ceed56d_4_0"/>
            <p:cNvPicPr preferRelativeResize="0"/>
            <p:nvPr/>
          </p:nvPicPr>
          <p:blipFill rotWithShape="1">
            <a:blip r:embed="rId10">
              <a:alphaModFix/>
            </a:blip>
            <a:srcRect b="0" l="0" r="0" t="0"/>
            <a:stretch/>
          </p:blipFill>
          <p:spPr>
            <a:xfrm>
              <a:off x="2794080" y="2890468"/>
              <a:ext cx="828489" cy="592062"/>
            </a:xfrm>
            <a:prstGeom prst="rect">
              <a:avLst/>
            </a:prstGeom>
            <a:noFill/>
            <a:ln>
              <a:noFill/>
            </a:ln>
            <a:effectLst>
              <a:outerShdw blurRad="57150" rotWithShape="0" algn="bl" dir="5400000" dist="19050">
                <a:srgbClr val="000000">
                  <a:alpha val="20000"/>
                </a:srgbClr>
              </a:outerShdw>
            </a:effectLst>
          </p:spPr>
        </p:pic>
        <p:pic>
          <p:nvPicPr>
            <p:cNvPr id="1158" name="Google Shape;1158;g2701ceed56d_4_0"/>
            <p:cNvPicPr preferRelativeResize="0"/>
            <p:nvPr/>
          </p:nvPicPr>
          <p:blipFill rotWithShape="1">
            <a:blip r:embed="rId11">
              <a:alphaModFix/>
            </a:blip>
            <a:srcRect b="29" l="0" r="0" t="19"/>
            <a:stretch/>
          </p:blipFill>
          <p:spPr>
            <a:xfrm>
              <a:off x="1885005" y="3573415"/>
              <a:ext cx="828489" cy="592062"/>
            </a:xfrm>
            <a:prstGeom prst="rect">
              <a:avLst/>
            </a:prstGeom>
            <a:noFill/>
            <a:ln>
              <a:noFill/>
            </a:ln>
            <a:effectLst>
              <a:outerShdw blurRad="57150" rotWithShape="0" algn="bl" dir="5400000" dist="19050">
                <a:srgbClr val="000000">
                  <a:alpha val="20000"/>
                </a:srgbClr>
              </a:outerShdw>
            </a:effectLst>
          </p:spPr>
        </p:pic>
        <p:pic>
          <p:nvPicPr>
            <p:cNvPr id="1159" name="Google Shape;1159;g2701ceed56d_4_0"/>
            <p:cNvPicPr preferRelativeResize="0"/>
            <p:nvPr/>
          </p:nvPicPr>
          <p:blipFill rotWithShape="1">
            <a:blip r:embed="rId12">
              <a:alphaModFix/>
            </a:blip>
            <a:srcRect b="0" l="0" r="0" t="0"/>
            <a:stretch/>
          </p:blipFill>
          <p:spPr>
            <a:xfrm>
              <a:off x="4612307" y="841625"/>
              <a:ext cx="828489" cy="592062"/>
            </a:xfrm>
            <a:prstGeom prst="rect">
              <a:avLst/>
            </a:prstGeom>
            <a:noFill/>
            <a:ln>
              <a:noFill/>
            </a:ln>
            <a:effectLst>
              <a:outerShdw blurRad="57150" rotWithShape="0" algn="bl" dir="5400000" dist="19050">
                <a:srgbClr val="000000">
                  <a:alpha val="20000"/>
                </a:srgbClr>
              </a:outerShdw>
            </a:effectLst>
          </p:spPr>
        </p:pic>
        <p:pic>
          <p:nvPicPr>
            <p:cNvPr id="1160" name="Google Shape;1160;g2701ceed56d_4_0"/>
            <p:cNvPicPr preferRelativeResize="0"/>
            <p:nvPr/>
          </p:nvPicPr>
          <p:blipFill rotWithShape="1">
            <a:blip r:embed="rId13">
              <a:alphaModFix/>
            </a:blip>
            <a:srcRect b="29" l="0" r="0" t="19"/>
            <a:stretch/>
          </p:blipFill>
          <p:spPr>
            <a:xfrm>
              <a:off x="3703182" y="1524573"/>
              <a:ext cx="828489" cy="592062"/>
            </a:xfrm>
            <a:prstGeom prst="rect">
              <a:avLst/>
            </a:prstGeom>
            <a:noFill/>
            <a:ln>
              <a:noFill/>
            </a:ln>
            <a:effectLst>
              <a:outerShdw blurRad="57150" rotWithShape="0" algn="bl" dir="5400000" dist="19050">
                <a:srgbClr val="000000">
                  <a:alpha val="20000"/>
                </a:srgbClr>
              </a:outerShdw>
            </a:effectLst>
          </p:spPr>
        </p:pic>
        <p:pic>
          <p:nvPicPr>
            <p:cNvPr id="1161" name="Google Shape;1161;g2701ceed56d_4_0"/>
            <p:cNvPicPr preferRelativeResize="0"/>
            <p:nvPr/>
          </p:nvPicPr>
          <p:blipFill rotWithShape="1">
            <a:blip r:embed="rId14">
              <a:alphaModFix/>
            </a:blip>
            <a:srcRect b="0" l="59" r="59" t="0"/>
            <a:stretch/>
          </p:blipFill>
          <p:spPr>
            <a:xfrm>
              <a:off x="2794107" y="2207520"/>
              <a:ext cx="828489" cy="592062"/>
            </a:xfrm>
            <a:prstGeom prst="rect">
              <a:avLst/>
            </a:prstGeom>
            <a:noFill/>
            <a:ln>
              <a:noFill/>
            </a:ln>
            <a:effectLst>
              <a:outerShdw blurRad="57150" rotWithShape="0" algn="bl" dir="5400000" dist="19050">
                <a:srgbClr val="000000">
                  <a:alpha val="20000"/>
                </a:srgbClr>
              </a:outerShdw>
            </a:effectLst>
          </p:spPr>
        </p:pic>
        <p:pic>
          <p:nvPicPr>
            <p:cNvPr id="1162" name="Google Shape;1162;g2701ceed56d_4_0"/>
            <p:cNvPicPr preferRelativeResize="0"/>
            <p:nvPr/>
          </p:nvPicPr>
          <p:blipFill rotWithShape="1">
            <a:blip r:embed="rId15">
              <a:alphaModFix/>
            </a:blip>
            <a:srcRect b="89" l="0" r="0" t="79"/>
            <a:stretch/>
          </p:blipFill>
          <p:spPr>
            <a:xfrm>
              <a:off x="1884982" y="2890468"/>
              <a:ext cx="828489" cy="592062"/>
            </a:xfrm>
            <a:prstGeom prst="rect">
              <a:avLst/>
            </a:prstGeom>
            <a:noFill/>
            <a:ln>
              <a:noFill/>
            </a:ln>
            <a:effectLst>
              <a:outerShdw blurRad="57150" rotWithShape="0" algn="bl" dir="5400000" dist="19050">
                <a:srgbClr val="000000">
                  <a:alpha val="20000"/>
                </a:srgbClr>
              </a:outerShdw>
            </a:effectLst>
          </p:spPr>
        </p:pic>
        <p:pic>
          <p:nvPicPr>
            <p:cNvPr id="1163" name="Google Shape;1163;g2701ceed56d_4_0"/>
            <p:cNvPicPr preferRelativeResize="0"/>
            <p:nvPr/>
          </p:nvPicPr>
          <p:blipFill rotWithShape="1">
            <a:blip r:embed="rId16">
              <a:alphaModFix/>
            </a:blip>
            <a:srcRect b="0" l="59" r="59" t="0"/>
            <a:stretch/>
          </p:blipFill>
          <p:spPr>
            <a:xfrm>
              <a:off x="975907" y="3573415"/>
              <a:ext cx="828489" cy="592062"/>
            </a:xfrm>
            <a:prstGeom prst="rect">
              <a:avLst/>
            </a:prstGeom>
            <a:noFill/>
            <a:ln>
              <a:noFill/>
            </a:ln>
            <a:effectLst>
              <a:outerShdw blurRad="57150" rotWithShape="0" algn="bl" dir="5400000" dist="19050">
                <a:srgbClr val="000000">
                  <a:alpha val="20000"/>
                </a:srgbClr>
              </a:outerShdw>
            </a:effectLst>
          </p:spPr>
        </p:pic>
        <p:pic>
          <p:nvPicPr>
            <p:cNvPr id="1164" name="Google Shape;1164;g2701ceed56d_4_0"/>
            <p:cNvPicPr preferRelativeResize="0"/>
            <p:nvPr/>
          </p:nvPicPr>
          <p:blipFill rotWithShape="1">
            <a:blip r:embed="rId17">
              <a:alphaModFix/>
            </a:blip>
            <a:srcRect b="89" l="0" r="0" t="79"/>
            <a:stretch/>
          </p:blipFill>
          <p:spPr>
            <a:xfrm>
              <a:off x="3703209" y="841625"/>
              <a:ext cx="828489" cy="592062"/>
            </a:xfrm>
            <a:prstGeom prst="rect">
              <a:avLst/>
            </a:prstGeom>
            <a:noFill/>
            <a:ln>
              <a:noFill/>
            </a:ln>
            <a:effectLst>
              <a:outerShdw blurRad="57150" rotWithShape="0" algn="bl" dir="5400000" dist="19050">
                <a:srgbClr val="000000">
                  <a:alpha val="20000"/>
                </a:srgbClr>
              </a:outerShdw>
            </a:effectLst>
          </p:spPr>
        </p:pic>
        <p:pic>
          <p:nvPicPr>
            <p:cNvPr id="1165" name="Google Shape;1165;g2701ceed56d_4_0"/>
            <p:cNvPicPr preferRelativeResize="0"/>
            <p:nvPr/>
          </p:nvPicPr>
          <p:blipFill rotWithShape="1">
            <a:blip r:embed="rId18">
              <a:alphaModFix/>
            </a:blip>
            <a:srcRect b="0" l="59" r="59" t="0"/>
            <a:stretch/>
          </p:blipFill>
          <p:spPr>
            <a:xfrm>
              <a:off x="2794084" y="1524573"/>
              <a:ext cx="828489" cy="592062"/>
            </a:xfrm>
            <a:prstGeom prst="rect">
              <a:avLst/>
            </a:prstGeom>
            <a:noFill/>
            <a:ln>
              <a:noFill/>
            </a:ln>
            <a:effectLst>
              <a:outerShdw blurRad="57150" rotWithShape="0" algn="bl" dir="5400000" dist="19050">
                <a:srgbClr val="000000">
                  <a:alpha val="20000"/>
                </a:srgbClr>
              </a:outerShdw>
            </a:effectLst>
          </p:spPr>
        </p:pic>
        <p:pic>
          <p:nvPicPr>
            <p:cNvPr id="1166" name="Google Shape;1166;g2701ceed56d_4_0"/>
            <p:cNvPicPr preferRelativeResize="0"/>
            <p:nvPr/>
          </p:nvPicPr>
          <p:blipFill rotWithShape="1">
            <a:blip r:embed="rId19">
              <a:alphaModFix/>
            </a:blip>
            <a:srcRect b="0" l="59" r="59" t="0"/>
            <a:stretch/>
          </p:blipFill>
          <p:spPr>
            <a:xfrm>
              <a:off x="1885009" y="2207520"/>
              <a:ext cx="828489" cy="592062"/>
            </a:xfrm>
            <a:prstGeom prst="rect">
              <a:avLst/>
            </a:prstGeom>
            <a:noFill/>
            <a:ln>
              <a:noFill/>
            </a:ln>
            <a:effectLst>
              <a:outerShdw blurRad="57150" rotWithShape="0" algn="bl" dir="5400000" dist="19050">
                <a:srgbClr val="000000">
                  <a:alpha val="20000"/>
                </a:srgbClr>
              </a:outerShdw>
            </a:effectLst>
          </p:spPr>
        </p:pic>
        <p:pic>
          <p:nvPicPr>
            <p:cNvPr id="1167" name="Google Shape;1167;g2701ceed56d_4_0"/>
            <p:cNvPicPr preferRelativeResize="0"/>
            <p:nvPr/>
          </p:nvPicPr>
          <p:blipFill rotWithShape="1">
            <a:blip r:embed="rId20">
              <a:alphaModFix/>
            </a:blip>
            <a:srcRect b="0" l="0" r="0" t="0"/>
            <a:stretch/>
          </p:blipFill>
          <p:spPr>
            <a:xfrm>
              <a:off x="975884" y="2890468"/>
              <a:ext cx="828489" cy="592062"/>
            </a:xfrm>
            <a:prstGeom prst="rect">
              <a:avLst/>
            </a:prstGeom>
            <a:noFill/>
            <a:ln>
              <a:noFill/>
            </a:ln>
            <a:effectLst>
              <a:outerShdw blurRad="57150" rotWithShape="0" algn="bl" dir="5400000" dist="19050">
                <a:srgbClr val="000000">
                  <a:alpha val="20000"/>
                </a:srgbClr>
              </a:outerShdw>
            </a:effectLst>
          </p:spPr>
        </p:pic>
        <p:pic>
          <p:nvPicPr>
            <p:cNvPr id="1168" name="Google Shape;1168;g2701ceed56d_4_0"/>
            <p:cNvPicPr preferRelativeResize="0"/>
            <p:nvPr/>
          </p:nvPicPr>
          <p:blipFill rotWithShape="1">
            <a:blip r:embed="rId21">
              <a:alphaModFix/>
            </a:blip>
            <a:srcRect b="0" l="59" r="59" t="0"/>
            <a:stretch/>
          </p:blipFill>
          <p:spPr>
            <a:xfrm>
              <a:off x="7339609" y="2890465"/>
              <a:ext cx="828489" cy="592062"/>
            </a:xfrm>
            <a:prstGeom prst="rect">
              <a:avLst/>
            </a:prstGeom>
            <a:noFill/>
            <a:ln>
              <a:noFill/>
            </a:ln>
            <a:effectLst>
              <a:outerShdw blurRad="57150" rotWithShape="0" algn="bl" dir="5400000" dist="19050">
                <a:srgbClr val="000000">
                  <a:alpha val="20000"/>
                </a:srgbClr>
              </a:outerShdw>
            </a:effectLst>
          </p:spPr>
        </p:pic>
        <p:pic>
          <p:nvPicPr>
            <p:cNvPr id="1169" name="Google Shape;1169;g2701ceed56d_4_0"/>
            <p:cNvPicPr preferRelativeResize="0"/>
            <p:nvPr/>
          </p:nvPicPr>
          <p:blipFill rotWithShape="1">
            <a:blip r:embed="rId22">
              <a:alphaModFix/>
            </a:blip>
            <a:srcRect b="0" l="0" r="0" t="0"/>
            <a:stretch/>
          </p:blipFill>
          <p:spPr>
            <a:xfrm>
              <a:off x="2794110" y="841625"/>
              <a:ext cx="828489" cy="592062"/>
            </a:xfrm>
            <a:prstGeom prst="rect">
              <a:avLst/>
            </a:prstGeom>
            <a:noFill/>
            <a:ln>
              <a:noFill/>
            </a:ln>
            <a:effectLst>
              <a:outerShdw blurRad="57150" rotWithShape="0" algn="bl" dir="5400000" dist="19050">
                <a:srgbClr val="000000">
                  <a:alpha val="20000"/>
                </a:srgbClr>
              </a:outerShdw>
            </a:effectLst>
          </p:spPr>
        </p:pic>
        <p:pic>
          <p:nvPicPr>
            <p:cNvPr id="1170" name="Google Shape;1170;g2701ceed56d_4_0"/>
            <p:cNvPicPr preferRelativeResize="0"/>
            <p:nvPr/>
          </p:nvPicPr>
          <p:blipFill rotWithShape="1">
            <a:blip r:embed="rId23">
              <a:alphaModFix/>
            </a:blip>
            <a:srcRect b="0" l="59" r="59" t="0"/>
            <a:stretch/>
          </p:blipFill>
          <p:spPr>
            <a:xfrm>
              <a:off x="1884985" y="1524573"/>
              <a:ext cx="828489" cy="592062"/>
            </a:xfrm>
            <a:prstGeom prst="rect">
              <a:avLst/>
            </a:prstGeom>
            <a:noFill/>
            <a:ln>
              <a:noFill/>
            </a:ln>
            <a:effectLst>
              <a:outerShdw blurRad="57150" rotWithShape="0" algn="bl" dir="5400000" dist="19050">
                <a:srgbClr val="000000">
                  <a:alpha val="20000"/>
                </a:srgbClr>
              </a:outerShdw>
            </a:effectLst>
          </p:spPr>
        </p:pic>
        <p:pic>
          <p:nvPicPr>
            <p:cNvPr id="1171" name="Google Shape;1171;g2701ceed56d_4_0"/>
            <p:cNvPicPr preferRelativeResize="0"/>
            <p:nvPr/>
          </p:nvPicPr>
          <p:blipFill rotWithShape="1">
            <a:blip r:embed="rId24">
              <a:alphaModFix/>
            </a:blip>
            <a:srcRect b="0" l="59" r="59" t="0"/>
            <a:stretch/>
          </p:blipFill>
          <p:spPr>
            <a:xfrm>
              <a:off x="975910" y="2207520"/>
              <a:ext cx="828489" cy="592062"/>
            </a:xfrm>
            <a:prstGeom prst="rect">
              <a:avLst/>
            </a:prstGeom>
            <a:noFill/>
            <a:ln>
              <a:noFill/>
            </a:ln>
            <a:effectLst>
              <a:outerShdw blurRad="57150" rotWithShape="0" algn="bl" dir="5400000" dist="19050">
                <a:srgbClr val="000000">
                  <a:alpha val="20000"/>
                </a:srgbClr>
              </a:outerShdw>
            </a:effectLst>
          </p:spPr>
        </p:pic>
        <p:pic>
          <p:nvPicPr>
            <p:cNvPr id="1172" name="Google Shape;1172;g2701ceed56d_4_0"/>
            <p:cNvPicPr preferRelativeResize="0"/>
            <p:nvPr/>
          </p:nvPicPr>
          <p:blipFill rotWithShape="1">
            <a:blip r:embed="rId25">
              <a:alphaModFix/>
            </a:blip>
            <a:srcRect b="0" l="0" r="0" t="0"/>
            <a:stretch/>
          </p:blipFill>
          <p:spPr>
            <a:xfrm>
              <a:off x="7339635" y="2207518"/>
              <a:ext cx="828489" cy="592062"/>
            </a:xfrm>
            <a:prstGeom prst="rect">
              <a:avLst/>
            </a:prstGeom>
            <a:noFill/>
            <a:ln>
              <a:noFill/>
            </a:ln>
            <a:effectLst>
              <a:outerShdw blurRad="57150" rotWithShape="0" algn="bl" dir="5400000" dist="19050">
                <a:srgbClr val="000000">
                  <a:alpha val="20000"/>
                </a:srgbClr>
              </a:outerShdw>
            </a:effectLst>
          </p:spPr>
        </p:pic>
        <p:pic>
          <p:nvPicPr>
            <p:cNvPr id="1173" name="Google Shape;1173;g2701ceed56d_4_0"/>
            <p:cNvPicPr preferRelativeResize="0"/>
            <p:nvPr/>
          </p:nvPicPr>
          <p:blipFill rotWithShape="1">
            <a:blip r:embed="rId26">
              <a:alphaModFix/>
            </a:blip>
            <a:srcRect b="0" l="59" r="59" t="0"/>
            <a:stretch/>
          </p:blipFill>
          <p:spPr>
            <a:xfrm>
              <a:off x="6430510" y="2890465"/>
              <a:ext cx="828489" cy="592062"/>
            </a:xfrm>
            <a:prstGeom prst="rect">
              <a:avLst/>
            </a:prstGeom>
            <a:noFill/>
            <a:ln>
              <a:noFill/>
            </a:ln>
            <a:effectLst>
              <a:outerShdw blurRad="57150" rotWithShape="0" algn="bl" dir="5400000" dist="19050">
                <a:srgbClr val="000000">
                  <a:alpha val="20000"/>
                </a:srgbClr>
              </a:outerShdw>
            </a:effectLst>
          </p:spPr>
        </p:pic>
        <p:pic>
          <p:nvPicPr>
            <p:cNvPr id="1174" name="Google Shape;1174;g2701ceed56d_4_0"/>
            <p:cNvPicPr preferRelativeResize="0"/>
            <p:nvPr/>
          </p:nvPicPr>
          <p:blipFill rotWithShape="1">
            <a:blip r:embed="rId27">
              <a:alphaModFix/>
            </a:blip>
            <a:srcRect b="0" l="0" r="0" t="0"/>
            <a:stretch/>
          </p:blipFill>
          <p:spPr>
            <a:xfrm>
              <a:off x="1885001" y="841625"/>
              <a:ext cx="828489" cy="592062"/>
            </a:xfrm>
            <a:prstGeom prst="rect">
              <a:avLst/>
            </a:prstGeom>
            <a:noFill/>
            <a:ln>
              <a:noFill/>
            </a:ln>
            <a:effectLst>
              <a:outerShdw blurRad="57150" rotWithShape="0" algn="bl" dir="5400000" dist="19050">
                <a:srgbClr val="000000">
                  <a:alpha val="20000"/>
                </a:srgbClr>
              </a:outerShdw>
            </a:effectLst>
          </p:spPr>
        </p:pic>
        <p:pic>
          <p:nvPicPr>
            <p:cNvPr id="1175" name="Google Shape;1175;g2701ceed56d_4_0"/>
            <p:cNvPicPr preferRelativeResize="0"/>
            <p:nvPr/>
          </p:nvPicPr>
          <p:blipFill rotWithShape="1">
            <a:blip r:embed="rId28">
              <a:alphaModFix/>
            </a:blip>
            <a:srcRect b="0" l="59" r="59" t="0"/>
            <a:stretch/>
          </p:blipFill>
          <p:spPr>
            <a:xfrm>
              <a:off x="975876" y="1524573"/>
              <a:ext cx="828489" cy="592062"/>
            </a:xfrm>
            <a:prstGeom prst="rect">
              <a:avLst/>
            </a:prstGeom>
            <a:noFill/>
            <a:ln>
              <a:noFill/>
            </a:ln>
            <a:effectLst>
              <a:outerShdw blurRad="57150" rotWithShape="0" algn="bl" dir="5400000" dist="19050">
                <a:srgbClr val="000000">
                  <a:alpha val="20000"/>
                </a:srgbClr>
              </a:outerShdw>
            </a:effectLst>
          </p:spPr>
        </p:pic>
        <p:pic>
          <p:nvPicPr>
            <p:cNvPr id="1176" name="Google Shape;1176;g2701ceed56d_4_0"/>
            <p:cNvPicPr preferRelativeResize="0"/>
            <p:nvPr/>
          </p:nvPicPr>
          <p:blipFill rotWithShape="1">
            <a:blip r:embed="rId29">
              <a:alphaModFix/>
            </a:blip>
            <a:srcRect b="29" l="0" r="0" t="19"/>
            <a:stretch/>
          </p:blipFill>
          <p:spPr>
            <a:xfrm>
              <a:off x="7339601" y="1524570"/>
              <a:ext cx="828489" cy="592062"/>
            </a:xfrm>
            <a:prstGeom prst="rect">
              <a:avLst/>
            </a:prstGeom>
            <a:noFill/>
            <a:ln>
              <a:noFill/>
            </a:ln>
            <a:effectLst>
              <a:outerShdw blurRad="57150" rotWithShape="0" algn="bl" dir="5400000" dist="19050">
                <a:srgbClr val="000000">
                  <a:alpha val="20000"/>
                </a:srgbClr>
              </a:outerShdw>
            </a:effectLst>
          </p:spPr>
        </p:pic>
        <p:pic>
          <p:nvPicPr>
            <p:cNvPr id="1177" name="Google Shape;1177;g2701ceed56d_4_0"/>
            <p:cNvPicPr preferRelativeResize="0"/>
            <p:nvPr/>
          </p:nvPicPr>
          <p:blipFill rotWithShape="1">
            <a:blip r:embed="rId30">
              <a:alphaModFix/>
            </a:blip>
            <a:srcRect b="29" l="0" r="0" t="19"/>
            <a:stretch/>
          </p:blipFill>
          <p:spPr>
            <a:xfrm>
              <a:off x="6430526" y="2207518"/>
              <a:ext cx="828489" cy="592062"/>
            </a:xfrm>
            <a:prstGeom prst="rect">
              <a:avLst/>
            </a:prstGeom>
            <a:noFill/>
            <a:ln>
              <a:noFill/>
            </a:ln>
            <a:effectLst>
              <a:outerShdw blurRad="57150" rotWithShape="0" algn="bl" dir="5400000" dist="19050">
                <a:srgbClr val="000000">
                  <a:alpha val="20000"/>
                </a:srgbClr>
              </a:outerShdw>
            </a:effectLst>
          </p:spPr>
        </p:pic>
        <p:pic>
          <p:nvPicPr>
            <p:cNvPr id="1178" name="Google Shape;1178;g2701ceed56d_4_0"/>
            <p:cNvPicPr preferRelativeResize="0"/>
            <p:nvPr/>
          </p:nvPicPr>
          <p:blipFill rotWithShape="1">
            <a:blip r:embed="rId31">
              <a:alphaModFix/>
            </a:blip>
            <a:srcRect b="0" l="0" r="0" t="0"/>
            <a:stretch/>
          </p:blipFill>
          <p:spPr>
            <a:xfrm>
              <a:off x="5521401" y="2890465"/>
              <a:ext cx="828489" cy="592062"/>
            </a:xfrm>
            <a:prstGeom prst="rect">
              <a:avLst/>
            </a:prstGeom>
            <a:noFill/>
            <a:ln>
              <a:noFill/>
            </a:ln>
            <a:effectLst>
              <a:outerShdw blurRad="57150" rotWithShape="0" algn="bl" dir="5400000" dist="19050">
                <a:srgbClr val="000000">
                  <a:alpha val="20000"/>
                </a:srgbClr>
              </a:outerShdw>
            </a:effectLst>
          </p:spPr>
        </p:pic>
        <p:pic>
          <p:nvPicPr>
            <p:cNvPr id="1179" name="Google Shape;1179;g2701ceed56d_4_0"/>
            <p:cNvPicPr preferRelativeResize="0"/>
            <p:nvPr/>
          </p:nvPicPr>
          <p:blipFill rotWithShape="1">
            <a:blip r:embed="rId32">
              <a:alphaModFix/>
            </a:blip>
            <a:srcRect b="29" l="0" r="0" t="19"/>
            <a:stretch/>
          </p:blipFill>
          <p:spPr>
            <a:xfrm>
              <a:off x="4612326" y="3573412"/>
              <a:ext cx="828489" cy="592062"/>
            </a:xfrm>
            <a:prstGeom prst="rect">
              <a:avLst/>
            </a:prstGeom>
            <a:noFill/>
            <a:ln>
              <a:noFill/>
            </a:ln>
            <a:effectLst>
              <a:outerShdw blurRad="57150" rotWithShape="0" algn="bl" dir="5400000" dist="19050">
                <a:srgbClr val="000000">
                  <a:alpha val="20000"/>
                </a:srgbClr>
              </a:outerShdw>
            </a:effectLst>
          </p:spPr>
        </p:pic>
        <p:pic>
          <p:nvPicPr>
            <p:cNvPr id="1180" name="Google Shape;1180;g2701ceed56d_4_0"/>
            <p:cNvPicPr preferRelativeResize="0"/>
            <p:nvPr/>
          </p:nvPicPr>
          <p:blipFill rotWithShape="1">
            <a:blip r:embed="rId33">
              <a:alphaModFix/>
            </a:blip>
            <a:srcRect b="0" l="0" r="0" t="0"/>
            <a:stretch/>
          </p:blipFill>
          <p:spPr>
            <a:xfrm>
              <a:off x="975880" y="841625"/>
              <a:ext cx="828489" cy="592062"/>
            </a:xfrm>
            <a:prstGeom prst="rect">
              <a:avLst/>
            </a:prstGeom>
            <a:noFill/>
            <a:ln>
              <a:noFill/>
            </a:ln>
            <a:effectLst>
              <a:outerShdw blurRad="57150" rotWithShape="0" algn="bl" dir="5400000" dist="19050">
                <a:srgbClr val="000000">
                  <a:alpha val="20000"/>
                </a:srgbClr>
              </a:outerShdw>
            </a:effectLst>
          </p:spPr>
        </p:pic>
        <p:pic>
          <p:nvPicPr>
            <p:cNvPr id="1181" name="Google Shape;1181;g2701ceed56d_4_0"/>
            <p:cNvPicPr preferRelativeResize="0"/>
            <p:nvPr/>
          </p:nvPicPr>
          <p:blipFill rotWithShape="1">
            <a:blip r:embed="rId34">
              <a:alphaModFix/>
            </a:blip>
            <a:srcRect b="89" l="0" r="0" t="79"/>
            <a:stretch/>
          </p:blipFill>
          <p:spPr>
            <a:xfrm>
              <a:off x="7339605" y="841623"/>
              <a:ext cx="828489" cy="592062"/>
            </a:xfrm>
            <a:prstGeom prst="rect">
              <a:avLst/>
            </a:prstGeom>
            <a:noFill/>
            <a:ln>
              <a:noFill/>
            </a:ln>
            <a:effectLst>
              <a:outerShdw blurRad="57150" rotWithShape="0" algn="bl" dir="5400000" dist="19050">
                <a:srgbClr val="000000">
                  <a:alpha val="20000"/>
                </a:srgbClr>
              </a:outerShdw>
            </a:effectLst>
          </p:spPr>
        </p:pic>
        <p:pic>
          <p:nvPicPr>
            <p:cNvPr id="1182" name="Google Shape;1182;g2701ceed56d_4_0"/>
            <p:cNvPicPr preferRelativeResize="0"/>
            <p:nvPr/>
          </p:nvPicPr>
          <p:blipFill rotWithShape="1">
            <a:blip r:embed="rId35">
              <a:alphaModFix/>
            </a:blip>
            <a:srcRect b="29" l="0" r="0" t="19"/>
            <a:stretch/>
          </p:blipFill>
          <p:spPr>
            <a:xfrm>
              <a:off x="6430480" y="1524570"/>
              <a:ext cx="828489" cy="592062"/>
            </a:xfrm>
            <a:prstGeom prst="rect">
              <a:avLst/>
            </a:prstGeom>
            <a:noFill/>
            <a:ln>
              <a:noFill/>
            </a:ln>
            <a:effectLst>
              <a:outerShdw blurRad="57150" rotWithShape="0" algn="bl" dir="5400000" dist="19050">
                <a:srgbClr val="000000">
                  <a:alpha val="20000"/>
                </a:srgbClr>
              </a:outerShdw>
            </a:effectLst>
          </p:spPr>
        </p:pic>
        <p:pic>
          <p:nvPicPr>
            <p:cNvPr id="1183" name="Google Shape;1183;g2701ceed56d_4_0"/>
            <p:cNvPicPr preferRelativeResize="0"/>
            <p:nvPr/>
          </p:nvPicPr>
          <p:blipFill rotWithShape="1">
            <a:blip r:embed="rId36">
              <a:alphaModFix/>
            </a:blip>
            <a:srcRect b="29" l="0" r="0" t="19"/>
            <a:stretch/>
          </p:blipFill>
          <p:spPr>
            <a:xfrm>
              <a:off x="5521405" y="2207518"/>
              <a:ext cx="828489" cy="592062"/>
            </a:xfrm>
            <a:prstGeom prst="rect">
              <a:avLst/>
            </a:prstGeom>
            <a:noFill/>
            <a:ln>
              <a:noFill/>
            </a:ln>
            <a:effectLst>
              <a:outerShdw blurRad="57150" rotWithShape="0" algn="bl" dir="5400000" dist="19050">
                <a:srgbClr val="000000">
                  <a:alpha val="20000"/>
                </a:srgbClr>
              </a:outerShdw>
            </a:effectLst>
          </p:spPr>
        </p:pic>
        <p:pic>
          <p:nvPicPr>
            <p:cNvPr id="1184" name="Google Shape;1184;g2701ceed56d_4_0"/>
            <p:cNvPicPr preferRelativeResize="0"/>
            <p:nvPr/>
          </p:nvPicPr>
          <p:blipFill rotWithShape="1">
            <a:blip r:embed="rId37">
              <a:alphaModFix/>
            </a:blip>
            <a:srcRect b="89" l="0" r="0" t="79"/>
            <a:stretch/>
          </p:blipFill>
          <p:spPr>
            <a:xfrm>
              <a:off x="4612280" y="2890465"/>
              <a:ext cx="828489" cy="592062"/>
            </a:xfrm>
            <a:prstGeom prst="rect">
              <a:avLst/>
            </a:prstGeom>
            <a:noFill/>
            <a:ln>
              <a:noFill/>
            </a:ln>
            <a:effectLst>
              <a:outerShdw blurRad="57150" rotWithShape="0" algn="bl" dir="5400000" dist="19050">
                <a:srgbClr val="000000">
                  <a:alpha val="20000"/>
                </a:srgbClr>
              </a:outerShdw>
            </a:effectLst>
          </p:spPr>
        </p:pic>
        <p:pic>
          <p:nvPicPr>
            <p:cNvPr id="1185" name="Google Shape;1185;g2701ceed56d_4_0"/>
            <p:cNvPicPr preferRelativeResize="0"/>
            <p:nvPr/>
          </p:nvPicPr>
          <p:blipFill rotWithShape="1">
            <a:blip r:embed="rId38">
              <a:alphaModFix/>
            </a:blip>
            <a:srcRect b="29" l="0" r="0" t="19"/>
            <a:stretch/>
          </p:blipFill>
          <p:spPr>
            <a:xfrm>
              <a:off x="3703205" y="3573412"/>
              <a:ext cx="828489" cy="592062"/>
            </a:xfrm>
            <a:prstGeom prst="rect">
              <a:avLst/>
            </a:prstGeom>
            <a:noFill/>
            <a:ln>
              <a:noFill/>
            </a:ln>
            <a:effectLst>
              <a:outerShdw blurRad="57150" rotWithShape="0" algn="bl" dir="5400000" dist="19050">
                <a:srgbClr val="000000">
                  <a:alpha val="20000"/>
                </a:srgbClr>
              </a:outerShdw>
            </a:effectLst>
          </p:spPr>
        </p:pic>
        <p:pic>
          <p:nvPicPr>
            <p:cNvPr id="1186" name="Google Shape;1186;g2701ceed56d_4_0"/>
            <p:cNvPicPr preferRelativeResize="0"/>
            <p:nvPr/>
          </p:nvPicPr>
          <p:blipFill rotWithShape="1">
            <a:blip r:embed="rId39">
              <a:alphaModFix/>
            </a:blip>
            <a:srcRect b="29" l="0" r="0" t="19"/>
            <a:stretch/>
          </p:blipFill>
          <p:spPr>
            <a:xfrm>
              <a:off x="3703217" y="2207520"/>
              <a:ext cx="828489" cy="592062"/>
            </a:xfrm>
            <a:prstGeom prst="rect">
              <a:avLst/>
            </a:prstGeom>
            <a:noFill/>
            <a:ln>
              <a:noFill/>
            </a:ln>
            <a:effectLst>
              <a:outerShdw blurRad="57150" rotWithShape="0" algn="bl" dir="5400000" dist="19050">
                <a:srgbClr val="000000">
                  <a:alpha val="20000"/>
                </a:srgbClr>
              </a:outerShdw>
            </a:effectLst>
          </p:spPr>
        </p:pic>
        <p:pic>
          <p:nvPicPr>
            <p:cNvPr id="1187" name="Google Shape;1187;g2701ceed56d_4_0"/>
            <p:cNvPicPr preferRelativeResize="0"/>
            <p:nvPr/>
          </p:nvPicPr>
          <p:blipFill rotWithShape="1">
            <a:blip r:embed="rId40">
              <a:alphaModFix/>
            </a:blip>
            <a:srcRect b="0" l="59" r="59" t="0"/>
            <a:stretch/>
          </p:blipFill>
          <p:spPr>
            <a:xfrm>
              <a:off x="1885015" y="4256362"/>
              <a:ext cx="828489" cy="592062"/>
            </a:xfrm>
            <a:prstGeom prst="rect">
              <a:avLst/>
            </a:prstGeom>
            <a:noFill/>
            <a:ln>
              <a:noFill/>
            </a:ln>
            <a:effectLst>
              <a:outerShdw blurRad="57150" rotWithShape="0" algn="bl" dir="5400000" dist="19050">
                <a:srgbClr val="000000">
                  <a:alpha val="20000"/>
                </a:srgbClr>
              </a:outerShdw>
            </a:effectLst>
          </p:spPr>
        </p:pic>
        <p:pic>
          <p:nvPicPr>
            <p:cNvPr id="1188" name="Google Shape;1188;g2701ceed56d_4_0"/>
            <p:cNvPicPr preferRelativeResize="0"/>
            <p:nvPr/>
          </p:nvPicPr>
          <p:blipFill rotWithShape="1">
            <a:blip r:embed="rId41">
              <a:alphaModFix/>
            </a:blip>
            <a:srcRect b="29" l="0" r="0" t="19"/>
            <a:stretch/>
          </p:blipFill>
          <p:spPr>
            <a:xfrm>
              <a:off x="975905" y="4256362"/>
              <a:ext cx="828489" cy="592062"/>
            </a:xfrm>
            <a:prstGeom prst="rect">
              <a:avLst/>
            </a:prstGeom>
            <a:noFill/>
            <a:ln>
              <a:noFill/>
            </a:ln>
            <a:effectLst>
              <a:outerShdw blurRad="57150" rotWithShape="0" algn="bl" dir="5400000" dist="19050">
                <a:srgbClr val="000000">
                  <a:alpha val="20000"/>
                </a:srgbClr>
              </a:outerShdw>
            </a:effectLst>
          </p:spPr>
        </p:pic>
        <p:pic>
          <p:nvPicPr>
            <p:cNvPr id="1189" name="Google Shape;1189;g2701ceed56d_4_0"/>
            <p:cNvPicPr preferRelativeResize="0"/>
            <p:nvPr/>
          </p:nvPicPr>
          <p:blipFill rotWithShape="1">
            <a:blip r:embed="rId42">
              <a:alphaModFix/>
            </a:blip>
            <a:srcRect b="0" l="59" r="59" t="0"/>
            <a:stretch/>
          </p:blipFill>
          <p:spPr>
            <a:xfrm>
              <a:off x="7339632" y="3573437"/>
              <a:ext cx="828489" cy="592062"/>
            </a:xfrm>
            <a:prstGeom prst="rect">
              <a:avLst/>
            </a:prstGeom>
            <a:noFill/>
            <a:ln>
              <a:noFill/>
            </a:ln>
            <a:effectLst>
              <a:outerShdw blurRad="57150" rotWithShape="0" algn="bl" dir="5400000" dist="19050">
                <a:srgbClr val="000000">
                  <a:alpha val="20000"/>
                </a:srgbClr>
              </a:outerShdw>
            </a:effectLst>
          </p:spPr>
        </p:pic>
        <p:pic>
          <p:nvPicPr>
            <p:cNvPr id="1190" name="Google Shape;1190;g2701ceed56d_4_0"/>
            <p:cNvPicPr preferRelativeResize="0"/>
            <p:nvPr/>
          </p:nvPicPr>
          <p:blipFill rotWithShape="1">
            <a:blip r:embed="rId43">
              <a:alphaModFix/>
            </a:blip>
            <a:srcRect b="0" l="59" r="59" t="0"/>
            <a:stretch/>
          </p:blipFill>
          <p:spPr>
            <a:xfrm>
              <a:off x="6430534" y="3573412"/>
              <a:ext cx="828489" cy="592062"/>
            </a:xfrm>
            <a:prstGeom prst="rect">
              <a:avLst/>
            </a:prstGeom>
            <a:noFill/>
            <a:ln>
              <a:noFill/>
            </a:ln>
            <a:effectLst>
              <a:outerShdw blurRad="57150" rotWithShape="0" algn="bl" dir="5400000" dist="19050">
                <a:srgbClr val="000000">
                  <a:alpha val="20000"/>
                </a:srgbClr>
              </a:outerShdw>
            </a:effectLst>
          </p:spPr>
        </p:pic>
        <p:pic>
          <p:nvPicPr>
            <p:cNvPr id="1191" name="Google Shape;1191;g2701ceed56d_4_0"/>
            <p:cNvPicPr preferRelativeResize="0"/>
            <p:nvPr/>
          </p:nvPicPr>
          <p:blipFill rotWithShape="1">
            <a:blip r:embed="rId44">
              <a:alphaModFix/>
            </a:blip>
            <a:srcRect b="0" l="59" r="59" t="0"/>
            <a:stretch/>
          </p:blipFill>
          <p:spPr>
            <a:xfrm>
              <a:off x="5521435" y="3573412"/>
              <a:ext cx="828489" cy="592062"/>
            </a:xfrm>
            <a:prstGeom prst="rect">
              <a:avLst/>
            </a:prstGeom>
            <a:noFill/>
            <a:ln>
              <a:noFill/>
            </a:ln>
            <a:effectLst>
              <a:outerShdw blurRad="57150" rotWithShape="0" algn="bl" dir="5400000" dist="19050">
                <a:srgbClr val="000000">
                  <a:alpha val="20000"/>
                </a:srgbClr>
              </a:outerShdw>
            </a:effectLst>
          </p:spPr>
        </p:pic>
        <p:pic>
          <p:nvPicPr>
            <p:cNvPr id="1192" name="Google Shape;1192;g2701ceed56d_4_0"/>
            <p:cNvPicPr preferRelativeResize="0"/>
            <p:nvPr/>
          </p:nvPicPr>
          <p:blipFill rotWithShape="1">
            <a:blip r:embed="rId45">
              <a:alphaModFix/>
            </a:blip>
            <a:srcRect b="29" l="0" r="0" t="19"/>
            <a:stretch/>
          </p:blipFill>
          <p:spPr>
            <a:xfrm>
              <a:off x="2794115" y="4264328"/>
              <a:ext cx="828489" cy="592062"/>
            </a:xfrm>
            <a:prstGeom prst="rect">
              <a:avLst/>
            </a:prstGeom>
            <a:noFill/>
            <a:ln>
              <a:noFill/>
            </a:ln>
            <a:effectLst>
              <a:outerShdw blurRad="57150" rotWithShape="0" algn="bl" dir="5400000" dist="19050">
                <a:srgbClr val="000000">
                  <a:alpha val="20000"/>
                </a:srgbClr>
              </a:outerShdw>
            </a:effectLst>
          </p:spPr>
        </p:pic>
        <p:pic>
          <p:nvPicPr>
            <p:cNvPr id="1193" name="Google Shape;1193;g2701ceed56d_4_0"/>
            <p:cNvPicPr preferRelativeResize="0"/>
            <p:nvPr/>
          </p:nvPicPr>
          <p:blipFill rotWithShape="1">
            <a:blip r:embed="rId46">
              <a:alphaModFix/>
            </a:blip>
            <a:srcRect b="0" l="59" r="59" t="0"/>
            <a:stretch/>
          </p:blipFill>
          <p:spPr>
            <a:xfrm>
              <a:off x="4612326" y="4264325"/>
              <a:ext cx="828489" cy="592062"/>
            </a:xfrm>
            <a:prstGeom prst="rect">
              <a:avLst/>
            </a:prstGeom>
            <a:noFill/>
            <a:ln>
              <a:noFill/>
            </a:ln>
            <a:effectLst>
              <a:outerShdw blurRad="57150" rotWithShape="0" algn="bl" dir="5400000" dist="19050">
                <a:srgbClr val="000000">
                  <a:alpha val="20000"/>
                </a:srgbClr>
              </a:outerShdw>
            </a:effectLst>
          </p:spPr>
        </p:pic>
        <p:pic>
          <p:nvPicPr>
            <p:cNvPr id="1194" name="Google Shape;1194;g2701ceed56d_4_0"/>
            <p:cNvPicPr preferRelativeResize="0"/>
            <p:nvPr/>
          </p:nvPicPr>
          <p:blipFill rotWithShape="1">
            <a:blip r:embed="rId47">
              <a:alphaModFix/>
            </a:blip>
            <a:srcRect b="29" l="0" r="0" t="19"/>
            <a:stretch/>
          </p:blipFill>
          <p:spPr>
            <a:xfrm>
              <a:off x="3703205" y="4264325"/>
              <a:ext cx="828489" cy="592062"/>
            </a:xfrm>
            <a:prstGeom prst="rect">
              <a:avLst/>
            </a:prstGeom>
            <a:noFill/>
            <a:ln>
              <a:noFill/>
            </a:ln>
            <a:effectLst>
              <a:outerShdw blurRad="57150" rotWithShape="0" algn="bl" dir="5400000" dist="19050">
                <a:srgbClr val="000000">
                  <a:alpha val="20000"/>
                </a:srgbClr>
              </a:outerShdw>
            </a:effectLst>
          </p:spPr>
        </p:pic>
        <p:pic>
          <p:nvPicPr>
            <p:cNvPr id="1195" name="Google Shape;1195;g2701ceed56d_4_0"/>
            <p:cNvPicPr preferRelativeResize="0"/>
            <p:nvPr/>
          </p:nvPicPr>
          <p:blipFill rotWithShape="1">
            <a:blip r:embed="rId48">
              <a:alphaModFix/>
            </a:blip>
            <a:srcRect b="29" l="0" r="0" t="19"/>
            <a:stretch/>
          </p:blipFill>
          <p:spPr>
            <a:xfrm>
              <a:off x="7339632" y="4264350"/>
              <a:ext cx="828489" cy="592062"/>
            </a:xfrm>
            <a:prstGeom prst="rect">
              <a:avLst/>
            </a:prstGeom>
            <a:noFill/>
            <a:ln>
              <a:noFill/>
            </a:ln>
            <a:effectLst>
              <a:outerShdw blurRad="57150" rotWithShape="0" algn="bl" dir="5400000" dist="19050">
                <a:srgbClr val="000000">
                  <a:alpha val="20000"/>
                </a:srgbClr>
              </a:outerShdw>
            </a:effectLst>
          </p:spPr>
        </p:pic>
        <p:pic>
          <p:nvPicPr>
            <p:cNvPr id="1196" name="Google Shape;1196;g2701ceed56d_4_0"/>
            <p:cNvPicPr preferRelativeResize="0"/>
            <p:nvPr/>
          </p:nvPicPr>
          <p:blipFill rotWithShape="1">
            <a:blip r:embed="rId49">
              <a:alphaModFix/>
            </a:blip>
            <a:srcRect b="0" l="59" r="59" t="0"/>
            <a:stretch/>
          </p:blipFill>
          <p:spPr>
            <a:xfrm>
              <a:off x="6430534" y="4264325"/>
              <a:ext cx="828489" cy="592062"/>
            </a:xfrm>
            <a:prstGeom prst="rect">
              <a:avLst/>
            </a:prstGeom>
            <a:noFill/>
            <a:ln>
              <a:noFill/>
            </a:ln>
            <a:effectLst>
              <a:outerShdw blurRad="57150" rotWithShape="0" algn="bl" dir="5400000" dist="19050">
                <a:srgbClr val="000000">
                  <a:alpha val="20000"/>
                </a:srgbClr>
              </a:outerShdw>
            </a:effectLst>
          </p:spPr>
        </p:pic>
        <p:pic>
          <p:nvPicPr>
            <p:cNvPr id="1197" name="Google Shape;1197;g2701ceed56d_4_0"/>
            <p:cNvPicPr preferRelativeResize="0"/>
            <p:nvPr/>
          </p:nvPicPr>
          <p:blipFill rotWithShape="1">
            <a:blip r:embed="rId50">
              <a:alphaModFix/>
            </a:blip>
            <a:srcRect b="0" l="59" r="59" t="0"/>
            <a:stretch/>
          </p:blipFill>
          <p:spPr>
            <a:xfrm>
              <a:off x="5521435" y="4264325"/>
              <a:ext cx="828489" cy="592062"/>
            </a:xfrm>
            <a:prstGeom prst="rect">
              <a:avLst/>
            </a:prstGeom>
            <a:noFill/>
            <a:ln>
              <a:noFill/>
            </a:ln>
            <a:effectLst>
              <a:outerShdw blurRad="57150" rotWithShape="0" algn="bl" dir="5400000" dist="19050">
                <a:srgbClr val="000000">
                  <a:alpha val="20000"/>
                </a:srgbClr>
              </a:outerShdw>
            </a:effectLst>
          </p:spPr>
        </p:pic>
        <p:pic>
          <p:nvPicPr>
            <p:cNvPr id="1198" name="Google Shape;1198;g2701ceed56d_4_0"/>
            <p:cNvPicPr preferRelativeResize="0"/>
            <p:nvPr/>
          </p:nvPicPr>
          <p:blipFill rotWithShape="1">
            <a:blip r:embed="rId51">
              <a:alphaModFix/>
            </a:blip>
            <a:srcRect b="29" l="0" r="0" t="19"/>
            <a:stretch/>
          </p:blipFill>
          <p:spPr>
            <a:xfrm>
              <a:off x="1885015" y="4939312"/>
              <a:ext cx="828489" cy="592062"/>
            </a:xfrm>
            <a:prstGeom prst="rect">
              <a:avLst/>
            </a:prstGeom>
            <a:noFill/>
            <a:ln>
              <a:noFill/>
            </a:ln>
            <a:effectLst>
              <a:outerShdw blurRad="57150" rotWithShape="0" algn="bl" dir="5400000" dist="19050">
                <a:srgbClr val="000000">
                  <a:alpha val="20000"/>
                </a:srgbClr>
              </a:outerShdw>
            </a:effectLst>
          </p:spPr>
        </p:pic>
        <p:pic>
          <p:nvPicPr>
            <p:cNvPr id="1199" name="Google Shape;1199;g2701ceed56d_4_0"/>
            <p:cNvPicPr preferRelativeResize="0"/>
            <p:nvPr/>
          </p:nvPicPr>
          <p:blipFill rotWithShape="1">
            <a:blip r:embed="rId52">
              <a:alphaModFix/>
            </a:blip>
            <a:srcRect b="0" l="59" r="59" t="0"/>
            <a:stretch/>
          </p:blipFill>
          <p:spPr>
            <a:xfrm>
              <a:off x="975905" y="4939312"/>
              <a:ext cx="828489" cy="592062"/>
            </a:xfrm>
            <a:prstGeom prst="rect">
              <a:avLst/>
            </a:prstGeom>
            <a:noFill/>
            <a:ln>
              <a:noFill/>
            </a:ln>
            <a:effectLst>
              <a:outerShdw blurRad="57150" rotWithShape="0" algn="bl" dir="5400000" dist="19050">
                <a:srgbClr val="000000">
                  <a:alpha val="20000"/>
                </a:srgbClr>
              </a:outerShdw>
            </a:effectLst>
          </p:spPr>
        </p:pic>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pic>
        <p:nvPicPr>
          <p:cNvPr id="1205" name="Google Shape;1205;g27396dc95f3_0_0"/>
          <p:cNvPicPr preferRelativeResize="0"/>
          <p:nvPr/>
        </p:nvPicPr>
        <p:blipFill rotWithShape="1">
          <a:blip r:embed="rId3">
            <a:alphaModFix/>
          </a:blip>
          <a:srcRect b="49806" l="0" r="0" t="0"/>
          <a:stretch/>
        </p:blipFill>
        <p:spPr>
          <a:xfrm>
            <a:off x="941775" y="2352221"/>
            <a:ext cx="3592025" cy="2953923"/>
          </a:xfrm>
          <a:prstGeom prst="rect">
            <a:avLst/>
          </a:prstGeom>
          <a:noFill/>
          <a:ln>
            <a:noFill/>
          </a:ln>
        </p:spPr>
      </p:pic>
      <p:pic>
        <p:nvPicPr>
          <p:cNvPr id="1206" name="Google Shape;1206;g27396dc95f3_0_0"/>
          <p:cNvPicPr preferRelativeResize="0"/>
          <p:nvPr/>
        </p:nvPicPr>
        <p:blipFill rotWithShape="1">
          <a:blip r:embed="rId3">
            <a:alphaModFix/>
          </a:blip>
          <a:srcRect b="0" l="0" r="0" t="51589"/>
          <a:stretch/>
        </p:blipFill>
        <p:spPr>
          <a:xfrm>
            <a:off x="4793675" y="2458868"/>
            <a:ext cx="3592025" cy="28490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solidFill>
                  <a:schemeClr val="lt1"/>
                </a:solidFill>
              </a:rPr>
              <a:t>Review Phase 5.5</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7" name="Shape 121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