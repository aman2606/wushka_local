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6858000" type="screen4x3"/>
  <p:notesSz cx="6858000" cy="9144000"/>
  <p:embeddedFontLst>
    <p:embeddedFont>
      <p:font typeface="Helvetica Neue" panose="020B0604020202020204" charset="0"/>
      <p:regular r:id="rId18"/>
      <p:bold r:id="rId19"/>
      <p:italic r:id="rId20"/>
      <p:boldItalic r:id="rId21"/>
    </p:embeddedFont>
    <p:embeddedFont>
      <p:font typeface="Jost" panose="020B0604020202020204" charset="0"/>
      <p:regular r:id="rId22"/>
      <p:bold r:id="rId23"/>
      <p:italic r:id="rId24"/>
      <p:boldItalic r:id="rId25"/>
    </p:embeddedFont>
    <p:embeddedFont>
      <p:font typeface="Nunito Black" pitchFamily="2" charset="0"/>
      <p:bold r:id="rId26"/>
      <p:boldItalic r:id="rId27"/>
    </p:embeddedFont>
    <p:embeddedFont>
      <p:font typeface="Poppins" panose="00000500000000000000" pitchFamily="2" charset="0"/>
      <p:regular r:id="rId28"/>
      <p:bold r:id="rId29"/>
      <p:italic r:id="rId30"/>
      <p:boldItalic r:id="rId31"/>
    </p:embeddedFont>
    <p:embeddedFont>
      <p:font typeface="Poppins Medium" panose="00000600000000000000" pitchFamily="2" charset="0"/>
      <p:regular r:id="rId32"/>
      <p:bold r:id="rId33"/>
      <p:italic r:id="rId34"/>
      <p:boldItalic r:id="rId35"/>
    </p:embeddedFont>
    <p:embeddedFont>
      <p:font typeface="Poppins SemiBold" panose="00000700000000000000" pitchFamily="2"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6" roundtripDataSignature="AMtx7mjP+0BEQQqWVaEGq108p4LJ5yzku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B1478AF-5C68-42B5-A47A-F901C8323C92}">
  <a:tblStyle styleId="{9B1478AF-5C68-42B5-A47A-F901C8323C92}"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9" Type="http://schemas.openxmlformats.org/officeDocument/2006/relationships/font" Target="fonts/font22.fntdata"/><Relationship Id="rId21" Type="http://schemas.openxmlformats.org/officeDocument/2006/relationships/font" Target="fonts/font4.fntdata"/><Relationship Id="rId34" Type="http://schemas.openxmlformats.org/officeDocument/2006/relationships/font" Target="fonts/font17.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font" Target="fonts/font15.fntdata"/><Relationship Id="rId37" Type="http://schemas.openxmlformats.org/officeDocument/2006/relationships/font" Target="fonts/font20.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36" Type="http://schemas.openxmlformats.org/officeDocument/2006/relationships/font" Target="fonts/font19.fntdata"/><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font" Target="fonts/font1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35" Type="http://schemas.openxmlformats.org/officeDocument/2006/relationships/font" Target="fonts/font18.fntdata"/><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openxmlformats.org/officeDocument/2006/relationships/font" Target="fonts/font16.fntdata"/><Relationship Id="rId38" Type="http://schemas.openxmlformats.org/officeDocument/2006/relationships/font" Target="fonts/font21.fntdata"/><Relationship Id="rId46"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7"/>
        <p:cNvGrpSpPr/>
        <p:nvPr/>
      </p:nvGrpSpPr>
      <p:grpSpPr>
        <a:xfrm>
          <a:off x="0" y="0"/>
          <a:ext cx="0" cy="0"/>
          <a:chOff x="0" y="0"/>
          <a:chExt cx="0" cy="0"/>
        </a:xfrm>
      </p:grpSpPr>
      <p:sp>
        <p:nvSpPr>
          <p:cNvPr id="738" name="Google Shape;73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9" name="Google Shape;739;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9"/>
        <p:cNvGrpSpPr/>
        <p:nvPr/>
      </p:nvGrpSpPr>
      <p:grpSpPr>
        <a:xfrm>
          <a:off x="0" y="0"/>
          <a:ext cx="0" cy="0"/>
          <a:chOff x="0" y="0"/>
          <a:chExt cx="0" cy="0"/>
        </a:xfrm>
      </p:grpSpPr>
      <p:sp>
        <p:nvSpPr>
          <p:cNvPr id="750" name="Google Shape;750;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1" name="Google Shape;751;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2" name="Google Shape;752;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3"/>
        <p:cNvGrpSpPr/>
        <p:nvPr/>
      </p:nvGrpSpPr>
      <p:grpSpPr>
        <a:xfrm>
          <a:off x="0" y="0"/>
          <a:ext cx="0" cy="0"/>
          <a:chOff x="0" y="0"/>
          <a:chExt cx="0" cy="0"/>
        </a:xfrm>
      </p:grpSpPr>
      <p:sp>
        <p:nvSpPr>
          <p:cNvPr id="774" name="Google Shape;774;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5" name="Google Shape;775;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6" name="Google Shape;776;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3"/>
        <p:cNvGrpSpPr/>
        <p:nvPr/>
      </p:nvGrpSpPr>
      <p:grpSpPr>
        <a:xfrm>
          <a:off x="0" y="0"/>
          <a:ext cx="0" cy="0"/>
          <a:chOff x="0" y="0"/>
          <a:chExt cx="0" cy="0"/>
        </a:xfrm>
      </p:grpSpPr>
      <p:sp>
        <p:nvSpPr>
          <p:cNvPr id="804" name="Google Shape;804;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5" name="Google Shape;805;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6" name="Google Shape;806;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9"/>
        <p:cNvGrpSpPr/>
        <p:nvPr/>
      </p:nvGrpSpPr>
      <p:grpSpPr>
        <a:xfrm>
          <a:off x="0" y="0"/>
          <a:ext cx="0" cy="0"/>
          <a:chOff x="0" y="0"/>
          <a:chExt cx="0" cy="0"/>
        </a:xfrm>
      </p:grpSpPr>
      <p:sp>
        <p:nvSpPr>
          <p:cNvPr id="840" name="Google Shape;840;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1" name="Google Shape;841;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2" name="Google Shape;842;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0"/>
        <p:cNvGrpSpPr/>
        <p:nvPr/>
      </p:nvGrpSpPr>
      <p:grpSpPr>
        <a:xfrm>
          <a:off x="0" y="0"/>
          <a:ext cx="0" cy="0"/>
          <a:chOff x="0" y="0"/>
          <a:chExt cx="0" cy="0"/>
        </a:xfrm>
      </p:grpSpPr>
      <p:sp>
        <p:nvSpPr>
          <p:cNvPr id="861" name="Google Shape;861;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2" name="Google Shape;862;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3" name="Google Shape;863;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5"/>
        <p:cNvGrpSpPr/>
        <p:nvPr/>
      </p:nvGrpSpPr>
      <p:grpSpPr>
        <a:xfrm>
          <a:off x="0" y="0"/>
          <a:ext cx="0" cy="0"/>
          <a:chOff x="0" y="0"/>
          <a:chExt cx="0" cy="0"/>
        </a:xfrm>
      </p:grpSpPr>
      <p:sp>
        <p:nvSpPr>
          <p:cNvPr id="896" name="Google Shape;896;g26b94af6077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7" name="Google Shape;897;g26b94af6077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8" name="Google Shape;898;g26b94af6077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4"/>
        <p:cNvGrpSpPr/>
        <p:nvPr/>
      </p:nvGrpSpPr>
      <p:grpSpPr>
        <a:xfrm>
          <a:off x="0" y="0"/>
          <a:ext cx="0" cy="0"/>
          <a:chOff x="0" y="0"/>
          <a:chExt cx="0" cy="0"/>
        </a:xfrm>
      </p:grpSpPr>
      <p:sp>
        <p:nvSpPr>
          <p:cNvPr id="915" name="Google Shape;915;g2cf1f75ecdd_0_15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6" name="Google Shape;916;g2cf1f75ecdd_0_15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7" name="Google Shape;917;g2cf1f75ecdd_0_15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2"/>
        <p:cNvGrpSpPr/>
        <p:nvPr/>
      </p:nvGrpSpPr>
      <p:grpSpPr>
        <a:xfrm>
          <a:off x="0" y="0"/>
          <a:ext cx="0" cy="0"/>
          <a:chOff x="0" y="0"/>
          <a:chExt cx="0" cy="0"/>
        </a:xfrm>
      </p:grpSpPr>
      <p:sp>
        <p:nvSpPr>
          <p:cNvPr id="923" name="Google Shape;923;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4" name="Google Shape;924;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5" name="Google Shape;925;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3"/>
        <p:cNvGrpSpPr/>
        <p:nvPr/>
      </p:nvGrpSpPr>
      <p:grpSpPr>
        <a:xfrm>
          <a:off x="0" y="0"/>
          <a:ext cx="0" cy="0"/>
          <a:chOff x="0" y="0"/>
          <a:chExt cx="0" cy="0"/>
        </a:xfrm>
      </p:grpSpPr>
      <p:sp>
        <p:nvSpPr>
          <p:cNvPr id="944" name="Google Shape;944;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5" name="Google Shape;945;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6" name="Google Shape;946;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4"/>
        <p:cNvGrpSpPr/>
        <p:nvPr/>
      </p:nvGrpSpPr>
      <p:grpSpPr>
        <a:xfrm>
          <a:off x="0" y="0"/>
          <a:ext cx="0" cy="0"/>
          <a:chOff x="0" y="0"/>
          <a:chExt cx="0" cy="0"/>
        </a:xfrm>
      </p:grpSpPr>
      <p:sp>
        <p:nvSpPr>
          <p:cNvPr id="965" name="Google Shape;965;g26b641b03cd_0_3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6" name="Google Shape;966;g26b641b03cd_0_3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7" name="Google Shape;967;g26b641b03cd_0_3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7"/>
        <p:cNvGrpSpPr/>
        <p:nvPr/>
      </p:nvGrpSpPr>
      <p:grpSpPr>
        <a:xfrm>
          <a:off x="0" y="0"/>
          <a:ext cx="0" cy="0"/>
          <a:chOff x="0" y="0"/>
          <a:chExt cx="0" cy="0"/>
        </a:xfrm>
      </p:grpSpPr>
      <p:sp>
        <p:nvSpPr>
          <p:cNvPr id="978" name="Google Shape;978;g26b641b03cd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9" name="Google Shape;979;g26b641b03cd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0" name="Google Shape;980;g26b641b03cd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0"/>
        <p:cNvGrpSpPr/>
        <p:nvPr/>
      </p:nvGrpSpPr>
      <p:grpSpPr>
        <a:xfrm>
          <a:off x="0" y="0"/>
          <a:ext cx="0" cy="0"/>
          <a:chOff x="0" y="0"/>
          <a:chExt cx="0" cy="0"/>
        </a:xfrm>
      </p:grpSpPr>
      <p:sp>
        <p:nvSpPr>
          <p:cNvPr id="991" name="Google Shape;991;g2d1e0b7acca_0_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2" name="Google Shape;992;g2d1e0b7acca_0_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3" name="Google Shape;993;g2d1e0b7acca_0_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8"/>
        <p:cNvGrpSpPr/>
        <p:nvPr/>
      </p:nvGrpSpPr>
      <p:grpSpPr>
        <a:xfrm>
          <a:off x="0" y="0"/>
          <a:ext cx="0" cy="0"/>
          <a:chOff x="0" y="0"/>
          <a:chExt cx="0" cy="0"/>
        </a:xfrm>
      </p:grpSpPr>
      <p:sp>
        <p:nvSpPr>
          <p:cNvPr id="999" name="Google Shape;999;g2d1e0b7acca_0_1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0" name="Google Shape;1000;g2d1e0b7acca_0_1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1" name="Google Shape;1001;g2d1e0b7acca_0_1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0"/>
        <p:cNvGrpSpPr/>
        <p:nvPr/>
      </p:nvGrpSpPr>
      <p:grpSpPr>
        <a:xfrm>
          <a:off x="0" y="0"/>
          <a:ext cx="0" cy="0"/>
          <a:chOff x="0" y="0"/>
          <a:chExt cx="0" cy="0"/>
        </a:xfrm>
      </p:grpSpPr>
      <p:sp>
        <p:nvSpPr>
          <p:cNvPr id="1041" name="Google Shape;1041;g2d1e0b7acca_0_7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2" name="Google Shape;1042;g2d1e0b7acca_0_7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3" name="Google Shape;1043;g2d1e0b7acca_0_7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8DC63F"/>
                </a:solidFill>
                <a:latin typeface="Poppins SemiBold"/>
                <a:ea typeface="Poppins SemiBold"/>
                <a:cs typeface="Poppins SemiBold"/>
                <a:sym typeface="Poppins SemiBold"/>
              </a:rPr>
              <a:t>Phase 4</a:t>
            </a:r>
            <a:endParaRPr sz="6000" b="0" i="0" u="none" strike="noStrike" cap="none">
              <a:solidFill>
                <a:srgbClr val="8DC63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323576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7" name="Google Shape;37;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 name="Google Shape;38;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9" name="Google Shape;39;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40" name="Google Shape;40;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90452"/>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Objective</a:t>
            </a:r>
            <a:endParaRPr sz="3200" b="0" i="0" u="none" strike="noStrike" cap="none">
              <a:solidFill>
                <a:srgbClr val="8DC63F"/>
              </a:solidFill>
              <a:latin typeface="Poppins Medium"/>
              <a:ea typeface="Poppins Medium"/>
              <a:cs typeface="Poppins Medium"/>
              <a:sym typeface="Poppins Medium"/>
            </a:endParaRPr>
          </a:p>
        </p:txBody>
      </p:sp>
      <p:sp>
        <p:nvSpPr>
          <p:cNvPr id="47" name="Google Shape;47;p15"/>
          <p:cNvSpPr txBox="1"/>
          <p:nvPr/>
        </p:nvSpPr>
        <p:spPr>
          <a:xfrm>
            <a:off x="856314" y="2175985"/>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Review</a:t>
            </a:r>
            <a:endParaRPr sz="3200" b="0" i="0" u="none" strike="noStrike" cap="none">
              <a:solidFill>
                <a:srgbClr val="8DC63F"/>
              </a:solidFill>
              <a:latin typeface="Poppins Medium"/>
              <a:ea typeface="Poppins Medium"/>
              <a:cs typeface="Poppins Medium"/>
              <a:sym typeface="Poppins Medium"/>
            </a:endParaRPr>
          </a:p>
        </p:txBody>
      </p:sp>
      <p:cxnSp>
        <p:nvCxnSpPr>
          <p:cNvPr id="48" name="Google Shape;48;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0" name="Google Shape;50;p15"/>
          <p:cNvCxnSpPr/>
          <p:nvPr/>
        </p:nvCxnSpPr>
        <p:spPr>
          <a:xfrm>
            <a:off x="865586" y="19378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1" name="Google Shape;51;p15"/>
          <p:cNvGrpSpPr/>
          <p:nvPr/>
        </p:nvGrpSpPr>
        <p:grpSpPr>
          <a:xfrm>
            <a:off x="357775" y="5983875"/>
            <a:ext cx="586800" cy="571500"/>
            <a:chOff x="662575" y="6212475"/>
            <a:chExt cx="586800" cy="571500"/>
          </a:xfrm>
        </p:grpSpPr>
        <p:sp>
          <p:nvSpPr>
            <p:cNvPr id="52" name="Google Shape;52;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323576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7" name="Google Shape;67;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 name="Google Shape;68;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9" name="Google Shape;69;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 name="Google Shape;70;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1" name="Google Shape;71;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 name="Google Shape;72;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3" name="Google Shape;73;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4" name="Google Shape;74;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323576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5" name="Google Shape;95;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 name="Google Shape;96;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7" name="Google Shape;97;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 name="Google Shape;98;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9" name="Google Shape;99;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 name="Google Shape;100;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1" name="Google Shape;101;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2" name="Google Shape;102;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29292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700" b="0" i="0" u="none" strike="noStrike" cap="none">
                <a:solidFill>
                  <a:srgbClr val="FFFFFF"/>
                </a:solidFill>
                <a:latin typeface="Poppins SemiBold"/>
                <a:ea typeface="Poppins SemiBold"/>
                <a:cs typeface="Poppins SemiBold"/>
                <a:sym typeface="Poppins SemiBold"/>
              </a:rPr>
              <a:t>Review </a:t>
            </a:r>
            <a:r>
              <a:rPr lang="en-US" sz="1700">
                <a:solidFill>
                  <a:srgbClr val="FFFFFF"/>
                </a:solidFill>
                <a:latin typeface="Poppins SemiBold"/>
                <a:ea typeface="Poppins SemiBold"/>
                <a:cs typeface="Poppins SemiBold"/>
                <a:sym typeface="Poppins SemiBold"/>
              </a:rPr>
              <a:t>Common Exception Word</a:t>
            </a:r>
            <a:r>
              <a:rPr lang="en-US" sz="1700" b="0" i="0" u="none" strike="noStrike" cap="none">
                <a:solidFill>
                  <a:srgbClr val="FFFFFF"/>
                </a:solidFill>
                <a:latin typeface="Poppins SemiBold"/>
                <a:ea typeface="Poppins SemiBold"/>
                <a:cs typeface="Poppins SemiBold"/>
                <a:sym typeface="Poppins SemiBold"/>
              </a:rPr>
              <a:t>s</a:t>
            </a:r>
            <a:endParaRPr sz="17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64948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700" b="0" i="0" u="none" strike="noStrike" cap="none">
                <a:solidFill>
                  <a:srgbClr val="8DC63F"/>
                </a:solidFill>
                <a:latin typeface="Poppins Medium"/>
                <a:ea typeface="Poppins Medium"/>
                <a:cs typeface="Poppins Medium"/>
                <a:sym typeface="Poppins Medium"/>
              </a:rPr>
              <a:t>Week 7 - Friday</a:t>
            </a:r>
            <a:endParaRPr sz="1700" b="0" i="0" u="none" strike="noStrike" cap="none">
              <a:solidFill>
                <a:srgbClr val="8DC63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700" b="0" i="0" u="none" strike="noStrike" cap="none">
                <a:solidFill>
                  <a:srgbClr val="8DC63F"/>
                </a:solidFill>
                <a:latin typeface="Poppins Medium"/>
                <a:ea typeface="Poppins Medium"/>
                <a:cs typeface="Poppins Medium"/>
                <a:sym typeface="Poppins Medium"/>
              </a:rPr>
              <a:t>Lesson 35</a:t>
            </a:r>
            <a:endParaRPr sz="1700" b="0" i="0" u="none" strike="noStrike" cap="none">
              <a:solidFill>
                <a:srgbClr val="8DC63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700" b="0" i="0" u="none" strike="noStrike" cap="none">
                <a:solidFill>
                  <a:srgbClr val="FFFFFF"/>
                </a:solidFill>
                <a:latin typeface="Poppins SemiBold"/>
                <a:ea typeface="Poppins SemiBold"/>
                <a:cs typeface="Poppins SemiBold"/>
                <a:sym typeface="Poppins SemiBold"/>
              </a:rPr>
              <a:t>Phase 4 - Blends</a:t>
            </a:r>
            <a:endParaRPr sz="17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8DC63F"/>
              </a:buClr>
              <a:buSzPts val="3200"/>
              <a:buFont typeface="Poppins Medium"/>
              <a:buNone/>
              <a:defRPr sz="3200">
                <a:solidFill>
                  <a:srgbClr val="8DC63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Independent Reading">
  <p:cSld name="Title Slide-Phase, week, lesson_1">
    <p:spTree>
      <p:nvGrpSpPr>
        <p:cNvPr id="1" name="Shape 126"/>
        <p:cNvGrpSpPr/>
        <p:nvPr/>
      </p:nvGrpSpPr>
      <p:grpSpPr>
        <a:xfrm>
          <a:off x="0" y="0"/>
          <a:ext cx="0" cy="0"/>
          <a:chOff x="0" y="0"/>
          <a:chExt cx="0" cy="0"/>
        </a:xfrm>
      </p:grpSpPr>
      <p:sp>
        <p:nvSpPr>
          <p:cNvPr id="127" name="Google Shape;127;g26fb94498d9_0_7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29" name="Google Shape;129;g26fb94498d9_0_70"/>
          <p:cNvGrpSpPr/>
          <p:nvPr/>
        </p:nvGrpSpPr>
        <p:grpSpPr>
          <a:xfrm>
            <a:off x="8199150" y="5983875"/>
            <a:ext cx="586800" cy="571500"/>
            <a:chOff x="7894350" y="6212475"/>
            <a:chExt cx="586800" cy="571500"/>
          </a:xfrm>
        </p:grpSpPr>
        <p:sp>
          <p:nvSpPr>
            <p:cNvPr id="130" name="Google Shape;130;g26fb94498d9_0_7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1" name="Google Shape;131;g26fb94498d9_0_7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2" name="Google Shape;132;g26fb94498d9_0_7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33" name="Google Shape;133;g26fb94498d9_0_70"/>
          <p:cNvSpPr txBox="1"/>
          <p:nvPr/>
        </p:nvSpPr>
        <p:spPr>
          <a:xfrm>
            <a:off x="856325" y="958000"/>
            <a:ext cx="55779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Independent Reading</a:t>
            </a:r>
            <a:endParaRPr sz="3200" b="0" i="0" u="none" strike="noStrike" cap="none">
              <a:solidFill>
                <a:srgbClr val="8DC63F"/>
              </a:solidFill>
              <a:latin typeface="Poppins Medium"/>
              <a:ea typeface="Poppins Medium"/>
              <a:cs typeface="Poppins Medium"/>
              <a:sym typeface="Poppins Medium"/>
            </a:endParaRPr>
          </a:p>
        </p:txBody>
      </p:sp>
      <p:cxnSp>
        <p:nvCxnSpPr>
          <p:cNvPr id="134" name="Google Shape;134;g26fb94498d9_0_70"/>
          <p:cNvCxnSpPr/>
          <p:nvPr/>
        </p:nvCxnSpPr>
        <p:spPr>
          <a:xfrm>
            <a:off x="941786" y="1709260"/>
            <a:ext cx="4402200" cy="0"/>
          </a:xfrm>
          <a:prstGeom prst="straightConnector1">
            <a:avLst/>
          </a:prstGeom>
          <a:noFill/>
          <a:ln w="9525" cap="flat" cmpd="sng">
            <a:solidFill>
              <a:srgbClr val="BFBFBF"/>
            </a:solidFill>
            <a:prstDash val="solid"/>
            <a:miter lim="800000"/>
            <a:headEnd type="none" w="sm" len="sm"/>
            <a:tailEnd type="none" w="sm" len="sm"/>
          </a:ln>
        </p:spPr>
      </p:cxnSp>
      <p:sp>
        <p:nvSpPr>
          <p:cNvPr id="135" name="Google Shape;135;g26fb94498d9_0_70"/>
          <p:cNvSpPr txBox="1"/>
          <p:nvPr/>
        </p:nvSpPr>
        <p:spPr>
          <a:xfrm>
            <a:off x="842866" y="1759850"/>
            <a:ext cx="4606800" cy="648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000"/>
              </a:spcBef>
              <a:spcAft>
                <a:spcPts val="0"/>
              </a:spcAft>
              <a:buClr>
                <a:srgbClr val="000000"/>
              </a:buClr>
              <a:buSzPts val="1400"/>
              <a:buFont typeface="Arial"/>
              <a:buNone/>
            </a:pPr>
            <a:r>
              <a:rPr lang="en-US" sz="1400" b="0" i="0" u="none" strike="noStrike" cap="none">
                <a:solidFill>
                  <a:srgbClr val="000000"/>
                </a:solidFill>
                <a:latin typeface="Poppins"/>
                <a:ea typeface="Poppins"/>
                <a:cs typeface="Poppins"/>
                <a:sym typeface="Poppins"/>
              </a:rPr>
              <a:t>Children are given a decodable reader that covers letter sounds previously taught.</a:t>
            </a:r>
            <a:endParaRPr sz="1400" b="0" i="0" u="none" strike="noStrike" cap="none">
              <a:solidFill>
                <a:srgbClr val="000000"/>
              </a:solidFill>
              <a:latin typeface="Poppins"/>
              <a:ea typeface="Poppins"/>
              <a:cs typeface="Poppins"/>
              <a:sym typeface="Poppins"/>
            </a:endParaRPr>
          </a:p>
        </p:txBody>
      </p:sp>
      <p:grpSp>
        <p:nvGrpSpPr>
          <p:cNvPr id="136" name="Google Shape;136;g26fb94498d9_0_70"/>
          <p:cNvGrpSpPr/>
          <p:nvPr/>
        </p:nvGrpSpPr>
        <p:grpSpPr>
          <a:xfrm>
            <a:off x="-36800" y="-52000"/>
            <a:ext cx="9236100" cy="543750"/>
            <a:chOff x="-36800" y="-52000"/>
            <a:chExt cx="9236100" cy="543750"/>
          </a:xfrm>
        </p:grpSpPr>
        <p:sp>
          <p:nvSpPr>
            <p:cNvPr id="137" name="Google Shape;137;g26fb94498d9_0_7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38" name="Google Shape;138;g26fb94498d9_0_70"/>
            <p:cNvGrpSpPr/>
            <p:nvPr/>
          </p:nvGrpSpPr>
          <p:grpSpPr>
            <a:xfrm>
              <a:off x="3235760" y="88250"/>
              <a:ext cx="1337400" cy="403500"/>
              <a:chOff x="565600" y="88250"/>
              <a:chExt cx="1337400" cy="403500"/>
            </a:xfrm>
          </p:grpSpPr>
          <p:sp>
            <p:nvSpPr>
              <p:cNvPr id="139" name="Google Shape;139;g26fb94498d9_0_70"/>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40" name="Google Shape;140;g26fb94498d9_0_70"/>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141" name="Google Shape;141;g26fb94498d9_0_7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142" name="Google Shape;142;g26fb94498d9_0_7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43" name="Google Shape;143;g26fb94498d9_0_7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44" name="Google Shape;144;g26fb94498d9_0_7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5" name="Google Shape;145;g26fb94498d9_0_7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46" name="Google Shape;146;g26fb94498d9_0_7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7" name="Google Shape;147;g26fb94498d9_0_7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48" name="Google Shape;148;g26fb94498d9_0_7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9" name="Google Shape;149;g26fb94498d9_0_7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50" name="Google Shape;150;g26fb94498d9_0_7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51" name="Google Shape;151;g26fb94498d9_0_7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86"/>
        <p:cNvGrpSpPr/>
        <p:nvPr/>
      </p:nvGrpSpPr>
      <p:grpSpPr>
        <a:xfrm>
          <a:off x="0" y="0"/>
          <a:ext cx="0" cy="0"/>
          <a:chOff x="0" y="0"/>
          <a:chExt cx="0" cy="0"/>
        </a:xfrm>
      </p:grpSpPr>
      <p:sp>
        <p:nvSpPr>
          <p:cNvPr id="187" name="Google Shape;187;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88" name="Google Shape;188;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End of Session</a:t>
            </a:r>
            <a:endParaRPr sz="3200" b="0" i="0" u="none" strike="noStrike" cap="none">
              <a:solidFill>
                <a:srgbClr val="8DC63F"/>
              </a:solidFill>
              <a:latin typeface="Poppins Medium"/>
              <a:ea typeface="Poppins Medium"/>
              <a:cs typeface="Poppins Medium"/>
              <a:sym typeface="Poppins Medium"/>
            </a:endParaRPr>
          </a:p>
        </p:txBody>
      </p:sp>
      <p:cxnSp>
        <p:nvCxnSpPr>
          <p:cNvPr id="189" name="Google Shape;189;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90" name="Google Shape;190;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1" name="Google Shape;191;g26b641b03cd_0_260"/>
          <p:cNvSpPr>
            <a:spLocks noGrp="1"/>
          </p:cNvSpPr>
          <p:nvPr>
            <p:ph type="pic" idx="2"/>
          </p:nvPr>
        </p:nvSpPr>
        <p:spPr>
          <a:xfrm>
            <a:off x="960225" y="1993200"/>
            <a:ext cx="2946000" cy="1949700"/>
          </a:xfrm>
          <a:prstGeom prst="roundRect">
            <a:avLst>
              <a:gd name="adj" fmla="val 16667"/>
            </a:avLst>
          </a:prstGeom>
          <a:noFill/>
          <a:ln>
            <a:noFill/>
          </a:ln>
        </p:spPr>
      </p:sp>
      <p:pic>
        <p:nvPicPr>
          <p:cNvPr id="192" name="Google Shape;192;g26b641b03cd_0_260"/>
          <p:cNvPicPr preferRelativeResize="0"/>
          <p:nvPr/>
        </p:nvPicPr>
        <p:blipFill rotWithShape="1">
          <a:blip r:embed="rId2">
            <a:alphaModFix/>
          </a:blip>
          <a:srcRect/>
          <a:stretch/>
        </p:blipFill>
        <p:spPr>
          <a:xfrm>
            <a:off x="485725" y="5274624"/>
            <a:ext cx="2884175" cy="1389976"/>
          </a:xfrm>
          <a:prstGeom prst="rect">
            <a:avLst/>
          </a:prstGeom>
          <a:noFill/>
          <a:ln>
            <a:noFill/>
          </a:ln>
          <a:effectLst>
            <a:outerShdw blurRad="57150" dist="19050" dir="5400000" algn="bl" rotWithShape="0">
              <a:srgbClr val="000000">
                <a:alpha val="45882"/>
              </a:srgbClr>
            </a:outerShdw>
          </a:effectLst>
        </p:spPr>
      </p:pic>
      <p:grpSp>
        <p:nvGrpSpPr>
          <p:cNvPr id="193" name="Google Shape;193;g26b641b03cd_0_260"/>
          <p:cNvGrpSpPr/>
          <p:nvPr/>
        </p:nvGrpSpPr>
        <p:grpSpPr>
          <a:xfrm>
            <a:off x="8199150" y="5983875"/>
            <a:ext cx="586800" cy="571500"/>
            <a:chOff x="7894350" y="6212475"/>
            <a:chExt cx="586800" cy="571500"/>
          </a:xfrm>
        </p:grpSpPr>
        <p:sp>
          <p:nvSpPr>
            <p:cNvPr id="194" name="Google Shape;194;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5" name="Google Shape;195;g26b641b03cd_0_26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6" name="Google Shape;196;g26b641b03cd_0_26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97" name="Google Shape;197;g26b641b03cd_0_260"/>
          <p:cNvGrpSpPr/>
          <p:nvPr/>
        </p:nvGrpSpPr>
        <p:grpSpPr>
          <a:xfrm>
            <a:off x="-36800" y="-52000"/>
            <a:ext cx="9236100" cy="543750"/>
            <a:chOff x="-36800" y="-52000"/>
            <a:chExt cx="9236100" cy="543750"/>
          </a:xfrm>
        </p:grpSpPr>
        <p:sp>
          <p:nvSpPr>
            <p:cNvPr id="198" name="Google Shape;198;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99" name="Google Shape;199;g26b641b03cd_0_260"/>
            <p:cNvGrpSpPr/>
            <p:nvPr/>
          </p:nvGrpSpPr>
          <p:grpSpPr>
            <a:xfrm>
              <a:off x="3235760" y="88250"/>
              <a:ext cx="1337400" cy="403500"/>
              <a:chOff x="565600" y="88250"/>
              <a:chExt cx="1337400" cy="403500"/>
            </a:xfrm>
          </p:grpSpPr>
          <p:sp>
            <p:nvSpPr>
              <p:cNvPr id="200" name="Google Shape;200;g26b641b03cd_0_260"/>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01" name="Google Shape;201;g26b641b03cd_0_260"/>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202" name="Google Shape;202;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203" name="Google Shape;203;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204" name="Google Shape;204;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205" name="Google Shape;205;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6" name="Google Shape;206;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207" name="Google Shape;207;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8" name="Google Shape;208;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209" name="Google Shape;209;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0" name="Google Shape;210;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211" name="Google Shape;211;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212" name="Google Shape;212;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213"/>
        <p:cNvGrpSpPr/>
        <p:nvPr/>
      </p:nvGrpSpPr>
      <p:grpSpPr>
        <a:xfrm>
          <a:off x="0" y="0"/>
          <a:ext cx="0" cy="0"/>
          <a:chOff x="0" y="0"/>
          <a:chExt cx="0" cy="0"/>
        </a:xfrm>
      </p:grpSpPr>
      <p:sp>
        <p:nvSpPr>
          <p:cNvPr id="214" name="Google Shape;214;g2c235dd0dad_1_87"/>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5" name="Google Shape;215;g2c235dd0dad_1_87"/>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16" name="Google Shape;216;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17" name="Google Shape;217;g2c235dd0dad_1_87"/>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8" name="Google Shape;218;g2c235dd0dad_1_87"/>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9" name="Google Shape;219;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0" name="Google Shape;220;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221" name="Google Shape;221;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2" name="Google Shape;222;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3" name="Google Shape;223;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4" name="Google Shape;224;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5" name="Google Shape;225;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26" name="Google Shape;226;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8DC63F"/>
                </a:solidFill>
                <a:latin typeface="Poppins Medium"/>
                <a:ea typeface="Poppins Medium"/>
                <a:cs typeface="Poppins Medium"/>
                <a:sym typeface="Poppins Medium"/>
              </a:rPr>
              <a:t>Practise</a:t>
            </a:r>
            <a:r>
              <a:rPr lang="en-US" sz="30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sp>
        <p:nvSpPr>
          <p:cNvPr id="227" name="Google Shape;227;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28" name="Google Shape;228;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9" name="Google Shape;229;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0" name="Google Shape;230;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1" name="Google Shape;231;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2" name="Google Shape;232;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3" name="Google Shape;233;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4" name="Google Shape;234;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5" name="Google Shape;235;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6" name="Google Shape;236;g2c235dd0dad_1_87"/>
          <p:cNvGrpSpPr/>
          <p:nvPr/>
        </p:nvGrpSpPr>
        <p:grpSpPr>
          <a:xfrm>
            <a:off x="662575" y="6212475"/>
            <a:ext cx="586800" cy="571500"/>
            <a:chOff x="662575" y="6212475"/>
            <a:chExt cx="586800" cy="571500"/>
          </a:xfrm>
        </p:grpSpPr>
        <p:sp>
          <p:nvSpPr>
            <p:cNvPr id="237" name="Google Shape;237;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8" name="Google Shape;238;g2c235dd0dad_1_87">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9" name="Google Shape;239;g2c235dd0dad_1_87">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0" name="Google Shape;240;g2c235dd0dad_1_87"/>
          <p:cNvGrpSpPr/>
          <p:nvPr/>
        </p:nvGrpSpPr>
        <p:grpSpPr>
          <a:xfrm>
            <a:off x="7894350" y="6212475"/>
            <a:ext cx="586800" cy="571500"/>
            <a:chOff x="7894350" y="6212475"/>
            <a:chExt cx="586800" cy="571500"/>
          </a:xfrm>
        </p:grpSpPr>
        <p:sp>
          <p:nvSpPr>
            <p:cNvPr id="241" name="Google Shape;241;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2c235dd0dad_1_87">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3" name="Google Shape;243;g2c235dd0dad_1_87">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44"/>
        <p:cNvGrpSpPr/>
        <p:nvPr/>
      </p:nvGrpSpPr>
      <p:grpSpPr>
        <a:xfrm>
          <a:off x="0" y="0"/>
          <a:ext cx="0" cy="0"/>
          <a:chOff x="0" y="0"/>
          <a:chExt cx="0" cy="0"/>
        </a:xfrm>
      </p:grpSpPr>
      <p:sp>
        <p:nvSpPr>
          <p:cNvPr id="245" name="Google Shape;245;g1f3daf8a844_0_32"/>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47" name="Google Shape;247;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48" name="Google Shape;248;g1f3daf8a844_0_32"/>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1f3daf8a844_0_32"/>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0" name="Google Shape;250;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1" name="Google Shape;251;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252" name="Google Shape;252;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53" name="Google Shape;253;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4" name="Google Shape;254;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5" name="Google Shape;255;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56" name="Google Shape;256;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8DC63F"/>
                </a:solidFill>
                <a:latin typeface="Poppins Medium"/>
                <a:ea typeface="Poppins Medium"/>
                <a:cs typeface="Poppins Medium"/>
                <a:sym typeface="Poppins Medium"/>
              </a:rPr>
              <a:t>Practise</a:t>
            </a:r>
            <a:r>
              <a:rPr lang="en-US" sz="30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cxnSp>
        <p:nvCxnSpPr>
          <p:cNvPr id="257" name="Google Shape;257;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58" name="Google Shape;258;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59" name="Google Shape;259;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60" name="Google Shape;260;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1" name="Google Shape;261;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2" name="Google Shape;262;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63" name="Google Shape;263;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64" name="Google Shape;264;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65" name="Google Shape;265;g1f3daf8a844_0_32"/>
          <p:cNvGrpSpPr/>
          <p:nvPr/>
        </p:nvGrpSpPr>
        <p:grpSpPr>
          <a:xfrm>
            <a:off x="662575" y="6212475"/>
            <a:ext cx="586800" cy="571500"/>
            <a:chOff x="662575" y="6212475"/>
            <a:chExt cx="586800" cy="571500"/>
          </a:xfrm>
        </p:grpSpPr>
        <p:sp>
          <p:nvSpPr>
            <p:cNvPr id="266" name="Google Shape;266;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7" name="Google Shape;267;g1f3daf8a844_0_3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8" name="Google Shape;268;g1f3daf8a844_0_3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69" name="Google Shape;269;g1f3daf8a844_0_32"/>
          <p:cNvGrpSpPr/>
          <p:nvPr/>
        </p:nvGrpSpPr>
        <p:grpSpPr>
          <a:xfrm>
            <a:off x="7894350" y="6212475"/>
            <a:ext cx="586800" cy="571500"/>
            <a:chOff x="7894350" y="6212475"/>
            <a:chExt cx="586800" cy="571500"/>
          </a:xfrm>
        </p:grpSpPr>
        <p:sp>
          <p:nvSpPr>
            <p:cNvPr id="270" name="Google Shape;270;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1" name="Google Shape;271;g1f3daf8a844_0_3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2" name="Google Shape;272;g1f3daf8a844_0_3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73"/>
        <p:cNvGrpSpPr/>
        <p:nvPr/>
      </p:nvGrpSpPr>
      <p:grpSpPr>
        <a:xfrm>
          <a:off x="0" y="0"/>
          <a:ext cx="0" cy="0"/>
          <a:chOff x="0" y="0"/>
          <a:chExt cx="0" cy="0"/>
        </a:xfrm>
      </p:grpSpPr>
      <p:sp>
        <p:nvSpPr>
          <p:cNvPr id="274" name="Google Shape;274;g2c157a2fb06_0_5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5" name="Google Shape;275;g2c157a2fb06_0_5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76" name="Google Shape;276;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77" name="Google Shape;277;g2c157a2fb06_0_5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8" name="Google Shape;278;g2c157a2fb06_0_5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9" name="Google Shape;279;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0" name="Google Shape;280;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281" name="Google Shape;281;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82" name="Google Shape;282;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83" name="Google Shape;283;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84" name="Google Shape;284;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85" name="Google Shape;285;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Quickwrite</a:t>
            </a:r>
            <a:endParaRPr sz="3000" b="0" i="0" u="none" strike="noStrike" cap="none">
              <a:solidFill>
                <a:srgbClr val="8DC63F"/>
              </a:solidFill>
              <a:latin typeface="Poppins Medium"/>
              <a:ea typeface="Poppins Medium"/>
              <a:cs typeface="Poppins Medium"/>
              <a:sym typeface="Poppins Medium"/>
            </a:endParaRPr>
          </a:p>
        </p:txBody>
      </p:sp>
      <p:sp>
        <p:nvSpPr>
          <p:cNvPr id="286" name="Google Shape;286;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87" name="Google Shape;287;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88" name="Google Shape;288;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89" name="Google Shape;289;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90" name="Google Shape;290;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1" name="Google Shape;291;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2" name="Google Shape;292;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3" name="Google Shape;293;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4" name="Google Shape;294;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95" name="Google Shape;295;g2c157a2fb06_0_53"/>
          <p:cNvGrpSpPr/>
          <p:nvPr/>
        </p:nvGrpSpPr>
        <p:grpSpPr>
          <a:xfrm>
            <a:off x="1403031" y="6958923"/>
            <a:ext cx="6774848" cy="1291477"/>
            <a:chOff x="717231" y="7263723"/>
            <a:chExt cx="6774848" cy="1291477"/>
          </a:xfrm>
        </p:grpSpPr>
        <p:sp>
          <p:nvSpPr>
            <p:cNvPr id="296" name="Google Shape;296;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97" name="Google Shape;297;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98" name="Google Shape;298;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99" name="Google Shape;299;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300" name="Google Shape;300;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301" name="Google Shape;301;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302" name="Google Shape;302;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303" name="Google Shape;303;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304" name="Google Shape;304;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5" name="Google Shape;305;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6" name="Google Shape;306;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07" name="Google Shape;307;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308" name="Google Shape;308;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309" name="Google Shape;309;g2c157a2fb06_0_53"/>
          <p:cNvGrpSpPr/>
          <p:nvPr/>
        </p:nvGrpSpPr>
        <p:grpSpPr>
          <a:xfrm>
            <a:off x="662575" y="6212475"/>
            <a:ext cx="586800" cy="571500"/>
            <a:chOff x="662575" y="6212475"/>
            <a:chExt cx="586800" cy="571500"/>
          </a:xfrm>
        </p:grpSpPr>
        <p:sp>
          <p:nvSpPr>
            <p:cNvPr id="310" name="Google Shape;310;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1" name="Google Shape;311;g2c157a2fb06_0_5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2" name="Google Shape;312;g2c157a2fb06_0_5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13" name="Google Shape;313;g2c157a2fb06_0_53"/>
          <p:cNvGrpSpPr/>
          <p:nvPr/>
        </p:nvGrpSpPr>
        <p:grpSpPr>
          <a:xfrm>
            <a:off x="7894350" y="6212475"/>
            <a:ext cx="586800" cy="571500"/>
            <a:chOff x="7894350" y="6212475"/>
            <a:chExt cx="586800" cy="571500"/>
          </a:xfrm>
        </p:grpSpPr>
        <p:sp>
          <p:nvSpPr>
            <p:cNvPr id="314" name="Google Shape;314;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5" name="Google Shape;315;g2c157a2fb06_0_5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6" name="Google Shape;316;g2c157a2fb06_0_5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317"/>
        <p:cNvGrpSpPr/>
        <p:nvPr/>
      </p:nvGrpSpPr>
      <p:grpSpPr>
        <a:xfrm>
          <a:off x="0" y="0"/>
          <a:ext cx="0" cy="0"/>
          <a:chOff x="0" y="0"/>
          <a:chExt cx="0" cy="0"/>
        </a:xfrm>
      </p:grpSpPr>
      <p:sp>
        <p:nvSpPr>
          <p:cNvPr id="318" name="Google Shape;318;g2c157a2fb06_0_158"/>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158"/>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20" name="Google Shape;320;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1" name="Google Shape;321;g2c157a2fb06_0_158"/>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2" name="Google Shape;322;g2c157a2fb06_0_158"/>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4" name="Google Shape;324;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pic>
        <p:nvPicPr>
          <p:cNvPr id="325" name="Google Shape;325;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26" name="Google Shape;326;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27" name="Google Shape;327;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Clr>
                <a:srgbClr val="8DC63F"/>
              </a:buClr>
              <a:buSzPts val="2400"/>
              <a:buNone/>
              <a:defRPr>
                <a:solidFill>
                  <a:srgbClr val="8DC63F"/>
                </a:solidFill>
              </a:defRPr>
            </a:lvl2pPr>
            <a:lvl3pPr lvl="2" algn="r">
              <a:lnSpc>
                <a:spcPct val="90000"/>
              </a:lnSpc>
              <a:spcBef>
                <a:spcPts val="500"/>
              </a:spcBef>
              <a:spcAft>
                <a:spcPts val="0"/>
              </a:spcAft>
              <a:buClr>
                <a:srgbClr val="8DC63F"/>
              </a:buClr>
              <a:buSzPts val="2000"/>
              <a:buNone/>
              <a:defRPr>
                <a:solidFill>
                  <a:srgbClr val="8DC63F"/>
                </a:solidFill>
              </a:defRPr>
            </a:lvl3pPr>
            <a:lvl4pPr lvl="3" algn="r">
              <a:lnSpc>
                <a:spcPct val="90000"/>
              </a:lnSpc>
              <a:spcBef>
                <a:spcPts val="500"/>
              </a:spcBef>
              <a:spcAft>
                <a:spcPts val="0"/>
              </a:spcAft>
              <a:buClr>
                <a:srgbClr val="8DC63F"/>
              </a:buClr>
              <a:buSzPts val="1800"/>
              <a:buNone/>
              <a:defRPr>
                <a:solidFill>
                  <a:srgbClr val="8DC63F"/>
                </a:solidFill>
              </a:defRPr>
            </a:lvl4pPr>
            <a:lvl5pPr lvl="4" algn="r">
              <a:lnSpc>
                <a:spcPct val="90000"/>
              </a:lnSpc>
              <a:spcBef>
                <a:spcPts val="500"/>
              </a:spcBef>
              <a:spcAft>
                <a:spcPts val="0"/>
              </a:spcAft>
              <a:buClr>
                <a:srgbClr val="8DC63F"/>
              </a:buClr>
              <a:buSzPts val="1800"/>
              <a:buNone/>
              <a:defRPr>
                <a:solidFill>
                  <a:srgbClr val="8DC63F"/>
                </a:solidFill>
              </a:defRPr>
            </a:lvl5pPr>
            <a:lvl6pPr lvl="5" algn="r">
              <a:lnSpc>
                <a:spcPct val="90000"/>
              </a:lnSpc>
              <a:spcBef>
                <a:spcPts val="500"/>
              </a:spcBef>
              <a:spcAft>
                <a:spcPts val="0"/>
              </a:spcAft>
              <a:buClr>
                <a:srgbClr val="8DC63F"/>
              </a:buClr>
              <a:buSzPts val="1800"/>
              <a:buNone/>
              <a:defRPr>
                <a:solidFill>
                  <a:srgbClr val="8DC63F"/>
                </a:solidFill>
              </a:defRPr>
            </a:lvl6pPr>
            <a:lvl7pPr lvl="6" algn="r">
              <a:lnSpc>
                <a:spcPct val="90000"/>
              </a:lnSpc>
              <a:spcBef>
                <a:spcPts val="500"/>
              </a:spcBef>
              <a:spcAft>
                <a:spcPts val="0"/>
              </a:spcAft>
              <a:buClr>
                <a:srgbClr val="8DC63F"/>
              </a:buClr>
              <a:buSzPts val="1800"/>
              <a:buNone/>
              <a:defRPr>
                <a:solidFill>
                  <a:srgbClr val="8DC63F"/>
                </a:solidFill>
              </a:defRPr>
            </a:lvl7pPr>
            <a:lvl8pPr lvl="7" algn="r">
              <a:lnSpc>
                <a:spcPct val="90000"/>
              </a:lnSpc>
              <a:spcBef>
                <a:spcPts val="500"/>
              </a:spcBef>
              <a:spcAft>
                <a:spcPts val="0"/>
              </a:spcAft>
              <a:buClr>
                <a:srgbClr val="8DC63F"/>
              </a:buClr>
              <a:buSzPts val="1800"/>
              <a:buNone/>
              <a:defRPr>
                <a:solidFill>
                  <a:srgbClr val="8DC63F"/>
                </a:solidFill>
              </a:defRPr>
            </a:lvl8pPr>
            <a:lvl9pPr lvl="8" algn="r">
              <a:lnSpc>
                <a:spcPct val="90000"/>
              </a:lnSpc>
              <a:spcBef>
                <a:spcPts val="500"/>
              </a:spcBef>
              <a:spcAft>
                <a:spcPts val="0"/>
              </a:spcAft>
              <a:buClr>
                <a:srgbClr val="8DC63F"/>
              </a:buClr>
              <a:buSzPts val="1800"/>
              <a:buNone/>
              <a:defRPr>
                <a:solidFill>
                  <a:srgbClr val="8DC63F"/>
                </a:solidFill>
              </a:defRPr>
            </a:lvl9pPr>
          </a:lstStyle>
          <a:p>
            <a:endParaRPr/>
          </a:p>
        </p:txBody>
      </p:sp>
      <p:sp>
        <p:nvSpPr>
          <p:cNvPr id="328" name="Google Shape;328;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29" name="Google Shape;329;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30" name="Google Shape;330;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Full Circle</a:t>
            </a:r>
            <a:endParaRPr sz="3000" b="0" i="0" u="none" strike="noStrike" cap="none">
              <a:solidFill>
                <a:srgbClr val="8DC63F"/>
              </a:solidFill>
              <a:latin typeface="Poppins Medium"/>
              <a:ea typeface="Poppins Medium"/>
              <a:cs typeface="Poppins Medium"/>
              <a:sym typeface="Poppins Medium"/>
            </a:endParaRPr>
          </a:p>
        </p:txBody>
      </p:sp>
      <p:sp>
        <p:nvSpPr>
          <p:cNvPr id="331" name="Google Shape;331;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2" name="Google Shape;332;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3" name="Google Shape;333;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4" name="Google Shape;334;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5" name="Google Shape;335;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36" name="Google Shape;336;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37" name="Google Shape;337;g2c157a2fb06_0_158"/>
          <p:cNvGrpSpPr/>
          <p:nvPr/>
        </p:nvGrpSpPr>
        <p:grpSpPr>
          <a:xfrm>
            <a:off x="662575" y="6212475"/>
            <a:ext cx="586800" cy="571500"/>
            <a:chOff x="662575" y="6212475"/>
            <a:chExt cx="586800" cy="571500"/>
          </a:xfrm>
        </p:grpSpPr>
        <p:sp>
          <p:nvSpPr>
            <p:cNvPr id="338" name="Google Shape;338;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9" name="Google Shape;339;g2c157a2fb06_0_158">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0" name="Google Shape;340;g2c157a2fb06_0_158">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1" name="Google Shape;341;g2c157a2fb06_0_158"/>
          <p:cNvGrpSpPr/>
          <p:nvPr/>
        </p:nvGrpSpPr>
        <p:grpSpPr>
          <a:xfrm>
            <a:off x="7894350" y="6212475"/>
            <a:ext cx="586800" cy="571500"/>
            <a:chOff x="7894350" y="6212475"/>
            <a:chExt cx="586800" cy="571500"/>
          </a:xfrm>
        </p:grpSpPr>
        <p:sp>
          <p:nvSpPr>
            <p:cNvPr id="342" name="Google Shape;342;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3" name="Google Shape;343;g2c157a2fb06_0_158">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158">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45"/>
        <p:cNvGrpSpPr/>
        <p:nvPr/>
      </p:nvGrpSpPr>
      <p:grpSpPr>
        <a:xfrm>
          <a:off x="0" y="0"/>
          <a:ext cx="0" cy="0"/>
          <a:chOff x="0" y="0"/>
          <a:chExt cx="0" cy="0"/>
        </a:xfrm>
      </p:grpSpPr>
      <p:sp>
        <p:nvSpPr>
          <p:cNvPr id="346" name="Google Shape;346;g2c157a2fb06_0_26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26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48" name="Google Shape;348;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9" name="Google Shape;349;g2c157a2fb06_0_26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0" name="Google Shape;350;g2c157a2fb06_0_26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2" name="Google Shape;352;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353" name="Google Shape;353;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54" name="Google Shape;354;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Picture Match</a:t>
            </a:r>
            <a:endParaRPr sz="3000" b="0" i="0" u="none" strike="noStrike" cap="none">
              <a:solidFill>
                <a:srgbClr val="8DC63F"/>
              </a:solidFill>
              <a:latin typeface="Poppins Medium"/>
              <a:ea typeface="Poppins Medium"/>
              <a:cs typeface="Poppins Medium"/>
              <a:sym typeface="Poppins Medium"/>
            </a:endParaRPr>
          </a:p>
        </p:txBody>
      </p:sp>
      <p:sp>
        <p:nvSpPr>
          <p:cNvPr id="355" name="Google Shape;355;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6" name="Google Shape;356;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7" name="Google Shape;357;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8" name="Google Shape;358;g2c157a2fb06_0_263"/>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59" name="Google Shape;359;g2c157a2fb06_0_263"/>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0" name="Google Shape;360;g2c157a2fb06_0_263"/>
          <p:cNvSpPr txBox="1">
            <a:spLocks noGrp="1"/>
          </p:cNvSpPr>
          <p:nvPr>
            <p:ph type="subTitle" idx="6"/>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1" name="Google Shape;361;g2c157a2fb06_0_263"/>
          <p:cNvSpPr>
            <a:spLocks noGrp="1"/>
          </p:cNvSpPr>
          <p:nvPr>
            <p:ph type="pic" idx="7"/>
          </p:nvPr>
        </p:nvSpPr>
        <p:spPr>
          <a:xfrm>
            <a:off x="5086375" y="4412425"/>
            <a:ext cx="2668800" cy="1291500"/>
          </a:xfrm>
          <a:prstGeom prst="rect">
            <a:avLst/>
          </a:prstGeom>
          <a:noFill/>
          <a:ln>
            <a:noFill/>
          </a:ln>
        </p:spPr>
      </p:sp>
      <p:sp>
        <p:nvSpPr>
          <p:cNvPr id="362" name="Google Shape;362;g2c157a2fb06_0_263"/>
          <p:cNvSpPr>
            <a:spLocks noGrp="1"/>
          </p:cNvSpPr>
          <p:nvPr>
            <p:ph type="pic" idx="8"/>
          </p:nvPr>
        </p:nvSpPr>
        <p:spPr>
          <a:xfrm>
            <a:off x="5086375" y="797675"/>
            <a:ext cx="2668800" cy="1291500"/>
          </a:xfrm>
          <a:prstGeom prst="rect">
            <a:avLst/>
          </a:prstGeom>
          <a:noFill/>
          <a:ln>
            <a:noFill/>
          </a:ln>
        </p:spPr>
      </p:sp>
      <p:sp>
        <p:nvSpPr>
          <p:cNvPr id="363" name="Google Shape;363;g2c157a2fb06_0_263"/>
          <p:cNvSpPr>
            <a:spLocks noGrp="1"/>
          </p:cNvSpPr>
          <p:nvPr>
            <p:ph type="pic" idx="9"/>
          </p:nvPr>
        </p:nvSpPr>
        <p:spPr>
          <a:xfrm>
            <a:off x="5086375" y="2002592"/>
            <a:ext cx="2668800" cy="1291500"/>
          </a:xfrm>
          <a:prstGeom prst="rect">
            <a:avLst/>
          </a:prstGeom>
          <a:noFill/>
          <a:ln>
            <a:noFill/>
          </a:ln>
        </p:spPr>
      </p:sp>
      <p:sp>
        <p:nvSpPr>
          <p:cNvPr id="364" name="Google Shape;364;g2c157a2fb06_0_263"/>
          <p:cNvSpPr>
            <a:spLocks noGrp="1"/>
          </p:cNvSpPr>
          <p:nvPr>
            <p:ph type="pic" idx="13"/>
          </p:nvPr>
        </p:nvSpPr>
        <p:spPr>
          <a:xfrm>
            <a:off x="5086375" y="3207508"/>
            <a:ext cx="2668800" cy="1291500"/>
          </a:xfrm>
          <a:prstGeom prst="rect">
            <a:avLst/>
          </a:prstGeom>
          <a:noFill/>
          <a:ln>
            <a:noFill/>
          </a:ln>
        </p:spPr>
      </p:sp>
      <p:sp>
        <p:nvSpPr>
          <p:cNvPr id="365" name="Google Shape;365;g2c157a2fb06_0_263"/>
          <p:cNvSpPr txBox="1">
            <a:spLocks noGrp="1"/>
          </p:cNvSpPr>
          <p:nvPr>
            <p:ph type="subTitle" idx="14"/>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6" name="Google Shape;366;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7" name="Google Shape;367;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68" name="Google Shape;368;g2c157a2fb06_0_263"/>
          <p:cNvGrpSpPr/>
          <p:nvPr/>
        </p:nvGrpSpPr>
        <p:grpSpPr>
          <a:xfrm>
            <a:off x="662575" y="6212475"/>
            <a:ext cx="586800" cy="571500"/>
            <a:chOff x="662575" y="6212475"/>
            <a:chExt cx="586800" cy="571500"/>
          </a:xfrm>
        </p:grpSpPr>
        <p:sp>
          <p:nvSpPr>
            <p:cNvPr id="369" name="Google Shape;369;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26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1" name="Google Shape;371;g2c157a2fb06_0_26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2" name="Google Shape;372;g2c157a2fb06_0_263"/>
          <p:cNvGrpSpPr/>
          <p:nvPr/>
        </p:nvGrpSpPr>
        <p:grpSpPr>
          <a:xfrm>
            <a:off x="7894350" y="6212475"/>
            <a:ext cx="586800" cy="571500"/>
            <a:chOff x="7894350" y="6212475"/>
            <a:chExt cx="586800" cy="571500"/>
          </a:xfrm>
        </p:grpSpPr>
        <p:sp>
          <p:nvSpPr>
            <p:cNvPr id="373" name="Google Shape;373;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26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5" name="Google Shape;375;g2c157a2fb06_0_26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76"/>
        <p:cNvGrpSpPr/>
        <p:nvPr/>
      </p:nvGrpSpPr>
      <p:grpSpPr>
        <a:xfrm>
          <a:off x="0" y="0"/>
          <a:ext cx="0" cy="0"/>
          <a:chOff x="0" y="0"/>
          <a:chExt cx="0" cy="0"/>
        </a:xfrm>
      </p:grpSpPr>
      <p:sp>
        <p:nvSpPr>
          <p:cNvPr id="377" name="Google Shape;377;g2c157a2fb06_0_467"/>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8" name="Google Shape;378;g2c157a2fb06_0_467"/>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9" name="Google Shape;379;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0" name="Google Shape;380;g2c157a2fb06_0_467"/>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467"/>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3" name="Google Shape;383;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384" name="Google Shape;384;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5" name="Google Shape;385;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86" name="Google Shape;386;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87" name="Google Shape;387;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88" name="Google Shape;388;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9" name="Google Shape;389;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0" name="Google Shape;390;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1" name="Google Shape;391;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Write a Caption</a:t>
            </a:r>
            <a:endParaRPr sz="3000" b="0" i="0" u="none" strike="noStrike" cap="none">
              <a:solidFill>
                <a:srgbClr val="8DC63F"/>
              </a:solidFill>
              <a:latin typeface="Poppins Medium"/>
              <a:ea typeface="Poppins Medium"/>
              <a:cs typeface="Poppins Medium"/>
              <a:sym typeface="Poppins Medium"/>
            </a:endParaRPr>
          </a:p>
        </p:txBody>
      </p:sp>
      <p:sp>
        <p:nvSpPr>
          <p:cNvPr id="392" name="Google Shape;392;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3" name="Google Shape;393;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94" name="Google Shape;394;g2c157a2fb06_0_467"/>
          <p:cNvGrpSpPr/>
          <p:nvPr/>
        </p:nvGrpSpPr>
        <p:grpSpPr>
          <a:xfrm>
            <a:off x="662575" y="6212475"/>
            <a:ext cx="586800" cy="571500"/>
            <a:chOff x="662575" y="6212475"/>
            <a:chExt cx="586800" cy="571500"/>
          </a:xfrm>
        </p:grpSpPr>
        <p:sp>
          <p:nvSpPr>
            <p:cNvPr id="395" name="Google Shape;395;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467">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7" name="Google Shape;397;g2c157a2fb06_0_467">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98" name="Google Shape;398;g2c157a2fb06_0_467"/>
          <p:cNvGrpSpPr/>
          <p:nvPr/>
        </p:nvGrpSpPr>
        <p:grpSpPr>
          <a:xfrm>
            <a:off x="7894350" y="6212475"/>
            <a:ext cx="586800" cy="571500"/>
            <a:chOff x="7894350" y="6212475"/>
            <a:chExt cx="586800" cy="571500"/>
          </a:xfrm>
        </p:grpSpPr>
        <p:sp>
          <p:nvSpPr>
            <p:cNvPr id="399" name="Google Shape;399;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467">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1" name="Google Shape;401;g2c157a2fb06_0_467">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402"/>
        <p:cNvGrpSpPr/>
        <p:nvPr/>
      </p:nvGrpSpPr>
      <p:grpSpPr>
        <a:xfrm>
          <a:off x="0" y="0"/>
          <a:ext cx="0" cy="0"/>
          <a:chOff x="0" y="0"/>
          <a:chExt cx="0" cy="0"/>
        </a:xfrm>
      </p:grpSpPr>
      <p:sp>
        <p:nvSpPr>
          <p:cNvPr id="403" name="Google Shape;403;g2c157a2fb06_0_629"/>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4" name="Google Shape;404;g2c157a2fb06_0_629"/>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05" name="Google Shape;405;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6" name="Google Shape;406;g2c157a2fb06_0_629"/>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629"/>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9" name="Google Shape;409;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410" name="Google Shape;410;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1" name="Google Shape;411;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412" name="Google Shape;412;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13" name="Google Shape;413;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4" name="Google Shape;414;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5" name="Google Shape;415;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6" name="Google Shape;416;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Read a Caption</a:t>
            </a:r>
            <a:endParaRPr sz="3000" b="0" i="0" u="none" strike="noStrike" cap="none">
              <a:solidFill>
                <a:srgbClr val="8DC63F"/>
              </a:solidFill>
              <a:latin typeface="Poppins Medium"/>
              <a:ea typeface="Poppins Medium"/>
              <a:cs typeface="Poppins Medium"/>
              <a:sym typeface="Poppins Medium"/>
            </a:endParaRPr>
          </a:p>
        </p:txBody>
      </p:sp>
      <p:sp>
        <p:nvSpPr>
          <p:cNvPr id="417" name="Google Shape;417;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8" name="Google Shape;418;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19" name="Google Shape;419;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20" name="Google Shape;420;g2c157a2fb06_0_629"/>
          <p:cNvGrpSpPr/>
          <p:nvPr/>
        </p:nvGrpSpPr>
        <p:grpSpPr>
          <a:xfrm>
            <a:off x="662575" y="6212475"/>
            <a:ext cx="586800" cy="571500"/>
            <a:chOff x="662575" y="6212475"/>
            <a:chExt cx="586800" cy="571500"/>
          </a:xfrm>
        </p:grpSpPr>
        <p:sp>
          <p:nvSpPr>
            <p:cNvPr id="421" name="Google Shape;421;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2" name="Google Shape;422;g2c157a2fb06_0_629">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629">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4" name="Google Shape;424;g2c157a2fb06_0_629"/>
          <p:cNvGrpSpPr/>
          <p:nvPr/>
        </p:nvGrpSpPr>
        <p:grpSpPr>
          <a:xfrm>
            <a:off x="7894350" y="6212475"/>
            <a:ext cx="586800" cy="571500"/>
            <a:chOff x="7894350" y="6212475"/>
            <a:chExt cx="586800" cy="571500"/>
          </a:xfrm>
        </p:grpSpPr>
        <p:sp>
          <p:nvSpPr>
            <p:cNvPr id="425" name="Google Shape;425;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629">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629">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28"/>
        <p:cNvGrpSpPr/>
        <p:nvPr/>
      </p:nvGrpSpPr>
      <p:grpSpPr>
        <a:xfrm>
          <a:off x="0" y="0"/>
          <a:ext cx="0" cy="0"/>
          <a:chOff x="0" y="0"/>
          <a:chExt cx="0" cy="0"/>
        </a:xfrm>
      </p:grpSpPr>
      <p:sp>
        <p:nvSpPr>
          <p:cNvPr id="429" name="Google Shape;429;g2c157a2fb06_0_798"/>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0" name="Google Shape;430;g2c157a2fb06_0_798"/>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31" name="Google Shape;431;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2" name="Google Shape;432;g2c157a2fb06_0_798"/>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798"/>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5" name="Google Shape;435;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436" name="Google Shape;436;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37" name="Google Shape;437;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38" name="Google Shape;438;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39" name="Google Shape;439;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40" name="Google Shape;440;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41" name="Google Shape;441;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42" name="Google Shape;442;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43" name="Google Shape;443;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44" name="Google Shape;444;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Write a Sentence</a:t>
            </a:r>
            <a:endParaRPr sz="3000" b="0" i="0" u="none" strike="noStrike" cap="none">
              <a:solidFill>
                <a:srgbClr val="8DC63F"/>
              </a:solidFill>
              <a:latin typeface="Poppins Medium"/>
              <a:ea typeface="Poppins Medium"/>
              <a:cs typeface="Poppins Medium"/>
              <a:sym typeface="Poppins Medium"/>
            </a:endParaRPr>
          </a:p>
        </p:txBody>
      </p:sp>
      <p:sp>
        <p:nvSpPr>
          <p:cNvPr id="445" name="Google Shape;445;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6" name="Google Shape;446;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47" name="Google Shape;447;g2c157a2fb06_0_798"/>
          <p:cNvGrpSpPr/>
          <p:nvPr/>
        </p:nvGrpSpPr>
        <p:grpSpPr>
          <a:xfrm>
            <a:off x="662575" y="6212475"/>
            <a:ext cx="586800" cy="571500"/>
            <a:chOff x="662575" y="6212475"/>
            <a:chExt cx="586800" cy="571500"/>
          </a:xfrm>
        </p:grpSpPr>
        <p:sp>
          <p:nvSpPr>
            <p:cNvPr id="448" name="Google Shape;448;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9" name="Google Shape;449;g2c157a2fb06_0_798">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798">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1" name="Google Shape;451;g2c157a2fb06_0_798"/>
          <p:cNvGrpSpPr/>
          <p:nvPr/>
        </p:nvGrpSpPr>
        <p:grpSpPr>
          <a:xfrm>
            <a:off x="7894350" y="6212475"/>
            <a:ext cx="586800" cy="571500"/>
            <a:chOff x="7894350" y="6212475"/>
            <a:chExt cx="586800" cy="571500"/>
          </a:xfrm>
        </p:grpSpPr>
        <p:sp>
          <p:nvSpPr>
            <p:cNvPr id="452" name="Google Shape;452;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3" name="Google Shape;453;g2c157a2fb06_0_798">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798">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55"/>
        <p:cNvGrpSpPr/>
        <p:nvPr/>
      </p:nvGrpSpPr>
      <p:grpSpPr>
        <a:xfrm>
          <a:off x="0" y="0"/>
          <a:ext cx="0" cy="0"/>
          <a:chOff x="0" y="0"/>
          <a:chExt cx="0" cy="0"/>
        </a:xfrm>
      </p:grpSpPr>
      <p:sp>
        <p:nvSpPr>
          <p:cNvPr id="456" name="Google Shape;456;g2c157a2fb06_0_825"/>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7" name="Google Shape;457;g2c157a2fb06_0_825"/>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58" name="Google Shape;458;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59" name="Google Shape;459;g2c157a2fb06_0_825"/>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0" name="Google Shape;460;g2c157a2fb06_0_825"/>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2" name="Google Shape;462;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463" name="Google Shape;463;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64" name="Google Shape;464;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65" name="Google Shape;465;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66" name="Google Shape;466;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67" name="Google Shape;467;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68" name="Google Shape;468;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69" name="Google Shape;469;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70" name="Google Shape;470;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71" name="Google Shape;471;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Read a Sentence</a:t>
            </a:r>
            <a:endParaRPr sz="3000" b="0" i="0" u="none" strike="noStrike" cap="none">
              <a:solidFill>
                <a:srgbClr val="8DC63F"/>
              </a:solidFill>
              <a:latin typeface="Poppins Medium"/>
              <a:ea typeface="Poppins Medium"/>
              <a:cs typeface="Poppins Medium"/>
              <a:sym typeface="Poppins Medium"/>
            </a:endParaRPr>
          </a:p>
        </p:txBody>
      </p:sp>
      <p:sp>
        <p:nvSpPr>
          <p:cNvPr id="472" name="Google Shape;472;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73" name="Google Shape;473;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74" name="Google Shape;474;g2c157a2fb06_0_825"/>
          <p:cNvGrpSpPr/>
          <p:nvPr/>
        </p:nvGrpSpPr>
        <p:grpSpPr>
          <a:xfrm>
            <a:off x="662575" y="6212475"/>
            <a:ext cx="586800" cy="571500"/>
            <a:chOff x="662575" y="6212475"/>
            <a:chExt cx="586800" cy="571500"/>
          </a:xfrm>
        </p:grpSpPr>
        <p:sp>
          <p:nvSpPr>
            <p:cNvPr id="475" name="Google Shape;475;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6" name="Google Shape;476;g2c157a2fb06_0_82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82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78" name="Google Shape;478;g2c157a2fb06_0_825"/>
          <p:cNvGrpSpPr/>
          <p:nvPr/>
        </p:nvGrpSpPr>
        <p:grpSpPr>
          <a:xfrm>
            <a:off x="7894350" y="6212475"/>
            <a:ext cx="586800" cy="571500"/>
            <a:chOff x="7894350" y="6212475"/>
            <a:chExt cx="586800" cy="571500"/>
          </a:xfrm>
        </p:grpSpPr>
        <p:sp>
          <p:nvSpPr>
            <p:cNvPr id="479" name="Google Shape;479;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0" name="Google Shape;480;g2c157a2fb06_0_82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1" name="Google Shape;481;g2c157a2fb06_0_82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82"/>
        <p:cNvGrpSpPr/>
        <p:nvPr/>
      </p:nvGrpSpPr>
      <p:grpSpPr>
        <a:xfrm>
          <a:off x="0" y="0"/>
          <a:ext cx="0" cy="0"/>
          <a:chOff x="0" y="0"/>
          <a:chExt cx="0" cy="0"/>
        </a:xfrm>
      </p:grpSpPr>
      <p:sp>
        <p:nvSpPr>
          <p:cNvPr id="483" name="Google Shape;483;g2c157a2fb06_0_700"/>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4" name="Google Shape;484;g2c157a2fb06_0_700"/>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85" name="Google Shape;485;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86" name="Google Shape;486;g2c157a2fb06_0_700"/>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7" name="Google Shape;487;g2c157a2fb06_0_700"/>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8" name="Google Shape;488;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89" name="Google Shape;489;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490" name="Google Shape;490;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1" name="Google Shape;491;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2" name="Google Shape;492;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94" name="Google Shape;494;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5" name="Google Shape;495;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6" name="Google Shape;496;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Hands Up, Pair Up</a:t>
            </a:r>
            <a:endParaRPr sz="3000" b="0" i="0" u="none" strike="noStrike" cap="none">
              <a:solidFill>
                <a:srgbClr val="8DC63F"/>
              </a:solidFill>
              <a:latin typeface="Poppins Medium"/>
              <a:ea typeface="Poppins Medium"/>
              <a:cs typeface="Poppins Medium"/>
              <a:sym typeface="Poppins Medium"/>
            </a:endParaRPr>
          </a:p>
        </p:txBody>
      </p:sp>
      <p:sp>
        <p:nvSpPr>
          <p:cNvPr id="497" name="Google Shape;497;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98" name="Google Shape;498;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9" name="Google Shape;499;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0" name="Google Shape;500;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1" name="Google Shape;501;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3" name="Google Shape;503;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5" name="Google Shape;505;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7" name="Google Shape;507;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8" name="Google Shape;508;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9" name="Google Shape;509;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0" name="Google Shape;510;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1" name="Google Shape;511;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12" name="Google Shape;512;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13" name="Google Shape;513;g2c157a2fb06_0_700"/>
          <p:cNvGrpSpPr/>
          <p:nvPr/>
        </p:nvGrpSpPr>
        <p:grpSpPr>
          <a:xfrm>
            <a:off x="662575" y="6212475"/>
            <a:ext cx="586800" cy="571500"/>
            <a:chOff x="662575" y="6212475"/>
            <a:chExt cx="586800" cy="571500"/>
          </a:xfrm>
        </p:grpSpPr>
        <p:sp>
          <p:nvSpPr>
            <p:cNvPr id="514" name="Google Shape;514;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5" name="Google Shape;515;g2c157a2fb06_0_700">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700">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7" name="Google Shape;517;g2c157a2fb06_0_700"/>
          <p:cNvGrpSpPr/>
          <p:nvPr/>
        </p:nvGrpSpPr>
        <p:grpSpPr>
          <a:xfrm>
            <a:off x="7894350" y="6212475"/>
            <a:ext cx="586800" cy="571500"/>
            <a:chOff x="7894350" y="6212475"/>
            <a:chExt cx="586800" cy="571500"/>
          </a:xfrm>
        </p:grpSpPr>
        <p:sp>
          <p:nvSpPr>
            <p:cNvPr id="518" name="Google Shape;518;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9" name="Google Shape;519;g2c157a2fb06_0_70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0" name="Google Shape;520;g2c157a2fb06_0_70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21"/>
        <p:cNvGrpSpPr/>
        <p:nvPr/>
      </p:nvGrpSpPr>
      <p:grpSpPr>
        <a:xfrm>
          <a:off x="0" y="0"/>
          <a:ext cx="0" cy="0"/>
          <a:chOff x="0" y="0"/>
          <a:chExt cx="0" cy="0"/>
        </a:xfrm>
      </p:grpSpPr>
      <p:sp>
        <p:nvSpPr>
          <p:cNvPr id="522" name="Google Shape;522;g2c157a2fb06_0_932"/>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3" name="Google Shape;523;g2c157a2fb06_0_932"/>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24" name="Google Shape;524;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25" name="Google Shape;525;g2c157a2fb06_0_932"/>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6" name="Google Shape;526;g2c157a2fb06_0_932"/>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7" name="Google Shape;527;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28" name="Google Shape;528;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529" name="Google Shape;529;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0" name="Google Shape;530;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31" name="Google Shape;531;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32" name="Google Shape;532;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Bingo</a:t>
            </a:r>
            <a:endParaRPr sz="3000" b="0" i="0" u="none" strike="noStrike" cap="none">
              <a:solidFill>
                <a:srgbClr val="8DC63F"/>
              </a:solidFill>
              <a:latin typeface="Poppins Medium"/>
              <a:ea typeface="Poppins Medium"/>
              <a:cs typeface="Poppins Medium"/>
              <a:sym typeface="Poppins Medium"/>
            </a:endParaRPr>
          </a:p>
        </p:txBody>
      </p:sp>
      <p:cxnSp>
        <p:nvCxnSpPr>
          <p:cNvPr id="533" name="Google Shape;533;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4" name="Google Shape;534;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5" name="Google Shape;535;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6" name="Google Shape;536;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7" name="Google Shape;537;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38" name="Google Shape;538;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39" name="Google Shape;539;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40" name="Google Shape;540;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41" name="Google Shape;541;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42" name="Google Shape;542;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43" name="Google Shape;543;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4" name="Google Shape;544;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5" name="Google Shape;545;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6" name="Google Shape;546;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7" name="Google Shape;547;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8" name="Google Shape;548;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9" name="Google Shape;549;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0" name="Google Shape;550;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1" name="Google Shape;551;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52" name="Google Shape;552;g2c157a2fb06_0_932"/>
          <p:cNvGrpSpPr/>
          <p:nvPr/>
        </p:nvGrpSpPr>
        <p:grpSpPr>
          <a:xfrm>
            <a:off x="662575" y="6212475"/>
            <a:ext cx="586800" cy="571500"/>
            <a:chOff x="662575" y="6212475"/>
            <a:chExt cx="586800" cy="571500"/>
          </a:xfrm>
        </p:grpSpPr>
        <p:sp>
          <p:nvSpPr>
            <p:cNvPr id="553" name="Google Shape;553;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4" name="Google Shape;554;g2c157a2fb06_0_93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5" name="Google Shape;555;g2c157a2fb06_0_93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6" name="Google Shape;556;g2c157a2fb06_0_932"/>
          <p:cNvGrpSpPr/>
          <p:nvPr/>
        </p:nvGrpSpPr>
        <p:grpSpPr>
          <a:xfrm>
            <a:off x="7894350" y="6212475"/>
            <a:ext cx="586800" cy="571500"/>
            <a:chOff x="7894350" y="6212475"/>
            <a:chExt cx="586800" cy="571500"/>
          </a:xfrm>
        </p:grpSpPr>
        <p:sp>
          <p:nvSpPr>
            <p:cNvPr id="557" name="Google Shape;557;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8" name="Google Shape;558;g2c157a2fb06_0_93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9" name="Google Shape;559;g2c157a2fb06_0_93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60"/>
        <p:cNvGrpSpPr/>
        <p:nvPr/>
      </p:nvGrpSpPr>
      <p:grpSpPr>
        <a:xfrm>
          <a:off x="0" y="0"/>
          <a:ext cx="0" cy="0"/>
          <a:chOff x="0" y="0"/>
          <a:chExt cx="0" cy="0"/>
        </a:xfrm>
      </p:grpSpPr>
      <p:sp>
        <p:nvSpPr>
          <p:cNvPr id="561" name="Google Shape;561;g2c157a2fb06_0_1045"/>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2" name="Google Shape;562;g2c157a2fb06_0_1045"/>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63" name="Google Shape;563;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64" name="Google Shape;564;g2c157a2fb06_0_1045"/>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5" name="Google Shape;565;g2c157a2fb06_0_1045"/>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6" name="Google Shape;566;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67" name="Google Shape;567;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568" name="Google Shape;568;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69" name="Google Shape;569;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70" name="Google Shape;570;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1" name="Google Shape;571;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2" name="Google Shape;572;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3" name="Google Shape;573;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4" name="Google Shape;574;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5" name="Google Shape;575;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6" name="Google Shape;576;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7" name="Google Shape;577;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8" name="Google Shape;578;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9" name="Google Shape;579;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0" name="Google Shape;580;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1" name="Google Shape;581;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2" name="Google Shape;582;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83" name="Google Shape;583;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Lucky Dip</a:t>
            </a:r>
            <a:endParaRPr sz="3000" b="0" i="0" u="none" strike="noStrike" cap="none">
              <a:solidFill>
                <a:srgbClr val="8DC63F"/>
              </a:solidFill>
              <a:latin typeface="Poppins Medium"/>
              <a:ea typeface="Poppins Medium"/>
              <a:cs typeface="Poppins Medium"/>
              <a:sym typeface="Poppins Medium"/>
            </a:endParaRPr>
          </a:p>
        </p:txBody>
      </p:sp>
      <p:sp>
        <p:nvSpPr>
          <p:cNvPr id="584" name="Google Shape;584;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5" name="Google Shape;585;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86" name="Google Shape;586;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87" name="Google Shape;587;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88" name="Google Shape;588;g2c157a2fb06_0_1045"/>
          <p:cNvGrpSpPr/>
          <p:nvPr/>
        </p:nvGrpSpPr>
        <p:grpSpPr>
          <a:xfrm>
            <a:off x="662575" y="6212475"/>
            <a:ext cx="586800" cy="571500"/>
            <a:chOff x="662575" y="6212475"/>
            <a:chExt cx="586800" cy="571500"/>
          </a:xfrm>
        </p:grpSpPr>
        <p:sp>
          <p:nvSpPr>
            <p:cNvPr id="589" name="Google Shape;589;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04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04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2" name="Google Shape;592;g2c157a2fb06_0_1045"/>
          <p:cNvGrpSpPr/>
          <p:nvPr/>
        </p:nvGrpSpPr>
        <p:grpSpPr>
          <a:xfrm>
            <a:off x="7894350" y="6212475"/>
            <a:ext cx="586800" cy="571500"/>
            <a:chOff x="7894350" y="6212475"/>
            <a:chExt cx="586800" cy="571500"/>
          </a:xfrm>
        </p:grpSpPr>
        <p:sp>
          <p:nvSpPr>
            <p:cNvPr id="593" name="Google Shape;593;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4" name="Google Shape;594;g2c157a2fb06_0_104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5" name="Google Shape;595;g2c157a2fb06_0_104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96"/>
        <p:cNvGrpSpPr/>
        <p:nvPr/>
      </p:nvGrpSpPr>
      <p:grpSpPr>
        <a:xfrm>
          <a:off x="0" y="0"/>
          <a:ext cx="0" cy="0"/>
          <a:chOff x="0" y="0"/>
          <a:chExt cx="0" cy="0"/>
        </a:xfrm>
      </p:grpSpPr>
      <p:sp>
        <p:nvSpPr>
          <p:cNvPr id="597" name="Google Shape;597;g2c157a2fb06_0_1110"/>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8" name="Google Shape;598;g2c157a2fb06_0_1110"/>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99" name="Google Shape;599;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00" name="Google Shape;600;g2c157a2fb06_0_1110"/>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1" name="Google Shape;601;g2c157a2fb06_0_1110"/>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2" name="Google Shape;602;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03" name="Google Shape;603;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604" name="Google Shape;604;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05" name="Google Shape;605;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06" name="Google Shape;606;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607" name="Google Shape;607;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Countdown</a:t>
            </a:r>
            <a:endParaRPr sz="3000" b="0" i="0" u="none" strike="noStrike" cap="none">
              <a:solidFill>
                <a:srgbClr val="8DC63F"/>
              </a:solidFill>
              <a:latin typeface="Poppins Medium"/>
              <a:ea typeface="Poppins Medium"/>
              <a:cs typeface="Poppins Medium"/>
              <a:sym typeface="Poppins Medium"/>
            </a:endParaRPr>
          </a:p>
        </p:txBody>
      </p:sp>
      <p:sp>
        <p:nvSpPr>
          <p:cNvPr id="608" name="Google Shape;608;g2c157a2fb06_0_1110"/>
          <p:cNvSpPr txBox="1">
            <a:spLocks noGrp="1"/>
          </p:cNvSpPr>
          <p:nvPr>
            <p:ph type="subTitle" idx="3"/>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09" name="Google Shape;609;g2c157a2fb06_0_1110"/>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10" name="Google Shape;610;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1" name="Google Shape;611;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2" name="Google Shape;612;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13" name="Google Shape;613;g2c157a2fb06_0_1110"/>
          <p:cNvGrpSpPr/>
          <p:nvPr/>
        </p:nvGrpSpPr>
        <p:grpSpPr>
          <a:xfrm>
            <a:off x="5806200" y="1807463"/>
            <a:ext cx="756300" cy="146700"/>
            <a:chOff x="5806200" y="1807463"/>
            <a:chExt cx="756300" cy="146700"/>
          </a:xfrm>
        </p:grpSpPr>
        <p:sp>
          <p:nvSpPr>
            <p:cNvPr id="614" name="Google Shape;614;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6" name="Google Shape;616;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17" name="Google Shape;617;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18" name="Google Shape;618;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19" name="Google Shape;619;g2c157a2fb06_0_1110"/>
          <p:cNvGrpSpPr/>
          <p:nvPr/>
        </p:nvGrpSpPr>
        <p:grpSpPr>
          <a:xfrm>
            <a:off x="5806200" y="2842438"/>
            <a:ext cx="756300" cy="146700"/>
            <a:chOff x="5806200" y="1807463"/>
            <a:chExt cx="756300" cy="146700"/>
          </a:xfrm>
        </p:grpSpPr>
        <p:sp>
          <p:nvSpPr>
            <p:cNvPr id="620" name="Google Shape;620;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1" name="Google Shape;621;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2" name="Google Shape;622;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3" name="Google Shape;623;g2c157a2fb06_0_1110"/>
          <p:cNvGrpSpPr/>
          <p:nvPr/>
        </p:nvGrpSpPr>
        <p:grpSpPr>
          <a:xfrm>
            <a:off x="5806200" y="3877413"/>
            <a:ext cx="756300" cy="146700"/>
            <a:chOff x="5806200" y="1807463"/>
            <a:chExt cx="756300" cy="146700"/>
          </a:xfrm>
        </p:grpSpPr>
        <p:sp>
          <p:nvSpPr>
            <p:cNvPr id="624" name="Google Shape;624;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5" name="Google Shape;625;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6" name="Google Shape;626;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7" name="Google Shape;627;g2c157a2fb06_0_1110"/>
          <p:cNvGrpSpPr/>
          <p:nvPr/>
        </p:nvGrpSpPr>
        <p:grpSpPr>
          <a:xfrm>
            <a:off x="662575" y="6212475"/>
            <a:ext cx="586800" cy="571500"/>
            <a:chOff x="662575" y="6212475"/>
            <a:chExt cx="586800" cy="571500"/>
          </a:xfrm>
        </p:grpSpPr>
        <p:sp>
          <p:nvSpPr>
            <p:cNvPr id="628" name="Google Shape;628;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9" name="Google Shape;629;g2c157a2fb06_0_1110">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0" name="Google Shape;630;g2c157a2fb06_0_1110">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31" name="Google Shape;631;g2c157a2fb06_0_1110"/>
          <p:cNvGrpSpPr/>
          <p:nvPr/>
        </p:nvGrpSpPr>
        <p:grpSpPr>
          <a:xfrm>
            <a:off x="7894350" y="6212475"/>
            <a:ext cx="586800" cy="571500"/>
            <a:chOff x="7894350" y="6212475"/>
            <a:chExt cx="586800" cy="571500"/>
          </a:xfrm>
        </p:grpSpPr>
        <p:sp>
          <p:nvSpPr>
            <p:cNvPr id="632" name="Google Shape;632;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3" name="Google Shape;633;g2c157a2fb06_0_111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4" name="Google Shape;634;g2c157a2fb06_0_111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22 - Magnetic Letters - 3x Rows">
  <p:cSld name="Alien Word of the Day_1_1_1_1_1_1_1_1_1_1_1_1_2_1">
    <p:spTree>
      <p:nvGrpSpPr>
        <p:cNvPr id="1" name="Shape 635"/>
        <p:cNvGrpSpPr/>
        <p:nvPr/>
      </p:nvGrpSpPr>
      <p:grpSpPr>
        <a:xfrm>
          <a:off x="0" y="0"/>
          <a:ext cx="0" cy="0"/>
          <a:chOff x="0" y="0"/>
          <a:chExt cx="0" cy="0"/>
        </a:xfrm>
      </p:grpSpPr>
      <p:sp>
        <p:nvSpPr>
          <p:cNvPr id="636" name="Google Shape;636;g2cf1f75ecdd_0_56"/>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7" name="Google Shape;637;g2cf1f75ecdd_0_56"/>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38" name="Google Shape;638;g2cf1f75ecdd_0_56"/>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39" name="Google Shape;639;g2cf1f75ecdd_0_56"/>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0" name="Google Shape;640;g2cf1f75ecdd_0_56"/>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1" name="Google Shape;641;g2cf1f75ecdd_0_56"/>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42" name="Google Shape;642;g2cf1f75ecdd_0_56"/>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643" name="Google Shape;643;g2cf1f75ecdd_0_56"/>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44" name="Google Shape;644;g2cf1f75ecdd_0_56"/>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45" name="Google Shape;645;g2cf1f75ecdd_0_56"/>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46" name="Google Shape;646;g2cf1f75ecdd_0_56"/>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47" name="Google Shape;647;g2cf1f75ecdd_0_56"/>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48" name="Google Shape;648;g2cf1f75ecdd_0_56"/>
          <p:cNvGrpSpPr/>
          <p:nvPr/>
        </p:nvGrpSpPr>
        <p:grpSpPr>
          <a:xfrm>
            <a:off x="662575" y="6212475"/>
            <a:ext cx="586800" cy="571500"/>
            <a:chOff x="662575" y="6212475"/>
            <a:chExt cx="586800" cy="571500"/>
          </a:xfrm>
        </p:grpSpPr>
        <p:sp>
          <p:nvSpPr>
            <p:cNvPr id="649" name="Google Shape;649;g2cf1f75ecdd_0_56">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0" name="Google Shape;650;g2cf1f75ecdd_0_56">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1" name="Google Shape;651;g2cf1f75ecdd_0_56">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52" name="Google Shape;652;g2cf1f75ecdd_0_56"/>
          <p:cNvGrpSpPr/>
          <p:nvPr/>
        </p:nvGrpSpPr>
        <p:grpSpPr>
          <a:xfrm>
            <a:off x="7894350" y="6212475"/>
            <a:ext cx="586800" cy="571500"/>
            <a:chOff x="7894350" y="6212475"/>
            <a:chExt cx="586800" cy="571500"/>
          </a:xfrm>
        </p:grpSpPr>
        <p:sp>
          <p:nvSpPr>
            <p:cNvPr id="653" name="Google Shape;653;g2cf1f75ecdd_0_56">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4" name="Google Shape;654;g2cf1f75ecdd_0_56">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5" name="Google Shape;655;g2cf1f75ecdd_0_56">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56" name="Google Shape;656;g2cf1f75ecdd_0_56"/>
          <p:cNvSpPr/>
          <p:nvPr/>
        </p:nvSpPr>
        <p:spPr>
          <a:xfrm>
            <a:off x="1521636" y="6212475"/>
            <a:ext cx="61005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100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800" b="0" i="0" u="none" strike="noStrike" cap="none">
              <a:solidFill>
                <a:srgbClr val="AEABAB"/>
              </a:solidFill>
              <a:latin typeface="Poppins Medium"/>
              <a:ea typeface="Poppins Medium"/>
              <a:cs typeface="Poppins Medium"/>
              <a:sym typeface="Poppins Medium"/>
            </a:endParaRPr>
          </a:p>
        </p:txBody>
      </p:sp>
      <p:sp>
        <p:nvSpPr>
          <p:cNvPr id="657" name="Google Shape;657;g2cf1f75ecdd_0_56"/>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dk1"/>
              </a:buClr>
              <a:buSzPts val="3600"/>
              <a:buFont typeface="Arial"/>
              <a:buNone/>
            </a:pPr>
            <a:r>
              <a:rPr lang="en-US" sz="3200">
                <a:solidFill>
                  <a:srgbClr val="8DC63F"/>
                </a:solidFill>
                <a:latin typeface="Poppins Medium"/>
                <a:ea typeface="Poppins Medium"/>
                <a:cs typeface="Poppins Medium"/>
                <a:sym typeface="Poppins Medium"/>
              </a:rPr>
              <a:t>Practise</a:t>
            </a:r>
            <a:r>
              <a:rPr lang="en-US" sz="32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sp>
        <p:nvSpPr>
          <p:cNvPr id="658" name="Google Shape;658;g2cf1f75ecdd_0_56"/>
          <p:cNvSpPr txBox="1">
            <a:spLocks noGrp="1"/>
          </p:cNvSpPr>
          <p:nvPr>
            <p:ph type="subTitle" idx="4"/>
          </p:nvPr>
        </p:nvSpPr>
        <p:spPr>
          <a:xfrm>
            <a:off x="1193375" y="3806775"/>
            <a:ext cx="6781800" cy="293100"/>
          </a:xfrm>
          <a:prstGeom prst="rect">
            <a:avLst/>
          </a:prstGeom>
          <a:noFill/>
          <a:ln>
            <a:noFill/>
          </a:ln>
        </p:spPr>
        <p:txBody>
          <a:bodyPr spcFirstLastPara="1" wrap="square" lIns="91425" tIns="45700" rIns="91425" bIns="45700" anchor="ctr" anchorCtr="0">
            <a:noAutofit/>
          </a:bodyPr>
          <a:lstStyle>
            <a:lvl1pPr marR="0" lvl="0" algn="ctr">
              <a:lnSpc>
                <a:spcPct val="90000"/>
              </a:lnSpc>
              <a:spcBef>
                <a:spcPts val="1000"/>
              </a:spcBef>
              <a:spcAft>
                <a:spcPts val="0"/>
              </a:spcAft>
              <a:buSzPts val="2800"/>
              <a:buNone/>
              <a:defRPr sz="1800">
                <a:solidFill>
                  <a:srgbClr val="B7B7B7"/>
                </a:solidFill>
                <a:latin typeface="Jost"/>
                <a:ea typeface="Jost"/>
                <a:cs typeface="Jost"/>
                <a:sym typeface="Jost"/>
              </a:defRPr>
            </a:lvl1pPr>
            <a:lvl2pPr marR="0" lvl="1" algn="ctr">
              <a:lnSpc>
                <a:spcPct val="90000"/>
              </a:lnSpc>
              <a:spcBef>
                <a:spcPts val="1000"/>
              </a:spcBef>
              <a:spcAft>
                <a:spcPts val="0"/>
              </a:spcAft>
              <a:buSzPts val="2400"/>
              <a:buNone/>
              <a:defRPr sz="1800">
                <a:solidFill>
                  <a:srgbClr val="B7B7B7"/>
                </a:solidFill>
                <a:latin typeface="Jost"/>
                <a:ea typeface="Jost"/>
                <a:cs typeface="Jost"/>
                <a:sym typeface="Jost"/>
              </a:defRPr>
            </a:lvl2pPr>
            <a:lvl3pPr marR="0" lvl="2" algn="ctr">
              <a:lnSpc>
                <a:spcPct val="90000"/>
              </a:lnSpc>
              <a:spcBef>
                <a:spcPts val="1000"/>
              </a:spcBef>
              <a:spcAft>
                <a:spcPts val="0"/>
              </a:spcAft>
              <a:buSzPts val="2000"/>
              <a:buNone/>
              <a:defRPr sz="1800">
                <a:solidFill>
                  <a:srgbClr val="B7B7B7"/>
                </a:solidFill>
                <a:latin typeface="Jost"/>
                <a:ea typeface="Jost"/>
                <a:cs typeface="Jost"/>
                <a:sym typeface="Jost"/>
              </a:defRPr>
            </a:lvl3pPr>
            <a:lvl4pPr marR="0" lvl="3" algn="ctr">
              <a:lnSpc>
                <a:spcPct val="90000"/>
              </a:lnSpc>
              <a:spcBef>
                <a:spcPts val="1000"/>
              </a:spcBef>
              <a:spcAft>
                <a:spcPts val="0"/>
              </a:spcAft>
              <a:buSzPts val="1800"/>
              <a:buNone/>
              <a:defRPr sz="1800">
                <a:solidFill>
                  <a:srgbClr val="B7B7B7"/>
                </a:solidFill>
                <a:latin typeface="Jost"/>
                <a:ea typeface="Jost"/>
                <a:cs typeface="Jost"/>
                <a:sym typeface="Jost"/>
              </a:defRPr>
            </a:lvl4pPr>
            <a:lvl5pPr marR="0" lvl="4" algn="ctr">
              <a:lnSpc>
                <a:spcPct val="90000"/>
              </a:lnSpc>
              <a:spcBef>
                <a:spcPts val="1000"/>
              </a:spcBef>
              <a:spcAft>
                <a:spcPts val="0"/>
              </a:spcAft>
              <a:buSzPts val="1800"/>
              <a:buNone/>
              <a:defRPr sz="1800">
                <a:solidFill>
                  <a:srgbClr val="B7B7B7"/>
                </a:solidFill>
                <a:latin typeface="Jost"/>
                <a:ea typeface="Jost"/>
                <a:cs typeface="Jost"/>
                <a:sym typeface="Jost"/>
              </a:defRPr>
            </a:lvl5pPr>
            <a:lvl6pPr marR="0" lvl="5" algn="ctr">
              <a:lnSpc>
                <a:spcPct val="90000"/>
              </a:lnSpc>
              <a:spcBef>
                <a:spcPts val="1000"/>
              </a:spcBef>
              <a:spcAft>
                <a:spcPts val="0"/>
              </a:spcAft>
              <a:buSzPts val="1800"/>
              <a:buNone/>
              <a:defRPr sz="1800">
                <a:solidFill>
                  <a:srgbClr val="B7B7B7"/>
                </a:solidFill>
                <a:latin typeface="Jost"/>
                <a:ea typeface="Jost"/>
                <a:cs typeface="Jost"/>
                <a:sym typeface="Jost"/>
              </a:defRPr>
            </a:lvl6pPr>
            <a:lvl7pPr marR="0" lvl="6" algn="ctr">
              <a:lnSpc>
                <a:spcPct val="90000"/>
              </a:lnSpc>
              <a:spcBef>
                <a:spcPts val="1000"/>
              </a:spcBef>
              <a:spcAft>
                <a:spcPts val="0"/>
              </a:spcAft>
              <a:buSzPts val="1800"/>
              <a:buNone/>
              <a:defRPr sz="1800">
                <a:solidFill>
                  <a:srgbClr val="B7B7B7"/>
                </a:solidFill>
                <a:latin typeface="Jost"/>
                <a:ea typeface="Jost"/>
                <a:cs typeface="Jost"/>
                <a:sym typeface="Jost"/>
              </a:defRPr>
            </a:lvl7pPr>
            <a:lvl8pPr marR="0" lvl="7" algn="ctr">
              <a:lnSpc>
                <a:spcPct val="90000"/>
              </a:lnSpc>
              <a:spcBef>
                <a:spcPts val="1000"/>
              </a:spcBef>
              <a:spcAft>
                <a:spcPts val="0"/>
              </a:spcAft>
              <a:buSzPts val="1800"/>
              <a:buNone/>
              <a:defRPr sz="1800">
                <a:solidFill>
                  <a:srgbClr val="B7B7B7"/>
                </a:solidFill>
                <a:latin typeface="Jost"/>
                <a:ea typeface="Jost"/>
                <a:cs typeface="Jost"/>
                <a:sym typeface="Jost"/>
              </a:defRPr>
            </a:lvl8pPr>
            <a:lvl9pPr marR="0" lvl="8" algn="ctr">
              <a:lnSpc>
                <a:spcPct val="90000"/>
              </a:lnSpc>
              <a:spcBef>
                <a:spcPts val="1000"/>
              </a:spcBef>
              <a:spcAft>
                <a:spcPts val="0"/>
              </a:spcAft>
              <a:buSzPts val="1800"/>
              <a:buNone/>
              <a:defRPr sz="1800">
                <a:solidFill>
                  <a:srgbClr val="B7B7B7"/>
                </a:solidFill>
                <a:latin typeface="Jost"/>
                <a:ea typeface="Jost"/>
                <a:cs typeface="Jost"/>
                <a:sym typeface="Jost"/>
              </a:defRPr>
            </a:lvl9pPr>
          </a:lstStyle>
          <a:p>
            <a:endParaRPr/>
          </a:p>
        </p:txBody>
      </p:sp>
      <p:cxnSp>
        <p:nvCxnSpPr>
          <p:cNvPr id="659" name="Google Shape;659;g2cf1f75ecdd_0_56"/>
          <p:cNvCxnSpPr/>
          <p:nvPr/>
        </p:nvCxnSpPr>
        <p:spPr>
          <a:xfrm>
            <a:off x="1181100" y="42238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660" name="Google Shape;660;g2cf1f75ecdd_0_56"/>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661" name="Google Shape;661;g2cf1f75ecdd_0_56"/>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662" name="Google Shape;662;g2cf1f75ecdd_0_56"/>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663" name="Google Shape;663;g2cf1f75ecdd_0_56"/>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664" name="Google Shape;664;g2cf1f75ecdd_0_56"/>
          <p:cNvSpPr txBox="1"/>
          <p:nvPr/>
        </p:nvSpPr>
        <p:spPr>
          <a:xfrm>
            <a:off x="2333951"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65" name="Google Shape;665;g2cf1f75ecdd_0_56"/>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66" name="Google Shape;666;g2cf1f75ecdd_0_56"/>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67" name="Google Shape;667;g2cf1f75ecdd_0_56"/>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68" name="Google Shape;668;g2cf1f75ecdd_0_56"/>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cxnSp>
        <p:nvCxnSpPr>
          <p:cNvPr id="669" name="Google Shape;669;g2cf1f75ecdd_0_56"/>
          <p:cNvCxnSpPr/>
          <p:nvPr/>
        </p:nvCxnSpPr>
        <p:spPr>
          <a:xfrm>
            <a:off x="1181100" y="3682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670" name="Google Shape;670;g2cf1f75ecdd_0_56"/>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71" name="Google Shape;671;g2cf1f75ecdd_0_56"/>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72" name="Google Shape;672;g2cf1f75ecdd_0_56"/>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FFD403"/>
              </a:solidFill>
              <a:latin typeface="Jost"/>
              <a:ea typeface="Jost"/>
              <a:cs typeface="Jost"/>
              <a:sym typeface="Jost"/>
            </a:endParaRPr>
          </a:p>
        </p:txBody>
      </p:sp>
      <p:sp>
        <p:nvSpPr>
          <p:cNvPr id="673" name="Google Shape;673;g2cf1f75ecdd_0_56"/>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74" name="Google Shape;674;g2cf1f75ecdd_0_56"/>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75" name="Google Shape;675;g2cf1f75ecdd_0_56"/>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76" name="Google Shape;676;g2cf1f75ecdd_0_56"/>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00904D"/>
              </a:solidFill>
              <a:latin typeface="Jost"/>
              <a:ea typeface="Jost"/>
              <a:cs typeface="Jost"/>
              <a:sym typeface="Jost"/>
            </a:endParaRPr>
          </a:p>
        </p:txBody>
      </p:sp>
      <p:sp>
        <p:nvSpPr>
          <p:cNvPr id="677" name="Google Shape;677;g2cf1f75ecdd_0_56"/>
          <p:cNvSpPr txBox="1"/>
          <p:nvPr/>
        </p:nvSpPr>
        <p:spPr>
          <a:xfrm>
            <a:off x="2333951"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78" name="Google Shape;678;g2cf1f75ecdd_0_56"/>
          <p:cNvSpPr txBox="1"/>
          <p:nvPr/>
        </p:nvSpPr>
        <p:spPr>
          <a:xfrm>
            <a:off x="5792506"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FFD403"/>
              </a:solidFill>
              <a:latin typeface="Jost"/>
              <a:ea typeface="Jost"/>
              <a:cs typeface="Jost"/>
              <a:sym typeface="Jost"/>
            </a:endParaRPr>
          </a:p>
        </p:txBody>
      </p:sp>
      <p:sp>
        <p:nvSpPr>
          <p:cNvPr id="679" name="Google Shape;679;g2cf1f75ecdd_0_56"/>
          <p:cNvSpPr txBox="1"/>
          <p:nvPr/>
        </p:nvSpPr>
        <p:spPr>
          <a:xfrm>
            <a:off x="1181100"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80" name="Google Shape;680;g2cf1f75ecdd_0_56"/>
          <p:cNvSpPr txBox="1"/>
          <p:nvPr/>
        </p:nvSpPr>
        <p:spPr>
          <a:xfrm>
            <a:off x="3486803"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81" name="Google Shape;681;g2cf1f75ecdd_0_56"/>
          <p:cNvSpPr txBox="1"/>
          <p:nvPr/>
        </p:nvSpPr>
        <p:spPr>
          <a:xfrm>
            <a:off x="4639654"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82" name="Google Shape;682;g2cf1f75ecdd_0_56"/>
          <p:cNvSpPr txBox="1"/>
          <p:nvPr/>
        </p:nvSpPr>
        <p:spPr>
          <a:xfrm>
            <a:off x="6945355"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00904D"/>
              </a:solidFill>
              <a:latin typeface="Jost"/>
              <a:ea typeface="Jost"/>
              <a:cs typeface="Jost"/>
              <a:sym typeface="Jost"/>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83"/>
        <p:cNvGrpSpPr/>
        <p:nvPr/>
      </p:nvGrpSpPr>
      <p:grpSpPr>
        <a:xfrm>
          <a:off x="0" y="0"/>
          <a:ext cx="0" cy="0"/>
          <a:chOff x="0" y="0"/>
          <a:chExt cx="0" cy="0"/>
        </a:xfrm>
      </p:grpSpPr>
      <p:sp>
        <p:nvSpPr>
          <p:cNvPr id="684" name="Google Shape;684;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5" name="Google Shape;685;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6" name="Google Shape;686;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7" name="Google Shape;687;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88" name="Google Shape;688;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9" name="Google Shape;689;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90" name="Google Shape;690;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91" name="Google Shape;691;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92" name="Google Shape;692;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93" name="Google Shape;693;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94" name="Google Shape;694;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95" name="Google Shape;695;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96" name="Google Shape;696;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97" name="Google Shape;697;p30"/>
          <p:cNvGrpSpPr/>
          <p:nvPr/>
        </p:nvGrpSpPr>
        <p:grpSpPr>
          <a:xfrm>
            <a:off x="6022940" y="5341706"/>
            <a:ext cx="594501" cy="305904"/>
            <a:chOff x="5672081" y="1914352"/>
            <a:chExt cx="792668" cy="305904"/>
          </a:xfrm>
        </p:grpSpPr>
        <p:sp>
          <p:nvSpPr>
            <p:cNvPr id="698" name="Google Shape;698;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99" name="Google Shape;699;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700" name="Google Shape;700;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701" name="Google Shape;701;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2" name="Google Shape;702;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3" name="Google Shape;703;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4" name="Google Shape;704;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5" name="Google Shape;705;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6" name="Google Shape;706;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7" name="Google Shape;707;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8" name="Google Shape;708;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709" name="Google Shape;709;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710" name="Google Shape;710;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1" name="Google Shape;711;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2" name="Google Shape;712;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3" name="Google Shape;713;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4" name="Google Shape;714;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5" name="Google Shape;715;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6" name="Google Shape;716;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7" name="Google Shape;717;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718" name="Google Shape;718;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719" name="Google Shape;719;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720" name="Google Shape;720;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721" name="Google Shape;721;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722" name="Google Shape;722;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723" name="Google Shape;723;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724" name="Google Shape;724;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5" name="Google Shape;725;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6" name="Google Shape;726;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727" name="Google Shape;727;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728" name="Google Shape;728;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729"/>
        <p:cNvGrpSpPr/>
        <p:nvPr/>
      </p:nvGrpSpPr>
      <p:grpSpPr>
        <a:xfrm>
          <a:off x="0" y="0"/>
          <a:ext cx="0" cy="0"/>
          <a:chOff x="0" y="0"/>
          <a:chExt cx="0" cy="0"/>
        </a:xfrm>
      </p:grpSpPr>
      <p:sp>
        <p:nvSpPr>
          <p:cNvPr id="730" name="Google Shape;730;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31" name="Google Shape;731;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732" name="Google Shape;732;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733"/>
        <p:cNvGrpSpPr/>
        <p:nvPr/>
      </p:nvGrpSpPr>
      <p:grpSpPr>
        <a:xfrm>
          <a:off x="0" y="0"/>
          <a:ext cx="0" cy="0"/>
          <a:chOff x="0" y="0"/>
          <a:chExt cx="0" cy="0"/>
        </a:xfrm>
      </p:grpSpPr>
      <p:sp>
        <p:nvSpPr>
          <p:cNvPr id="734" name="Google Shape;734;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35" name="Google Shape;735;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736" name="Google Shape;736;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 id="2147483673" r:id="rId2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8" Type="http://schemas.openxmlformats.org/officeDocument/2006/relationships/slide" Target="slide9.xml"/><Relationship Id="rId3" Type="http://schemas.openxmlformats.org/officeDocument/2006/relationships/image" Target="../media/image9.png"/><Relationship Id="rId7" Type="http://schemas.openxmlformats.org/officeDocument/2006/relationships/slide" Target="slide5.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10" Type="http://schemas.openxmlformats.org/officeDocument/2006/relationships/slide" Target="slide6.xml"/><Relationship Id="rId4" Type="http://schemas.openxmlformats.org/officeDocument/2006/relationships/image" Target="../media/image10.png"/><Relationship Id="rId9" Type="http://schemas.openxmlformats.org/officeDocument/2006/relationships/slide" Target="slide11.xml"/></Relationships>
</file>

<file path=ppt/slides/_rels/slide3.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18" Type="http://schemas.openxmlformats.org/officeDocument/2006/relationships/image" Target="../media/image28.png"/><Relationship Id="rId3" Type="http://schemas.openxmlformats.org/officeDocument/2006/relationships/image" Target="../media/image13.png"/><Relationship Id="rId21" Type="http://schemas.openxmlformats.org/officeDocument/2006/relationships/image" Target="../media/image31.png"/><Relationship Id="rId7" Type="http://schemas.openxmlformats.org/officeDocument/2006/relationships/image" Target="../media/image17.png"/><Relationship Id="rId12" Type="http://schemas.openxmlformats.org/officeDocument/2006/relationships/image" Target="../media/image22.png"/><Relationship Id="rId17" Type="http://schemas.openxmlformats.org/officeDocument/2006/relationships/image" Target="../media/image27.png"/><Relationship Id="rId25" Type="http://schemas.openxmlformats.org/officeDocument/2006/relationships/image" Target="../media/image35.png"/><Relationship Id="rId2" Type="http://schemas.openxmlformats.org/officeDocument/2006/relationships/notesSlide" Target="../notesSlides/notesSlide3.xml"/><Relationship Id="rId16" Type="http://schemas.openxmlformats.org/officeDocument/2006/relationships/image" Target="../media/image26.png"/><Relationship Id="rId20" Type="http://schemas.openxmlformats.org/officeDocument/2006/relationships/image" Target="../media/image30.png"/><Relationship Id="rId1" Type="http://schemas.openxmlformats.org/officeDocument/2006/relationships/slideLayout" Target="../slideLayouts/slideLayout3.xml"/><Relationship Id="rId6" Type="http://schemas.openxmlformats.org/officeDocument/2006/relationships/image" Target="../media/image16.png"/><Relationship Id="rId11" Type="http://schemas.openxmlformats.org/officeDocument/2006/relationships/image" Target="../media/image21.png"/><Relationship Id="rId24" Type="http://schemas.openxmlformats.org/officeDocument/2006/relationships/image" Target="../media/image34.png"/><Relationship Id="rId5" Type="http://schemas.openxmlformats.org/officeDocument/2006/relationships/image" Target="../media/image15.png"/><Relationship Id="rId15" Type="http://schemas.openxmlformats.org/officeDocument/2006/relationships/image" Target="../media/image25.png"/><Relationship Id="rId23" Type="http://schemas.openxmlformats.org/officeDocument/2006/relationships/image" Target="../media/image33.png"/><Relationship Id="rId10" Type="http://schemas.openxmlformats.org/officeDocument/2006/relationships/image" Target="../media/image20.png"/><Relationship Id="rId19" Type="http://schemas.openxmlformats.org/officeDocument/2006/relationships/image" Target="../media/image29.png"/><Relationship Id="rId4" Type="http://schemas.openxmlformats.org/officeDocument/2006/relationships/image" Target="../media/image14.png"/><Relationship Id="rId9" Type="http://schemas.openxmlformats.org/officeDocument/2006/relationships/image" Target="../media/image19.png"/><Relationship Id="rId14" Type="http://schemas.openxmlformats.org/officeDocument/2006/relationships/image" Target="../media/image24.png"/><Relationship Id="rId22" Type="http://schemas.openxmlformats.org/officeDocument/2006/relationships/image" Target="../media/image32.png"/></Relationships>
</file>

<file path=ppt/slides/_rels/slide4.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46.png"/><Relationship Id="rId18" Type="http://schemas.openxmlformats.org/officeDocument/2006/relationships/image" Target="../media/image51.png"/><Relationship Id="rId26" Type="http://schemas.openxmlformats.org/officeDocument/2006/relationships/image" Target="../media/image59.png"/><Relationship Id="rId3" Type="http://schemas.openxmlformats.org/officeDocument/2006/relationships/image" Target="../media/image36.png"/><Relationship Id="rId21" Type="http://schemas.openxmlformats.org/officeDocument/2006/relationships/image" Target="../media/image54.png"/><Relationship Id="rId7" Type="http://schemas.openxmlformats.org/officeDocument/2006/relationships/image" Target="../media/image40.png"/><Relationship Id="rId12" Type="http://schemas.openxmlformats.org/officeDocument/2006/relationships/image" Target="../media/image45.png"/><Relationship Id="rId17" Type="http://schemas.openxmlformats.org/officeDocument/2006/relationships/image" Target="../media/image50.png"/><Relationship Id="rId25" Type="http://schemas.openxmlformats.org/officeDocument/2006/relationships/image" Target="../media/image58.png"/><Relationship Id="rId2" Type="http://schemas.openxmlformats.org/officeDocument/2006/relationships/notesSlide" Target="../notesSlides/notesSlide4.xml"/><Relationship Id="rId16" Type="http://schemas.openxmlformats.org/officeDocument/2006/relationships/image" Target="../media/image49.png"/><Relationship Id="rId20" Type="http://schemas.openxmlformats.org/officeDocument/2006/relationships/image" Target="../media/image53.png"/><Relationship Id="rId29" Type="http://schemas.openxmlformats.org/officeDocument/2006/relationships/image" Target="../media/image62.png"/><Relationship Id="rId1" Type="http://schemas.openxmlformats.org/officeDocument/2006/relationships/slideLayout" Target="../slideLayouts/slideLayout3.xml"/><Relationship Id="rId6" Type="http://schemas.openxmlformats.org/officeDocument/2006/relationships/image" Target="../media/image39.png"/><Relationship Id="rId11" Type="http://schemas.openxmlformats.org/officeDocument/2006/relationships/image" Target="../media/image44.png"/><Relationship Id="rId24" Type="http://schemas.openxmlformats.org/officeDocument/2006/relationships/image" Target="../media/image57.png"/><Relationship Id="rId5" Type="http://schemas.openxmlformats.org/officeDocument/2006/relationships/image" Target="../media/image38.png"/><Relationship Id="rId15" Type="http://schemas.openxmlformats.org/officeDocument/2006/relationships/image" Target="../media/image48.png"/><Relationship Id="rId23" Type="http://schemas.openxmlformats.org/officeDocument/2006/relationships/image" Target="../media/image56.png"/><Relationship Id="rId28" Type="http://schemas.openxmlformats.org/officeDocument/2006/relationships/image" Target="../media/image61.png"/><Relationship Id="rId10" Type="http://schemas.openxmlformats.org/officeDocument/2006/relationships/image" Target="../media/image43.png"/><Relationship Id="rId19" Type="http://schemas.openxmlformats.org/officeDocument/2006/relationships/image" Target="../media/image52.png"/><Relationship Id="rId31" Type="http://schemas.openxmlformats.org/officeDocument/2006/relationships/image" Target="../media/image64.png"/><Relationship Id="rId4" Type="http://schemas.openxmlformats.org/officeDocument/2006/relationships/image" Target="../media/image37.png"/><Relationship Id="rId9" Type="http://schemas.openxmlformats.org/officeDocument/2006/relationships/image" Target="../media/image42.png"/><Relationship Id="rId14" Type="http://schemas.openxmlformats.org/officeDocument/2006/relationships/image" Target="../media/image47.png"/><Relationship Id="rId22" Type="http://schemas.openxmlformats.org/officeDocument/2006/relationships/image" Target="../media/image55.png"/><Relationship Id="rId27" Type="http://schemas.openxmlformats.org/officeDocument/2006/relationships/image" Target="../media/image60.png"/><Relationship Id="rId30" Type="http://schemas.openxmlformats.org/officeDocument/2006/relationships/image" Target="../media/image63.png"/></Relationships>
</file>

<file path=ppt/slides/_rels/slide5.xml.rels><?xml version="1.0" encoding="UTF-8" standalone="yes"?>
<Relationships xmlns="http://schemas.openxmlformats.org/package/2006/relationships"><Relationship Id="rId8" Type="http://schemas.openxmlformats.org/officeDocument/2006/relationships/image" Target="../media/image69.png"/><Relationship Id="rId13" Type="http://schemas.openxmlformats.org/officeDocument/2006/relationships/image" Target="../media/image74.png"/><Relationship Id="rId3" Type="http://schemas.openxmlformats.org/officeDocument/2006/relationships/image" Target="../media/image12.png"/><Relationship Id="rId7" Type="http://schemas.openxmlformats.org/officeDocument/2006/relationships/image" Target="../media/image68.png"/><Relationship Id="rId12" Type="http://schemas.openxmlformats.org/officeDocument/2006/relationships/image" Target="../media/image73.png"/><Relationship Id="rId2" Type="http://schemas.openxmlformats.org/officeDocument/2006/relationships/notesSlide" Target="../notesSlides/notesSlide5.xml"/><Relationship Id="rId16" Type="http://schemas.openxmlformats.org/officeDocument/2006/relationships/image" Target="../media/image77.png"/><Relationship Id="rId1" Type="http://schemas.openxmlformats.org/officeDocument/2006/relationships/slideLayout" Target="../slideLayouts/slideLayout3.xml"/><Relationship Id="rId6" Type="http://schemas.openxmlformats.org/officeDocument/2006/relationships/image" Target="../media/image67.png"/><Relationship Id="rId11" Type="http://schemas.openxmlformats.org/officeDocument/2006/relationships/image" Target="../media/image72.png"/><Relationship Id="rId5" Type="http://schemas.openxmlformats.org/officeDocument/2006/relationships/image" Target="../media/image66.png"/><Relationship Id="rId15" Type="http://schemas.openxmlformats.org/officeDocument/2006/relationships/image" Target="../media/image76.png"/><Relationship Id="rId10" Type="http://schemas.openxmlformats.org/officeDocument/2006/relationships/image" Target="../media/image71.png"/><Relationship Id="rId4" Type="http://schemas.openxmlformats.org/officeDocument/2006/relationships/image" Target="../media/image65.png"/><Relationship Id="rId9" Type="http://schemas.openxmlformats.org/officeDocument/2006/relationships/image" Target="../media/image70.png"/><Relationship Id="rId14" Type="http://schemas.openxmlformats.org/officeDocument/2006/relationships/image" Target="../media/image75.png"/></Relationships>
</file>

<file path=ppt/slides/_rels/slide6.xml.rels><?xml version="1.0" encoding="UTF-8" standalone="yes"?>
<Relationships xmlns="http://schemas.openxmlformats.org/package/2006/relationships"><Relationship Id="rId8" Type="http://schemas.openxmlformats.org/officeDocument/2006/relationships/image" Target="../media/image83.png"/><Relationship Id="rId13" Type="http://schemas.openxmlformats.org/officeDocument/2006/relationships/image" Target="../media/image88.png"/><Relationship Id="rId18" Type="http://schemas.openxmlformats.org/officeDocument/2006/relationships/image" Target="../media/image93.png"/><Relationship Id="rId26" Type="http://schemas.openxmlformats.org/officeDocument/2006/relationships/image" Target="../media/image100.png"/><Relationship Id="rId3" Type="http://schemas.openxmlformats.org/officeDocument/2006/relationships/image" Target="../media/image78.png"/><Relationship Id="rId21" Type="http://schemas.openxmlformats.org/officeDocument/2006/relationships/image" Target="../media/image95.png"/><Relationship Id="rId7" Type="http://schemas.openxmlformats.org/officeDocument/2006/relationships/image" Target="../media/image82.png"/><Relationship Id="rId12" Type="http://schemas.openxmlformats.org/officeDocument/2006/relationships/image" Target="../media/image87.png"/><Relationship Id="rId17" Type="http://schemas.openxmlformats.org/officeDocument/2006/relationships/image" Target="../media/image92.png"/><Relationship Id="rId25" Type="http://schemas.openxmlformats.org/officeDocument/2006/relationships/image" Target="../media/image99.png"/><Relationship Id="rId2" Type="http://schemas.openxmlformats.org/officeDocument/2006/relationships/notesSlide" Target="../notesSlides/notesSlide6.xml"/><Relationship Id="rId16" Type="http://schemas.openxmlformats.org/officeDocument/2006/relationships/image" Target="../media/image91.png"/><Relationship Id="rId20" Type="http://schemas.openxmlformats.org/officeDocument/2006/relationships/image" Target="../media/image94.png"/><Relationship Id="rId29" Type="http://schemas.openxmlformats.org/officeDocument/2006/relationships/image" Target="../media/image103.png"/><Relationship Id="rId1" Type="http://schemas.openxmlformats.org/officeDocument/2006/relationships/slideLayout" Target="../slideLayouts/slideLayout3.xml"/><Relationship Id="rId6" Type="http://schemas.openxmlformats.org/officeDocument/2006/relationships/image" Target="../media/image81.png"/><Relationship Id="rId11" Type="http://schemas.openxmlformats.org/officeDocument/2006/relationships/image" Target="../media/image86.png"/><Relationship Id="rId24" Type="http://schemas.openxmlformats.org/officeDocument/2006/relationships/image" Target="../media/image98.png"/><Relationship Id="rId5" Type="http://schemas.openxmlformats.org/officeDocument/2006/relationships/image" Target="../media/image80.png"/><Relationship Id="rId15" Type="http://schemas.openxmlformats.org/officeDocument/2006/relationships/image" Target="../media/image90.png"/><Relationship Id="rId23" Type="http://schemas.openxmlformats.org/officeDocument/2006/relationships/image" Target="../media/image97.png"/><Relationship Id="rId28" Type="http://schemas.openxmlformats.org/officeDocument/2006/relationships/image" Target="../media/image102.png"/><Relationship Id="rId10" Type="http://schemas.openxmlformats.org/officeDocument/2006/relationships/image" Target="../media/image85.png"/><Relationship Id="rId19" Type="http://schemas.openxmlformats.org/officeDocument/2006/relationships/image" Target="../media/image11.png"/><Relationship Id="rId4" Type="http://schemas.openxmlformats.org/officeDocument/2006/relationships/image" Target="../media/image79.png"/><Relationship Id="rId9" Type="http://schemas.openxmlformats.org/officeDocument/2006/relationships/image" Target="../media/image84.png"/><Relationship Id="rId14" Type="http://schemas.openxmlformats.org/officeDocument/2006/relationships/image" Target="../media/image89.png"/><Relationship Id="rId22" Type="http://schemas.openxmlformats.org/officeDocument/2006/relationships/image" Target="../media/image96.png"/><Relationship Id="rId27" Type="http://schemas.openxmlformats.org/officeDocument/2006/relationships/image" Target="../media/image101.png"/><Relationship Id="rId30" Type="http://schemas.openxmlformats.org/officeDocument/2006/relationships/image" Target="../media/image104.png"/></Relationships>
</file>

<file path=ppt/slides/_rels/slide7.xml.rels><?xml version="1.0" encoding="UTF-8" standalone="yes"?>
<Relationships xmlns="http://schemas.openxmlformats.org/package/2006/relationships"><Relationship Id="rId8" Type="http://schemas.openxmlformats.org/officeDocument/2006/relationships/image" Target="../media/image110.png"/><Relationship Id="rId13" Type="http://schemas.openxmlformats.org/officeDocument/2006/relationships/image" Target="../media/image6.png"/><Relationship Id="rId3" Type="http://schemas.openxmlformats.org/officeDocument/2006/relationships/image" Target="../media/image105.png"/><Relationship Id="rId7" Type="http://schemas.openxmlformats.org/officeDocument/2006/relationships/image" Target="../media/image109.png"/><Relationship Id="rId12"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08.png"/><Relationship Id="rId11" Type="http://schemas.openxmlformats.org/officeDocument/2006/relationships/image" Target="../media/image8.png"/><Relationship Id="rId5" Type="http://schemas.openxmlformats.org/officeDocument/2006/relationships/image" Target="../media/image107.png"/><Relationship Id="rId15" Type="http://schemas.openxmlformats.org/officeDocument/2006/relationships/image" Target="../media/image113.png"/><Relationship Id="rId10" Type="http://schemas.openxmlformats.org/officeDocument/2006/relationships/image" Target="../media/image9.png"/><Relationship Id="rId4" Type="http://schemas.openxmlformats.org/officeDocument/2006/relationships/image" Target="../media/image106.png"/><Relationship Id="rId9" Type="http://schemas.openxmlformats.org/officeDocument/2006/relationships/image" Target="../media/image111.png"/><Relationship Id="rId14" Type="http://schemas.openxmlformats.org/officeDocument/2006/relationships/image" Target="../media/image112.png"/></Relationships>
</file>

<file path=ppt/slides/_rels/slide8.xml.rels><?xml version="1.0" encoding="UTF-8" standalone="yes"?>
<Relationships xmlns="http://schemas.openxmlformats.org/package/2006/relationships"><Relationship Id="rId3" Type="http://schemas.openxmlformats.org/officeDocument/2006/relationships/image" Target="../media/image114.jp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8" Type="http://schemas.openxmlformats.org/officeDocument/2006/relationships/image" Target="../media/image113.png"/><Relationship Id="rId13" Type="http://schemas.openxmlformats.org/officeDocument/2006/relationships/image" Target="../media/image106.png"/><Relationship Id="rId3" Type="http://schemas.openxmlformats.org/officeDocument/2006/relationships/image" Target="../media/image9.png"/><Relationship Id="rId7" Type="http://schemas.openxmlformats.org/officeDocument/2006/relationships/image" Target="../media/image112.png"/><Relationship Id="rId12" Type="http://schemas.openxmlformats.org/officeDocument/2006/relationships/image" Target="../media/image109.png"/><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media/image6.png"/><Relationship Id="rId11" Type="http://schemas.openxmlformats.org/officeDocument/2006/relationships/image" Target="../media/image108.png"/><Relationship Id="rId5" Type="http://schemas.openxmlformats.org/officeDocument/2006/relationships/image" Target="../media/image7.png"/><Relationship Id="rId15" Type="http://schemas.openxmlformats.org/officeDocument/2006/relationships/image" Target="../media/image105.png"/><Relationship Id="rId10" Type="http://schemas.openxmlformats.org/officeDocument/2006/relationships/image" Target="../media/image111.png"/><Relationship Id="rId4" Type="http://schemas.openxmlformats.org/officeDocument/2006/relationships/image" Target="../media/image8.png"/><Relationship Id="rId9" Type="http://schemas.openxmlformats.org/officeDocument/2006/relationships/image" Target="../media/image110.png"/><Relationship Id="rId14" Type="http://schemas.openxmlformats.org/officeDocument/2006/relationships/image" Target="../media/image107.png"/></Relationships>
</file>

<file path=ppt/slides/_rels/slide10.xml.rels><?xml version="1.0" encoding="UTF-8" standalone="yes"?>
<Relationships xmlns="http://schemas.openxmlformats.org/package/2006/relationships"><Relationship Id="rId8" Type="http://schemas.openxmlformats.org/officeDocument/2006/relationships/image" Target="../media/image120.png"/><Relationship Id="rId13" Type="http://schemas.openxmlformats.org/officeDocument/2006/relationships/image" Target="../media/image125.png"/><Relationship Id="rId3" Type="http://schemas.openxmlformats.org/officeDocument/2006/relationships/image" Target="../media/image115.png"/><Relationship Id="rId7" Type="http://schemas.openxmlformats.org/officeDocument/2006/relationships/image" Target="../media/image119.png"/><Relationship Id="rId12" Type="http://schemas.openxmlformats.org/officeDocument/2006/relationships/image" Target="../media/image124.pn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118.png"/><Relationship Id="rId11" Type="http://schemas.openxmlformats.org/officeDocument/2006/relationships/image" Target="../media/image123.png"/><Relationship Id="rId5" Type="http://schemas.openxmlformats.org/officeDocument/2006/relationships/image" Target="../media/image117.png"/><Relationship Id="rId15" Type="http://schemas.openxmlformats.org/officeDocument/2006/relationships/image" Target="../media/image127.png"/><Relationship Id="rId10" Type="http://schemas.openxmlformats.org/officeDocument/2006/relationships/image" Target="../media/image122.png"/><Relationship Id="rId4" Type="http://schemas.openxmlformats.org/officeDocument/2006/relationships/image" Target="../media/image116.png"/><Relationship Id="rId9" Type="http://schemas.openxmlformats.org/officeDocument/2006/relationships/image" Target="../media/image121.png"/><Relationship Id="rId14" Type="http://schemas.openxmlformats.org/officeDocument/2006/relationships/image" Target="../media/image126.png"/></Relationships>
</file>

<file path=ppt/slides/_rels/slide11.xml.rels><?xml version="1.0" encoding="UTF-8" standalone="yes"?>
<Relationships xmlns="http://schemas.openxmlformats.org/package/2006/relationships"><Relationship Id="rId3" Type="http://schemas.openxmlformats.org/officeDocument/2006/relationships/image" Target="../media/image128.png"/><Relationship Id="rId7" Type="http://schemas.openxmlformats.org/officeDocument/2006/relationships/image" Target="../media/image131.png"/><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image" Target="../media/image130.png"/><Relationship Id="rId5" Type="http://schemas.openxmlformats.org/officeDocument/2006/relationships/image" Target="../media/image10.png"/><Relationship Id="rId4" Type="http://schemas.openxmlformats.org/officeDocument/2006/relationships/image" Target="../media/image129.png"/></Relationships>
</file>

<file path=ppt/slides/_rels/slide12.xml.rels><?xml version="1.0" encoding="UTF-8" standalone="yes"?>
<Relationships xmlns="http://schemas.openxmlformats.org/package/2006/relationships"><Relationship Id="rId3" Type="http://schemas.openxmlformats.org/officeDocument/2006/relationships/image" Target="../media/image132.png"/><Relationship Id="rId7" Type="http://schemas.openxmlformats.org/officeDocument/2006/relationships/image" Target="../media/image136.png"/><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image" Target="../media/image135.png"/><Relationship Id="rId5" Type="http://schemas.openxmlformats.org/officeDocument/2006/relationships/image" Target="../media/image134.png"/><Relationship Id="rId4" Type="http://schemas.openxmlformats.org/officeDocument/2006/relationships/image" Target="../media/image133.png"/></Relationships>
</file>

<file path=ppt/slides/_rels/slide13.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13.xml"/><Relationship Id="rId1" Type="http://schemas.openxmlformats.org/officeDocument/2006/relationships/slideLayout" Target="../slideLayouts/slideLayout5.xml"/><Relationship Id="rId4" Type="http://schemas.openxmlformats.org/officeDocument/2006/relationships/image" Target="../media/image138.png"/></Relationships>
</file>

<file path=ppt/slides/_rels/slide14.xml.rels><?xml version="1.0" encoding="UTF-8" standalone="yes"?>
<Relationships xmlns="http://schemas.openxmlformats.org/package/2006/relationships"><Relationship Id="rId8" Type="http://schemas.openxmlformats.org/officeDocument/2006/relationships/image" Target="../media/image144.jpg"/><Relationship Id="rId13" Type="http://schemas.openxmlformats.org/officeDocument/2006/relationships/image" Target="../media/image149.jpg"/><Relationship Id="rId18" Type="http://schemas.openxmlformats.org/officeDocument/2006/relationships/image" Target="../media/image154.jpg"/><Relationship Id="rId26" Type="http://schemas.openxmlformats.org/officeDocument/2006/relationships/image" Target="../media/image162.jpg"/><Relationship Id="rId3" Type="http://schemas.openxmlformats.org/officeDocument/2006/relationships/image" Target="../media/image139.png"/><Relationship Id="rId21" Type="http://schemas.openxmlformats.org/officeDocument/2006/relationships/image" Target="../media/image157.jpg"/><Relationship Id="rId7" Type="http://schemas.openxmlformats.org/officeDocument/2006/relationships/image" Target="../media/image143.jpg"/><Relationship Id="rId12" Type="http://schemas.openxmlformats.org/officeDocument/2006/relationships/image" Target="../media/image148.jpg"/><Relationship Id="rId17" Type="http://schemas.openxmlformats.org/officeDocument/2006/relationships/image" Target="../media/image153.jpg"/><Relationship Id="rId25" Type="http://schemas.openxmlformats.org/officeDocument/2006/relationships/image" Target="../media/image161.jpg"/><Relationship Id="rId2" Type="http://schemas.openxmlformats.org/officeDocument/2006/relationships/notesSlide" Target="../notesSlides/notesSlide14.xml"/><Relationship Id="rId16" Type="http://schemas.openxmlformats.org/officeDocument/2006/relationships/image" Target="../media/image152.jpg"/><Relationship Id="rId20" Type="http://schemas.openxmlformats.org/officeDocument/2006/relationships/image" Target="../media/image156.jpg"/><Relationship Id="rId29" Type="http://schemas.openxmlformats.org/officeDocument/2006/relationships/image" Target="../media/image165.png"/><Relationship Id="rId1" Type="http://schemas.openxmlformats.org/officeDocument/2006/relationships/slideLayout" Target="../slideLayouts/slideLayout5.xml"/><Relationship Id="rId6" Type="http://schemas.openxmlformats.org/officeDocument/2006/relationships/image" Target="../media/image142.jpg"/><Relationship Id="rId11" Type="http://schemas.openxmlformats.org/officeDocument/2006/relationships/image" Target="../media/image147.jpg"/><Relationship Id="rId24" Type="http://schemas.openxmlformats.org/officeDocument/2006/relationships/image" Target="../media/image160.jpg"/><Relationship Id="rId5" Type="http://schemas.openxmlformats.org/officeDocument/2006/relationships/image" Target="../media/image141.jpg"/><Relationship Id="rId15" Type="http://schemas.openxmlformats.org/officeDocument/2006/relationships/image" Target="../media/image151.jpg"/><Relationship Id="rId23" Type="http://schemas.openxmlformats.org/officeDocument/2006/relationships/image" Target="../media/image159.jpg"/><Relationship Id="rId28" Type="http://schemas.openxmlformats.org/officeDocument/2006/relationships/image" Target="../media/image164.png"/><Relationship Id="rId10" Type="http://schemas.openxmlformats.org/officeDocument/2006/relationships/image" Target="../media/image146.jpg"/><Relationship Id="rId19" Type="http://schemas.openxmlformats.org/officeDocument/2006/relationships/image" Target="../media/image155.jpg"/><Relationship Id="rId4" Type="http://schemas.openxmlformats.org/officeDocument/2006/relationships/image" Target="../media/image140.jpg"/><Relationship Id="rId9" Type="http://schemas.openxmlformats.org/officeDocument/2006/relationships/image" Target="../media/image145.jpg"/><Relationship Id="rId14" Type="http://schemas.openxmlformats.org/officeDocument/2006/relationships/image" Target="../media/image150.jpg"/><Relationship Id="rId22" Type="http://schemas.openxmlformats.org/officeDocument/2006/relationships/image" Target="../media/image158.jpg"/><Relationship Id="rId27" Type="http://schemas.openxmlformats.org/officeDocument/2006/relationships/image" Target="../media/image163.jpg"/><Relationship Id="rId30" Type="http://schemas.openxmlformats.org/officeDocument/2006/relationships/hyperlink" Target="https://cdn.shopify.com/s/files/1/0005/5915/3196/files/Decodables-Tracker-US.pdf?v=1706227143" TargetMode="External"/></Relationships>
</file>

<file path=ppt/slides/_rels/slide15.xml.rels><?xml version="1.0" encoding="UTF-8" standalone="yes"?>
<Relationships xmlns="http://schemas.openxmlformats.org/package/2006/relationships"><Relationship Id="rId8" Type="http://schemas.openxmlformats.org/officeDocument/2006/relationships/image" Target="../media/image170.jpg"/><Relationship Id="rId13" Type="http://schemas.openxmlformats.org/officeDocument/2006/relationships/image" Target="../media/image175.jpg"/><Relationship Id="rId18" Type="http://schemas.openxmlformats.org/officeDocument/2006/relationships/image" Target="../media/image180.jpg"/><Relationship Id="rId26" Type="http://schemas.openxmlformats.org/officeDocument/2006/relationships/image" Target="../media/image188.jpg"/><Relationship Id="rId3" Type="http://schemas.openxmlformats.org/officeDocument/2006/relationships/image" Target="../media/image139.png"/><Relationship Id="rId21" Type="http://schemas.openxmlformats.org/officeDocument/2006/relationships/image" Target="../media/image183.jpg"/><Relationship Id="rId7" Type="http://schemas.openxmlformats.org/officeDocument/2006/relationships/image" Target="../media/image169.jpg"/><Relationship Id="rId12" Type="http://schemas.openxmlformats.org/officeDocument/2006/relationships/image" Target="../media/image174.jpg"/><Relationship Id="rId17" Type="http://schemas.openxmlformats.org/officeDocument/2006/relationships/image" Target="../media/image179.jpg"/><Relationship Id="rId25" Type="http://schemas.openxmlformats.org/officeDocument/2006/relationships/image" Target="../media/image187.jpg"/><Relationship Id="rId2" Type="http://schemas.openxmlformats.org/officeDocument/2006/relationships/notesSlide" Target="../notesSlides/notesSlide15.xml"/><Relationship Id="rId16" Type="http://schemas.openxmlformats.org/officeDocument/2006/relationships/image" Target="../media/image178.jpg"/><Relationship Id="rId20" Type="http://schemas.openxmlformats.org/officeDocument/2006/relationships/image" Target="../media/image182.jpg"/><Relationship Id="rId29" Type="http://schemas.openxmlformats.org/officeDocument/2006/relationships/image" Target="../media/image165.png"/><Relationship Id="rId1" Type="http://schemas.openxmlformats.org/officeDocument/2006/relationships/slideLayout" Target="../slideLayouts/slideLayout5.xml"/><Relationship Id="rId6" Type="http://schemas.openxmlformats.org/officeDocument/2006/relationships/image" Target="../media/image168.jpg"/><Relationship Id="rId11" Type="http://schemas.openxmlformats.org/officeDocument/2006/relationships/image" Target="../media/image173.jpg"/><Relationship Id="rId24" Type="http://schemas.openxmlformats.org/officeDocument/2006/relationships/image" Target="../media/image186.jpg"/><Relationship Id="rId5" Type="http://schemas.openxmlformats.org/officeDocument/2006/relationships/image" Target="../media/image167.jpg"/><Relationship Id="rId15" Type="http://schemas.openxmlformats.org/officeDocument/2006/relationships/image" Target="../media/image177.jpg"/><Relationship Id="rId23" Type="http://schemas.openxmlformats.org/officeDocument/2006/relationships/image" Target="../media/image185.jpg"/><Relationship Id="rId28" Type="http://schemas.openxmlformats.org/officeDocument/2006/relationships/image" Target="../media/image164.png"/><Relationship Id="rId10" Type="http://schemas.openxmlformats.org/officeDocument/2006/relationships/image" Target="../media/image172.jpg"/><Relationship Id="rId19" Type="http://schemas.openxmlformats.org/officeDocument/2006/relationships/image" Target="../media/image181.jpg"/><Relationship Id="rId4" Type="http://schemas.openxmlformats.org/officeDocument/2006/relationships/image" Target="../media/image166.jpg"/><Relationship Id="rId9" Type="http://schemas.openxmlformats.org/officeDocument/2006/relationships/image" Target="../media/image171.jpg"/><Relationship Id="rId14" Type="http://schemas.openxmlformats.org/officeDocument/2006/relationships/image" Target="../media/image176.jpg"/><Relationship Id="rId22" Type="http://schemas.openxmlformats.org/officeDocument/2006/relationships/image" Target="../media/image184.jpg"/><Relationship Id="rId27" Type="http://schemas.openxmlformats.org/officeDocument/2006/relationships/image" Target="../media/image189.jpg"/><Relationship Id="rId30" Type="http://schemas.openxmlformats.org/officeDocument/2006/relationships/hyperlink" Target="https://cdn.shopify.com/s/files/1/0005/5915/3196/files/Decodables-Tracker-US.pdf?v=1706227143"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40"/>
        <p:cNvGrpSpPr/>
        <p:nvPr/>
      </p:nvGrpSpPr>
      <p:grpSpPr>
        <a:xfrm>
          <a:off x="0" y="0"/>
          <a:ext cx="0" cy="0"/>
          <a:chOff x="0" y="0"/>
          <a:chExt cx="0" cy="0"/>
        </a:xfrm>
      </p:grpSpPr>
      <p:sp>
        <p:nvSpPr>
          <p:cNvPr id="741" name="Google Shape;741;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80000"/>
              </a:lnSpc>
              <a:spcBef>
                <a:spcPts val="0"/>
              </a:spcBef>
              <a:spcAft>
                <a:spcPts val="0"/>
              </a:spcAft>
              <a:buClr>
                <a:srgbClr val="262626"/>
              </a:buClr>
              <a:buSzPts val="3600"/>
              <a:buNone/>
            </a:pPr>
            <a:r>
              <a:rPr lang="en-US" sz="3000"/>
              <a:t>Review Common Exception Words</a:t>
            </a:r>
            <a:endParaRPr sz="3000"/>
          </a:p>
        </p:txBody>
      </p:sp>
      <p:sp>
        <p:nvSpPr>
          <p:cNvPr id="742" name="Google Shape;742;p1"/>
          <p:cNvSpPr txBox="1">
            <a:spLocks noGrp="1"/>
          </p:cNvSpPr>
          <p:nvPr>
            <p:ph type="subTitle" idx="2"/>
          </p:nvPr>
        </p:nvSpPr>
        <p:spPr>
          <a:xfrm>
            <a:off x="884092" y="35255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35</a:t>
            </a:r>
            <a:endParaRPr/>
          </a:p>
        </p:txBody>
      </p:sp>
      <p:sp>
        <p:nvSpPr>
          <p:cNvPr id="743" name="Google Shape;743;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aphicFrame>
        <p:nvGraphicFramePr>
          <p:cNvPr id="744" name="Google Shape;744;p1"/>
          <p:cNvGraphicFramePr/>
          <p:nvPr/>
        </p:nvGraphicFramePr>
        <p:xfrm>
          <a:off x="4844200" y="1891197"/>
          <a:ext cx="3785000" cy="1678950"/>
        </p:xfrm>
        <a:graphic>
          <a:graphicData uri="http://schemas.openxmlformats.org/drawingml/2006/table">
            <a:tbl>
              <a:tblPr firstRow="1" bandRow="1">
                <a:noFill/>
                <a:tableStyleId>{9B1478AF-5C68-42B5-A47A-F901C8323C92}</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CVCC (nd mp nt, </a:t>
                      </a:r>
                      <a:br>
                        <a:rPr lang="en-US" sz="1400" u="none" strike="noStrike" cap="none">
                          <a:solidFill>
                            <a:schemeClr val="dk1"/>
                          </a:solidFill>
                          <a:latin typeface="Jost"/>
                          <a:ea typeface="Jost"/>
                          <a:cs typeface="Jost"/>
                          <a:sym typeface="Jost"/>
                        </a:rPr>
                      </a:br>
                      <a:r>
                        <a:rPr lang="en-US" sz="1400" u="none" strike="noStrike" cap="none">
                          <a:solidFill>
                            <a:schemeClr val="dk1"/>
                          </a:solidFill>
                          <a:latin typeface="Jost"/>
                          <a:ea typeface="Jost"/>
                          <a:cs typeface="Jost"/>
                          <a:sym typeface="Jost"/>
                        </a:rPr>
                        <a:t>nk ft st, lt lk sk)</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CCVC (fr br, cr tr, </a:t>
                      </a:r>
                      <a:br>
                        <a:rPr lang="en-US" sz="1400" u="none" strike="noStrike" cap="none">
                          <a:solidFill>
                            <a:schemeClr val="dk1"/>
                          </a:solidFill>
                          <a:latin typeface="Jost"/>
                          <a:ea typeface="Jost"/>
                          <a:cs typeface="Jost"/>
                          <a:sym typeface="Jost"/>
                        </a:rPr>
                      </a:br>
                      <a:r>
                        <a:rPr lang="en-US" sz="1400" u="none" strike="noStrike" cap="none">
                          <a:solidFill>
                            <a:schemeClr val="dk1"/>
                          </a:solidFill>
                          <a:latin typeface="Jost"/>
                          <a:ea typeface="Jost"/>
                          <a:cs typeface="Jost"/>
                          <a:sym typeface="Jost"/>
                        </a:rPr>
                        <a:t>gr dr pr)</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CCVC (pl bl gl, sl fl cl, </a:t>
                      </a:r>
                      <a:br>
                        <a:rPr lang="en-US" sz="1400" u="none" strike="noStrike" cap="none">
                          <a:solidFill>
                            <a:schemeClr val="dk1"/>
                          </a:solidFill>
                          <a:latin typeface="Jost"/>
                          <a:ea typeface="Jost"/>
                          <a:cs typeface="Jost"/>
                          <a:sym typeface="Jost"/>
                        </a:rPr>
                      </a:br>
                      <a:r>
                        <a:rPr lang="en-US" sz="1400" u="none" strike="noStrike" cap="none">
                          <a:solidFill>
                            <a:schemeClr val="dk1"/>
                          </a:solidFill>
                          <a:latin typeface="Jost"/>
                          <a:ea typeface="Jost"/>
                          <a:cs typeface="Jost"/>
                          <a:sym typeface="Jost"/>
                        </a:rPr>
                        <a:t>st sp sn, sm sw)</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CCVCC (short vowel)</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CVCC CCVC CCVCC </a:t>
                      </a:r>
                      <a:br>
                        <a:rPr lang="en-US" sz="1400" u="none" strike="noStrike" cap="none">
                          <a:solidFill>
                            <a:schemeClr val="dk1"/>
                          </a:solidFill>
                          <a:latin typeface="Jost"/>
                          <a:ea typeface="Jost"/>
                          <a:cs typeface="Jost"/>
                          <a:sym typeface="Jost"/>
                        </a:rPr>
                      </a:br>
                      <a:r>
                        <a:rPr lang="en-US" sz="1400" u="none" strike="noStrike" cap="none">
                          <a:solidFill>
                            <a:schemeClr val="dk1"/>
                          </a:solidFill>
                          <a:latin typeface="Jost"/>
                          <a:ea typeface="Jost"/>
                          <a:cs typeface="Jost"/>
                          <a:sym typeface="Jost"/>
                        </a:rPr>
                        <a:t>(long vowel)</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CCCVC CVCCC</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bl>
          </a:graphicData>
        </a:graphic>
      </p:graphicFrame>
      <p:pic>
        <p:nvPicPr>
          <p:cNvPr id="745" name="Google Shape;745;p1"/>
          <p:cNvPicPr preferRelativeResize="0"/>
          <p:nvPr/>
        </p:nvPicPr>
        <p:blipFill rotWithShape="1">
          <a:blip r:embed="rId3">
            <a:alphaModFix/>
          </a:blip>
          <a:srcRect t="19" b="29"/>
          <a:stretch/>
        </p:blipFill>
        <p:spPr>
          <a:xfrm rot="648185">
            <a:off x="7367470" y="4487461"/>
            <a:ext cx="1333890" cy="953241"/>
          </a:xfrm>
          <a:prstGeom prst="rect">
            <a:avLst/>
          </a:prstGeom>
          <a:noFill/>
          <a:ln>
            <a:noFill/>
          </a:ln>
          <a:effectLst>
            <a:outerShdw blurRad="71438" dist="19050" dir="5400000" algn="bl" rotWithShape="0">
              <a:srgbClr val="000000">
                <a:alpha val="17650"/>
              </a:srgbClr>
            </a:outerShdw>
          </a:effectLst>
        </p:spPr>
      </p:pic>
      <p:pic>
        <p:nvPicPr>
          <p:cNvPr id="746" name="Google Shape;746;p1"/>
          <p:cNvPicPr preferRelativeResize="0"/>
          <p:nvPr/>
        </p:nvPicPr>
        <p:blipFill rotWithShape="1">
          <a:blip r:embed="rId4">
            <a:alphaModFix/>
          </a:blip>
          <a:srcRect l="159" r="159"/>
          <a:stretch/>
        </p:blipFill>
        <p:spPr>
          <a:xfrm rot="133661">
            <a:off x="6292709" y="4219695"/>
            <a:ext cx="1334478" cy="955591"/>
          </a:xfrm>
          <a:prstGeom prst="rect">
            <a:avLst/>
          </a:prstGeom>
          <a:noFill/>
          <a:ln>
            <a:noFill/>
          </a:ln>
          <a:effectLst>
            <a:outerShdw blurRad="71438" dist="19050" dir="5400000" algn="bl" rotWithShape="0">
              <a:srgbClr val="000000">
                <a:alpha val="17650"/>
              </a:srgbClr>
            </a:outerShdw>
          </a:effectLst>
        </p:spPr>
      </p:pic>
      <p:pic>
        <p:nvPicPr>
          <p:cNvPr id="747" name="Google Shape;747;p1"/>
          <p:cNvPicPr preferRelativeResize="0"/>
          <p:nvPr/>
        </p:nvPicPr>
        <p:blipFill rotWithShape="1">
          <a:blip r:embed="rId5">
            <a:alphaModFix/>
          </a:blip>
          <a:srcRect l="19" r="9"/>
          <a:stretch/>
        </p:blipFill>
        <p:spPr>
          <a:xfrm rot="-305105">
            <a:off x="5255740" y="4206861"/>
            <a:ext cx="1336093" cy="955590"/>
          </a:xfrm>
          <a:prstGeom prst="rect">
            <a:avLst/>
          </a:prstGeom>
          <a:noFill/>
          <a:ln>
            <a:noFill/>
          </a:ln>
          <a:effectLst>
            <a:outerShdw blurRad="71438" dist="19050" dir="5400000" algn="bl" rotWithShape="0">
              <a:srgbClr val="000000">
                <a:alpha val="17650"/>
              </a:srgbClr>
            </a:outerShdw>
          </a:effectLst>
        </p:spPr>
      </p:pic>
      <p:pic>
        <p:nvPicPr>
          <p:cNvPr id="748" name="Google Shape;748;p1"/>
          <p:cNvPicPr preferRelativeResize="0"/>
          <p:nvPr/>
        </p:nvPicPr>
        <p:blipFill rotWithShape="1">
          <a:blip r:embed="rId6">
            <a:alphaModFix/>
          </a:blip>
          <a:srcRect l="59" r="59"/>
          <a:stretch/>
        </p:blipFill>
        <p:spPr>
          <a:xfrm rot="-511407">
            <a:off x="4253749" y="4487467"/>
            <a:ext cx="1333892" cy="953243"/>
          </a:xfrm>
          <a:prstGeom prst="rect">
            <a:avLst/>
          </a:prstGeom>
          <a:noFill/>
          <a:ln>
            <a:noFill/>
          </a:ln>
          <a:effectLst>
            <a:outerShdw blurRad="71438" dist="19050" dir="5400000" algn="bl" rotWithShape="0">
              <a:srgbClr val="000000">
                <a:alpha val="1765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53"/>
        <p:cNvGrpSpPr/>
        <p:nvPr/>
      </p:nvGrpSpPr>
      <p:grpSpPr>
        <a:xfrm>
          <a:off x="0" y="0"/>
          <a:ext cx="0" cy="0"/>
          <a:chOff x="0" y="0"/>
          <a:chExt cx="0" cy="0"/>
        </a:xfrm>
      </p:grpSpPr>
      <p:sp>
        <p:nvSpPr>
          <p:cNvPr id="754" name="Google Shape;754;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Common Exception Words.</a:t>
            </a:r>
            <a:endParaRPr/>
          </a:p>
        </p:txBody>
      </p:sp>
      <p:sp>
        <p:nvSpPr>
          <p:cNvPr id="755" name="Google Shape;755;g2bee4f4af4b_0_204"/>
          <p:cNvSpPr txBox="1">
            <a:spLocks noGrp="1"/>
          </p:cNvSpPr>
          <p:nvPr>
            <p:ph type="body" idx="2"/>
          </p:nvPr>
        </p:nvSpPr>
        <p:spPr>
          <a:xfrm>
            <a:off x="3298550" y="2190452"/>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p:txBody>
      </p:sp>
      <p:sp>
        <p:nvSpPr>
          <p:cNvPr id="756" name="Google Shape;756;g2bee4f4af4b_0_204"/>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r>
              <a:rPr lang="en-US"/>
              <a:t> </a:t>
            </a:r>
            <a:endParaRPr/>
          </a:p>
        </p:txBody>
      </p:sp>
      <p:sp>
        <p:nvSpPr>
          <p:cNvPr id="757" name="Google Shape;757;g2bee4f4af4b_0_204"/>
          <p:cNvSpPr txBox="1"/>
          <p:nvPr/>
        </p:nvSpPr>
        <p:spPr>
          <a:xfrm>
            <a:off x="3494616" y="54136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758" name="Google Shape;758;g2bee4f4af4b_0_204"/>
          <p:cNvSpPr txBox="1"/>
          <p:nvPr/>
        </p:nvSpPr>
        <p:spPr>
          <a:xfrm>
            <a:off x="3183662" y="4965529"/>
            <a:ext cx="1435500" cy="507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900" b="0" i="0" u="none" strike="noStrike" cap="none">
              <a:solidFill>
                <a:srgbClr val="757070"/>
              </a:solidFill>
              <a:latin typeface="Poppins Medium"/>
              <a:ea typeface="Poppins Medium"/>
              <a:cs typeface="Poppins Medium"/>
              <a:sym typeface="Poppins Medium"/>
            </a:endParaRPr>
          </a:p>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57070"/>
                </a:solidFill>
                <a:latin typeface="Poppins Medium"/>
                <a:ea typeface="Poppins Medium"/>
                <a:cs typeface="Poppins Medium"/>
                <a:sym typeface="Poppins Medium"/>
              </a:rPr>
              <a:t>Phase 4</a:t>
            </a:r>
            <a:endParaRPr sz="900" b="0" i="0" u="none" strike="noStrike" cap="none">
              <a:solidFill>
                <a:srgbClr val="757070"/>
              </a:solidFill>
              <a:latin typeface="Poppins Medium"/>
              <a:ea typeface="Poppins Medium"/>
              <a:cs typeface="Poppins Medium"/>
              <a:sym typeface="Poppins Medium"/>
            </a:endParaRPr>
          </a:p>
        </p:txBody>
      </p:sp>
      <p:pic>
        <p:nvPicPr>
          <p:cNvPr id="759" name="Google Shape;759;g2bee4f4af4b_0_204"/>
          <p:cNvPicPr preferRelativeResize="0"/>
          <p:nvPr/>
        </p:nvPicPr>
        <p:blipFill rotWithShape="1">
          <a:blip r:embed="rId3">
            <a:alphaModFix/>
          </a:blip>
          <a:srcRect/>
          <a:stretch/>
        </p:blipFill>
        <p:spPr>
          <a:xfrm>
            <a:off x="3435429" y="4173704"/>
            <a:ext cx="931974" cy="665200"/>
          </a:xfrm>
          <a:prstGeom prst="rect">
            <a:avLst/>
          </a:prstGeom>
          <a:noFill/>
          <a:ln>
            <a:noFill/>
          </a:ln>
          <a:effectLst>
            <a:outerShdw blurRad="71438" dist="19050" dir="5220000" algn="bl" rotWithShape="0">
              <a:srgbClr val="D8D8D8"/>
            </a:outerShdw>
          </a:effectLst>
        </p:spPr>
      </p:pic>
      <p:sp>
        <p:nvSpPr>
          <p:cNvPr id="760" name="Google Shape;760;g2bee4f4af4b_0_204"/>
          <p:cNvSpPr txBox="1"/>
          <p:nvPr/>
        </p:nvSpPr>
        <p:spPr>
          <a:xfrm>
            <a:off x="4622471" y="54136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JN688</a:t>
            </a:r>
            <a:endParaRPr sz="1000" b="0" i="0" u="none" strike="noStrike" cap="none" dirty="0">
              <a:solidFill>
                <a:srgbClr val="000000"/>
              </a:solidFill>
              <a:latin typeface="Poppins"/>
              <a:ea typeface="Poppins"/>
              <a:cs typeface="Poppins"/>
              <a:sym typeface="Poppins"/>
            </a:endParaRPr>
          </a:p>
        </p:txBody>
      </p:sp>
      <p:sp>
        <p:nvSpPr>
          <p:cNvPr id="761" name="Google Shape;761;g2bee4f4af4b_0_204"/>
          <p:cNvSpPr txBox="1"/>
          <p:nvPr/>
        </p:nvSpPr>
        <p:spPr>
          <a:xfrm>
            <a:off x="4415171" y="51041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High Frequency Word Cards</a:t>
            </a:r>
            <a:endParaRPr sz="1400" b="0" i="0" u="none" strike="noStrike" cap="none">
              <a:solidFill>
                <a:srgbClr val="000000"/>
              </a:solidFill>
              <a:latin typeface="Poppins Medium"/>
              <a:ea typeface="Poppins Medium"/>
              <a:cs typeface="Poppins Medium"/>
              <a:sym typeface="Poppins Medium"/>
            </a:endParaRPr>
          </a:p>
        </p:txBody>
      </p:sp>
      <p:pic>
        <p:nvPicPr>
          <p:cNvPr id="762" name="Google Shape;762;g2bee4f4af4b_0_204"/>
          <p:cNvPicPr preferRelativeResize="0"/>
          <p:nvPr/>
        </p:nvPicPr>
        <p:blipFill rotWithShape="1">
          <a:blip r:embed="rId4">
            <a:alphaModFix/>
          </a:blip>
          <a:srcRect t="19" b="29"/>
          <a:stretch/>
        </p:blipFill>
        <p:spPr>
          <a:xfrm>
            <a:off x="4635846" y="4211093"/>
            <a:ext cx="786850" cy="590421"/>
          </a:xfrm>
          <a:prstGeom prst="rect">
            <a:avLst/>
          </a:prstGeom>
          <a:noFill/>
          <a:ln>
            <a:noFill/>
          </a:ln>
          <a:effectLst>
            <a:outerShdw blurRad="71438" dist="19050" dir="5220000" algn="bl" rotWithShape="0">
              <a:srgbClr val="D8D8D8"/>
            </a:outerShdw>
          </a:effectLst>
        </p:spPr>
      </p:pic>
      <p:sp>
        <p:nvSpPr>
          <p:cNvPr id="763" name="Google Shape;763;g2bee4f4af4b_0_204"/>
          <p:cNvSpPr txBox="1"/>
          <p:nvPr/>
        </p:nvSpPr>
        <p:spPr>
          <a:xfrm>
            <a:off x="2275416" y="54136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764" name="Google Shape;764;g2bee4f4af4b_0_204"/>
          <p:cNvSpPr txBox="1"/>
          <p:nvPr/>
        </p:nvSpPr>
        <p:spPr>
          <a:xfrm>
            <a:off x="1964514" y="4965529"/>
            <a:ext cx="1435500" cy="507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900" b="0" i="0" u="none" strike="noStrike" cap="none">
              <a:solidFill>
                <a:srgbClr val="757070"/>
              </a:solidFill>
              <a:latin typeface="Poppins Medium"/>
              <a:ea typeface="Poppins Medium"/>
              <a:cs typeface="Poppins Medium"/>
              <a:sym typeface="Poppins Medium"/>
            </a:endParaRPr>
          </a:p>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57070"/>
                </a:solidFill>
                <a:latin typeface="Poppins Medium"/>
                <a:ea typeface="Poppins Medium"/>
                <a:cs typeface="Poppins Medium"/>
                <a:sym typeface="Poppins Medium"/>
              </a:rPr>
              <a:t>Phase 3</a:t>
            </a:r>
            <a:endParaRPr sz="900" b="0" i="0" u="none" strike="noStrike" cap="none">
              <a:solidFill>
                <a:srgbClr val="757070"/>
              </a:solidFill>
              <a:latin typeface="Poppins Medium"/>
              <a:ea typeface="Poppins Medium"/>
              <a:cs typeface="Poppins Medium"/>
              <a:sym typeface="Poppins Medium"/>
            </a:endParaRPr>
          </a:p>
        </p:txBody>
      </p:sp>
      <p:pic>
        <p:nvPicPr>
          <p:cNvPr id="765" name="Google Shape;765;g2bee4f4af4b_0_204"/>
          <p:cNvPicPr preferRelativeResize="0"/>
          <p:nvPr/>
        </p:nvPicPr>
        <p:blipFill rotWithShape="1">
          <a:blip r:embed="rId5">
            <a:alphaModFix/>
          </a:blip>
          <a:srcRect t="89" b="79"/>
          <a:stretch/>
        </p:blipFill>
        <p:spPr>
          <a:xfrm>
            <a:off x="2216229" y="4173704"/>
            <a:ext cx="931974" cy="665199"/>
          </a:xfrm>
          <a:prstGeom prst="rect">
            <a:avLst/>
          </a:prstGeom>
          <a:noFill/>
          <a:ln>
            <a:noFill/>
          </a:ln>
          <a:effectLst>
            <a:outerShdw blurRad="71438" dist="19050" dir="5220000" algn="bl" rotWithShape="0">
              <a:srgbClr val="D8D8D8"/>
            </a:outerShdw>
          </a:effectLst>
        </p:spPr>
      </p:pic>
      <p:sp>
        <p:nvSpPr>
          <p:cNvPr id="766" name="Google Shape;766;g2bee4f4af4b_0_204"/>
          <p:cNvSpPr txBox="1"/>
          <p:nvPr/>
        </p:nvSpPr>
        <p:spPr>
          <a:xfrm>
            <a:off x="1056216" y="54136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767" name="Google Shape;767;g2bee4f4af4b_0_204"/>
          <p:cNvSpPr txBox="1"/>
          <p:nvPr/>
        </p:nvSpPr>
        <p:spPr>
          <a:xfrm>
            <a:off x="767150" y="4965529"/>
            <a:ext cx="1391700" cy="507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900" b="0" i="0" u="none" strike="noStrike" cap="none">
              <a:solidFill>
                <a:srgbClr val="757070"/>
              </a:solidFill>
              <a:latin typeface="Poppins Medium"/>
              <a:ea typeface="Poppins Medium"/>
              <a:cs typeface="Poppins Medium"/>
              <a:sym typeface="Poppins Medium"/>
            </a:endParaRPr>
          </a:p>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57070"/>
                </a:solidFill>
                <a:latin typeface="Poppins Medium"/>
                <a:ea typeface="Poppins Medium"/>
                <a:cs typeface="Poppins Medium"/>
                <a:sym typeface="Poppins Medium"/>
              </a:rPr>
              <a:t>Phase 2</a:t>
            </a:r>
            <a:endParaRPr sz="900" b="0" i="0" u="none" strike="noStrike" cap="none">
              <a:solidFill>
                <a:srgbClr val="757070"/>
              </a:solidFill>
              <a:latin typeface="Poppins Medium"/>
              <a:ea typeface="Poppins Medium"/>
              <a:cs typeface="Poppins Medium"/>
              <a:sym typeface="Poppins Medium"/>
            </a:endParaRPr>
          </a:p>
        </p:txBody>
      </p:sp>
      <p:pic>
        <p:nvPicPr>
          <p:cNvPr id="768" name="Google Shape;768;g2bee4f4af4b_0_204"/>
          <p:cNvPicPr preferRelativeResize="0"/>
          <p:nvPr/>
        </p:nvPicPr>
        <p:blipFill rotWithShape="1">
          <a:blip r:embed="rId6">
            <a:alphaModFix/>
          </a:blip>
          <a:srcRect t="59" b="59"/>
          <a:stretch/>
        </p:blipFill>
        <p:spPr>
          <a:xfrm>
            <a:off x="997029" y="4173704"/>
            <a:ext cx="931973" cy="665200"/>
          </a:xfrm>
          <a:prstGeom prst="rect">
            <a:avLst/>
          </a:prstGeom>
          <a:noFill/>
          <a:ln>
            <a:noFill/>
          </a:ln>
          <a:effectLst>
            <a:outerShdw blurRad="71438" dist="19050" dir="5220000" algn="bl" rotWithShape="0">
              <a:srgbClr val="D8D8D8"/>
            </a:outerShdw>
          </a:effectLst>
        </p:spPr>
      </p:pic>
      <p:sp>
        <p:nvSpPr>
          <p:cNvPr id="769" name="Google Shape;769;g2bee4f4af4b_0_204">
            <a:hlinkClick r:id="rId7" action="ppaction://hlinksldjump"/>
          </p:cNvPr>
          <p:cNvSpPr/>
          <p:nvPr/>
        </p:nvSpPr>
        <p:spPr>
          <a:xfrm>
            <a:off x="942487" y="3596414"/>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70" name="Google Shape;770;g2bee4f4af4b_0_204">
            <a:hlinkClick r:id="rId8" action="ppaction://hlinksldjump"/>
          </p:cNvPr>
          <p:cNvSpPr/>
          <p:nvPr/>
        </p:nvSpPr>
        <p:spPr>
          <a:xfrm>
            <a:off x="3298550" y="3605203"/>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71" name="Google Shape;771;g2bee4f4af4b_0_204">
            <a:hlinkClick r:id="rId9" action="ppaction://hlinksldjump"/>
          </p:cNvPr>
          <p:cNvSpPr/>
          <p:nvPr/>
        </p:nvSpPr>
        <p:spPr>
          <a:xfrm>
            <a:off x="4565278" y="3605203"/>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72" name="Google Shape;772;g2bee4f4af4b_0_204">
            <a:hlinkClick r:id="rId10" action="ppaction://hlinksldjump"/>
          </p:cNvPr>
          <p:cNvSpPr/>
          <p:nvPr/>
        </p:nvSpPr>
        <p:spPr>
          <a:xfrm>
            <a:off x="2031822" y="3630722"/>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77"/>
        <p:cNvGrpSpPr/>
        <p:nvPr/>
      </p:nvGrpSpPr>
      <p:grpSpPr>
        <a:xfrm>
          <a:off x="0" y="0"/>
          <a:ext cx="0" cy="0"/>
          <a:chOff x="0" y="0"/>
          <a:chExt cx="0" cy="0"/>
        </a:xfrm>
      </p:grpSpPr>
      <p:sp>
        <p:nvSpPr>
          <p:cNvPr id="778" name="Google Shape;778;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79" name="Google Shape;779;g26b641b03cd_0_165"/>
          <p:cNvGrpSpPr/>
          <p:nvPr/>
        </p:nvGrpSpPr>
        <p:grpSpPr>
          <a:xfrm>
            <a:off x="930400" y="2053244"/>
            <a:ext cx="7283200" cy="3724851"/>
            <a:chOff x="930400" y="2129444"/>
            <a:chExt cx="7283200" cy="3724851"/>
          </a:xfrm>
        </p:grpSpPr>
        <p:pic>
          <p:nvPicPr>
            <p:cNvPr id="780" name="Google Shape;780;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81" name="Google Shape;781;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82" name="Google Shape;782;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83" name="Google Shape;783;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84" name="Google Shape;784;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85" name="Google Shape;785;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86" name="Google Shape;786;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87" name="Google Shape;787;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88" name="Google Shape;788;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89" name="Google Shape;789;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90" name="Google Shape;790;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91" name="Google Shape;791;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92" name="Google Shape;792;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93" name="Google Shape;793;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94" name="Google Shape;794;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95" name="Google Shape;795;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96" name="Google Shape;796;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97" name="Google Shape;797;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98" name="Google Shape;798;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99" name="Google Shape;799;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800" name="Google Shape;800;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801" name="Google Shape;801;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802" name="Google Shape;802;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07"/>
        <p:cNvGrpSpPr/>
        <p:nvPr/>
      </p:nvGrpSpPr>
      <p:grpSpPr>
        <a:xfrm>
          <a:off x="0" y="0"/>
          <a:ext cx="0" cy="0"/>
          <a:chOff x="0" y="0"/>
          <a:chExt cx="0" cy="0"/>
        </a:xfrm>
      </p:grpSpPr>
      <p:sp>
        <p:nvSpPr>
          <p:cNvPr id="808" name="Google Shape;808;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809" name="Google Shape;809;g26b7edf6e71_0_26"/>
          <p:cNvGrpSpPr/>
          <p:nvPr/>
        </p:nvGrpSpPr>
        <p:grpSpPr>
          <a:xfrm>
            <a:off x="930400" y="2053250"/>
            <a:ext cx="7283201" cy="2971674"/>
            <a:chOff x="930400" y="2129450"/>
            <a:chExt cx="7283201" cy="2971674"/>
          </a:xfrm>
        </p:grpSpPr>
        <p:pic>
          <p:nvPicPr>
            <p:cNvPr id="810" name="Google Shape;810;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811" name="Google Shape;811;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812" name="Google Shape;812;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813" name="Google Shape;813;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814" name="Google Shape;814;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815" name="Google Shape;815;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816" name="Google Shape;816;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817" name="Google Shape;817;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818" name="Google Shape;818;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819" name="Google Shape;819;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820" name="Google Shape;820;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821" name="Google Shape;821;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822" name="Google Shape;822;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823" name="Google Shape;823;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824" name="Google Shape;824;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825" name="Google Shape;825;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826" name="Google Shape;826;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27" name="Google Shape;827;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28" name="Google Shape;828;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829" name="Google Shape;829;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830" name="Google Shape;830;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831" name="Google Shape;831;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832" name="Google Shape;832;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833" name="Google Shape;833;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34" name="Google Shape;834;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835" name="Google Shape;835;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836" name="Google Shape;836;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837" name="Google Shape;837;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838" name="Google Shape;838;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43"/>
        <p:cNvGrpSpPr/>
        <p:nvPr/>
      </p:nvGrpSpPr>
      <p:grpSpPr>
        <a:xfrm>
          <a:off x="0" y="0"/>
          <a:ext cx="0" cy="0"/>
          <a:chOff x="0" y="0"/>
          <a:chExt cx="0" cy="0"/>
        </a:xfrm>
      </p:grpSpPr>
      <p:sp>
        <p:nvSpPr>
          <p:cNvPr id="844" name="Google Shape;844;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45" name="Google Shape;845;g26b7edf6e71_0_109"/>
          <p:cNvGrpSpPr/>
          <p:nvPr/>
        </p:nvGrpSpPr>
        <p:grpSpPr>
          <a:xfrm>
            <a:off x="865957" y="2135925"/>
            <a:ext cx="7282807" cy="2686611"/>
            <a:chOff x="867357" y="2129450"/>
            <a:chExt cx="7282807" cy="2686611"/>
          </a:xfrm>
        </p:grpSpPr>
        <p:pic>
          <p:nvPicPr>
            <p:cNvPr id="846" name="Google Shape;846;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47" name="Google Shape;847;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48" name="Google Shape;848;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49" name="Google Shape;849;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50" name="Google Shape;850;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51" name="Google Shape;851;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52" name="Google Shape;852;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53" name="Google Shape;853;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54" name="Google Shape;854;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55" name="Google Shape;855;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56" name="Google Shape;856;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57" name="Google Shape;857;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58" name="Google Shape;858;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59" name="Google Shape;859;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64"/>
        <p:cNvGrpSpPr/>
        <p:nvPr/>
      </p:nvGrpSpPr>
      <p:grpSpPr>
        <a:xfrm>
          <a:off x="0" y="0"/>
          <a:ext cx="0" cy="0"/>
          <a:chOff x="0" y="0"/>
          <a:chExt cx="0" cy="0"/>
        </a:xfrm>
      </p:grpSpPr>
      <p:sp>
        <p:nvSpPr>
          <p:cNvPr id="865" name="Google Shape;865;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66" name="Google Shape;866;g2c298d33e0c_0_6"/>
          <p:cNvGrpSpPr/>
          <p:nvPr/>
        </p:nvGrpSpPr>
        <p:grpSpPr>
          <a:xfrm>
            <a:off x="866900" y="2155300"/>
            <a:ext cx="7281864" cy="2684601"/>
            <a:chOff x="868300" y="2129450"/>
            <a:chExt cx="7281864" cy="2684601"/>
          </a:xfrm>
        </p:grpSpPr>
        <p:pic>
          <p:nvPicPr>
            <p:cNvPr id="867" name="Google Shape;867;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68" name="Google Shape;868;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69" name="Google Shape;869;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70" name="Google Shape;870;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71" name="Google Shape;871;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72" name="Google Shape;872;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73" name="Google Shape;873;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74" name="Google Shape;874;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75" name="Google Shape;875;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76" name="Google Shape;876;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77" name="Google Shape;877;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78" name="Google Shape;878;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79" name="Google Shape;879;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80" name="Google Shape;880;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81" name="Google Shape;881;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82" name="Google Shape;882;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83" name="Google Shape;883;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84" name="Google Shape;884;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85" name="Google Shape;885;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86" name="Google Shape;886;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87" name="Google Shape;887;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88" name="Google Shape;888;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89" name="Google Shape;889;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90" name="Google Shape;890;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91" name="Google Shape;891;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92" name="Google Shape;892;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93" name="Google Shape;893;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94" name="Google Shape;894;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99"/>
        <p:cNvGrpSpPr/>
        <p:nvPr/>
      </p:nvGrpSpPr>
      <p:grpSpPr>
        <a:xfrm>
          <a:off x="0" y="0"/>
          <a:ext cx="0" cy="0"/>
          <a:chOff x="0" y="0"/>
          <a:chExt cx="0" cy="0"/>
        </a:xfrm>
      </p:grpSpPr>
      <p:sp>
        <p:nvSpPr>
          <p:cNvPr id="900" name="Google Shape;900;g26b94af6077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Review Phase 4 Common Exception Words </a:t>
            </a:r>
            <a:r>
              <a:rPr lang="en-US">
                <a:solidFill>
                  <a:srgbClr val="2356AF"/>
                </a:solidFill>
              </a:rPr>
              <a:t>said like out have some come what was so old do little one</a:t>
            </a:r>
            <a:r>
              <a:rPr lang="en-US">
                <a:solidFill>
                  <a:schemeClr val="dk1"/>
                </a:solidFill>
              </a:rPr>
              <a:t>.</a:t>
            </a:r>
            <a:endParaRPr/>
          </a:p>
        </p:txBody>
      </p:sp>
      <p:pic>
        <p:nvPicPr>
          <p:cNvPr id="901" name="Google Shape;901;g26b94af6077_0_0"/>
          <p:cNvPicPr preferRelativeResize="0"/>
          <p:nvPr/>
        </p:nvPicPr>
        <p:blipFill rotWithShape="1">
          <a:blip r:embed="rId3">
            <a:alphaModFix/>
          </a:blip>
          <a:srcRect l="189" r="179"/>
          <a:stretch/>
        </p:blipFill>
        <p:spPr>
          <a:xfrm>
            <a:off x="868300" y="3991095"/>
            <a:ext cx="1147320" cy="822956"/>
          </a:xfrm>
          <a:prstGeom prst="rect">
            <a:avLst/>
          </a:prstGeom>
          <a:noFill/>
          <a:ln>
            <a:noFill/>
          </a:ln>
          <a:effectLst>
            <a:outerShdw blurRad="71438" dist="19050" dir="5400000" algn="bl" rotWithShape="0">
              <a:srgbClr val="000000">
                <a:alpha val="17650"/>
              </a:srgbClr>
            </a:outerShdw>
          </a:effectLst>
        </p:spPr>
      </p:pic>
      <p:pic>
        <p:nvPicPr>
          <p:cNvPr id="902" name="Google Shape;902;g26b94af6077_0_0"/>
          <p:cNvPicPr preferRelativeResize="0"/>
          <p:nvPr/>
        </p:nvPicPr>
        <p:blipFill rotWithShape="1">
          <a:blip r:embed="rId4">
            <a:alphaModFix/>
          </a:blip>
          <a:srcRect l="39" r="3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903" name="Google Shape;903;g26b94af6077_0_0"/>
          <p:cNvPicPr preferRelativeResize="0"/>
          <p:nvPr/>
        </p:nvPicPr>
        <p:blipFill rotWithShape="1">
          <a:blip r:embed="rId5">
            <a:alphaModFix/>
          </a:blip>
          <a:srcRect l="39" r="3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904" name="Google Shape;904;g26b94af6077_0_0"/>
          <p:cNvPicPr preferRelativeResize="0"/>
          <p:nvPr/>
        </p:nvPicPr>
        <p:blipFill rotWithShape="1">
          <a:blip r:embed="rId6">
            <a:alphaModFix/>
          </a:blip>
          <a:srcRect l="39" r="3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905" name="Google Shape;905;g26b94af6077_0_0"/>
          <p:cNvPicPr preferRelativeResize="0"/>
          <p:nvPr/>
        </p:nvPicPr>
        <p:blipFill rotWithShape="1">
          <a:blip r:embed="rId7">
            <a:alphaModFix/>
          </a:blip>
          <a:srcRect l="39" r="39"/>
          <a:stretch/>
        </p:blipFill>
        <p:spPr>
          <a:xfrm>
            <a:off x="4547639" y="3060270"/>
            <a:ext cx="1148707" cy="822955"/>
          </a:xfrm>
          <a:prstGeom prst="rect">
            <a:avLst/>
          </a:prstGeom>
          <a:noFill/>
          <a:ln>
            <a:noFill/>
          </a:ln>
          <a:effectLst>
            <a:outerShdw blurRad="71438" dist="19050" dir="5400000" algn="bl" rotWithShape="0">
              <a:srgbClr val="000000">
                <a:alpha val="17650"/>
              </a:srgbClr>
            </a:outerShdw>
          </a:effectLst>
        </p:spPr>
      </p:pic>
      <p:pic>
        <p:nvPicPr>
          <p:cNvPr id="906" name="Google Shape;906;g26b94af6077_0_0"/>
          <p:cNvPicPr preferRelativeResize="0"/>
          <p:nvPr/>
        </p:nvPicPr>
        <p:blipFill rotWithShape="1">
          <a:blip r:embed="rId8">
            <a:alphaModFix/>
          </a:blip>
          <a:srcRect l="189" r="179"/>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907" name="Google Shape;907;g26b94af6077_0_0"/>
          <p:cNvPicPr preferRelativeResize="0"/>
          <p:nvPr/>
        </p:nvPicPr>
        <p:blipFill rotWithShape="1">
          <a:blip r:embed="rId9">
            <a:alphaModFix/>
          </a:blip>
          <a:srcRect t="39" b="49"/>
          <a:stretch/>
        </p:blipFill>
        <p:spPr>
          <a:xfrm>
            <a:off x="2093821" y="3060270"/>
            <a:ext cx="1148707" cy="821566"/>
          </a:xfrm>
          <a:prstGeom prst="rect">
            <a:avLst/>
          </a:prstGeom>
          <a:noFill/>
          <a:ln>
            <a:noFill/>
          </a:ln>
          <a:effectLst>
            <a:outerShdw blurRad="71438" dist="19050" dir="5400000" algn="bl" rotWithShape="0">
              <a:srgbClr val="000000">
                <a:alpha val="17650"/>
              </a:srgbClr>
            </a:outerShdw>
          </a:effectLst>
        </p:spPr>
      </p:pic>
      <p:pic>
        <p:nvPicPr>
          <p:cNvPr id="908" name="Google Shape;908;g26b94af6077_0_0"/>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909" name="Google Shape;909;g26b94af6077_0_0"/>
          <p:cNvPicPr preferRelativeResize="0"/>
          <p:nvPr/>
        </p:nvPicPr>
        <p:blipFill rotWithShape="1">
          <a:blip r:embed="rId11">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040"/>
              </a:srgbClr>
            </a:outerShdw>
          </a:effectLst>
        </p:spPr>
      </p:pic>
      <p:pic>
        <p:nvPicPr>
          <p:cNvPr id="910" name="Google Shape;910;g26b94af6077_0_0"/>
          <p:cNvPicPr preferRelativeResize="0"/>
          <p:nvPr/>
        </p:nvPicPr>
        <p:blipFill rotWithShape="1">
          <a:blip r:embed="rId12">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040"/>
              </a:srgbClr>
            </a:outerShdw>
          </a:effectLst>
        </p:spPr>
      </p:pic>
      <p:pic>
        <p:nvPicPr>
          <p:cNvPr id="911" name="Google Shape;911;g26b94af6077_0_0"/>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912" name="Google Shape;912;g26b94af6077_0_0"/>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913" name="Google Shape;913;g26b94af6077_0_0"/>
          <p:cNvPicPr preferRelativeResize="0"/>
          <p:nvPr/>
        </p:nvPicPr>
        <p:blipFill rotWithShape="1">
          <a:blip r:embed="rId15">
            <a:alphaModFix/>
          </a:blip>
          <a:srcRect l="79" r="69"/>
          <a:stretch/>
        </p:blipFill>
        <p:spPr>
          <a:xfrm>
            <a:off x="7001457" y="2129450"/>
            <a:ext cx="1147320" cy="821566"/>
          </a:xfrm>
          <a:prstGeom prst="rect">
            <a:avLst/>
          </a:prstGeom>
          <a:noFill/>
          <a:ln>
            <a:noFill/>
          </a:ln>
          <a:effectLst>
            <a:outerShdw blurRad="71438" dist="19050" dir="5400000" algn="bl" rotWithShape="0">
              <a:srgbClr val="000000">
                <a:alpha val="1804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18"/>
        <p:cNvGrpSpPr/>
        <p:nvPr/>
      </p:nvGrpSpPr>
      <p:grpSpPr>
        <a:xfrm>
          <a:off x="0" y="0"/>
          <a:ext cx="0" cy="0"/>
          <a:chOff x="0" y="0"/>
          <a:chExt cx="0" cy="0"/>
        </a:xfrm>
      </p:grpSpPr>
      <p:sp>
        <p:nvSpPr>
          <p:cNvPr id="919" name="Google Shape;919;g2cf1f75ecdd_0_158"/>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Review Alphabet Song</a:t>
            </a:r>
            <a:endParaRPr/>
          </a:p>
        </p:txBody>
      </p:sp>
      <p:sp>
        <p:nvSpPr>
          <p:cNvPr id="920" name="Google Shape;920;g2cf1f75ecdd_0_158"/>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Now I know my abc's, </a:t>
            </a:r>
            <a:br>
              <a:rPr lang="en-US" sz="2500" b="0" i="0" u="none" strike="noStrike" cap="none">
                <a:solidFill>
                  <a:schemeClr val="dk1"/>
                </a:solidFill>
                <a:latin typeface="Poppins"/>
                <a:ea typeface="Poppins"/>
                <a:cs typeface="Poppins"/>
                <a:sym typeface="Poppins"/>
              </a:rPr>
            </a:br>
            <a:r>
              <a:rPr lang="en-US" sz="2500" b="0" i="0" u="none" strike="noStrike" cap="none">
                <a:solidFill>
                  <a:schemeClr val="dk1"/>
                </a:solidFill>
                <a:latin typeface="Poppins"/>
                <a:ea typeface="Poppins"/>
                <a:cs typeface="Poppins"/>
                <a:sym typeface="Poppins"/>
              </a:rPr>
              <a:t>Next time won't you sing with me.</a:t>
            </a:r>
            <a:endParaRPr sz="2500" b="0" i="0" u="none" strike="noStrike" cap="none">
              <a:solidFill>
                <a:schemeClr val="dk1"/>
              </a:solidFill>
              <a:latin typeface="Poppins"/>
              <a:ea typeface="Poppins"/>
              <a:cs typeface="Poppins"/>
              <a:sym typeface="Poppins"/>
            </a:endParaRPr>
          </a:p>
        </p:txBody>
      </p:sp>
      <p:pic>
        <p:nvPicPr>
          <p:cNvPr id="921" name="Google Shape;921;g2cf1f75ecdd_0_158"/>
          <p:cNvPicPr preferRelativeResize="0"/>
          <p:nvPr/>
        </p:nvPicPr>
        <p:blipFill rotWithShape="1">
          <a:blip r:embed="rId3">
            <a:alphaModFix/>
          </a:blip>
          <a:srcRect/>
          <a:stretch/>
        </p:blipFill>
        <p:spPr>
          <a:xfrm>
            <a:off x="2506700" y="4770088"/>
            <a:ext cx="4130601" cy="1243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26"/>
        <p:cNvGrpSpPr/>
        <p:nvPr/>
      </p:nvGrpSpPr>
      <p:grpSpPr>
        <a:xfrm>
          <a:off x="0" y="0"/>
          <a:ext cx="0" cy="0"/>
          <a:chOff x="0" y="0"/>
          <a:chExt cx="0" cy="0"/>
        </a:xfrm>
      </p:grpSpPr>
      <p:sp>
        <p:nvSpPr>
          <p:cNvPr id="927" name="Google Shape;927;g26b641b03cd_0_301"/>
          <p:cNvSpPr txBox="1">
            <a:spLocks noGrp="1"/>
          </p:cNvSpPr>
          <p:nvPr>
            <p:ph type="title"/>
          </p:nvPr>
        </p:nvSpPr>
        <p:spPr>
          <a:xfrm>
            <a:off x="1117201" y="5568500"/>
            <a:ext cx="69096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928" name="Google Shape;928;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929" name="Google Shape;929;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930" name="Google Shape;930;g26b641b03cd_0_301"/>
          <p:cNvPicPr preferRelativeResize="0"/>
          <p:nvPr/>
        </p:nvPicPr>
        <p:blipFill rotWithShape="1">
          <a:blip r:embed="rId3">
            <a:alphaModFix/>
          </a:blip>
          <a:srcRect l="59" r="59"/>
          <a:stretch/>
        </p:blipFill>
        <p:spPr>
          <a:xfrm>
            <a:off x="1117250" y="1683800"/>
            <a:ext cx="1308927" cy="935399"/>
          </a:xfrm>
          <a:prstGeom prst="rect">
            <a:avLst/>
          </a:prstGeom>
          <a:noFill/>
          <a:ln>
            <a:noFill/>
          </a:ln>
          <a:effectLst>
            <a:outerShdw blurRad="71438" dist="19050" dir="5400000" algn="bl" rotWithShape="0">
              <a:srgbClr val="000000">
                <a:alpha val="17647"/>
              </a:srgbClr>
            </a:outerShdw>
          </a:effectLst>
        </p:spPr>
      </p:pic>
      <p:pic>
        <p:nvPicPr>
          <p:cNvPr id="931" name="Google Shape;931;g26b641b03cd_0_301"/>
          <p:cNvPicPr preferRelativeResize="0"/>
          <p:nvPr/>
        </p:nvPicPr>
        <p:blipFill rotWithShape="1">
          <a:blip r:embed="rId4">
            <a:alphaModFix/>
          </a:blip>
          <a:srcRect l="159" r="159"/>
          <a:stretch/>
        </p:blipFill>
        <p:spPr>
          <a:xfrm>
            <a:off x="2516815" y="1683800"/>
            <a:ext cx="1309505" cy="939289"/>
          </a:xfrm>
          <a:prstGeom prst="rect">
            <a:avLst/>
          </a:prstGeom>
          <a:noFill/>
          <a:ln>
            <a:noFill/>
          </a:ln>
          <a:effectLst>
            <a:outerShdw blurRad="71438" dist="19050" dir="5400000" algn="bl" rotWithShape="0">
              <a:srgbClr val="000000">
                <a:alpha val="17647"/>
              </a:srgbClr>
            </a:outerShdw>
          </a:effectLst>
        </p:spPr>
      </p:pic>
      <p:pic>
        <p:nvPicPr>
          <p:cNvPr id="932" name="Google Shape;932;g26b641b03cd_0_301"/>
          <p:cNvPicPr preferRelativeResize="0"/>
          <p:nvPr/>
        </p:nvPicPr>
        <p:blipFill rotWithShape="1">
          <a:blip r:embed="rId5">
            <a:alphaModFix/>
          </a:blip>
          <a:srcRect l="159" r="159"/>
          <a:stretch/>
        </p:blipFill>
        <p:spPr>
          <a:xfrm>
            <a:off x="3916959" y="1683800"/>
            <a:ext cx="1309505" cy="937703"/>
          </a:xfrm>
          <a:prstGeom prst="rect">
            <a:avLst/>
          </a:prstGeom>
          <a:noFill/>
          <a:ln>
            <a:noFill/>
          </a:ln>
          <a:effectLst>
            <a:outerShdw blurRad="71438" dist="19050" dir="5400000" algn="bl" rotWithShape="0">
              <a:srgbClr val="000000">
                <a:alpha val="17647"/>
              </a:srgbClr>
            </a:outerShdw>
          </a:effectLst>
        </p:spPr>
      </p:pic>
      <p:pic>
        <p:nvPicPr>
          <p:cNvPr id="933" name="Google Shape;933;g26b641b03cd_0_301"/>
          <p:cNvPicPr preferRelativeResize="0"/>
          <p:nvPr/>
        </p:nvPicPr>
        <p:blipFill rotWithShape="1">
          <a:blip r:embed="rId6">
            <a:alphaModFix/>
          </a:blip>
          <a:srcRect l="79" r="69"/>
          <a:stretch/>
        </p:blipFill>
        <p:spPr>
          <a:xfrm>
            <a:off x="5317101" y="1683800"/>
            <a:ext cx="1309505" cy="937704"/>
          </a:xfrm>
          <a:prstGeom prst="rect">
            <a:avLst/>
          </a:prstGeom>
          <a:noFill/>
          <a:ln>
            <a:noFill/>
          </a:ln>
          <a:effectLst>
            <a:outerShdw blurRad="71438" dist="19050" dir="5400000" algn="bl" rotWithShape="0">
              <a:srgbClr val="000000">
                <a:alpha val="17647"/>
              </a:srgbClr>
            </a:outerShdw>
          </a:effectLst>
        </p:spPr>
      </p:pic>
      <p:pic>
        <p:nvPicPr>
          <p:cNvPr id="934" name="Google Shape;934;g26b641b03cd_0_301"/>
          <p:cNvPicPr preferRelativeResize="0"/>
          <p:nvPr/>
        </p:nvPicPr>
        <p:blipFill rotWithShape="1">
          <a:blip r:embed="rId7">
            <a:alphaModFix/>
          </a:blip>
          <a:srcRect l="79" r="69"/>
          <a:stretch/>
        </p:blipFill>
        <p:spPr>
          <a:xfrm>
            <a:off x="6717245" y="1683800"/>
            <a:ext cx="1309505" cy="937704"/>
          </a:xfrm>
          <a:prstGeom prst="rect">
            <a:avLst/>
          </a:prstGeom>
          <a:noFill/>
          <a:ln>
            <a:noFill/>
          </a:ln>
          <a:effectLst>
            <a:outerShdw blurRad="71438" dist="19050" dir="5400000" algn="bl" rotWithShape="0">
              <a:srgbClr val="000000">
                <a:alpha val="17647"/>
              </a:srgbClr>
            </a:outerShdw>
          </a:effectLst>
        </p:spPr>
      </p:pic>
      <p:pic>
        <p:nvPicPr>
          <p:cNvPr id="935" name="Google Shape;935;g26b641b03cd_0_301"/>
          <p:cNvPicPr preferRelativeResize="0"/>
          <p:nvPr/>
        </p:nvPicPr>
        <p:blipFill rotWithShape="1">
          <a:blip r:embed="rId8">
            <a:alphaModFix/>
          </a:blip>
          <a:srcRect l="79" r="69"/>
          <a:stretch/>
        </p:blipFill>
        <p:spPr>
          <a:xfrm>
            <a:off x="1117250" y="2747789"/>
            <a:ext cx="1309505" cy="937703"/>
          </a:xfrm>
          <a:prstGeom prst="rect">
            <a:avLst/>
          </a:prstGeom>
          <a:noFill/>
          <a:ln>
            <a:noFill/>
          </a:ln>
          <a:effectLst>
            <a:outerShdw blurRad="71438" dist="19050" dir="5400000" algn="bl" rotWithShape="0">
              <a:srgbClr val="000000">
                <a:alpha val="17647"/>
              </a:srgbClr>
            </a:outerShdw>
          </a:effectLst>
        </p:spPr>
      </p:pic>
      <p:pic>
        <p:nvPicPr>
          <p:cNvPr id="936" name="Google Shape;936;g26b641b03cd_0_301"/>
          <p:cNvPicPr preferRelativeResize="0"/>
          <p:nvPr/>
        </p:nvPicPr>
        <p:blipFill rotWithShape="1">
          <a:blip r:embed="rId9">
            <a:alphaModFix/>
          </a:blip>
          <a:srcRect l="189" r="179"/>
          <a:stretch/>
        </p:blipFill>
        <p:spPr>
          <a:xfrm>
            <a:off x="2516815" y="2746202"/>
            <a:ext cx="1309505" cy="939290"/>
          </a:xfrm>
          <a:prstGeom prst="rect">
            <a:avLst/>
          </a:prstGeom>
          <a:noFill/>
          <a:ln>
            <a:noFill/>
          </a:ln>
          <a:effectLst>
            <a:outerShdw blurRad="71438" dist="19050" dir="5400000" algn="bl" rotWithShape="0">
              <a:srgbClr val="000000">
                <a:alpha val="17647"/>
              </a:srgbClr>
            </a:outerShdw>
          </a:effectLst>
        </p:spPr>
      </p:pic>
      <p:pic>
        <p:nvPicPr>
          <p:cNvPr id="937" name="Google Shape;937;g26b641b03cd_0_301"/>
          <p:cNvPicPr preferRelativeResize="0"/>
          <p:nvPr/>
        </p:nvPicPr>
        <p:blipFill rotWithShape="1">
          <a:blip r:embed="rId10">
            <a:alphaModFix/>
          </a:blip>
          <a:srcRect t="39" b="49"/>
          <a:stretch/>
        </p:blipFill>
        <p:spPr>
          <a:xfrm>
            <a:off x="3915376" y="2746202"/>
            <a:ext cx="1311089" cy="937704"/>
          </a:xfrm>
          <a:prstGeom prst="rect">
            <a:avLst/>
          </a:prstGeom>
          <a:noFill/>
          <a:ln>
            <a:noFill/>
          </a:ln>
          <a:effectLst>
            <a:outerShdw blurRad="71438" dist="19050" dir="5400000" algn="bl" rotWithShape="0">
              <a:srgbClr val="000000">
                <a:alpha val="17647"/>
              </a:srgbClr>
            </a:outerShdw>
          </a:effectLst>
        </p:spPr>
      </p:pic>
      <p:pic>
        <p:nvPicPr>
          <p:cNvPr id="938" name="Google Shape;938;g26b641b03cd_0_301"/>
          <p:cNvPicPr preferRelativeResize="0"/>
          <p:nvPr/>
        </p:nvPicPr>
        <p:blipFill rotWithShape="1">
          <a:blip r:embed="rId11">
            <a:alphaModFix/>
          </a:blip>
          <a:srcRect l="39" r="39"/>
          <a:stretch/>
        </p:blipFill>
        <p:spPr>
          <a:xfrm>
            <a:off x="5315518" y="2746202"/>
            <a:ext cx="1311089" cy="939289"/>
          </a:xfrm>
          <a:prstGeom prst="rect">
            <a:avLst/>
          </a:prstGeom>
          <a:noFill/>
          <a:ln>
            <a:noFill/>
          </a:ln>
          <a:effectLst>
            <a:outerShdw blurRad="71438" dist="19050" dir="5400000" algn="bl" rotWithShape="0">
              <a:srgbClr val="000000">
                <a:alpha val="17647"/>
              </a:srgbClr>
            </a:outerShdw>
          </a:effectLst>
        </p:spPr>
      </p:pic>
      <p:pic>
        <p:nvPicPr>
          <p:cNvPr id="939" name="Google Shape;939;g26b641b03cd_0_301"/>
          <p:cNvPicPr preferRelativeResize="0"/>
          <p:nvPr/>
        </p:nvPicPr>
        <p:blipFill rotWithShape="1">
          <a:blip r:embed="rId12">
            <a:alphaModFix/>
          </a:blip>
          <a:srcRect l="39" r="39"/>
          <a:stretch/>
        </p:blipFill>
        <p:spPr>
          <a:xfrm>
            <a:off x="6715662" y="2746202"/>
            <a:ext cx="1311089" cy="939289"/>
          </a:xfrm>
          <a:prstGeom prst="rect">
            <a:avLst/>
          </a:prstGeom>
          <a:noFill/>
          <a:ln>
            <a:noFill/>
          </a:ln>
          <a:effectLst>
            <a:outerShdw blurRad="71438" dist="19050" dir="5400000" algn="bl" rotWithShape="0">
              <a:srgbClr val="000000">
                <a:alpha val="17647"/>
              </a:srgbClr>
            </a:outerShdw>
          </a:effectLst>
        </p:spPr>
      </p:pic>
      <p:pic>
        <p:nvPicPr>
          <p:cNvPr id="940" name="Google Shape;940;g26b641b03cd_0_301"/>
          <p:cNvPicPr preferRelativeResize="0"/>
          <p:nvPr/>
        </p:nvPicPr>
        <p:blipFill rotWithShape="1">
          <a:blip r:embed="rId13">
            <a:alphaModFix/>
          </a:blip>
          <a:srcRect l="39" r="39"/>
          <a:stretch/>
        </p:blipFill>
        <p:spPr>
          <a:xfrm>
            <a:off x="2516815" y="3808610"/>
            <a:ext cx="1311089" cy="939289"/>
          </a:xfrm>
          <a:prstGeom prst="rect">
            <a:avLst/>
          </a:prstGeom>
          <a:noFill/>
          <a:ln>
            <a:noFill/>
          </a:ln>
          <a:effectLst>
            <a:outerShdw blurRad="71438" dist="19050" dir="5400000" algn="bl" rotWithShape="0">
              <a:srgbClr val="000000">
                <a:alpha val="18039"/>
              </a:srgbClr>
            </a:outerShdw>
          </a:effectLst>
        </p:spPr>
      </p:pic>
      <p:pic>
        <p:nvPicPr>
          <p:cNvPr id="941" name="Google Shape;941;g26b641b03cd_0_301"/>
          <p:cNvPicPr preferRelativeResize="0"/>
          <p:nvPr/>
        </p:nvPicPr>
        <p:blipFill rotWithShape="1">
          <a:blip r:embed="rId14">
            <a:alphaModFix/>
          </a:blip>
          <a:srcRect l="129" r="119"/>
          <a:stretch/>
        </p:blipFill>
        <p:spPr>
          <a:xfrm>
            <a:off x="3915376" y="3808610"/>
            <a:ext cx="1311089" cy="939290"/>
          </a:xfrm>
          <a:prstGeom prst="rect">
            <a:avLst/>
          </a:prstGeom>
          <a:noFill/>
          <a:ln>
            <a:noFill/>
          </a:ln>
          <a:effectLst>
            <a:outerShdw blurRad="71438" dist="19050" dir="5400000" algn="bl" rotWithShape="0">
              <a:srgbClr val="000000">
                <a:alpha val="18039"/>
              </a:srgbClr>
            </a:outerShdw>
          </a:effectLst>
        </p:spPr>
      </p:pic>
      <p:pic>
        <p:nvPicPr>
          <p:cNvPr id="942" name="Google Shape;942;g26b641b03cd_0_301"/>
          <p:cNvPicPr preferRelativeResize="0"/>
          <p:nvPr/>
        </p:nvPicPr>
        <p:blipFill rotWithShape="1">
          <a:blip r:embed="rId15">
            <a:alphaModFix/>
          </a:blip>
          <a:srcRect l="129" r="119"/>
          <a:stretch/>
        </p:blipFill>
        <p:spPr>
          <a:xfrm>
            <a:off x="5315518" y="3808610"/>
            <a:ext cx="1311089" cy="939290"/>
          </a:xfrm>
          <a:prstGeom prst="rect">
            <a:avLst/>
          </a:prstGeom>
          <a:noFill/>
          <a:ln>
            <a:noFill/>
          </a:ln>
          <a:effectLst>
            <a:outerShdw blurRad="71438" dist="19050" dir="5400000" algn="bl" rotWithShape="0">
              <a:srgbClr val="000000">
                <a:alpha val="18039"/>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47"/>
        <p:cNvGrpSpPr/>
        <p:nvPr/>
      </p:nvGrpSpPr>
      <p:grpSpPr>
        <a:xfrm>
          <a:off x="0" y="0"/>
          <a:ext cx="0" cy="0"/>
          <a:chOff x="0" y="0"/>
          <a:chExt cx="0" cy="0"/>
        </a:xfrm>
      </p:grpSpPr>
      <p:sp>
        <p:nvSpPr>
          <p:cNvPr id="948" name="Google Shape;948;g26b641b03cd_0_308"/>
          <p:cNvSpPr txBox="1">
            <a:spLocks noGrp="1"/>
          </p:cNvSpPr>
          <p:nvPr>
            <p:ph type="title"/>
          </p:nvPr>
        </p:nvSpPr>
        <p:spPr>
          <a:xfrm>
            <a:off x="1117201" y="5568500"/>
            <a:ext cx="69096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949" name="Google Shape;949;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950" name="Google Shape;950;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951" name="Google Shape;951;g26b641b03cd_0_308"/>
          <p:cNvPicPr preferRelativeResize="0"/>
          <p:nvPr/>
        </p:nvPicPr>
        <p:blipFill rotWithShape="1">
          <a:blip r:embed="rId3">
            <a:alphaModFix/>
          </a:blip>
          <a:srcRect l="59" r="59"/>
          <a:stretch/>
        </p:blipFill>
        <p:spPr>
          <a:xfrm>
            <a:off x="1117250" y="1683800"/>
            <a:ext cx="1308927" cy="935399"/>
          </a:xfrm>
          <a:prstGeom prst="rect">
            <a:avLst/>
          </a:prstGeom>
          <a:noFill/>
          <a:ln>
            <a:noFill/>
          </a:ln>
          <a:effectLst>
            <a:outerShdw blurRad="71438" dist="19050" dir="5400000" algn="bl" rotWithShape="0">
              <a:srgbClr val="000000">
                <a:alpha val="17647"/>
              </a:srgbClr>
            </a:outerShdw>
          </a:effectLst>
        </p:spPr>
      </p:pic>
      <p:pic>
        <p:nvPicPr>
          <p:cNvPr id="952" name="Google Shape;952;g26b641b03cd_0_308"/>
          <p:cNvPicPr preferRelativeResize="0"/>
          <p:nvPr/>
        </p:nvPicPr>
        <p:blipFill rotWithShape="1">
          <a:blip r:embed="rId4">
            <a:alphaModFix/>
          </a:blip>
          <a:srcRect l="159" r="159"/>
          <a:stretch/>
        </p:blipFill>
        <p:spPr>
          <a:xfrm>
            <a:off x="2516815" y="1683800"/>
            <a:ext cx="1309505" cy="939289"/>
          </a:xfrm>
          <a:prstGeom prst="rect">
            <a:avLst/>
          </a:prstGeom>
          <a:noFill/>
          <a:ln>
            <a:noFill/>
          </a:ln>
          <a:effectLst>
            <a:outerShdw blurRad="71438" dist="19050" dir="5400000" algn="bl" rotWithShape="0">
              <a:srgbClr val="000000">
                <a:alpha val="17647"/>
              </a:srgbClr>
            </a:outerShdw>
          </a:effectLst>
        </p:spPr>
      </p:pic>
      <p:pic>
        <p:nvPicPr>
          <p:cNvPr id="953" name="Google Shape;953;g26b641b03cd_0_308"/>
          <p:cNvPicPr preferRelativeResize="0"/>
          <p:nvPr/>
        </p:nvPicPr>
        <p:blipFill rotWithShape="1">
          <a:blip r:embed="rId5">
            <a:alphaModFix/>
          </a:blip>
          <a:srcRect l="159" r="159"/>
          <a:stretch/>
        </p:blipFill>
        <p:spPr>
          <a:xfrm>
            <a:off x="3916959" y="1683800"/>
            <a:ext cx="1309505" cy="937703"/>
          </a:xfrm>
          <a:prstGeom prst="rect">
            <a:avLst/>
          </a:prstGeom>
          <a:noFill/>
          <a:ln>
            <a:noFill/>
          </a:ln>
          <a:effectLst>
            <a:outerShdw blurRad="71438" dist="19050" dir="5400000" algn="bl" rotWithShape="0">
              <a:srgbClr val="000000">
                <a:alpha val="17647"/>
              </a:srgbClr>
            </a:outerShdw>
          </a:effectLst>
        </p:spPr>
      </p:pic>
      <p:pic>
        <p:nvPicPr>
          <p:cNvPr id="954" name="Google Shape;954;g26b641b03cd_0_308"/>
          <p:cNvPicPr preferRelativeResize="0"/>
          <p:nvPr/>
        </p:nvPicPr>
        <p:blipFill rotWithShape="1">
          <a:blip r:embed="rId6">
            <a:alphaModFix/>
          </a:blip>
          <a:srcRect l="79" r="69"/>
          <a:stretch/>
        </p:blipFill>
        <p:spPr>
          <a:xfrm>
            <a:off x="5317101" y="1683800"/>
            <a:ext cx="1309505" cy="937704"/>
          </a:xfrm>
          <a:prstGeom prst="rect">
            <a:avLst/>
          </a:prstGeom>
          <a:noFill/>
          <a:ln>
            <a:noFill/>
          </a:ln>
          <a:effectLst>
            <a:outerShdw blurRad="71438" dist="19050" dir="5400000" algn="bl" rotWithShape="0">
              <a:srgbClr val="000000">
                <a:alpha val="17647"/>
              </a:srgbClr>
            </a:outerShdw>
          </a:effectLst>
        </p:spPr>
      </p:pic>
      <p:pic>
        <p:nvPicPr>
          <p:cNvPr id="955" name="Google Shape;955;g26b641b03cd_0_308"/>
          <p:cNvPicPr preferRelativeResize="0"/>
          <p:nvPr/>
        </p:nvPicPr>
        <p:blipFill rotWithShape="1">
          <a:blip r:embed="rId7">
            <a:alphaModFix/>
          </a:blip>
          <a:srcRect l="79" r="69"/>
          <a:stretch/>
        </p:blipFill>
        <p:spPr>
          <a:xfrm>
            <a:off x="6717245" y="1683800"/>
            <a:ext cx="1309505" cy="937704"/>
          </a:xfrm>
          <a:prstGeom prst="rect">
            <a:avLst/>
          </a:prstGeom>
          <a:noFill/>
          <a:ln>
            <a:noFill/>
          </a:ln>
          <a:effectLst>
            <a:outerShdw blurRad="71438" dist="19050" dir="5400000" algn="bl" rotWithShape="0">
              <a:srgbClr val="000000">
                <a:alpha val="17647"/>
              </a:srgbClr>
            </a:outerShdw>
          </a:effectLst>
        </p:spPr>
      </p:pic>
      <p:pic>
        <p:nvPicPr>
          <p:cNvPr id="956" name="Google Shape;956;g26b641b03cd_0_308"/>
          <p:cNvPicPr preferRelativeResize="0"/>
          <p:nvPr/>
        </p:nvPicPr>
        <p:blipFill rotWithShape="1">
          <a:blip r:embed="rId8">
            <a:alphaModFix/>
          </a:blip>
          <a:srcRect l="79" r="69"/>
          <a:stretch/>
        </p:blipFill>
        <p:spPr>
          <a:xfrm>
            <a:off x="1117250" y="2747789"/>
            <a:ext cx="1309505" cy="937703"/>
          </a:xfrm>
          <a:prstGeom prst="rect">
            <a:avLst/>
          </a:prstGeom>
          <a:noFill/>
          <a:ln>
            <a:noFill/>
          </a:ln>
          <a:effectLst>
            <a:outerShdw blurRad="71438" dist="19050" dir="5400000" algn="bl" rotWithShape="0">
              <a:srgbClr val="000000">
                <a:alpha val="17647"/>
              </a:srgbClr>
            </a:outerShdw>
          </a:effectLst>
        </p:spPr>
      </p:pic>
      <p:pic>
        <p:nvPicPr>
          <p:cNvPr id="957" name="Google Shape;957;g26b641b03cd_0_308"/>
          <p:cNvPicPr preferRelativeResize="0"/>
          <p:nvPr/>
        </p:nvPicPr>
        <p:blipFill rotWithShape="1">
          <a:blip r:embed="rId9">
            <a:alphaModFix/>
          </a:blip>
          <a:srcRect l="248" r="238"/>
          <a:stretch/>
        </p:blipFill>
        <p:spPr>
          <a:xfrm>
            <a:off x="2516815" y="2746202"/>
            <a:ext cx="1309505" cy="939290"/>
          </a:xfrm>
          <a:prstGeom prst="rect">
            <a:avLst/>
          </a:prstGeom>
          <a:noFill/>
          <a:ln>
            <a:noFill/>
          </a:ln>
          <a:effectLst>
            <a:outerShdw blurRad="71438" dist="19050" dir="5400000" algn="bl" rotWithShape="0">
              <a:srgbClr val="000000">
                <a:alpha val="17647"/>
              </a:srgbClr>
            </a:outerShdw>
          </a:effectLst>
        </p:spPr>
      </p:pic>
      <p:pic>
        <p:nvPicPr>
          <p:cNvPr id="958" name="Google Shape;958;g26b641b03cd_0_308"/>
          <p:cNvPicPr preferRelativeResize="0"/>
          <p:nvPr/>
        </p:nvPicPr>
        <p:blipFill rotWithShape="1">
          <a:blip r:embed="rId10">
            <a:alphaModFix/>
          </a:blip>
          <a:srcRect l="19" r="9"/>
          <a:stretch/>
        </p:blipFill>
        <p:spPr>
          <a:xfrm>
            <a:off x="3915376" y="2746202"/>
            <a:ext cx="1311088" cy="937704"/>
          </a:xfrm>
          <a:prstGeom prst="rect">
            <a:avLst/>
          </a:prstGeom>
          <a:noFill/>
          <a:ln>
            <a:noFill/>
          </a:ln>
          <a:effectLst>
            <a:outerShdw blurRad="71438" dist="19050" dir="5400000" algn="bl" rotWithShape="0">
              <a:srgbClr val="000000">
                <a:alpha val="17647"/>
              </a:srgbClr>
            </a:outerShdw>
          </a:effectLst>
        </p:spPr>
      </p:pic>
      <p:pic>
        <p:nvPicPr>
          <p:cNvPr id="959" name="Google Shape;959;g26b641b03cd_0_308"/>
          <p:cNvPicPr preferRelativeResize="0"/>
          <p:nvPr/>
        </p:nvPicPr>
        <p:blipFill rotWithShape="1">
          <a:blip r:embed="rId11">
            <a:alphaModFix/>
          </a:blip>
          <a:srcRect l="99" r="99"/>
          <a:stretch/>
        </p:blipFill>
        <p:spPr>
          <a:xfrm>
            <a:off x="5315518" y="2746202"/>
            <a:ext cx="1311088" cy="939289"/>
          </a:xfrm>
          <a:prstGeom prst="rect">
            <a:avLst/>
          </a:prstGeom>
          <a:noFill/>
          <a:ln>
            <a:noFill/>
          </a:ln>
          <a:effectLst>
            <a:outerShdw blurRad="71438" dist="19050" dir="5400000" algn="bl" rotWithShape="0">
              <a:srgbClr val="000000">
                <a:alpha val="17647"/>
              </a:srgbClr>
            </a:outerShdw>
          </a:effectLst>
        </p:spPr>
      </p:pic>
      <p:pic>
        <p:nvPicPr>
          <p:cNvPr id="960" name="Google Shape;960;g26b641b03cd_0_308"/>
          <p:cNvPicPr preferRelativeResize="0"/>
          <p:nvPr/>
        </p:nvPicPr>
        <p:blipFill rotWithShape="1">
          <a:blip r:embed="rId12">
            <a:alphaModFix/>
          </a:blip>
          <a:srcRect l="99" r="99"/>
          <a:stretch/>
        </p:blipFill>
        <p:spPr>
          <a:xfrm>
            <a:off x="6715662" y="2746202"/>
            <a:ext cx="1311088" cy="939289"/>
          </a:xfrm>
          <a:prstGeom prst="rect">
            <a:avLst/>
          </a:prstGeom>
          <a:noFill/>
          <a:ln>
            <a:noFill/>
          </a:ln>
          <a:effectLst>
            <a:outerShdw blurRad="71438" dist="19050" dir="5400000" algn="bl" rotWithShape="0">
              <a:srgbClr val="000000">
                <a:alpha val="17647"/>
              </a:srgbClr>
            </a:outerShdw>
          </a:effectLst>
        </p:spPr>
      </p:pic>
      <p:pic>
        <p:nvPicPr>
          <p:cNvPr id="961" name="Google Shape;961;g26b641b03cd_0_308"/>
          <p:cNvPicPr preferRelativeResize="0"/>
          <p:nvPr/>
        </p:nvPicPr>
        <p:blipFill rotWithShape="1">
          <a:blip r:embed="rId13">
            <a:alphaModFix/>
          </a:blip>
          <a:srcRect l="99" r="99"/>
          <a:stretch/>
        </p:blipFill>
        <p:spPr>
          <a:xfrm>
            <a:off x="2516815" y="3808610"/>
            <a:ext cx="1311088" cy="939289"/>
          </a:xfrm>
          <a:prstGeom prst="rect">
            <a:avLst/>
          </a:prstGeom>
          <a:noFill/>
          <a:ln>
            <a:noFill/>
          </a:ln>
          <a:effectLst>
            <a:outerShdw blurRad="71438" dist="19050" dir="5400000" algn="bl" rotWithShape="0">
              <a:srgbClr val="000000">
                <a:alpha val="18039"/>
              </a:srgbClr>
            </a:outerShdw>
          </a:effectLst>
        </p:spPr>
      </p:pic>
      <p:pic>
        <p:nvPicPr>
          <p:cNvPr id="962" name="Google Shape;962;g26b641b03cd_0_308"/>
          <p:cNvPicPr preferRelativeResize="0"/>
          <p:nvPr/>
        </p:nvPicPr>
        <p:blipFill rotWithShape="1">
          <a:blip r:embed="rId14">
            <a:alphaModFix/>
          </a:blip>
          <a:srcRect l="189" r="179"/>
          <a:stretch/>
        </p:blipFill>
        <p:spPr>
          <a:xfrm>
            <a:off x="3915376" y="3808610"/>
            <a:ext cx="1311088" cy="939290"/>
          </a:xfrm>
          <a:prstGeom prst="rect">
            <a:avLst/>
          </a:prstGeom>
          <a:noFill/>
          <a:ln>
            <a:noFill/>
          </a:ln>
          <a:effectLst>
            <a:outerShdw blurRad="71438" dist="19050" dir="5400000" algn="bl" rotWithShape="0">
              <a:srgbClr val="000000">
                <a:alpha val="18039"/>
              </a:srgbClr>
            </a:outerShdw>
          </a:effectLst>
        </p:spPr>
      </p:pic>
      <p:pic>
        <p:nvPicPr>
          <p:cNvPr id="963" name="Google Shape;963;g26b641b03cd_0_308"/>
          <p:cNvPicPr preferRelativeResize="0"/>
          <p:nvPr/>
        </p:nvPicPr>
        <p:blipFill rotWithShape="1">
          <a:blip r:embed="rId15">
            <a:alphaModFix/>
          </a:blip>
          <a:srcRect l="189" r="179"/>
          <a:stretch/>
        </p:blipFill>
        <p:spPr>
          <a:xfrm>
            <a:off x="5315518" y="3808610"/>
            <a:ext cx="1311088" cy="939290"/>
          </a:xfrm>
          <a:prstGeom prst="rect">
            <a:avLst/>
          </a:prstGeom>
          <a:noFill/>
          <a:ln>
            <a:noFill/>
          </a:ln>
          <a:effectLst>
            <a:outerShdw blurRad="71438" dist="19050" dir="5400000" algn="bl" rotWithShape="0">
              <a:srgbClr val="000000">
                <a:alpha val="18039"/>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68"/>
        <p:cNvGrpSpPr/>
        <p:nvPr/>
      </p:nvGrpSpPr>
      <p:grpSpPr>
        <a:xfrm>
          <a:off x="0" y="0"/>
          <a:ext cx="0" cy="0"/>
          <a:chOff x="0" y="0"/>
          <a:chExt cx="0" cy="0"/>
        </a:xfrm>
      </p:grpSpPr>
      <p:sp>
        <p:nvSpPr>
          <p:cNvPr id="969" name="Google Shape;969;g26b641b03cd_0_31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970" name="Google Shape;970;g26b641b03cd_0_31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JN688</a:t>
            </a:r>
            <a:endParaRPr dirty="0"/>
          </a:p>
        </p:txBody>
      </p:sp>
      <p:sp>
        <p:nvSpPr>
          <p:cNvPr id="971" name="Google Shape;971;g26b641b03cd_0_31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972" name="Google Shape;972;g26b641b03cd_0_315"/>
          <p:cNvPicPr preferRelativeResize="0"/>
          <p:nvPr/>
        </p:nvPicPr>
        <p:blipFill rotWithShape="1">
          <a:blip r:embed="rId3">
            <a:alphaModFix/>
          </a:blip>
          <a:srcRect l="69" r="69"/>
          <a:stretch/>
        </p:blipFill>
        <p:spPr>
          <a:xfrm>
            <a:off x="3585674" y="1621563"/>
            <a:ext cx="1972653" cy="1480208"/>
          </a:xfrm>
          <a:prstGeom prst="rect">
            <a:avLst/>
          </a:prstGeom>
          <a:noFill/>
          <a:ln>
            <a:noFill/>
          </a:ln>
          <a:effectLst>
            <a:outerShdw blurRad="57150" dist="19050" dir="5400000" algn="bl" rotWithShape="0">
              <a:srgbClr val="000000">
                <a:alpha val="20000"/>
              </a:srgbClr>
            </a:outerShdw>
          </a:effectLst>
        </p:spPr>
      </p:pic>
      <p:pic>
        <p:nvPicPr>
          <p:cNvPr id="973" name="Google Shape;973;g26b641b03cd_0_315"/>
          <p:cNvPicPr preferRelativeResize="0"/>
          <p:nvPr/>
        </p:nvPicPr>
        <p:blipFill rotWithShape="1">
          <a:blip r:embed="rId4">
            <a:alphaModFix/>
          </a:blip>
          <a:srcRect t="19" b="29"/>
          <a:stretch/>
        </p:blipFill>
        <p:spPr>
          <a:xfrm>
            <a:off x="5732935" y="1621563"/>
            <a:ext cx="1972653" cy="1480208"/>
          </a:xfrm>
          <a:prstGeom prst="rect">
            <a:avLst/>
          </a:prstGeom>
          <a:noFill/>
          <a:ln>
            <a:noFill/>
          </a:ln>
          <a:effectLst>
            <a:outerShdw blurRad="57150" dist="19050" dir="5400000" algn="bl" rotWithShape="0">
              <a:srgbClr val="000000">
                <a:alpha val="20000"/>
              </a:srgbClr>
            </a:outerShdw>
          </a:effectLst>
        </p:spPr>
      </p:pic>
      <p:pic>
        <p:nvPicPr>
          <p:cNvPr id="974" name="Google Shape;974;g26b641b03cd_0_315"/>
          <p:cNvPicPr preferRelativeResize="0"/>
          <p:nvPr/>
        </p:nvPicPr>
        <p:blipFill rotWithShape="1">
          <a:blip r:embed="rId5">
            <a:alphaModFix/>
          </a:blip>
          <a:srcRect t="19" b="29"/>
          <a:stretch/>
        </p:blipFill>
        <p:spPr>
          <a:xfrm>
            <a:off x="1438412" y="1621563"/>
            <a:ext cx="1972653" cy="1480208"/>
          </a:xfrm>
          <a:prstGeom prst="rect">
            <a:avLst/>
          </a:prstGeom>
          <a:noFill/>
          <a:ln>
            <a:noFill/>
          </a:ln>
          <a:effectLst>
            <a:outerShdw blurRad="57150" dist="19050" dir="5400000" algn="bl" rotWithShape="0">
              <a:srgbClr val="000000">
                <a:alpha val="20000"/>
              </a:srgbClr>
            </a:outerShdw>
          </a:effectLst>
        </p:spPr>
      </p:pic>
      <p:pic>
        <p:nvPicPr>
          <p:cNvPr id="975" name="Google Shape;975;g26b641b03cd_0_315"/>
          <p:cNvPicPr preferRelativeResize="0"/>
          <p:nvPr/>
        </p:nvPicPr>
        <p:blipFill rotWithShape="1">
          <a:blip r:embed="rId6">
            <a:alphaModFix/>
          </a:blip>
          <a:srcRect l="69" r="69"/>
          <a:stretch/>
        </p:blipFill>
        <p:spPr>
          <a:xfrm>
            <a:off x="4659304" y="3299030"/>
            <a:ext cx="1972653" cy="1480208"/>
          </a:xfrm>
          <a:prstGeom prst="rect">
            <a:avLst/>
          </a:prstGeom>
          <a:noFill/>
          <a:ln>
            <a:noFill/>
          </a:ln>
          <a:effectLst>
            <a:outerShdw blurRad="57150" dist="19050" dir="5400000" algn="bl" rotWithShape="0">
              <a:srgbClr val="000000">
                <a:alpha val="20000"/>
              </a:srgbClr>
            </a:outerShdw>
          </a:effectLst>
        </p:spPr>
      </p:pic>
      <p:pic>
        <p:nvPicPr>
          <p:cNvPr id="976" name="Google Shape;976;g26b641b03cd_0_315"/>
          <p:cNvPicPr preferRelativeResize="0"/>
          <p:nvPr/>
        </p:nvPicPr>
        <p:blipFill rotWithShape="1">
          <a:blip r:embed="rId7">
            <a:alphaModFix/>
          </a:blip>
          <a:srcRect l="69" r="69"/>
          <a:stretch/>
        </p:blipFill>
        <p:spPr>
          <a:xfrm>
            <a:off x="2512042" y="3299030"/>
            <a:ext cx="1972653" cy="1480208"/>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81"/>
        <p:cNvGrpSpPr/>
        <p:nvPr/>
      </p:nvGrpSpPr>
      <p:grpSpPr>
        <a:xfrm>
          <a:off x="0" y="0"/>
          <a:ext cx="0" cy="0"/>
          <a:chOff x="0" y="0"/>
          <a:chExt cx="0" cy="0"/>
        </a:xfrm>
      </p:grpSpPr>
      <p:sp>
        <p:nvSpPr>
          <p:cNvPr id="982" name="Google Shape;982;g26b641b03cd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983" name="Google Shape;983;g26b641b03cd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JN688</a:t>
            </a:r>
            <a:endParaRPr dirty="0"/>
          </a:p>
        </p:txBody>
      </p:sp>
      <p:sp>
        <p:nvSpPr>
          <p:cNvPr id="984" name="Google Shape;984;g26b641b03cd_1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985" name="Google Shape;985;g26b641b03cd_1_0"/>
          <p:cNvPicPr preferRelativeResize="0"/>
          <p:nvPr/>
        </p:nvPicPr>
        <p:blipFill rotWithShape="1">
          <a:blip r:embed="rId3">
            <a:alphaModFix/>
          </a:blip>
          <a:srcRect/>
          <a:stretch/>
        </p:blipFill>
        <p:spPr>
          <a:xfrm>
            <a:off x="3585674" y="1621563"/>
            <a:ext cx="1972652" cy="1480208"/>
          </a:xfrm>
          <a:prstGeom prst="rect">
            <a:avLst/>
          </a:prstGeom>
          <a:noFill/>
          <a:ln>
            <a:noFill/>
          </a:ln>
          <a:effectLst>
            <a:outerShdw blurRad="57150" dist="19050" dir="5400000" algn="bl" rotWithShape="0">
              <a:srgbClr val="000000">
                <a:alpha val="20000"/>
              </a:srgbClr>
            </a:outerShdw>
          </a:effectLst>
        </p:spPr>
      </p:pic>
      <p:pic>
        <p:nvPicPr>
          <p:cNvPr id="986" name="Google Shape;986;g26b641b03cd_1_0"/>
          <p:cNvPicPr preferRelativeResize="0"/>
          <p:nvPr/>
        </p:nvPicPr>
        <p:blipFill rotWithShape="1">
          <a:blip r:embed="rId4">
            <a:alphaModFix/>
          </a:blip>
          <a:srcRect t="89" b="99"/>
          <a:stretch/>
        </p:blipFill>
        <p:spPr>
          <a:xfrm>
            <a:off x="5732935" y="1621563"/>
            <a:ext cx="1972652" cy="1480208"/>
          </a:xfrm>
          <a:prstGeom prst="rect">
            <a:avLst/>
          </a:prstGeom>
          <a:noFill/>
          <a:ln>
            <a:noFill/>
          </a:ln>
          <a:effectLst>
            <a:outerShdw blurRad="57150" dist="19050" dir="5400000" algn="bl" rotWithShape="0">
              <a:srgbClr val="000000">
                <a:alpha val="20000"/>
              </a:srgbClr>
            </a:outerShdw>
          </a:effectLst>
        </p:spPr>
      </p:pic>
      <p:pic>
        <p:nvPicPr>
          <p:cNvPr id="987" name="Google Shape;987;g26b641b03cd_1_0"/>
          <p:cNvPicPr preferRelativeResize="0"/>
          <p:nvPr/>
        </p:nvPicPr>
        <p:blipFill rotWithShape="1">
          <a:blip r:embed="rId5">
            <a:alphaModFix/>
          </a:blip>
          <a:srcRect t="89" b="99"/>
          <a:stretch/>
        </p:blipFill>
        <p:spPr>
          <a:xfrm>
            <a:off x="1438412" y="1621563"/>
            <a:ext cx="1972652" cy="1480208"/>
          </a:xfrm>
          <a:prstGeom prst="rect">
            <a:avLst/>
          </a:prstGeom>
          <a:noFill/>
          <a:ln>
            <a:noFill/>
          </a:ln>
          <a:effectLst>
            <a:outerShdw blurRad="57150" dist="19050" dir="5400000" algn="bl" rotWithShape="0">
              <a:srgbClr val="000000">
                <a:alpha val="20000"/>
              </a:srgbClr>
            </a:outerShdw>
          </a:effectLst>
        </p:spPr>
      </p:pic>
      <p:pic>
        <p:nvPicPr>
          <p:cNvPr id="988" name="Google Shape;988;g26b641b03cd_1_0"/>
          <p:cNvPicPr preferRelativeResize="0"/>
          <p:nvPr/>
        </p:nvPicPr>
        <p:blipFill rotWithShape="1">
          <a:blip r:embed="rId6">
            <a:alphaModFix/>
          </a:blip>
          <a:srcRect/>
          <a:stretch/>
        </p:blipFill>
        <p:spPr>
          <a:xfrm>
            <a:off x="4659304" y="3299030"/>
            <a:ext cx="1972652" cy="1480208"/>
          </a:xfrm>
          <a:prstGeom prst="rect">
            <a:avLst/>
          </a:prstGeom>
          <a:noFill/>
          <a:ln>
            <a:noFill/>
          </a:ln>
          <a:effectLst>
            <a:outerShdw blurRad="57150" dist="19050" dir="5400000" algn="bl" rotWithShape="0">
              <a:srgbClr val="000000">
                <a:alpha val="20000"/>
              </a:srgbClr>
            </a:outerShdw>
          </a:effectLst>
        </p:spPr>
      </p:pic>
      <p:pic>
        <p:nvPicPr>
          <p:cNvPr id="989" name="Google Shape;989;g26b641b03cd_1_0"/>
          <p:cNvPicPr preferRelativeResize="0"/>
          <p:nvPr/>
        </p:nvPicPr>
        <p:blipFill rotWithShape="1">
          <a:blip r:embed="rId7">
            <a:alphaModFix/>
          </a:blip>
          <a:srcRect/>
          <a:stretch/>
        </p:blipFill>
        <p:spPr>
          <a:xfrm>
            <a:off x="2512042" y="3299030"/>
            <a:ext cx="1972652" cy="1480208"/>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94"/>
        <p:cNvGrpSpPr/>
        <p:nvPr/>
      </p:nvGrpSpPr>
      <p:grpSpPr>
        <a:xfrm>
          <a:off x="0" y="0"/>
          <a:ext cx="0" cy="0"/>
          <a:chOff x="0" y="0"/>
          <a:chExt cx="0" cy="0"/>
        </a:xfrm>
      </p:grpSpPr>
      <p:pic>
        <p:nvPicPr>
          <p:cNvPr id="995" name="Google Shape;995;g2d1e0b7acca_0_10"/>
          <p:cNvPicPr preferRelativeResize="0"/>
          <p:nvPr/>
        </p:nvPicPr>
        <p:blipFill rotWithShape="1">
          <a:blip r:embed="rId3">
            <a:alphaModFix/>
          </a:blip>
          <a:srcRect l="719" r="718"/>
          <a:stretch/>
        </p:blipFill>
        <p:spPr>
          <a:xfrm>
            <a:off x="845800" y="2749552"/>
            <a:ext cx="3657703" cy="1158323"/>
          </a:xfrm>
          <a:prstGeom prst="rect">
            <a:avLst/>
          </a:prstGeom>
          <a:noFill/>
          <a:ln>
            <a:noFill/>
          </a:ln>
        </p:spPr>
      </p:pic>
      <p:pic>
        <p:nvPicPr>
          <p:cNvPr id="996" name="Google Shape;996;g2d1e0b7acca_0_10"/>
          <p:cNvPicPr preferRelativeResize="0"/>
          <p:nvPr/>
        </p:nvPicPr>
        <p:blipFill rotWithShape="1">
          <a:blip r:embed="rId4">
            <a:alphaModFix/>
          </a:blip>
          <a:srcRect l="1114" r="1103"/>
          <a:stretch/>
        </p:blipFill>
        <p:spPr>
          <a:xfrm>
            <a:off x="4522777" y="2684650"/>
            <a:ext cx="3787998" cy="1223214"/>
          </a:xfrm>
          <a:prstGeom prst="rect">
            <a:avLst/>
          </a:prstGeom>
          <a:noFill/>
          <a:ln>
            <a:noFill/>
          </a:ln>
        </p:spPr>
      </p:pic>
      <p:sp>
        <p:nvSpPr>
          <p:cNvPr id="997" name="Google Shape;997;g2d1e0b7acca_0_10"/>
          <p:cNvSpPr txBox="1"/>
          <p:nvPr/>
        </p:nvSpPr>
        <p:spPr>
          <a:xfrm>
            <a:off x="835016" y="2438500"/>
            <a:ext cx="3819600" cy="2523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100" b="0" i="0" u="none" strike="noStrike" cap="none">
                <a:solidFill>
                  <a:srgbClr val="8DC63F"/>
                </a:solidFill>
                <a:latin typeface="Poppins Medium"/>
                <a:ea typeface="Poppins Medium"/>
                <a:cs typeface="Poppins Medium"/>
                <a:sym typeface="Poppins Medium"/>
              </a:rPr>
              <a:t>Decodable Readers &amp; Teacher Book Activities</a:t>
            </a:r>
            <a:endParaRPr sz="1100" b="0" i="0" u="none" strike="noStrike" cap="none">
              <a:solidFill>
                <a:srgbClr val="8DC63F"/>
              </a:solidFill>
              <a:latin typeface="Poppins Medium"/>
              <a:ea typeface="Poppins Medium"/>
              <a:cs typeface="Poppins Medium"/>
              <a:sym typeface="Poppins Medium"/>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02"/>
        <p:cNvGrpSpPr/>
        <p:nvPr/>
      </p:nvGrpSpPr>
      <p:grpSpPr>
        <a:xfrm>
          <a:off x="0" y="0"/>
          <a:ext cx="0" cy="0"/>
          <a:chOff x="0" y="0"/>
          <a:chExt cx="0" cy="0"/>
        </a:xfrm>
      </p:grpSpPr>
      <p:pic>
        <p:nvPicPr>
          <p:cNvPr id="1003" name="Google Shape;1003;g2d1e0b7acca_0_19"/>
          <p:cNvPicPr preferRelativeResize="0"/>
          <p:nvPr/>
        </p:nvPicPr>
        <p:blipFill rotWithShape="1">
          <a:blip r:embed="rId3">
            <a:alphaModFix/>
          </a:blip>
          <a:srcRect t="95977"/>
          <a:stretch/>
        </p:blipFill>
        <p:spPr>
          <a:xfrm>
            <a:off x="2378725" y="5256203"/>
            <a:ext cx="4386550" cy="132250"/>
          </a:xfrm>
          <a:prstGeom prst="rect">
            <a:avLst/>
          </a:prstGeom>
          <a:noFill/>
          <a:ln>
            <a:noFill/>
          </a:ln>
        </p:spPr>
      </p:pic>
      <p:sp>
        <p:nvSpPr>
          <p:cNvPr id="1004" name="Google Shape;1004;g2d1e0b7acca_0_19"/>
          <p:cNvSpPr txBox="1"/>
          <p:nvPr/>
        </p:nvSpPr>
        <p:spPr>
          <a:xfrm>
            <a:off x="3341580" y="3459550"/>
            <a:ext cx="2460900" cy="2964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1000"/>
              </a:spcBef>
              <a:spcAft>
                <a:spcPts val="0"/>
              </a:spcAft>
              <a:buClr>
                <a:srgbClr val="000000"/>
              </a:buClr>
              <a:buSzPts val="1000"/>
              <a:buFont typeface="Arial"/>
              <a:buNone/>
            </a:pPr>
            <a:r>
              <a:rPr lang="en-US" sz="1000" b="1" i="0" u="none" strike="noStrike" cap="none">
                <a:solidFill>
                  <a:srgbClr val="000000"/>
                </a:solidFill>
                <a:latin typeface="Helvetica Neue"/>
                <a:ea typeface="Helvetica Neue"/>
                <a:cs typeface="Helvetica Neue"/>
                <a:sym typeface="Helvetica Neue"/>
              </a:rPr>
              <a:t>Set 1 Non-Fiction</a:t>
            </a:r>
            <a:r>
              <a:rPr lang="en-US" sz="1000" b="0" i="0" u="none" strike="noStrike" cap="none">
                <a:solidFill>
                  <a:srgbClr val="000000"/>
                </a:solidFill>
                <a:latin typeface="Helvetica Neue"/>
                <a:ea typeface="Helvetica Neue"/>
                <a:cs typeface="Helvetica Neue"/>
                <a:sym typeface="Helvetica Neue"/>
              </a:rPr>
              <a:t> Books 1 - 12</a:t>
            </a:r>
            <a:br>
              <a:rPr lang="en-US" sz="1000" b="0" i="0" u="none" strike="noStrike" cap="none">
                <a:solidFill>
                  <a:srgbClr val="000000"/>
                </a:solidFill>
                <a:latin typeface="Helvetica Neue"/>
                <a:ea typeface="Helvetica Neue"/>
                <a:cs typeface="Helvetica Neue"/>
                <a:sym typeface="Helvetica Neue"/>
              </a:rPr>
            </a:br>
            <a:r>
              <a:rPr lang="en-US" sz="800" b="0" i="0" u="none" strike="noStrike" cap="none">
                <a:solidFill>
                  <a:srgbClr val="000000"/>
                </a:solidFill>
                <a:latin typeface="Helvetica Neue"/>
                <a:ea typeface="Helvetica Neue"/>
                <a:cs typeface="Helvetica Neue"/>
                <a:sym typeface="Helvetica Neue"/>
              </a:rPr>
              <a:t>JL389</a:t>
            </a:r>
            <a:endParaRPr sz="800" b="0" i="0" u="none" strike="noStrike" cap="none">
              <a:solidFill>
                <a:srgbClr val="000000"/>
              </a:solidFill>
              <a:latin typeface="Helvetica Neue"/>
              <a:ea typeface="Helvetica Neue"/>
              <a:cs typeface="Helvetica Neue"/>
              <a:sym typeface="Helvetica Neue"/>
            </a:endParaRPr>
          </a:p>
        </p:txBody>
      </p:sp>
      <p:sp>
        <p:nvSpPr>
          <p:cNvPr id="1005" name="Google Shape;1005;g2d1e0b7acca_0_19"/>
          <p:cNvSpPr txBox="1"/>
          <p:nvPr/>
        </p:nvSpPr>
        <p:spPr>
          <a:xfrm>
            <a:off x="3341520" y="4621956"/>
            <a:ext cx="2460900" cy="2964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1000"/>
              </a:spcBef>
              <a:spcAft>
                <a:spcPts val="0"/>
              </a:spcAft>
              <a:buClr>
                <a:srgbClr val="000000"/>
              </a:buClr>
              <a:buSzPts val="1000"/>
              <a:buFont typeface="Arial"/>
              <a:buNone/>
            </a:pPr>
            <a:r>
              <a:rPr lang="en-US" sz="1000" b="1" i="0" u="none" strike="noStrike" cap="none">
                <a:solidFill>
                  <a:srgbClr val="000000"/>
                </a:solidFill>
                <a:latin typeface="Helvetica Neue"/>
                <a:ea typeface="Helvetica Neue"/>
                <a:cs typeface="Helvetica Neue"/>
                <a:sym typeface="Helvetica Neue"/>
              </a:rPr>
              <a:t>Set 2 Non-Fiction</a:t>
            </a:r>
            <a:r>
              <a:rPr lang="en-US" sz="1000" b="0" i="0" u="none" strike="noStrike" cap="none">
                <a:solidFill>
                  <a:srgbClr val="000000"/>
                </a:solidFill>
                <a:latin typeface="Helvetica Neue"/>
                <a:ea typeface="Helvetica Neue"/>
                <a:cs typeface="Helvetica Neue"/>
                <a:sym typeface="Helvetica Neue"/>
              </a:rPr>
              <a:t> Books 1 - 12</a:t>
            </a:r>
            <a:br>
              <a:rPr lang="en-US" sz="1000" b="0" i="0" u="none" strike="noStrike" cap="none">
                <a:solidFill>
                  <a:srgbClr val="000000"/>
                </a:solidFill>
                <a:latin typeface="Helvetica Neue"/>
                <a:ea typeface="Helvetica Neue"/>
                <a:cs typeface="Helvetica Neue"/>
                <a:sym typeface="Helvetica Neue"/>
              </a:rPr>
            </a:br>
            <a:r>
              <a:rPr lang="en-US" sz="800" b="0" i="0" u="none" strike="noStrike" cap="none">
                <a:solidFill>
                  <a:srgbClr val="000000"/>
                </a:solidFill>
                <a:latin typeface="Helvetica Neue"/>
                <a:ea typeface="Helvetica Neue"/>
                <a:cs typeface="Helvetica Neue"/>
                <a:sym typeface="Helvetica Neue"/>
              </a:rPr>
              <a:t>BB114</a:t>
            </a:r>
            <a:endParaRPr sz="800" b="1" i="0" u="none" strike="noStrike" cap="none">
              <a:solidFill>
                <a:srgbClr val="000000"/>
              </a:solidFill>
              <a:latin typeface="Helvetica Neue"/>
              <a:ea typeface="Helvetica Neue"/>
              <a:cs typeface="Helvetica Neue"/>
              <a:sym typeface="Helvetica Neue"/>
            </a:endParaRPr>
          </a:p>
        </p:txBody>
      </p:sp>
      <p:grpSp>
        <p:nvGrpSpPr>
          <p:cNvPr id="1006" name="Google Shape;1006;g2d1e0b7acca_0_19"/>
          <p:cNvGrpSpPr/>
          <p:nvPr/>
        </p:nvGrpSpPr>
        <p:grpSpPr>
          <a:xfrm>
            <a:off x="929500" y="2729275"/>
            <a:ext cx="7338176" cy="654076"/>
            <a:chOff x="929500" y="2729275"/>
            <a:chExt cx="7338176" cy="654076"/>
          </a:xfrm>
        </p:grpSpPr>
        <p:pic>
          <p:nvPicPr>
            <p:cNvPr id="1007" name="Google Shape;1007;g2d1e0b7acca_0_19"/>
            <p:cNvPicPr preferRelativeResize="0"/>
            <p:nvPr/>
          </p:nvPicPr>
          <p:blipFill rotWithShape="1">
            <a:blip r:embed="rId4">
              <a:alphaModFix/>
            </a:blip>
            <a:srcRect b="10"/>
            <a:stretch/>
          </p:blipFill>
          <p:spPr>
            <a:xfrm>
              <a:off x="929500" y="2729275"/>
              <a:ext cx="538776" cy="654076"/>
            </a:xfrm>
            <a:prstGeom prst="rect">
              <a:avLst/>
            </a:prstGeom>
            <a:noFill/>
            <a:ln>
              <a:noFill/>
            </a:ln>
            <a:effectLst>
              <a:outerShdw blurRad="42863" dist="9525" dir="5400000" algn="bl" rotWithShape="0">
                <a:srgbClr val="000000">
                  <a:alpha val="20000"/>
                </a:srgbClr>
              </a:outerShdw>
            </a:effectLst>
          </p:spPr>
        </p:pic>
        <p:pic>
          <p:nvPicPr>
            <p:cNvPr id="1008" name="Google Shape;1008;g2d1e0b7acca_0_19"/>
            <p:cNvPicPr preferRelativeResize="0"/>
            <p:nvPr/>
          </p:nvPicPr>
          <p:blipFill rotWithShape="1">
            <a:blip r:embed="rId5">
              <a:alphaModFix/>
            </a:blip>
            <a:srcRect b="10"/>
            <a:stretch/>
          </p:blipFill>
          <p:spPr>
            <a:xfrm>
              <a:off x="1547627" y="2729275"/>
              <a:ext cx="538776" cy="654076"/>
            </a:xfrm>
            <a:prstGeom prst="rect">
              <a:avLst/>
            </a:prstGeom>
            <a:noFill/>
            <a:ln>
              <a:noFill/>
            </a:ln>
            <a:effectLst>
              <a:outerShdw blurRad="42863" dist="9525" dir="5400000" algn="bl" rotWithShape="0">
                <a:srgbClr val="000000">
                  <a:alpha val="20000"/>
                </a:srgbClr>
              </a:outerShdw>
            </a:effectLst>
          </p:spPr>
        </p:pic>
        <p:pic>
          <p:nvPicPr>
            <p:cNvPr id="1009" name="Google Shape;1009;g2d1e0b7acca_0_19"/>
            <p:cNvPicPr preferRelativeResize="0"/>
            <p:nvPr/>
          </p:nvPicPr>
          <p:blipFill rotWithShape="1">
            <a:blip r:embed="rId6">
              <a:alphaModFix/>
            </a:blip>
            <a:srcRect b="10"/>
            <a:stretch/>
          </p:blipFill>
          <p:spPr>
            <a:xfrm>
              <a:off x="2165755" y="2729275"/>
              <a:ext cx="538776" cy="654076"/>
            </a:xfrm>
            <a:prstGeom prst="rect">
              <a:avLst/>
            </a:prstGeom>
            <a:noFill/>
            <a:ln>
              <a:noFill/>
            </a:ln>
            <a:effectLst>
              <a:outerShdw blurRad="42863" dist="9525" dir="5400000" algn="bl" rotWithShape="0">
                <a:srgbClr val="000000">
                  <a:alpha val="20000"/>
                </a:srgbClr>
              </a:outerShdw>
            </a:effectLst>
          </p:spPr>
        </p:pic>
        <p:pic>
          <p:nvPicPr>
            <p:cNvPr id="1010" name="Google Shape;1010;g2d1e0b7acca_0_19"/>
            <p:cNvPicPr preferRelativeResize="0"/>
            <p:nvPr/>
          </p:nvPicPr>
          <p:blipFill rotWithShape="1">
            <a:blip r:embed="rId7">
              <a:alphaModFix/>
            </a:blip>
            <a:srcRect b="10"/>
            <a:stretch/>
          </p:blipFill>
          <p:spPr>
            <a:xfrm>
              <a:off x="2783882" y="2729275"/>
              <a:ext cx="538776" cy="654076"/>
            </a:xfrm>
            <a:prstGeom prst="rect">
              <a:avLst/>
            </a:prstGeom>
            <a:noFill/>
            <a:ln>
              <a:noFill/>
            </a:ln>
            <a:effectLst>
              <a:outerShdw blurRad="42863" dist="9525" dir="5400000" algn="bl" rotWithShape="0">
                <a:srgbClr val="000000">
                  <a:alpha val="20000"/>
                </a:srgbClr>
              </a:outerShdw>
            </a:effectLst>
          </p:spPr>
        </p:pic>
        <p:pic>
          <p:nvPicPr>
            <p:cNvPr id="1011" name="Google Shape;1011;g2d1e0b7acca_0_19"/>
            <p:cNvPicPr preferRelativeResize="0"/>
            <p:nvPr/>
          </p:nvPicPr>
          <p:blipFill rotWithShape="1">
            <a:blip r:embed="rId8">
              <a:alphaModFix/>
            </a:blip>
            <a:srcRect b="10"/>
            <a:stretch/>
          </p:blipFill>
          <p:spPr>
            <a:xfrm>
              <a:off x="3402009" y="2729275"/>
              <a:ext cx="538776" cy="654076"/>
            </a:xfrm>
            <a:prstGeom prst="rect">
              <a:avLst/>
            </a:prstGeom>
            <a:noFill/>
            <a:ln>
              <a:noFill/>
            </a:ln>
            <a:effectLst>
              <a:outerShdw blurRad="42863" dist="9525" dir="5400000" algn="bl" rotWithShape="0">
                <a:srgbClr val="000000">
                  <a:alpha val="20000"/>
                </a:srgbClr>
              </a:outerShdw>
            </a:effectLst>
          </p:spPr>
        </p:pic>
        <p:pic>
          <p:nvPicPr>
            <p:cNvPr id="1012" name="Google Shape;1012;g2d1e0b7acca_0_19"/>
            <p:cNvPicPr preferRelativeResize="0"/>
            <p:nvPr/>
          </p:nvPicPr>
          <p:blipFill rotWithShape="1">
            <a:blip r:embed="rId9">
              <a:alphaModFix/>
            </a:blip>
            <a:srcRect b="10"/>
            <a:stretch/>
          </p:blipFill>
          <p:spPr>
            <a:xfrm>
              <a:off x="4020136" y="2729275"/>
              <a:ext cx="538776" cy="654076"/>
            </a:xfrm>
            <a:prstGeom prst="rect">
              <a:avLst/>
            </a:prstGeom>
            <a:noFill/>
            <a:ln>
              <a:noFill/>
            </a:ln>
            <a:effectLst>
              <a:outerShdw blurRad="42863" dist="9525" dir="5400000" algn="bl" rotWithShape="0">
                <a:srgbClr val="000000">
                  <a:alpha val="20000"/>
                </a:srgbClr>
              </a:outerShdw>
            </a:effectLst>
          </p:spPr>
        </p:pic>
        <p:pic>
          <p:nvPicPr>
            <p:cNvPr id="1013" name="Google Shape;1013;g2d1e0b7acca_0_19"/>
            <p:cNvPicPr preferRelativeResize="0"/>
            <p:nvPr/>
          </p:nvPicPr>
          <p:blipFill rotWithShape="1">
            <a:blip r:embed="rId10">
              <a:alphaModFix/>
            </a:blip>
            <a:srcRect b="10"/>
            <a:stretch/>
          </p:blipFill>
          <p:spPr>
            <a:xfrm>
              <a:off x="4638264" y="2729275"/>
              <a:ext cx="538776" cy="654076"/>
            </a:xfrm>
            <a:prstGeom prst="rect">
              <a:avLst/>
            </a:prstGeom>
            <a:noFill/>
            <a:ln>
              <a:noFill/>
            </a:ln>
            <a:effectLst>
              <a:outerShdw blurRad="42863" dist="9525" dir="5400000" algn="bl" rotWithShape="0">
                <a:srgbClr val="000000">
                  <a:alpha val="20000"/>
                </a:srgbClr>
              </a:outerShdw>
            </a:effectLst>
          </p:spPr>
        </p:pic>
        <p:pic>
          <p:nvPicPr>
            <p:cNvPr id="1014" name="Google Shape;1014;g2d1e0b7acca_0_19"/>
            <p:cNvPicPr preferRelativeResize="0"/>
            <p:nvPr/>
          </p:nvPicPr>
          <p:blipFill rotWithShape="1">
            <a:blip r:embed="rId11">
              <a:alphaModFix/>
            </a:blip>
            <a:srcRect b="10"/>
            <a:stretch/>
          </p:blipFill>
          <p:spPr>
            <a:xfrm>
              <a:off x="5256391" y="2729275"/>
              <a:ext cx="538776" cy="654076"/>
            </a:xfrm>
            <a:prstGeom prst="rect">
              <a:avLst/>
            </a:prstGeom>
            <a:noFill/>
            <a:ln>
              <a:noFill/>
            </a:ln>
            <a:effectLst>
              <a:outerShdw blurRad="42863" dist="9525" dir="5400000" algn="bl" rotWithShape="0">
                <a:srgbClr val="000000">
                  <a:alpha val="20000"/>
                </a:srgbClr>
              </a:outerShdw>
            </a:effectLst>
          </p:spPr>
        </p:pic>
        <p:pic>
          <p:nvPicPr>
            <p:cNvPr id="1015" name="Google Shape;1015;g2d1e0b7acca_0_19"/>
            <p:cNvPicPr preferRelativeResize="0"/>
            <p:nvPr/>
          </p:nvPicPr>
          <p:blipFill rotWithShape="1">
            <a:blip r:embed="rId12">
              <a:alphaModFix/>
            </a:blip>
            <a:srcRect b="10"/>
            <a:stretch/>
          </p:blipFill>
          <p:spPr>
            <a:xfrm>
              <a:off x="5874518" y="2729275"/>
              <a:ext cx="538776" cy="654076"/>
            </a:xfrm>
            <a:prstGeom prst="rect">
              <a:avLst/>
            </a:prstGeom>
            <a:noFill/>
            <a:ln>
              <a:noFill/>
            </a:ln>
            <a:effectLst>
              <a:outerShdw blurRad="42863" dist="9525" dir="5400000" algn="bl" rotWithShape="0">
                <a:srgbClr val="000000">
                  <a:alpha val="20000"/>
                </a:srgbClr>
              </a:outerShdw>
            </a:effectLst>
          </p:spPr>
        </p:pic>
        <p:pic>
          <p:nvPicPr>
            <p:cNvPr id="1016" name="Google Shape;1016;g2d1e0b7acca_0_19"/>
            <p:cNvPicPr preferRelativeResize="0"/>
            <p:nvPr/>
          </p:nvPicPr>
          <p:blipFill rotWithShape="1">
            <a:blip r:embed="rId13">
              <a:alphaModFix/>
            </a:blip>
            <a:srcRect b="10"/>
            <a:stretch/>
          </p:blipFill>
          <p:spPr>
            <a:xfrm>
              <a:off x="6492645" y="2729275"/>
              <a:ext cx="538776" cy="654076"/>
            </a:xfrm>
            <a:prstGeom prst="rect">
              <a:avLst/>
            </a:prstGeom>
            <a:noFill/>
            <a:ln>
              <a:noFill/>
            </a:ln>
            <a:effectLst>
              <a:outerShdw blurRad="42863" dist="9525" dir="5400000" algn="bl" rotWithShape="0">
                <a:srgbClr val="000000">
                  <a:alpha val="20000"/>
                </a:srgbClr>
              </a:outerShdw>
            </a:effectLst>
          </p:spPr>
        </p:pic>
        <p:pic>
          <p:nvPicPr>
            <p:cNvPr id="1017" name="Google Shape;1017;g2d1e0b7acca_0_19"/>
            <p:cNvPicPr preferRelativeResize="0"/>
            <p:nvPr/>
          </p:nvPicPr>
          <p:blipFill rotWithShape="1">
            <a:blip r:embed="rId14">
              <a:alphaModFix/>
            </a:blip>
            <a:srcRect b="10"/>
            <a:stretch/>
          </p:blipFill>
          <p:spPr>
            <a:xfrm>
              <a:off x="7110773" y="2729275"/>
              <a:ext cx="538776" cy="654076"/>
            </a:xfrm>
            <a:prstGeom prst="rect">
              <a:avLst/>
            </a:prstGeom>
            <a:noFill/>
            <a:ln>
              <a:noFill/>
            </a:ln>
            <a:effectLst>
              <a:outerShdw blurRad="42863" dist="9525" dir="5400000" algn="bl" rotWithShape="0">
                <a:srgbClr val="000000">
                  <a:alpha val="20000"/>
                </a:srgbClr>
              </a:outerShdw>
            </a:effectLst>
          </p:spPr>
        </p:pic>
        <p:pic>
          <p:nvPicPr>
            <p:cNvPr id="1018" name="Google Shape;1018;g2d1e0b7acca_0_19"/>
            <p:cNvPicPr preferRelativeResize="0"/>
            <p:nvPr/>
          </p:nvPicPr>
          <p:blipFill rotWithShape="1">
            <a:blip r:embed="rId15">
              <a:alphaModFix/>
            </a:blip>
            <a:srcRect b="10"/>
            <a:stretch/>
          </p:blipFill>
          <p:spPr>
            <a:xfrm>
              <a:off x="7728900" y="2729275"/>
              <a:ext cx="538776" cy="654076"/>
            </a:xfrm>
            <a:prstGeom prst="rect">
              <a:avLst/>
            </a:prstGeom>
            <a:noFill/>
            <a:ln>
              <a:noFill/>
            </a:ln>
            <a:effectLst>
              <a:outerShdw blurRad="42863" dist="9525" dir="5400000" algn="bl" rotWithShape="0">
                <a:srgbClr val="000000">
                  <a:alpha val="20000"/>
                </a:srgbClr>
              </a:outerShdw>
            </a:effectLst>
          </p:spPr>
        </p:pic>
      </p:grpSp>
      <p:grpSp>
        <p:nvGrpSpPr>
          <p:cNvPr id="1019" name="Google Shape;1019;g2d1e0b7acca_0_19"/>
          <p:cNvGrpSpPr/>
          <p:nvPr/>
        </p:nvGrpSpPr>
        <p:grpSpPr>
          <a:xfrm>
            <a:off x="929500" y="3891690"/>
            <a:ext cx="7338176" cy="654076"/>
            <a:chOff x="929500" y="3891690"/>
            <a:chExt cx="7338176" cy="654076"/>
          </a:xfrm>
        </p:grpSpPr>
        <p:pic>
          <p:nvPicPr>
            <p:cNvPr id="1020" name="Google Shape;1020;g2d1e0b7acca_0_19"/>
            <p:cNvPicPr preferRelativeResize="0"/>
            <p:nvPr/>
          </p:nvPicPr>
          <p:blipFill rotWithShape="1">
            <a:blip r:embed="rId16">
              <a:alphaModFix/>
            </a:blip>
            <a:srcRect b="10"/>
            <a:stretch/>
          </p:blipFill>
          <p:spPr>
            <a:xfrm>
              <a:off x="929500" y="3891690"/>
              <a:ext cx="538776" cy="654076"/>
            </a:xfrm>
            <a:prstGeom prst="rect">
              <a:avLst/>
            </a:prstGeom>
            <a:noFill/>
            <a:ln>
              <a:noFill/>
            </a:ln>
            <a:effectLst>
              <a:outerShdw blurRad="42863" dist="9525" dir="5400000" algn="bl" rotWithShape="0">
                <a:srgbClr val="000000">
                  <a:alpha val="20000"/>
                </a:srgbClr>
              </a:outerShdw>
            </a:effectLst>
          </p:spPr>
        </p:pic>
        <p:pic>
          <p:nvPicPr>
            <p:cNvPr id="1021" name="Google Shape;1021;g2d1e0b7acca_0_19"/>
            <p:cNvPicPr preferRelativeResize="0"/>
            <p:nvPr/>
          </p:nvPicPr>
          <p:blipFill rotWithShape="1">
            <a:blip r:embed="rId17">
              <a:alphaModFix/>
            </a:blip>
            <a:srcRect b="10"/>
            <a:stretch/>
          </p:blipFill>
          <p:spPr>
            <a:xfrm>
              <a:off x="1547627" y="3891690"/>
              <a:ext cx="538776" cy="654076"/>
            </a:xfrm>
            <a:prstGeom prst="rect">
              <a:avLst/>
            </a:prstGeom>
            <a:noFill/>
            <a:ln>
              <a:noFill/>
            </a:ln>
            <a:effectLst>
              <a:outerShdw blurRad="42863" dist="9525" dir="5400000" algn="bl" rotWithShape="0">
                <a:srgbClr val="000000">
                  <a:alpha val="20000"/>
                </a:srgbClr>
              </a:outerShdw>
            </a:effectLst>
          </p:spPr>
        </p:pic>
        <p:pic>
          <p:nvPicPr>
            <p:cNvPr id="1022" name="Google Shape;1022;g2d1e0b7acca_0_19"/>
            <p:cNvPicPr preferRelativeResize="0"/>
            <p:nvPr/>
          </p:nvPicPr>
          <p:blipFill rotWithShape="1">
            <a:blip r:embed="rId18">
              <a:alphaModFix/>
            </a:blip>
            <a:srcRect b="10"/>
            <a:stretch/>
          </p:blipFill>
          <p:spPr>
            <a:xfrm>
              <a:off x="2165755" y="3891690"/>
              <a:ext cx="538776" cy="654076"/>
            </a:xfrm>
            <a:prstGeom prst="rect">
              <a:avLst/>
            </a:prstGeom>
            <a:noFill/>
            <a:ln>
              <a:noFill/>
            </a:ln>
            <a:effectLst>
              <a:outerShdw blurRad="42863" dist="9525" dir="5400000" algn="bl" rotWithShape="0">
                <a:srgbClr val="000000">
                  <a:alpha val="20000"/>
                </a:srgbClr>
              </a:outerShdw>
            </a:effectLst>
          </p:spPr>
        </p:pic>
        <p:pic>
          <p:nvPicPr>
            <p:cNvPr id="1023" name="Google Shape;1023;g2d1e0b7acca_0_19"/>
            <p:cNvPicPr preferRelativeResize="0"/>
            <p:nvPr/>
          </p:nvPicPr>
          <p:blipFill rotWithShape="1">
            <a:blip r:embed="rId19">
              <a:alphaModFix/>
            </a:blip>
            <a:srcRect b="10"/>
            <a:stretch/>
          </p:blipFill>
          <p:spPr>
            <a:xfrm>
              <a:off x="2783882" y="3891690"/>
              <a:ext cx="538776" cy="654076"/>
            </a:xfrm>
            <a:prstGeom prst="rect">
              <a:avLst/>
            </a:prstGeom>
            <a:noFill/>
            <a:ln>
              <a:noFill/>
            </a:ln>
            <a:effectLst>
              <a:outerShdw blurRad="42863" dist="9525" dir="5400000" algn="bl" rotWithShape="0">
                <a:srgbClr val="000000">
                  <a:alpha val="20000"/>
                </a:srgbClr>
              </a:outerShdw>
            </a:effectLst>
          </p:spPr>
        </p:pic>
        <p:pic>
          <p:nvPicPr>
            <p:cNvPr id="1024" name="Google Shape;1024;g2d1e0b7acca_0_19"/>
            <p:cNvPicPr preferRelativeResize="0"/>
            <p:nvPr/>
          </p:nvPicPr>
          <p:blipFill rotWithShape="1">
            <a:blip r:embed="rId20">
              <a:alphaModFix/>
            </a:blip>
            <a:srcRect b="10"/>
            <a:stretch/>
          </p:blipFill>
          <p:spPr>
            <a:xfrm>
              <a:off x="3402009" y="3891690"/>
              <a:ext cx="538776" cy="654076"/>
            </a:xfrm>
            <a:prstGeom prst="rect">
              <a:avLst/>
            </a:prstGeom>
            <a:noFill/>
            <a:ln>
              <a:noFill/>
            </a:ln>
            <a:effectLst>
              <a:outerShdw blurRad="42863" dist="9525" dir="5400000" algn="bl" rotWithShape="0">
                <a:srgbClr val="000000">
                  <a:alpha val="20000"/>
                </a:srgbClr>
              </a:outerShdw>
            </a:effectLst>
          </p:spPr>
        </p:pic>
        <p:pic>
          <p:nvPicPr>
            <p:cNvPr id="1025" name="Google Shape;1025;g2d1e0b7acca_0_19"/>
            <p:cNvPicPr preferRelativeResize="0"/>
            <p:nvPr/>
          </p:nvPicPr>
          <p:blipFill rotWithShape="1">
            <a:blip r:embed="rId21">
              <a:alphaModFix/>
            </a:blip>
            <a:srcRect b="10"/>
            <a:stretch/>
          </p:blipFill>
          <p:spPr>
            <a:xfrm>
              <a:off x="4020136" y="3891690"/>
              <a:ext cx="538776" cy="654076"/>
            </a:xfrm>
            <a:prstGeom prst="rect">
              <a:avLst/>
            </a:prstGeom>
            <a:noFill/>
            <a:ln>
              <a:noFill/>
            </a:ln>
            <a:effectLst>
              <a:outerShdw blurRad="42863" dist="9525" dir="5400000" algn="bl" rotWithShape="0">
                <a:srgbClr val="000000">
                  <a:alpha val="20000"/>
                </a:srgbClr>
              </a:outerShdw>
            </a:effectLst>
          </p:spPr>
        </p:pic>
        <p:pic>
          <p:nvPicPr>
            <p:cNvPr id="1026" name="Google Shape;1026;g2d1e0b7acca_0_19"/>
            <p:cNvPicPr preferRelativeResize="0"/>
            <p:nvPr/>
          </p:nvPicPr>
          <p:blipFill rotWithShape="1">
            <a:blip r:embed="rId22">
              <a:alphaModFix/>
            </a:blip>
            <a:srcRect b="10"/>
            <a:stretch/>
          </p:blipFill>
          <p:spPr>
            <a:xfrm>
              <a:off x="4638264" y="3891690"/>
              <a:ext cx="538776" cy="654076"/>
            </a:xfrm>
            <a:prstGeom prst="rect">
              <a:avLst/>
            </a:prstGeom>
            <a:noFill/>
            <a:ln>
              <a:noFill/>
            </a:ln>
            <a:effectLst>
              <a:outerShdw blurRad="42863" dist="9525" dir="5400000" algn="bl" rotWithShape="0">
                <a:srgbClr val="000000">
                  <a:alpha val="20000"/>
                </a:srgbClr>
              </a:outerShdw>
            </a:effectLst>
          </p:spPr>
        </p:pic>
        <p:pic>
          <p:nvPicPr>
            <p:cNvPr id="1027" name="Google Shape;1027;g2d1e0b7acca_0_19"/>
            <p:cNvPicPr preferRelativeResize="0"/>
            <p:nvPr/>
          </p:nvPicPr>
          <p:blipFill rotWithShape="1">
            <a:blip r:embed="rId23">
              <a:alphaModFix/>
            </a:blip>
            <a:srcRect b="10"/>
            <a:stretch/>
          </p:blipFill>
          <p:spPr>
            <a:xfrm>
              <a:off x="5256391" y="3891690"/>
              <a:ext cx="538776" cy="654076"/>
            </a:xfrm>
            <a:prstGeom prst="rect">
              <a:avLst/>
            </a:prstGeom>
            <a:noFill/>
            <a:ln>
              <a:noFill/>
            </a:ln>
            <a:effectLst>
              <a:outerShdw blurRad="42863" dist="9525" dir="5400000" algn="bl" rotWithShape="0">
                <a:srgbClr val="000000">
                  <a:alpha val="20000"/>
                </a:srgbClr>
              </a:outerShdw>
            </a:effectLst>
          </p:spPr>
        </p:pic>
        <p:pic>
          <p:nvPicPr>
            <p:cNvPr id="1028" name="Google Shape;1028;g2d1e0b7acca_0_19"/>
            <p:cNvPicPr preferRelativeResize="0"/>
            <p:nvPr/>
          </p:nvPicPr>
          <p:blipFill rotWithShape="1">
            <a:blip r:embed="rId24">
              <a:alphaModFix/>
            </a:blip>
            <a:srcRect b="10"/>
            <a:stretch/>
          </p:blipFill>
          <p:spPr>
            <a:xfrm>
              <a:off x="5874518" y="3891690"/>
              <a:ext cx="538776" cy="654076"/>
            </a:xfrm>
            <a:prstGeom prst="rect">
              <a:avLst/>
            </a:prstGeom>
            <a:noFill/>
            <a:ln>
              <a:noFill/>
            </a:ln>
            <a:effectLst>
              <a:outerShdw blurRad="42863" dist="9525" dir="5400000" algn="bl" rotWithShape="0">
                <a:srgbClr val="000000">
                  <a:alpha val="20000"/>
                </a:srgbClr>
              </a:outerShdw>
            </a:effectLst>
          </p:spPr>
        </p:pic>
        <p:pic>
          <p:nvPicPr>
            <p:cNvPr id="1029" name="Google Shape;1029;g2d1e0b7acca_0_19"/>
            <p:cNvPicPr preferRelativeResize="0"/>
            <p:nvPr/>
          </p:nvPicPr>
          <p:blipFill rotWithShape="1">
            <a:blip r:embed="rId25">
              <a:alphaModFix/>
            </a:blip>
            <a:srcRect b="10"/>
            <a:stretch/>
          </p:blipFill>
          <p:spPr>
            <a:xfrm>
              <a:off x="6492645" y="3891690"/>
              <a:ext cx="538776" cy="654076"/>
            </a:xfrm>
            <a:prstGeom prst="rect">
              <a:avLst/>
            </a:prstGeom>
            <a:noFill/>
            <a:ln>
              <a:noFill/>
            </a:ln>
            <a:effectLst>
              <a:outerShdw blurRad="42863" dist="9525" dir="5400000" algn="bl" rotWithShape="0">
                <a:srgbClr val="000000">
                  <a:alpha val="20000"/>
                </a:srgbClr>
              </a:outerShdw>
            </a:effectLst>
          </p:spPr>
        </p:pic>
        <p:pic>
          <p:nvPicPr>
            <p:cNvPr id="1030" name="Google Shape;1030;g2d1e0b7acca_0_19"/>
            <p:cNvPicPr preferRelativeResize="0"/>
            <p:nvPr/>
          </p:nvPicPr>
          <p:blipFill rotWithShape="1">
            <a:blip r:embed="rId26">
              <a:alphaModFix/>
            </a:blip>
            <a:srcRect b="10"/>
            <a:stretch/>
          </p:blipFill>
          <p:spPr>
            <a:xfrm>
              <a:off x="7110773" y="3891690"/>
              <a:ext cx="538776" cy="654076"/>
            </a:xfrm>
            <a:prstGeom prst="rect">
              <a:avLst/>
            </a:prstGeom>
            <a:noFill/>
            <a:ln>
              <a:noFill/>
            </a:ln>
            <a:effectLst>
              <a:outerShdw blurRad="42863" dist="9525" dir="5400000" algn="bl" rotWithShape="0">
                <a:srgbClr val="000000">
                  <a:alpha val="20000"/>
                </a:srgbClr>
              </a:outerShdw>
            </a:effectLst>
          </p:spPr>
        </p:pic>
        <p:pic>
          <p:nvPicPr>
            <p:cNvPr id="1031" name="Google Shape;1031;g2d1e0b7acca_0_19"/>
            <p:cNvPicPr preferRelativeResize="0"/>
            <p:nvPr/>
          </p:nvPicPr>
          <p:blipFill rotWithShape="1">
            <a:blip r:embed="rId27">
              <a:alphaModFix/>
            </a:blip>
            <a:srcRect b="10"/>
            <a:stretch/>
          </p:blipFill>
          <p:spPr>
            <a:xfrm>
              <a:off x="7728900" y="3891690"/>
              <a:ext cx="538776" cy="654076"/>
            </a:xfrm>
            <a:prstGeom prst="rect">
              <a:avLst/>
            </a:prstGeom>
            <a:noFill/>
            <a:ln>
              <a:noFill/>
            </a:ln>
            <a:effectLst>
              <a:outerShdw blurRad="42863" dist="9525" dir="5400000" algn="bl" rotWithShape="0">
                <a:srgbClr val="000000">
                  <a:alpha val="20000"/>
                </a:srgbClr>
              </a:outerShdw>
            </a:effectLst>
          </p:spPr>
        </p:pic>
      </p:grpSp>
      <p:sp>
        <p:nvSpPr>
          <p:cNvPr id="1032" name="Google Shape;1032;g2d1e0b7acca_0_19"/>
          <p:cNvSpPr txBox="1"/>
          <p:nvPr/>
        </p:nvSpPr>
        <p:spPr>
          <a:xfrm>
            <a:off x="835016" y="2438500"/>
            <a:ext cx="3819600" cy="2523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100" b="0" i="0" u="none" strike="noStrike" cap="none">
                <a:solidFill>
                  <a:srgbClr val="8DC63F"/>
                </a:solidFill>
                <a:latin typeface="Poppins Medium"/>
                <a:ea typeface="Poppins Medium"/>
                <a:cs typeface="Poppins Medium"/>
                <a:sym typeface="Poppins Medium"/>
              </a:rPr>
              <a:t>Decodable Readers</a:t>
            </a:r>
            <a:endParaRPr sz="1100" b="0" i="0" u="none" strike="noStrike" cap="none">
              <a:solidFill>
                <a:srgbClr val="8DC63F"/>
              </a:solidFill>
              <a:latin typeface="Poppins Medium"/>
              <a:ea typeface="Poppins Medium"/>
              <a:cs typeface="Poppins Medium"/>
              <a:sym typeface="Poppins Medium"/>
            </a:endParaRPr>
          </a:p>
        </p:txBody>
      </p:sp>
      <p:grpSp>
        <p:nvGrpSpPr>
          <p:cNvPr id="1033" name="Google Shape;1033;g2d1e0b7acca_0_19"/>
          <p:cNvGrpSpPr/>
          <p:nvPr/>
        </p:nvGrpSpPr>
        <p:grpSpPr>
          <a:xfrm>
            <a:off x="5865800" y="747528"/>
            <a:ext cx="2637000" cy="1723022"/>
            <a:chOff x="5865800" y="747528"/>
            <a:chExt cx="2637000" cy="1723022"/>
          </a:xfrm>
        </p:grpSpPr>
        <p:grpSp>
          <p:nvGrpSpPr>
            <p:cNvPr id="1034" name="Google Shape;1034;g2d1e0b7acca_0_19"/>
            <p:cNvGrpSpPr/>
            <p:nvPr/>
          </p:nvGrpSpPr>
          <p:grpSpPr>
            <a:xfrm>
              <a:off x="5865801" y="747528"/>
              <a:ext cx="2598397" cy="1655692"/>
              <a:chOff x="5865801" y="747528"/>
              <a:chExt cx="2598397" cy="1655692"/>
            </a:xfrm>
          </p:grpSpPr>
          <p:sp>
            <p:nvSpPr>
              <p:cNvPr id="1035" name="Google Shape;1035;g2d1e0b7acca_0_19"/>
              <p:cNvSpPr/>
              <p:nvPr/>
            </p:nvSpPr>
            <p:spPr>
              <a:xfrm rot="555701">
                <a:off x="7210835" y="829606"/>
                <a:ext cx="1140772" cy="1491536"/>
              </a:xfrm>
              <a:prstGeom prst="roundRect">
                <a:avLst>
                  <a:gd name="adj" fmla="val 7407"/>
                </a:avLst>
              </a:prstGeom>
              <a:solidFill>
                <a:srgbClr val="FFFFFF"/>
              </a:solidFill>
              <a:ln>
                <a:noFill/>
              </a:ln>
              <a:effectLst>
                <a:outerShdw blurRad="42863" dist="19050" dir="5400000" algn="bl" rotWithShape="0">
                  <a:srgbClr val="000000">
                    <a:alpha val="20000"/>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6" name="Google Shape;1036;g2d1e0b7acca_0_19"/>
              <p:cNvSpPr txBox="1"/>
              <p:nvPr/>
            </p:nvSpPr>
            <p:spPr>
              <a:xfrm>
                <a:off x="5865801" y="856225"/>
                <a:ext cx="1462800" cy="314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US" sz="1000" b="0" i="0" u="none" strike="noStrike" cap="none">
                    <a:solidFill>
                      <a:srgbClr val="000000"/>
                    </a:solidFill>
                    <a:latin typeface="Poppins"/>
                    <a:ea typeface="Poppins"/>
                    <a:cs typeface="Poppins"/>
                    <a:sym typeface="Poppins"/>
                  </a:rPr>
                  <a:t>click to view online book tracker</a:t>
                </a:r>
                <a:endParaRPr sz="1000" b="0" i="0" u="none" strike="noStrike" cap="none">
                  <a:solidFill>
                    <a:srgbClr val="000000"/>
                  </a:solidFill>
                  <a:latin typeface="Poppins"/>
                  <a:ea typeface="Poppins"/>
                  <a:cs typeface="Poppins"/>
                  <a:sym typeface="Poppins"/>
                </a:endParaRPr>
              </a:p>
            </p:txBody>
          </p:sp>
          <p:pic>
            <p:nvPicPr>
              <p:cNvPr id="1037" name="Google Shape;1037;g2d1e0b7acca_0_19"/>
              <p:cNvPicPr preferRelativeResize="0"/>
              <p:nvPr/>
            </p:nvPicPr>
            <p:blipFill rotWithShape="1">
              <a:blip r:embed="rId28">
                <a:alphaModFix/>
              </a:blip>
              <a:srcRect/>
              <a:stretch/>
            </p:blipFill>
            <p:spPr>
              <a:xfrm rot="2297168" flipH="1">
                <a:off x="6837510" y="1250543"/>
                <a:ext cx="469392" cy="232787"/>
              </a:xfrm>
              <a:prstGeom prst="rect">
                <a:avLst/>
              </a:prstGeom>
              <a:noFill/>
              <a:ln>
                <a:noFill/>
              </a:ln>
            </p:spPr>
          </p:pic>
          <p:pic>
            <p:nvPicPr>
              <p:cNvPr id="1038" name="Google Shape;1038;g2d1e0b7acca_0_19"/>
              <p:cNvPicPr preferRelativeResize="0"/>
              <p:nvPr/>
            </p:nvPicPr>
            <p:blipFill rotWithShape="1">
              <a:blip r:embed="rId29">
                <a:alphaModFix/>
              </a:blip>
              <a:srcRect/>
              <a:stretch/>
            </p:blipFill>
            <p:spPr>
              <a:xfrm rot="555184">
                <a:off x="7267832" y="836635"/>
                <a:ext cx="1043748" cy="1475192"/>
              </a:xfrm>
              <a:prstGeom prst="rect">
                <a:avLst/>
              </a:prstGeom>
              <a:noFill/>
              <a:ln>
                <a:noFill/>
              </a:ln>
            </p:spPr>
          </p:pic>
        </p:grpSp>
        <p:sp>
          <p:nvSpPr>
            <p:cNvPr id="1039" name="Google Shape;1039;g2d1e0b7acca_0_19">
              <a:hlinkClick r:id="rId30"/>
            </p:cNvPr>
            <p:cNvSpPr/>
            <p:nvPr/>
          </p:nvSpPr>
          <p:spPr>
            <a:xfrm>
              <a:off x="5865800" y="815150"/>
              <a:ext cx="2637000" cy="1655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44"/>
        <p:cNvGrpSpPr/>
        <p:nvPr/>
      </p:nvGrpSpPr>
      <p:grpSpPr>
        <a:xfrm>
          <a:off x="0" y="0"/>
          <a:ext cx="0" cy="0"/>
          <a:chOff x="0" y="0"/>
          <a:chExt cx="0" cy="0"/>
        </a:xfrm>
      </p:grpSpPr>
      <p:pic>
        <p:nvPicPr>
          <p:cNvPr id="1045" name="Google Shape;1045;g2d1e0b7acca_0_73"/>
          <p:cNvPicPr preferRelativeResize="0"/>
          <p:nvPr/>
        </p:nvPicPr>
        <p:blipFill rotWithShape="1">
          <a:blip r:embed="rId3">
            <a:alphaModFix/>
          </a:blip>
          <a:srcRect t="95977"/>
          <a:stretch/>
        </p:blipFill>
        <p:spPr>
          <a:xfrm>
            <a:off x="2378725" y="5256203"/>
            <a:ext cx="4386550" cy="132250"/>
          </a:xfrm>
          <a:prstGeom prst="rect">
            <a:avLst/>
          </a:prstGeom>
          <a:noFill/>
          <a:ln>
            <a:noFill/>
          </a:ln>
        </p:spPr>
      </p:pic>
      <p:pic>
        <p:nvPicPr>
          <p:cNvPr id="1046" name="Google Shape;1046;g2d1e0b7acca_0_73"/>
          <p:cNvPicPr preferRelativeResize="0"/>
          <p:nvPr/>
        </p:nvPicPr>
        <p:blipFill rotWithShape="1">
          <a:blip r:embed="rId4">
            <a:alphaModFix/>
          </a:blip>
          <a:srcRect b="10"/>
          <a:stretch/>
        </p:blipFill>
        <p:spPr>
          <a:xfrm>
            <a:off x="929500" y="2729275"/>
            <a:ext cx="538776" cy="654076"/>
          </a:xfrm>
          <a:prstGeom prst="rect">
            <a:avLst/>
          </a:prstGeom>
          <a:noFill/>
          <a:ln>
            <a:noFill/>
          </a:ln>
          <a:effectLst>
            <a:outerShdw blurRad="42863" dist="9525" dir="5400000" algn="bl" rotWithShape="0">
              <a:srgbClr val="000000">
                <a:alpha val="20000"/>
              </a:srgbClr>
            </a:outerShdw>
          </a:effectLst>
        </p:spPr>
      </p:pic>
      <p:pic>
        <p:nvPicPr>
          <p:cNvPr id="1047" name="Google Shape;1047;g2d1e0b7acca_0_73"/>
          <p:cNvPicPr preferRelativeResize="0"/>
          <p:nvPr/>
        </p:nvPicPr>
        <p:blipFill rotWithShape="1">
          <a:blip r:embed="rId5">
            <a:alphaModFix/>
          </a:blip>
          <a:srcRect b="10"/>
          <a:stretch/>
        </p:blipFill>
        <p:spPr>
          <a:xfrm>
            <a:off x="1547627" y="2729275"/>
            <a:ext cx="538776" cy="654076"/>
          </a:xfrm>
          <a:prstGeom prst="rect">
            <a:avLst/>
          </a:prstGeom>
          <a:noFill/>
          <a:ln>
            <a:noFill/>
          </a:ln>
          <a:effectLst>
            <a:outerShdw blurRad="42863" dist="9525" dir="5400000" algn="bl" rotWithShape="0">
              <a:srgbClr val="000000">
                <a:alpha val="20000"/>
              </a:srgbClr>
            </a:outerShdw>
          </a:effectLst>
        </p:spPr>
      </p:pic>
      <p:pic>
        <p:nvPicPr>
          <p:cNvPr id="1048" name="Google Shape;1048;g2d1e0b7acca_0_73"/>
          <p:cNvPicPr preferRelativeResize="0"/>
          <p:nvPr/>
        </p:nvPicPr>
        <p:blipFill rotWithShape="1">
          <a:blip r:embed="rId6">
            <a:alphaModFix/>
          </a:blip>
          <a:srcRect b="10"/>
          <a:stretch/>
        </p:blipFill>
        <p:spPr>
          <a:xfrm>
            <a:off x="2165755" y="2729275"/>
            <a:ext cx="538776" cy="654076"/>
          </a:xfrm>
          <a:prstGeom prst="rect">
            <a:avLst/>
          </a:prstGeom>
          <a:noFill/>
          <a:ln>
            <a:noFill/>
          </a:ln>
          <a:effectLst>
            <a:outerShdw blurRad="42863" dist="9525" dir="5400000" algn="bl" rotWithShape="0">
              <a:srgbClr val="000000">
                <a:alpha val="20000"/>
              </a:srgbClr>
            </a:outerShdw>
          </a:effectLst>
        </p:spPr>
      </p:pic>
      <p:pic>
        <p:nvPicPr>
          <p:cNvPr id="1049" name="Google Shape;1049;g2d1e0b7acca_0_73"/>
          <p:cNvPicPr preferRelativeResize="0"/>
          <p:nvPr/>
        </p:nvPicPr>
        <p:blipFill rotWithShape="1">
          <a:blip r:embed="rId7">
            <a:alphaModFix/>
          </a:blip>
          <a:srcRect b="10"/>
          <a:stretch/>
        </p:blipFill>
        <p:spPr>
          <a:xfrm>
            <a:off x="2783882" y="2729275"/>
            <a:ext cx="538776" cy="654076"/>
          </a:xfrm>
          <a:prstGeom prst="rect">
            <a:avLst/>
          </a:prstGeom>
          <a:noFill/>
          <a:ln>
            <a:noFill/>
          </a:ln>
          <a:effectLst>
            <a:outerShdw blurRad="42863" dist="9525" dir="5400000" algn="bl" rotWithShape="0">
              <a:srgbClr val="000000">
                <a:alpha val="20000"/>
              </a:srgbClr>
            </a:outerShdw>
          </a:effectLst>
        </p:spPr>
      </p:pic>
      <p:pic>
        <p:nvPicPr>
          <p:cNvPr id="1050" name="Google Shape;1050;g2d1e0b7acca_0_73"/>
          <p:cNvPicPr preferRelativeResize="0"/>
          <p:nvPr/>
        </p:nvPicPr>
        <p:blipFill rotWithShape="1">
          <a:blip r:embed="rId8">
            <a:alphaModFix/>
          </a:blip>
          <a:srcRect b="10"/>
          <a:stretch/>
        </p:blipFill>
        <p:spPr>
          <a:xfrm>
            <a:off x="3402009" y="2729275"/>
            <a:ext cx="538776" cy="654076"/>
          </a:xfrm>
          <a:prstGeom prst="rect">
            <a:avLst/>
          </a:prstGeom>
          <a:noFill/>
          <a:ln>
            <a:noFill/>
          </a:ln>
          <a:effectLst>
            <a:outerShdw blurRad="42863" dist="9525" dir="5400000" algn="bl" rotWithShape="0">
              <a:srgbClr val="000000">
                <a:alpha val="20000"/>
              </a:srgbClr>
            </a:outerShdw>
          </a:effectLst>
        </p:spPr>
      </p:pic>
      <p:pic>
        <p:nvPicPr>
          <p:cNvPr id="1051" name="Google Shape;1051;g2d1e0b7acca_0_73"/>
          <p:cNvPicPr preferRelativeResize="0"/>
          <p:nvPr/>
        </p:nvPicPr>
        <p:blipFill rotWithShape="1">
          <a:blip r:embed="rId9">
            <a:alphaModFix/>
          </a:blip>
          <a:srcRect b="10"/>
          <a:stretch/>
        </p:blipFill>
        <p:spPr>
          <a:xfrm>
            <a:off x="4020136" y="2729275"/>
            <a:ext cx="538776" cy="654076"/>
          </a:xfrm>
          <a:prstGeom prst="rect">
            <a:avLst/>
          </a:prstGeom>
          <a:noFill/>
          <a:ln>
            <a:noFill/>
          </a:ln>
          <a:effectLst>
            <a:outerShdw blurRad="42863" dist="9525" dir="5400000" algn="bl" rotWithShape="0">
              <a:srgbClr val="000000">
                <a:alpha val="20000"/>
              </a:srgbClr>
            </a:outerShdw>
          </a:effectLst>
        </p:spPr>
      </p:pic>
      <p:pic>
        <p:nvPicPr>
          <p:cNvPr id="1052" name="Google Shape;1052;g2d1e0b7acca_0_73"/>
          <p:cNvPicPr preferRelativeResize="0"/>
          <p:nvPr/>
        </p:nvPicPr>
        <p:blipFill rotWithShape="1">
          <a:blip r:embed="rId10">
            <a:alphaModFix/>
          </a:blip>
          <a:srcRect b="10"/>
          <a:stretch/>
        </p:blipFill>
        <p:spPr>
          <a:xfrm>
            <a:off x="4638264" y="2729275"/>
            <a:ext cx="538776" cy="654076"/>
          </a:xfrm>
          <a:prstGeom prst="rect">
            <a:avLst/>
          </a:prstGeom>
          <a:noFill/>
          <a:ln>
            <a:noFill/>
          </a:ln>
          <a:effectLst>
            <a:outerShdw blurRad="42863" dist="9525" dir="5400000" algn="bl" rotWithShape="0">
              <a:srgbClr val="000000">
                <a:alpha val="20000"/>
              </a:srgbClr>
            </a:outerShdw>
          </a:effectLst>
        </p:spPr>
      </p:pic>
      <p:pic>
        <p:nvPicPr>
          <p:cNvPr id="1053" name="Google Shape;1053;g2d1e0b7acca_0_73"/>
          <p:cNvPicPr preferRelativeResize="0"/>
          <p:nvPr/>
        </p:nvPicPr>
        <p:blipFill rotWithShape="1">
          <a:blip r:embed="rId11">
            <a:alphaModFix/>
          </a:blip>
          <a:srcRect b="10"/>
          <a:stretch/>
        </p:blipFill>
        <p:spPr>
          <a:xfrm>
            <a:off x="5256391" y="2729275"/>
            <a:ext cx="538776" cy="654076"/>
          </a:xfrm>
          <a:prstGeom prst="rect">
            <a:avLst/>
          </a:prstGeom>
          <a:noFill/>
          <a:ln>
            <a:noFill/>
          </a:ln>
          <a:effectLst>
            <a:outerShdw blurRad="42863" dist="9525" dir="5400000" algn="bl" rotWithShape="0">
              <a:srgbClr val="000000">
                <a:alpha val="20000"/>
              </a:srgbClr>
            </a:outerShdw>
          </a:effectLst>
        </p:spPr>
      </p:pic>
      <p:pic>
        <p:nvPicPr>
          <p:cNvPr id="1054" name="Google Shape;1054;g2d1e0b7acca_0_73"/>
          <p:cNvPicPr preferRelativeResize="0"/>
          <p:nvPr/>
        </p:nvPicPr>
        <p:blipFill rotWithShape="1">
          <a:blip r:embed="rId12">
            <a:alphaModFix/>
          </a:blip>
          <a:srcRect b="10"/>
          <a:stretch/>
        </p:blipFill>
        <p:spPr>
          <a:xfrm>
            <a:off x="5874518" y="2729275"/>
            <a:ext cx="538776" cy="654076"/>
          </a:xfrm>
          <a:prstGeom prst="rect">
            <a:avLst/>
          </a:prstGeom>
          <a:noFill/>
          <a:ln>
            <a:noFill/>
          </a:ln>
          <a:effectLst>
            <a:outerShdw blurRad="42863" dist="9525" dir="5400000" algn="bl" rotWithShape="0">
              <a:srgbClr val="000000">
                <a:alpha val="20000"/>
              </a:srgbClr>
            </a:outerShdw>
          </a:effectLst>
        </p:spPr>
      </p:pic>
      <p:pic>
        <p:nvPicPr>
          <p:cNvPr id="1055" name="Google Shape;1055;g2d1e0b7acca_0_73"/>
          <p:cNvPicPr preferRelativeResize="0"/>
          <p:nvPr/>
        </p:nvPicPr>
        <p:blipFill rotWithShape="1">
          <a:blip r:embed="rId13">
            <a:alphaModFix/>
          </a:blip>
          <a:srcRect b="10"/>
          <a:stretch/>
        </p:blipFill>
        <p:spPr>
          <a:xfrm>
            <a:off x="6492645" y="2729275"/>
            <a:ext cx="538776" cy="654076"/>
          </a:xfrm>
          <a:prstGeom prst="rect">
            <a:avLst/>
          </a:prstGeom>
          <a:noFill/>
          <a:ln>
            <a:noFill/>
          </a:ln>
          <a:effectLst>
            <a:outerShdw blurRad="42863" dist="9525" dir="5400000" algn="bl" rotWithShape="0">
              <a:srgbClr val="000000">
                <a:alpha val="20000"/>
              </a:srgbClr>
            </a:outerShdw>
          </a:effectLst>
        </p:spPr>
      </p:pic>
      <p:pic>
        <p:nvPicPr>
          <p:cNvPr id="1056" name="Google Shape;1056;g2d1e0b7acca_0_73"/>
          <p:cNvPicPr preferRelativeResize="0"/>
          <p:nvPr/>
        </p:nvPicPr>
        <p:blipFill rotWithShape="1">
          <a:blip r:embed="rId14">
            <a:alphaModFix/>
          </a:blip>
          <a:srcRect b="10"/>
          <a:stretch/>
        </p:blipFill>
        <p:spPr>
          <a:xfrm>
            <a:off x="7110773" y="2729275"/>
            <a:ext cx="538776" cy="654076"/>
          </a:xfrm>
          <a:prstGeom prst="rect">
            <a:avLst/>
          </a:prstGeom>
          <a:noFill/>
          <a:ln>
            <a:noFill/>
          </a:ln>
          <a:effectLst>
            <a:outerShdw blurRad="42863" dist="9525" dir="5400000" algn="bl" rotWithShape="0">
              <a:srgbClr val="000000">
                <a:alpha val="20000"/>
              </a:srgbClr>
            </a:outerShdw>
          </a:effectLst>
        </p:spPr>
      </p:pic>
      <p:pic>
        <p:nvPicPr>
          <p:cNvPr id="1057" name="Google Shape;1057;g2d1e0b7acca_0_73"/>
          <p:cNvPicPr preferRelativeResize="0"/>
          <p:nvPr/>
        </p:nvPicPr>
        <p:blipFill rotWithShape="1">
          <a:blip r:embed="rId15">
            <a:alphaModFix/>
          </a:blip>
          <a:srcRect b="10"/>
          <a:stretch/>
        </p:blipFill>
        <p:spPr>
          <a:xfrm>
            <a:off x="7728900" y="2729275"/>
            <a:ext cx="538776" cy="654076"/>
          </a:xfrm>
          <a:prstGeom prst="rect">
            <a:avLst/>
          </a:prstGeom>
          <a:noFill/>
          <a:ln>
            <a:noFill/>
          </a:ln>
          <a:effectLst>
            <a:outerShdw blurRad="42863" dist="9525" dir="5400000" algn="bl" rotWithShape="0">
              <a:srgbClr val="000000">
                <a:alpha val="20000"/>
              </a:srgbClr>
            </a:outerShdw>
          </a:effectLst>
        </p:spPr>
      </p:pic>
      <p:pic>
        <p:nvPicPr>
          <p:cNvPr id="1058" name="Google Shape;1058;g2d1e0b7acca_0_73"/>
          <p:cNvPicPr preferRelativeResize="0"/>
          <p:nvPr/>
        </p:nvPicPr>
        <p:blipFill rotWithShape="1">
          <a:blip r:embed="rId16">
            <a:alphaModFix/>
          </a:blip>
          <a:srcRect b="10"/>
          <a:stretch/>
        </p:blipFill>
        <p:spPr>
          <a:xfrm>
            <a:off x="929500" y="3891690"/>
            <a:ext cx="538776" cy="654076"/>
          </a:xfrm>
          <a:prstGeom prst="rect">
            <a:avLst/>
          </a:prstGeom>
          <a:noFill/>
          <a:ln>
            <a:noFill/>
          </a:ln>
          <a:effectLst>
            <a:outerShdw blurRad="42863" dist="9525" dir="5400000" algn="bl" rotWithShape="0">
              <a:srgbClr val="000000">
                <a:alpha val="20000"/>
              </a:srgbClr>
            </a:outerShdw>
          </a:effectLst>
        </p:spPr>
      </p:pic>
      <p:pic>
        <p:nvPicPr>
          <p:cNvPr id="1059" name="Google Shape;1059;g2d1e0b7acca_0_73"/>
          <p:cNvPicPr preferRelativeResize="0"/>
          <p:nvPr/>
        </p:nvPicPr>
        <p:blipFill rotWithShape="1">
          <a:blip r:embed="rId17">
            <a:alphaModFix/>
          </a:blip>
          <a:srcRect b="10"/>
          <a:stretch/>
        </p:blipFill>
        <p:spPr>
          <a:xfrm>
            <a:off x="1547627" y="3891690"/>
            <a:ext cx="538776" cy="654076"/>
          </a:xfrm>
          <a:prstGeom prst="rect">
            <a:avLst/>
          </a:prstGeom>
          <a:noFill/>
          <a:ln>
            <a:noFill/>
          </a:ln>
          <a:effectLst>
            <a:outerShdw blurRad="42863" dist="9525" dir="5400000" algn="bl" rotWithShape="0">
              <a:srgbClr val="000000">
                <a:alpha val="20000"/>
              </a:srgbClr>
            </a:outerShdw>
          </a:effectLst>
        </p:spPr>
      </p:pic>
      <p:pic>
        <p:nvPicPr>
          <p:cNvPr id="1060" name="Google Shape;1060;g2d1e0b7acca_0_73"/>
          <p:cNvPicPr preferRelativeResize="0"/>
          <p:nvPr/>
        </p:nvPicPr>
        <p:blipFill rotWithShape="1">
          <a:blip r:embed="rId18">
            <a:alphaModFix/>
          </a:blip>
          <a:srcRect b="10"/>
          <a:stretch/>
        </p:blipFill>
        <p:spPr>
          <a:xfrm>
            <a:off x="2165755" y="3891690"/>
            <a:ext cx="538776" cy="654076"/>
          </a:xfrm>
          <a:prstGeom prst="rect">
            <a:avLst/>
          </a:prstGeom>
          <a:noFill/>
          <a:ln>
            <a:noFill/>
          </a:ln>
          <a:effectLst>
            <a:outerShdw blurRad="42863" dist="9525" dir="5400000" algn="bl" rotWithShape="0">
              <a:srgbClr val="000000">
                <a:alpha val="20000"/>
              </a:srgbClr>
            </a:outerShdw>
          </a:effectLst>
        </p:spPr>
      </p:pic>
      <p:pic>
        <p:nvPicPr>
          <p:cNvPr id="1061" name="Google Shape;1061;g2d1e0b7acca_0_73"/>
          <p:cNvPicPr preferRelativeResize="0"/>
          <p:nvPr/>
        </p:nvPicPr>
        <p:blipFill rotWithShape="1">
          <a:blip r:embed="rId19">
            <a:alphaModFix/>
          </a:blip>
          <a:srcRect b="10"/>
          <a:stretch/>
        </p:blipFill>
        <p:spPr>
          <a:xfrm>
            <a:off x="2783882" y="3891690"/>
            <a:ext cx="538776" cy="654076"/>
          </a:xfrm>
          <a:prstGeom prst="rect">
            <a:avLst/>
          </a:prstGeom>
          <a:noFill/>
          <a:ln>
            <a:noFill/>
          </a:ln>
          <a:effectLst>
            <a:outerShdw blurRad="42863" dist="9525" dir="5400000" algn="bl" rotWithShape="0">
              <a:srgbClr val="000000">
                <a:alpha val="20000"/>
              </a:srgbClr>
            </a:outerShdw>
          </a:effectLst>
        </p:spPr>
      </p:pic>
      <p:pic>
        <p:nvPicPr>
          <p:cNvPr id="1062" name="Google Shape;1062;g2d1e0b7acca_0_73"/>
          <p:cNvPicPr preferRelativeResize="0"/>
          <p:nvPr/>
        </p:nvPicPr>
        <p:blipFill rotWithShape="1">
          <a:blip r:embed="rId20">
            <a:alphaModFix/>
          </a:blip>
          <a:srcRect b="10"/>
          <a:stretch/>
        </p:blipFill>
        <p:spPr>
          <a:xfrm>
            <a:off x="3402009" y="3891690"/>
            <a:ext cx="538776" cy="654076"/>
          </a:xfrm>
          <a:prstGeom prst="rect">
            <a:avLst/>
          </a:prstGeom>
          <a:noFill/>
          <a:ln>
            <a:noFill/>
          </a:ln>
          <a:effectLst>
            <a:outerShdw blurRad="42863" dist="9525" dir="5400000" algn="bl" rotWithShape="0">
              <a:srgbClr val="000000">
                <a:alpha val="20000"/>
              </a:srgbClr>
            </a:outerShdw>
          </a:effectLst>
        </p:spPr>
      </p:pic>
      <p:pic>
        <p:nvPicPr>
          <p:cNvPr id="1063" name="Google Shape;1063;g2d1e0b7acca_0_73"/>
          <p:cNvPicPr preferRelativeResize="0"/>
          <p:nvPr/>
        </p:nvPicPr>
        <p:blipFill rotWithShape="1">
          <a:blip r:embed="rId21">
            <a:alphaModFix/>
          </a:blip>
          <a:srcRect b="10"/>
          <a:stretch/>
        </p:blipFill>
        <p:spPr>
          <a:xfrm>
            <a:off x="4020136" y="3891690"/>
            <a:ext cx="538776" cy="654076"/>
          </a:xfrm>
          <a:prstGeom prst="rect">
            <a:avLst/>
          </a:prstGeom>
          <a:noFill/>
          <a:ln>
            <a:noFill/>
          </a:ln>
          <a:effectLst>
            <a:outerShdw blurRad="42863" dist="9525" dir="5400000" algn="bl" rotWithShape="0">
              <a:srgbClr val="000000">
                <a:alpha val="20000"/>
              </a:srgbClr>
            </a:outerShdw>
          </a:effectLst>
        </p:spPr>
      </p:pic>
      <p:pic>
        <p:nvPicPr>
          <p:cNvPr id="1064" name="Google Shape;1064;g2d1e0b7acca_0_73"/>
          <p:cNvPicPr preferRelativeResize="0"/>
          <p:nvPr/>
        </p:nvPicPr>
        <p:blipFill rotWithShape="1">
          <a:blip r:embed="rId22">
            <a:alphaModFix/>
          </a:blip>
          <a:srcRect b="10"/>
          <a:stretch/>
        </p:blipFill>
        <p:spPr>
          <a:xfrm>
            <a:off x="4638264" y="3891690"/>
            <a:ext cx="538776" cy="654076"/>
          </a:xfrm>
          <a:prstGeom prst="rect">
            <a:avLst/>
          </a:prstGeom>
          <a:noFill/>
          <a:ln>
            <a:noFill/>
          </a:ln>
          <a:effectLst>
            <a:outerShdw blurRad="42863" dist="9525" dir="5400000" algn="bl" rotWithShape="0">
              <a:srgbClr val="000000">
                <a:alpha val="20000"/>
              </a:srgbClr>
            </a:outerShdw>
          </a:effectLst>
        </p:spPr>
      </p:pic>
      <p:pic>
        <p:nvPicPr>
          <p:cNvPr id="1065" name="Google Shape;1065;g2d1e0b7acca_0_73"/>
          <p:cNvPicPr preferRelativeResize="0"/>
          <p:nvPr/>
        </p:nvPicPr>
        <p:blipFill rotWithShape="1">
          <a:blip r:embed="rId23">
            <a:alphaModFix/>
          </a:blip>
          <a:srcRect b="10"/>
          <a:stretch/>
        </p:blipFill>
        <p:spPr>
          <a:xfrm>
            <a:off x="5256391" y="3891690"/>
            <a:ext cx="538776" cy="654076"/>
          </a:xfrm>
          <a:prstGeom prst="rect">
            <a:avLst/>
          </a:prstGeom>
          <a:noFill/>
          <a:ln>
            <a:noFill/>
          </a:ln>
          <a:effectLst>
            <a:outerShdw blurRad="42863" dist="9525" dir="5400000" algn="bl" rotWithShape="0">
              <a:srgbClr val="000000">
                <a:alpha val="20000"/>
              </a:srgbClr>
            </a:outerShdw>
          </a:effectLst>
        </p:spPr>
      </p:pic>
      <p:pic>
        <p:nvPicPr>
          <p:cNvPr id="1066" name="Google Shape;1066;g2d1e0b7acca_0_73"/>
          <p:cNvPicPr preferRelativeResize="0"/>
          <p:nvPr/>
        </p:nvPicPr>
        <p:blipFill rotWithShape="1">
          <a:blip r:embed="rId24">
            <a:alphaModFix/>
          </a:blip>
          <a:srcRect b="10"/>
          <a:stretch/>
        </p:blipFill>
        <p:spPr>
          <a:xfrm>
            <a:off x="5874518" y="3891690"/>
            <a:ext cx="538776" cy="654076"/>
          </a:xfrm>
          <a:prstGeom prst="rect">
            <a:avLst/>
          </a:prstGeom>
          <a:noFill/>
          <a:ln>
            <a:noFill/>
          </a:ln>
          <a:effectLst>
            <a:outerShdw blurRad="42863" dist="9525" dir="5400000" algn="bl" rotWithShape="0">
              <a:srgbClr val="000000">
                <a:alpha val="20000"/>
              </a:srgbClr>
            </a:outerShdw>
          </a:effectLst>
        </p:spPr>
      </p:pic>
      <p:pic>
        <p:nvPicPr>
          <p:cNvPr id="1067" name="Google Shape;1067;g2d1e0b7acca_0_73"/>
          <p:cNvPicPr preferRelativeResize="0"/>
          <p:nvPr/>
        </p:nvPicPr>
        <p:blipFill rotWithShape="1">
          <a:blip r:embed="rId25">
            <a:alphaModFix/>
          </a:blip>
          <a:srcRect b="10"/>
          <a:stretch/>
        </p:blipFill>
        <p:spPr>
          <a:xfrm>
            <a:off x="6492645" y="3891690"/>
            <a:ext cx="538776" cy="654076"/>
          </a:xfrm>
          <a:prstGeom prst="rect">
            <a:avLst/>
          </a:prstGeom>
          <a:noFill/>
          <a:ln>
            <a:noFill/>
          </a:ln>
          <a:effectLst>
            <a:outerShdw blurRad="42863" dist="9525" dir="5400000" algn="bl" rotWithShape="0">
              <a:srgbClr val="000000">
                <a:alpha val="20000"/>
              </a:srgbClr>
            </a:outerShdw>
          </a:effectLst>
        </p:spPr>
      </p:pic>
      <p:pic>
        <p:nvPicPr>
          <p:cNvPr id="1068" name="Google Shape;1068;g2d1e0b7acca_0_73"/>
          <p:cNvPicPr preferRelativeResize="0"/>
          <p:nvPr/>
        </p:nvPicPr>
        <p:blipFill rotWithShape="1">
          <a:blip r:embed="rId26">
            <a:alphaModFix/>
          </a:blip>
          <a:srcRect b="10"/>
          <a:stretch/>
        </p:blipFill>
        <p:spPr>
          <a:xfrm>
            <a:off x="7110773" y="3891690"/>
            <a:ext cx="538776" cy="654076"/>
          </a:xfrm>
          <a:prstGeom prst="rect">
            <a:avLst/>
          </a:prstGeom>
          <a:noFill/>
          <a:ln>
            <a:noFill/>
          </a:ln>
          <a:effectLst>
            <a:outerShdw blurRad="42863" dist="9525" dir="5400000" algn="bl" rotWithShape="0">
              <a:srgbClr val="000000">
                <a:alpha val="20000"/>
              </a:srgbClr>
            </a:outerShdw>
          </a:effectLst>
        </p:spPr>
      </p:pic>
      <p:pic>
        <p:nvPicPr>
          <p:cNvPr id="1069" name="Google Shape;1069;g2d1e0b7acca_0_73"/>
          <p:cNvPicPr preferRelativeResize="0"/>
          <p:nvPr/>
        </p:nvPicPr>
        <p:blipFill rotWithShape="1">
          <a:blip r:embed="rId27">
            <a:alphaModFix/>
          </a:blip>
          <a:srcRect b="10"/>
          <a:stretch/>
        </p:blipFill>
        <p:spPr>
          <a:xfrm>
            <a:off x="7728900" y="3891690"/>
            <a:ext cx="538776" cy="654076"/>
          </a:xfrm>
          <a:prstGeom prst="rect">
            <a:avLst/>
          </a:prstGeom>
          <a:noFill/>
          <a:ln>
            <a:noFill/>
          </a:ln>
          <a:effectLst>
            <a:outerShdw blurRad="42863" dist="9525" dir="5400000" algn="bl" rotWithShape="0">
              <a:srgbClr val="000000">
                <a:alpha val="20000"/>
              </a:srgbClr>
            </a:outerShdw>
          </a:effectLst>
        </p:spPr>
      </p:pic>
      <p:sp>
        <p:nvSpPr>
          <p:cNvPr id="1070" name="Google Shape;1070;g2d1e0b7acca_0_73"/>
          <p:cNvSpPr txBox="1"/>
          <p:nvPr/>
        </p:nvSpPr>
        <p:spPr>
          <a:xfrm>
            <a:off x="835016" y="2438500"/>
            <a:ext cx="3819600" cy="2523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100" b="0" i="0" u="none" strike="noStrike" cap="none">
                <a:solidFill>
                  <a:srgbClr val="8DC63F"/>
                </a:solidFill>
                <a:latin typeface="Poppins Medium"/>
                <a:ea typeface="Poppins Medium"/>
                <a:cs typeface="Poppins Medium"/>
                <a:sym typeface="Poppins Medium"/>
              </a:rPr>
              <a:t>Decodable Readers</a:t>
            </a:r>
            <a:endParaRPr sz="1100" b="0" i="0" u="none" strike="noStrike" cap="none">
              <a:solidFill>
                <a:srgbClr val="8DC63F"/>
              </a:solidFill>
              <a:latin typeface="Poppins Medium"/>
              <a:ea typeface="Poppins Medium"/>
              <a:cs typeface="Poppins Medium"/>
              <a:sym typeface="Poppins Medium"/>
            </a:endParaRPr>
          </a:p>
        </p:txBody>
      </p:sp>
      <p:grpSp>
        <p:nvGrpSpPr>
          <p:cNvPr id="1071" name="Google Shape;1071;g2d1e0b7acca_0_73"/>
          <p:cNvGrpSpPr/>
          <p:nvPr/>
        </p:nvGrpSpPr>
        <p:grpSpPr>
          <a:xfrm>
            <a:off x="5865800" y="747528"/>
            <a:ext cx="2637000" cy="1723022"/>
            <a:chOff x="5865800" y="747528"/>
            <a:chExt cx="2637000" cy="1723022"/>
          </a:xfrm>
        </p:grpSpPr>
        <p:grpSp>
          <p:nvGrpSpPr>
            <p:cNvPr id="1072" name="Google Shape;1072;g2d1e0b7acca_0_73"/>
            <p:cNvGrpSpPr/>
            <p:nvPr/>
          </p:nvGrpSpPr>
          <p:grpSpPr>
            <a:xfrm>
              <a:off x="5865801" y="747528"/>
              <a:ext cx="2598397" cy="1655692"/>
              <a:chOff x="5865801" y="747528"/>
              <a:chExt cx="2598397" cy="1655692"/>
            </a:xfrm>
          </p:grpSpPr>
          <p:sp>
            <p:nvSpPr>
              <p:cNvPr id="1073" name="Google Shape;1073;g2d1e0b7acca_0_73"/>
              <p:cNvSpPr/>
              <p:nvPr/>
            </p:nvSpPr>
            <p:spPr>
              <a:xfrm rot="555701">
                <a:off x="7210835" y="829606"/>
                <a:ext cx="1140772" cy="1491536"/>
              </a:xfrm>
              <a:prstGeom prst="roundRect">
                <a:avLst>
                  <a:gd name="adj" fmla="val 7407"/>
                </a:avLst>
              </a:prstGeom>
              <a:solidFill>
                <a:srgbClr val="FFFFFF"/>
              </a:solidFill>
              <a:ln>
                <a:noFill/>
              </a:ln>
              <a:effectLst>
                <a:outerShdw blurRad="42863" dist="19050" dir="5400000" algn="bl" rotWithShape="0">
                  <a:srgbClr val="000000">
                    <a:alpha val="20000"/>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74" name="Google Shape;1074;g2d1e0b7acca_0_73"/>
              <p:cNvSpPr txBox="1"/>
              <p:nvPr/>
            </p:nvSpPr>
            <p:spPr>
              <a:xfrm>
                <a:off x="5865801" y="856225"/>
                <a:ext cx="1462800" cy="314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US" sz="1000" b="0" i="0" u="none" strike="noStrike" cap="none">
                    <a:solidFill>
                      <a:srgbClr val="000000"/>
                    </a:solidFill>
                    <a:latin typeface="Poppins"/>
                    <a:ea typeface="Poppins"/>
                    <a:cs typeface="Poppins"/>
                    <a:sym typeface="Poppins"/>
                  </a:rPr>
                  <a:t>click to view online book tracker</a:t>
                </a:r>
                <a:endParaRPr sz="1000" b="0" i="0" u="none" strike="noStrike" cap="none">
                  <a:solidFill>
                    <a:srgbClr val="000000"/>
                  </a:solidFill>
                  <a:latin typeface="Poppins"/>
                  <a:ea typeface="Poppins"/>
                  <a:cs typeface="Poppins"/>
                  <a:sym typeface="Poppins"/>
                </a:endParaRPr>
              </a:p>
            </p:txBody>
          </p:sp>
          <p:pic>
            <p:nvPicPr>
              <p:cNvPr id="1075" name="Google Shape;1075;g2d1e0b7acca_0_73"/>
              <p:cNvPicPr preferRelativeResize="0"/>
              <p:nvPr/>
            </p:nvPicPr>
            <p:blipFill rotWithShape="1">
              <a:blip r:embed="rId28">
                <a:alphaModFix/>
              </a:blip>
              <a:srcRect/>
              <a:stretch/>
            </p:blipFill>
            <p:spPr>
              <a:xfrm rot="2297168" flipH="1">
                <a:off x="6837510" y="1250543"/>
                <a:ext cx="469392" cy="232787"/>
              </a:xfrm>
              <a:prstGeom prst="rect">
                <a:avLst/>
              </a:prstGeom>
              <a:noFill/>
              <a:ln>
                <a:noFill/>
              </a:ln>
            </p:spPr>
          </p:pic>
          <p:pic>
            <p:nvPicPr>
              <p:cNvPr id="1076" name="Google Shape;1076;g2d1e0b7acca_0_73"/>
              <p:cNvPicPr preferRelativeResize="0"/>
              <p:nvPr/>
            </p:nvPicPr>
            <p:blipFill rotWithShape="1">
              <a:blip r:embed="rId29">
                <a:alphaModFix/>
              </a:blip>
              <a:srcRect/>
              <a:stretch/>
            </p:blipFill>
            <p:spPr>
              <a:xfrm rot="555184">
                <a:off x="7267832" y="836635"/>
                <a:ext cx="1043748" cy="1475192"/>
              </a:xfrm>
              <a:prstGeom prst="rect">
                <a:avLst/>
              </a:prstGeom>
              <a:noFill/>
              <a:ln>
                <a:noFill/>
              </a:ln>
            </p:spPr>
          </p:pic>
        </p:grpSp>
        <p:sp>
          <p:nvSpPr>
            <p:cNvPr id="1077" name="Google Shape;1077;g2d1e0b7acca_0_73">
              <a:hlinkClick r:id="rId30"/>
            </p:cNvPr>
            <p:cNvSpPr/>
            <p:nvPr/>
          </p:nvSpPr>
          <p:spPr>
            <a:xfrm>
              <a:off x="5865800" y="815150"/>
              <a:ext cx="2637000" cy="1655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078" name="Google Shape;1078;g2d1e0b7acca_0_73"/>
          <p:cNvSpPr txBox="1"/>
          <p:nvPr/>
        </p:nvSpPr>
        <p:spPr>
          <a:xfrm>
            <a:off x="3341580" y="3459550"/>
            <a:ext cx="2460900" cy="2964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1000"/>
              </a:spcBef>
              <a:spcAft>
                <a:spcPts val="0"/>
              </a:spcAft>
              <a:buClr>
                <a:srgbClr val="000000"/>
              </a:buClr>
              <a:buSzPts val="1000"/>
              <a:buFont typeface="Arial"/>
              <a:buNone/>
            </a:pPr>
            <a:r>
              <a:rPr lang="en-US" sz="1000" b="1" i="0" u="none" strike="noStrike" cap="none">
                <a:solidFill>
                  <a:srgbClr val="000000"/>
                </a:solidFill>
                <a:latin typeface="Helvetica Neue"/>
                <a:ea typeface="Helvetica Neue"/>
                <a:cs typeface="Helvetica Neue"/>
                <a:sym typeface="Helvetica Neue"/>
              </a:rPr>
              <a:t>Set 1 Fiction </a:t>
            </a:r>
            <a:r>
              <a:rPr lang="en-US" sz="1000" b="0" i="0" u="none" strike="noStrike" cap="none">
                <a:solidFill>
                  <a:srgbClr val="000000"/>
                </a:solidFill>
                <a:latin typeface="Helvetica Neue"/>
                <a:ea typeface="Helvetica Neue"/>
                <a:cs typeface="Helvetica Neue"/>
                <a:sym typeface="Helvetica Neue"/>
              </a:rPr>
              <a:t>Books 1 - 12</a:t>
            </a:r>
            <a:br>
              <a:rPr lang="en-US" sz="1000" b="0" i="0" u="none" strike="noStrike" cap="none">
                <a:solidFill>
                  <a:srgbClr val="000000"/>
                </a:solidFill>
                <a:latin typeface="Helvetica Neue"/>
                <a:ea typeface="Helvetica Neue"/>
                <a:cs typeface="Helvetica Neue"/>
                <a:sym typeface="Helvetica Neue"/>
              </a:rPr>
            </a:br>
            <a:r>
              <a:rPr lang="en-US" sz="800" b="0" i="0" u="none" strike="noStrike" cap="none">
                <a:solidFill>
                  <a:srgbClr val="000000"/>
                </a:solidFill>
                <a:latin typeface="Helvetica Neue"/>
                <a:ea typeface="Helvetica Neue"/>
                <a:cs typeface="Helvetica Neue"/>
                <a:sym typeface="Helvetica Neue"/>
              </a:rPr>
              <a:t>JL383</a:t>
            </a:r>
            <a:endParaRPr sz="1000" b="1" i="0" u="none" strike="noStrike" cap="none">
              <a:solidFill>
                <a:srgbClr val="000000"/>
              </a:solidFill>
              <a:latin typeface="Helvetica Neue"/>
              <a:ea typeface="Helvetica Neue"/>
              <a:cs typeface="Helvetica Neue"/>
              <a:sym typeface="Helvetica Neue"/>
            </a:endParaRPr>
          </a:p>
        </p:txBody>
      </p:sp>
      <p:sp>
        <p:nvSpPr>
          <p:cNvPr id="1079" name="Google Shape;1079;g2d1e0b7acca_0_73"/>
          <p:cNvSpPr txBox="1"/>
          <p:nvPr/>
        </p:nvSpPr>
        <p:spPr>
          <a:xfrm>
            <a:off x="3341520" y="4621956"/>
            <a:ext cx="2460900" cy="2964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1000"/>
              </a:spcBef>
              <a:spcAft>
                <a:spcPts val="0"/>
              </a:spcAft>
              <a:buClr>
                <a:srgbClr val="000000"/>
              </a:buClr>
              <a:buSzPts val="1000"/>
              <a:buFont typeface="Arial"/>
              <a:buNone/>
            </a:pPr>
            <a:r>
              <a:rPr lang="en-US" sz="1000" b="1" i="0" u="none" strike="noStrike" cap="none">
                <a:solidFill>
                  <a:srgbClr val="000000"/>
                </a:solidFill>
                <a:latin typeface="Helvetica Neue"/>
                <a:ea typeface="Helvetica Neue"/>
                <a:cs typeface="Helvetica Neue"/>
                <a:sym typeface="Helvetica Neue"/>
              </a:rPr>
              <a:t>Set 2 Fiction</a:t>
            </a:r>
            <a:r>
              <a:rPr lang="en-US" sz="1000" b="0" i="0" u="none" strike="noStrike" cap="none">
                <a:solidFill>
                  <a:srgbClr val="000000"/>
                </a:solidFill>
                <a:latin typeface="Helvetica Neue"/>
                <a:ea typeface="Helvetica Neue"/>
                <a:cs typeface="Helvetica Neue"/>
                <a:sym typeface="Helvetica Neue"/>
              </a:rPr>
              <a:t> Books 1 - 12</a:t>
            </a:r>
            <a:br>
              <a:rPr lang="en-US" sz="1000" b="0" i="0" u="none" strike="noStrike" cap="none">
                <a:solidFill>
                  <a:srgbClr val="000000"/>
                </a:solidFill>
                <a:latin typeface="Helvetica Neue"/>
                <a:ea typeface="Helvetica Neue"/>
                <a:cs typeface="Helvetica Neue"/>
                <a:sym typeface="Helvetica Neue"/>
              </a:rPr>
            </a:br>
            <a:r>
              <a:rPr lang="en-US" sz="800" b="0" i="0" u="none" strike="noStrike" cap="none">
                <a:solidFill>
                  <a:srgbClr val="000000"/>
                </a:solidFill>
                <a:latin typeface="Helvetica Neue"/>
                <a:ea typeface="Helvetica Neue"/>
                <a:cs typeface="Helvetica Neue"/>
                <a:sym typeface="Helvetica Neue"/>
              </a:rPr>
              <a:t>BB108</a:t>
            </a:r>
            <a:endParaRPr sz="1000" b="1" i="0" u="none" strike="noStrike" cap="none">
              <a:solidFill>
                <a:srgbClr val="000000"/>
              </a:solidFill>
              <a:latin typeface="Helvetica Neue"/>
              <a:ea typeface="Helvetica Neue"/>
              <a:cs typeface="Helvetica Neue"/>
              <a:sym typeface="Helvetica Neue"/>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372</Words>
  <Application>Microsoft Office PowerPoint</Application>
  <PresentationFormat>On-screen Show (4:3)</PresentationFormat>
  <Paragraphs>68</Paragraphs>
  <Slides>15</Slides>
  <Notes>15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Calibri</vt:lpstr>
      <vt:lpstr>Helvetica Neue</vt:lpstr>
      <vt:lpstr>Poppins Medium</vt:lpstr>
      <vt:lpstr>Poppins SemiBold</vt:lpstr>
      <vt:lpstr>Jost</vt:lpstr>
      <vt:lpstr>Poppins</vt:lpstr>
      <vt:lpstr>Arial</vt:lpstr>
      <vt:lpstr>Nunito Black</vt:lpstr>
      <vt:lpstr>Office Theme</vt:lpstr>
      <vt:lpstr>PowerPoint Presentation</vt:lpstr>
      <vt:lpstr>PowerPoint Presentation</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Alphabet Song</vt:lpstr>
      <vt:lpstr>Practise Common Exception Words</vt:lpstr>
      <vt:lpstr>Practise Common Exception Words</vt:lpstr>
      <vt:lpstr>Practise High Frequency Words</vt:lpstr>
      <vt:lpstr>Practise High Frequency Words</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2026-05-20T02:35:29Z</dcterms:modified>
</cp:coreProperties>
</file>