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hYhxSMLEGptXqSHIALFEUPg5Orf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67252C5-E115-416A-B0C9-1635413232F2}">
  <a:tblStyle styleId="{167252C5-E115-416A-B0C9-1635413232F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8" name="Google Shape;64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3" name="Google Shape;813;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8" name="Google Shape;848;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8" name="Google Shape;868;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d1eeebf5b1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d1eeebf5b1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d1eeebf5b1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d1eeebf5b1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d1eeebf5b1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d1eeebf5b1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2d1eeebf5b1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g2d1eeebf5b1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g2d1eeebf5b1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2d1eeebf5b1_0_67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2d1eeebf5b1_0_6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g2d1eeebf5b1_0_6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3" name="Google Shape;94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1" name="Google Shape;95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2" name="Google Shape;95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9" name="Google Shape;979;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g2d1eeebf5b1_0_7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6" name="Google Shape;1006;g2d1eeebf5b1_0_7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7" name="Google Shape;1007;g2d1eeebf5b1_0_7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3502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/ai/</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1 - Tuesday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2</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590592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8" name="Google Shape;18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89" name="Google Shape;18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0" name="Google Shape;190;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1" name="Google Shape;19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2" name="Google Shape;19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3" name="Google Shape;19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4" name="Google Shape;19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5" name="Google Shape;19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7" name="Google Shape;19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8" name="Google Shape;198;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9" name="Google Shape;199;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0" name="Google Shape;200;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1" name="Google Shape;201;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2" name="Google Shape;202;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5" name="Google Shape;205;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6" name="Google Shape;206;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7" name="Google Shape;207;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9" name="Google Shape;21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0" name="Google Shape;22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1" name="Google Shape;22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2" name="Google Shape;22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3" name="Google Shape;22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6" name="Google Shape;22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7" name="Google Shape;227;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8" name="Google Shape;228;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0" name="Google Shape;230;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1" name="Google Shape;231;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4" name="Google Shape;234;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5" name="Google Shape;235;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8" name="Google Shape;248;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49" name="Google Shape;249;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0" name="Google Shape;250;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3" name="Google Shape;25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4" name="Google Shape;25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5" name="Google Shape;25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6" name="Google Shape;256;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3" name="Google Shape;263;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6" name="Google Shape;266;g2c157a2fb06_0_53"/>
          <p:cNvGrpSpPr/>
          <p:nvPr/>
        </p:nvGrpSpPr>
        <p:grpSpPr>
          <a:xfrm>
            <a:off x="662575" y="6212475"/>
            <a:ext cx="586800" cy="571500"/>
            <a:chOff x="662575" y="6212475"/>
            <a:chExt cx="586800" cy="571500"/>
          </a:xfrm>
        </p:grpSpPr>
        <p:sp>
          <p:nvSpPr>
            <p:cNvPr id="267" name="Google Shape;26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2c157a2fb06_0_53"/>
          <p:cNvGrpSpPr/>
          <p:nvPr/>
        </p:nvGrpSpPr>
        <p:grpSpPr>
          <a:xfrm>
            <a:off x="7894350" y="6212475"/>
            <a:ext cx="586800" cy="571500"/>
            <a:chOff x="7894350" y="6212475"/>
            <a:chExt cx="586800" cy="571500"/>
          </a:xfrm>
        </p:grpSpPr>
        <p:sp>
          <p:nvSpPr>
            <p:cNvPr id="271" name="Google Shape;27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4"/>
        <p:cNvGrpSpPr/>
        <p:nvPr/>
      </p:nvGrpSpPr>
      <p:grpSpPr>
        <a:xfrm>
          <a:off x="0" y="0"/>
          <a:ext cx="0" cy="0"/>
          <a:chOff x="0" y="0"/>
          <a:chExt cx="0" cy="0"/>
        </a:xfrm>
      </p:grpSpPr>
      <p:pic>
        <p:nvPicPr>
          <p:cNvPr id="275" name="Google Shape;27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6" name="Google Shape;276;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7" name="Google Shape;277;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8" name="Google Shape;278;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79" name="Google Shape;279;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3" name="Google Shape;283;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4" name="Google Shape;284;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158"/>
          <p:cNvGrpSpPr/>
          <p:nvPr/>
        </p:nvGrpSpPr>
        <p:grpSpPr>
          <a:xfrm>
            <a:off x="662575" y="6212475"/>
            <a:ext cx="586800" cy="571500"/>
            <a:chOff x="662575" y="6212475"/>
            <a:chExt cx="586800" cy="571500"/>
          </a:xfrm>
        </p:grpSpPr>
        <p:sp>
          <p:nvSpPr>
            <p:cNvPr id="295" name="Google Shape;295;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158"/>
          <p:cNvGrpSpPr/>
          <p:nvPr/>
        </p:nvGrpSpPr>
        <p:grpSpPr>
          <a:xfrm>
            <a:off x="7894350" y="6212475"/>
            <a:ext cx="586800" cy="571500"/>
            <a:chOff x="7894350" y="6212475"/>
            <a:chExt cx="586800" cy="571500"/>
          </a:xfrm>
        </p:grpSpPr>
        <p:sp>
          <p:nvSpPr>
            <p:cNvPr id="299" name="Google Shape;299;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2"/>
        <p:cNvGrpSpPr/>
        <p:nvPr/>
      </p:nvGrpSpPr>
      <p:grpSpPr>
        <a:xfrm>
          <a:off x="0" y="0"/>
          <a:ext cx="0" cy="0"/>
          <a:chOff x="0" y="0"/>
          <a:chExt cx="0" cy="0"/>
        </a:xfrm>
      </p:grpSpPr>
      <p:sp>
        <p:nvSpPr>
          <p:cNvPr id="303" name="Google Shape;303;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4" name="Google Shape;304;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5" name="Google Shape;305;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a:spLocks noGrp="1"/>
          </p:cNvSpPr>
          <p:nvPr>
            <p:ph type="pic" idx="5"/>
          </p:nvPr>
        </p:nvSpPr>
        <p:spPr>
          <a:xfrm>
            <a:off x="5086375" y="4412425"/>
            <a:ext cx="2668800" cy="1291500"/>
          </a:xfrm>
          <a:prstGeom prst="rect">
            <a:avLst/>
          </a:prstGeom>
          <a:noFill/>
          <a:ln>
            <a:noFill/>
          </a:ln>
        </p:spPr>
      </p:sp>
      <p:sp>
        <p:nvSpPr>
          <p:cNvPr id="310" name="Google Shape;310;g2c157a2fb06_0_263"/>
          <p:cNvSpPr>
            <a:spLocks noGrp="1"/>
          </p:cNvSpPr>
          <p:nvPr>
            <p:ph type="pic" idx="6"/>
          </p:nvPr>
        </p:nvSpPr>
        <p:spPr>
          <a:xfrm>
            <a:off x="5086375" y="797675"/>
            <a:ext cx="2668800" cy="1291500"/>
          </a:xfrm>
          <a:prstGeom prst="rect">
            <a:avLst/>
          </a:prstGeom>
          <a:noFill/>
          <a:ln>
            <a:noFill/>
          </a:ln>
        </p:spPr>
      </p:sp>
      <p:sp>
        <p:nvSpPr>
          <p:cNvPr id="311" name="Google Shape;311;g2c157a2fb06_0_263"/>
          <p:cNvSpPr>
            <a:spLocks noGrp="1"/>
          </p:cNvSpPr>
          <p:nvPr>
            <p:ph type="pic" idx="7"/>
          </p:nvPr>
        </p:nvSpPr>
        <p:spPr>
          <a:xfrm>
            <a:off x="5086375" y="2002592"/>
            <a:ext cx="2668800" cy="1291500"/>
          </a:xfrm>
          <a:prstGeom prst="rect">
            <a:avLst/>
          </a:prstGeom>
          <a:noFill/>
          <a:ln>
            <a:noFill/>
          </a:ln>
        </p:spPr>
      </p:sp>
      <p:sp>
        <p:nvSpPr>
          <p:cNvPr id="312" name="Google Shape;312;g2c157a2fb06_0_263"/>
          <p:cNvSpPr>
            <a:spLocks noGrp="1"/>
          </p:cNvSpPr>
          <p:nvPr>
            <p:ph type="pic" idx="8"/>
          </p:nvPr>
        </p:nvSpPr>
        <p:spPr>
          <a:xfrm>
            <a:off x="5086375" y="3207508"/>
            <a:ext cx="2668800" cy="1291500"/>
          </a:xfrm>
          <a:prstGeom prst="rect">
            <a:avLst/>
          </a:prstGeom>
          <a:noFill/>
          <a:ln>
            <a:noFill/>
          </a:ln>
        </p:spPr>
      </p:sp>
      <p:sp>
        <p:nvSpPr>
          <p:cNvPr id="313" name="Google Shape;313;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5" name="Google Shape;315;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7" name="Google Shape;317;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1" name="Google Shape;321;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2" name="Google Shape;322;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3" name="Google Shape;323;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5" name="Google Shape;325;g2c157a2fb06_0_263"/>
          <p:cNvGrpSpPr/>
          <p:nvPr/>
        </p:nvGrpSpPr>
        <p:grpSpPr>
          <a:xfrm>
            <a:off x="662575" y="6212475"/>
            <a:ext cx="586800" cy="571500"/>
            <a:chOff x="662575" y="6212475"/>
            <a:chExt cx="586800" cy="571500"/>
          </a:xfrm>
        </p:grpSpPr>
        <p:sp>
          <p:nvSpPr>
            <p:cNvPr id="326" name="Google Shape;32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9" name="Google Shape;329;g2c157a2fb06_0_263"/>
          <p:cNvGrpSpPr/>
          <p:nvPr/>
        </p:nvGrpSpPr>
        <p:grpSpPr>
          <a:xfrm>
            <a:off x="7894350" y="6212475"/>
            <a:ext cx="586800" cy="571500"/>
            <a:chOff x="7894350" y="6212475"/>
            <a:chExt cx="586800" cy="571500"/>
          </a:xfrm>
        </p:grpSpPr>
        <p:sp>
          <p:nvSpPr>
            <p:cNvPr id="330" name="Google Shape;33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3"/>
        <p:cNvGrpSpPr/>
        <p:nvPr/>
      </p:nvGrpSpPr>
      <p:grpSpPr>
        <a:xfrm>
          <a:off x="0" y="0"/>
          <a:ext cx="0" cy="0"/>
          <a:chOff x="0" y="0"/>
          <a:chExt cx="0" cy="0"/>
        </a:xfrm>
      </p:grpSpPr>
      <p:cxnSp>
        <p:nvCxnSpPr>
          <p:cNvPr id="334" name="Google Shape;33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5" name="Google Shape;33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6" name="Google Shape;33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7" name="Google Shape;337;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8" name="Google Shape;338;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39" name="Google Shape;339;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1" name="Google Shape;341;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3" name="Google Shape;343;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4" name="Google Shape;344;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7" name="Google Shape;347;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8" name="Google Shape;348;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49" name="Google Shape;349;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1" name="Google Shape;351;g2c157a2fb06_0_467"/>
          <p:cNvGrpSpPr/>
          <p:nvPr/>
        </p:nvGrpSpPr>
        <p:grpSpPr>
          <a:xfrm>
            <a:off x="662575" y="6212475"/>
            <a:ext cx="586800" cy="571500"/>
            <a:chOff x="662575" y="6212475"/>
            <a:chExt cx="586800" cy="571500"/>
          </a:xfrm>
        </p:grpSpPr>
        <p:sp>
          <p:nvSpPr>
            <p:cNvPr id="352" name="Google Shape;352;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5" name="Google Shape;355;g2c157a2fb06_0_467"/>
          <p:cNvGrpSpPr/>
          <p:nvPr/>
        </p:nvGrpSpPr>
        <p:grpSpPr>
          <a:xfrm>
            <a:off x="7894350" y="6212475"/>
            <a:ext cx="586800" cy="571500"/>
            <a:chOff x="7894350" y="6212475"/>
            <a:chExt cx="586800" cy="571500"/>
          </a:xfrm>
        </p:grpSpPr>
        <p:sp>
          <p:nvSpPr>
            <p:cNvPr id="356" name="Google Shape;356;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7" name="Google Shape;357;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59"/>
        <p:cNvGrpSpPr/>
        <p:nvPr/>
      </p:nvGrpSpPr>
      <p:grpSpPr>
        <a:xfrm>
          <a:off x="0" y="0"/>
          <a:ext cx="0" cy="0"/>
          <a:chOff x="0" y="0"/>
          <a:chExt cx="0" cy="0"/>
        </a:xfrm>
      </p:grpSpPr>
      <p:cxnSp>
        <p:nvCxnSpPr>
          <p:cNvPr id="360" name="Google Shape;360;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1" name="Google Shape;361;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2" name="Google Shape;362;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3" name="Google Shape;363;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4" name="Google Shape;364;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5" name="Google Shape;365;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7" name="Google Shape;367;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69" name="Google Shape;369;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0" name="Google Shape;370;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3" name="Google Shape;373;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4" name="Google Shape;374;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5" name="Google Shape;375;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7" name="Google Shape;377;g2c157a2fb06_0_629"/>
          <p:cNvGrpSpPr/>
          <p:nvPr/>
        </p:nvGrpSpPr>
        <p:grpSpPr>
          <a:xfrm>
            <a:off x="662575" y="6212475"/>
            <a:ext cx="586800" cy="571500"/>
            <a:chOff x="662575" y="6212475"/>
            <a:chExt cx="586800" cy="571500"/>
          </a:xfrm>
        </p:grpSpPr>
        <p:sp>
          <p:nvSpPr>
            <p:cNvPr id="378" name="Google Shape;378;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629"/>
          <p:cNvGrpSpPr/>
          <p:nvPr/>
        </p:nvGrpSpPr>
        <p:grpSpPr>
          <a:xfrm>
            <a:off x="7894350" y="6212475"/>
            <a:ext cx="586800" cy="571500"/>
            <a:chOff x="7894350" y="6212475"/>
            <a:chExt cx="586800" cy="571500"/>
          </a:xfrm>
        </p:grpSpPr>
        <p:sp>
          <p:nvSpPr>
            <p:cNvPr id="382" name="Google Shape;382;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5"/>
        <p:cNvGrpSpPr/>
        <p:nvPr/>
      </p:nvGrpSpPr>
      <p:grpSpPr>
        <a:xfrm>
          <a:off x="0" y="0"/>
          <a:ext cx="0" cy="0"/>
          <a:chOff x="0" y="0"/>
          <a:chExt cx="0" cy="0"/>
        </a:xfrm>
      </p:grpSpPr>
      <p:cxnSp>
        <p:nvCxnSpPr>
          <p:cNvPr id="386" name="Google Shape;386;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7" name="Google Shape;387;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8" name="Google Shape;388;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9" name="Google Shape;389;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4" name="Google Shape;394;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6" name="Google Shape;396;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7" name="Google Shape;397;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0" name="Google Shape;400;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1" name="Google Shape;401;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2" name="Google Shape;402;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4" name="Google Shape;404;g2c157a2fb06_0_798"/>
          <p:cNvGrpSpPr/>
          <p:nvPr/>
        </p:nvGrpSpPr>
        <p:grpSpPr>
          <a:xfrm>
            <a:off x="662575" y="6212475"/>
            <a:ext cx="586800" cy="571500"/>
            <a:chOff x="662575" y="6212475"/>
            <a:chExt cx="586800" cy="571500"/>
          </a:xfrm>
        </p:grpSpPr>
        <p:sp>
          <p:nvSpPr>
            <p:cNvPr id="405" name="Google Shape;405;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798"/>
          <p:cNvGrpSpPr/>
          <p:nvPr/>
        </p:nvGrpSpPr>
        <p:grpSpPr>
          <a:xfrm>
            <a:off x="7894350" y="6212475"/>
            <a:ext cx="586800" cy="571500"/>
            <a:chOff x="7894350" y="6212475"/>
            <a:chExt cx="586800" cy="571500"/>
          </a:xfrm>
        </p:grpSpPr>
        <p:sp>
          <p:nvSpPr>
            <p:cNvPr id="409" name="Google Shape;409;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2"/>
        <p:cNvGrpSpPr/>
        <p:nvPr/>
      </p:nvGrpSpPr>
      <p:grpSpPr>
        <a:xfrm>
          <a:off x="0" y="0"/>
          <a:ext cx="0" cy="0"/>
          <a:chOff x="0" y="0"/>
          <a:chExt cx="0" cy="0"/>
        </a:xfrm>
      </p:grpSpPr>
      <p:cxnSp>
        <p:nvCxnSpPr>
          <p:cNvPr id="413" name="Google Shape;41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4" name="Google Shape;41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5" name="Google Shape;41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6" name="Google Shape;41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7" name="Google Shape;417;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19" name="Google Shape;419;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1" name="Google Shape;421;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3" name="Google Shape;423;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4" name="Google Shape;424;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7" name="Google Shape;427;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8" name="Google Shape;428;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29" name="Google Shape;429;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1" name="Google Shape;431;g2c157a2fb06_0_825"/>
          <p:cNvGrpSpPr/>
          <p:nvPr/>
        </p:nvGrpSpPr>
        <p:grpSpPr>
          <a:xfrm>
            <a:off x="662575" y="6212475"/>
            <a:ext cx="586800" cy="571500"/>
            <a:chOff x="662575" y="6212475"/>
            <a:chExt cx="586800" cy="571500"/>
          </a:xfrm>
        </p:grpSpPr>
        <p:sp>
          <p:nvSpPr>
            <p:cNvPr id="432" name="Google Shape;432;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825"/>
          <p:cNvGrpSpPr/>
          <p:nvPr/>
        </p:nvGrpSpPr>
        <p:grpSpPr>
          <a:xfrm>
            <a:off x="7894350" y="6212475"/>
            <a:ext cx="586800" cy="571500"/>
            <a:chOff x="7894350" y="6212475"/>
            <a:chExt cx="586800" cy="571500"/>
          </a:xfrm>
        </p:grpSpPr>
        <p:sp>
          <p:nvSpPr>
            <p:cNvPr id="436" name="Google Shape;436;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39"/>
        <p:cNvGrpSpPr/>
        <p:nvPr/>
      </p:nvGrpSpPr>
      <p:grpSpPr>
        <a:xfrm>
          <a:off x="0" y="0"/>
          <a:ext cx="0" cy="0"/>
          <a:chOff x="0" y="0"/>
          <a:chExt cx="0" cy="0"/>
        </a:xfrm>
      </p:grpSpPr>
      <p:sp>
        <p:nvSpPr>
          <p:cNvPr id="440" name="Google Shape;440;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4" name="Google Shape;44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6" name="Google Shape;446;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9" name="Google Shape;45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0" name="Google Shape;460;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2" name="Google Shape;462;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6" name="Google Shape;466;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7" name="Google Shape;467;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8" name="Google Shape;468;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0" name="Google Shape;470;g2c157a2fb06_0_700"/>
          <p:cNvGrpSpPr/>
          <p:nvPr/>
        </p:nvGrpSpPr>
        <p:grpSpPr>
          <a:xfrm>
            <a:off x="662575" y="6212475"/>
            <a:ext cx="586800" cy="571500"/>
            <a:chOff x="662575" y="6212475"/>
            <a:chExt cx="586800" cy="571500"/>
          </a:xfrm>
        </p:grpSpPr>
        <p:sp>
          <p:nvSpPr>
            <p:cNvPr id="471" name="Google Shape;47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4" name="Google Shape;474;g2c157a2fb06_0_700"/>
          <p:cNvGrpSpPr/>
          <p:nvPr/>
        </p:nvGrpSpPr>
        <p:grpSpPr>
          <a:xfrm>
            <a:off x="7894350" y="6212475"/>
            <a:ext cx="586800" cy="571500"/>
            <a:chOff x="7894350" y="6212475"/>
            <a:chExt cx="586800" cy="571500"/>
          </a:xfrm>
        </p:grpSpPr>
        <p:sp>
          <p:nvSpPr>
            <p:cNvPr id="475" name="Google Shape;47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8"/>
        <p:cNvGrpSpPr/>
        <p:nvPr/>
      </p:nvGrpSpPr>
      <p:grpSpPr>
        <a:xfrm>
          <a:off x="0" y="0"/>
          <a:ext cx="0" cy="0"/>
          <a:chOff x="0" y="0"/>
          <a:chExt cx="0" cy="0"/>
        </a:xfrm>
      </p:grpSpPr>
      <p:sp>
        <p:nvSpPr>
          <p:cNvPr id="479" name="Google Shape;47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0" name="Google Shape;48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1" name="Google Shape;48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8" name="Google Shape;48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9" name="Google Shape;48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0" name="Google Shape;490;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1" name="Google Shape;491;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1" name="Google Shape;501;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5" name="Google Shape;505;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6" name="Google Shape;506;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7" name="Google Shape;507;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09" name="Google Shape;509;g2c157a2fb06_0_932"/>
          <p:cNvGrpSpPr/>
          <p:nvPr/>
        </p:nvGrpSpPr>
        <p:grpSpPr>
          <a:xfrm>
            <a:off x="662575" y="6212475"/>
            <a:ext cx="586800" cy="571500"/>
            <a:chOff x="662575" y="6212475"/>
            <a:chExt cx="586800" cy="571500"/>
          </a:xfrm>
        </p:grpSpPr>
        <p:sp>
          <p:nvSpPr>
            <p:cNvPr id="510" name="Google Shape;51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3" name="Google Shape;513;g2c157a2fb06_0_932"/>
          <p:cNvGrpSpPr/>
          <p:nvPr/>
        </p:nvGrpSpPr>
        <p:grpSpPr>
          <a:xfrm>
            <a:off x="7894350" y="6212475"/>
            <a:ext cx="586800" cy="571500"/>
            <a:chOff x="7894350" y="6212475"/>
            <a:chExt cx="586800" cy="571500"/>
          </a:xfrm>
        </p:grpSpPr>
        <p:sp>
          <p:nvSpPr>
            <p:cNvPr id="514" name="Google Shape;51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7"/>
        <p:cNvGrpSpPr/>
        <p:nvPr/>
      </p:nvGrpSpPr>
      <p:grpSpPr>
        <a:xfrm>
          <a:off x="0" y="0"/>
          <a:ext cx="0" cy="0"/>
          <a:chOff x="0" y="0"/>
          <a:chExt cx="0" cy="0"/>
        </a:xfrm>
      </p:grpSpPr>
      <p:cxnSp>
        <p:nvCxnSpPr>
          <p:cNvPr id="518" name="Google Shape;518;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19" name="Google Shape;519;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0" name="Google Shape;520;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1" name="Google Shape;521;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0" name="Google Shape;53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1" name="Google Shape;531;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2" name="Google Shape;53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3" name="Google Shape;53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4" name="Google Shape;53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5" name="Google Shape;535;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2" name="Google Shape;542;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3" name="Google Shape;543;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5" name="Google Shape;545;g2c157a2fb06_0_1045"/>
          <p:cNvGrpSpPr/>
          <p:nvPr/>
        </p:nvGrpSpPr>
        <p:grpSpPr>
          <a:xfrm>
            <a:off x="662575" y="6212475"/>
            <a:ext cx="586800" cy="571500"/>
            <a:chOff x="662575" y="6212475"/>
            <a:chExt cx="586800" cy="571500"/>
          </a:xfrm>
        </p:grpSpPr>
        <p:sp>
          <p:nvSpPr>
            <p:cNvPr id="546" name="Google Shape;546;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7" name="Google Shape;547;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9" name="Google Shape;549;g2c157a2fb06_0_1045"/>
          <p:cNvGrpSpPr/>
          <p:nvPr/>
        </p:nvGrpSpPr>
        <p:grpSpPr>
          <a:xfrm>
            <a:off x="7894350" y="6212475"/>
            <a:ext cx="586800" cy="571500"/>
            <a:chOff x="7894350" y="6212475"/>
            <a:chExt cx="586800" cy="571500"/>
          </a:xfrm>
        </p:grpSpPr>
        <p:sp>
          <p:nvSpPr>
            <p:cNvPr id="550" name="Google Shape;550;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1" name="Google Shape;551;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3"/>
        <p:cNvGrpSpPr/>
        <p:nvPr/>
      </p:nvGrpSpPr>
      <p:grpSpPr>
        <a:xfrm>
          <a:off x="0" y="0"/>
          <a:ext cx="0" cy="0"/>
          <a:chOff x="0" y="0"/>
          <a:chExt cx="0" cy="0"/>
        </a:xfrm>
      </p:grpSpPr>
      <p:sp>
        <p:nvSpPr>
          <p:cNvPr id="554" name="Google Shape;55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5" name="Google Shape;55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6" name="Google Shape;556;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7" name="Google Shape;557;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0" name="Google Shape;560;g2c157a2fb06_0_1110"/>
          <p:cNvGrpSpPr/>
          <p:nvPr/>
        </p:nvGrpSpPr>
        <p:grpSpPr>
          <a:xfrm>
            <a:off x="5806200" y="1807463"/>
            <a:ext cx="756300" cy="146700"/>
            <a:chOff x="5806200" y="1807463"/>
            <a:chExt cx="756300" cy="146700"/>
          </a:xfrm>
        </p:grpSpPr>
        <p:sp>
          <p:nvSpPr>
            <p:cNvPr id="561" name="Google Shape;561;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4" name="Google Shape;56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5" name="Google Shape;56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6" name="Google Shape;566;g2c157a2fb06_0_1110"/>
          <p:cNvGrpSpPr/>
          <p:nvPr/>
        </p:nvGrpSpPr>
        <p:grpSpPr>
          <a:xfrm>
            <a:off x="5806200" y="2842438"/>
            <a:ext cx="756300" cy="146700"/>
            <a:chOff x="5806200" y="1807463"/>
            <a:chExt cx="756300" cy="146700"/>
          </a:xfrm>
        </p:grpSpPr>
        <p:sp>
          <p:nvSpPr>
            <p:cNvPr id="567" name="Google Shape;567;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0" name="Google Shape;570;g2c157a2fb06_0_1110"/>
          <p:cNvGrpSpPr/>
          <p:nvPr/>
        </p:nvGrpSpPr>
        <p:grpSpPr>
          <a:xfrm>
            <a:off x="5806200" y="3877413"/>
            <a:ext cx="756300" cy="146700"/>
            <a:chOff x="5806200" y="1807463"/>
            <a:chExt cx="756300" cy="146700"/>
          </a:xfrm>
        </p:grpSpPr>
        <p:sp>
          <p:nvSpPr>
            <p:cNvPr id="571" name="Google Shape;571;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4" name="Google Shape;574;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6" name="Google Shape;576;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0" name="Google Shape;580;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1" name="Google Shape;581;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2" name="Google Shape;582;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4" name="Google Shape;584;g2c157a2fb06_0_1110"/>
          <p:cNvGrpSpPr/>
          <p:nvPr/>
        </p:nvGrpSpPr>
        <p:grpSpPr>
          <a:xfrm>
            <a:off x="662575" y="6212475"/>
            <a:ext cx="586800" cy="571500"/>
            <a:chOff x="662575" y="6212475"/>
            <a:chExt cx="586800" cy="571500"/>
          </a:xfrm>
        </p:grpSpPr>
        <p:sp>
          <p:nvSpPr>
            <p:cNvPr id="585" name="Google Shape;58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8" name="Google Shape;588;g2c157a2fb06_0_1110"/>
          <p:cNvGrpSpPr/>
          <p:nvPr/>
        </p:nvGrpSpPr>
        <p:grpSpPr>
          <a:xfrm>
            <a:off x="7894350" y="6212475"/>
            <a:ext cx="586800" cy="571500"/>
            <a:chOff x="7894350" y="6212475"/>
            <a:chExt cx="586800" cy="571500"/>
          </a:xfrm>
        </p:grpSpPr>
        <p:sp>
          <p:nvSpPr>
            <p:cNvPr id="589" name="Google Shape;58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2"/>
        <p:cNvGrpSpPr/>
        <p:nvPr/>
      </p:nvGrpSpPr>
      <p:grpSpPr>
        <a:xfrm>
          <a:off x="0" y="0"/>
          <a:ext cx="0" cy="0"/>
          <a:chOff x="0" y="0"/>
          <a:chExt cx="0" cy="0"/>
        </a:xfrm>
      </p:grpSpPr>
      <p:sp>
        <p:nvSpPr>
          <p:cNvPr id="593" name="Google Shape;59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4" name="Google Shape;59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7" name="Google Shape;59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0" name="Google Shape;60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6" name="Google Shape;606;p30"/>
          <p:cNvGrpSpPr/>
          <p:nvPr/>
        </p:nvGrpSpPr>
        <p:grpSpPr>
          <a:xfrm>
            <a:off x="6022940" y="5341706"/>
            <a:ext cx="594501" cy="305904"/>
            <a:chOff x="5672081" y="1914352"/>
            <a:chExt cx="792668" cy="305904"/>
          </a:xfrm>
        </p:grpSpPr>
        <p:sp>
          <p:nvSpPr>
            <p:cNvPr id="607" name="Google Shape;60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8" name="Google Shape;60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09" name="Google Shape;60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0" name="Google Shape;61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8" name="Google Shape;61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19" name="Google Shape;61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0" name="Google Shape;62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7" name="Google Shape;62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3" name="Google Shape;63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6" name="Google Shape;63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7" name="Google Shape;63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8"/>
        <p:cNvGrpSpPr/>
        <p:nvPr/>
      </p:nvGrpSpPr>
      <p:grpSpPr>
        <a:xfrm>
          <a:off x="0" y="0"/>
          <a:ext cx="0" cy="0"/>
          <a:chOff x="0" y="0"/>
          <a:chExt cx="0" cy="0"/>
        </a:xfrm>
      </p:grpSpPr>
      <p:sp>
        <p:nvSpPr>
          <p:cNvPr id="639" name="Google Shape;63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0" name="Google Shape;64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1" name="Google Shape;64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2"/>
        <p:cNvGrpSpPr/>
        <p:nvPr/>
      </p:nvGrpSpPr>
      <p:grpSpPr>
        <a:xfrm>
          <a:off x="0" y="0"/>
          <a:ext cx="0" cy="0"/>
          <a:chOff x="0" y="0"/>
          <a:chExt cx="0" cy="0"/>
        </a:xfrm>
      </p:grpSpPr>
      <p:sp>
        <p:nvSpPr>
          <p:cNvPr id="643" name="Google Shape;64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4" name="Google Shape;64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5" name="Google Shape;64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image" Target="../media/image7.png"/><Relationship Id="rId7" Type="http://schemas.openxmlformats.org/officeDocument/2006/relationships/slide" Target="slide1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3.png"/><Relationship Id="rId21" Type="http://schemas.openxmlformats.org/officeDocument/2006/relationships/image" Target="../media/image50.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7.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3.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40.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5.png"/><Relationship Id="rId21" Type="http://schemas.openxmlformats.org/officeDocument/2006/relationships/image" Target="../media/image79.png"/><Relationship Id="rId34" Type="http://schemas.openxmlformats.org/officeDocument/2006/relationships/image" Target="../media/image6.png"/><Relationship Id="rId42" Type="http://schemas.openxmlformats.org/officeDocument/2006/relationships/image" Target="../media/image98.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6.png"/><Relationship Id="rId41" Type="http://schemas.openxmlformats.org/officeDocument/2006/relationships/image" Target="../media/image97.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89.png"/><Relationship Id="rId37" Type="http://schemas.openxmlformats.org/officeDocument/2006/relationships/image" Target="../media/image93.png"/><Relationship Id="rId40" Type="http://schemas.openxmlformats.org/officeDocument/2006/relationships/image" Target="../media/image96.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5.png"/><Relationship Id="rId36" Type="http://schemas.openxmlformats.org/officeDocument/2006/relationships/image" Target="../media/image92.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5.png"/><Relationship Id="rId30" Type="http://schemas.openxmlformats.org/officeDocument/2006/relationships/image" Target="../media/image87.png"/><Relationship Id="rId35" Type="http://schemas.openxmlformats.org/officeDocument/2006/relationships/image" Target="../media/image91.png"/><Relationship Id="rId43" Type="http://schemas.openxmlformats.org/officeDocument/2006/relationships/image" Target="../media/image99.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0.png"/><Relationship Id="rId38" Type="http://schemas.openxmlformats.org/officeDocument/2006/relationships/image" Target="../media/image94.png"/></Relationships>
</file>

<file path=ppt/slides/_rels/slide6.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10.png"/><Relationship Id="rId3" Type="http://schemas.openxmlformats.org/officeDocument/2006/relationships/image" Target="../media/image100.png"/><Relationship Id="rId7" Type="http://schemas.openxmlformats.org/officeDocument/2006/relationships/image" Target="../media/image104.png"/><Relationship Id="rId12" Type="http://schemas.openxmlformats.org/officeDocument/2006/relationships/image" Target="../media/image109.png"/><Relationship Id="rId2" Type="http://schemas.openxmlformats.org/officeDocument/2006/relationships/notesSlide" Target="../notesSlides/notesSlide6.xml"/><Relationship Id="rId16" Type="http://schemas.openxmlformats.org/officeDocument/2006/relationships/image" Target="../media/image113.png"/><Relationship Id="rId1" Type="http://schemas.openxmlformats.org/officeDocument/2006/relationships/slideLayout" Target="../slideLayouts/slideLayout3.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5" Type="http://schemas.openxmlformats.org/officeDocument/2006/relationships/image" Target="../media/image112.png"/><Relationship Id="rId10" Type="http://schemas.openxmlformats.org/officeDocument/2006/relationships/image" Target="../media/image107.png"/><Relationship Id="rId4" Type="http://schemas.openxmlformats.org/officeDocument/2006/relationships/image" Target="../media/image101.png"/><Relationship Id="rId9" Type="http://schemas.openxmlformats.org/officeDocument/2006/relationships/image" Target="../media/image106.png"/><Relationship Id="rId14" Type="http://schemas.openxmlformats.org/officeDocument/2006/relationships/image" Target="../media/image111.png"/></Relationships>
</file>

<file path=ppt/slides/_rels/slide7.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9.png"/><Relationship Id="rId26" Type="http://schemas.openxmlformats.org/officeDocument/2006/relationships/image" Target="../media/image137.png"/><Relationship Id="rId3" Type="http://schemas.openxmlformats.org/officeDocument/2006/relationships/image" Target="../media/image114.png"/><Relationship Id="rId21" Type="http://schemas.openxmlformats.org/officeDocument/2006/relationships/image" Target="../media/image132.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128.png"/><Relationship Id="rId25" Type="http://schemas.openxmlformats.org/officeDocument/2006/relationships/image" Target="../media/image136.png"/><Relationship Id="rId2" Type="http://schemas.openxmlformats.org/officeDocument/2006/relationships/notesSlide" Target="../notesSlides/notesSlide7.xml"/><Relationship Id="rId16" Type="http://schemas.openxmlformats.org/officeDocument/2006/relationships/image" Target="../media/image127.png"/><Relationship Id="rId20" Type="http://schemas.openxmlformats.org/officeDocument/2006/relationships/image" Target="../media/image131.png"/><Relationship Id="rId29" Type="http://schemas.openxmlformats.org/officeDocument/2006/relationships/image" Target="../media/image140.png"/><Relationship Id="rId1" Type="http://schemas.openxmlformats.org/officeDocument/2006/relationships/slideLayout" Target="../slideLayouts/slideLayout3.xml"/><Relationship Id="rId6" Type="http://schemas.openxmlformats.org/officeDocument/2006/relationships/image" Target="../media/image117.png"/><Relationship Id="rId11" Type="http://schemas.openxmlformats.org/officeDocument/2006/relationships/image" Target="../media/image122.png"/><Relationship Id="rId24" Type="http://schemas.openxmlformats.org/officeDocument/2006/relationships/image" Target="../media/image135.png"/><Relationship Id="rId5" Type="http://schemas.openxmlformats.org/officeDocument/2006/relationships/image" Target="../media/image116.png"/><Relationship Id="rId15" Type="http://schemas.openxmlformats.org/officeDocument/2006/relationships/image" Target="../media/image126.png"/><Relationship Id="rId23" Type="http://schemas.openxmlformats.org/officeDocument/2006/relationships/image" Target="../media/image134.png"/><Relationship Id="rId28" Type="http://schemas.openxmlformats.org/officeDocument/2006/relationships/image" Target="../media/image139.png"/><Relationship Id="rId10" Type="http://schemas.openxmlformats.org/officeDocument/2006/relationships/image" Target="../media/image121.png"/><Relationship Id="rId19" Type="http://schemas.openxmlformats.org/officeDocument/2006/relationships/image" Target="../media/image13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 Id="rId22" Type="http://schemas.openxmlformats.org/officeDocument/2006/relationships/image" Target="../media/image133.png"/><Relationship Id="rId27" Type="http://schemas.openxmlformats.org/officeDocument/2006/relationships/image" Target="../media/image138.png"/><Relationship Id="rId30" Type="http://schemas.openxmlformats.org/officeDocument/2006/relationships/image" Target="../media/image141.png"/></Relationships>
</file>

<file path=ppt/slides/_rels/slide8.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2.png"/><Relationship Id="rId3" Type="http://schemas.openxmlformats.org/officeDocument/2006/relationships/image" Target="../media/image142.png"/><Relationship Id="rId7" Type="http://schemas.openxmlformats.org/officeDocument/2006/relationships/image" Target="../media/image146.png"/><Relationship Id="rId12" Type="http://schemas.openxmlformats.org/officeDocument/2006/relationships/image" Target="../media/image15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45.png"/><Relationship Id="rId11" Type="http://schemas.openxmlformats.org/officeDocument/2006/relationships/image" Target="../media/image150.png"/><Relationship Id="rId5" Type="http://schemas.openxmlformats.org/officeDocument/2006/relationships/image" Target="../media/image144.png"/><Relationship Id="rId15" Type="http://schemas.openxmlformats.org/officeDocument/2006/relationships/image" Target="../media/image154.png"/><Relationship Id="rId10" Type="http://schemas.openxmlformats.org/officeDocument/2006/relationships/image" Target="../media/image149.png"/><Relationship Id="rId4" Type="http://schemas.openxmlformats.org/officeDocument/2006/relationships/image" Target="../media/image143.png"/><Relationship Id="rId9" Type="http://schemas.openxmlformats.org/officeDocument/2006/relationships/image" Target="../media/image148.png"/><Relationship Id="rId14" Type="http://schemas.openxmlformats.org/officeDocument/2006/relationships/image" Target="../media/image153.png"/></Relationships>
</file>

<file path=ppt/slides/_rels/slide9.xml.rels><?xml version="1.0" encoding="UTF-8" standalone="yes"?>
<Relationships xmlns="http://schemas.openxmlformats.org/package/2006/relationships"><Relationship Id="rId8" Type="http://schemas.openxmlformats.org/officeDocument/2006/relationships/image" Target="../media/image160.png"/><Relationship Id="rId13" Type="http://schemas.openxmlformats.org/officeDocument/2006/relationships/image" Target="../media/image165.png"/><Relationship Id="rId3" Type="http://schemas.openxmlformats.org/officeDocument/2006/relationships/image" Target="../media/image155.png"/><Relationship Id="rId7" Type="http://schemas.openxmlformats.org/officeDocument/2006/relationships/image" Target="../media/image159.png"/><Relationship Id="rId12" Type="http://schemas.openxmlformats.org/officeDocument/2006/relationships/image" Target="../media/image164.png"/><Relationship Id="rId2" Type="http://schemas.openxmlformats.org/officeDocument/2006/relationships/notesSlide" Target="../notesSlides/notesSlide9.xml"/><Relationship Id="rId16" Type="http://schemas.openxmlformats.org/officeDocument/2006/relationships/image" Target="../media/image168.png"/><Relationship Id="rId1" Type="http://schemas.openxmlformats.org/officeDocument/2006/relationships/slideLayout" Target="../slideLayouts/slideLayout3.xml"/><Relationship Id="rId6" Type="http://schemas.openxmlformats.org/officeDocument/2006/relationships/image" Target="../media/image158.png"/><Relationship Id="rId11" Type="http://schemas.openxmlformats.org/officeDocument/2006/relationships/image" Target="../media/image163.png"/><Relationship Id="rId5" Type="http://schemas.openxmlformats.org/officeDocument/2006/relationships/image" Target="../media/image157.png"/><Relationship Id="rId15" Type="http://schemas.openxmlformats.org/officeDocument/2006/relationships/image" Target="../media/image167.png"/><Relationship Id="rId10" Type="http://schemas.openxmlformats.org/officeDocument/2006/relationships/image" Target="../media/image162.png"/><Relationship Id="rId4" Type="http://schemas.openxmlformats.org/officeDocument/2006/relationships/image" Target="../media/image156.png"/><Relationship Id="rId9" Type="http://schemas.openxmlformats.org/officeDocument/2006/relationships/image" Target="../media/image161.png"/><Relationship Id="rId14" Type="http://schemas.openxmlformats.org/officeDocument/2006/relationships/image" Target="../media/image16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14.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/ai/;</a:t>
            </a:r>
            <a:br>
              <a:rPr lang="en-US" sz="3000"/>
            </a:br>
            <a:r>
              <a:rPr lang="en-US" sz="3000"/>
              <a:t>ai / ay / a-e</a:t>
            </a:r>
            <a:endParaRPr sz="3000"/>
          </a:p>
        </p:txBody>
      </p:sp>
      <p:pic>
        <p:nvPicPr>
          <p:cNvPr id="651" name="Google Shape;651;p1"/>
          <p:cNvPicPr preferRelativeResize="0"/>
          <p:nvPr/>
        </p:nvPicPr>
        <p:blipFill rotWithShape="1">
          <a:blip r:embed="rId3">
            <a:alphaModFix/>
          </a:blip>
          <a:srcRect l="79" r="69"/>
          <a:stretch/>
        </p:blipFill>
        <p:spPr>
          <a:xfrm rot="540305">
            <a:off x="7224100" y="3984578"/>
            <a:ext cx="1208040" cy="1709827"/>
          </a:xfrm>
          <a:prstGeom prst="rect">
            <a:avLst/>
          </a:prstGeom>
          <a:noFill/>
          <a:ln>
            <a:noFill/>
          </a:ln>
          <a:effectLst>
            <a:outerShdw blurRad="71438" dist="38100" dir="5220000" algn="bl" rotWithShape="0">
              <a:srgbClr val="000000">
                <a:alpha val="20000"/>
              </a:srgbClr>
            </a:outerShdw>
          </a:effectLst>
        </p:spPr>
      </p:pic>
      <p:pic>
        <p:nvPicPr>
          <p:cNvPr id="652" name="Google Shape;652;p1"/>
          <p:cNvPicPr preferRelativeResize="0"/>
          <p:nvPr/>
        </p:nvPicPr>
        <p:blipFill rotWithShape="1">
          <a:blip r:embed="rId4">
            <a:alphaModFix/>
          </a:blip>
          <a:srcRect l="79" r="79"/>
          <a:stretch/>
        </p:blipFill>
        <p:spPr>
          <a:xfrm rot="-4">
            <a:off x="6175535" y="3831827"/>
            <a:ext cx="1208038" cy="1709829"/>
          </a:xfrm>
          <a:prstGeom prst="rect">
            <a:avLst/>
          </a:prstGeom>
          <a:noFill/>
          <a:ln>
            <a:noFill/>
          </a:ln>
          <a:effectLst>
            <a:outerShdw blurRad="71438" dist="38100" dir="5220000" algn="bl" rotWithShape="0">
              <a:srgbClr val="000000">
                <a:alpha val="20000"/>
              </a:srgbClr>
            </a:outerShdw>
          </a:effectLst>
        </p:spPr>
      </p:pic>
      <p:pic>
        <p:nvPicPr>
          <p:cNvPr id="653" name="Google Shape;653;p1"/>
          <p:cNvPicPr preferRelativeResize="0"/>
          <p:nvPr/>
        </p:nvPicPr>
        <p:blipFill rotWithShape="1">
          <a:blip r:embed="rId5">
            <a:alphaModFix/>
          </a:blip>
          <a:srcRect l="19" r="19"/>
          <a:stretch/>
        </p:blipFill>
        <p:spPr>
          <a:xfrm rot="-437250">
            <a:off x="5073574" y="3994383"/>
            <a:ext cx="1208038" cy="1709829"/>
          </a:xfrm>
          <a:prstGeom prst="rect">
            <a:avLst/>
          </a:prstGeom>
          <a:noFill/>
          <a:ln>
            <a:noFill/>
          </a:ln>
          <a:effectLst>
            <a:outerShdw blurRad="71438" dist="38100" dir="5220000" algn="bl" rotWithShape="0">
              <a:srgbClr val="000000">
                <a:alpha val="20000"/>
              </a:srgbClr>
            </a:outerShdw>
          </a:effectLst>
        </p:spPr>
      </p:pic>
      <p:sp>
        <p:nvSpPr>
          <p:cNvPr id="654" name="Google Shape;654;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2</a:t>
            </a:r>
            <a:endParaRPr/>
          </a:p>
        </p:txBody>
      </p:sp>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{167252C5-E115-416A-B0C9-1635413232F2}</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a:t>
                      </a:r>
                      <a:r>
                        <a:rPr lang="en-US" sz="1350" u="none" strike="noStrike" cap="none">
                          <a:solidFill>
                            <a:srgbClr val="FFFFFF"/>
                          </a:solidFill>
                          <a:latin typeface="Poppins"/>
                          <a:ea typeface="Poppins"/>
                          <a:cs typeface="Poppins"/>
                          <a:sym typeface="Poppins"/>
                        </a:rPr>
                        <a:t>a</a:t>
                      </a:r>
                      <a:r>
                        <a:rPr lang="en-US" sz="1600" u="none" strike="noStrike" cap="none">
                          <a:solidFill>
                            <a:srgbClr val="FFFFFF"/>
                          </a:solidFill>
                          <a:latin typeface="Jost"/>
                          <a:ea typeface="Jost"/>
                          <a:cs typeface="Jost"/>
                          <a:sym typeface="Jost"/>
                        </a:rPr>
                        <a:t>i/</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/ee/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/igh/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/o</a:t>
                      </a:r>
                      <a:r>
                        <a:rPr lang="en-US" sz="1350" u="none" strike="noStrike" cap="none">
                          <a:solidFill>
                            <a:srgbClr val="D9D9D9"/>
                          </a:solidFill>
                          <a:latin typeface="Poppins"/>
                          <a:ea typeface="Poppins"/>
                          <a:cs typeface="Poppins"/>
                          <a:sym typeface="Poppins"/>
                        </a:rPr>
                        <a:t>a</a:t>
                      </a:r>
                      <a:r>
                        <a:rPr lang="en-US" sz="1600" u="none" strike="noStrike" cap="none">
                          <a:solidFill>
                            <a:srgbClr val="D9D9D9"/>
                          </a:solidFill>
                          <a:latin typeface="Jost"/>
                          <a:ea typeface="Jost"/>
                          <a:cs typeface="Jost"/>
                          <a:sym typeface="Jost"/>
                        </a:rPr>
                        <a:t>/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/ai/</a:t>
            </a:r>
            <a:r>
              <a:rPr lang="en-US"/>
              <a:t> sound family spelling patterns.</a:t>
            </a:r>
            <a:endParaRPr/>
          </a:p>
        </p:txBody>
      </p:sp>
      <p:sp>
        <p:nvSpPr>
          <p:cNvPr id="662" name="Google Shape;662;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2 Common Exception Words </a:t>
            </a:r>
            <a:r>
              <a:rPr lang="en-US">
                <a:solidFill>
                  <a:srgbClr val="2356AF"/>
                </a:solidFill>
              </a:rPr>
              <a:t>as I is no go to into the put his has of pull full</a:t>
            </a:r>
            <a:r>
              <a:rPr lang="en-US"/>
              <a:t>.</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890901" y="381742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2082307"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3349364" y="367191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95" name="Google Shape;795;g26b7edf6e71_0_109"/>
          <p:cNvGrpSpPr/>
          <p:nvPr/>
        </p:nvGrpSpPr>
        <p:grpSpPr>
          <a:xfrm>
            <a:off x="865957" y="2135925"/>
            <a:ext cx="7282807" cy="2686611"/>
            <a:chOff x="867357" y="2129450"/>
            <a:chExt cx="7282807" cy="2686611"/>
          </a:xfrm>
        </p:grpSpPr>
        <p:pic>
          <p:nvPicPr>
            <p:cNvPr id="796" name="Google Shape;79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02" name="Google Shape;80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04" name="Google Shape;80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05" name="Google Shape;80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06" name="Google Shape;80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07" name="Google Shape;80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8" name="Google Shape;80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9" name="Google Shape;80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16" name="Google Shape;816;g2c298d33e0c_0_6"/>
          <p:cNvGrpSpPr/>
          <p:nvPr/>
        </p:nvGrpSpPr>
        <p:grpSpPr>
          <a:xfrm>
            <a:off x="866900" y="2079100"/>
            <a:ext cx="7281864" cy="2684601"/>
            <a:chOff x="868300" y="2129450"/>
            <a:chExt cx="7281864" cy="2684601"/>
          </a:xfrm>
        </p:grpSpPr>
        <p:pic>
          <p:nvPicPr>
            <p:cNvPr id="817" name="Google Shape;817;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21" name="Google Shape;821;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51" name="Google Shape;851;g2c298da1f27_0_455"/>
          <p:cNvGrpSpPr/>
          <p:nvPr/>
        </p:nvGrpSpPr>
        <p:grpSpPr>
          <a:xfrm>
            <a:off x="868300" y="2129450"/>
            <a:ext cx="7281864" cy="2684601"/>
            <a:chOff x="868300" y="2053250"/>
            <a:chExt cx="7281864" cy="2684601"/>
          </a:xfrm>
        </p:grpSpPr>
        <p:pic>
          <p:nvPicPr>
            <p:cNvPr id="852" name="Google Shape;852;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53" name="Google Shape;853;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54" name="Google Shape;854;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55" name="Google Shape;855;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56" name="Google Shape;856;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57" name="Google Shape;857;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58" name="Google Shape;858;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59" name="Google Shape;859;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60" name="Google Shape;860;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61" name="Google Shape;861;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62" name="Google Shape;862;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63" name="Google Shape;863;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64" name="Google Shape;864;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71" name="Google Shape;871;g2c298da1f27_1_0"/>
          <p:cNvGrpSpPr/>
          <p:nvPr/>
        </p:nvGrpSpPr>
        <p:grpSpPr>
          <a:xfrm>
            <a:off x="868300" y="2129450"/>
            <a:ext cx="7281864" cy="2688001"/>
            <a:chOff x="868300" y="2129450"/>
            <a:chExt cx="7281864" cy="2688001"/>
          </a:xfrm>
        </p:grpSpPr>
        <p:pic>
          <p:nvPicPr>
            <p:cNvPr id="872" name="Google Shape;872;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79" name="Google Shape;879;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80" name="Google Shape;880;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81" name="Google Shape;881;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84" name="Google Shape;884;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85" name="Google Shape;885;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d1eeebf5b1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2" name="Google Shape;892;g2d1eeebf5b1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893" name="Google Shape;893;g2d1eeebf5b1_0_13"/>
          <p:cNvPicPr preferRelativeResize="0"/>
          <p:nvPr/>
        </p:nvPicPr>
        <p:blipFill rotWithShape="1">
          <a:blip r:embed="rId3">
            <a:alphaModFix/>
          </a:blip>
          <a:srcRect l="19" r="29"/>
          <a:stretch/>
        </p:blipFill>
        <p:spPr>
          <a:xfrm>
            <a:off x="1360488" y="996300"/>
            <a:ext cx="2818850" cy="3989951"/>
          </a:xfrm>
          <a:prstGeom prst="rect">
            <a:avLst/>
          </a:prstGeom>
          <a:noFill/>
          <a:ln>
            <a:noFill/>
          </a:ln>
          <a:effectLst>
            <a:outerShdw blurRad="142875" dist="19050" dir="5400000" algn="bl" rotWithShape="0">
              <a:srgbClr val="000000">
                <a:alpha val="27058"/>
              </a:srgbClr>
            </a:outerShdw>
          </a:effectLst>
        </p:spPr>
      </p:pic>
      <p:sp>
        <p:nvSpPr>
          <p:cNvPr id="894" name="Google Shape;894;g2d1eeebf5b1_0_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895" name="Google Shape;895;g2d1eeebf5b1_0_13"/>
          <p:cNvSpPr txBox="1">
            <a:spLocks noGrp="1"/>
          </p:cNvSpPr>
          <p:nvPr>
            <p:ph type="subTitle" idx="4294967295"/>
          </p:nvPr>
        </p:nvSpPr>
        <p:spPr>
          <a:xfrm>
            <a:off x="4572012" y="996300"/>
            <a:ext cx="3211500" cy="1222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6000" b="0" i="0" u="none" strike="noStrike" cap="none">
                <a:solidFill>
                  <a:srgbClr val="2356AF"/>
                </a:solidFill>
                <a:latin typeface="Jost"/>
                <a:ea typeface="Jost"/>
                <a:cs typeface="Jost"/>
                <a:sym typeface="Jost"/>
              </a:rPr>
              <a:t>r</a:t>
            </a:r>
            <a:r>
              <a:rPr lang="en-US" sz="5100" b="0" i="0" u="none" strike="noStrike" cap="none">
                <a:solidFill>
                  <a:srgbClr val="00904C"/>
                </a:solidFill>
                <a:latin typeface="Poppins"/>
                <a:ea typeface="Poppins"/>
                <a:cs typeface="Poppins"/>
                <a:sym typeface="Poppins"/>
              </a:rPr>
              <a:t>a</a:t>
            </a:r>
            <a:r>
              <a:rPr lang="en-US" sz="6000" b="0" i="0" u="none" strike="noStrike" cap="none">
                <a:solidFill>
                  <a:srgbClr val="00904C"/>
                </a:solidFill>
                <a:latin typeface="Jost"/>
                <a:ea typeface="Jost"/>
                <a:cs typeface="Jost"/>
                <a:sym typeface="Jost"/>
              </a:rPr>
              <a:t>i</a:t>
            </a:r>
            <a:r>
              <a:rPr lang="en-US" sz="6000" b="0" i="0" u="none" strike="noStrike" cap="none">
                <a:solidFill>
                  <a:srgbClr val="2356AF"/>
                </a:solidFill>
                <a:latin typeface="Jost"/>
                <a:ea typeface="Jost"/>
                <a:cs typeface="Jost"/>
                <a:sym typeface="Jost"/>
              </a:rPr>
              <a:t>n</a:t>
            </a:r>
            <a:endParaRPr sz="6000" b="0" i="0" u="none" strike="noStrike" cap="none">
              <a:solidFill>
                <a:srgbClr val="2356AF"/>
              </a:solidFill>
              <a:latin typeface="Jost"/>
              <a:ea typeface="Jost"/>
              <a:cs typeface="Jost"/>
              <a:sym typeface="Jost"/>
            </a:endParaRPr>
          </a:p>
        </p:txBody>
      </p:sp>
      <p:sp>
        <p:nvSpPr>
          <p:cNvPr id="896" name="Google Shape;896;g2d1eeebf5b1_0_13"/>
          <p:cNvSpPr txBox="1">
            <a:spLocks noGrp="1"/>
          </p:cNvSpPr>
          <p:nvPr>
            <p:ph type="subTitle" idx="4294967295"/>
          </p:nvPr>
        </p:nvSpPr>
        <p:spPr>
          <a:xfrm>
            <a:off x="4572012" y="3763450"/>
            <a:ext cx="3211500" cy="1222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6000" b="0" i="0" u="none" strike="noStrike" cap="none">
                <a:solidFill>
                  <a:srgbClr val="2356AF"/>
                </a:solidFill>
                <a:latin typeface="Jost"/>
                <a:ea typeface="Jost"/>
                <a:cs typeface="Jost"/>
                <a:sym typeface="Jost"/>
              </a:rPr>
              <a:t>tr</a:t>
            </a:r>
            <a:r>
              <a:rPr lang="en-US" sz="5100" b="0" i="0" u="none" strike="noStrike" cap="none">
                <a:solidFill>
                  <a:srgbClr val="00904C"/>
                </a:solidFill>
                <a:latin typeface="Poppins"/>
                <a:ea typeface="Poppins"/>
                <a:cs typeface="Poppins"/>
                <a:sym typeface="Poppins"/>
              </a:rPr>
              <a:t>a</a:t>
            </a:r>
            <a:r>
              <a:rPr lang="en-US" sz="6000" b="0" i="0" u="none" strike="noStrike" cap="none">
                <a:solidFill>
                  <a:srgbClr val="00904C"/>
                </a:solidFill>
                <a:latin typeface="Jost"/>
                <a:ea typeface="Jost"/>
                <a:cs typeface="Jost"/>
                <a:sym typeface="Jost"/>
              </a:rPr>
              <a:t>i</a:t>
            </a:r>
            <a:r>
              <a:rPr lang="en-US" sz="6000" b="0" i="0" u="none" strike="noStrike" cap="none">
                <a:solidFill>
                  <a:srgbClr val="2356AF"/>
                </a:solidFill>
                <a:latin typeface="Jost"/>
                <a:ea typeface="Jost"/>
                <a:cs typeface="Jost"/>
                <a:sym typeface="Jost"/>
              </a:rPr>
              <a:t>n</a:t>
            </a:r>
            <a:endParaRPr sz="6000" b="0" i="0" u="none" strike="noStrike" cap="none">
              <a:solidFill>
                <a:srgbClr val="2356AF"/>
              </a:solidFill>
              <a:latin typeface="Jost"/>
              <a:ea typeface="Jost"/>
              <a:cs typeface="Jost"/>
              <a:sym typeface="Jost"/>
            </a:endParaRPr>
          </a:p>
        </p:txBody>
      </p:sp>
      <p:sp>
        <p:nvSpPr>
          <p:cNvPr id="897" name="Google Shape;897;g2d1eeebf5b1_0_13"/>
          <p:cNvSpPr txBox="1">
            <a:spLocks noGrp="1"/>
          </p:cNvSpPr>
          <p:nvPr>
            <p:ph type="subTitle" idx="4294967295"/>
          </p:nvPr>
        </p:nvSpPr>
        <p:spPr>
          <a:xfrm>
            <a:off x="4572012" y="2379875"/>
            <a:ext cx="3211500" cy="1222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6000" b="0" i="0" u="none" strike="noStrike" cap="none">
                <a:solidFill>
                  <a:srgbClr val="2356AF"/>
                </a:solidFill>
                <a:latin typeface="Jost"/>
                <a:ea typeface="Jost"/>
                <a:cs typeface="Jost"/>
                <a:sym typeface="Jost"/>
              </a:rPr>
              <a:t>sn</a:t>
            </a:r>
            <a:r>
              <a:rPr lang="en-US" sz="5100" b="0" i="0" u="none" strike="noStrike" cap="none">
                <a:solidFill>
                  <a:srgbClr val="00904C"/>
                </a:solidFill>
                <a:latin typeface="Poppins"/>
                <a:ea typeface="Poppins"/>
                <a:cs typeface="Poppins"/>
                <a:sym typeface="Poppins"/>
              </a:rPr>
              <a:t>a</a:t>
            </a:r>
            <a:r>
              <a:rPr lang="en-US" sz="6000" b="0" i="0" u="none" strike="noStrike" cap="none">
                <a:solidFill>
                  <a:srgbClr val="00904C"/>
                </a:solidFill>
                <a:latin typeface="Jost"/>
                <a:ea typeface="Jost"/>
                <a:cs typeface="Jost"/>
                <a:sym typeface="Jost"/>
              </a:rPr>
              <a:t>i</a:t>
            </a:r>
            <a:r>
              <a:rPr lang="en-US" sz="6000" b="0" i="0" u="none" strike="noStrike" cap="none">
                <a:solidFill>
                  <a:srgbClr val="2356AF"/>
                </a:solidFill>
                <a:latin typeface="Jost"/>
                <a:ea typeface="Jost"/>
                <a:cs typeface="Jost"/>
                <a:sym typeface="Jost"/>
              </a:rPr>
              <a:t>l</a:t>
            </a:r>
            <a:endParaRPr sz="6000" b="0" i="0" u="none" strike="noStrike" cap="none">
              <a:solidFill>
                <a:srgbClr val="2356AF"/>
              </a:solidFill>
              <a:latin typeface="Jost"/>
              <a:ea typeface="Jost"/>
              <a:cs typeface="Jost"/>
              <a:sym typeface="Jost"/>
            </a:endParaRPr>
          </a:p>
        </p:txBody>
      </p:sp>
      <p:sp>
        <p:nvSpPr>
          <p:cNvPr id="898" name="Google Shape;898;g2d1eeebf5b1_0_13"/>
          <p:cNvSpPr txBox="1">
            <a:spLocks noGrp="1"/>
          </p:cNvSpPr>
          <p:nvPr>
            <p:ph type="subTitle" idx="1"/>
          </p:nvPr>
        </p:nvSpPr>
        <p:spPr>
          <a:xfrm>
            <a:off x="1360463" y="5233038"/>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sz="1600"/>
              <a:t>Phase 3, Lesson 31</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d1eeebf5b1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5" name="Google Shape;905;g2d1eeebf5b1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06" name="Google Shape;906;g2d1eeebf5b1_0_25"/>
          <p:cNvPicPr preferRelativeResize="0"/>
          <p:nvPr/>
        </p:nvPicPr>
        <p:blipFill rotWithShape="1">
          <a:blip r:embed="rId3">
            <a:alphaModFix/>
          </a:blip>
          <a:srcRect l="79" r="79"/>
          <a:stretch/>
        </p:blipFill>
        <p:spPr>
          <a:xfrm>
            <a:off x="1360488" y="996300"/>
            <a:ext cx="2818850" cy="3989950"/>
          </a:xfrm>
          <a:prstGeom prst="rect">
            <a:avLst/>
          </a:prstGeom>
          <a:noFill/>
          <a:ln>
            <a:noFill/>
          </a:ln>
          <a:effectLst>
            <a:outerShdw blurRad="142875" dist="19050" dir="5400000" algn="bl" rotWithShape="0">
              <a:srgbClr val="000000">
                <a:alpha val="27058"/>
              </a:srgbClr>
            </a:outerShdw>
          </a:effectLst>
        </p:spPr>
      </p:pic>
      <p:sp>
        <p:nvSpPr>
          <p:cNvPr id="907" name="Google Shape;907;g2d1eeebf5b1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08" name="Google Shape;908;g2d1eeebf5b1_0_25"/>
          <p:cNvSpPr txBox="1">
            <a:spLocks noGrp="1"/>
          </p:cNvSpPr>
          <p:nvPr>
            <p:ph type="subTitle" idx="4294967295"/>
          </p:nvPr>
        </p:nvSpPr>
        <p:spPr>
          <a:xfrm>
            <a:off x="4572012" y="996300"/>
            <a:ext cx="3211500" cy="1222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6000" b="0" i="0" u="none" strike="noStrike" cap="none">
                <a:solidFill>
                  <a:srgbClr val="2356AF"/>
                </a:solidFill>
                <a:latin typeface="Jost"/>
                <a:ea typeface="Jost"/>
                <a:cs typeface="Jost"/>
                <a:sym typeface="Jost"/>
              </a:rPr>
              <a:t>pl</a:t>
            </a:r>
            <a:r>
              <a:rPr lang="en-US" sz="5100" b="0" i="0" u="none" strike="noStrike" cap="none">
                <a:solidFill>
                  <a:srgbClr val="00904C"/>
                </a:solidFill>
                <a:latin typeface="Poppins"/>
                <a:ea typeface="Poppins"/>
                <a:cs typeface="Poppins"/>
                <a:sym typeface="Poppins"/>
              </a:rPr>
              <a:t>a</a:t>
            </a:r>
            <a:r>
              <a:rPr lang="en-US" sz="6000" b="0" i="0" u="none" strike="noStrike" cap="none">
                <a:solidFill>
                  <a:srgbClr val="00904C"/>
                </a:solidFill>
                <a:latin typeface="Jost"/>
                <a:ea typeface="Jost"/>
                <a:cs typeface="Jost"/>
                <a:sym typeface="Jost"/>
              </a:rPr>
              <a:t>y</a:t>
            </a:r>
            <a:endParaRPr sz="6000" b="0" i="0" u="none" strike="noStrike" cap="none">
              <a:solidFill>
                <a:srgbClr val="2356AF"/>
              </a:solidFill>
              <a:latin typeface="Jost"/>
              <a:ea typeface="Jost"/>
              <a:cs typeface="Jost"/>
              <a:sym typeface="Jost"/>
            </a:endParaRPr>
          </a:p>
        </p:txBody>
      </p:sp>
      <p:sp>
        <p:nvSpPr>
          <p:cNvPr id="909" name="Google Shape;909;g2d1eeebf5b1_0_25"/>
          <p:cNvSpPr txBox="1">
            <a:spLocks noGrp="1"/>
          </p:cNvSpPr>
          <p:nvPr>
            <p:ph type="subTitle" idx="4294967295"/>
          </p:nvPr>
        </p:nvSpPr>
        <p:spPr>
          <a:xfrm>
            <a:off x="4572012" y="3763450"/>
            <a:ext cx="3211500" cy="1222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6000" b="0" i="0" u="none" strike="noStrike" cap="none">
                <a:solidFill>
                  <a:srgbClr val="2356AF"/>
                </a:solidFill>
                <a:latin typeface="Jost"/>
                <a:ea typeface="Jost"/>
                <a:cs typeface="Jost"/>
                <a:sym typeface="Jost"/>
              </a:rPr>
              <a:t>spr</a:t>
            </a:r>
            <a:r>
              <a:rPr lang="en-US" sz="5100" b="0" i="0" u="none" strike="noStrike" cap="none">
                <a:solidFill>
                  <a:srgbClr val="00904C"/>
                </a:solidFill>
                <a:latin typeface="Poppins"/>
                <a:ea typeface="Poppins"/>
                <a:cs typeface="Poppins"/>
                <a:sym typeface="Poppins"/>
              </a:rPr>
              <a:t>a</a:t>
            </a:r>
            <a:r>
              <a:rPr lang="en-US" sz="6000" b="0" i="0" u="none" strike="noStrike" cap="none">
                <a:solidFill>
                  <a:srgbClr val="00904C"/>
                </a:solidFill>
                <a:latin typeface="Jost"/>
                <a:ea typeface="Jost"/>
                <a:cs typeface="Jost"/>
                <a:sym typeface="Jost"/>
              </a:rPr>
              <a:t>y</a:t>
            </a:r>
            <a:endParaRPr sz="6000" b="0" i="0" u="none" strike="noStrike" cap="none">
              <a:solidFill>
                <a:srgbClr val="2356AF"/>
              </a:solidFill>
              <a:latin typeface="Jost"/>
              <a:ea typeface="Jost"/>
              <a:cs typeface="Jost"/>
              <a:sym typeface="Jost"/>
            </a:endParaRPr>
          </a:p>
        </p:txBody>
      </p:sp>
      <p:sp>
        <p:nvSpPr>
          <p:cNvPr id="910" name="Google Shape;910;g2d1eeebf5b1_0_25"/>
          <p:cNvSpPr txBox="1">
            <a:spLocks noGrp="1"/>
          </p:cNvSpPr>
          <p:nvPr>
            <p:ph type="subTitle" idx="4294967295"/>
          </p:nvPr>
        </p:nvSpPr>
        <p:spPr>
          <a:xfrm>
            <a:off x="4572012" y="2379875"/>
            <a:ext cx="3211500" cy="1222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6000" b="0" i="0" u="none" strike="noStrike" cap="none">
                <a:solidFill>
                  <a:srgbClr val="2356AF"/>
                </a:solidFill>
                <a:latin typeface="Jost"/>
                <a:ea typeface="Jost"/>
                <a:cs typeface="Jost"/>
                <a:sym typeface="Jost"/>
              </a:rPr>
              <a:t>d</a:t>
            </a:r>
            <a:r>
              <a:rPr lang="en-US" sz="5100" b="0" i="0" u="none" strike="noStrike" cap="none">
                <a:solidFill>
                  <a:srgbClr val="00904C"/>
                </a:solidFill>
                <a:latin typeface="Poppins"/>
                <a:ea typeface="Poppins"/>
                <a:cs typeface="Poppins"/>
                <a:sym typeface="Poppins"/>
              </a:rPr>
              <a:t>a</a:t>
            </a:r>
            <a:r>
              <a:rPr lang="en-US" sz="6000" b="0" i="0" u="none" strike="noStrike" cap="none">
                <a:solidFill>
                  <a:srgbClr val="00904C"/>
                </a:solidFill>
                <a:latin typeface="Jost"/>
                <a:ea typeface="Jost"/>
                <a:cs typeface="Jost"/>
                <a:sym typeface="Jost"/>
              </a:rPr>
              <a:t>y</a:t>
            </a:r>
            <a:endParaRPr sz="6000" b="0" i="0" u="none" strike="noStrike" cap="none">
              <a:solidFill>
                <a:srgbClr val="2356AF"/>
              </a:solidFill>
              <a:latin typeface="Jost"/>
              <a:ea typeface="Jost"/>
              <a:cs typeface="Jost"/>
              <a:sym typeface="Jost"/>
            </a:endParaRPr>
          </a:p>
        </p:txBody>
      </p:sp>
      <p:sp>
        <p:nvSpPr>
          <p:cNvPr id="911" name="Google Shape;911;g2d1eeebf5b1_0_25"/>
          <p:cNvSpPr txBox="1">
            <a:spLocks noGrp="1"/>
          </p:cNvSpPr>
          <p:nvPr>
            <p:ph type="subTitle" idx="1"/>
          </p:nvPr>
        </p:nvSpPr>
        <p:spPr>
          <a:xfrm>
            <a:off x="1360463" y="5233038"/>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sz="1600"/>
              <a:t>Phase 5, Lesson 1</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g2d1eeebf5b1_0_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18" name="Google Shape;918;g2d1eeebf5b1_0_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19" name="Google Shape;919;g2d1eeebf5b1_0_1"/>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20" name="Google Shape;920;g2d1eeebf5b1_0_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21" name="Google Shape;921;g2d1eeebf5b1_0_1"/>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pl</a:t>
            </a:r>
            <a:r>
              <a:rPr lang="en-US" sz="5000" b="0" i="0" u="none" strike="noStrike" cap="none">
                <a:solidFill>
                  <a:srgbClr val="F7941D"/>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t</a:t>
            </a:r>
            <a:r>
              <a:rPr lang="en-US" sz="5800" b="0" i="0" u="none" strike="noStrike" cap="none">
                <a:solidFill>
                  <a:srgbClr val="F7941D"/>
                </a:solidFill>
                <a:latin typeface="Jost"/>
                <a:ea typeface="Jost"/>
                <a:cs typeface="Jost"/>
                <a:sym typeface="Jost"/>
              </a:rPr>
              <a:t>e</a:t>
            </a:r>
            <a:r>
              <a:rPr lang="en-US" sz="5800" b="0" i="0" u="none" strike="noStrike" cap="none">
                <a:solidFill>
                  <a:srgbClr val="2356AF"/>
                </a:solidFill>
                <a:latin typeface="Jost"/>
                <a:ea typeface="Jost"/>
                <a:cs typeface="Jost"/>
                <a:sym typeface="Jost"/>
              </a:rPr>
              <a:t> </a:t>
            </a:r>
            <a:endParaRPr sz="5800" b="0" i="0" u="none" strike="noStrike" cap="none">
              <a:solidFill>
                <a:srgbClr val="2356AF"/>
              </a:solidFill>
              <a:latin typeface="Jost"/>
              <a:ea typeface="Jost"/>
              <a:cs typeface="Jost"/>
              <a:sym typeface="Jost"/>
            </a:endParaRPr>
          </a:p>
        </p:txBody>
      </p:sp>
      <p:sp>
        <p:nvSpPr>
          <p:cNvPr id="922" name="Google Shape;922;g2d1eeebf5b1_0_1"/>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b</a:t>
            </a:r>
            <a:r>
              <a:rPr lang="en-US" sz="5000" b="0" i="0" u="none" strike="noStrike" cap="none">
                <a:solidFill>
                  <a:srgbClr val="F7941D"/>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k</a:t>
            </a:r>
            <a:r>
              <a:rPr lang="en-US" sz="5800" b="0" i="0" u="none" strike="noStrike" cap="none">
                <a:solidFill>
                  <a:srgbClr val="F7941D"/>
                </a:solidFill>
                <a:latin typeface="Jost"/>
                <a:ea typeface="Jost"/>
                <a:cs typeface="Jost"/>
                <a:sym typeface="Jost"/>
              </a:rPr>
              <a:t>e</a:t>
            </a:r>
            <a:endParaRPr sz="5800" b="0" i="0" u="none" strike="noStrike" cap="none">
              <a:solidFill>
                <a:srgbClr val="F7941D"/>
              </a:solidFill>
              <a:latin typeface="Jost"/>
              <a:ea typeface="Jost"/>
              <a:cs typeface="Jost"/>
              <a:sym typeface="Jost"/>
            </a:endParaRPr>
          </a:p>
        </p:txBody>
      </p:sp>
      <p:sp>
        <p:nvSpPr>
          <p:cNvPr id="923" name="Google Shape;923;g2d1eeebf5b1_0_1"/>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fl</a:t>
            </a:r>
            <a:r>
              <a:rPr lang="en-US" sz="5000" b="0" i="0" u="none" strike="noStrike" cap="none">
                <a:solidFill>
                  <a:srgbClr val="F7941D"/>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m</a:t>
            </a:r>
            <a:r>
              <a:rPr lang="en-US" sz="5800" b="0" i="0" u="none" strike="noStrike" cap="none">
                <a:solidFill>
                  <a:srgbClr val="F7941D"/>
                </a:solidFill>
                <a:latin typeface="Jost"/>
                <a:ea typeface="Jost"/>
                <a:cs typeface="Jost"/>
                <a:sym typeface="Jost"/>
              </a:rPr>
              <a:t>e</a:t>
            </a:r>
            <a:endParaRPr sz="5800" b="0" i="0" u="none" strike="noStrike" cap="none">
              <a:solidFill>
                <a:srgbClr val="F7941D"/>
              </a:solidFill>
              <a:latin typeface="Jost"/>
              <a:ea typeface="Jost"/>
              <a:cs typeface="Jost"/>
              <a:sym typeface="Jost"/>
            </a:endParaRPr>
          </a:p>
        </p:txBody>
      </p:sp>
      <p:sp>
        <p:nvSpPr>
          <p:cNvPr id="924" name="Google Shape;924;g2d1eeebf5b1_0_1"/>
          <p:cNvSpPr txBox="1"/>
          <p:nvPr/>
        </p:nvSpPr>
        <p:spPr>
          <a:xfrm>
            <a:off x="1360463" y="5233038"/>
            <a:ext cx="6423000" cy="3693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1600"/>
              <a:buFont typeface="Arial"/>
              <a:buNone/>
            </a:pPr>
            <a:r>
              <a:rPr lang="en-US" sz="1600" b="0" i="0" u="none" strike="noStrike" cap="none">
                <a:solidFill>
                  <a:srgbClr val="AEABAB"/>
                </a:solidFill>
                <a:latin typeface="Poppins Medium"/>
                <a:ea typeface="Poppins Medium"/>
                <a:cs typeface="Poppins Medium"/>
                <a:sym typeface="Poppins Medium"/>
              </a:rPr>
              <a:t>Phase 5, Lesson 21</a:t>
            </a:r>
            <a:endParaRPr sz="1600" b="0" i="0" u="none" strike="noStrike" cap="none">
              <a:solidFill>
                <a:srgbClr val="AEABAB"/>
              </a:solidFill>
              <a:latin typeface="Poppins Medium"/>
              <a:ea typeface="Poppins Medium"/>
              <a:cs typeface="Poppins Medium"/>
              <a:sym typeface="Poppins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2d1eeebf5b1_0_67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1" name="Google Shape;931;g2d1eeebf5b1_0_67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32" name="Google Shape;932;g2d1eeebf5b1_0_672"/>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33" name="Google Shape;933;g2d1eeebf5b1_0_67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4" name="Google Shape;934;g2d1eeebf5b1_0_672"/>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r</a:t>
            </a:r>
            <a:r>
              <a:rPr lang="en-US" sz="5000" b="0" i="0" u="none" strike="noStrike" cap="none">
                <a:solidFill>
                  <a:srgbClr val="F7941D"/>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c</a:t>
            </a:r>
            <a:r>
              <a:rPr lang="en-US" sz="5800" b="0" i="0" u="none" strike="noStrike" cap="none">
                <a:solidFill>
                  <a:srgbClr val="F7941D"/>
                </a:solidFill>
                <a:latin typeface="Jost"/>
                <a:ea typeface="Jost"/>
                <a:cs typeface="Jost"/>
                <a:sym typeface="Jost"/>
              </a:rPr>
              <a:t>e</a:t>
            </a:r>
            <a:r>
              <a:rPr lang="en-US" sz="5800" b="0" i="0" u="none" strike="noStrike" cap="none">
                <a:solidFill>
                  <a:srgbClr val="2356AF"/>
                </a:solidFill>
                <a:latin typeface="Jost"/>
                <a:ea typeface="Jost"/>
                <a:cs typeface="Jost"/>
                <a:sym typeface="Jost"/>
              </a:rPr>
              <a:t> </a:t>
            </a:r>
            <a:endParaRPr sz="5800" b="0" i="0" u="none" strike="noStrike" cap="none">
              <a:solidFill>
                <a:srgbClr val="2356AF"/>
              </a:solidFill>
              <a:latin typeface="Jost"/>
              <a:ea typeface="Jost"/>
              <a:cs typeface="Jost"/>
              <a:sym typeface="Jost"/>
            </a:endParaRPr>
          </a:p>
        </p:txBody>
      </p:sp>
      <p:sp>
        <p:nvSpPr>
          <p:cNvPr id="935" name="Google Shape;935;g2d1eeebf5b1_0_672"/>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p</a:t>
            </a:r>
            <a:r>
              <a:rPr lang="en-US" sz="5000" b="0" i="0" u="none" strike="noStrike" cap="none">
                <a:solidFill>
                  <a:srgbClr val="F7941D"/>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c</a:t>
            </a:r>
            <a:r>
              <a:rPr lang="en-US" sz="5800" b="0" i="0" u="none" strike="noStrike" cap="none">
                <a:solidFill>
                  <a:srgbClr val="F7941D"/>
                </a:solidFill>
                <a:latin typeface="Jost"/>
                <a:ea typeface="Jost"/>
                <a:cs typeface="Jost"/>
                <a:sym typeface="Jost"/>
              </a:rPr>
              <a:t>e</a:t>
            </a:r>
            <a:endParaRPr sz="5800" b="0" i="0" u="none" strike="noStrike" cap="none">
              <a:solidFill>
                <a:srgbClr val="F7941D"/>
              </a:solidFill>
              <a:latin typeface="Jost"/>
              <a:ea typeface="Jost"/>
              <a:cs typeface="Jost"/>
              <a:sym typeface="Jost"/>
            </a:endParaRPr>
          </a:p>
        </p:txBody>
      </p:sp>
      <p:sp>
        <p:nvSpPr>
          <p:cNvPr id="936" name="Google Shape;936;g2d1eeebf5b1_0_672"/>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f</a:t>
            </a:r>
            <a:r>
              <a:rPr lang="en-US" sz="5000" b="0" i="0" u="none" strike="noStrike" cap="none">
                <a:solidFill>
                  <a:srgbClr val="F7941D"/>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c</a:t>
            </a:r>
            <a:r>
              <a:rPr lang="en-US" sz="5800" b="0" i="0" u="none" strike="noStrike" cap="none">
                <a:solidFill>
                  <a:srgbClr val="F7941D"/>
                </a:solidFill>
                <a:latin typeface="Jost"/>
                <a:ea typeface="Jost"/>
                <a:cs typeface="Jost"/>
                <a:sym typeface="Jost"/>
              </a:rPr>
              <a:t>e</a:t>
            </a:r>
            <a:endParaRPr sz="5800" b="0" i="0" u="none" strike="noStrike" cap="none">
              <a:solidFill>
                <a:srgbClr val="F7941D"/>
              </a:solidFill>
              <a:latin typeface="Jost"/>
              <a:ea typeface="Jost"/>
              <a:cs typeface="Jost"/>
              <a:sym typeface="Jost"/>
            </a:endParaRPr>
          </a:p>
        </p:txBody>
      </p:sp>
      <p:sp>
        <p:nvSpPr>
          <p:cNvPr id="937" name="Google Shape;937;g2d1eeebf5b1_0_672"/>
          <p:cNvSpPr txBox="1"/>
          <p:nvPr/>
        </p:nvSpPr>
        <p:spPr>
          <a:xfrm>
            <a:off x="1360463" y="5233038"/>
            <a:ext cx="6423000" cy="3693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1600"/>
              <a:buFont typeface="Arial"/>
              <a:buNone/>
            </a:pPr>
            <a:r>
              <a:rPr lang="en-US" sz="1600" b="0" i="0" u="none" strike="noStrike" cap="none">
                <a:solidFill>
                  <a:srgbClr val="AEABAB"/>
                </a:solidFill>
                <a:latin typeface="Poppins Medium"/>
                <a:ea typeface="Poppins Medium"/>
                <a:cs typeface="Poppins Medium"/>
                <a:sym typeface="Poppins Medium"/>
              </a:rPr>
              <a:t>Phase 5, Lesson 21 + Phase 5, Lesson 29 </a:t>
            </a:r>
            <a:endParaRPr sz="1600" b="0" i="0" u="none" strike="noStrike" cap="none">
              <a:solidFill>
                <a:srgbClr val="AEABAB"/>
              </a:solidFill>
              <a:latin typeface="Poppins Medium"/>
              <a:ea typeface="Poppins Medium"/>
              <a:cs typeface="Poppins Medium"/>
              <a:sym typeface="Poppins Medium"/>
            </a:endParaRPr>
          </a:p>
        </p:txBody>
      </p:sp>
      <p:pic>
        <p:nvPicPr>
          <p:cNvPr id="938" name="Google Shape;938;g2d1eeebf5b1_0_672"/>
          <p:cNvPicPr preferRelativeResize="0"/>
          <p:nvPr/>
        </p:nvPicPr>
        <p:blipFill rotWithShape="1">
          <a:blip r:embed="rId4">
            <a:alphaModFix/>
          </a:blip>
          <a:srcRect l="79" r="79"/>
          <a:stretch/>
        </p:blipFill>
        <p:spPr>
          <a:xfrm>
            <a:off x="3237249" y="3183101"/>
            <a:ext cx="1381576" cy="1955551"/>
          </a:xfrm>
          <a:prstGeom prst="rect">
            <a:avLst/>
          </a:prstGeom>
          <a:noFill/>
          <a:ln>
            <a:noFill/>
          </a:ln>
          <a:effectLst>
            <a:outerShdw blurRad="142875" dist="19050" dir="5400000" algn="bl" rotWithShape="0">
              <a:srgbClr val="000000">
                <a:alpha val="27058"/>
              </a:srgbClr>
            </a:outerShdw>
          </a:effectLst>
        </p:spPr>
      </p:pic>
      <p:sp>
        <p:nvSpPr>
          <p:cNvPr id="939" name="Google Shape;939;g2d1eeebf5b1_0_672"/>
          <p:cNvSpPr/>
          <p:nvPr/>
        </p:nvSpPr>
        <p:spPr>
          <a:xfrm>
            <a:off x="2935326" y="3946100"/>
            <a:ext cx="429600" cy="429600"/>
          </a:xfrm>
          <a:prstGeom prst="ellipse">
            <a:avLst/>
          </a:prstGeom>
          <a:solidFill>
            <a:srgbClr val="8ED8F8"/>
          </a:solidFill>
          <a:ln>
            <a:noFill/>
          </a:ln>
          <a:effectLst>
            <a:outerShdw blurRad="28575" dist="9525" dir="5400000" algn="bl" rotWithShape="0">
              <a:srgbClr val="000000">
                <a:alpha val="9803"/>
              </a:srgbClr>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US" sz="2500" b="1" i="0" u="none" strike="noStrike" cap="none">
                <a:solidFill>
                  <a:srgbClr val="FFFFFF"/>
                </a:solidFill>
                <a:latin typeface="Poppins"/>
                <a:ea typeface="Poppins"/>
                <a:cs typeface="Poppins"/>
                <a:sym typeface="Poppins"/>
              </a:rPr>
              <a:t>+</a:t>
            </a:r>
            <a:endParaRPr sz="2500" b="1" i="0" u="none" strike="noStrike" cap="none">
              <a:solidFill>
                <a:srgbClr val="FFFFFF"/>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46" name="Google Shape;94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47" name="Google Shape;947;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48" name="Google Shape;94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55" name="Google Shape;95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6" name="Google Shape;956;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57" name="Google Shape;95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64" name="Google Shape;96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65" name="Google Shape;96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66" name="Google Shape;96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73" name="Google Shape;97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4" name="Google Shape;97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5" name="Google Shape;97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82" name="Google Shape;982;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83" name="Google Shape;983;g1f3daf8a844_0_64"/>
          <p:cNvGrpSpPr/>
          <p:nvPr/>
        </p:nvGrpSpPr>
        <p:grpSpPr>
          <a:xfrm>
            <a:off x="3024000" y="209875"/>
            <a:ext cx="3096000" cy="454800"/>
            <a:chOff x="3024000" y="209875"/>
            <a:chExt cx="3096000" cy="454800"/>
          </a:xfrm>
        </p:grpSpPr>
        <p:sp>
          <p:nvSpPr>
            <p:cNvPr id="984" name="Google Shape;984;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5" name="Google Shape;985;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6" name="Google Shape;986;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987" name="Google Shape;987;g1f3daf8a844_0_64"/>
          <p:cNvSpPr txBox="1"/>
          <p:nvPr/>
        </p:nvSpPr>
        <p:spPr>
          <a:xfrm>
            <a:off x="5792506" y="96143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88" name="Google Shape;988;g1f3daf8a844_0_64"/>
          <p:cNvSpPr txBox="1"/>
          <p:nvPr/>
        </p:nvSpPr>
        <p:spPr>
          <a:xfrm>
            <a:off x="1181100" y="96143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89" name="Google Shape;989;g1f3daf8a844_0_64"/>
          <p:cNvSpPr txBox="1"/>
          <p:nvPr/>
        </p:nvSpPr>
        <p:spPr>
          <a:xfrm>
            <a:off x="3486803" y="96143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90" name="Google Shape;990;g1f3daf8a844_0_64"/>
          <p:cNvSpPr txBox="1"/>
          <p:nvPr/>
        </p:nvSpPr>
        <p:spPr>
          <a:xfrm>
            <a:off x="4639654" y="96143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91" name="Google Shape;991;g1f3daf8a844_0_64"/>
          <p:cNvSpPr txBox="1"/>
          <p:nvPr/>
        </p:nvSpPr>
        <p:spPr>
          <a:xfrm>
            <a:off x="2333951" y="216037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992" name="Google Shape;992;g1f3daf8a844_0_64"/>
          <p:cNvSpPr txBox="1"/>
          <p:nvPr/>
        </p:nvSpPr>
        <p:spPr>
          <a:xfrm>
            <a:off x="5792506" y="216037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FFD403"/>
              </a:solidFill>
              <a:latin typeface="Jost"/>
              <a:ea typeface="Jost"/>
              <a:cs typeface="Jost"/>
              <a:sym typeface="Jost"/>
            </a:endParaRPr>
          </a:p>
        </p:txBody>
      </p:sp>
      <p:sp>
        <p:nvSpPr>
          <p:cNvPr id="993" name="Google Shape;993;g1f3daf8a844_0_64"/>
          <p:cNvSpPr txBox="1"/>
          <p:nvPr/>
        </p:nvSpPr>
        <p:spPr>
          <a:xfrm>
            <a:off x="1181100" y="216037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994" name="Google Shape;994;g1f3daf8a844_0_64"/>
          <p:cNvSpPr txBox="1"/>
          <p:nvPr/>
        </p:nvSpPr>
        <p:spPr>
          <a:xfrm>
            <a:off x="4639654" y="216037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995" name="Google Shape;995;g1f3daf8a844_0_64"/>
          <p:cNvSpPr txBox="1"/>
          <p:nvPr/>
        </p:nvSpPr>
        <p:spPr>
          <a:xfrm>
            <a:off x="6945355" y="216037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00904D"/>
              </a:solidFill>
              <a:latin typeface="Jost"/>
              <a:ea typeface="Jost"/>
              <a:cs typeface="Jost"/>
              <a:sym typeface="Jost"/>
            </a:endParaRPr>
          </a:p>
        </p:txBody>
      </p:sp>
      <p:sp>
        <p:nvSpPr>
          <p:cNvPr id="996" name="Google Shape;996;g1f3daf8a844_0_64"/>
          <p:cNvSpPr txBox="1"/>
          <p:nvPr/>
        </p:nvSpPr>
        <p:spPr>
          <a:xfrm>
            <a:off x="2307356" y="99241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00904C"/>
                </a:solidFill>
                <a:latin typeface="Poppins"/>
                <a:ea typeface="Poppins"/>
                <a:cs typeface="Poppins"/>
                <a:sym typeface="Poppins"/>
              </a:rPr>
              <a:t>ai</a:t>
            </a:r>
            <a:endParaRPr sz="4800" b="0" i="0" u="none" strike="noStrike" cap="none">
              <a:solidFill>
                <a:srgbClr val="00904C"/>
              </a:solidFill>
              <a:latin typeface="Jost"/>
              <a:ea typeface="Jost"/>
              <a:cs typeface="Jost"/>
              <a:sym typeface="Jost"/>
            </a:endParaRPr>
          </a:p>
        </p:txBody>
      </p:sp>
      <p:sp>
        <p:nvSpPr>
          <p:cNvPr id="997" name="Google Shape;997;g1f3daf8a844_0_64"/>
          <p:cNvSpPr txBox="1"/>
          <p:nvPr/>
        </p:nvSpPr>
        <p:spPr>
          <a:xfrm>
            <a:off x="6945355" y="99241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00904C"/>
                </a:solidFill>
                <a:latin typeface="Poppins"/>
                <a:ea typeface="Poppins"/>
                <a:cs typeface="Poppins"/>
                <a:sym typeface="Poppins"/>
              </a:rPr>
              <a:t>ay</a:t>
            </a:r>
            <a:endParaRPr sz="4800" b="0" i="0" u="none" strike="noStrike" cap="none">
              <a:solidFill>
                <a:srgbClr val="00904C"/>
              </a:solidFill>
              <a:latin typeface="Jost"/>
              <a:ea typeface="Jost"/>
              <a:cs typeface="Jost"/>
              <a:sym typeface="Jost"/>
            </a:endParaRPr>
          </a:p>
        </p:txBody>
      </p:sp>
      <p:cxnSp>
        <p:nvCxnSpPr>
          <p:cNvPr id="998" name="Google Shape;998;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9" name="Google Shape;999;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0" name="Google Shape;1000;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01" name="Google Shape;1001;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2" name="Google Shape;1002;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03" name="Google Shape;1003;g1f3daf8a844_0_64"/>
          <p:cNvSpPr txBox="1"/>
          <p:nvPr/>
        </p:nvSpPr>
        <p:spPr>
          <a:xfrm>
            <a:off x="3204050" y="2196909"/>
            <a:ext cx="1583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800" b="0" i="0" u="none" strike="noStrike" cap="none">
                <a:solidFill>
                  <a:srgbClr val="F7941D"/>
                </a:solidFill>
                <a:latin typeface="Poppins"/>
                <a:ea typeface="Poppins"/>
                <a:cs typeface="Poppins"/>
                <a:sym typeface="Poppins"/>
              </a:rPr>
              <a:t>a-e</a:t>
            </a:r>
            <a:endParaRPr sz="5500" b="0" i="0" u="none" strike="noStrike" cap="none">
              <a:solidFill>
                <a:srgbClr val="F7941D"/>
              </a:solidFill>
              <a:latin typeface="Jost"/>
              <a:ea typeface="Jost"/>
              <a:cs typeface="Jost"/>
              <a:sym typeface="Jo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g2d1eeebf5b1_0_72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10" name="Google Shape;1010;g2d1eeebf5b1_0_72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11" name="Google Shape;1011;g2d1eeebf5b1_0_722"/>
          <p:cNvGrpSpPr/>
          <p:nvPr/>
        </p:nvGrpSpPr>
        <p:grpSpPr>
          <a:xfrm>
            <a:off x="3024000" y="209875"/>
            <a:ext cx="3096000" cy="454800"/>
            <a:chOff x="3024000" y="209875"/>
            <a:chExt cx="3096000" cy="454800"/>
          </a:xfrm>
        </p:grpSpPr>
        <p:sp>
          <p:nvSpPr>
            <p:cNvPr id="1012" name="Google Shape;1012;g2d1eeebf5b1_0_72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3" name="Google Shape;1013;g2d1eeebf5b1_0_72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14" name="Google Shape;1014;g2d1eeebf5b1_0_722"/>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015" name="Google Shape;1015;g2d1eeebf5b1_0_722"/>
          <p:cNvSpPr txBox="1"/>
          <p:nvPr/>
        </p:nvSpPr>
        <p:spPr>
          <a:xfrm>
            <a:off x="5792506" y="96143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16" name="Google Shape;1016;g2d1eeebf5b1_0_722"/>
          <p:cNvSpPr txBox="1"/>
          <p:nvPr/>
        </p:nvSpPr>
        <p:spPr>
          <a:xfrm>
            <a:off x="1181100" y="96143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17" name="Google Shape;1017;g2d1eeebf5b1_0_722"/>
          <p:cNvSpPr txBox="1"/>
          <p:nvPr/>
        </p:nvSpPr>
        <p:spPr>
          <a:xfrm>
            <a:off x="3486803" y="96143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18" name="Google Shape;1018;g2d1eeebf5b1_0_722"/>
          <p:cNvSpPr txBox="1"/>
          <p:nvPr/>
        </p:nvSpPr>
        <p:spPr>
          <a:xfrm>
            <a:off x="4639654" y="96143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19" name="Google Shape;1019;g2d1eeebf5b1_0_722"/>
          <p:cNvSpPr txBox="1"/>
          <p:nvPr/>
        </p:nvSpPr>
        <p:spPr>
          <a:xfrm>
            <a:off x="2333951" y="216037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20" name="Google Shape;1020;g2d1eeebf5b1_0_722"/>
          <p:cNvSpPr txBox="1"/>
          <p:nvPr/>
        </p:nvSpPr>
        <p:spPr>
          <a:xfrm>
            <a:off x="5792506" y="216037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FFD403"/>
              </a:solidFill>
              <a:latin typeface="Jost"/>
              <a:ea typeface="Jost"/>
              <a:cs typeface="Jost"/>
              <a:sym typeface="Jost"/>
            </a:endParaRPr>
          </a:p>
        </p:txBody>
      </p:sp>
      <p:sp>
        <p:nvSpPr>
          <p:cNvPr id="1021" name="Google Shape;1021;g2d1eeebf5b1_0_722"/>
          <p:cNvSpPr txBox="1"/>
          <p:nvPr/>
        </p:nvSpPr>
        <p:spPr>
          <a:xfrm>
            <a:off x="1181100" y="216037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22" name="Google Shape;1022;g2d1eeebf5b1_0_722"/>
          <p:cNvSpPr txBox="1"/>
          <p:nvPr/>
        </p:nvSpPr>
        <p:spPr>
          <a:xfrm>
            <a:off x="3204050" y="2196909"/>
            <a:ext cx="1583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800" b="0" i="0" u="none" strike="noStrike" cap="none">
                <a:solidFill>
                  <a:srgbClr val="F7941D"/>
                </a:solidFill>
                <a:latin typeface="Poppins"/>
                <a:ea typeface="Poppins"/>
                <a:cs typeface="Poppins"/>
                <a:sym typeface="Poppins"/>
              </a:rPr>
              <a:t>a-e</a:t>
            </a:r>
            <a:endParaRPr sz="5500" b="0" i="0" u="none" strike="noStrike" cap="none">
              <a:solidFill>
                <a:srgbClr val="F7941D"/>
              </a:solidFill>
              <a:latin typeface="Jost"/>
              <a:ea typeface="Jost"/>
              <a:cs typeface="Jost"/>
              <a:sym typeface="Jost"/>
            </a:endParaRPr>
          </a:p>
        </p:txBody>
      </p:sp>
      <p:sp>
        <p:nvSpPr>
          <p:cNvPr id="1023" name="Google Shape;1023;g2d1eeebf5b1_0_722"/>
          <p:cNvSpPr txBox="1"/>
          <p:nvPr/>
        </p:nvSpPr>
        <p:spPr>
          <a:xfrm>
            <a:off x="4639654" y="216037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24" name="Google Shape;1024;g2d1eeebf5b1_0_722"/>
          <p:cNvSpPr txBox="1"/>
          <p:nvPr/>
        </p:nvSpPr>
        <p:spPr>
          <a:xfrm>
            <a:off x="6945355" y="216037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00904D"/>
              </a:solidFill>
              <a:latin typeface="Jost"/>
              <a:ea typeface="Jost"/>
              <a:cs typeface="Jost"/>
              <a:sym typeface="Jost"/>
            </a:endParaRPr>
          </a:p>
        </p:txBody>
      </p:sp>
      <p:sp>
        <p:nvSpPr>
          <p:cNvPr id="1025" name="Google Shape;1025;g2d1eeebf5b1_0_722"/>
          <p:cNvSpPr txBox="1"/>
          <p:nvPr/>
        </p:nvSpPr>
        <p:spPr>
          <a:xfrm>
            <a:off x="2307356" y="99241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00904C"/>
                </a:solidFill>
                <a:latin typeface="Poppins"/>
                <a:ea typeface="Poppins"/>
                <a:cs typeface="Poppins"/>
                <a:sym typeface="Poppins"/>
              </a:rPr>
              <a:t>ai</a:t>
            </a:r>
            <a:endParaRPr sz="4800" b="0" i="0" u="none" strike="noStrike" cap="none">
              <a:solidFill>
                <a:srgbClr val="00904C"/>
              </a:solidFill>
              <a:latin typeface="Jost"/>
              <a:ea typeface="Jost"/>
              <a:cs typeface="Jost"/>
              <a:sym typeface="Jost"/>
            </a:endParaRPr>
          </a:p>
        </p:txBody>
      </p:sp>
      <p:sp>
        <p:nvSpPr>
          <p:cNvPr id="1026" name="Google Shape;1026;g2d1eeebf5b1_0_722"/>
          <p:cNvSpPr txBox="1"/>
          <p:nvPr/>
        </p:nvSpPr>
        <p:spPr>
          <a:xfrm>
            <a:off x="6945355" y="99241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00904C"/>
                </a:solidFill>
                <a:latin typeface="Poppins"/>
                <a:ea typeface="Poppins"/>
                <a:cs typeface="Poppins"/>
                <a:sym typeface="Poppins"/>
              </a:rPr>
              <a:t>ay</a:t>
            </a:r>
            <a:endParaRPr sz="4800" b="0" i="0" u="none" strike="noStrike" cap="none">
              <a:solidFill>
                <a:srgbClr val="00904C"/>
              </a:solidFill>
              <a:latin typeface="Jost"/>
              <a:ea typeface="Jost"/>
              <a:cs typeface="Jost"/>
              <a:sym typeface="Jost"/>
            </a:endParaRPr>
          </a:p>
        </p:txBody>
      </p:sp>
      <p:cxnSp>
        <p:nvCxnSpPr>
          <p:cNvPr id="1027" name="Google Shape;1027;g2d1eeebf5b1_0_72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28" name="Google Shape;1028;g2d1eeebf5b1_0_72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9" name="Google Shape;1029;g2d1eeebf5b1_0_72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0" name="Google Shape;1030;g2d1eeebf5b1_0_72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31" name="Google Shape;1031;g2d1eeebf5b1_0_72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32" name="Google Shape;1032;g2d1eeebf5b1_0_72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in </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im s</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y d</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y cr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ne 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ke sn</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ke 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ne </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pe</a:t>
            </a:r>
            <a:endParaRPr sz="1800" b="0" i="0" u="none" strike="noStrike" cap="none">
              <a:solidFill>
                <a:srgbClr val="B7B7B7"/>
              </a:solidFill>
              <a:latin typeface="Jost"/>
              <a:ea typeface="Jost"/>
              <a:cs typeface="Jost"/>
              <a:sym typeface="Jost"/>
            </a:endParaRPr>
          </a:p>
        </p:txBody>
      </p:sp>
      <p:cxnSp>
        <p:nvCxnSpPr>
          <p:cNvPr id="1033" name="Google Shape;1033;g2d1eeebf5b1_0_72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422</Words>
  <Application>Microsoft Office PowerPoint</Application>
  <PresentationFormat>On-screen Show (4:3)</PresentationFormat>
  <Paragraphs>133</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Calibri</vt:lpstr>
      <vt:lpstr>Jost</vt:lpstr>
      <vt:lpstr>Nunito Black</vt:lpstr>
      <vt:lpstr>Poppins</vt:lpstr>
      <vt:lpstr>Poppins Medium</vt:lpstr>
      <vt:lpstr>Arial</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Grapheme Caption</vt:lpstr>
      <vt:lpstr>Review Grapheme Caption</vt:lpstr>
      <vt:lpstr>Review Grapheme Caption</vt:lpstr>
      <vt:lpstr>Review Grapheme Caption</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2026-05-22T04:12:14Z</dcterms:modified>
</cp:coreProperties>
</file>