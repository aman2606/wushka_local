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gmceximWjec2qmZqAjF9I+cWHS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CF64B5-5278-46A6-8EEB-F94593EDE573}">
  <a:tblStyle styleId="{59CF64B5-5278-46A6-8EEB-F94593EDE57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73d770bdd3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73d770bdd3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73d770bdd3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ee80ac8fb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ee80ac8fb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ee80ac8fb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ee80ac8fb8_0_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ee80ac8fb8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ee80ac8fb8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274c6b56ab8_0_1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g274c6b56ab8_0_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1" name="Google Shape;1061;g274c6b56ab8_0_1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273d770bdd3_0_1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9" name="Google Shape;1119;g273d770bdd3_0_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0" name="Google Shape;1120;g273d770bdd3_0_1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076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Prefix</a:t>
            </a:r>
            <a:r>
              <a:rPr lang="en-US" sz="1600" b="0" i="0" u="none" strike="noStrike" cap="none">
                <a:solidFill>
                  <a:srgbClr val="000000"/>
                </a:solidFill>
                <a:latin typeface="Poppins"/>
                <a:ea typeface="Poppins"/>
                <a:cs typeface="Poppins"/>
                <a:sym typeface="Poppins"/>
              </a:rPr>
              <a:t> - an affix placed before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an affix placed after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word used to describe an action.</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un- prefix (verb)</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6 - Thursday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29</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solidFill>
                  <a:srgbClr val="000000"/>
                </a:solidFill>
              </a:rPr>
              <a:t>un- prefix (verb)</a:t>
            </a:r>
            <a:endParaRPr sz="3000">
              <a:solidFill>
                <a:srgbClr val="000000"/>
              </a:solidFill>
            </a:endParaRPr>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{59CF64B5-5278-46A6-8EEB-F94593EDE573}</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-est</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un-</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29</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and practise</a:t>
            </a:r>
            <a:r>
              <a:rPr lang="en-US">
                <a:solidFill>
                  <a:srgbClr val="2356AF"/>
                </a:solidFill>
              </a:rPr>
              <a:t> un-</a:t>
            </a:r>
            <a:r>
              <a:rPr lang="en-US"/>
              <a:t> prefix.</a:t>
            </a:r>
            <a:endParaRPr/>
          </a:p>
        </p:txBody>
      </p:sp>
      <p:sp>
        <p:nvSpPr>
          <p:cNvPr id="661" name="Google Shape;661;g2bee4f4af4b_0_204"/>
          <p:cNvSpPr txBox="1">
            <a:spLocks noGrp="1"/>
          </p:cNvSpPr>
          <p:nvPr>
            <p:ph type="body" idx="2"/>
          </p:nvPr>
        </p:nvSpPr>
        <p:spPr>
          <a:xfrm>
            <a:off x="3649025" y="2393250"/>
            <a:ext cx="46995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a:t>
            </a:r>
            <a:r>
              <a:rPr lang="en-US">
                <a:solidFill>
                  <a:srgbClr val="2356AF"/>
                </a:solidFill>
              </a:rPr>
              <a:t> 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653925" y="1398975"/>
            <a:ext cx="58362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US" sz="2800" b="0" i="0" u="none" strike="noStrike" cap="none">
                <a:solidFill>
                  <a:srgbClr val="000000"/>
                </a:solidFill>
                <a:latin typeface="Poppins"/>
                <a:ea typeface="Poppins"/>
                <a:cs typeface="Poppins"/>
                <a:sym typeface="Poppins"/>
              </a:rPr>
              <a:t>When prefix </a:t>
            </a:r>
            <a:r>
              <a:rPr lang="en-US" sz="2800" b="0" i="0" u="none" strike="noStrike" cap="none">
                <a:solidFill>
                  <a:srgbClr val="2356AF"/>
                </a:solidFill>
                <a:latin typeface="Poppins"/>
                <a:ea typeface="Poppins"/>
                <a:cs typeface="Poppins"/>
                <a:sym typeface="Poppins"/>
              </a:rPr>
              <a:t>un-</a:t>
            </a:r>
            <a:r>
              <a:rPr lang="en-US" sz="2800" b="0" i="0" u="none" strike="noStrike" cap="none">
                <a:solidFill>
                  <a:srgbClr val="000000"/>
                </a:solidFill>
                <a:latin typeface="Poppins"/>
                <a:ea typeface="Poppins"/>
                <a:cs typeface="Poppins"/>
                <a:sym typeface="Poppins"/>
              </a:rPr>
              <a:t> is added before a root word, it changes the meaning to the opposite or reverse of the root word.</a:t>
            </a:r>
            <a:endParaRPr sz="28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add prefix</a:t>
            </a:r>
            <a:r>
              <a:rPr lang="en-US" sz="2200" b="0" i="0" u="none" strike="noStrike" cap="none">
                <a:solidFill>
                  <a:srgbClr val="2356AF"/>
                </a:solidFill>
                <a:latin typeface="Poppins"/>
                <a:ea typeface="Poppins"/>
                <a:cs typeface="Poppins"/>
                <a:sym typeface="Poppins"/>
              </a:rPr>
              <a:t> un-</a:t>
            </a:r>
            <a:r>
              <a:rPr lang="en-US" sz="2200" b="0" i="0" u="none" strike="noStrike" cap="none">
                <a:solidFill>
                  <a:schemeClr val="dk1"/>
                </a:solidFill>
                <a:latin typeface="Poppins"/>
                <a:ea typeface="Poppins"/>
                <a:cs typeface="Poppins"/>
                <a:sym typeface="Poppins"/>
              </a:rPr>
              <a:t> before root word</a:t>
            </a:r>
            <a:endParaRPr sz="2200" b="0" i="0" u="none" strike="noStrike" cap="none">
              <a:solidFill>
                <a:schemeClr val="dk1"/>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plug</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un</a:t>
            </a:r>
            <a:r>
              <a:rPr lang="en-US" sz="8000" b="0" i="0" u="none" strike="noStrike" cap="none">
                <a:solidFill>
                  <a:srgbClr val="000000"/>
                </a:solidFill>
                <a:latin typeface="Jost"/>
                <a:ea typeface="Jost"/>
                <a:cs typeface="Jost"/>
                <a:sym typeface="Jost"/>
              </a:rPr>
              <a:t>plug</a:t>
            </a:r>
            <a:endParaRPr sz="8000" b="0" i="0" u="none" strike="noStrike" cap="none">
              <a:solidFill>
                <a:srgbClr val="000000"/>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5" name="Google Shape;87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73d770bdd3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2" name="Google Shape;882;g273d770bdd3_0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3" name="Google Shape;883;g273d770bdd3_0_75"/>
          <p:cNvSpPr/>
          <p:nvPr/>
        </p:nvSpPr>
        <p:spPr>
          <a:xfrm>
            <a:off x="384678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4" name="Google Shape;884;g273d770bdd3_0_7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5" name="Google Shape;885;g273d770bdd3_0_75"/>
          <p:cNvSpPr txBox="1">
            <a:spLocks noGrp="1"/>
          </p:cNvSpPr>
          <p:nvPr>
            <p:ph type="subTitle" idx="4294967295"/>
          </p:nvPr>
        </p:nvSpPr>
        <p:spPr>
          <a:xfrm>
            <a:off x="353193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886" name="Google Shape;886;g273d770bdd3_0_75"/>
          <p:cNvSpPr txBox="1">
            <a:spLocks noGrp="1"/>
          </p:cNvSpPr>
          <p:nvPr>
            <p:ph type="subTitle" idx="4294967295"/>
          </p:nvPr>
        </p:nvSpPr>
        <p:spPr>
          <a:xfrm>
            <a:off x="4290115" y="1308025"/>
            <a:ext cx="13218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ie</a:t>
            </a:r>
            <a:endParaRPr sz="12000" b="0" i="0" u="none" strike="noStrike" cap="none">
              <a:solidFill>
                <a:srgbClr val="815137"/>
              </a:solidFill>
              <a:latin typeface="Jost"/>
              <a:ea typeface="Jost"/>
              <a:cs typeface="Jost"/>
              <a:sym typeface="Jost"/>
            </a:endParaRPr>
          </a:p>
        </p:txBody>
      </p:sp>
      <p:sp>
        <p:nvSpPr>
          <p:cNvPr id="887" name="Google Shape;887;g273d770bdd3_0_7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73d770bdd3_0_7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73d770bdd3_0_7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73d770bdd3_0_7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73d770bdd3_0_7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73d770bdd3_0_7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73d770bdd3_0_7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73d770bdd3_0_7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5" name="Google Shape;895;g273d770bdd3_0_75"/>
          <p:cNvGrpSpPr/>
          <p:nvPr/>
        </p:nvGrpSpPr>
        <p:grpSpPr>
          <a:xfrm>
            <a:off x="-550" y="6984600"/>
            <a:ext cx="8596479" cy="808600"/>
            <a:chOff x="-550" y="6984600"/>
            <a:chExt cx="8596479" cy="808600"/>
          </a:xfrm>
        </p:grpSpPr>
        <p:sp>
          <p:nvSpPr>
            <p:cNvPr id="896" name="Google Shape;896;g273d770bdd3_0_7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7" name="Google Shape;897;g273d770bdd3_0_7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8" name="Google Shape;898;g273d770bdd3_0_7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9" name="Google Shape;899;g273d770bdd3_0_7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0" name="Google Shape;900;g273d770bdd3_0_7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1" name="Google Shape;901;g273d770bdd3_0_7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2" name="Google Shape;902;g273d770bdd3_0_7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3" name="Google Shape;903;g273d770bdd3_0_7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04" name="Google Shape;904;g273d770bdd3_0_7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05" name="Google Shape;905;g273d770bdd3_0_75"/>
          <p:cNvSpPr/>
          <p:nvPr/>
        </p:nvSpPr>
        <p:spPr>
          <a:xfrm>
            <a:off x="4384468" y="4011900"/>
            <a:ext cx="12276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ee80ac8fb8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2" name="Google Shape;912;g2ee80ac8fb8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3" name="Google Shape;913;g2ee80ac8fb8_0_0"/>
          <p:cNvSpPr/>
          <p:nvPr/>
        </p:nvSpPr>
        <p:spPr>
          <a:xfrm>
            <a:off x="308994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ee80ac8fb8_0_0"/>
          <p:cNvSpPr/>
          <p:nvPr/>
        </p:nvSpPr>
        <p:spPr>
          <a:xfrm>
            <a:off x="39006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ee80ac8fb8_0_0"/>
          <p:cNvSpPr/>
          <p:nvPr/>
        </p:nvSpPr>
        <p:spPr>
          <a:xfrm>
            <a:off x="46036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6" name="Google Shape;916;g2ee80ac8fb8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7" name="Google Shape;917;g2ee80ac8fb8_0_0"/>
          <p:cNvSpPr txBox="1">
            <a:spLocks noGrp="1"/>
          </p:cNvSpPr>
          <p:nvPr>
            <p:ph type="subTitle" idx="4294967295"/>
          </p:nvPr>
        </p:nvSpPr>
        <p:spPr>
          <a:xfrm>
            <a:off x="277509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18" name="Google Shape;918;g2ee80ac8fb8_0_0"/>
          <p:cNvSpPr txBox="1">
            <a:spLocks noGrp="1"/>
          </p:cNvSpPr>
          <p:nvPr>
            <p:ph type="subTitle" idx="4294967295"/>
          </p:nvPr>
        </p:nvSpPr>
        <p:spPr>
          <a:xfrm>
            <a:off x="358581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19" name="Google Shape;919;g2ee80ac8fb8_0_0"/>
          <p:cNvSpPr txBox="1">
            <a:spLocks noGrp="1"/>
          </p:cNvSpPr>
          <p:nvPr>
            <p:ph type="subTitle" idx="4294967295"/>
          </p:nvPr>
        </p:nvSpPr>
        <p:spPr>
          <a:xfrm>
            <a:off x="428876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20" name="Google Shape;920;g2ee80ac8fb8_0_0"/>
          <p:cNvSpPr txBox="1">
            <a:spLocks noGrp="1"/>
          </p:cNvSpPr>
          <p:nvPr>
            <p:ph type="subTitle" idx="4294967295"/>
          </p:nvPr>
        </p:nvSpPr>
        <p:spPr>
          <a:xfrm>
            <a:off x="5046951" y="1308025"/>
            <a:ext cx="13218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ie</a:t>
            </a:r>
            <a:endParaRPr sz="12000" b="0" i="0" u="none" strike="noStrike" cap="none">
              <a:solidFill>
                <a:srgbClr val="815137"/>
              </a:solidFill>
              <a:latin typeface="Jost"/>
              <a:ea typeface="Jost"/>
              <a:cs typeface="Jost"/>
              <a:sym typeface="Jost"/>
            </a:endParaRPr>
          </a:p>
        </p:txBody>
      </p:sp>
      <p:sp>
        <p:nvSpPr>
          <p:cNvPr id="921" name="Google Shape;921;g2ee80ac8fb8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ee80ac8fb8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ee80ac8fb8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ee80ac8fb8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ee80ac8fb8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ee80ac8fb8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ee80ac8fb8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ee80ac8fb8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9" name="Google Shape;929;g2ee80ac8fb8_0_0"/>
          <p:cNvGrpSpPr/>
          <p:nvPr/>
        </p:nvGrpSpPr>
        <p:grpSpPr>
          <a:xfrm>
            <a:off x="-550" y="6984600"/>
            <a:ext cx="8596479" cy="808600"/>
            <a:chOff x="-550" y="6984600"/>
            <a:chExt cx="8596479" cy="808600"/>
          </a:xfrm>
        </p:grpSpPr>
        <p:sp>
          <p:nvSpPr>
            <p:cNvPr id="930" name="Google Shape;930;g2ee80ac8fb8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ee80ac8fb8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ee80ac8fb8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ee80ac8fb8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ee80ac8fb8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ee80ac8fb8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ee80ac8fb8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ee80ac8fb8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8" name="Google Shape;938;g2ee80ac8fb8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9" name="Google Shape;939;g2ee80ac8fb8_0_0"/>
          <p:cNvSpPr/>
          <p:nvPr/>
        </p:nvSpPr>
        <p:spPr>
          <a:xfrm>
            <a:off x="5141304" y="4011900"/>
            <a:ext cx="12276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ee80ac8fb8_0_0"/>
          <p:cNvSpPr/>
          <p:nvPr/>
        </p:nvSpPr>
        <p:spPr>
          <a:xfrm>
            <a:off x="438475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4fb7f6616_1_0"/>
          <p:cNvSpPr txBox="1">
            <a:spLocks noGrp="1"/>
          </p:cNvSpPr>
          <p:nvPr>
            <p:ph type="subTitle" idx="4294967295"/>
          </p:nvPr>
        </p:nvSpPr>
        <p:spPr>
          <a:xfrm>
            <a:off x="298103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47" name="Google Shape;947;g2c4fb7f6616_1_0"/>
          <p:cNvSpPr txBox="1"/>
          <p:nvPr/>
        </p:nvSpPr>
        <p:spPr>
          <a:xfrm>
            <a:off x="3574267"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48" name="Google Shape;948;g2c4fb7f6616_1_0"/>
          <p:cNvSpPr txBox="1">
            <a:spLocks noGrp="1"/>
          </p:cNvSpPr>
          <p:nvPr>
            <p:ph type="subTitle" idx="4294967295"/>
          </p:nvPr>
        </p:nvSpPr>
        <p:spPr>
          <a:xfrm>
            <a:off x="435407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c</a:t>
            </a:r>
            <a:endParaRPr sz="12000" b="0" i="0" u="none" strike="noStrike" cap="none">
              <a:solidFill>
                <a:srgbClr val="2356AF"/>
              </a:solidFill>
              <a:latin typeface="Jost"/>
              <a:ea typeface="Jost"/>
              <a:cs typeface="Jost"/>
              <a:sym typeface="Jost"/>
            </a:endParaRPr>
          </a:p>
        </p:txBody>
      </p:sp>
      <p:sp>
        <p:nvSpPr>
          <p:cNvPr id="949" name="Google Shape;949;g2c4fb7f6616_1_0"/>
          <p:cNvSpPr txBox="1">
            <a:spLocks noGrp="1"/>
          </p:cNvSpPr>
          <p:nvPr>
            <p:ph type="subTitle" idx="4294967295"/>
          </p:nvPr>
        </p:nvSpPr>
        <p:spPr>
          <a:xfrm>
            <a:off x="514326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sp>
        <p:nvSpPr>
          <p:cNvPr id="950" name="Google Shape;95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1" name="Google Shape;95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52" name="Google Shape;952;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1" name="Google Shape;961;g2c4fb7f6616_1_0"/>
          <p:cNvGrpSpPr/>
          <p:nvPr/>
        </p:nvGrpSpPr>
        <p:grpSpPr>
          <a:xfrm>
            <a:off x="-550" y="6984600"/>
            <a:ext cx="8596479" cy="808600"/>
            <a:chOff x="-550" y="6984600"/>
            <a:chExt cx="8596479" cy="808600"/>
          </a:xfrm>
        </p:grpSpPr>
        <p:sp>
          <p:nvSpPr>
            <p:cNvPr id="962" name="Google Shape;962;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3" name="Google Shape;963;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4" name="Google Shape;964;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5" name="Google Shape;965;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6" name="Google Shape;966;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7" name="Google Shape;967;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8" name="Google Shape;968;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9" name="Google Shape;969;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0" name="Google Shape;97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1" name="Google Shape;971;g2c4fb7f6616_1_0"/>
          <p:cNvSpPr/>
          <p:nvPr/>
        </p:nvSpPr>
        <p:spPr>
          <a:xfrm>
            <a:off x="3295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c4fb7f6616_1_0"/>
          <p:cNvSpPr/>
          <p:nvPr/>
        </p:nvSpPr>
        <p:spPr>
          <a:xfrm>
            <a:off x="38822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c4fb7f6616_1_0"/>
          <p:cNvSpPr/>
          <p:nvPr/>
        </p:nvSpPr>
        <p:spPr>
          <a:xfrm>
            <a:off x="466892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74" name="Google Shape;974;g2c4fb7f6616_1_0"/>
          <p:cNvGrpSpPr/>
          <p:nvPr/>
        </p:nvGrpSpPr>
        <p:grpSpPr>
          <a:xfrm>
            <a:off x="4073693" y="1310075"/>
            <a:ext cx="1639843" cy="401879"/>
            <a:chOff x="3511932" y="1310075"/>
            <a:chExt cx="1639843" cy="401879"/>
          </a:xfrm>
        </p:grpSpPr>
        <p:sp>
          <p:nvSpPr>
            <p:cNvPr id="975" name="Google Shape;975;g2c4fb7f6616_1_0"/>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4fb7f6616_1_0"/>
            <p:cNvSpPr/>
            <p:nvPr/>
          </p:nvSpPr>
          <p:spPr>
            <a:xfrm>
              <a:off x="3511932" y="1310075"/>
              <a:ext cx="16398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c4fb7f6616_1_0"/>
            <p:cNvSpPr/>
            <p:nvPr/>
          </p:nvSpPr>
          <p:spPr>
            <a:xfrm rot="-5400000">
              <a:off x="49249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ee80ac8fb8_0_34"/>
          <p:cNvSpPr txBox="1">
            <a:spLocks noGrp="1"/>
          </p:cNvSpPr>
          <p:nvPr>
            <p:ph type="subTitle" idx="4294967295"/>
          </p:nvPr>
        </p:nvSpPr>
        <p:spPr>
          <a:xfrm>
            <a:off x="222420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84" name="Google Shape;984;g2ee80ac8fb8_0_34"/>
          <p:cNvSpPr txBox="1">
            <a:spLocks noGrp="1"/>
          </p:cNvSpPr>
          <p:nvPr>
            <p:ph type="subTitle" idx="4294967295"/>
          </p:nvPr>
        </p:nvSpPr>
        <p:spPr>
          <a:xfrm>
            <a:off x="303492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85" name="Google Shape;985;g2ee80ac8fb8_0_34"/>
          <p:cNvSpPr txBox="1">
            <a:spLocks noGrp="1"/>
          </p:cNvSpPr>
          <p:nvPr>
            <p:ph type="subTitle" idx="4294967295"/>
          </p:nvPr>
        </p:nvSpPr>
        <p:spPr>
          <a:xfrm>
            <a:off x="373787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86" name="Google Shape;986;g2ee80ac8fb8_0_34"/>
          <p:cNvSpPr txBox="1"/>
          <p:nvPr/>
        </p:nvSpPr>
        <p:spPr>
          <a:xfrm>
            <a:off x="4331103"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87" name="Google Shape;987;g2ee80ac8fb8_0_34"/>
          <p:cNvSpPr txBox="1">
            <a:spLocks noGrp="1"/>
          </p:cNvSpPr>
          <p:nvPr>
            <p:ph type="subTitle" idx="4294967295"/>
          </p:nvPr>
        </p:nvSpPr>
        <p:spPr>
          <a:xfrm>
            <a:off x="511091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c</a:t>
            </a:r>
            <a:endParaRPr sz="12000" b="0" i="0" u="none" strike="noStrike" cap="none">
              <a:solidFill>
                <a:srgbClr val="2356AF"/>
              </a:solidFill>
              <a:latin typeface="Jost"/>
              <a:ea typeface="Jost"/>
              <a:cs typeface="Jost"/>
              <a:sym typeface="Jost"/>
            </a:endParaRPr>
          </a:p>
        </p:txBody>
      </p:sp>
      <p:sp>
        <p:nvSpPr>
          <p:cNvPr id="988" name="Google Shape;988;g2ee80ac8fb8_0_34"/>
          <p:cNvSpPr txBox="1">
            <a:spLocks noGrp="1"/>
          </p:cNvSpPr>
          <p:nvPr>
            <p:ph type="subTitle" idx="4294967295"/>
          </p:nvPr>
        </p:nvSpPr>
        <p:spPr>
          <a:xfrm>
            <a:off x="590009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sp>
        <p:nvSpPr>
          <p:cNvPr id="989" name="Google Shape;989;g2ee80ac8fb8_0_3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0" name="Google Shape;990;g2ee80ac8fb8_0_3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91" name="Google Shape;991;g2ee80ac8fb8_0_3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2" name="Google Shape;992;g2ee80ac8fb8_0_3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ee80ac8fb8_0_3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ee80ac8fb8_0_3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ee80ac8fb8_0_3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ee80ac8fb8_0_3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ee80ac8fb8_0_3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ee80ac8fb8_0_3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ee80ac8fb8_0_3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0" name="Google Shape;1000;g2ee80ac8fb8_0_34"/>
          <p:cNvGrpSpPr/>
          <p:nvPr/>
        </p:nvGrpSpPr>
        <p:grpSpPr>
          <a:xfrm>
            <a:off x="-550" y="6984600"/>
            <a:ext cx="8596479" cy="808600"/>
            <a:chOff x="-550" y="6984600"/>
            <a:chExt cx="8596479" cy="808600"/>
          </a:xfrm>
        </p:grpSpPr>
        <p:sp>
          <p:nvSpPr>
            <p:cNvPr id="1001" name="Google Shape;1001;g2ee80ac8fb8_0_3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2" name="Google Shape;1002;g2ee80ac8fb8_0_3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3" name="Google Shape;1003;g2ee80ac8fb8_0_3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4" name="Google Shape;1004;g2ee80ac8fb8_0_3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5" name="Google Shape;1005;g2ee80ac8fb8_0_3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6" name="Google Shape;1006;g2ee80ac8fb8_0_3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7" name="Google Shape;1007;g2ee80ac8fb8_0_3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8" name="Google Shape;1008;g2ee80ac8fb8_0_3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9" name="Google Shape;1009;g2ee80ac8fb8_0_3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0" name="Google Shape;1010;g2ee80ac8fb8_0_34"/>
          <p:cNvSpPr/>
          <p:nvPr/>
        </p:nvSpPr>
        <p:spPr>
          <a:xfrm>
            <a:off x="253905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ee80ac8fb8_0_34"/>
          <p:cNvSpPr/>
          <p:nvPr/>
        </p:nvSpPr>
        <p:spPr>
          <a:xfrm>
            <a:off x="33497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ee80ac8fb8_0_34"/>
          <p:cNvSpPr/>
          <p:nvPr/>
        </p:nvSpPr>
        <p:spPr>
          <a:xfrm>
            <a:off x="405272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ee80ac8fb8_0_34"/>
          <p:cNvSpPr/>
          <p:nvPr/>
        </p:nvSpPr>
        <p:spPr>
          <a:xfrm>
            <a:off x="383385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ee80ac8fb8_0_34"/>
          <p:cNvSpPr/>
          <p:nvPr/>
        </p:nvSpPr>
        <p:spPr>
          <a:xfrm>
            <a:off x="463912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ee80ac8fb8_0_34"/>
          <p:cNvSpPr/>
          <p:nvPr/>
        </p:nvSpPr>
        <p:spPr>
          <a:xfrm>
            <a:off x="542576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16" name="Google Shape;1016;g2ee80ac8fb8_0_34"/>
          <p:cNvGrpSpPr/>
          <p:nvPr/>
        </p:nvGrpSpPr>
        <p:grpSpPr>
          <a:xfrm>
            <a:off x="4830529" y="1310075"/>
            <a:ext cx="1639843" cy="401879"/>
            <a:chOff x="3511932" y="1310075"/>
            <a:chExt cx="1639843" cy="401879"/>
          </a:xfrm>
        </p:grpSpPr>
        <p:sp>
          <p:nvSpPr>
            <p:cNvPr id="1017" name="Google Shape;1017;g2ee80ac8fb8_0_34"/>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ee80ac8fb8_0_34"/>
            <p:cNvSpPr/>
            <p:nvPr/>
          </p:nvSpPr>
          <p:spPr>
            <a:xfrm>
              <a:off x="3511932" y="1310075"/>
              <a:ext cx="16398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ee80ac8fb8_0_34"/>
            <p:cNvSpPr/>
            <p:nvPr/>
          </p:nvSpPr>
          <p:spPr>
            <a:xfrm rot="-5400000">
              <a:off x="49249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6" name="Google Shape;102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33" name="Google Shape;1033;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34" name="Google Shape;1034;g2dadbbe58d1_1_3"/>
          <p:cNvGrpSpPr/>
          <p:nvPr/>
        </p:nvGrpSpPr>
        <p:grpSpPr>
          <a:xfrm>
            <a:off x="3024000" y="209875"/>
            <a:ext cx="3096000" cy="454800"/>
            <a:chOff x="3024000" y="209875"/>
            <a:chExt cx="3096000" cy="454800"/>
          </a:xfrm>
        </p:grpSpPr>
        <p:sp>
          <p:nvSpPr>
            <p:cNvPr id="1035" name="Google Shape;1035;g2dadbbe58d1_1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dadbbe58d1_1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7" name="Google Shape;1037;g2dadbbe58d1_1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038" name="Google Shape;1038;g2dadbbe58d1_1_3"/>
          <p:cNvPicPr preferRelativeResize="0"/>
          <p:nvPr/>
        </p:nvPicPr>
        <p:blipFill rotWithShape="1">
          <a:blip r:embed="rId4">
            <a:alphaModFix/>
          </a:blip>
          <a:srcRect l="24956" r="24957" b="63907"/>
          <a:stretch/>
        </p:blipFill>
        <p:spPr>
          <a:xfrm>
            <a:off x="1914825" y="1399650"/>
            <a:ext cx="5314351" cy="1209100"/>
          </a:xfrm>
          <a:prstGeom prst="rect">
            <a:avLst/>
          </a:prstGeom>
          <a:noFill/>
          <a:ln>
            <a:noFill/>
          </a:ln>
        </p:spPr>
      </p:pic>
      <p:cxnSp>
        <p:nvCxnSpPr>
          <p:cNvPr id="1039" name="Google Shape;1039;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40" name="Google Shape;1040;g2dadbbe58d1_1_3"/>
          <p:cNvGrpSpPr/>
          <p:nvPr/>
        </p:nvGrpSpPr>
        <p:grpSpPr>
          <a:xfrm>
            <a:off x="2358150" y="3614075"/>
            <a:ext cx="4427700" cy="1851900"/>
            <a:chOff x="2358150" y="3614075"/>
            <a:chExt cx="4427700" cy="1851900"/>
          </a:xfrm>
        </p:grpSpPr>
        <p:sp>
          <p:nvSpPr>
            <p:cNvPr id="1041" name="Google Shape;1041;g2dadbbe58d1_1_3"/>
            <p:cNvSpPr/>
            <p:nvPr/>
          </p:nvSpPr>
          <p:spPr>
            <a:xfrm>
              <a:off x="2362650" y="3629300"/>
              <a:ext cx="44232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42" name="Google Shape;1042;g2dadbbe58d1_1_3"/>
            <p:cNvGrpSpPr/>
            <p:nvPr/>
          </p:nvGrpSpPr>
          <p:grpSpPr>
            <a:xfrm>
              <a:off x="2362756" y="4063875"/>
              <a:ext cx="4423090" cy="1170725"/>
              <a:chOff x="1181250" y="4063875"/>
              <a:chExt cx="6781800" cy="1170725"/>
            </a:xfrm>
          </p:grpSpPr>
          <p:cxnSp>
            <p:nvCxnSpPr>
              <p:cNvPr id="1043" name="Google Shape;1043;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4" name="Google Shape;1044;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5" name="Google Shape;1045;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6" name="Google Shape;1046;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nvGrpSpPr>
            <p:cNvPr id="1047" name="Google Shape;1047;g2dadbbe58d1_1_3"/>
            <p:cNvGrpSpPr/>
            <p:nvPr/>
          </p:nvGrpSpPr>
          <p:grpSpPr>
            <a:xfrm>
              <a:off x="2358150" y="3631675"/>
              <a:ext cx="2197625" cy="1828800"/>
              <a:chOff x="1481400" y="3631675"/>
              <a:chExt cx="2197625" cy="1828800"/>
            </a:xfrm>
          </p:grpSpPr>
          <p:sp>
            <p:nvSpPr>
              <p:cNvPr id="1048" name="Google Shape;1048;g2dadbbe58d1_1_3"/>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49" name="Google Shape;1049;g2dadbbe58d1_1_3"/>
              <p:cNvGrpSpPr/>
              <p:nvPr/>
            </p:nvGrpSpPr>
            <p:grpSpPr>
              <a:xfrm>
                <a:off x="3415325" y="4484375"/>
                <a:ext cx="263700" cy="263700"/>
                <a:chOff x="3415325" y="4484375"/>
                <a:chExt cx="263700" cy="263700"/>
              </a:xfrm>
            </p:grpSpPr>
            <p:sp>
              <p:nvSpPr>
                <p:cNvPr id="1050" name="Google Shape;1050;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51" name="Google Shape;1051;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52" name="Google Shape;1052;g2dadbbe58d1_1_3"/>
            <p:cNvCxnSpPr/>
            <p:nvPr/>
          </p:nvCxnSpPr>
          <p:spPr>
            <a:xfrm rot="10800000">
              <a:off x="34452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53" name="Google Shape;1053;g2dadbbe58d1_1_3"/>
            <p:cNvCxnSpPr/>
            <p:nvPr/>
          </p:nvCxnSpPr>
          <p:spPr>
            <a:xfrm rot="10800000">
              <a:off x="5344715"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54" name="Google Shape;1054;g2dadbbe58d1_1_3"/>
          <p:cNvSpPr txBox="1"/>
          <p:nvPr/>
        </p:nvSpPr>
        <p:spPr>
          <a:xfrm>
            <a:off x="455577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055" name="Google Shape;1055;g2dadbbe58d1_1_3"/>
          <p:cNvSpPr txBox="1"/>
          <p:nvPr/>
        </p:nvSpPr>
        <p:spPr>
          <a:xfrm>
            <a:off x="24666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056" name="Google Shape;1056;g2dadbbe58d1_1_3"/>
          <p:cNvSpPr txBox="1"/>
          <p:nvPr/>
        </p:nvSpPr>
        <p:spPr>
          <a:xfrm>
            <a:off x="34452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57" name="Google Shape;1057;g2dadbbe58d1_1_3"/>
          <p:cNvSpPr txBox="1"/>
          <p:nvPr/>
        </p:nvSpPr>
        <p:spPr>
          <a:xfrm>
            <a:off x="5352750" y="4064350"/>
            <a:ext cx="1380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ie</a:t>
            </a:r>
            <a:endParaRPr sz="8500" b="0" i="0" u="none" strike="noStrike" cap="none">
              <a:solidFill>
                <a:srgbClr val="815137"/>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g274c6b56ab8_0_1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4" name="Google Shape;1064;g274c6b56ab8_0_1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65" name="Google Shape;1065;g274c6b56ab8_0_122"/>
          <p:cNvGrpSpPr/>
          <p:nvPr/>
        </p:nvGrpSpPr>
        <p:grpSpPr>
          <a:xfrm>
            <a:off x="3024000" y="209875"/>
            <a:ext cx="3096000" cy="454800"/>
            <a:chOff x="3024000" y="209875"/>
            <a:chExt cx="3096000" cy="454800"/>
          </a:xfrm>
        </p:grpSpPr>
        <p:sp>
          <p:nvSpPr>
            <p:cNvPr id="1066" name="Google Shape;1066;g274c6b56ab8_0_12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7" name="Google Shape;1067;g274c6b56ab8_0_12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8" name="Google Shape;1068;g274c6b56ab8_0_122"/>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069" name="Google Shape;1069;g274c6b56ab8_0_122"/>
          <p:cNvPicPr preferRelativeResize="0"/>
          <p:nvPr/>
        </p:nvPicPr>
        <p:blipFill rotWithShape="1">
          <a:blip r:embed="rId4">
            <a:alphaModFix/>
          </a:blip>
          <a:srcRect/>
          <a:stretch/>
        </p:blipFill>
        <p:spPr>
          <a:xfrm>
            <a:off x="562750" y="678550"/>
            <a:ext cx="7958702" cy="2512776"/>
          </a:xfrm>
          <a:prstGeom prst="rect">
            <a:avLst/>
          </a:prstGeom>
          <a:noFill/>
          <a:ln>
            <a:noFill/>
          </a:ln>
        </p:spPr>
      </p:pic>
      <p:cxnSp>
        <p:nvCxnSpPr>
          <p:cNvPr id="1070" name="Google Shape;1070;g274c6b56ab8_0_122"/>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71" name="Google Shape;1071;g274c6b56ab8_0_122"/>
          <p:cNvGrpSpPr/>
          <p:nvPr/>
        </p:nvGrpSpPr>
        <p:grpSpPr>
          <a:xfrm>
            <a:off x="2358150" y="3614075"/>
            <a:ext cx="4427700" cy="1851900"/>
            <a:chOff x="2358150" y="3614075"/>
            <a:chExt cx="4427700" cy="1851900"/>
          </a:xfrm>
        </p:grpSpPr>
        <p:sp>
          <p:nvSpPr>
            <p:cNvPr id="1072" name="Google Shape;1072;g274c6b56ab8_0_122"/>
            <p:cNvSpPr/>
            <p:nvPr/>
          </p:nvSpPr>
          <p:spPr>
            <a:xfrm>
              <a:off x="2362650" y="3629300"/>
              <a:ext cx="44232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3" name="Google Shape;1073;g274c6b56ab8_0_122"/>
            <p:cNvGrpSpPr/>
            <p:nvPr/>
          </p:nvGrpSpPr>
          <p:grpSpPr>
            <a:xfrm>
              <a:off x="2362756" y="4063875"/>
              <a:ext cx="4423090" cy="1170725"/>
              <a:chOff x="1181250" y="4063875"/>
              <a:chExt cx="6781800" cy="1170725"/>
            </a:xfrm>
          </p:grpSpPr>
          <p:cxnSp>
            <p:nvCxnSpPr>
              <p:cNvPr id="1074" name="Google Shape;1074;g274c6b56ab8_0_122"/>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5" name="Google Shape;1075;g274c6b56ab8_0_122"/>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6" name="Google Shape;1076;g274c6b56ab8_0_122"/>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7" name="Google Shape;1077;g274c6b56ab8_0_122"/>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nvGrpSpPr>
            <p:cNvPr id="1078" name="Google Shape;1078;g274c6b56ab8_0_122"/>
            <p:cNvGrpSpPr/>
            <p:nvPr/>
          </p:nvGrpSpPr>
          <p:grpSpPr>
            <a:xfrm>
              <a:off x="2358150" y="3631675"/>
              <a:ext cx="2197625" cy="1828800"/>
              <a:chOff x="1481400" y="3631675"/>
              <a:chExt cx="2197625" cy="1828800"/>
            </a:xfrm>
          </p:grpSpPr>
          <p:sp>
            <p:nvSpPr>
              <p:cNvPr id="1079" name="Google Shape;1079;g274c6b56ab8_0_122"/>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0" name="Google Shape;1080;g274c6b56ab8_0_122"/>
              <p:cNvGrpSpPr/>
              <p:nvPr/>
            </p:nvGrpSpPr>
            <p:grpSpPr>
              <a:xfrm>
                <a:off x="3415325" y="4484375"/>
                <a:ext cx="263700" cy="263700"/>
                <a:chOff x="3415325" y="4484375"/>
                <a:chExt cx="263700" cy="263700"/>
              </a:xfrm>
            </p:grpSpPr>
            <p:sp>
              <p:nvSpPr>
                <p:cNvPr id="1081" name="Google Shape;1081;g274c6b56ab8_0_122"/>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82" name="Google Shape;1082;g274c6b56ab8_0_122"/>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83" name="Google Shape;1083;g274c6b56ab8_0_122"/>
            <p:cNvCxnSpPr/>
            <p:nvPr/>
          </p:nvCxnSpPr>
          <p:spPr>
            <a:xfrm rot="10800000">
              <a:off x="34452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4" name="Google Shape;1084;g274c6b56ab8_0_122"/>
            <p:cNvCxnSpPr/>
            <p:nvPr/>
          </p:nvCxnSpPr>
          <p:spPr>
            <a:xfrm rot="10800000">
              <a:off x="5344715"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85" name="Google Shape;1085;g274c6b56ab8_0_122"/>
          <p:cNvSpPr txBox="1"/>
          <p:nvPr/>
        </p:nvSpPr>
        <p:spPr>
          <a:xfrm>
            <a:off x="455577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086" name="Google Shape;1086;g274c6b56ab8_0_122"/>
          <p:cNvSpPr txBox="1"/>
          <p:nvPr/>
        </p:nvSpPr>
        <p:spPr>
          <a:xfrm>
            <a:off x="24666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087" name="Google Shape;1087;g274c6b56ab8_0_122"/>
          <p:cNvSpPr txBox="1"/>
          <p:nvPr/>
        </p:nvSpPr>
        <p:spPr>
          <a:xfrm>
            <a:off x="34452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088" name="Google Shape;1088;g274c6b56ab8_0_122"/>
          <p:cNvSpPr txBox="1"/>
          <p:nvPr/>
        </p:nvSpPr>
        <p:spPr>
          <a:xfrm>
            <a:off x="5352750" y="4064350"/>
            <a:ext cx="1380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ie</a:t>
            </a:r>
            <a:endParaRPr sz="8500" b="0" i="0" u="none" strike="noStrike" cap="none">
              <a:solidFill>
                <a:srgbClr val="815137"/>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5" name="Google Shape;109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6" name="Google Shape;1096;g1f3daf8a844_0_64"/>
          <p:cNvGrpSpPr/>
          <p:nvPr/>
        </p:nvGrpSpPr>
        <p:grpSpPr>
          <a:xfrm>
            <a:off x="3024000" y="209875"/>
            <a:ext cx="3096000" cy="454800"/>
            <a:chOff x="3024000" y="209875"/>
            <a:chExt cx="3096000" cy="454800"/>
          </a:xfrm>
        </p:grpSpPr>
        <p:sp>
          <p:nvSpPr>
            <p:cNvPr id="1097" name="Google Shape;109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8" name="Google Shape;109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9" name="Google Shape;109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0" name="Google Shape;110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1" name="Google Shape;110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2" name="Google Shape;110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3" name="Google Shape;110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4" name="Google Shape;110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5" name="Google Shape;110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ck</a:t>
            </a:r>
            <a:endParaRPr sz="5500" b="0" i="0" u="none" strike="noStrike" cap="none">
              <a:solidFill>
                <a:srgbClr val="FFD403"/>
              </a:solidFill>
              <a:latin typeface="Jost"/>
              <a:ea typeface="Jost"/>
              <a:cs typeface="Jost"/>
              <a:sym typeface="Jost"/>
            </a:endParaRPr>
          </a:p>
        </p:txBody>
      </p:sp>
      <p:sp>
        <p:nvSpPr>
          <p:cNvPr id="1106" name="Google Shape;110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7" name="Google Shape;1107;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8" name="Google Shape;1108;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9" name="Google Shape;1109;g1f3daf8a844_0_64"/>
          <p:cNvSpPr txBox="1"/>
          <p:nvPr/>
        </p:nvSpPr>
        <p:spPr>
          <a:xfrm>
            <a:off x="5642425" y="2160375"/>
            <a:ext cx="1453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110" name="Google Shape;1110;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1" name="Google Shape;1111;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sp>
        <p:nvSpPr>
          <p:cNvPr id="1112" name="Google Shape;1112;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4639652" y="99572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ED1C24"/>
              </a:solidFill>
              <a:latin typeface="Jost"/>
              <a:ea typeface="Jost"/>
              <a:cs typeface="Jost"/>
              <a:sym typeface="Jost"/>
            </a:endParaRPr>
          </a:p>
        </p:txBody>
      </p:sp>
      <p:cxnSp>
        <p:nvCxnSpPr>
          <p:cNvPr id="1116" name="Google Shape;111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g273d770bdd3_0_1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3" name="Google Shape;1123;g273d770bdd3_0_1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4" name="Google Shape;1124;g273d770bdd3_0_122"/>
          <p:cNvGrpSpPr/>
          <p:nvPr/>
        </p:nvGrpSpPr>
        <p:grpSpPr>
          <a:xfrm>
            <a:off x="3024000" y="209875"/>
            <a:ext cx="3096000" cy="454800"/>
            <a:chOff x="3024000" y="209875"/>
            <a:chExt cx="3096000" cy="454800"/>
          </a:xfrm>
        </p:grpSpPr>
        <p:sp>
          <p:nvSpPr>
            <p:cNvPr id="1125" name="Google Shape;1125;g273d770bdd3_0_12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6" name="Google Shape;1126;g273d770bdd3_0_12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7" name="Google Shape;1127;g273d770bdd3_0_12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28" name="Google Shape;1128;g273d770bdd3_0_122"/>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unp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 undo untie unl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ce</a:t>
            </a:r>
            <a:endParaRPr sz="1800" b="0" i="0" u="none" strike="noStrike" cap="none">
              <a:solidFill>
                <a:srgbClr val="B7B7B7"/>
              </a:solidFill>
              <a:latin typeface="Jost"/>
              <a:ea typeface="Jost"/>
              <a:cs typeface="Jost"/>
              <a:sym typeface="Jost"/>
            </a:endParaRPr>
          </a:p>
        </p:txBody>
      </p:sp>
      <p:cxnSp>
        <p:nvCxnSpPr>
          <p:cNvPr id="1129" name="Google Shape;1129;g273d770bdd3_0_12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0" name="Google Shape;1130;g273d770bdd3_0_12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1" name="Google Shape;1131;g273d770bdd3_0_12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2" name="Google Shape;1132;g273d770bdd3_0_12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3" name="Google Shape;1133;g273d770bdd3_0_12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4" name="Google Shape;1134;g273d770bdd3_0_12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35" name="Google Shape;1135;g273d770bdd3_0_12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6" name="Google Shape;1136;g273d770bdd3_0_12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ck</a:t>
            </a:r>
            <a:endParaRPr sz="5500" b="0" i="0" u="none" strike="noStrike" cap="none">
              <a:solidFill>
                <a:srgbClr val="FFD403"/>
              </a:solidFill>
              <a:latin typeface="Jost"/>
              <a:ea typeface="Jost"/>
              <a:cs typeface="Jost"/>
              <a:sym typeface="Jost"/>
            </a:endParaRPr>
          </a:p>
        </p:txBody>
      </p:sp>
      <p:sp>
        <p:nvSpPr>
          <p:cNvPr id="1137" name="Google Shape;1137;g273d770bdd3_0_12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8" name="Google Shape;1138;g273d770bdd3_0_12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9" name="Google Shape;1139;g273d770bdd3_0_122"/>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0" name="Google Shape;1140;g273d770bdd3_0_122"/>
          <p:cNvSpPr txBox="1"/>
          <p:nvPr/>
        </p:nvSpPr>
        <p:spPr>
          <a:xfrm>
            <a:off x="5642425" y="2160375"/>
            <a:ext cx="1453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141" name="Google Shape;1141;g273d770bdd3_0_122"/>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2" name="Google Shape;1142;g273d770bdd3_0_122"/>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sp>
        <p:nvSpPr>
          <p:cNvPr id="1143" name="Google Shape;1143;g273d770bdd3_0_122"/>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4" name="Google Shape;1144;g273d770bdd3_0_12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5" name="Google Shape;1145;g273d770bdd3_0_122"/>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46" name="Google Shape;1146;g273d770bdd3_0_122"/>
          <p:cNvSpPr txBox="1"/>
          <p:nvPr/>
        </p:nvSpPr>
        <p:spPr>
          <a:xfrm>
            <a:off x="4639652" y="99572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370</Words>
  <Application>Microsoft Office PowerPoint</Application>
  <PresentationFormat>On-screen Show (4:3)</PresentationFormat>
  <Paragraphs>145</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SemiBold</vt:lpstr>
      <vt:lpstr>Arial</vt:lpstr>
      <vt:lpstr>Poppins Medium</vt:lpstr>
      <vt:lpstr>Calibri</vt:lpstr>
      <vt:lpstr>Jost</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2026-06-03T01:20:05Z</dcterms:modified>
</cp:coreProperties>
</file>