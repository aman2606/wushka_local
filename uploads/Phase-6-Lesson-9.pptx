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embeddedFontLst>
    <p:embeddedFont>
      <p:font typeface="Jost" panose="020B0604020202020204" charset="0"/>
      <p:regular r:id="rId19"/>
      <p:bold r:id="rId20"/>
      <p:italic r:id="rId21"/>
      <p:boldItalic r:id="rId22"/>
    </p:embeddedFont>
    <p:embeddedFont>
      <p:font typeface="Nunito Black" pitchFamily="2" charset="0"/>
      <p:bold r:id="rId23"/>
      <p:boldItalic r:id="rId24"/>
    </p:embeddedFont>
    <p:embeddedFont>
      <p:font typeface="Poppins" panose="00000500000000000000" pitchFamily="2" charset="0"/>
      <p:regular r:id="rId25"/>
      <p:bold r:id="rId26"/>
      <p:italic r:id="rId27"/>
      <p:boldItalic r:id="rId28"/>
    </p:embeddedFont>
    <p:embeddedFont>
      <p:font typeface="Poppins Medium" panose="00000600000000000000" pitchFamily="2" charset="0"/>
      <p:regular r:id="rId29"/>
      <p:bold r:id="rId30"/>
      <p:italic r:id="rId31"/>
      <p:boldItalic r:id="rId32"/>
    </p:embeddedFont>
    <p:embeddedFont>
      <p:font typeface="Poppins SemiBold" panose="000007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hr4mtsVq3ut7m2XxibImwuVbyz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7D3E92-02E4-4333-949C-52F707947A29}">
  <a:tblStyle styleId="{107D3E92-02E4-4333-949C-52F707947A2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038"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ee89311998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ee89311998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ee89311998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ee8931199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ee8931199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ee8931199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e848f08cce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e848f08cce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e848f08cce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e848f08cce_0_1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g2e848f08cce_0_1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e848f08cce_0_1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246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5617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Continuous Tense</a:t>
            </a:r>
            <a:r>
              <a:rPr lang="en-US" sz="1600" b="0" i="0" u="none" strike="noStrike" cap="none">
                <a:solidFill>
                  <a:srgbClr val="000000"/>
                </a:solidFill>
                <a:latin typeface="Poppins"/>
                <a:ea typeface="Poppins"/>
                <a:cs typeface="Poppins"/>
                <a:sym typeface="Poppins"/>
              </a:rPr>
              <a:t> – shows that an action is happening /continuing at the moment of speaking or planning to happen in the future.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Compound Words</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2 - Thursday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9</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6</a:t>
              </a:r>
              <a:endParaRPr sz="1300" b="1"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1.png"/></Relationships>
</file>

<file path=ppt/slides/_rels/slide1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Compound Words</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{107D3E92-02E4-4333-949C-52F707947A29}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a:t>
                      </a:r>
                      <a:r>
                        <a:rPr lang="en-US" sz="2000" u="none" strike="noStrike" cap="none">
                          <a:solidFill>
                            <a:schemeClr val="dk1"/>
                          </a:solidFill>
                          <a:latin typeface="Jost"/>
                          <a:ea typeface="Jost"/>
                          <a:cs typeface="Jost"/>
                          <a:sym typeface="Jos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-ing</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9</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compound words.</a:t>
            </a:r>
            <a:endParaRPr/>
          </a:p>
        </p:txBody>
      </p:sp>
      <p:sp>
        <p:nvSpPr>
          <p:cNvPr id="662" name="Google Shape;662;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9" name="Google Shape;669;g26b641b03cd_0_165"/>
          <p:cNvGrpSpPr/>
          <p:nvPr/>
        </p:nvGrpSpPr>
        <p:grpSpPr>
          <a:xfrm>
            <a:off x="930400" y="2053244"/>
            <a:ext cx="7283200" cy="3724851"/>
            <a:chOff x="930400" y="2129444"/>
            <a:chExt cx="7283200" cy="3724851"/>
          </a:xfrm>
        </p:grpSpPr>
        <p:pic>
          <p:nvPicPr>
            <p:cNvPr id="670" name="Google Shape;67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9" name="Google Shape;699;g26b7edf6e71_0_26"/>
          <p:cNvGrpSpPr/>
          <p:nvPr/>
        </p:nvGrpSpPr>
        <p:grpSpPr>
          <a:xfrm>
            <a:off x="930400" y="2053250"/>
            <a:ext cx="7283201" cy="2971674"/>
            <a:chOff x="930400" y="2129450"/>
            <a:chExt cx="7283201" cy="2971674"/>
          </a:xfrm>
        </p:grpSpPr>
        <p:pic>
          <p:nvPicPr>
            <p:cNvPr id="700" name="Google Shape;70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1" name="Google Shape;70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0" name="Google Shape;71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5" name="Google Shape;735;g2c298da1f27_0_417"/>
          <p:cNvGrpSpPr/>
          <p:nvPr/>
        </p:nvGrpSpPr>
        <p:grpSpPr>
          <a:xfrm>
            <a:off x="930400" y="2053250"/>
            <a:ext cx="7283201" cy="2971674"/>
            <a:chOff x="930400" y="2053250"/>
            <a:chExt cx="7283201" cy="2971674"/>
          </a:xfrm>
        </p:grpSpPr>
        <p:pic>
          <p:nvPicPr>
            <p:cNvPr id="736" name="Google Shape;736;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7" name="Google Shape;737;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3" name="Google Shape;783;g2cdbdd49f8e_0_0"/>
          <p:cNvGrpSpPr/>
          <p:nvPr/>
        </p:nvGrpSpPr>
        <p:grpSpPr>
          <a:xfrm>
            <a:off x="855905" y="2053250"/>
            <a:ext cx="7272577" cy="3316697"/>
            <a:chOff x="855905" y="2053250"/>
            <a:chExt cx="7272577" cy="3316697"/>
          </a:xfrm>
        </p:grpSpPr>
        <p:pic>
          <p:nvPicPr>
            <p:cNvPr id="784" name="Google Shape;78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5" name="Google Shape;835;g2c298da1f27_1_0"/>
          <p:cNvGrpSpPr/>
          <p:nvPr/>
        </p:nvGrpSpPr>
        <p:grpSpPr>
          <a:xfrm>
            <a:off x="931068" y="2129450"/>
            <a:ext cx="7281864" cy="2688001"/>
            <a:chOff x="868300" y="2129450"/>
            <a:chExt cx="7281864" cy="2688001"/>
          </a:xfrm>
        </p:grpSpPr>
        <p:pic>
          <p:nvPicPr>
            <p:cNvPr id="836" name="Google Shape;83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57" name="Google Shape;85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4" name="Google Shape;86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5" name="Google Shape;865;g2c4fb7f6616_1_0"/>
          <p:cNvSpPr/>
          <p:nvPr/>
        </p:nvSpPr>
        <p:spPr>
          <a:xfrm>
            <a:off x="273125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6" name="Google Shape;866;g2c4fb7f6616_1_0"/>
          <p:cNvSpPr/>
          <p:nvPr/>
        </p:nvSpPr>
        <p:spPr>
          <a:xfrm>
            <a:off x="338603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7" name="Google Shape;867;g2c4fb7f6616_1_0"/>
          <p:cNvSpPr/>
          <p:nvPr/>
        </p:nvSpPr>
        <p:spPr>
          <a:xfrm>
            <a:off x="40217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8" name="Google Shape;86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9" name="Google Shape;869;g2c4fb7f6616_1_0"/>
          <p:cNvSpPr txBox="1">
            <a:spLocks noGrp="1"/>
          </p:cNvSpPr>
          <p:nvPr>
            <p:ph type="subTitle" idx="4294967295"/>
          </p:nvPr>
        </p:nvSpPr>
        <p:spPr>
          <a:xfrm>
            <a:off x="241640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s</a:t>
            </a:r>
            <a:endParaRPr sz="11000" b="0" i="0" u="none" strike="noStrike" cap="none">
              <a:solidFill>
                <a:srgbClr val="2356AF"/>
              </a:solidFill>
              <a:latin typeface="Jost"/>
              <a:ea typeface="Jost"/>
              <a:cs typeface="Jost"/>
              <a:sym typeface="Jost"/>
            </a:endParaRPr>
          </a:p>
        </p:txBody>
      </p:sp>
      <p:sp>
        <p:nvSpPr>
          <p:cNvPr id="870" name="Google Shape;870;g2c4fb7f6616_1_0"/>
          <p:cNvSpPr txBox="1">
            <a:spLocks noGrp="1"/>
          </p:cNvSpPr>
          <p:nvPr>
            <p:ph type="subTitle" idx="4294967295"/>
          </p:nvPr>
        </p:nvSpPr>
        <p:spPr>
          <a:xfrm>
            <a:off x="315092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p</a:t>
            </a:r>
            <a:endParaRPr sz="11000" b="0" i="0" u="none" strike="noStrike" cap="none">
              <a:solidFill>
                <a:srgbClr val="2356AF"/>
              </a:solidFill>
              <a:latin typeface="Jost"/>
              <a:ea typeface="Jost"/>
              <a:cs typeface="Jost"/>
              <a:sym typeface="Jost"/>
            </a:endParaRPr>
          </a:p>
        </p:txBody>
      </p:sp>
      <p:sp>
        <p:nvSpPr>
          <p:cNvPr id="871" name="Google Shape;871;g2c4fb7f6616_1_0"/>
          <p:cNvSpPr txBox="1">
            <a:spLocks noGrp="1"/>
          </p:cNvSpPr>
          <p:nvPr>
            <p:ph type="subTitle" idx="4294967295"/>
          </p:nvPr>
        </p:nvSpPr>
        <p:spPr>
          <a:xfrm>
            <a:off x="379019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r</a:t>
            </a:r>
            <a:endParaRPr sz="11000" b="0" i="0" u="none" strike="noStrike" cap="none">
              <a:solidFill>
                <a:srgbClr val="2356AF"/>
              </a:solidFill>
              <a:latin typeface="Jost"/>
              <a:ea typeface="Jost"/>
              <a:cs typeface="Jost"/>
              <a:sym typeface="Jost"/>
            </a:endParaRPr>
          </a:p>
        </p:txBody>
      </p:sp>
      <p:sp>
        <p:nvSpPr>
          <p:cNvPr id="872" name="Google Shape;872;g2c4fb7f6616_1_0"/>
          <p:cNvSpPr/>
          <p:nvPr/>
        </p:nvSpPr>
        <p:spPr>
          <a:xfrm>
            <a:off x="457177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873" name="Google Shape;873;g2c4fb7f6616_1_0"/>
          <p:cNvSpPr txBox="1">
            <a:spLocks noGrp="1"/>
          </p:cNvSpPr>
          <p:nvPr>
            <p:ph type="subTitle" idx="4294967295"/>
          </p:nvPr>
        </p:nvSpPr>
        <p:spPr>
          <a:xfrm>
            <a:off x="426754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ED1C24"/>
                </a:solidFill>
                <a:latin typeface="Jost"/>
                <a:ea typeface="Jost"/>
                <a:cs typeface="Jost"/>
                <a:sym typeface="Jost"/>
              </a:rPr>
              <a:t>i</a:t>
            </a:r>
            <a:endParaRPr sz="11000" b="0" i="0" u="none" strike="noStrike" cap="none">
              <a:solidFill>
                <a:srgbClr val="ED1C24"/>
              </a:solidFill>
              <a:latin typeface="Jost"/>
              <a:ea typeface="Jost"/>
              <a:cs typeface="Jost"/>
              <a:sym typeface="Jost"/>
            </a:endParaRPr>
          </a:p>
        </p:txBody>
      </p:sp>
      <p:sp>
        <p:nvSpPr>
          <p:cNvPr id="874" name="Google Shape;87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5" name="Google Shape;87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6" name="Google Shape;87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7" name="Google Shape;87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1" name="Google Shape;88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2" name="Google Shape;882;g2c4fb7f6616_1_0"/>
          <p:cNvGrpSpPr/>
          <p:nvPr/>
        </p:nvGrpSpPr>
        <p:grpSpPr>
          <a:xfrm>
            <a:off x="-550" y="6984600"/>
            <a:ext cx="8596479" cy="808600"/>
            <a:chOff x="-550" y="6984600"/>
            <a:chExt cx="8596479" cy="808600"/>
          </a:xfrm>
        </p:grpSpPr>
        <p:sp>
          <p:nvSpPr>
            <p:cNvPr id="883" name="Google Shape;88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4" name="Google Shape;88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5" name="Google Shape;88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6" name="Google Shape;88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7" name="Google Shape;88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8" name="Google Shape;88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9" name="Google Shape;88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0" name="Google Shape;89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891" name="Google Shape;89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892" name="Google Shape;892;g2c4fb7f6616_1_0"/>
          <p:cNvSpPr/>
          <p:nvPr/>
        </p:nvSpPr>
        <p:spPr>
          <a:xfrm>
            <a:off x="5118816" y="4011900"/>
            <a:ext cx="1279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2c4fb7f6616_1_0"/>
          <p:cNvSpPr txBox="1">
            <a:spLocks noGrp="1"/>
          </p:cNvSpPr>
          <p:nvPr>
            <p:ph type="subTitle" idx="4294967295"/>
          </p:nvPr>
        </p:nvSpPr>
        <p:spPr>
          <a:xfrm>
            <a:off x="4776996" y="1324037"/>
            <a:ext cx="1950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FFD403"/>
                </a:solidFill>
                <a:latin typeface="Jost"/>
                <a:ea typeface="Jost"/>
                <a:cs typeface="Jost"/>
                <a:sym typeface="Jost"/>
              </a:rPr>
              <a:t>ng</a:t>
            </a:r>
            <a:endParaRPr sz="11000" b="0" i="0" u="none" strike="noStrike" cap="none">
              <a:solidFill>
                <a:srgbClr val="FFD403"/>
              </a:solidFill>
              <a:latin typeface="Jost"/>
              <a:ea typeface="Jost"/>
              <a:cs typeface="Jost"/>
              <a:sym typeface="Jost"/>
            </a:endParaRPr>
          </a:p>
        </p:txBody>
      </p:sp>
      <p:sp>
        <p:nvSpPr>
          <p:cNvPr id="894" name="Google Shape;894;g2c4fb7f6616_1_0"/>
          <p:cNvSpPr/>
          <p:nvPr/>
        </p:nvSpPr>
        <p:spPr>
          <a:xfrm>
            <a:off x="6661450" y="2384850"/>
            <a:ext cx="390000" cy="390000"/>
          </a:xfrm>
          <a:prstGeom prst="plus">
            <a:avLst>
              <a:gd name="adj" fmla="val 37299"/>
            </a:avLst>
          </a:prstGeom>
          <a:solidFill>
            <a:srgbClr val="CCCCC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ee89311998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1" name="Google Shape;901;g2ee89311998_0_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02" name="Google Shape;902;g2ee89311998_0_4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3" name="Google Shape;903;g2ee89311998_0_4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ee89311998_0_4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ee89311998_0_4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ee89311998_0_4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ee89311998_0_4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ee89311998_0_4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ee89311998_0_4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0" name="Google Shape;910;g2ee89311998_0_4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1" name="Google Shape;911;g2ee89311998_0_47"/>
          <p:cNvGrpSpPr/>
          <p:nvPr/>
        </p:nvGrpSpPr>
        <p:grpSpPr>
          <a:xfrm>
            <a:off x="-550" y="6984600"/>
            <a:ext cx="8596479" cy="808600"/>
            <a:chOff x="-550" y="6984600"/>
            <a:chExt cx="8596479" cy="808600"/>
          </a:xfrm>
        </p:grpSpPr>
        <p:sp>
          <p:nvSpPr>
            <p:cNvPr id="912" name="Google Shape;912;g2ee89311998_0_4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3" name="Google Shape;913;g2ee89311998_0_4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4" name="Google Shape;914;g2ee89311998_0_4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5" name="Google Shape;915;g2ee89311998_0_4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6" name="Google Shape;916;g2ee89311998_0_4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7" name="Google Shape;917;g2ee89311998_0_4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8" name="Google Shape;918;g2ee89311998_0_4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9" name="Google Shape;919;g2ee89311998_0_4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0" name="Google Shape;920;g2ee89311998_0_4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1" name="Google Shape;921;g2ee89311998_0_47"/>
          <p:cNvSpPr/>
          <p:nvPr/>
        </p:nvSpPr>
        <p:spPr>
          <a:xfrm>
            <a:off x="336219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ee89311998_0_47"/>
          <p:cNvSpPr/>
          <p:nvPr/>
        </p:nvSpPr>
        <p:spPr>
          <a:xfrm>
            <a:off x="3864571" y="3906888"/>
            <a:ext cx="390000" cy="390000"/>
          </a:xfrm>
          <a:prstGeom prst="ellipse">
            <a:avLst/>
          </a:prstGeom>
          <a:solidFill>
            <a:srgbClr val="EF8F2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F8F21"/>
              </a:solidFill>
              <a:latin typeface="Poppins"/>
              <a:ea typeface="Poppins"/>
              <a:cs typeface="Poppins"/>
              <a:sym typeface="Poppins"/>
            </a:endParaRPr>
          </a:p>
        </p:txBody>
      </p:sp>
      <p:sp>
        <p:nvSpPr>
          <p:cNvPr id="923" name="Google Shape;923;g2ee89311998_0_47"/>
          <p:cNvSpPr/>
          <p:nvPr/>
        </p:nvSpPr>
        <p:spPr>
          <a:xfrm>
            <a:off x="450627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ee89311998_0_47"/>
          <p:cNvSpPr txBox="1">
            <a:spLocks noGrp="1"/>
          </p:cNvSpPr>
          <p:nvPr>
            <p:ph type="subTitle" idx="4294967295"/>
          </p:nvPr>
        </p:nvSpPr>
        <p:spPr>
          <a:xfrm>
            <a:off x="308681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t</a:t>
            </a:r>
            <a:endParaRPr sz="11000" b="0" i="0" u="none" strike="noStrike" cap="none">
              <a:solidFill>
                <a:srgbClr val="2356AF"/>
              </a:solidFill>
              <a:latin typeface="Jost"/>
              <a:ea typeface="Jost"/>
              <a:cs typeface="Jost"/>
              <a:sym typeface="Jost"/>
            </a:endParaRPr>
          </a:p>
        </p:txBody>
      </p:sp>
      <p:sp>
        <p:nvSpPr>
          <p:cNvPr id="925" name="Google Shape;925;g2ee89311998_0_47"/>
          <p:cNvSpPr txBox="1">
            <a:spLocks noGrp="1"/>
          </p:cNvSpPr>
          <p:nvPr>
            <p:ph type="subTitle" idx="4294967295"/>
          </p:nvPr>
        </p:nvSpPr>
        <p:spPr>
          <a:xfrm>
            <a:off x="351516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F7941D"/>
                </a:solidFill>
                <a:latin typeface="Jost"/>
                <a:ea typeface="Jost"/>
                <a:cs typeface="Jost"/>
                <a:sym typeface="Jost"/>
              </a:rPr>
              <a:t>i</a:t>
            </a:r>
            <a:endParaRPr sz="11000" b="0" i="0" u="none" strike="noStrike" cap="none">
              <a:solidFill>
                <a:srgbClr val="F7941D"/>
              </a:solidFill>
              <a:latin typeface="Jost"/>
              <a:ea typeface="Jost"/>
              <a:cs typeface="Jost"/>
              <a:sym typeface="Jost"/>
            </a:endParaRPr>
          </a:p>
        </p:txBody>
      </p:sp>
      <p:sp>
        <p:nvSpPr>
          <p:cNvPr id="926" name="Google Shape;926;g2ee89311998_0_47"/>
          <p:cNvSpPr txBox="1">
            <a:spLocks noGrp="1"/>
          </p:cNvSpPr>
          <p:nvPr>
            <p:ph type="subTitle" idx="4294967295"/>
          </p:nvPr>
        </p:nvSpPr>
        <p:spPr>
          <a:xfrm>
            <a:off x="4155538" y="1300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m</a:t>
            </a:r>
            <a:endParaRPr sz="11000" b="0" i="0" u="none" strike="noStrike" cap="none">
              <a:solidFill>
                <a:srgbClr val="2356AF"/>
              </a:solidFill>
              <a:latin typeface="Jost"/>
              <a:ea typeface="Jost"/>
              <a:cs typeface="Jost"/>
              <a:sym typeface="Jost"/>
            </a:endParaRPr>
          </a:p>
        </p:txBody>
      </p:sp>
      <p:sp>
        <p:nvSpPr>
          <p:cNvPr id="927" name="Google Shape;927;g2ee89311998_0_47"/>
          <p:cNvSpPr txBox="1">
            <a:spLocks noGrp="1"/>
          </p:cNvSpPr>
          <p:nvPr>
            <p:ph type="subTitle" idx="4294967295"/>
          </p:nvPr>
        </p:nvSpPr>
        <p:spPr>
          <a:xfrm>
            <a:off x="5037488" y="1300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F7941D"/>
                </a:solidFill>
                <a:latin typeface="Jost"/>
                <a:ea typeface="Jost"/>
                <a:cs typeface="Jost"/>
                <a:sym typeface="Jost"/>
              </a:rPr>
              <a:t>e</a:t>
            </a:r>
            <a:endParaRPr sz="11000" b="0" i="0" u="none" strike="noStrike" cap="none">
              <a:solidFill>
                <a:srgbClr val="F7941D"/>
              </a:solidFill>
              <a:latin typeface="Jost"/>
              <a:ea typeface="Jost"/>
              <a:cs typeface="Jost"/>
              <a:sym typeface="Jost"/>
            </a:endParaRPr>
          </a:p>
        </p:txBody>
      </p:sp>
      <p:grpSp>
        <p:nvGrpSpPr>
          <p:cNvPr id="928" name="Google Shape;928;g2ee89311998_0_47"/>
          <p:cNvGrpSpPr/>
          <p:nvPr/>
        </p:nvGrpSpPr>
        <p:grpSpPr>
          <a:xfrm>
            <a:off x="3981461" y="1462475"/>
            <a:ext cx="1612500" cy="401879"/>
            <a:chOff x="3511953" y="1310075"/>
            <a:chExt cx="1612500" cy="401879"/>
          </a:xfrm>
        </p:grpSpPr>
        <p:sp>
          <p:nvSpPr>
            <p:cNvPr id="929" name="Google Shape;929;g2ee89311998_0_47"/>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ee89311998_0_47"/>
            <p:cNvSpPr/>
            <p:nvPr/>
          </p:nvSpPr>
          <p:spPr>
            <a:xfrm>
              <a:off x="3511953" y="1310075"/>
              <a:ext cx="16125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ee89311998_0_47"/>
            <p:cNvSpPr/>
            <p:nvPr/>
          </p:nvSpPr>
          <p:spPr>
            <a:xfrm rot="-5400000">
              <a:off x="4897653"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32" name="Google Shape;932;g2ee89311998_0_47"/>
          <p:cNvSpPr/>
          <p:nvPr/>
        </p:nvSpPr>
        <p:spPr>
          <a:xfrm>
            <a:off x="2896975" y="2384850"/>
            <a:ext cx="390000" cy="390000"/>
          </a:xfrm>
          <a:prstGeom prst="plus">
            <a:avLst>
              <a:gd name="adj" fmla="val 37299"/>
            </a:avLst>
          </a:prstGeom>
          <a:solidFill>
            <a:srgbClr val="CCCCC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ee89311998_0_47"/>
          <p:cNvSpPr/>
          <p:nvPr/>
        </p:nvSpPr>
        <p:spPr>
          <a:xfrm>
            <a:off x="6119175" y="2405550"/>
            <a:ext cx="480300" cy="369300"/>
          </a:xfrm>
          <a:prstGeom prst="mathEqual">
            <a:avLst>
              <a:gd name="adj1" fmla="val 23520"/>
              <a:gd name="adj2" fmla="val 11760"/>
            </a:avLst>
          </a:prstGeom>
          <a:solidFill>
            <a:srgbClr val="CCCCC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ee89311998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0" name="Google Shape;940;g2ee8931199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1" name="Google Shape;941;g2ee89311998_0_0"/>
          <p:cNvSpPr/>
          <p:nvPr/>
        </p:nvSpPr>
        <p:spPr>
          <a:xfrm>
            <a:off x="142711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2ee89311998_0_0"/>
          <p:cNvSpPr/>
          <p:nvPr/>
        </p:nvSpPr>
        <p:spPr>
          <a:xfrm>
            <a:off x="208189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ee89311998_0_0"/>
          <p:cNvSpPr/>
          <p:nvPr/>
        </p:nvSpPr>
        <p:spPr>
          <a:xfrm>
            <a:off x="271762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4" name="Google Shape;944;g2ee89311998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5" name="Google Shape;945;g2ee89311998_0_0"/>
          <p:cNvSpPr txBox="1">
            <a:spLocks noGrp="1"/>
          </p:cNvSpPr>
          <p:nvPr>
            <p:ph type="subTitle" idx="4294967295"/>
          </p:nvPr>
        </p:nvSpPr>
        <p:spPr>
          <a:xfrm>
            <a:off x="111226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s</a:t>
            </a:r>
            <a:endParaRPr sz="11000" b="0" i="0" u="none" strike="noStrike" cap="none">
              <a:solidFill>
                <a:srgbClr val="2356AF"/>
              </a:solidFill>
              <a:latin typeface="Jost"/>
              <a:ea typeface="Jost"/>
              <a:cs typeface="Jost"/>
              <a:sym typeface="Jost"/>
            </a:endParaRPr>
          </a:p>
        </p:txBody>
      </p:sp>
      <p:sp>
        <p:nvSpPr>
          <p:cNvPr id="946" name="Google Shape;946;g2ee89311998_0_0"/>
          <p:cNvSpPr txBox="1">
            <a:spLocks noGrp="1"/>
          </p:cNvSpPr>
          <p:nvPr>
            <p:ph type="subTitle" idx="4294967295"/>
          </p:nvPr>
        </p:nvSpPr>
        <p:spPr>
          <a:xfrm>
            <a:off x="184678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p</a:t>
            </a:r>
            <a:endParaRPr sz="11000" b="0" i="0" u="none" strike="noStrike" cap="none">
              <a:solidFill>
                <a:srgbClr val="2356AF"/>
              </a:solidFill>
              <a:latin typeface="Jost"/>
              <a:ea typeface="Jost"/>
              <a:cs typeface="Jost"/>
              <a:sym typeface="Jost"/>
            </a:endParaRPr>
          </a:p>
        </p:txBody>
      </p:sp>
      <p:sp>
        <p:nvSpPr>
          <p:cNvPr id="947" name="Google Shape;947;g2ee89311998_0_0"/>
          <p:cNvSpPr txBox="1">
            <a:spLocks noGrp="1"/>
          </p:cNvSpPr>
          <p:nvPr>
            <p:ph type="subTitle" idx="4294967295"/>
          </p:nvPr>
        </p:nvSpPr>
        <p:spPr>
          <a:xfrm>
            <a:off x="24860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r</a:t>
            </a:r>
            <a:endParaRPr sz="11000" b="0" i="0" u="none" strike="noStrike" cap="none">
              <a:solidFill>
                <a:srgbClr val="2356AF"/>
              </a:solidFill>
              <a:latin typeface="Jost"/>
              <a:ea typeface="Jost"/>
              <a:cs typeface="Jost"/>
              <a:sym typeface="Jost"/>
            </a:endParaRPr>
          </a:p>
        </p:txBody>
      </p:sp>
      <p:sp>
        <p:nvSpPr>
          <p:cNvPr id="948" name="Google Shape;948;g2ee89311998_0_0"/>
          <p:cNvSpPr/>
          <p:nvPr/>
        </p:nvSpPr>
        <p:spPr>
          <a:xfrm>
            <a:off x="326762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49" name="Google Shape;949;g2ee89311998_0_0"/>
          <p:cNvSpPr txBox="1">
            <a:spLocks noGrp="1"/>
          </p:cNvSpPr>
          <p:nvPr>
            <p:ph type="subTitle" idx="4294967295"/>
          </p:nvPr>
        </p:nvSpPr>
        <p:spPr>
          <a:xfrm>
            <a:off x="296339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ED1C24"/>
                </a:solidFill>
                <a:latin typeface="Jost"/>
                <a:ea typeface="Jost"/>
                <a:cs typeface="Jost"/>
                <a:sym typeface="Jost"/>
              </a:rPr>
              <a:t>i</a:t>
            </a:r>
            <a:endParaRPr sz="11000" b="0" i="0" u="none" strike="noStrike" cap="none">
              <a:solidFill>
                <a:srgbClr val="ED1C24"/>
              </a:solidFill>
              <a:latin typeface="Jost"/>
              <a:ea typeface="Jost"/>
              <a:cs typeface="Jost"/>
              <a:sym typeface="Jost"/>
            </a:endParaRPr>
          </a:p>
        </p:txBody>
      </p:sp>
      <p:sp>
        <p:nvSpPr>
          <p:cNvPr id="950" name="Google Shape;950;g2ee89311998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ee89311998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ee89311998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ee89311998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ee89311998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ee89311998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ee89311998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ee89311998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8" name="Google Shape;958;g2ee89311998_0_0"/>
          <p:cNvGrpSpPr/>
          <p:nvPr/>
        </p:nvGrpSpPr>
        <p:grpSpPr>
          <a:xfrm>
            <a:off x="-550" y="6984600"/>
            <a:ext cx="8596479" cy="808600"/>
            <a:chOff x="-550" y="6984600"/>
            <a:chExt cx="8596479" cy="808600"/>
          </a:xfrm>
        </p:grpSpPr>
        <p:sp>
          <p:nvSpPr>
            <p:cNvPr id="959" name="Google Shape;959;g2ee89311998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0" name="Google Shape;960;g2ee89311998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1" name="Google Shape;961;g2ee89311998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2" name="Google Shape;962;g2ee89311998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3" name="Google Shape;963;g2ee89311998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4" name="Google Shape;964;g2ee89311998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5" name="Google Shape;965;g2ee89311998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6" name="Google Shape;966;g2ee89311998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7" name="Google Shape;967;g2ee89311998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8" name="Google Shape;968;g2ee89311998_0_0"/>
          <p:cNvSpPr/>
          <p:nvPr/>
        </p:nvSpPr>
        <p:spPr>
          <a:xfrm>
            <a:off x="533674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ee89311998_0_0"/>
          <p:cNvSpPr/>
          <p:nvPr/>
        </p:nvSpPr>
        <p:spPr>
          <a:xfrm>
            <a:off x="5839124" y="3906888"/>
            <a:ext cx="390000" cy="390000"/>
          </a:xfrm>
          <a:prstGeom prst="ellipse">
            <a:avLst/>
          </a:prstGeom>
          <a:solidFill>
            <a:srgbClr val="EF8F2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F8F21"/>
              </a:solidFill>
              <a:latin typeface="Poppins"/>
              <a:ea typeface="Poppins"/>
              <a:cs typeface="Poppins"/>
              <a:sym typeface="Poppins"/>
            </a:endParaRPr>
          </a:p>
        </p:txBody>
      </p:sp>
      <p:sp>
        <p:nvSpPr>
          <p:cNvPr id="970" name="Google Shape;970;g2ee89311998_0_0"/>
          <p:cNvSpPr/>
          <p:nvPr/>
        </p:nvSpPr>
        <p:spPr>
          <a:xfrm>
            <a:off x="64808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ee89311998_0_0"/>
          <p:cNvSpPr txBox="1">
            <a:spLocks noGrp="1"/>
          </p:cNvSpPr>
          <p:nvPr>
            <p:ph type="subTitle" idx="4294967295"/>
          </p:nvPr>
        </p:nvSpPr>
        <p:spPr>
          <a:xfrm>
            <a:off x="506136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t</a:t>
            </a:r>
            <a:endParaRPr sz="11000" b="0" i="0" u="none" strike="noStrike" cap="none">
              <a:solidFill>
                <a:srgbClr val="2356AF"/>
              </a:solidFill>
              <a:latin typeface="Jost"/>
              <a:ea typeface="Jost"/>
              <a:cs typeface="Jost"/>
              <a:sym typeface="Jost"/>
            </a:endParaRPr>
          </a:p>
        </p:txBody>
      </p:sp>
      <p:sp>
        <p:nvSpPr>
          <p:cNvPr id="972" name="Google Shape;972;g2ee89311998_0_0"/>
          <p:cNvSpPr txBox="1">
            <a:spLocks noGrp="1"/>
          </p:cNvSpPr>
          <p:nvPr>
            <p:ph type="subTitle" idx="4294967295"/>
          </p:nvPr>
        </p:nvSpPr>
        <p:spPr>
          <a:xfrm>
            <a:off x="548971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F7941D"/>
                </a:solidFill>
                <a:latin typeface="Jost"/>
                <a:ea typeface="Jost"/>
                <a:cs typeface="Jost"/>
                <a:sym typeface="Jost"/>
              </a:rPr>
              <a:t>i</a:t>
            </a:r>
            <a:endParaRPr sz="11000" b="0" i="0" u="none" strike="noStrike" cap="none">
              <a:solidFill>
                <a:srgbClr val="F7941D"/>
              </a:solidFill>
              <a:latin typeface="Jost"/>
              <a:ea typeface="Jost"/>
              <a:cs typeface="Jost"/>
              <a:sym typeface="Jost"/>
            </a:endParaRPr>
          </a:p>
        </p:txBody>
      </p:sp>
      <p:sp>
        <p:nvSpPr>
          <p:cNvPr id="973" name="Google Shape;973;g2ee89311998_0_0"/>
          <p:cNvSpPr txBox="1">
            <a:spLocks noGrp="1"/>
          </p:cNvSpPr>
          <p:nvPr>
            <p:ph type="subTitle" idx="4294967295"/>
          </p:nvPr>
        </p:nvSpPr>
        <p:spPr>
          <a:xfrm>
            <a:off x="6130090" y="1300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2356AF"/>
                </a:solidFill>
                <a:latin typeface="Jost"/>
                <a:ea typeface="Jost"/>
                <a:cs typeface="Jost"/>
                <a:sym typeface="Jost"/>
              </a:rPr>
              <a:t>m</a:t>
            </a:r>
            <a:endParaRPr sz="11000" b="0" i="0" u="none" strike="noStrike" cap="none">
              <a:solidFill>
                <a:srgbClr val="2356AF"/>
              </a:solidFill>
              <a:latin typeface="Jost"/>
              <a:ea typeface="Jost"/>
              <a:cs typeface="Jost"/>
              <a:sym typeface="Jost"/>
            </a:endParaRPr>
          </a:p>
        </p:txBody>
      </p:sp>
      <p:sp>
        <p:nvSpPr>
          <p:cNvPr id="974" name="Google Shape;974;g2ee89311998_0_0"/>
          <p:cNvSpPr txBox="1">
            <a:spLocks noGrp="1"/>
          </p:cNvSpPr>
          <p:nvPr>
            <p:ph type="subTitle" idx="4294967295"/>
          </p:nvPr>
        </p:nvSpPr>
        <p:spPr>
          <a:xfrm>
            <a:off x="7012040" y="1300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F7941D"/>
                </a:solidFill>
                <a:latin typeface="Jost"/>
                <a:ea typeface="Jost"/>
                <a:cs typeface="Jost"/>
                <a:sym typeface="Jost"/>
              </a:rPr>
              <a:t>e</a:t>
            </a:r>
            <a:endParaRPr sz="11000" b="0" i="0" u="none" strike="noStrike" cap="none">
              <a:solidFill>
                <a:srgbClr val="F7941D"/>
              </a:solidFill>
              <a:latin typeface="Jost"/>
              <a:ea typeface="Jost"/>
              <a:cs typeface="Jost"/>
              <a:sym typeface="Jost"/>
            </a:endParaRPr>
          </a:p>
        </p:txBody>
      </p:sp>
      <p:sp>
        <p:nvSpPr>
          <p:cNvPr id="975" name="Google Shape;975;g2ee89311998_0_0"/>
          <p:cNvSpPr/>
          <p:nvPr/>
        </p:nvSpPr>
        <p:spPr>
          <a:xfrm>
            <a:off x="3814672" y="4011900"/>
            <a:ext cx="1279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ee89311998_0_0"/>
          <p:cNvSpPr txBox="1">
            <a:spLocks noGrp="1"/>
          </p:cNvSpPr>
          <p:nvPr>
            <p:ph type="subTitle" idx="4294967295"/>
          </p:nvPr>
        </p:nvSpPr>
        <p:spPr>
          <a:xfrm>
            <a:off x="3472851" y="1324037"/>
            <a:ext cx="1950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1000" b="0" i="0" u="none" strike="noStrike" cap="none">
                <a:solidFill>
                  <a:srgbClr val="FFD403"/>
                </a:solidFill>
                <a:latin typeface="Jost"/>
                <a:ea typeface="Jost"/>
                <a:cs typeface="Jost"/>
                <a:sym typeface="Jost"/>
              </a:rPr>
              <a:t>ng</a:t>
            </a:r>
            <a:endParaRPr sz="11000" b="0" i="0" u="none" strike="noStrike" cap="none">
              <a:solidFill>
                <a:srgbClr val="FFD403"/>
              </a:solidFill>
              <a:latin typeface="Jost"/>
              <a:ea typeface="Jost"/>
              <a:cs typeface="Jost"/>
              <a:sym typeface="Jost"/>
            </a:endParaRPr>
          </a:p>
        </p:txBody>
      </p:sp>
      <p:grpSp>
        <p:nvGrpSpPr>
          <p:cNvPr id="977" name="Google Shape;977;g2ee89311998_0_0"/>
          <p:cNvGrpSpPr/>
          <p:nvPr/>
        </p:nvGrpSpPr>
        <p:grpSpPr>
          <a:xfrm>
            <a:off x="5956013" y="1462475"/>
            <a:ext cx="1612500" cy="401879"/>
            <a:chOff x="3511953" y="1310075"/>
            <a:chExt cx="1612500" cy="401879"/>
          </a:xfrm>
        </p:grpSpPr>
        <p:sp>
          <p:nvSpPr>
            <p:cNvPr id="978" name="Google Shape;978;g2ee89311998_0_0"/>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ee89311998_0_0"/>
            <p:cNvSpPr/>
            <p:nvPr/>
          </p:nvSpPr>
          <p:spPr>
            <a:xfrm>
              <a:off x="3511953" y="1310075"/>
              <a:ext cx="16125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ee89311998_0_0"/>
            <p:cNvSpPr/>
            <p:nvPr/>
          </p:nvSpPr>
          <p:spPr>
            <a:xfrm rot="-5400000">
              <a:off x="4897653"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81" name="Google Shape;981;g2ee89311998_0_0"/>
          <p:cNvSpPr/>
          <p:nvPr/>
        </p:nvSpPr>
        <p:spPr>
          <a:xfrm>
            <a:off x="5153057"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8" name="Google Shape;98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95" name="Google Shape;995;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996" name="Google Shape;996;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997" name="Google Shape;997;g2dadbbe58d1_1_3"/>
          <p:cNvPicPr preferRelativeResize="0"/>
          <p:nvPr/>
        </p:nvPicPr>
        <p:blipFill rotWithShape="1">
          <a:blip r:embed="rId3">
            <a:alphaModFix/>
          </a:blip>
          <a:srcRect l="16523" t="5950" r="16523" b="32130"/>
          <a:stretch/>
        </p:blipFill>
        <p:spPr>
          <a:xfrm>
            <a:off x="2009500" y="716225"/>
            <a:ext cx="1951800" cy="2164891"/>
          </a:xfrm>
          <a:prstGeom prst="rect">
            <a:avLst/>
          </a:prstGeom>
          <a:noFill/>
          <a:ln>
            <a:noFill/>
          </a:ln>
        </p:spPr>
      </p:pic>
      <p:pic>
        <p:nvPicPr>
          <p:cNvPr id="998" name="Google Shape;998;g2dadbbe58d1_1_3"/>
          <p:cNvPicPr preferRelativeResize="0"/>
          <p:nvPr/>
        </p:nvPicPr>
        <p:blipFill rotWithShape="1">
          <a:blip r:embed="rId4">
            <a:alphaModFix/>
          </a:blip>
          <a:srcRect l="22149" t="5954" r="22142" b="36739"/>
          <a:stretch/>
        </p:blipFill>
        <p:spPr>
          <a:xfrm>
            <a:off x="5292838" y="716225"/>
            <a:ext cx="1796643" cy="2217300"/>
          </a:xfrm>
          <a:prstGeom prst="rect">
            <a:avLst/>
          </a:prstGeom>
          <a:noFill/>
          <a:ln>
            <a:noFill/>
          </a:ln>
        </p:spPr>
      </p:pic>
      <p:grpSp>
        <p:nvGrpSpPr>
          <p:cNvPr id="999" name="Google Shape;999;g2dadbbe58d1_1_3"/>
          <p:cNvGrpSpPr/>
          <p:nvPr/>
        </p:nvGrpSpPr>
        <p:grpSpPr>
          <a:xfrm>
            <a:off x="4440150" y="898925"/>
            <a:ext cx="263700" cy="1851900"/>
            <a:chOff x="4679338" y="3614075"/>
            <a:chExt cx="263700" cy="1851900"/>
          </a:xfrm>
        </p:grpSpPr>
        <p:cxnSp>
          <p:nvCxnSpPr>
            <p:cNvPr id="1000" name="Google Shape;1000;g2dadbbe58d1_1_3"/>
            <p:cNvCxnSpPr/>
            <p:nvPr/>
          </p:nvCxnSpPr>
          <p:spPr>
            <a:xfrm rot="10800000">
              <a:off x="4811211" y="3614075"/>
              <a:ext cx="0" cy="1851900"/>
            </a:xfrm>
            <a:prstGeom prst="straightConnector1">
              <a:avLst/>
            </a:prstGeom>
            <a:noFill/>
            <a:ln w="28575" cap="flat" cmpd="sng">
              <a:solidFill>
                <a:srgbClr val="C2EDFF"/>
              </a:solidFill>
              <a:prstDash val="solid"/>
              <a:miter lim="800000"/>
              <a:headEnd type="none" w="sm" len="sm"/>
              <a:tailEnd type="none" w="sm" len="sm"/>
            </a:ln>
          </p:spPr>
        </p:cxnSp>
        <p:grpSp>
          <p:nvGrpSpPr>
            <p:cNvPr id="1001" name="Google Shape;1001;g2dadbbe58d1_1_3"/>
            <p:cNvGrpSpPr/>
            <p:nvPr/>
          </p:nvGrpSpPr>
          <p:grpSpPr>
            <a:xfrm flipH="1">
              <a:off x="4679338" y="4482000"/>
              <a:ext cx="263700" cy="263700"/>
              <a:chOff x="3415325" y="4484375"/>
              <a:chExt cx="263700" cy="263700"/>
            </a:xfrm>
          </p:grpSpPr>
          <p:sp>
            <p:nvSpPr>
              <p:cNvPr id="1002" name="Google Shape;1002;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03" name="Google Shape;1003;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04" name="Google Shape;1004;g2dadbbe58d1_1_3"/>
          <p:cNvGrpSpPr/>
          <p:nvPr/>
        </p:nvGrpSpPr>
        <p:grpSpPr>
          <a:xfrm>
            <a:off x="1876533" y="3614075"/>
            <a:ext cx="5390934" cy="1851900"/>
            <a:chOff x="1876533" y="3614075"/>
            <a:chExt cx="5390934" cy="1851900"/>
          </a:xfrm>
        </p:grpSpPr>
        <p:sp>
          <p:nvSpPr>
            <p:cNvPr id="1005" name="Google Shape;1005;g2dadbbe58d1_1_3"/>
            <p:cNvSpPr/>
            <p:nvPr/>
          </p:nvSpPr>
          <p:spPr>
            <a:xfrm flipH="1">
              <a:off x="1877067" y="3629300"/>
              <a:ext cx="53904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06" name="Google Shape;1006;g2dadbbe58d1_1_3"/>
            <p:cNvGrpSpPr/>
            <p:nvPr/>
          </p:nvGrpSpPr>
          <p:grpSpPr>
            <a:xfrm flipH="1">
              <a:off x="1876533" y="4063875"/>
              <a:ext cx="5390175" cy="1170725"/>
              <a:chOff x="1181250" y="4063875"/>
              <a:chExt cx="6781800" cy="1170725"/>
            </a:xfrm>
          </p:grpSpPr>
          <p:cxnSp>
            <p:nvCxnSpPr>
              <p:cNvPr id="1007" name="Google Shape;1007;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8" name="Google Shape;1008;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9" name="Google Shape;1009;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0" name="Google Shape;1010;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11" name="Google Shape;1011;g2dadbbe58d1_1_3"/>
            <p:cNvCxnSpPr/>
            <p:nvPr/>
          </p:nvCxnSpPr>
          <p:spPr>
            <a:xfrm rot="10800000">
              <a:off x="4855161"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12" name="Google Shape;1012;g2dadbbe58d1_1_3"/>
            <p:cNvGrpSpPr/>
            <p:nvPr/>
          </p:nvGrpSpPr>
          <p:grpSpPr>
            <a:xfrm>
              <a:off x="3839061" y="3614075"/>
              <a:ext cx="263700" cy="1851900"/>
              <a:chOff x="4679338" y="3614075"/>
              <a:chExt cx="263700" cy="1851900"/>
            </a:xfrm>
          </p:grpSpPr>
          <p:cxnSp>
            <p:nvCxnSpPr>
              <p:cNvPr id="1013" name="Google Shape;1013;g2dadbbe58d1_1_3"/>
              <p:cNvCxnSpPr/>
              <p:nvPr/>
            </p:nvCxnSpPr>
            <p:spPr>
              <a:xfrm rot="10800000">
                <a:off x="4811211" y="3614075"/>
                <a:ext cx="0" cy="1851900"/>
              </a:xfrm>
              <a:prstGeom prst="straightConnector1">
                <a:avLst/>
              </a:prstGeom>
              <a:noFill/>
              <a:ln w="38100" cap="flat" cmpd="sng">
                <a:solidFill>
                  <a:srgbClr val="C2EDFF"/>
                </a:solidFill>
                <a:prstDash val="solid"/>
                <a:miter lim="800000"/>
                <a:headEnd type="none" w="sm" len="sm"/>
                <a:tailEnd type="none" w="sm" len="sm"/>
              </a:ln>
            </p:spPr>
          </p:cxnSp>
          <p:grpSp>
            <p:nvGrpSpPr>
              <p:cNvPr id="1014" name="Google Shape;1014;g2dadbbe58d1_1_3"/>
              <p:cNvGrpSpPr/>
              <p:nvPr/>
            </p:nvGrpSpPr>
            <p:grpSpPr>
              <a:xfrm flipH="1">
                <a:off x="4679338" y="4482000"/>
                <a:ext cx="263700" cy="263700"/>
                <a:chOff x="3415325" y="4484375"/>
                <a:chExt cx="263700" cy="263700"/>
              </a:xfrm>
            </p:grpSpPr>
            <p:sp>
              <p:nvSpPr>
                <p:cNvPr id="1015" name="Google Shape;1015;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16" name="Google Shape;1016;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17" name="Google Shape;1017;g2dadbbe58d1_1_3"/>
            <p:cNvCxnSpPr/>
            <p:nvPr/>
          </p:nvCxnSpPr>
          <p:spPr>
            <a:xfrm rot="10800000">
              <a:off x="5640536"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18" name="Google Shape;1018;g2dadbbe58d1_1_3"/>
          <p:cNvSpPr txBox="1"/>
          <p:nvPr/>
        </p:nvSpPr>
        <p:spPr>
          <a:xfrm>
            <a:off x="1877018" y="4064350"/>
            <a:ext cx="19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e</a:t>
            </a:r>
            <a:r>
              <a:rPr lang="en-US" sz="7100" b="0" i="0" u="none" strike="noStrike" cap="none">
                <a:solidFill>
                  <a:srgbClr val="993FA2"/>
                </a:solidFill>
                <a:latin typeface="Poppins"/>
                <a:ea typeface="Poppins"/>
                <a:cs typeface="Poppins"/>
                <a:sym typeface="Poppins"/>
              </a:rPr>
              <a:t>a</a:t>
            </a:r>
            <a:r>
              <a:rPr lang="en-US" sz="8500" b="0" i="0" u="none" strike="noStrike" cap="none">
                <a:solidFill>
                  <a:srgbClr val="993FA2"/>
                </a:solidFill>
                <a:latin typeface="Jost"/>
                <a:ea typeface="Jost"/>
                <a:cs typeface="Jost"/>
                <a:sym typeface="Jost"/>
              </a:rPr>
              <a:t>r</a:t>
            </a:r>
            <a:endParaRPr sz="7500" b="0" i="0" u="none" strike="noStrike" cap="none">
              <a:solidFill>
                <a:srgbClr val="993FA2"/>
              </a:solidFill>
              <a:latin typeface="Poppins"/>
              <a:ea typeface="Poppins"/>
              <a:cs typeface="Poppins"/>
              <a:sym typeface="Poppins"/>
            </a:endParaRPr>
          </a:p>
        </p:txBody>
      </p:sp>
      <p:sp>
        <p:nvSpPr>
          <p:cNvPr id="1019" name="Google Shape;1019;g2dadbbe58d1_1_3"/>
          <p:cNvSpPr txBox="1"/>
          <p:nvPr/>
        </p:nvSpPr>
        <p:spPr>
          <a:xfrm>
            <a:off x="4113030" y="4064350"/>
            <a:ext cx="751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ED1C24"/>
              </a:solidFill>
              <a:latin typeface="Jost"/>
              <a:ea typeface="Jost"/>
              <a:cs typeface="Jost"/>
              <a:sym typeface="Jost"/>
            </a:endParaRPr>
          </a:p>
        </p:txBody>
      </p:sp>
      <p:sp>
        <p:nvSpPr>
          <p:cNvPr id="1020" name="Google Shape;1020;g2dadbbe58d1_1_3"/>
          <p:cNvSpPr txBox="1"/>
          <p:nvPr/>
        </p:nvSpPr>
        <p:spPr>
          <a:xfrm>
            <a:off x="4874468" y="4064350"/>
            <a:ext cx="751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021" name="Google Shape;1021;g2dadbbe58d1_1_3"/>
          <p:cNvSpPr txBox="1"/>
          <p:nvPr/>
        </p:nvSpPr>
        <p:spPr>
          <a:xfrm>
            <a:off x="5640543" y="4064350"/>
            <a:ext cx="1626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ng</a:t>
            </a:r>
            <a:endParaRPr sz="8500" b="0" i="0" u="none" strike="noStrike" cap="none">
              <a:solidFill>
                <a:srgbClr val="FFD403"/>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e848f08cce_0_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28" name="Google Shape;1028;g2e848f08cce_0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1029" name="Google Shape;1029;g2e848f08cce_0_92"/>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30" name="Google Shape;1030;g2e848f08cce_0_92"/>
          <p:cNvGrpSpPr/>
          <p:nvPr/>
        </p:nvGrpSpPr>
        <p:grpSpPr>
          <a:xfrm>
            <a:off x="1876533" y="3614075"/>
            <a:ext cx="5390934" cy="1851900"/>
            <a:chOff x="1876533" y="3614075"/>
            <a:chExt cx="5390934" cy="1851900"/>
          </a:xfrm>
        </p:grpSpPr>
        <p:sp>
          <p:nvSpPr>
            <p:cNvPr id="1031" name="Google Shape;1031;g2e848f08cce_0_92"/>
            <p:cNvSpPr/>
            <p:nvPr/>
          </p:nvSpPr>
          <p:spPr>
            <a:xfrm flipH="1">
              <a:off x="1877067" y="3629300"/>
              <a:ext cx="53904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2" name="Google Shape;1032;g2e848f08cce_0_92"/>
            <p:cNvGrpSpPr/>
            <p:nvPr/>
          </p:nvGrpSpPr>
          <p:grpSpPr>
            <a:xfrm flipH="1">
              <a:off x="1876533" y="4063875"/>
              <a:ext cx="5390175" cy="1170725"/>
              <a:chOff x="1181250" y="4063875"/>
              <a:chExt cx="6781800" cy="1170725"/>
            </a:xfrm>
          </p:grpSpPr>
          <p:cxnSp>
            <p:nvCxnSpPr>
              <p:cNvPr id="1033" name="Google Shape;1033;g2e848f08cce_0_92"/>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4" name="Google Shape;1034;g2e848f08cce_0_92"/>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5" name="Google Shape;1035;g2e848f08cce_0_92"/>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6" name="Google Shape;1036;g2e848f08cce_0_92"/>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37" name="Google Shape;1037;g2e848f08cce_0_92"/>
            <p:cNvCxnSpPr/>
            <p:nvPr/>
          </p:nvCxnSpPr>
          <p:spPr>
            <a:xfrm rot="10800000">
              <a:off x="4855161"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38" name="Google Shape;1038;g2e848f08cce_0_92"/>
            <p:cNvGrpSpPr/>
            <p:nvPr/>
          </p:nvGrpSpPr>
          <p:grpSpPr>
            <a:xfrm>
              <a:off x="3839061" y="3614075"/>
              <a:ext cx="263700" cy="1851900"/>
              <a:chOff x="4679338" y="3614075"/>
              <a:chExt cx="263700" cy="1851900"/>
            </a:xfrm>
          </p:grpSpPr>
          <p:cxnSp>
            <p:nvCxnSpPr>
              <p:cNvPr id="1039" name="Google Shape;1039;g2e848f08cce_0_92"/>
              <p:cNvCxnSpPr/>
              <p:nvPr/>
            </p:nvCxnSpPr>
            <p:spPr>
              <a:xfrm rot="10800000">
                <a:off x="4811211" y="3614075"/>
                <a:ext cx="0" cy="1851900"/>
              </a:xfrm>
              <a:prstGeom prst="straightConnector1">
                <a:avLst/>
              </a:prstGeom>
              <a:noFill/>
              <a:ln w="38100" cap="flat" cmpd="sng">
                <a:solidFill>
                  <a:srgbClr val="C2EDFF"/>
                </a:solidFill>
                <a:prstDash val="solid"/>
                <a:miter lim="800000"/>
                <a:headEnd type="none" w="sm" len="sm"/>
                <a:tailEnd type="none" w="sm" len="sm"/>
              </a:ln>
            </p:spPr>
          </p:cxnSp>
          <p:grpSp>
            <p:nvGrpSpPr>
              <p:cNvPr id="1040" name="Google Shape;1040;g2e848f08cce_0_92"/>
              <p:cNvGrpSpPr/>
              <p:nvPr/>
            </p:nvGrpSpPr>
            <p:grpSpPr>
              <a:xfrm flipH="1">
                <a:off x="4679338" y="4482000"/>
                <a:ext cx="263700" cy="263700"/>
                <a:chOff x="3415325" y="4484375"/>
                <a:chExt cx="263700" cy="263700"/>
              </a:xfrm>
            </p:grpSpPr>
            <p:sp>
              <p:nvSpPr>
                <p:cNvPr id="1041" name="Google Shape;1041;g2e848f08cce_0_92"/>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42" name="Google Shape;1042;g2e848f08cce_0_92"/>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43" name="Google Shape;1043;g2e848f08cce_0_92"/>
            <p:cNvCxnSpPr/>
            <p:nvPr/>
          </p:nvCxnSpPr>
          <p:spPr>
            <a:xfrm rot="10800000">
              <a:off x="5640536"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44" name="Google Shape;1044;g2e848f08cce_0_92"/>
          <p:cNvSpPr txBox="1"/>
          <p:nvPr/>
        </p:nvSpPr>
        <p:spPr>
          <a:xfrm>
            <a:off x="1877018" y="4064350"/>
            <a:ext cx="19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e</a:t>
            </a:r>
            <a:r>
              <a:rPr lang="en-US" sz="7100" b="0" i="0" u="none" strike="noStrike" cap="none">
                <a:solidFill>
                  <a:srgbClr val="993FA2"/>
                </a:solidFill>
                <a:latin typeface="Poppins"/>
                <a:ea typeface="Poppins"/>
                <a:cs typeface="Poppins"/>
                <a:sym typeface="Poppins"/>
              </a:rPr>
              <a:t>a</a:t>
            </a:r>
            <a:r>
              <a:rPr lang="en-US" sz="8500" b="0" i="0" u="none" strike="noStrike" cap="none">
                <a:solidFill>
                  <a:srgbClr val="993FA2"/>
                </a:solidFill>
                <a:latin typeface="Jost"/>
                <a:ea typeface="Jost"/>
                <a:cs typeface="Jost"/>
                <a:sym typeface="Jost"/>
              </a:rPr>
              <a:t>r</a:t>
            </a:r>
            <a:endParaRPr sz="7500" b="0" i="0" u="none" strike="noStrike" cap="none">
              <a:solidFill>
                <a:srgbClr val="993FA2"/>
              </a:solidFill>
              <a:latin typeface="Poppins"/>
              <a:ea typeface="Poppins"/>
              <a:cs typeface="Poppins"/>
              <a:sym typeface="Poppins"/>
            </a:endParaRPr>
          </a:p>
        </p:txBody>
      </p:sp>
      <p:sp>
        <p:nvSpPr>
          <p:cNvPr id="1045" name="Google Shape;1045;g2e848f08cce_0_92"/>
          <p:cNvSpPr txBox="1"/>
          <p:nvPr/>
        </p:nvSpPr>
        <p:spPr>
          <a:xfrm>
            <a:off x="4113030" y="4064350"/>
            <a:ext cx="751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ED1C24"/>
              </a:solidFill>
              <a:latin typeface="Jost"/>
              <a:ea typeface="Jost"/>
              <a:cs typeface="Jost"/>
              <a:sym typeface="Jost"/>
            </a:endParaRPr>
          </a:p>
        </p:txBody>
      </p:sp>
      <p:sp>
        <p:nvSpPr>
          <p:cNvPr id="1046" name="Google Shape;1046;g2e848f08cce_0_92"/>
          <p:cNvSpPr txBox="1"/>
          <p:nvPr/>
        </p:nvSpPr>
        <p:spPr>
          <a:xfrm>
            <a:off x="4874468" y="4064350"/>
            <a:ext cx="751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047" name="Google Shape;1047;g2e848f08cce_0_92"/>
          <p:cNvSpPr txBox="1"/>
          <p:nvPr/>
        </p:nvSpPr>
        <p:spPr>
          <a:xfrm>
            <a:off x="5640543" y="4064350"/>
            <a:ext cx="1626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ng</a:t>
            </a:r>
            <a:endParaRPr sz="8500" b="0" i="0" u="none" strike="noStrike" cap="none">
              <a:solidFill>
                <a:srgbClr val="FFD403"/>
              </a:solidFill>
              <a:latin typeface="Jost"/>
              <a:ea typeface="Jost"/>
              <a:cs typeface="Jost"/>
              <a:sym typeface="Jost"/>
            </a:endParaRPr>
          </a:p>
        </p:txBody>
      </p:sp>
      <p:pic>
        <p:nvPicPr>
          <p:cNvPr id="1048" name="Google Shape;1048;g2e848f08cce_0_92"/>
          <p:cNvPicPr preferRelativeResize="0"/>
          <p:nvPr/>
        </p:nvPicPr>
        <p:blipFill rotWithShape="1">
          <a:blip r:embed="rId3">
            <a:alphaModFix/>
          </a:blip>
          <a:srcRect l="39741" t="8075" r="39739" b="8066"/>
          <a:stretch/>
        </p:blipFill>
        <p:spPr>
          <a:xfrm>
            <a:off x="3368850" y="728700"/>
            <a:ext cx="1813650" cy="2344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5" name="Google Shape;105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6" name="Google Shape;1056;g1f3daf8a844_0_64"/>
          <p:cNvGrpSpPr/>
          <p:nvPr/>
        </p:nvGrpSpPr>
        <p:grpSpPr>
          <a:xfrm>
            <a:off x="3024000" y="209875"/>
            <a:ext cx="3096000" cy="454800"/>
            <a:chOff x="3024000" y="209875"/>
            <a:chExt cx="3096000" cy="454800"/>
          </a:xfrm>
        </p:grpSpPr>
        <p:sp>
          <p:nvSpPr>
            <p:cNvPr id="1057" name="Google Shape;105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8" name="Google Shape;105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9" name="Google Shape;105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0" name="Google Shape;106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1" name="Google Shape;106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2" name="Google Shape;106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3" name="Google Shape;106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4" name="Google Shape;1064;g1f3daf8a844_0_64"/>
          <p:cNvSpPr txBox="1"/>
          <p:nvPr/>
        </p:nvSpPr>
        <p:spPr>
          <a:xfrm>
            <a:off x="2333951"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5" name="Google Shape;1065;g1f3daf8a844_0_64"/>
          <p:cNvSpPr txBox="1"/>
          <p:nvPr/>
        </p:nvSpPr>
        <p:spPr>
          <a:xfrm>
            <a:off x="4713231" y="731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66" name="Google Shape;1066;g1f3daf8a844_0_64"/>
          <p:cNvSpPr txBox="1"/>
          <p:nvPr/>
        </p:nvSpPr>
        <p:spPr>
          <a:xfrm>
            <a:off x="1181100"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7" name="Google Shape;1067;g1f3daf8a844_0_64"/>
          <p:cNvSpPr txBox="1"/>
          <p:nvPr/>
        </p:nvSpPr>
        <p:spPr>
          <a:xfrm>
            <a:off x="5802080" y="731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68" name="Google Shape;1068;g1f3daf8a844_0_64"/>
          <p:cNvSpPr txBox="1"/>
          <p:nvPr/>
        </p:nvSpPr>
        <p:spPr>
          <a:xfrm>
            <a:off x="3513781"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69" name="Google Shape;1069;g1f3daf8a844_0_64"/>
          <p:cNvSpPr txBox="1"/>
          <p:nvPr/>
        </p:nvSpPr>
        <p:spPr>
          <a:xfrm>
            <a:off x="6890925" y="7134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70" name="Google Shape;1070;g1f3daf8a844_0_64"/>
          <p:cNvSpPr txBox="1"/>
          <p:nvPr/>
        </p:nvSpPr>
        <p:spPr>
          <a:xfrm>
            <a:off x="1208078"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2360929"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72" name="Google Shape;1072;g1f3daf8a844_0_64"/>
          <p:cNvSpPr txBox="1"/>
          <p:nvPr/>
        </p:nvSpPr>
        <p:spPr>
          <a:xfrm>
            <a:off x="3486803"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73" name="Google Shape;1073;g1f3daf8a844_0_64"/>
          <p:cNvSpPr txBox="1"/>
          <p:nvPr/>
        </p:nvSpPr>
        <p:spPr>
          <a:xfrm>
            <a:off x="4666630"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4" name="Google Shape;1074;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5" name="Google Shape;1075;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6" name="Google Shape;1076;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7" name="Google Shape;1077;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8" name="Google Shape;1078;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9" name="Google Shape;1079;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0" name="Google Shape;1080;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82" name="Google Shape;1082;g1f3daf8a844_0_64"/>
          <p:cNvGrpSpPr/>
          <p:nvPr/>
        </p:nvGrpSpPr>
        <p:grpSpPr>
          <a:xfrm>
            <a:off x="-550" y="6984600"/>
            <a:ext cx="8596479" cy="808600"/>
            <a:chOff x="-550" y="6984600"/>
            <a:chExt cx="8596479" cy="808600"/>
          </a:xfrm>
        </p:grpSpPr>
        <p:sp>
          <p:nvSpPr>
            <p:cNvPr id="1083" name="Google Shape;1083;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84" name="Google Shape;1084;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85" name="Google Shape;1085;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86" name="Google Shape;1086;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7" name="Google Shape;1087;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8" name="Google Shape;1088;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89" name="Google Shape;1089;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90" name="Google Shape;1090;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91" name="Google Shape;1091;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92" name="Google Shape;1092;g1f3daf8a844_0_64"/>
          <p:cNvSpPr txBox="1"/>
          <p:nvPr/>
        </p:nvSpPr>
        <p:spPr>
          <a:xfrm>
            <a:off x="6972326" y="16056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5090517" y="249183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FFD403"/>
              </a:solidFill>
              <a:latin typeface="Jost"/>
              <a:ea typeface="Jost"/>
              <a:cs typeface="Jost"/>
              <a:sym typeface="Jost"/>
            </a:endParaRPr>
          </a:p>
        </p:txBody>
      </p:sp>
      <p:sp>
        <p:nvSpPr>
          <p:cNvPr id="1094" name="Google Shape;1094;g1f3daf8a844_0_64"/>
          <p:cNvSpPr txBox="1"/>
          <p:nvPr/>
        </p:nvSpPr>
        <p:spPr>
          <a:xfrm>
            <a:off x="5755200" y="16056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095" name="Google Shape;1095;g1f3daf8a844_0_64"/>
          <p:cNvSpPr txBox="1"/>
          <p:nvPr/>
        </p:nvSpPr>
        <p:spPr>
          <a:xfrm>
            <a:off x="3974178" y="249183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6206855" y="249183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1741501" y="249819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8" name="Google Shape;1098;g1f3daf8a844_0_64"/>
          <p:cNvSpPr txBox="1"/>
          <p:nvPr/>
        </p:nvSpPr>
        <p:spPr>
          <a:xfrm>
            <a:off x="2857840" y="252993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099" name="Google Shape;109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g2e848f08cce_0_1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6" name="Google Shape;1106;g2e848f08cce_0_1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7" name="Google Shape;1107;g2e848f08cce_0_148"/>
          <p:cNvGrpSpPr/>
          <p:nvPr/>
        </p:nvGrpSpPr>
        <p:grpSpPr>
          <a:xfrm>
            <a:off x="3024000" y="209875"/>
            <a:ext cx="3096000" cy="454800"/>
            <a:chOff x="3024000" y="209875"/>
            <a:chExt cx="3096000" cy="454800"/>
          </a:xfrm>
        </p:grpSpPr>
        <p:sp>
          <p:nvSpPr>
            <p:cNvPr id="1108" name="Google Shape;1108;g2e848f08cce_0_14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9" name="Google Shape;1109;g2e848f08cce_0_14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0" name="Google Shape;1110;g2e848f08cce_0_14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1" name="Google Shape;1111;g2e848f08cce_0_148"/>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rfish popcorn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ndb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a:t>
            </a:r>
            <a:endParaRPr sz="1800" b="0" i="0" u="none" strike="noStrike" cap="none">
              <a:solidFill>
                <a:srgbClr val="B7B7B7"/>
              </a:solidFill>
              <a:latin typeface="Jost"/>
              <a:ea typeface="Jost"/>
              <a:cs typeface="Jost"/>
              <a:sym typeface="Jost"/>
            </a:endParaRPr>
          </a:p>
        </p:txBody>
      </p:sp>
      <p:cxnSp>
        <p:nvCxnSpPr>
          <p:cNvPr id="1112" name="Google Shape;1112;g2e848f08cce_0_14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3" name="Google Shape;1113;g2e848f08cce_0_14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2e848f08cce_0_14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e848f08cce_0_14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6" name="Google Shape;1116;g2e848f08cce_0_14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7" name="Google Shape;1117;g2e848f08cce_0_148"/>
          <p:cNvSpPr txBox="1"/>
          <p:nvPr/>
        </p:nvSpPr>
        <p:spPr>
          <a:xfrm>
            <a:off x="2333951"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8" name="Google Shape;1118;g2e848f08cce_0_148"/>
          <p:cNvSpPr txBox="1"/>
          <p:nvPr/>
        </p:nvSpPr>
        <p:spPr>
          <a:xfrm>
            <a:off x="4713231" y="731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9" name="Google Shape;1119;g2e848f08cce_0_148"/>
          <p:cNvSpPr txBox="1"/>
          <p:nvPr/>
        </p:nvSpPr>
        <p:spPr>
          <a:xfrm>
            <a:off x="1181100"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120" name="Google Shape;1120;g2e848f08cce_0_14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1" name="Google Shape;1121;g2e848f08cce_0_148"/>
          <p:cNvSpPr txBox="1"/>
          <p:nvPr/>
        </p:nvSpPr>
        <p:spPr>
          <a:xfrm>
            <a:off x="5802080" y="731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2" name="Google Shape;1122;g2e848f08cce_0_148"/>
          <p:cNvSpPr txBox="1"/>
          <p:nvPr/>
        </p:nvSpPr>
        <p:spPr>
          <a:xfrm>
            <a:off x="3513781"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123" name="Google Shape;1123;g2e848f08cce_0_148"/>
          <p:cNvSpPr txBox="1"/>
          <p:nvPr/>
        </p:nvSpPr>
        <p:spPr>
          <a:xfrm>
            <a:off x="6890925" y="7134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24" name="Google Shape;1124;g2e848f08cce_0_148"/>
          <p:cNvSpPr txBox="1"/>
          <p:nvPr/>
        </p:nvSpPr>
        <p:spPr>
          <a:xfrm>
            <a:off x="1208078"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5" name="Google Shape;1125;g2e848f08cce_0_148"/>
          <p:cNvSpPr txBox="1"/>
          <p:nvPr/>
        </p:nvSpPr>
        <p:spPr>
          <a:xfrm>
            <a:off x="2360929"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6" name="Google Shape;1126;g2e848f08cce_0_148"/>
          <p:cNvSpPr txBox="1"/>
          <p:nvPr/>
        </p:nvSpPr>
        <p:spPr>
          <a:xfrm>
            <a:off x="3486803"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127" name="Google Shape;1127;g2e848f08cce_0_148"/>
          <p:cNvSpPr txBox="1"/>
          <p:nvPr/>
        </p:nvSpPr>
        <p:spPr>
          <a:xfrm>
            <a:off x="4666630" y="1557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8" name="Google Shape;1128;g2e848f08cce_0_14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9" name="Google Shape;1129;g2e848f08cce_0_14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0" name="Google Shape;1130;g2e848f08cce_0_14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1" name="Google Shape;1131;g2e848f08cce_0_14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2" name="Google Shape;1132;g2e848f08cce_0_14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3" name="Google Shape;1133;g2e848f08cce_0_14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4" name="Google Shape;1134;g2e848f08cce_0_14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5" name="Google Shape;1135;g2e848f08cce_0_14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36" name="Google Shape;1136;g2e848f08cce_0_148"/>
          <p:cNvGrpSpPr/>
          <p:nvPr/>
        </p:nvGrpSpPr>
        <p:grpSpPr>
          <a:xfrm>
            <a:off x="-550" y="6984600"/>
            <a:ext cx="8596479" cy="808600"/>
            <a:chOff x="-550" y="6984600"/>
            <a:chExt cx="8596479" cy="808600"/>
          </a:xfrm>
        </p:grpSpPr>
        <p:sp>
          <p:nvSpPr>
            <p:cNvPr id="1137" name="Google Shape;1137;g2e848f08cce_0_14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38" name="Google Shape;1138;g2e848f08cce_0_14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39" name="Google Shape;1139;g2e848f08cce_0_14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40" name="Google Shape;1140;g2e848f08cce_0_14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41" name="Google Shape;1141;g2e848f08cce_0_14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42" name="Google Shape;1142;g2e848f08cce_0_14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43" name="Google Shape;1143;g2e848f08cce_0_14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44" name="Google Shape;1144;g2e848f08cce_0_14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45" name="Google Shape;1145;g2e848f08cce_0_14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46" name="Google Shape;1146;g2e848f08cce_0_148"/>
          <p:cNvSpPr txBox="1"/>
          <p:nvPr/>
        </p:nvSpPr>
        <p:spPr>
          <a:xfrm>
            <a:off x="6972326" y="16056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47" name="Google Shape;1147;g2e848f08cce_0_148"/>
          <p:cNvSpPr txBox="1"/>
          <p:nvPr/>
        </p:nvSpPr>
        <p:spPr>
          <a:xfrm>
            <a:off x="5090517" y="249183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FFD403"/>
              </a:solidFill>
              <a:latin typeface="Jost"/>
              <a:ea typeface="Jost"/>
              <a:cs typeface="Jost"/>
              <a:sym typeface="Jost"/>
            </a:endParaRPr>
          </a:p>
        </p:txBody>
      </p:sp>
      <p:sp>
        <p:nvSpPr>
          <p:cNvPr id="1148" name="Google Shape;1148;g2e848f08cce_0_148"/>
          <p:cNvSpPr txBox="1"/>
          <p:nvPr/>
        </p:nvSpPr>
        <p:spPr>
          <a:xfrm>
            <a:off x="5755200" y="16056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49" name="Google Shape;1149;g2e848f08cce_0_148"/>
          <p:cNvSpPr txBox="1"/>
          <p:nvPr/>
        </p:nvSpPr>
        <p:spPr>
          <a:xfrm>
            <a:off x="3974178" y="249183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0" name="Google Shape;1150;g2e848f08cce_0_148"/>
          <p:cNvSpPr txBox="1"/>
          <p:nvPr/>
        </p:nvSpPr>
        <p:spPr>
          <a:xfrm>
            <a:off x="6206855" y="249183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51" name="Google Shape;1151;g2e848f08cce_0_148"/>
          <p:cNvSpPr txBox="1"/>
          <p:nvPr/>
        </p:nvSpPr>
        <p:spPr>
          <a:xfrm>
            <a:off x="1741501" y="249819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2" name="Google Shape;1152;g2e848f08cce_0_148"/>
          <p:cNvSpPr txBox="1"/>
          <p:nvPr/>
        </p:nvSpPr>
        <p:spPr>
          <a:xfrm>
            <a:off x="2857840" y="252993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Words>
  <Application>Microsoft Office PowerPoint</Application>
  <PresentationFormat>On-screen Show (4:3)</PresentationFormat>
  <Paragraphs>154</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Poppins Medium</vt:lpstr>
      <vt:lpstr>Arial</vt:lpstr>
      <vt:lpstr>Poppins</vt:lpstr>
      <vt:lpstr>Jost</vt:lpstr>
      <vt:lpstr>Calibri</vt:lpstr>
      <vt:lpstr>Poppins SemiBold</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Explain Decoding</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2026-06-03T01:29:36Z</dcterms:modified>
</cp:coreProperties>
</file>