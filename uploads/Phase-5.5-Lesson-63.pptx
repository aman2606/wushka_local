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hH8BZplbDTaGNemD04/nJt3uug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A4F5900-1240-4378-A489-C926A0EC075E}">
  <a:tblStyle styleId="{4A4F5900-1240-4378-A489-C926A0EC075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0" name="Google Shape;66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442ba9b49c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g3442ba9b49c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1" name="Google Shape;671;g3442ba9b49c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3442ba9b49c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 name="Google Shape;700;g3442ba9b49c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1" name="Google Shape;701;g3442ba9b49c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3442ba9b49c_0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6" name="Google Shape;736;g3442ba9b49c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7" name="Google Shape;737;g3442ba9b49c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3442ba9b49c_0_1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g3442ba9b49c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g3442ba9b49c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3442ba9b49c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3442ba9b49c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3" name="Google Shape;823;g3442ba9b49c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3442ba9b49c_0_1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3442ba9b49c_0_1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3442ba9b49c_0_1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3442ba9b49c_0_20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3442ba9b49c_0_2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3442ba9b49c_0_2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3442ba9b49c_0_2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3442ba9b49c_0_2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3442ba9b49c_0_2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3442ba9b49c_0_2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3442ba9b49c_0_2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3442ba9b49c_0_2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3442ba9b49c_0_2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3442ba9b49c_0_2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3442ba9b49c_0_2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74a2a53068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74a2a53068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74a2a53068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274a2a53068_0_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6" name="Google Shape;1096;g274a2a53068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7" name="Google Shape;1097;g274a2a53068_0_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415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319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Compare ie - /igh/ and /ee/</a:t>
            </a:r>
            <a:endParaRPr sz="175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CB3D85"/>
                </a:solidFill>
                <a:latin typeface="Poppins Medium"/>
                <a:ea typeface="Poppins Medium"/>
                <a:cs typeface="Poppins Medium"/>
                <a:sym typeface="Poppins Medium"/>
              </a:rPr>
              <a:t>Week 13.2 - Wednesday</a:t>
            </a:r>
            <a:endParaRPr sz="175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CB3D85"/>
                </a:solidFill>
                <a:latin typeface="Poppins Medium"/>
                <a:ea typeface="Poppins Medium"/>
                <a:cs typeface="Poppins Medium"/>
                <a:sym typeface="Poppins Medium"/>
              </a:rPr>
              <a:t>Lesson 63</a:t>
            </a:r>
            <a:endParaRPr sz="175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Phase 5.5 - Sound Families </a:t>
            </a:r>
            <a:endParaRPr sz="175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53.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notesSlide" Target="../notesSlides/notesSlide4.xml"/><Relationship Id="rId16" Type="http://schemas.openxmlformats.org/officeDocument/2006/relationships/image" Target="../media/image43.png"/><Relationship Id="rId20" Type="http://schemas.openxmlformats.org/officeDocument/2006/relationships/image" Target="../media/image47.png"/><Relationship Id="rId29"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55.png"/><Relationship Id="rId10" Type="http://schemas.openxmlformats.org/officeDocument/2006/relationships/image" Target="../media/image37.png"/><Relationship Id="rId19" Type="http://schemas.openxmlformats.org/officeDocument/2006/relationships/image" Target="../media/image46.png"/><Relationship Id="rId31" Type="http://schemas.openxmlformats.org/officeDocument/2006/relationships/image" Target="../media/image58.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57.png"/></Relationships>
</file>

<file path=ppt/slides/_rels/slide5.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9" Type="http://schemas.openxmlformats.org/officeDocument/2006/relationships/image" Target="../media/image94.png"/><Relationship Id="rId21" Type="http://schemas.openxmlformats.org/officeDocument/2006/relationships/image" Target="../media/image77.png"/><Relationship Id="rId34" Type="http://schemas.openxmlformats.org/officeDocument/2006/relationships/image" Target="../media/image90.png"/><Relationship Id="rId42" Type="http://schemas.openxmlformats.org/officeDocument/2006/relationships/image" Target="../media/image97.png"/><Relationship Id="rId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41" Type="http://schemas.openxmlformats.org/officeDocument/2006/relationships/image" Target="../media/image96.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80.png"/><Relationship Id="rId32" Type="http://schemas.openxmlformats.org/officeDocument/2006/relationships/image" Target="../media/image88.png"/><Relationship Id="rId37" Type="http://schemas.openxmlformats.org/officeDocument/2006/relationships/image" Target="../media/image6.png"/><Relationship Id="rId40" Type="http://schemas.openxmlformats.org/officeDocument/2006/relationships/image" Target="../media/image95.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36" Type="http://schemas.openxmlformats.org/officeDocument/2006/relationships/image" Target="../media/image92.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 Id="rId35" Type="http://schemas.openxmlformats.org/officeDocument/2006/relationships/image" Target="../media/image91.png"/><Relationship Id="rId43" Type="http://schemas.openxmlformats.org/officeDocument/2006/relationships/image" Target="../media/image98.png"/><Relationship Id="rId8" Type="http://schemas.openxmlformats.org/officeDocument/2006/relationships/image" Target="../media/image64.png"/><Relationship Id="rId3" Type="http://schemas.openxmlformats.org/officeDocument/2006/relationships/image" Target="../media/image59.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33" Type="http://schemas.openxmlformats.org/officeDocument/2006/relationships/image" Target="../media/image89.png"/><Relationship Id="rId38" Type="http://schemas.openxmlformats.org/officeDocument/2006/relationships/image" Target="../media/image93.png"/></Relationships>
</file>

<file path=ppt/slides/_rels/slide6.xml.rels><?xml version="1.0" encoding="UTF-8" standalone="yes"?>
<Relationships xmlns="http://schemas.openxmlformats.org/package/2006/relationships"><Relationship Id="rId13" Type="http://schemas.openxmlformats.org/officeDocument/2006/relationships/image" Target="../media/image5.png"/><Relationship Id="rId18" Type="http://schemas.openxmlformats.org/officeDocument/2006/relationships/image" Target="../media/image113.png"/><Relationship Id="rId26" Type="http://schemas.openxmlformats.org/officeDocument/2006/relationships/image" Target="../media/image121.png"/><Relationship Id="rId3" Type="http://schemas.openxmlformats.org/officeDocument/2006/relationships/image" Target="../media/image99.png"/><Relationship Id="rId21" Type="http://schemas.openxmlformats.org/officeDocument/2006/relationships/image" Target="../media/image116.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2" Type="http://schemas.openxmlformats.org/officeDocument/2006/relationships/notesSlide" Target="../notesSlides/notesSlide6.xml"/><Relationship Id="rId16" Type="http://schemas.openxmlformats.org/officeDocument/2006/relationships/image" Target="../media/image111.png"/><Relationship Id="rId20" Type="http://schemas.openxmlformats.org/officeDocument/2006/relationships/image" Target="../media/image115.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2.png"/><Relationship Id="rId11" Type="http://schemas.openxmlformats.org/officeDocument/2006/relationships/image" Target="../media/image107.png"/><Relationship Id="rId24" Type="http://schemas.openxmlformats.org/officeDocument/2006/relationships/image" Target="../media/image119.png"/><Relationship Id="rId32" Type="http://schemas.openxmlformats.org/officeDocument/2006/relationships/image" Target="../media/image127.png"/><Relationship Id="rId5" Type="http://schemas.openxmlformats.org/officeDocument/2006/relationships/image" Target="../media/image101.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10" Type="http://schemas.openxmlformats.org/officeDocument/2006/relationships/image" Target="../media/image106.png"/><Relationship Id="rId19" Type="http://schemas.openxmlformats.org/officeDocument/2006/relationships/image" Target="../media/image114.png"/><Relationship Id="rId31" Type="http://schemas.openxmlformats.org/officeDocument/2006/relationships/image" Target="../media/image126.png"/><Relationship Id="rId4" Type="http://schemas.openxmlformats.org/officeDocument/2006/relationships/image" Target="../media/image100.png"/><Relationship Id="rId9" Type="http://schemas.openxmlformats.org/officeDocument/2006/relationships/image" Target="../media/image105.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8" Type="http://schemas.openxmlformats.org/officeDocument/2006/relationships/image" Target="../media/image104.png"/></Relationships>
</file>

<file path=ppt/slides/_rels/slide7.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9.png"/><Relationship Id="rId3" Type="http://schemas.openxmlformats.org/officeDocument/2006/relationships/image" Target="../media/image129.png"/><Relationship Id="rId7" Type="http://schemas.openxmlformats.org/officeDocument/2006/relationships/image" Target="../media/image133.png"/><Relationship Id="rId12" Type="http://schemas.openxmlformats.org/officeDocument/2006/relationships/image" Target="../media/image138.png"/><Relationship Id="rId2" Type="http://schemas.openxmlformats.org/officeDocument/2006/relationships/notesSlide" Target="../notesSlides/notesSlide7.xml"/><Relationship Id="rId16" Type="http://schemas.openxmlformats.org/officeDocument/2006/relationships/image" Target="../media/image142.png"/><Relationship Id="rId1" Type="http://schemas.openxmlformats.org/officeDocument/2006/relationships/slideLayout" Target="../slideLayouts/slideLayout3.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5" Type="http://schemas.openxmlformats.org/officeDocument/2006/relationships/image" Target="../media/image14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 Id="rId14" Type="http://schemas.openxmlformats.org/officeDocument/2006/relationships/image" Target="../media/image140.png"/></Relationships>
</file>

<file path=ppt/slides/_rels/slide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18" Type="http://schemas.openxmlformats.org/officeDocument/2006/relationships/image" Target="../media/image158.png"/><Relationship Id="rId26" Type="http://schemas.openxmlformats.org/officeDocument/2006/relationships/image" Target="../media/image166.png"/><Relationship Id="rId3" Type="http://schemas.openxmlformats.org/officeDocument/2006/relationships/image" Target="../media/image143.png"/><Relationship Id="rId21" Type="http://schemas.openxmlformats.org/officeDocument/2006/relationships/image" Target="../media/image161.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5" Type="http://schemas.openxmlformats.org/officeDocument/2006/relationships/image" Target="../media/image165.png"/><Relationship Id="rId2" Type="http://schemas.openxmlformats.org/officeDocument/2006/relationships/notesSlide" Target="../notesSlides/notesSlide8.xml"/><Relationship Id="rId16" Type="http://schemas.openxmlformats.org/officeDocument/2006/relationships/image" Target="../media/image156.png"/><Relationship Id="rId20" Type="http://schemas.openxmlformats.org/officeDocument/2006/relationships/image" Target="../media/image160.png"/><Relationship Id="rId29"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24" Type="http://schemas.openxmlformats.org/officeDocument/2006/relationships/image" Target="../media/image164.png"/><Relationship Id="rId5" Type="http://schemas.openxmlformats.org/officeDocument/2006/relationships/image" Target="../media/image145.png"/><Relationship Id="rId15" Type="http://schemas.openxmlformats.org/officeDocument/2006/relationships/image" Target="../media/image155.png"/><Relationship Id="rId23" Type="http://schemas.openxmlformats.org/officeDocument/2006/relationships/image" Target="../media/image163.png"/><Relationship Id="rId28" Type="http://schemas.openxmlformats.org/officeDocument/2006/relationships/image" Target="../media/image168.png"/><Relationship Id="rId10" Type="http://schemas.openxmlformats.org/officeDocument/2006/relationships/image" Target="../media/image150.png"/><Relationship Id="rId19" Type="http://schemas.openxmlformats.org/officeDocument/2006/relationships/image" Target="../media/image159.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 Id="rId22" Type="http://schemas.openxmlformats.org/officeDocument/2006/relationships/image" Target="../media/image162.png"/><Relationship Id="rId27" Type="http://schemas.openxmlformats.org/officeDocument/2006/relationships/image" Target="../media/image167.png"/><Relationship Id="rId30" Type="http://schemas.openxmlformats.org/officeDocument/2006/relationships/image" Target="../media/image170.png"/></Relationships>
</file>

<file path=ppt/slides/_rels/slide9.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2.png"/></Relationships>
</file>

<file path=ppt/slides/_rels/slide10.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3.png"/><Relationship Id="rId2" Type="http://schemas.openxmlformats.org/officeDocument/2006/relationships/notesSlide" Target="../notesSlides/notesSlide10.xml"/><Relationship Id="rId16" Type="http://schemas.openxmlformats.org/officeDocument/2006/relationships/image" Target="../media/image197.png"/><Relationship Id="rId1" Type="http://schemas.openxmlformats.org/officeDocument/2006/relationships/slideLayout" Target="../slideLayouts/slideLayout3.xml"/><Relationship Id="rId6" Type="http://schemas.openxmlformats.org/officeDocument/2006/relationships/image" Target="../media/image187.png"/><Relationship Id="rId11" Type="http://schemas.openxmlformats.org/officeDocument/2006/relationships/image" Target="../media/image192.png"/><Relationship Id="rId5" Type="http://schemas.openxmlformats.org/officeDocument/2006/relationships/image" Target="../media/image186.png"/><Relationship Id="rId15" Type="http://schemas.openxmlformats.org/officeDocument/2006/relationships/image" Target="../media/image196.png"/><Relationship Id="rId10" Type="http://schemas.openxmlformats.org/officeDocument/2006/relationships/image" Target="../media/image191.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5.png"/></Relationships>
</file>

<file path=ppt/slides/_rels/slide11.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image" Target="../media/image208.png"/><Relationship Id="rId18" Type="http://schemas.openxmlformats.org/officeDocument/2006/relationships/image" Target="../media/image213.png"/><Relationship Id="rId26" Type="http://schemas.openxmlformats.org/officeDocument/2006/relationships/image" Target="../media/image221.png"/><Relationship Id="rId3" Type="http://schemas.openxmlformats.org/officeDocument/2006/relationships/image" Target="../media/image198.png"/><Relationship Id="rId21" Type="http://schemas.openxmlformats.org/officeDocument/2006/relationships/image" Target="../media/image216.png"/><Relationship Id="rId7" Type="http://schemas.openxmlformats.org/officeDocument/2006/relationships/image" Target="../media/image202.png"/><Relationship Id="rId12" Type="http://schemas.openxmlformats.org/officeDocument/2006/relationships/image" Target="../media/image207.png"/><Relationship Id="rId17" Type="http://schemas.openxmlformats.org/officeDocument/2006/relationships/image" Target="../media/image212.png"/><Relationship Id="rId25" Type="http://schemas.openxmlformats.org/officeDocument/2006/relationships/image" Target="../media/image220.png"/><Relationship Id="rId2" Type="http://schemas.openxmlformats.org/officeDocument/2006/relationships/notesSlide" Target="../notesSlides/notesSlide11.xml"/><Relationship Id="rId16" Type="http://schemas.openxmlformats.org/officeDocument/2006/relationships/image" Target="../media/image211.png"/><Relationship Id="rId20" Type="http://schemas.openxmlformats.org/officeDocument/2006/relationships/image" Target="../media/image215.png"/><Relationship Id="rId1" Type="http://schemas.openxmlformats.org/officeDocument/2006/relationships/slideLayout" Target="../slideLayouts/slideLayout3.xml"/><Relationship Id="rId6" Type="http://schemas.openxmlformats.org/officeDocument/2006/relationships/image" Target="../media/image201.png"/><Relationship Id="rId11" Type="http://schemas.openxmlformats.org/officeDocument/2006/relationships/image" Target="../media/image206.png"/><Relationship Id="rId24" Type="http://schemas.openxmlformats.org/officeDocument/2006/relationships/image" Target="../media/image219.png"/><Relationship Id="rId5" Type="http://schemas.openxmlformats.org/officeDocument/2006/relationships/image" Target="../media/image200.png"/><Relationship Id="rId15" Type="http://schemas.openxmlformats.org/officeDocument/2006/relationships/image" Target="../media/image210.png"/><Relationship Id="rId23" Type="http://schemas.openxmlformats.org/officeDocument/2006/relationships/image" Target="../media/image218.png"/><Relationship Id="rId10" Type="http://schemas.openxmlformats.org/officeDocument/2006/relationships/image" Target="../media/image205.png"/><Relationship Id="rId19" Type="http://schemas.openxmlformats.org/officeDocument/2006/relationships/image" Target="../media/image214.png"/><Relationship Id="rId4" Type="http://schemas.openxmlformats.org/officeDocument/2006/relationships/image" Target="../media/image199.png"/><Relationship Id="rId9" Type="http://schemas.openxmlformats.org/officeDocument/2006/relationships/image" Target="../media/image204.png"/><Relationship Id="rId14" Type="http://schemas.openxmlformats.org/officeDocument/2006/relationships/image" Target="../media/image209.png"/><Relationship Id="rId22" Type="http://schemas.openxmlformats.org/officeDocument/2006/relationships/image" Target="../media/image217.png"/></Relationships>
</file>

<file path=ppt/slides/_rels/slide12.xml.rels><?xml version="1.0" encoding="UTF-8" standalone="yes"?>
<Relationships xmlns="http://schemas.openxmlformats.org/package/2006/relationships"><Relationship Id="rId8" Type="http://schemas.openxmlformats.org/officeDocument/2006/relationships/image" Target="../media/image227.png"/><Relationship Id="rId3" Type="http://schemas.openxmlformats.org/officeDocument/2006/relationships/image" Target="../media/image222.png"/><Relationship Id="rId7" Type="http://schemas.openxmlformats.org/officeDocument/2006/relationships/image" Target="../media/image22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5.png"/><Relationship Id="rId5" Type="http://schemas.openxmlformats.org/officeDocument/2006/relationships/image" Target="../media/image224.png"/><Relationship Id="rId4" Type="http://schemas.openxmlformats.org/officeDocument/2006/relationships/image" Target="../media/image223.png"/><Relationship Id="rId9" Type="http://schemas.openxmlformats.org/officeDocument/2006/relationships/image" Target="../media/image228.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Compare ie; </a:t>
            </a:r>
            <a:br>
              <a:rPr lang="en-US" sz="3000"/>
            </a:br>
            <a:r>
              <a:rPr lang="en-US" sz="3000"/>
              <a:t>/igh/ and /ee/</a:t>
            </a:r>
            <a:endParaRPr sz="3000"/>
          </a:p>
        </p:txBody>
      </p:sp>
      <p:sp>
        <p:nvSpPr>
          <p:cNvPr id="652" name="Google Shape;652;p1"/>
          <p:cNvSpPr txBox="1">
            <a:spLocks noGrp="1"/>
          </p:cNvSpPr>
          <p:nvPr>
            <p:ph type="subTitle" idx="2"/>
          </p:nvPr>
        </p:nvSpPr>
        <p:spPr>
          <a:xfrm>
            <a:off x="884092" y="37693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63</a:t>
            </a:r>
            <a:endParaRPr/>
          </a:p>
        </p:txBody>
      </p:sp>
      <p:grpSp>
        <p:nvGrpSpPr>
          <p:cNvPr id="653" name="Google Shape;653;p1"/>
          <p:cNvGrpSpPr/>
          <p:nvPr/>
        </p:nvGrpSpPr>
        <p:grpSpPr>
          <a:xfrm>
            <a:off x="5485189" y="3866198"/>
            <a:ext cx="2544947" cy="1877838"/>
            <a:chOff x="5485189" y="3866198"/>
            <a:chExt cx="2544947" cy="1877838"/>
          </a:xfrm>
        </p:grpSpPr>
        <p:pic>
          <p:nvPicPr>
            <p:cNvPr id="654" name="Google Shape;654;p1" title="JL686-106F.png"/>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5" name="Google Shape;655;p1" title="JL686-81F.png"/>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pSp>
      <p:graphicFrame>
        <p:nvGraphicFramePr>
          <p:cNvPr id="656" name="Google Shape;656;p1"/>
          <p:cNvGraphicFramePr/>
          <p:nvPr/>
        </p:nvGraphicFramePr>
        <p:xfrm>
          <a:off x="4844200" y="1646527"/>
          <a:ext cx="3784875" cy="2032200"/>
        </p:xfrm>
        <a:graphic>
          <a:graphicData uri="http://schemas.openxmlformats.org/drawingml/2006/table">
            <a:tbl>
              <a:tblPr firstRow="1" bandRow="1">
                <a:noFill/>
                <a:tableStyleId>{4A4F5900-1240-4378-A489-C926A0EC075E}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Compare alternative phonemes </a:t>
            </a:r>
            <a:r>
              <a:rPr lang="en-US">
                <a:solidFill>
                  <a:srgbClr val="8DC63F"/>
                </a:solidFill>
              </a:rPr>
              <a:t>/igh/</a:t>
            </a:r>
            <a:r>
              <a:rPr lang="en-US"/>
              <a:t> and </a:t>
            </a:r>
            <a:r>
              <a:rPr lang="en-US">
                <a:solidFill>
                  <a:srgbClr val="8DC63F"/>
                </a:solidFill>
              </a:rPr>
              <a:t>/ee/</a:t>
            </a:r>
            <a:r>
              <a:rPr lang="en-US"/>
              <a:t> for grapheme '</a:t>
            </a:r>
            <a:r>
              <a:rPr lang="en-US">
                <a:solidFill>
                  <a:srgbClr val="8DC63F"/>
                </a:solidFill>
              </a:rPr>
              <a:t>ie</a:t>
            </a:r>
            <a:r>
              <a:rPr lang="en-US"/>
              <a:t>'.</a:t>
            </a:r>
            <a:endParaRPr/>
          </a:p>
        </p:txBody>
      </p:sp>
      <p:sp>
        <p:nvSpPr>
          <p:cNvPr id="663" name="Google Shape;663;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6" name="Google Shape;666;g2bee4f4af4b_0_204" title="JL686-81F.png"/>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7" name="Google Shape;667;g2bee4f4af4b_0_204">
            <a:hlinkClick r:id="rId4" action="ppaction://hlinksldjump"/>
          </p:cNvPr>
          <p:cNvSpPr/>
          <p:nvPr/>
        </p:nvSpPr>
        <p:spPr>
          <a:xfrm>
            <a:off x="890901"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g3442ba9b49c_0_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74" name="Google Shape;674;g3442ba9b49c_0_3"/>
          <p:cNvGrpSpPr/>
          <p:nvPr/>
        </p:nvGrpSpPr>
        <p:grpSpPr>
          <a:xfrm>
            <a:off x="930400" y="2053244"/>
            <a:ext cx="7283200" cy="3724851"/>
            <a:chOff x="930400" y="2129444"/>
            <a:chExt cx="7283200" cy="3724851"/>
          </a:xfrm>
        </p:grpSpPr>
        <p:pic>
          <p:nvPicPr>
            <p:cNvPr id="675" name="Google Shape;675;g3442ba9b49c_0_3"/>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3442ba9b49c_0_3"/>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3442ba9b49c_0_3"/>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3442ba9b49c_0_3"/>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3442ba9b49c_0_3"/>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3442ba9b49c_0_3"/>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3442ba9b49c_0_3"/>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3442ba9b49c_0_3"/>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3442ba9b49c_0_3"/>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3442ba9b49c_0_3"/>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3442ba9b49c_0_3"/>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3442ba9b49c_0_3"/>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3442ba9b49c_0_3"/>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3442ba9b49c_0_3"/>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3442ba9b49c_0_3"/>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3442ba9b49c_0_3"/>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3442ba9b49c_0_3"/>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3442ba9b49c_0_3"/>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3442ba9b49c_0_3"/>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3442ba9b49c_0_3"/>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3442ba9b49c_0_3"/>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3442ba9b49c_0_3"/>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3442ba9b49c_0_3"/>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g3442ba9b49c_0_3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4" name="Google Shape;704;g3442ba9b49c_0_32"/>
          <p:cNvGrpSpPr/>
          <p:nvPr/>
        </p:nvGrpSpPr>
        <p:grpSpPr>
          <a:xfrm>
            <a:off x="930400" y="2053250"/>
            <a:ext cx="7283201" cy="2971674"/>
            <a:chOff x="930400" y="2129450"/>
            <a:chExt cx="7283201" cy="2971674"/>
          </a:xfrm>
        </p:grpSpPr>
        <p:pic>
          <p:nvPicPr>
            <p:cNvPr id="705" name="Google Shape;705;g3442ba9b49c_0_32"/>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6" name="Google Shape;706;g3442ba9b49c_0_32"/>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3442ba9b49c_0_32"/>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3442ba9b49c_0_32"/>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9" name="Google Shape;709;g3442ba9b49c_0_32"/>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0" name="Google Shape;710;g3442ba9b49c_0_32"/>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3442ba9b49c_0_32"/>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3442ba9b49c_0_32"/>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3442ba9b49c_0_32"/>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3442ba9b49c_0_32"/>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5" name="Google Shape;715;g3442ba9b49c_0_32"/>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3442ba9b49c_0_32"/>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3442ba9b49c_0_32"/>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3442ba9b49c_0_32"/>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3442ba9b49c_0_32"/>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3442ba9b49c_0_32"/>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3442ba9b49c_0_32"/>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3442ba9b49c_0_32"/>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3442ba9b49c_0_32"/>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3442ba9b49c_0_32"/>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5" name="Google Shape;725;g3442ba9b49c_0_32"/>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3442ba9b49c_0_32"/>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7" name="Google Shape;727;g3442ba9b49c_0_32"/>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8" name="Google Shape;728;g3442ba9b49c_0_32"/>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3442ba9b49c_0_32"/>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3442ba9b49c_0_32"/>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3442ba9b49c_0_32"/>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3442ba9b49c_0_32"/>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3442ba9b49c_0_32"/>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3442ba9b49c_0_6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0" name="Google Shape;740;g3442ba9b49c_0_67"/>
          <p:cNvGrpSpPr/>
          <p:nvPr/>
        </p:nvGrpSpPr>
        <p:grpSpPr>
          <a:xfrm>
            <a:off x="930400" y="2053250"/>
            <a:ext cx="7283201" cy="2971674"/>
            <a:chOff x="930400" y="2053250"/>
            <a:chExt cx="7283201" cy="2971674"/>
          </a:xfrm>
        </p:grpSpPr>
        <p:pic>
          <p:nvPicPr>
            <p:cNvPr id="741" name="Google Shape;741;g3442ba9b49c_0_6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2" name="Google Shape;742;g3442ba9b49c_0_6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3442ba9b49c_0_6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3442ba9b49c_0_6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5" name="Google Shape;745;g3442ba9b49c_0_6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3442ba9b49c_0_6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3442ba9b49c_0_6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8" name="Google Shape;748;g3442ba9b49c_0_6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3442ba9b49c_0_6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0" name="Google Shape;750;g3442ba9b49c_0_6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1" name="Google Shape;751;g3442ba9b49c_0_6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3442ba9b49c_0_6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3442ba9b49c_0_6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3442ba9b49c_0_6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3442ba9b49c_0_6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3442ba9b49c_0_6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3442ba9b49c_0_6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3442ba9b49c_0_6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3442ba9b49c_0_6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0" name="Google Shape;760;g3442ba9b49c_0_6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3442ba9b49c_0_6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3442ba9b49c_0_6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3442ba9b49c_0_6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3442ba9b49c_0_6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3442ba9b49c_0_6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3442ba9b49c_0_6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3442ba9b49c_0_6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3442ba9b49c_0_6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3442ba9b49c_0_6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3442ba9b49c_0_6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3442ba9b49c_0_6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3442ba9b49c_0_6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3442ba9b49c_0_6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3442ba9b49c_0_6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3442ba9b49c_0_6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3442ba9b49c_0_6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442ba9b49c_0_6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442ba9b49c_0_6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3442ba9b49c_0_6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3442ba9b49c_0_6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3442ba9b49c_0_6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3442ba9b49c_0_11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8" name="Google Shape;788;g3442ba9b49c_0_114"/>
          <p:cNvGrpSpPr/>
          <p:nvPr/>
        </p:nvGrpSpPr>
        <p:grpSpPr>
          <a:xfrm>
            <a:off x="930400" y="2053250"/>
            <a:ext cx="7218395" cy="2674800"/>
            <a:chOff x="930400" y="2053250"/>
            <a:chExt cx="7218395" cy="2674800"/>
          </a:xfrm>
        </p:grpSpPr>
        <p:pic>
          <p:nvPicPr>
            <p:cNvPr id="789" name="Google Shape;789;g3442ba9b49c_0_114"/>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790" name="Google Shape;790;g3442ba9b49c_0_114"/>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791" name="Google Shape;791;g3442ba9b49c_0_114"/>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792" name="Google Shape;792;g3442ba9b49c_0_114"/>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793" name="Google Shape;793;g3442ba9b49c_0_114"/>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794" name="Google Shape;794;g3442ba9b49c_0_114"/>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795" name="Google Shape;795;g3442ba9b49c_0_114"/>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796" name="Google Shape;796;g3442ba9b49c_0_114"/>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797" name="Google Shape;797;g3442ba9b49c_0_114"/>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798" name="Google Shape;798;g3442ba9b49c_0_114"/>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799" name="Google Shape;799;g3442ba9b49c_0_114"/>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0" name="Google Shape;800;g3442ba9b49c_0_114"/>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1" name="Google Shape;801;g3442ba9b49c_0_114"/>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3442ba9b49c_0_114"/>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3" name="Google Shape;803;g3442ba9b49c_0_114"/>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3442ba9b49c_0_114"/>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3442ba9b49c_0_114"/>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06" name="Google Shape;806;g3442ba9b49c_0_114"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07" name="Google Shape;807;g3442ba9b49c_0_114"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08" name="Google Shape;808;g3442ba9b49c_0_114"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09" name="Google Shape;809;g3442ba9b49c_0_114"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10" name="Google Shape;810;g3442ba9b49c_0_114"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11" name="Google Shape;811;g3442ba9b49c_0_114"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12" name="Google Shape;812;g3442ba9b49c_0_114"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pic>
          <p:nvPicPr>
            <p:cNvPr id="813" name="Google Shape;813;g3442ba9b49c_0_114" title="JL686-126F.png"/>
            <p:cNvPicPr preferRelativeResize="0"/>
            <p:nvPr/>
          </p:nvPicPr>
          <p:blipFill rotWithShape="1">
            <a:blip r:embed="rId27">
              <a:alphaModFix/>
            </a:blip>
            <a:srcRect l="19" r="29"/>
            <a:stretch/>
          </p:blipFill>
          <p:spPr>
            <a:xfrm>
              <a:off x="2255950" y="3892004"/>
              <a:ext cx="590656" cy="836046"/>
            </a:xfrm>
            <a:prstGeom prst="rect">
              <a:avLst/>
            </a:prstGeom>
            <a:noFill/>
            <a:ln>
              <a:noFill/>
            </a:ln>
            <a:effectLst>
              <a:outerShdw blurRad="71438" dist="28575" dir="5400000" algn="bl" rotWithShape="0">
                <a:srgbClr val="000000">
                  <a:alpha val="14900"/>
                </a:srgbClr>
              </a:outerShdw>
            </a:effectLst>
          </p:spPr>
        </p:pic>
        <p:pic>
          <p:nvPicPr>
            <p:cNvPr id="814" name="Google Shape;814;g3442ba9b49c_0_114" title="JL686-127F.png"/>
            <p:cNvPicPr preferRelativeResize="0"/>
            <p:nvPr/>
          </p:nvPicPr>
          <p:blipFill rotWithShape="1">
            <a:blip r:embed="rId28">
              <a:alphaModFix/>
            </a:blip>
            <a:srcRect l="79" r="79"/>
            <a:stretch/>
          </p:blipFill>
          <p:spPr>
            <a:xfrm>
              <a:off x="2918725" y="3892004"/>
              <a:ext cx="590656" cy="836045"/>
            </a:xfrm>
            <a:prstGeom prst="rect">
              <a:avLst/>
            </a:prstGeom>
            <a:noFill/>
            <a:ln>
              <a:noFill/>
            </a:ln>
            <a:effectLst>
              <a:outerShdw blurRad="71438" dist="28575" dir="5400000" algn="bl" rotWithShape="0">
                <a:srgbClr val="000000">
                  <a:alpha val="14900"/>
                </a:srgbClr>
              </a:outerShdw>
            </a:effectLst>
          </p:spPr>
        </p:pic>
        <p:pic>
          <p:nvPicPr>
            <p:cNvPr id="815" name="Google Shape;815;g3442ba9b49c_0_114" title="JL686-128F.png"/>
            <p:cNvPicPr preferRelativeResize="0"/>
            <p:nvPr/>
          </p:nvPicPr>
          <p:blipFill rotWithShape="1">
            <a:blip r:embed="rId29">
              <a:alphaModFix/>
            </a:blip>
            <a:srcRect l="79" r="79"/>
            <a:stretch/>
          </p:blipFill>
          <p:spPr>
            <a:xfrm>
              <a:off x="3581500" y="3892004"/>
              <a:ext cx="590656" cy="836045"/>
            </a:xfrm>
            <a:prstGeom prst="rect">
              <a:avLst/>
            </a:prstGeom>
            <a:noFill/>
            <a:ln>
              <a:noFill/>
            </a:ln>
            <a:effectLst>
              <a:outerShdw blurRad="71438" dist="28575" dir="5400000" algn="bl" rotWithShape="0">
                <a:srgbClr val="000000">
                  <a:alpha val="14900"/>
                </a:srgbClr>
              </a:outerShdw>
            </a:effectLst>
          </p:spPr>
        </p:pic>
        <p:pic>
          <p:nvPicPr>
            <p:cNvPr id="816" name="Google Shape;816;g3442ba9b49c_0_114" title="JL686-129F.png"/>
            <p:cNvPicPr preferRelativeResize="0"/>
            <p:nvPr/>
          </p:nvPicPr>
          <p:blipFill rotWithShape="1">
            <a:blip r:embed="rId30">
              <a:alphaModFix/>
            </a:blip>
            <a:srcRect l="79" r="79"/>
            <a:stretch/>
          </p:blipFill>
          <p:spPr>
            <a:xfrm>
              <a:off x="4244275" y="3892004"/>
              <a:ext cx="590656" cy="836045"/>
            </a:xfrm>
            <a:prstGeom prst="rect">
              <a:avLst/>
            </a:prstGeom>
            <a:noFill/>
            <a:ln>
              <a:noFill/>
            </a:ln>
            <a:effectLst>
              <a:outerShdw blurRad="71438" dist="28575" dir="5400000" algn="bl" rotWithShape="0">
                <a:srgbClr val="000000">
                  <a:alpha val="14900"/>
                </a:srgbClr>
              </a:outerShdw>
            </a:effectLst>
          </p:spPr>
        </p:pic>
        <p:pic>
          <p:nvPicPr>
            <p:cNvPr id="817" name="Google Shape;817;g3442ba9b49c_0_114" title="JL686-130F.png"/>
            <p:cNvPicPr preferRelativeResize="0"/>
            <p:nvPr/>
          </p:nvPicPr>
          <p:blipFill rotWithShape="1">
            <a:blip r:embed="rId31">
              <a:alphaModFix/>
            </a:blip>
            <a:srcRect l="19" r="29"/>
            <a:stretch/>
          </p:blipFill>
          <p:spPr>
            <a:xfrm>
              <a:off x="4907050" y="3892004"/>
              <a:ext cx="590656" cy="836046"/>
            </a:xfrm>
            <a:prstGeom prst="rect">
              <a:avLst/>
            </a:prstGeom>
            <a:noFill/>
            <a:ln>
              <a:noFill/>
            </a:ln>
            <a:effectLst>
              <a:outerShdw blurRad="71438" dist="28575" dir="5400000" algn="bl" rotWithShape="0">
                <a:srgbClr val="000000">
                  <a:alpha val="14900"/>
                </a:srgbClr>
              </a:outerShdw>
            </a:effectLst>
          </p:spPr>
        </p:pic>
        <p:pic>
          <p:nvPicPr>
            <p:cNvPr id="818" name="Google Shape;818;g3442ba9b49c_0_114" title="JL686-131F.png"/>
            <p:cNvPicPr preferRelativeResize="0"/>
            <p:nvPr/>
          </p:nvPicPr>
          <p:blipFill rotWithShape="1">
            <a:blip r:embed="rId32">
              <a:alphaModFix/>
            </a:blip>
            <a:srcRect l="79" r="79"/>
            <a:stretch/>
          </p:blipFill>
          <p:spPr>
            <a:xfrm>
              <a:off x="5569825" y="3892004"/>
              <a:ext cx="590656" cy="836045"/>
            </a:xfrm>
            <a:prstGeom prst="rect">
              <a:avLst/>
            </a:prstGeom>
            <a:noFill/>
            <a:ln>
              <a:noFill/>
            </a:ln>
            <a:effectLst>
              <a:outerShdw blurRad="71438" dist="28575" dir="5400000" algn="bl" rotWithShape="0">
                <a:srgbClr val="000000">
                  <a:alpha val="14900"/>
                </a:srgbClr>
              </a:outerShdw>
            </a:effectLst>
          </p:spPr>
        </p:pic>
        <p:pic>
          <p:nvPicPr>
            <p:cNvPr id="819" name="Google Shape;819;g3442ba9b49c_0_114" title="JL686-132F.png"/>
            <p:cNvPicPr preferRelativeResize="0"/>
            <p:nvPr/>
          </p:nvPicPr>
          <p:blipFill rotWithShape="1">
            <a:blip r:embed="rId33">
              <a:alphaModFix/>
            </a:blip>
            <a:srcRect l="79" r="79"/>
            <a:stretch/>
          </p:blipFill>
          <p:spPr>
            <a:xfrm>
              <a:off x="6232600" y="3892004"/>
              <a:ext cx="590656" cy="836045"/>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g3442ba9b49c_0_14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6" name="Google Shape;826;g3442ba9b49c_0_149"/>
          <p:cNvGrpSpPr/>
          <p:nvPr/>
        </p:nvGrpSpPr>
        <p:grpSpPr>
          <a:xfrm>
            <a:off x="865957" y="2135925"/>
            <a:ext cx="7282807" cy="2686611"/>
            <a:chOff x="867357" y="2129450"/>
            <a:chExt cx="7282807" cy="2686611"/>
          </a:xfrm>
        </p:grpSpPr>
        <p:pic>
          <p:nvPicPr>
            <p:cNvPr id="827" name="Google Shape;827;g3442ba9b49c_0_14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8" name="Google Shape;828;g3442ba9b49c_0_14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9" name="Google Shape;829;g3442ba9b49c_0_14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3442ba9b49c_0_14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3442ba9b49c_0_14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2" name="Google Shape;832;g3442ba9b49c_0_14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3442ba9b49c_0_14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3442ba9b49c_0_14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5" name="Google Shape;835;g3442ba9b49c_0_14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3442ba9b49c_0_14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3442ba9b49c_0_14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3442ba9b49c_0_14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3442ba9b49c_0_14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0" name="Google Shape;840;g3442ba9b49c_0_14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3442ba9b49c_0_16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7" name="Google Shape;847;g3442ba9b49c_0_169"/>
          <p:cNvGrpSpPr/>
          <p:nvPr/>
        </p:nvGrpSpPr>
        <p:grpSpPr>
          <a:xfrm>
            <a:off x="866900" y="2125438"/>
            <a:ext cx="7281864" cy="2684601"/>
            <a:chOff x="868300" y="2129450"/>
            <a:chExt cx="7281864" cy="2684601"/>
          </a:xfrm>
        </p:grpSpPr>
        <p:pic>
          <p:nvPicPr>
            <p:cNvPr id="848" name="Google Shape;848;g3442ba9b49c_0_16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3442ba9b49c_0_16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3442ba9b49c_0_16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3442ba9b49c_0_16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2" name="Google Shape;852;g3442ba9b49c_0_16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3" name="Google Shape;853;g3442ba9b49c_0_16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4" name="Google Shape;854;g3442ba9b49c_0_16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3442ba9b49c_0_16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3442ba9b49c_0_16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3442ba9b49c_0_16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3442ba9b49c_0_16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3442ba9b49c_0_16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3442ba9b49c_0_16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1" name="Google Shape;861;g3442ba9b49c_0_16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2" name="Google Shape;862;g3442ba9b49c_0_16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3442ba9b49c_0_16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3442ba9b49c_0_16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5" name="Google Shape;865;g3442ba9b49c_0_16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6" name="Google Shape;866;g3442ba9b49c_0_16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7" name="Google Shape;867;g3442ba9b49c_0_16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8" name="Google Shape;868;g3442ba9b49c_0_16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9" name="Google Shape;869;g3442ba9b49c_0_16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3442ba9b49c_0_16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1" name="Google Shape;871;g3442ba9b49c_0_16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2" name="Google Shape;872;g3442ba9b49c_0_16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3" name="Google Shape;873;g3442ba9b49c_0_16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3442ba9b49c_0_16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5" name="Google Shape;875;g3442ba9b49c_0_16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3442ba9b49c_0_20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2" name="Google Shape;882;g3442ba9b49c_0_203"/>
          <p:cNvGrpSpPr/>
          <p:nvPr/>
        </p:nvGrpSpPr>
        <p:grpSpPr>
          <a:xfrm>
            <a:off x="868300" y="2129450"/>
            <a:ext cx="7281864" cy="2684601"/>
            <a:chOff x="868300" y="2053250"/>
            <a:chExt cx="7281864" cy="2684601"/>
          </a:xfrm>
        </p:grpSpPr>
        <p:pic>
          <p:nvPicPr>
            <p:cNvPr id="883" name="Google Shape;883;g3442ba9b49c_0_203"/>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4" name="Google Shape;884;g3442ba9b49c_0_203"/>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5" name="Google Shape;885;g3442ba9b49c_0_203"/>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6" name="Google Shape;886;g3442ba9b49c_0_203"/>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7" name="Google Shape;887;g3442ba9b49c_0_203"/>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3442ba9b49c_0_203"/>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3442ba9b49c_0_203"/>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0" name="Google Shape;890;g3442ba9b49c_0_203"/>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1" name="Google Shape;891;g3442ba9b49c_0_203"/>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2" name="Google Shape;892;g3442ba9b49c_0_203"/>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3" name="Google Shape;893;g3442ba9b49c_0_203"/>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4" name="Google Shape;894;g3442ba9b49c_0_203"/>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5" name="Google Shape;895;g3442ba9b49c_0_203"/>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3442ba9b49c_0_22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02" name="Google Shape;902;g3442ba9b49c_0_222"/>
          <p:cNvGrpSpPr/>
          <p:nvPr/>
        </p:nvGrpSpPr>
        <p:grpSpPr>
          <a:xfrm>
            <a:off x="868300" y="2129450"/>
            <a:ext cx="7281864" cy="2688001"/>
            <a:chOff x="868300" y="2129450"/>
            <a:chExt cx="7281864" cy="2688001"/>
          </a:xfrm>
        </p:grpSpPr>
        <p:pic>
          <p:nvPicPr>
            <p:cNvPr id="903" name="Google Shape;903;g3442ba9b49c_0_222"/>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4" name="Google Shape;904;g3442ba9b49c_0_222"/>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5" name="Google Shape;905;g3442ba9b49c_0_222"/>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6" name="Google Shape;906;g3442ba9b49c_0_222"/>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7" name="Google Shape;907;g3442ba9b49c_0_222"/>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8" name="Google Shape;908;g3442ba9b49c_0_222"/>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3442ba9b49c_0_222"/>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0" name="Google Shape;910;g3442ba9b49c_0_222"/>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1" name="Google Shape;911;g3442ba9b49c_0_222"/>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2" name="Google Shape;912;g3442ba9b49c_0_222"/>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3" name="Google Shape;913;g3442ba9b49c_0_222"/>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4" name="Google Shape;914;g3442ba9b49c_0_222"/>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5" name="Google Shape;915;g3442ba9b49c_0_222"/>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6" name="Google Shape;916;g3442ba9b49c_0_222"/>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3442ba9b49c_0_242"/>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br>
              <a:rPr lang="en-US" sz="1800"/>
            </a:br>
            <a:r>
              <a:rPr lang="en-US" sz="1800">
                <a:solidFill>
                  <a:srgbClr val="2356AF"/>
                </a:solidFill>
              </a:rPr>
              <a:t>people wild child mind kind behind eye oh most only both though through who prove shoe beautiful climb Christmas school sugar love money any</a:t>
            </a:r>
            <a:r>
              <a:rPr lang="en-US" sz="1800"/>
              <a:t>…</a:t>
            </a:r>
            <a:endParaRPr sz="1800"/>
          </a:p>
        </p:txBody>
      </p:sp>
      <p:pic>
        <p:nvPicPr>
          <p:cNvPr id="923" name="Google Shape;923;g3442ba9b49c_0_242"/>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4" name="Google Shape;924;g3442ba9b49c_0_242"/>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25" name="Google Shape;925;g3442ba9b49c_0_242"/>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3442ba9b49c_0_242"/>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7" name="Google Shape;927;g3442ba9b49c_0_242"/>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8" name="Google Shape;928;g3442ba9b49c_0_242"/>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9" name="Google Shape;929;g3442ba9b49c_0_242"/>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30" name="Google Shape;930;g3442ba9b49c_0_242"/>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1" name="Google Shape;931;g3442ba9b49c_0_242"/>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3442ba9b49c_0_242"/>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3" name="Google Shape;933;g3442ba9b49c_0_242"/>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4" name="Google Shape;934;g3442ba9b49c_0_242"/>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35" name="Google Shape;935;g3442ba9b49c_0_242"/>
          <p:cNvPicPr preferRelativeResize="0"/>
          <p:nvPr/>
        </p:nvPicPr>
        <p:blipFill rotWithShape="1">
          <a:blip r:embed="rId15">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8040"/>
              </a:srgbClr>
            </a:outerShdw>
          </a:effectLst>
        </p:spPr>
      </p:pic>
      <p:pic>
        <p:nvPicPr>
          <p:cNvPr id="936" name="Google Shape;936;g3442ba9b49c_0_242"/>
          <p:cNvPicPr preferRelativeResize="0"/>
          <p:nvPr/>
        </p:nvPicPr>
        <p:blipFill rotWithShape="1">
          <a:blip r:embed="rId16">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8040"/>
              </a:srgbClr>
            </a:outerShdw>
          </a:effectLst>
        </p:spPr>
      </p:pic>
      <p:pic>
        <p:nvPicPr>
          <p:cNvPr id="937" name="Google Shape;937;g3442ba9b49c_0_242"/>
          <p:cNvPicPr preferRelativeResize="0"/>
          <p:nvPr/>
        </p:nvPicPr>
        <p:blipFill rotWithShape="1">
          <a:blip r:embed="rId17">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8040"/>
              </a:srgbClr>
            </a:outerShdw>
          </a:effectLst>
        </p:spPr>
      </p:pic>
      <p:pic>
        <p:nvPicPr>
          <p:cNvPr id="938" name="Google Shape;938;g3442ba9b49c_0_242"/>
          <p:cNvPicPr preferRelativeResize="0"/>
          <p:nvPr/>
        </p:nvPicPr>
        <p:blipFill rotWithShape="1">
          <a:blip r:embed="rId18">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8040"/>
              </a:srgbClr>
            </a:outerShdw>
          </a:effectLst>
        </p:spPr>
      </p:pic>
      <p:pic>
        <p:nvPicPr>
          <p:cNvPr id="939" name="Google Shape;939;g3442ba9b49c_0_242"/>
          <p:cNvPicPr preferRelativeResize="0"/>
          <p:nvPr/>
        </p:nvPicPr>
        <p:blipFill rotWithShape="1">
          <a:blip r:embed="rId19">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8040"/>
              </a:srgbClr>
            </a:outerShdw>
          </a:effectLst>
        </p:spPr>
      </p:pic>
      <p:pic>
        <p:nvPicPr>
          <p:cNvPr id="940" name="Google Shape;940;g3442ba9b49c_0_242" title="JL687-77F.png"/>
          <p:cNvPicPr preferRelativeResize="0"/>
          <p:nvPr/>
        </p:nvPicPr>
        <p:blipFill rotWithShape="1">
          <a:blip r:embed="rId20">
            <a:alphaModFix/>
          </a:blip>
          <a:srcRect l="159" r="159"/>
          <a:stretch/>
        </p:blipFill>
        <p:spPr>
          <a:xfrm>
            <a:off x="7001474" y="3994500"/>
            <a:ext cx="1147320" cy="821565"/>
          </a:xfrm>
          <a:prstGeom prst="rect">
            <a:avLst/>
          </a:prstGeom>
          <a:noFill/>
          <a:ln>
            <a:noFill/>
          </a:ln>
          <a:effectLst>
            <a:outerShdw blurRad="71438" dist="19050" dir="5400000" algn="bl" rotWithShape="0">
              <a:srgbClr val="000000">
                <a:alpha val="18040"/>
              </a:srgbClr>
            </a:outerShdw>
          </a:effectLst>
        </p:spPr>
      </p:pic>
      <p:pic>
        <p:nvPicPr>
          <p:cNvPr id="941" name="Google Shape;941;g3442ba9b49c_0_242" title="JL687-78F.png"/>
          <p:cNvPicPr preferRelativeResize="0"/>
          <p:nvPr/>
        </p:nvPicPr>
        <p:blipFill rotWithShape="1">
          <a:blip r:embed="rId21">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8040"/>
              </a:srgbClr>
            </a:outerShdw>
          </a:effectLst>
        </p:spPr>
      </p:pic>
      <p:pic>
        <p:nvPicPr>
          <p:cNvPr id="942" name="Google Shape;942;g3442ba9b49c_0_242" title="JL687-79F.png"/>
          <p:cNvPicPr preferRelativeResize="0"/>
          <p:nvPr/>
        </p:nvPicPr>
        <p:blipFill rotWithShape="1">
          <a:blip r:embed="rId22">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8040"/>
              </a:srgbClr>
            </a:outerShdw>
          </a:effectLst>
        </p:spPr>
      </p:pic>
      <p:pic>
        <p:nvPicPr>
          <p:cNvPr id="943" name="Google Shape;943;g3442ba9b49c_0_242" title="JL687-80F.png"/>
          <p:cNvPicPr preferRelativeResize="0"/>
          <p:nvPr/>
        </p:nvPicPr>
        <p:blipFill rotWithShape="1">
          <a:blip r:embed="rId23">
            <a:alphaModFix/>
          </a:blip>
          <a:srcRect l="159" r="159"/>
          <a:stretch/>
        </p:blipFill>
        <p:spPr>
          <a:xfrm>
            <a:off x="3321259" y="4928725"/>
            <a:ext cx="1147320" cy="821565"/>
          </a:xfrm>
          <a:prstGeom prst="rect">
            <a:avLst/>
          </a:prstGeom>
          <a:noFill/>
          <a:ln>
            <a:noFill/>
          </a:ln>
          <a:effectLst>
            <a:outerShdw blurRad="71438" dist="19050" dir="5400000" algn="bl" rotWithShape="0">
              <a:srgbClr val="000000">
                <a:alpha val="18040"/>
              </a:srgbClr>
            </a:outerShdw>
          </a:effectLst>
        </p:spPr>
      </p:pic>
      <p:pic>
        <p:nvPicPr>
          <p:cNvPr id="944" name="Google Shape;944;g3442ba9b49c_0_242" title="JL687-81F.png"/>
          <p:cNvPicPr preferRelativeResize="0"/>
          <p:nvPr/>
        </p:nvPicPr>
        <p:blipFill rotWithShape="1">
          <a:blip r:embed="rId24">
            <a:alphaModFix/>
          </a:blip>
          <a:srcRect l="79" r="69"/>
          <a:stretch/>
        </p:blipFill>
        <p:spPr>
          <a:xfrm>
            <a:off x="4547991" y="4928725"/>
            <a:ext cx="1147320" cy="821566"/>
          </a:xfrm>
          <a:prstGeom prst="rect">
            <a:avLst/>
          </a:prstGeom>
          <a:noFill/>
          <a:ln>
            <a:noFill/>
          </a:ln>
          <a:effectLst>
            <a:outerShdw blurRad="71438" dist="19050" dir="5400000" algn="bl" rotWithShape="0">
              <a:srgbClr val="000000">
                <a:alpha val="18040"/>
              </a:srgbClr>
            </a:outerShdw>
          </a:effectLst>
        </p:spPr>
      </p:pic>
      <p:pic>
        <p:nvPicPr>
          <p:cNvPr id="945" name="Google Shape;945;g3442ba9b49c_0_242" title="JL687-82F.png"/>
          <p:cNvPicPr preferRelativeResize="0"/>
          <p:nvPr/>
        </p:nvPicPr>
        <p:blipFill rotWithShape="1">
          <a:blip r:embed="rId25">
            <a:alphaModFix/>
          </a:blip>
          <a:srcRect l="79" r="69"/>
          <a:stretch/>
        </p:blipFill>
        <p:spPr>
          <a:xfrm>
            <a:off x="5774724" y="4928725"/>
            <a:ext cx="1147320" cy="821566"/>
          </a:xfrm>
          <a:prstGeom prst="rect">
            <a:avLst/>
          </a:prstGeom>
          <a:noFill/>
          <a:ln>
            <a:noFill/>
          </a:ln>
          <a:effectLst>
            <a:outerShdw blurRad="71438" dist="19050" dir="5400000" algn="bl" rotWithShape="0">
              <a:srgbClr val="000000">
                <a:alpha val="18040"/>
              </a:srgbClr>
            </a:outerShdw>
          </a:effectLst>
        </p:spPr>
      </p:pic>
      <p:pic>
        <p:nvPicPr>
          <p:cNvPr id="946" name="Google Shape;946;g3442ba9b49c_0_242" title="JL687-83F.png"/>
          <p:cNvPicPr preferRelativeResize="0"/>
          <p:nvPr/>
        </p:nvPicPr>
        <p:blipFill rotWithShape="1">
          <a:blip r:embed="rId26">
            <a:alphaModFix/>
          </a:blip>
          <a:srcRect l="99" r="99"/>
          <a:stretch/>
        </p:blipFill>
        <p:spPr>
          <a:xfrm>
            <a:off x="7001474" y="4928725"/>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3442ba9b49c_0_271"/>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a:t>
            </a:r>
            <a:r>
              <a:rPr lang="en-US" sz="1800">
                <a:solidFill>
                  <a:srgbClr val="2356AF"/>
                </a:solidFill>
              </a:rPr>
              <a:t>many friend very busy pretty once please</a:t>
            </a:r>
            <a:r>
              <a:rPr lang="en-US" sz="1800"/>
              <a:t>.</a:t>
            </a:r>
            <a:endParaRPr sz="1800"/>
          </a:p>
        </p:txBody>
      </p:sp>
      <p:pic>
        <p:nvPicPr>
          <p:cNvPr id="953" name="Google Shape;953;g3442ba9b49c_0_271" title="JL687-84F.png"/>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54" name="Google Shape;954;g3442ba9b49c_0_271" title="JL687-85F.png"/>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7650"/>
              </a:srgbClr>
            </a:outerShdw>
          </a:effectLst>
        </p:spPr>
      </p:pic>
      <p:pic>
        <p:nvPicPr>
          <p:cNvPr id="955" name="Google Shape;955;g3442ba9b49c_0_271" title="JL687-86F.png"/>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56" name="Google Shape;956;g3442ba9b49c_0_271" title="JL687-87F.png"/>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57" name="Google Shape;957;g3442ba9b49c_0_271" title="JL687-88F.png"/>
          <p:cNvPicPr preferRelativeResize="0"/>
          <p:nvPr/>
        </p:nvPicPr>
        <p:blipFill rotWithShape="1">
          <a:blip r:embed="rId7">
            <a:alphaModFix/>
          </a:blip>
          <a:srcRect l="19" r="9"/>
          <a:stretch/>
        </p:blipFill>
        <p:spPr>
          <a:xfrm>
            <a:off x="5774724" y="2129450"/>
            <a:ext cx="1147320" cy="821566"/>
          </a:xfrm>
          <a:prstGeom prst="rect">
            <a:avLst/>
          </a:prstGeom>
          <a:noFill/>
          <a:ln>
            <a:noFill/>
          </a:ln>
          <a:effectLst>
            <a:outerShdw blurRad="71438" dist="19050" dir="5400000" algn="bl" rotWithShape="0">
              <a:srgbClr val="000000">
                <a:alpha val="17650"/>
              </a:srgbClr>
            </a:outerShdw>
          </a:effectLst>
        </p:spPr>
      </p:pic>
      <p:pic>
        <p:nvPicPr>
          <p:cNvPr id="958" name="Google Shape;958;g3442ba9b49c_0_271" title="JL687-89F.png"/>
          <p:cNvPicPr preferRelativeResize="0"/>
          <p:nvPr/>
        </p:nvPicPr>
        <p:blipFill rotWithShape="1">
          <a:blip r:embed="rId8">
            <a:alphaModFix/>
          </a:blip>
          <a:srcRect l="99" r="99"/>
          <a:stretch/>
        </p:blipFill>
        <p:spPr>
          <a:xfrm>
            <a:off x="7001474" y="2129450"/>
            <a:ext cx="1147320" cy="821565"/>
          </a:xfrm>
          <a:prstGeom prst="rect">
            <a:avLst/>
          </a:prstGeom>
          <a:noFill/>
          <a:ln>
            <a:noFill/>
          </a:ln>
          <a:effectLst>
            <a:outerShdw blurRad="71438" dist="19050" dir="5400000" algn="bl" rotWithShape="0">
              <a:srgbClr val="000000">
                <a:alpha val="17650"/>
              </a:srgbClr>
            </a:outerShdw>
          </a:effectLst>
        </p:spPr>
      </p:pic>
      <p:pic>
        <p:nvPicPr>
          <p:cNvPr id="959" name="Google Shape;959;g3442ba9b49c_0_271" title="JL687-90F.png"/>
          <p:cNvPicPr preferRelativeResize="0"/>
          <p:nvPr/>
        </p:nvPicPr>
        <p:blipFill rotWithShape="1">
          <a:blip r:embed="rId9">
            <a:alphaModFix/>
          </a:blip>
          <a:srcRect l="59" r="5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6" name="Google Shape;96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67" name="Google Shape;96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8" name="Google Shape;968;g2c186218c5a_0_25" title="JL686-81F.png"/>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cxnSp>
        <p:nvCxnSpPr>
          <p:cNvPr id="969" name="Google Shape;969;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70" name="Google Shape;970;g2c186218c5a_0_25" title="JL686-106F.png"/>
          <p:cNvPicPr preferRelativeResize="0"/>
          <p:nvPr/>
        </p:nvPicPr>
        <p:blipFill rotWithShape="1">
          <a:blip r:embed="rId4">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7" name="Google Shape;977;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78" name="Google Shape;978;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9" name="Google Shape;979;g2e5653a5c66_0_0" title="JL686-81B.png"/>
          <p:cNvPicPr preferRelativeResize="0"/>
          <p:nvPr/>
        </p:nvPicPr>
        <p:blipFill rotWithShape="1">
          <a:blip r:embed="rId3">
            <a:alphaModFix/>
          </a:blip>
          <a:srcRect t="59" b="49"/>
          <a:stretch/>
        </p:blipFill>
        <p:spPr>
          <a:xfrm>
            <a:off x="1441162" y="1197025"/>
            <a:ext cx="2826423" cy="4000649"/>
          </a:xfrm>
          <a:prstGeom prst="rect">
            <a:avLst/>
          </a:prstGeom>
          <a:noFill/>
          <a:ln>
            <a:noFill/>
          </a:ln>
          <a:effectLst>
            <a:outerShdw blurRad="71438" dist="19050" dir="5400000" algn="bl" rotWithShape="0">
              <a:srgbClr val="000000">
                <a:alpha val="18039"/>
              </a:srgbClr>
            </a:outerShdw>
          </a:effectLst>
        </p:spPr>
      </p:pic>
      <p:cxnSp>
        <p:nvCxnSpPr>
          <p:cNvPr id="980" name="Google Shape;980;g2e5653a5c66_0_0"/>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81" name="Google Shape;981;g2e5653a5c66_0_0" title="JL686-106B.png"/>
          <p:cNvPicPr preferRelativeResize="0"/>
          <p:nvPr/>
        </p:nvPicPr>
        <p:blipFill rotWithShape="1">
          <a:blip r:embed="rId4">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88" name="Google Shape;98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74a2a53068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5" name="Google Shape;995;g274a2a53068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6" name="Google Shape;996;g274a2a53068_0_17"/>
          <p:cNvSpPr/>
          <p:nvPr/>
        </p:nvSpPr>
        <p:spPr>
          <a:xfrm>
            <a:off x="36086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7" name="Google Shape;997;g274a2a53068_0_1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8" name="Google Shape;998;g274a2a53068_0_17"/>
          <p:cNvSpPr txBox="1">
            <a:spLocks noGrp="1"/>
          </p:cNvSpPr>
          <p:nvPr>
            <p:ph type="subTitle" idx="4294967295"/>
          </p:nvPr>
        </p:nvSpPr>
        <p:spPr>
          <a:xfrm>
            <a:off x="3038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99" name="Google Shape;999;g274a2a53068_0_17"/>
          <p:cNvSpPr txBox="1">
            <a:spLocks noGrp="1"/>
          </p:cNvSpPr>
          <p:nvPr>
            <p:ph type="subTitle" idx="4294967295"/>
          </p:nvPr>
        </p:nvSpPr>
        <p:spPr>
          <a:xfrm>
            <a:off x="4098050" y="1308025"/>
            <a:ext cx="200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ie</a:t>
            </a:r>
            <a:endParaRPr sz="15000" b="0" i="0" u="none" strike="noStrike" cap="none">
              <a:solidFill>
                <a:srgbClr val="815138"/>
              </a:solidFill>
              <a:latin typeface="Jost"/>
              <a:ea typeface="Jost"/>
              <a:cs typeface="Jost"/>
              <a:sym typeface="Jost"/>
            </a:endParaRPr>
          </a:p>
        </p:txBody>
      </p:sp>
      <p:sp>
        <p:nvSpPr>
          <p:cNvPr id="1000" name="Google Shape;1000;g274a2a53068_0_1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74a2a53068_0_1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74a2a53068_0_1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74a2a53068_0_1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74a2a53068_0_1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5" name="Google Shape;1005;g274a2a53068_0_1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74a2a53068_0_1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74a2a53068_0_1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8" name="Google Shape;1008;g274a2a53068_0_17"/>
          <p:cNvGrpSpPr/>
          <p:nvPr/>
        </p:nvGrpSpPr>
        <p:grpSpPr>
          <a:xfrm>
            <a:off x="-550" y="6984600"/>
            <a:ext cx="8596479" cy="808600"/>
            <a:chOff x="-550" y="6984600"/>
            <a:chExt cx="8596479" cy="808600"/>
          </a:xfrm>
        </p:grpSpPr>
        <p:sp>
          <p:nvSpPr>
            <p:cNvPr id="1009" name="Google Shape;1009;g274a2a53068_0_1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0" name="Google Shape;1010;g274a2a53068_0_1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1" name="Google Shape;1011;g274a2a53068_0_1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2" name="Google Shape;1012;g274a2a53068_0_1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3" name="Google Shape;1013;g274a2a53068_0_1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4" name="Google Shape;1014;g274a2a53068_0_1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5" name="Google Shape;1015;g274a2a53068_0_1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6" name="Google Shape;1016;g274a2a53068_0_1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7" name="Google Shape;1017;g274a2a53068_0_1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8" name="Google Shape;1018;g274a2a53068_0_17"/>
          <p:cNvSpPr/>
          <p:nvPr/>
        </p:nvSpPr>
        <p:spPr>
          <a:xfrm>
            <a:off x="4449026" y="4011900"/>
            <a:ext cx="14172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5" name="Google Shape;1025;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6" name="Google Shape;1026;g2c4fb7f6616_1_0"/>
          <p:cNvSpPr/>
          <p:nvPr/>
        </p:nvSpPr>
        <p:spPr>
          <a:xfrm>
            <a:off x="39129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c4fb7f6616_1_0"/>
          <p:cNvSpPr/>
          <p:nvPr/>
        </p:nvSpPr>
        <p:spPr>
          <a:xfrm>
            <a:off x="62445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8" name="Google Shape;102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9" name="Google Shape;1029;g2c4fb7f6616_1_0"/>
          <p:cNvSpPr txBox="1">
            <a:spLocks noGrp="1"/>
          </p:cNvSpPr>
          <p:nvPr>
            <p:ph type="subTitle" idx="4294967295"/>
          </p:nvPr>
        </p:nvSpPr>
        <p:spPr>
          <a:xfrm>
            <a:off x="56749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1030" name="Google Shape;1030;g2c4fb7f6616_1_0"/>
          <p:cNvSpPr txBox="1">
            <a:spLocks noGrp="1"/>
          </p:cNvSpPr>
          <p:nvPr>
            <p:ph type="subTitle" idx="4294967295"/>
          </p:nvPr>
        </p:nvSpPr>
        <p:spPr>
          <a:xfrm>
            <a:off x="33432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31" name="Google Shape;1031;g2c4fb7f6616_1_0"/>
          <p:cNvSpPr txBox="1">
            <a:spLocks noGrp="1"/>
          </p:cNvSpPr>
          <p:nvPr>
            <p:ph type="subTitle" idx="4294967295"/>
          </p:nvPr>
        </p:nvSpPr>
        <p:spPr>
          <a:xfrm>
            <a:off x="4194063" y="1308025"/>
            <a:ext cx="200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ie</a:t>
            </a:r>
            <a:endParaRPr sz="15000" b="0" i="0" u="none" strike="noStrike" cap="none">
              <a:solidFill>
                <a:srgbClr val="815138"/>
              </a:solidFill>
              <a:latin typeface="Jost"/>
              <a:ea typeface="Jost"/>
              <a:cs typeface="Jost"/>
              <a:sym typeface="Jost"/>
            </a:endParaRPr>
          </a:p>
        </p:txBody>
      </p:sp>
      <p:sp>
        <p:nvSpPr>
          <p:cNvPr id="1032" name="Google Shape;1032;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5" name="Google Shape;1035;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6" name="Google Shape;1036;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7" name="Google Shape;1037;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9" name="Google Shape;1039;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0" name="Google Shape;1040;g2c4fb7f6616_1_0"/>
          <p:cNvGrpSpPr/>
          <p:nvPr/>
        </p:nvGrpSpPr>
        <p:grpSpPr>
          <a:xfrm>
            <a:off x="-550" y="6984600"/>
            <a:ext cx="8596479" cy="808600"/>
            <a:chOff x="-550" y="6984600"/>
            <a:chExt cx="8596479" cy="808600"/>
          </a:xfrm>
        </p:grpSpPr>
        <p:sp>
          <p:nvSpPr>
            <p:cNvPr id="1041" name="Google Shape;1041;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42" name="Google Shape;1042;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43" name="Google Shape;1043;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4" name="Google Shape;1044;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5" name="Google Shape;1045;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6" name="Google Shape;1046;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7" name="Google Shape;1047;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8" name="Google Shape;1048;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9" name="Google Shape;1049;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50" name="Google Shape;1050;g2c4fb7f6616_1_0"/>
          <p:cNvSpPr/>
          <p:nvPr/>
        </p:nvSpPr>
        <p:spPr>
          <a:xfrm>
            <a:off x="4545038" y="4011900"/>
            <a:ext cx="14172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1" name="Google Shape;1051;g2c4fb7f6616_1_0"/>
          <p:cNvSpPr txBox="1">
            <a:spLocks noGrp="1"/>
          </p:cNvSpPr>
          <p:nvPr>
            <p:ph type="subTitle" idx="4294967295"/>
          </p:nvPr>
        </p:nvSpPr>
        <p:spPr>
          <a:xfrm>
            <a:off x="1939663" y="1308025"/>
            <a:ext cx="200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1052" name="Google Shape;1052;g2c4fb7f6616_1_0"/>
          <p:cNvSpPr/>
          <p:nvPr/>
        </p:nvSpPr>
        <p:spPr>
          <a:xfrm>
            <a:off x="2178487"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9" name="Google Shape;105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6" name="Google Shape;1066;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7" name="Google Shape;1067;g2d1eea302f1_0_6"/>
          <p:cNvGrpSpPr/>
          <p:nvPr/>
        </p:nvGrpSpPr>
        <p:grpSpPr>
          <a:xfrm>
            <a:off x="3024000" y="209875"/>
            <a:ext cx="3096000" cy="454800"/>
            <a:chOff x="3024000" y="209875"/>
            <a:chExt cx="3096000" cy="454800"/>
          </a:xfrm>
        </p:grpSpPr>
        <p:sp>
          <p:nvSpPr>
            <p:cNvPr id="1068" name="Google Shape;1068;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9" name="Google Shape;1069;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0" name="Google Shape;1070;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71" name="Google Shape;1071;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2" name="Google Shape;1072;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3" name="Google Shape;1073;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4" name="Google Shape;1074;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5" name="Google Shape;1075;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76" name="Google Shape;1076;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77" name="Google Shape;1077;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78" name="Google Shape;1078;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9" name="Google Shape;1079;g2d1eea302f1_0_6"/>
          <p:cNvSpPr txBox="1"/>
          <p:nvPr/>
        </p:nvSpPr>
        <p:spPr>
          <a:xfrm>
            <a:off x="6945355" y="87862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ED1C24"/>
              </a:solidFill>
              <a:latin typeface="Poppins"/>
              <a:ea typeface="Poppins"/>
              <a:cs typeface="Poppins"/>
              <a:sym typeface="Poppins"/>
            </a:endParaRPr>
          </a:p>
        </p:txBody>
      </p:sp>
      <p:sp>
        <p:nvSpPr>
          <p:cNvPr id="1080" name="Google Shape;1080;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81" name="Google Shape;1081;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82" name="Google Shape;1082;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83" name="Google Shape;1083;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84" name="Google Shape;1084;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85" name="Google Shape;1085;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00904D"/>
              </a:solidFill>
              <a:latin typeface="Jost"/>
              <a:ea typeface="Jost"/>
              <a:cs typeface="Jost"/>
              <a:sym typeface="Jost"/>
            </a:endParaRPr>
          </a:p>
        </p:txBody>
      </p:sp>
      <p:sp>
        <p:nvSpPr>
          <p:cNvPr id="1086" name="Google Shape;1086;g2d1eea302f1_0_6"/>
          <p:cNvSpPr txBox="1"/>
          <p:nvPr/>
        </p:nvSpPr>
        <p:spPr>
          <a:xfrm>
            <a:off x="291034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87" name="Google Shape;1087;g2d1eea302f1_0_6"/>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88" name="Google Shape;1088;g2d1eea302f1_0_6"/>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89" name="Google Shape;1089;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0" name="Google Shape;1090;g2d1eea302f1_0_6"/>
          <p:cNvSpPr txBox="1"/>
          <p:nvPr/>
        </p:nvSpPr>
        <p:spPr>
          <a:xfrm>
            <a:off x="52160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1" name="Google Shape;1091;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92" name="Google Shape;1092;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cxnSp>
        <p:nvCxnSpPr>
          <p:cNvPr id="1093" name="Google Shape;1093;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g274a2a53068_0_5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0" name="Google Shape;1100;g274a2a53068_0_5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1" name="Google Shape;1101;g274a2a53068_0_54"/>
          <p:cNvGrpSpPr/>
          <p:nvPr/>
        </p:nvGrpSpPr>
        <p:grpSpPr>
          <a:xfrm>
            <a:off x="3024000" y="209875"/>
            <a:ext cx="3096000" cy="454800"/>
            <a:chOff x="3024000" y="209875"/>
            <a:chExt cx="3096000" cy="454800"/>
          </a:xfrm>
        </p:grpSpPr>
        <p:sp>
          <p:nvSpPr>
            <p:cNvPr id="1102" name="Google Shape;1102;g274a2a53068_0_5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3" name="Google Shape;1103;g274a2a53068_0_5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4" name="Google Shape;1104;g274a2a53068_0_5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5" name="Google Shape;1105;g274a2a53068_0_54"/>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06" name="Google Shape;1106;g274a2a53068_0_5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7" name="Google Shape;1107;g274a2a53068_0_5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8" name="Google Shape;1108;g274a2a53068_0_5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9" name="Google Shape;1109;g274a2a53068_0_5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0" name="Google Shape;1110;g274a2a53068_0_54"/>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1" name="Google Shape;1111;g274a2a53068_0_5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2" name="Google Shape;1112;g274a2a53068_0_54"/>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3" name="Google Shape;1113;g274a2a53068_0_54"/>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114" name="Google Shape;1114;g274a2a53068_0_54"/>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5" name="Google Shape;1115;g274a2a53068_0_54"/>
          <p:cNvSpPr txBox="1"/>
          <p:nvPr/>
        </p:nvSpPr>
        <p:spPr>
          <a:xfrm>
            <a:off x="6945355" y="87862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ED1C24"/>
              </a:solidFill>
              <a:latin typeface="Poppins"/>
              <a:ea typeface="Poppins"/>
              <a:cs typeface="Poppins"/>
              <a:sym typeface="Poppins"/>
            </a:endParaRPr>
          </a:p>
        </p:txBody>
      </p:sp>
      <p:sp>
        <p:nvSpPr>
          <p:cNvPr id="1116" name="Google Shape;1116;g274a2a53068_0_54"/>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17" name="Google Shape;1117;g274a2a53068_0_54"/>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118" name="Google Shape;1118;g274a2a53068_0_5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19" name="Google Shape;1119;g274a2a53068_0_54"/>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20" name="Google Shape;1120;g274a2a53068_0_54"/>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1" name="Google Shape;1121;g274a2a53068_0_5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00904D"/>
              </a:solidFill>
              <a:latin typeface="Jost"/>
              <a:ea typeface="Jost"/>
              <a:cs typeface="Jost"/>
              <a:sym typeface="Jost"/>
            </a:endParaRPr>
          </a:p>
        </p:txBody>
      </p:sp>
      <p:sp>
        <p:nvSpPr>
          <p:cNvPr id="1122" name="Google Shape;1122;g274a2a53068_0_54"/>
          <p:cNvSpPr txBox="1"/>
          <p:nvPr/>
        </p:nvSpPr>
        <p:spPr>
          <a:xfrm>
            <a:off x="291034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3" name="Google Shape;1123;g274a2a53068_0_54"/>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124" name="Google Shape;1124;g274a2a53068_0_54"/>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5" name="Google Shape;1125;g274a2a53068_0_54"/>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6" name="Google Shape;1126;g274a2a53068_0_54"/>
          <p:cNvSpPr txBox="1"/>
          <p:nvPr/>
        </p:nvSpPr>
        <p:spPr>
          <a:xfrm>
            <a:off x="52160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7" name="Google Shape;1127;g274a2a53068_0_54"/>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pie lie tie 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gpie field brief niece thief</a:t>
            </a:r>
            <a:endParaRPr sz="1800" b="0" i="0" u="none" strike="noStrike" cap="none">
              <a:solidFill>
                <a:srgbClr val="B7B7B7"/>
              </a:solidFill>
              <a:latin typeface="Jost"/>
              <a:ea typeface="Jost"/>
              <a:cs typeface="Jost"/>
              <a:sym typeface="Jost"/>
            </a:endParaRPr>
          </a:p>
        </p:txBody>
      </p:sp>
      <p:sp>
        <p:nvSpPr>
          <p:cNvPr id="1128" name="Google Shape;1128;g274a2a53068_0_5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29" name="Google Shape;1129;g274a2a53068_0_54"/>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441</Words>
  <Application>Microsoft Office PowerPoint</Application>
  <PresentationFormat>On-screen Show (4:3)</PresentationFormat>
  <Paragraphs>139</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Poppins SemiBold</vt:lpstr>
      <vt:lpstr>Arial</vt:lpstr>
      <vt:lpstr>Poppins Medium</vt:lpstr>
      <vt:lpstr>Calibri</vt:lpstr>
      <vt:lpstr>Jost</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 Christmas school sugar love money any…</vt:lpstr>
      <vt:lpstr>…many friend very busy pretty once please.</vt:lpstr>
      <vt:lpstr>Review Grapheme Caption</vt:lpstr>
      <vt:lpstr>Review Grapheme Caption</vt:lpstr>
      <vt:lpstr>Explain Decoding</vt:lpstr>
      <vt:lpstr>Model Blending Phonemes</vt:lpstr>
      <vt:lpstr>Model Blending Phonemes</vt:lpstr>
      <vt:lpstr>Explain Encoding</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2026-05-29T03:06:09Z</dcterms:modified>
</cp:coreProperties>
</file>