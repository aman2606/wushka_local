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9144000" cy="6858000" type="screen4x3"/>
  <p:notesSz cx="6858000" cy="9144000"/>
  <p:embeddedFontLst>
    <p:embeddedFont>
      <p:font typeface="Finger Paint" panose="020B0604020202020204" charset="0"/>
      <p:regular r:id="rId22"/>
    </p:embeddedFont>
    <p:embeddedFont>
      <p:font typeface="Jost" panose="020B0604020202020204" charset="0"/>
      <p:regular r:id="rId23"/>
      <p:bold r:id="rId24"/>
      <p:italic r:id="rId25"/>
      <p:boldItalic r:id="rId26"/>
    </p:embeddedFont>
    <p:embeddedFont>
      <p:font typeface="Mulish"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gg680Eqojnpwe707OtICnFz/cTm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48EEFD8-D3FA-4CE6-8528-59BD1793D2C3}">
  <a:tblStyle styleId="{648EEFD8-D3FA-4CE6-8528-59BD1793D2C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21" Type="http://schemas.openxmlformats.org/officeDocument/2006/relationships/notesMaster" Target="notesMasters/notesMaster1.xml"/><Relationship Id="rId34" Type="http://schemas.openxmlformats.org/officeDocument/2006/relationships/font" Target="fonts/font13.fntdata"/><Relationship Id="rId42" Type="http://schemas.openxmlformats.org/officeDocument/2006/relationships/font" Target="fonts/font21.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8.fntdata"/><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font" Target="fonts/font19.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4" Type="http://schemas.openxmlformats.org/officeDocument/2006/relationships/font" Target="fonts/font23.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43" Type="http://schemas.openxmlformats.org/officeDocument/2006/relationships/font" Target="fonts/font22.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20" Type="http://schemas.openxmlformats.org/officeDocument/2006/relationships/slide" Target="slides/slide19.xml"/><Relationship Id="rId41" Type="http://schemas.openxmlformats.org/officeDocument/2006/relationships/font" Target="fonts/font20.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8"/>
        <p:cNvGrpSpPr/>
        <p:nvPr/>
      </p:nvGrpSpPr>
      <p:grpSpPr>
        <a:xfrm>
          <a:off x="0" y="0"/>
          <a:ext cx="0" cy="0"/>
          <a:chOff x="0" y="0"/>
          <a:chExt cx="0" cy="0"/>
        </a:xfrm>
      </p:grpSpPr>
      <p:sp>
        <p:nvSpPr>
          <p:cNvPr id="679" name="Google Shape;679;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0" name="Google Shape;680;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95" name="Google Shape;69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6"/>
        <p:cNvGrpSpPr/>
        <p:nvPr/>
      </p:nvGrpSpPr>
      <p:grpSpPr>
        <a:xfrm>
          <a:off x="0" y="0"/>
          <a:ext cx="0" cy="0"/>
          <a:chOff x="0" y="0"/>
          <a:chExt cx="0" cy="0"/>
        </a:xfrm>
      </p:grpSpPr>
      <p:sp>
        <p:nvSpPr>
          <p:cNvPr id="717" name="Google Shape;717;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8" name="Google Shape;718;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9" name="Google Shape;719;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6"/>
        <p:cNvGrpSpPr/>
        <p:nvPr/>
      </p:nvGrpSpPr>
      <p:grpSpPr>
        <a:xfrm>
          <a:off x="0" y="0"/>
          <a:ext cx="0" cy="0"/>
          <a:chOff x="0" y="0"/>
          <a:chExt cx="0" cy="0"/>
        </a:xfrm>
      </p:grpSpPr>
      <p:sp>
        <p:nvSpPr>
          <p:cNvPr id="747" name="Google Shape;747;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8" name="Google Shape;748;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9" name="Google Shape;749;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7"/>
        <p:cNvGrpSpPr/>
        <p:nvPr/>
      </p:nvGrpSpPr>
      <p:grpSpPr>
        <a:xfrm>
          <a:off x="0" y="0"/>
          <a:ext cx="0" cy="0"/>
          <a:chOff x="0" y="0"/>
          <a:chExt cx="0" cy="0"/>
        </a:xfrm>
      </p:grpSpPr>
      <p:sp>
        <p:nvSpPr>
          <p:cNvPr id="768" name="Google Shape;768;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9" name="Google Shape;769;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0" name="Google Shape;770;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8" name="Google Shape;778;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g2c186218c5a_0_2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87" name="Google Shape;787;g2c186218c5a_0_2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g2c186218c5a_0_2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4"/>
        <p:cNvGrpSpPr/>
        <p:nvPr/>
      </p:nvGrpSpPr>
      <p:grpSpPr>
        <a:xfrm>
          <a:off x="0" y="0"/>
          <a:ext cx="0" cy="0"/>
          <a:chOff x="0" y="0"/>
          <a:chExt cx="0" cy="0"/>
        </a:xfrm>
      </p:grpSpPr>
      <p:sp>
        <p:nvSpPr>
          <p:cNvPr id="795" name="Google Shape;795;g26b641b03cd_0_19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6" name="Google Shape;796;g26b641b03cd_0_19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7" name="Google Shape;797;g26b641b03cd_0_19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3"/>
        <p:cNvGrpSpPr/>
        <p:nvPr/>
      </p:nvGrpSpPr>
      <p:grpSpPr>
        <a:xfrm>
          <a:off x="0" y="0"/>
          <a:ext cx="0" cy="0"/>
          <a:chOff x="0" y="0"/>
          <a:chExt cx="0" cy="0"/>
        </a:xfrm>
      </p:grpSpPr>
      <p:sp>
        <p:nvSpPr>
          <p:cNvPr id="804" name="Google Shape;804;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05" name="Google Shape;805;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6" name="Google Shape;806;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1"/>
        <p:cNvGrpSpPr/>
        <p:nvPr/>
      </p:nvGrpSpPr>
      <p:grpSpPr>
        <a:xfrm>
          <a:off x="0" y="0"/>
          <a:ext cx="0" cy="0"/>
          <a:chOff x="0" y="0"/>
          <a:chExt cx="0" cy="0"/>
        </a:xfrm>
      </p:grpSpPr>
      <p:sp>
        <p:nvSpPr>
          <p:cNvPr id="812" name="Google Shape;812;g2c4fd7a3c22_2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3" name="Google Shape;813;g2c4fd7a3c22_2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4" name="Google Shape;814;g2c4fd7a3c22_2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g2c60eb6ecf9_0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g2c60eb6ecf9_0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4" name="Google Shape;844;g2c60eb6ecf9_0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1"/>
        <p:cNvGrpSpPr/>
        <p:nvPr/>
      </p:nvGrpSpPr>
      <p:grpSpPr>
        <a:xfrm>
          <a:off x="0" y="0"/>
          <a:ext cx="0" cy="0"/>
          <a:chOff x="0" y="0"/>
          <a:chExt cx="0" cy="0"/>
        </a:xfrm>
      </p:grpSpPr>
      <p:sp>
        <p:nvSpPr>
          <p:cNvPr id="872" name="Google Shape;872;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3" name="Google Shape;873;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4" name="Google Shape;874;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2" name="Google Shape;882;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8"/>
        <p:cNvGrpSpPr/>
        <p:nvPr/>
      </p:nvGrpSpPr>
      <p:grpSpPr>
        <a:xfrm>
          <a:off x="0" y="0"/>
          <a:ext cx="0" cy="0"/>
          <a:chOff x="0" y="0"/>
          <a:chExt cx="0" cy="0"/>
        </a:xfrm>
      </p:grpSpPr>
      <p:sp>
        <p:nvSpPr>
          <p:cNvPr id="889" name="Google Shape;889;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0" name="Google Shape;890;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1" name="Google Shape;891;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7"/>
        <p:cNvGrpSpPr/>
        <p:nvPr/>
      </p:nvGrpSpPr>
      <p:grpSpPr>
        <a:xfrm>
          <a:off x="0" y="0"/>
          <a:ext cx="0" cy="0"/>
          <a:chOff x="0" y="0"/>
          <a:chExt cx="0" cy="0"/>
        </a:xfrm>
      </p:grpSpPr>
      <p:sp>
        <p:nvSpPr>
          <p:cNvPr id="898" name="Google Shape;898;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9" name="Google Shape;899;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0" name="Google Shape;900;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6"/>
        <p:cNvGrpSpPr/>
        <p:nvPr/>
      </p:nvGrpSpPr>
      <p:grpSpPr>
        <a:xfrm>
          <a:off x="0" y="0"/>
          <a:ext cx="0" cy="0"/>
          <a:chOff x="0" y="0"/>
          <a:chExt cx="0" cy="0"/>
        </a:xfrm>
      </p:grpSpPr>
      <p:sp>
        <p:nvSpPr>
          <p:cNvPr id="907" name="Google Shape;907;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8" name="Google Shape;908;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9" name="Google Shape;909;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5"/>
        <p:cNvGrpSpPr/>
        <p:nvPr/>
      </p:nvGrpSpPr>
      <p:grpSpPr>
        <a:xfrm>
          <a:off x="0" y="0"/>
          <a:ext cx="0" cy="0"/>
          <a:chOff x="0" y="0"/>
          <a:chExt cx="0" cy="0"/>
        </a:xfrm>
      </p:grpSpPr>
      <p:sp>
        <p:nvSpPr>
          <p:cNvPr id="916" name="Google Shape;916;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7" name="Google Shape;917;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8" name="Google Shape;918;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g2c60eb6ecf9_1_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g2c60eb6ecf9_1_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3" name="Google Shape;943;g2c60eb6ecf9_1_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7"/>
        <p:cNvGrpSpPr/>
        <p:nvPr/>
      </p:nvGrpSpPr>
      <p:grpSpPr>
        <a:xfrm>
          <a:off x="0" y="0"/>
          <a:ext cx="0" cy="0"/>
          <a:chOff x="0" y="0"/>
          <a:chExt cx="0" cy="0"/>
        </a:xfrm>
      </p:grpSpPr>
      <p:sp>
        <p:nvSpPr>
          <p:cNvPr id="968" name="Google Shape;968;g2c186218c5a_0_11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69" name="Google Shape;969;g2c186218c5a_0_1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0" name="Google Shape;970;g2c186218c5a_0_1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000"/>
              <a:buNone/>
              <a:defRPr sz="30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3000"/>
              <a:buNone/>
              <a:defRPr sz="3000"/>
            </a:lvl2pPr>
            <a:lvl3pPr lvl="2" algn="ctr">
              <a:lnSpc>
                <a:spcPct val="90000"/>
              </a:lnSpc>
              <a:spcBef>
                <a:spcPts val="500"/>
              </a:spcBef>
              <a:spcAft>
                <a:spcPts val="0"/>
              </a:spcAft>
              <a:buClr>
                <a:schemeClr val="dk1"/>
              </a:buClr>
              <a:buSzPts val="3000"/>
              <a:buNone/>
              <a:defRPr sz="3000"/>
            </a:lvl3pPr>
            <a:lvl4pPr lvl="3" algn="ctr">
              <a:lnSpc>
                <a:spcPct val="90000"/>
              </a:lnSpc>
              <a:spcBef>
                <a:spcPts val="500"/>
              </a:spcBef>
              <a:spcAft>
                <a:spcPts val="0"/>
              </a:spcAft>
              <a:buClr>
                <a:schemeClr val="dk1"/>
              </a:buClr>
              <a:buSzPts val="3000"/>
              <a:buNone/>
              <a:defRPr sz="3000"/>
            </a:lvl4pPr>
            <a:lvl5pPr lvl="4" algn="ctr">
              <a:lnSpc>
                <a:spcPct val="90000"/>
              </a:lnSpc>
              <a:spcBef>
                <a:spcPts val="500"/>
              </a:spcBef>
              <a:spcAft>
                <a:spcPts val="0"/>
              </a:spcAft>
              <a:buClr>
                <a:schemeClr val="dk1"/>
              </a:buClr>
              <a:buSzPts val="3000"/>
              <a:buNone/>
              <a:defRPr sz="3000"/>
            </a:lvl5pPr>
            <a:lvl6pPr lvl="5" algn="ctr">
              <a:lnSpc>
                <a:spcPct val="90000"/>
              </a:lnSpc>
              <a:spcBef>
                <a:spcPts val="500"/>
              </a:spcBef>
              <a:spcAft>
                <a:spcPts val="0"/>
              </a:spcAft>
              <a:buClr>
                <a:schemeClr val="dk1"/>
              </a:buClr>
              <a:buSzPts val="3000"/>
              <a:buNone/>
              <a:defRPr sz="3000"/>
            </a:lvl6pPr>
            <a:lvl7pPr lvl="6" algn="ctr">
              <a:lnSpc>
                <a:spcPct val="90000"/>
              </a:lnSpc>
              <a:spcBef>
                <a:spcPts val="500"/>
              </a:spcBef>
              <a:spcAft>
                <a:spcPts val="0"/>
              </a:spcAft>
              <a:buClr>
                <a:schemeClr val="dk1"/>
              </a:buClr>
              <a:buSzPts val="3000"/>
              <a:buNone/>
              <a:defRPr sz="3000"/>
            </a:lvl7pPr>
            <a:lvl8pPr lvl="7" algn="ctr">
              <a:lnSpc>
                <a:spcPct val="90000"/>
              </a:lnSpc>
              <a:spcBef>
                <a:spcPts val="500"/>
              </a:spcBef>
              <a:spcAft>
                <a:spcPts val="0"/>
              </a:spcAft>
              <a:buClr>
                <a:schemeClr val="dk1"/>
              </a:buClr>
              <a:buSzPts val="3000"/>
              <a:buNone/>
              <a:defRPr sz="3000"/>
            </a:lvl8pPr>
            <a:lvl9pPr lvl="8" algn="ctr">
              <a:lnSpc>
                <a:spcPct val="90000"/>
              </a:lnSpc>
              <a:spcBef>
                <a:spcPts val="500"/>
              </a:spcBef>
              <a:spcAft>
                <a:spcPts val="0"/>
              </a:spcAft>
              <a:buClr>
                <a:schemeClr val="dk1"/>
              </a:buClr>
              <a:buSzPts val="3000"/>
              <a:buNone/>
              <a:defRPr sz="30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2F286F"/>
                </a:solidFill>
                <a:latin typeface="Poppins SemiBold"/>
                <a:ea typeface="Poppins SemiBold"/>
                <a:cs typeface="Poppins SemiBold"/>
                <a:sym typeface="Poppins SemiBold"/>
              </a:rPr>
              <a:t>Phase 3</a:t>
            </a:r>
            <a:endParaRPr sz="6000" b="0" i="0" u="none" strike="noStrike" cap="none">
              <a:solidFill>
                <a:srgbClr val="2F286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190068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30" name="Google Shape;30;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32" name="Google Shape;32;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 name="Google Shape;33;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8" name="Google Shape;38;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 name="Google Shape;39;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40" name="Google Shape;40;p14"/>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Objective</a:t>
            </a:r>
            <a:endParaRPr sz="3200" b="0" i="0" u="none" strike="noStrike" cap="none">
              <a:solidFill>
                <a:srgbClr val="2F286F"/>
              </a:solidFill>
              <a:latin typeface="Poppins Medium"/>
              <a:ea typeface="Poppins Medium"/>
              <a:cs typeface="Poppins Medium"/>
              <a:sym typeface="Poppins Medium"/>
            </a:endParaRPr>
          </a:p>
        </p:txBody>
      </p:sp>
      <p:sp>
        <p:nvSpPr>
          <p:cNvPr id="47" name="Google Shape;47;p15"/>
          <p:cNvSpPr txBox="1"/>
          <p:nvPr/>
        </p:nvSpPr>
        <p:spPr>
          <a:xfrm>
            <a:off x="856314" y="20863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Review</a:t>
            </a:r>
            <a:endParaRPr sz="3200" b="0" i="0" u="none" strike="noStrike" cap="none">
              <a:solidFill>
                <a:srgbClr val="2F286F"/>
              </a:solidFill>
              <a:latin typeface="Poppins Medium"/>
              <a:ea typeface="Poppins Medium"/>
              <a:cs typeface="Poppins Medium"/>
              <a:sym typeface="Poppins Medium"/>
            </a:endParaRPr>
          </a:p>
        </p:txBody>
      </p:sp>
      <p:cxnSp>
        <p:nvCxnSpPr>
          <p:cNvPr id="48" name="Google Shape;48;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50" name="Google Shape;50;p15"/>
          <p:cNvGrpSpPr/>
          <p:nvPr/>
        </p:nvGrpSpPr>
        <p:grpSpPr>
          <a:xfrm>
            <a:off x="357775" y="5983875"/>
            <a:ext cx="586800" cy="571500"/>
            <a:chOff x="662575" y="6212475"/>
            <a:chExt cx="586800" cy="571500"/>
          </a:xfrm>
        </p:grpSpPr>
        <p:sp>
          <p:nvSpPr>
            <p:cNvPr id="51" name="Google Shape;51;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 name="Google Shape;52;p1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 name="Google Shape;54;p15"/>
          <p:cNvGrpSpPr/>
          <p:nvPr/>
        </p:nvGrpSpPr>
        <p:grpSpPr>
          <a:xfrm>
            <a:off x="8199150" y="5983875"/>
            <a:ext cx="586800" cy="571500"/>
            <a:chOff x="7894350" y="6212475"/>
            <a:chExt cx="586800" cy="571500"/>
          </a:xfrm>
        </p:grpSpPr>
        <p:sp>
          <p:nvSpPr>
            <p:cNvPr id="55" name="Google Shape;55;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 name="Google Shape;56;p1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cxnSp>
        <p:nvCxnSpPr>
          <p:cNvPr id="58" name="Google Shape;58;p15"/>
          <p:cNvCxnSpPr/>
          <p:nvPr/>
        </p:nvCxnSpPr>
        <p:spPr>
          <a:xfrm>
            <a:off x="865586" y="17854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190068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64" name="Google Shape;64;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66" name="Google Shape;66;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7" name="Google Shape;67;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2" name="Google Shape;72;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 name="Google Shape;73;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4" name="Google Shape;74;p15"/>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190068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92" name="Google Shape;92;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94" name="Google Shape;94;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 name="Google Shape;95;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00" name="Google Shape;100;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1" name="Google Shape;101;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2" name="Google Shape;102;g26b641b03cd_1_92"/>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Letter Sound 'j'</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Week 1 - Monday</a:t>
            </a:r>
            <a:endParaRPr sz="1800" b="0" i="0" u="none" strike="noStrike" cap="none">
              <a:solidFill>
                <a:srgbClr val="2F286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2F286F"/>
                </a:solidFill>
                <a:latin typeface="Poppins Medium"/>
                <a:ea typeface="Poppins Medium"/>
                <a:cs typeface="Poppins Medium"/>
                <a:sym typeface="Poppins Medium"/>
              </a:rPr>
              <a:t>Lesson 1</a:t>
            </a:r>
            <a:endParaRPr sz="1800" b="0" i="0" u="none" strike="noStrike" cap="none">
              <a:solidFill>
                <a:srgbClr val="2F286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2F286F"/>
              </a:buClr>
              <a:buSzPts val="3200"/>
              <a:buFont typeface="Poppins Medium"/>
              <a:buNone/>
              <a:defRPr sz="3200">
                <a:solidFill>
                  <a:srgbClr val="2F286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26"/>
        <p:cNvGrpSpPr/>
        <p:nvPr/>
      </p:nvGrpSpPr>
      <p:grpSpPr>
        <a:xfrm>
          <a:off x="0" y="0"/>
          <a:ext cx="0" cy="0"/>
          <a:chOff x="0" y="0"/>
          <a:chExt cx="0" cy="0"/>
        </a:xfrm>
      </p:grpSpPr>
      <p:sp>
        <p:nvSpPr>
          <p:cNvPr id="127" name="Google Shape;127;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28" name="Google Shape;128;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2F286F"/>
                </a:solidFill>
                <a:latin typeface="Poppins Medium"/>
                <a:ea typeface="Poppins Medium"/>
                <a:cs typeface="Poppins Medium"/>
                <a:sym typeface="Poppins Medium"/>
              </a:rPr>
              <a:t>End of Session</a:t>
            </a:r>
            <a:endParaRPr sz="3200" b="0" i="0" u="none" strike="noStrike" cap="none">
              <a:solidFill>
                <a:srgbClr val="2F286F"/>
              </a:solidFill>
              <a:latin typeface="Poppins Medium"/>
              <a:ea typeface="Poppins Medium"/>
              <a:cs typeface="Poppins Medium"/>
              <a:sym typeface="Poppins Medium"/>
            </a:endParaRPr>
          </a:p>
        </p:txBody>
      </p:sp>
      <p:cxnSp>
        <p:nvCxnSpPr>
          <p:cNvPr id="129" name="Google Shape;129;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30" name="Google Shape;130;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1" name="Google Shape;131;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32" name="Google Shape;132;g26b641b03cd_0_260"/>
          <p:cNvGrpSpPr/>
          <p:nvPr/>
        </p:nvGrpSpPr>
        <p:grpSpPr>
          <a:xfrm>
            <a:off x="8199150" y="5983875"/>
            <a:ext cx="586800" cy="571500"/>
            <a:chOff x="7894350" y="6212475"/>
            <a:chExt cx="586800" cy="571500"/>
          </a:xfrm>
        </p:grpSpPr>
        <p:sp>
          <p:nvSpPr>
            <p:cNvPr id="133" name="Google Shape;133;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4" name="Google Shape;134;g26b641b03cd_0_26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6b641b03cd_0_26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37" name="Google Shape;137;g26b641b03cd_0_260"/>
          <p:cNvGrpSpPr/>
          <p:nvPr/>
        </p:nvGrpSpPr>
        <p:grpSpPr>
          <a:xfrm>
            <a:off x="-36800" y="-52000"/>
            <a:ext cx="9236100" cy="543750"/>
            <a:chOff x="-36800" y="-52000"/>
            <a:chExt cx="9236100" cy="543750"/>
          </a:xfrm>
        </p:grpSpPr>
        <p:sp>
          <p:nvSpPr>
            <p:cNvPr id="138" name="Google Shape;138;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39" name="Google Shape;139;g26b641b03cd_0_260"/>
            <p:cNvGrpSpPr/>
            <p:nvPr/>
          </p:nvGrpSpPr>
          <p:grpSpPr>
            <a:xfrm>
              <a:off x="1900680" y="88250"/>
              <a:ext cx="1337400" cy="403500"/>
              <a:chOff x="565600" y="88250"/>
              <a:chExt cx="1337400" cy="403500"/>
            </a:xfrm>
          </p:grpSpPr>
          <p:sp>
            <p:nvSpPr>
              <p:cNvPr id="140" name="Google Shape;140;g26b641b03cd_0_260"/>
              <p:cNvSpPr/>
              <p:nvPr/>
            </p:nvSpPr>
            <p:spPr>
              <a:xfrm>
                <a:off x="565600" y="88250"/>
                <a:ext cx="1337400" cy="240000"/>
              </a:xfrm>
              <a:prstGeom prst="roundRect">
                <a:avLst>
                  <a:gd name="adj" fmla="val 16667"/>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sp>
            <p:nvSpPr>
              <p:cNvPr id="141" name="Google Shape;141;g26b641b03cd_0_260"/>
              <p:cNvSpPr/>
              <p:nvPr/>
            </p:nvSpPr>
            <p:spPr>
              <a:xfrm>
                <a:off x="565600" y="251750"/>
                <a:ext cx="1337400" cy="240000"/>
              </a:xfrm>
              <a:prstGeom prst="rect">
                <a:avLst/>
              </a:prstGeom>
              <a:solidFill>
                <a:srgbClr val="163B7E"/>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F286F"/>
                  </a:solidFill>
                  <a:latin typeface="Poppins"/>
                  <a:ea typeface="Poppins"/>
                  <a:cs typeface="Poppins"/>
                  <a:sym typeface="Poppins"/>
                </a:endParaRPr>
              </a:p>
            </p:txBody>
          </p:sp>
        </p:grpSp>
        <p:sp>
          <p:nvSpPr>
            <p:cNvPr id="142" name="Google Shape;142;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3</a:t>
              </a:r>
              <a:endParaRPr sz="1300" b="0" i="0" u="none" strike="noStrike" cap="none">
                <a:solidFill>
                  <a:srgbClr val="FFFFFF"/>
                </a:solidFill>
                <a:latin typeface="Poppins SemiBold"/>
                <a:ea typeface="Poppins SemiBold"/>
                <a:cs typeface="Poppins SemiBold"/>
                <a:sym typeface="Poppins SemiBold"/>
              </a:endParaRPr>
            </a:p>
          </p:txBody>
        </p:sp>
        <p:sp>
          <p:nvSpPr>
            <p:cNvPr id="143" name="Google Shape;143;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9FC5E8"/>
                </a:solidFill>
                <a:latin typeface="Poppins SemiBold"/>
                <a:ea typeface="Poppins SemiBold"/>
                <a:cs typeface="Poppins SemiBold"/>
                <a:sym typeface="Poppins SemiBold"/>
              </a:endParaRPr>
            </a:p>
          </p:txBody>
        </p:sp>
        <p:sp>
          <p:nvSpPr>
            <p:cNvPr id="144" name="Google Shape;144;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5" name="Google Shape;14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46" name="Google Shape;146;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7" name="Google Shape;147;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48" name="Google Shape;148;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9" name="Google Shape;149;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50" name="Google Shape;150;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1" name="Google Shape;151;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2" name="Google Shape;152;g26b641b03cd_0_260"/>
            <p:cNvSpPr txBox="1"/>
            <p:nvPr/>
          </p:nvSpPr>
          <p:spPr>
            <a:xfrm>
              <a:off x="747250"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0" name="Google Shape;190;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1" name="Google Shape;191;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2" name="Google Shape;192;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193" name="Google Shape;193;g2c235dd0dad_1_8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4" name="Google Shape;194;g2c235dd0dad_1_8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5" name="Google Shape;195;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198" name="Google Shape;198;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00" name="Google Shape;200;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1" name="Google Shape;201;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sp>
        <p:nvSpPr>
          <p:cNvPr id="202" name="Google Shape;202;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3" name="Google Shape;203;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4" name="Google Shape;204;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5" name="Google Shape;205;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6" name="Google Shape;206;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8" name="Google Shape;208;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9" name="Google Shape;209;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10" name="Google Shape;210;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1" name="Google Shape;211;g2c235dd0dad_1_87"/>
          <p:cNvGrpSpPr/>
          <p:nvPr/>
        </p:nvGrpSpPr>
        <p:grpSpPr>
          <a:xfrm>
            <a:off x="662575" y="6212475"/>
            <a:ext cx="586800" cy="571500"/>
            <a:chOff x="662575" y="6212475"/>
            <a:chExt cx="586800" cy="571500"/>
          </a:xfrm>
        </p:grpSpPr>
        <p:sp>
          <p:nvSpPr>
            <p:cNvPr id="212" name="Google Shape;212;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4" name="Google Shape;214;g2c235dd0dad_1_8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5" name="Google Shape;215;g2c235dd0dad_1_87"/>
          <p:cNvGrpSpPr/>
          <p:nvPr/>
        </p:nvGrpSpPr>
        <p:grpSpPr>
          <a:xfrm>
            <a:off x="7894350" y="6212475"/>
            <a:ext cx="586800" cy="571500"/>
            <a:chOff x="7894350" y="6212475"/>
            <a:chExt cx="586800" cy="571500"/>
          </a:xfrm>
        </p:grpSpPr>
        <p:sp>
          <p:nvSpPr>
            <p:cNvPr id="216" name="Google Shape;216;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8" name="Google Shape;218;g2c235dd0dad_1_8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9"/>
        <p:cNvGrpSpPr/>
        <p:nvPr/>
      </p:nvGrpSpPr>
      <p:grpSpPr>
        <a:xfrm>
          <a:off x="0" y="0"/>
          <a:ext cx="0" cy="0"/>
          <a:chOff x="0" y="0"/>
          <a:chExt cx="0" cy="0"/>
        </a:xfrm>
      </p:grpSpPr>
      <p:sp>
        <p:nvSpPr>
          <p:cNvPr id="220" name="Google Shape;220;g1f3daf8a844_0_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1" name="Google Shape;221;g1f3daf8a844_0_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2" name="Google Shape;222;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3" name="Google Shape;223;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24" name="Google Shape;224;g1f3daf8a844_0_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5" name="Google Shape;225;g1f3daf8a844_0_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6" name="Google Shape;226;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7" name="Google Shape;227;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28" name="Google Shape;228;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9" name="Google Shape;229;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30" name="Google Shape;230;g1f3daf8a844_0_32"/>
          <p:cNvSpPr txBox="1"/>
          <p:nvPr/>
        </p:nvSpPr>
        <p:spPr>
          <a:xfrm rot="-5400000" flipH="1">
            <a:off x="-1852408" y="2188350"/>
            <a:ext cx="4290900" cy="523800"/>
          </a:xfrm>
          <a:prstGeom prst="rect">
            <a:avLst/>
          </a:prstGeom>
          <a:noFill/>
          <a:ln>
            <a:noFill/>
          </a:ln>
        </p:spPr>
        <p:txBody>
          <a:bodyPr spcFirstLastPara="1" wrap="square" lIns="0" tIns="0" rIns="0" bIns="0" anchor="ctr" anchorCtr="0">
            <a:noAutofit/>
          </a:bodyPr>
          <a:lstStyle/>
          <a:p>
            <a:pPr marL="0" marR="0" lvl="0" indent="0" algn="r" rtl="0">
              <a:lnSpc>
                <a:spcPct val="90000"/>
              </a:lnSpc>
              <a:spcBef>
                <a:spcPts val="1000"/>
              </a:spcBef>
              <a:spcAft>
                <a:spcPts val="0"/>
              </a:spcAft>
              <a:buClr>
                <a:srgbClr val="000000"/>
              </a:buClr>
              <a:buSzPts val="1800"/>
              <a:buFont typeface="Arial"/>
              <a:buNone/>
            </a:pPr>
            <a:endParaRPr sz="1800" b="0" i="0" u="none" strike="noStrike" cap="none">
              <a:solidFill>
                <a:srgbClr val="FFFFFF"/>
              </a:solidFill>
              <a:latin typeface="Poppins SemiBold"/>
              <a:ea typeface="Poppins SemiBold"/>
              <a:cs typeface="Poppins SemiBold"/>
              <a:sym typeface="Poppins SemiBold"/>
            </a:endParaRPr>
          </a:p>
        </p:txBody>
      </p:sp>
      <p:sp>
        <p:nvSpPr>
          <p:cNvPr id="231" name="Google Shape;231;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2" name="Google Shape;232;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33" name="Google Shape;233;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4" name="Google Shape;234;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2F286F"/>
                </a:solidFill>
                <a:latin typeface="Poppins Medium"/>
                <a:ea typeface="Poppins Medium"/>
                <a:cs typeface="Poppins Medium"/>
                <a:sym typeface="Poppins Medium"/>
              </a:rPr>
              <a:t>Practise</a:t>
            </a:r>
            <a:r>
              <a:rPr lang="en-US" sz="3000" b="0" i="0" u="none" strike="noStrike" cap="none">
                <a:solidFill>
                  <a:srgbClr val="2F286F"/>
                </a:solidFill>
                <a:latin typeface="Poppins Medium"/>
                <a:ea typeface="Poppins Medium"/>
                <a:cs typeface="Poppins Medium"/>
                <a:sym typeface="Poppins Medium"/>
              </a:rPr>
              <a:t> Building Words</a:t>
            </a:r>
            <a:endParaRPr sz="3000" b="0" i="0" u="none" strike="noStrike" cap="none">
              <a:solidFill>
                <a:srgbClr val="2F286F"/>
              </a:solidFill>
              <a:latin typeface="Poppins Medium"/>
              <a:ea typeface="Poppins Medium"/>
              <a:cs typeface="Poppins Medium"/>
              <a:sym typeface="Poppins Medium"/>
            </a:endParaRPr>
          </a:p>
        </p:txBody>
      </p:sp>
      <p:cxnSp>
        <p:nvCxnSpPr>
          <p:cNvPr id="235" name="Google Shape;235;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6" name="Google Shape;236;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7" name="Google Shape;237;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8" name="Google Shape;238;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9" name="Google Shape;239;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40" name="Google Shape;240;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41" name="Google Shape;241;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42" name="Google Shape;242;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43" name="Google Shape;243;g1f3daf8a844_0_32"/>
          <p:cNvGrpSpPr/>
          <p:nvPr/>
        </p:nvGrpSpPr>
        <p:grpSpPr>
          <a:xfrm>
            <a:off x="662575" y="6212475"/>
            <a:ext cx="586800" cy="571500"/>
            <a:chOff x="662575" y="6212475"/>
            <a:chExt cx="586800" cy="571500"/>
          </a:xfrm>
        </p:grpSpPr>
        <p:sp>
          <p:nvSpPr>
            <p:cNvPr id="244" name="Google Shape;244;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7" name="Google Shape;247;g1f3daf8a844_0_32"/>
          <p:cNvGrpSpPr/>
          <p:nvPr/>
        </p:nvGrpSpPr>
        <p:grpSpPr>
          <a:xfrm>
            <a:off x="7894350" y="6212475"/>
            <a:ext cx="586800" cy="571500"/>
            <a:chOff x="7894350" y="6212475"/>
            <a:chExt cx="586800" cy="571500"/>
          </a:xfrm>
        </p:grpSpPr>
        <p:sp>
          <p:nvSpPr>
            <p:cNvPr id="248" name="Google Shape;248;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1f3daf8a844_0_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0" name="Google Shape;250;g1f3daf8a844_0_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51"/>
        <p:cNvGrpSpPr/>
        <p:nvPr/>
      </p:nvGrpSpPr>
      <p:grpSpPr>
        <a:xfrm>
          <a:off x="0" y="0"/>
          <a:ext cx="0" cy="0"/>
          <a:chOff x="0" y="0"/>
          <a:chExt cx="0" cy="0"/>
        </a:xfrm>
      </p:grpSpPr>
      <p:sp>
        <p:nvSpPr>
          <p:cNvPr id="252" name="Google Shape;252;g2c157a2fb06_0_5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4" name="Google Shape;254;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5" name="Google Shape;255;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256" name="Google Shape;256;g2c157a2fb06_0_5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2c157a2fb06_0_5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8" name="Google Shape;258;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0" name="Google Shape;260;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1" name="Google Shape;261;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2" name="Google Shape;262;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63" name="Google Shape;263;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64" name="Google Shape;264;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Quickwrite</a:t>
            </a:r>
            <a:endParaRPr sz="3000" b="0" i="0" u="none" strike="noStrike" cap="none">
              <a:solidFill>
                <a:srgbClr val="2F286F"/>
              </a:solidFill>
              <a:latin typeface="Poppins Medium"/>
              <a:ea typeface="Poppins Medium"/>
              <a:cs typeface="Poppins Medium"/>
              <a:sym typeface="Poppins Medium"/>
            </a:endParaRPr>
          </a:p>
        </p:txBody>
      </p:sp>
      <p:sp>
        <p:nvSpPr>
          <p:cNvPr id="265" name="Google Shape;265;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6" name="Google Shape;266;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7" name="Google Shape;267;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8" name="Google Shape;268;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9" name="Google Shape;269;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0" name="Google Shape;270;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1" name="Google Shape;271;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2" name="Google Shape;272;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73" name="Google Shape;273;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74" name="Google Shape;274;g2c157a2fb06_0_53"/>
          <p:cNvGrpSpPr/>
          <p:nvPr/>
        </p:nvGrpSpPr>
        <p:grpSpPr>
          <a:xfrm>
            <a:off x="1403031" y="6958923"/>
            <a:ext cx="6774848" cy="1291477"/>
            <a:chOff x="717231" y="7263723"/>
            <a:chExt cx="6774848" cy="1291477"/>
          </a:xfrm>
        </p:grpSpPr>
        <p:sp>
          <p:nvSpPr>
            <p:cNvPr id="275" name="Google Shape;275;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8" name="Google Shape;278;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9" name="Google Shape;279;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80" name="Google Shape;280;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81" name="Google Shape;281;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82" name="Google Shape;282;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83" name="Google Shape;283;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4" name="Google Shape;284;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6" name="Google Shape;286;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7" name="Google Shape;287;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8" name="Google Shape;288;g2c157a2fb06_0_53"/>
          <p:cNvGrpSpPr/>
          <p:nvPr/>
        </p:nvGrpSpPr>
        <p:grpSpPr>
          <a:xfrm>
            <a:off x="662575" y="6212475"/>
            <a:ext cx="586800" cy="571500"/>
            <a:chOff x="662575" y="6212475"/>
            <a:chExt cx="586800" cy="571500"/>
          </a:xfrm>
        </p:grpSpPr>
        <p:sp>
          <p:nvSpPr>
            <p:cNvPr id="289" name="Google Shape;289;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1" name="Google Shape;291;g2c157a2fb06_0_5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2" name="Google Shape;292;g2c157a2fb06_0_53"/>
          <p:cNvGrpSpPr/>
          <p:nvPr/>
        </p:nvGrpSpPr>
        <p:grpSpPr>
          <a:xfrm>
            <a:off x="7894350" y="6212475"/>
            <a:ext cx="586800" cy="571500"/>
            <a:chOff x="7894350" y="6212475"/>
            <a:chExt cx="586800" cy="571500"/>
          </a:xfrm>
        </p:grpSpPr>
        <p:sp>
          <p:nvSpPr>
            <p:cNvPr id="293" name="Google Shape;293;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4" name="Google Shape;294;g2c157a2fb06_0_5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5" name="Google Shape;295;g2c157a2fb06_0_5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6"/>
        <p:cNvGrpSpPr/>
        <p:nvPr/>
      </p:nvGrpSpPr>
      <p:grpSpPr>
        <a:xfrm>
          <a:off x="0" y="0"/>
          <a:ext cx="0" cy="0"/>
          <a:chOff x="0" y="0"/>
          <a:chExt cx="0" cy="0"/>
        </a:xfrm>
      </p:grpSpPr>
      <p:sp>
        <p:nvSpPr>
          <p:cNvPr id="297" name="Google Shape;297;g2c157a2fb06_0_15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8" name="Google Shape;298;g2c157a2fb06_0_15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9" name="Google Shape;299;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0" name="Google Shape;300;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01" name="Google Shape;301;g2c157a2fb06_0_15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2" name="Google Shape;302;g2c157a2fb06_0_15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3" name="Google Shape;303;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04" name="Google Shape;304;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305" name="Google Shape;305;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6" name="Google Shape;306;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7" name="Google Shape;307;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8" name="Google Shape;308;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9" name="Google Shape;309;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10" name="Google Shape;310;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Full Circle</a:t>
            </a:r>
            <a:endParaRPr sz="3000" b="0" i="0" u="none" strike="noStrike" cap="none">
              <a:solidFill>
                <a:srgbClr val="2F286F"/>
              </a:solidFill>
              <a:latin typeface="Poppins Medium"/>
              <a:ea typeface="Poppins Medium"/>
              <a:cs typeface="Poppins Medium"/>
              <a:sym typeface="Poppins Medium"/>
            </a:endParaRPr>
          </a:p>
        </p:txBody>
      </p:sp>
      <p:sp>
        <p:nvSpPr>
          <p:cNvPr id="311" name="Google Shape;311;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2" name="Google Shape;312;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3" name="Google Shape;313;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4" name="Google Shape;314;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5" name="Google Shape;315;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6" name="Google Shape;316;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7" name="Google Shape;317;g2c157a2fb06_0_158"/>
          <p:cNvGrpSpPr/>
          <p:nvPr/>
        </p:nvGrpSpPr>
        <p:grpSpPr>
          <a:xfrm>
            <a:off x="662575" y="6212475"/>
            <a:ext cx="586800" cy="571500"/>
            <a:chOff x="662575" y="6212475"/>
            <a:chExt cx="586800" cy="571500"/>
          </a:xfrm>
        </p:grpSpPr>
        <p:sp>
          <p:nvSpPr>
            <p:cNvPr id="318" name="Google Shape;318;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9" name="Google Shape;319;g2c157a2fb06_0_15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0" name="Google Shape;320;g2c157a2fb06_0_15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1" name="Google Shape;321;g2c157a2fb06_0_158"/>
          <p:cNvGrpSpPr/>
          <p:nvPr/>
        </p:nvGrpSpPr>
        <p:grpSpPr>
          <a:xfrm>
            <a:off x="7894350" y="6212475"/>
            <a:ext cx="586800" cy="571500"/>
            <a:chOff x="7894350" y="6212475"/>
            <a:chExt cx="586800" cy="571500"/>
          </a:xfrm>
        </p:grpSpPr>
        <p:sp>
          <p:nvSpPr>
            <p:cNvPr id="322" name="Google Shape;322;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3" name="Google Shape;323;g2c157a2fb06_0_15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25"/>
        <p:cNvGrpSpPr/>
        <p:nvPr/>
      </p:nvGrpSpPr>
      <p:grpSpPr>
        <a:xfrm>
          <a:off x="0" y="0"/>
          <a:ext cx="0" cy="0"/>
          <a:chOff x="0" y="0"/>
          <a:chExt cx="0" cy="0"/>
        </a:xfrm>
      </p:grpSpPr>
      <p:sp>
        <p:nvSpPr>
          <p:cNvPr id="326" name="Google Shape;326;g2c157a2fb06_0_263"/>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7" name="Google Shape;327;g2c157a2fb06_0_263"/>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9" name="Google Shape;329;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30" name="Google Shape;330;g2c157a2fb06_0_263"/>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1" name="Google Shape;331;g2c157a2fb06_0_263"/>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32" name="Google Shape;332;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3" name="Google Shape;333;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34" name="Google Shape;334;g2c157a2fb06_0_26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35" name="Google Shape;335;g2c157a2fb06_0_26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6" name="Google Shape;336;g2c157a2fb06_0_26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7" name="Google Shape;33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8" name="Google Shape;33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Picture Match</a:t>
            </a:r>
            <a:endParaRPr sz="3000" b="0" i="0" u="none" strike="noStrike" cap="none">
              <a:solidFill>
                <a:srgbClr val="2F286F"/>
              </a:solidFill>
              <a:latin typeface="Poppins Medium"/>
              <a:ea typeface="Poppins Medium"/>
              <a:cs typeface="Poppins Medium"/>
              <a:sym typeface="Poppins Medium"/>
            </a:endParaRPr>
          </a:p>
        </p:txBody>
      </p:sp>
      <p:sp>
        <p:nvSpPr>
          <p:cNvPr id="339" name="Google Shape;339;g2c157a2fb06_0_263"/>
          <p:cNvSpPr txBox="1">
            <a:spLocks noGrp="1"/>
          </p:cNvSpPr>
          <p:nvPr>
            <p:ph type="subTitle" idx="4"/>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0" name="Google Shape;340;g2c157a2fb06_0_263"/>
          <p:cNvSpPr txBox="1">
            <a:spLocks noGrp="1"/>
          </p:cNvSpPr>
          <p:nvPr>
            <p:ph type="subTitle" idx="5"/>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1" name="Google Shape;341;g2c157a2fb06_0_263"/>
          <p:cNvSpPr txBox="1">
            <a:spLocks noGrp="1"/>
          </p:cNvSpPr>
          <p:nvPr>
            <p:ph type="subTitle" idx="6"/>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2" name="Google Shape;342;g2c157a2fb06_0_263"/>
          <p:cNvSpPr txBox="1">
            <a:spLocks noGrp="1"/>
          </p:cNvSpPr>
          <p:nvPr>
            <p:ph type="subTitle" idx="7"/>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43" name="Google Shape;343;g2c157a2fb06_0_263"/>
          <p:cNvSpPr>
            <a:spLocks noGrp="1"/>
          </p:cNvSpPr>
          <p:nvPr>
            <p:ph type="pic" idx="8"/>
          </p:nvPr>
        </p:nvSpPr>
        <p:spPr>
          <a:xfrm>
            <a:off x="5086375" y="4412425"/>
            <a:ext cx="2668800" cy="1291500"/>
          </a:xfrm>
          <a:prstGeom prst="rect">
            <a:avLst/>
          </a:prstGeom>
          <a:noFill/>
          <a:ln>
            <a:noFill/>
          </a:ln>
        </p:spPr>
      </p:sp>
      <p:sp>
        <p:nvSpPr>
          <p:cNvPr id="344" name="Google Shape;344;g2c157a2fb06_0_263"/>
          <p:cNvSpPr>
            <a:spLocks noGrp="1"/>
          </p:cNvSpPr>
          <p:nvPr>
            <p:ph type="pic" idx="9"/>
          </p:nvPr>
        </p:nvSpPr>
        <p:spPr>
          <a:xfrm>
            <a:off x="5086375" y="797675"/>
            <a:ext cx="2668800" cy="1291500"/>
          </a:xfrm>
          <a:prstGeom prst="rect">
            <a:avLst/>
          </a:prstGeom>
          <a:noFill/>
          <a:ln>
            <a:noFill/>
          </a:ln>
        </p:spPr>
      </p:sp>
      <p:sp>
        <p:nvSpPr>
          <p:cNvPr id="345" name="Google Shape;345;g2c157a2fb06_0_263"/>
          <p:cNvSpPr>
            <a:spLocks noGrp="1"/>
          </p:cNvSpPr>
          <p:nvPr>
            <p:ph type="pic" idx="13"/>
          </p:nvPr>
        </p:nvSpPr>
        <p:spPr>
          <a:xfrm>
            <a:off x="5086375" y="2002592"/>
            <a:ext cx="2668800" cy="1291500"/>
          </a:xfrm>
          <a:prstGeom prst="rect">
            <a:avLst/>
          </a:prstGeom>
          <a:noFill/>
          <a:ln>
            <a:noFill/>
          </a:ln>
        </p:spPr>
      </p:sp>
      <p:sp>
        <p:nvSpPr>
          <p:cNvPr id="346" name="Google Shape;346;g2c157a2fb06_0_263"/>
          <p:cNvSpPr>
            <a:spLocks noGrp="1"/>
          </p:cNvSpPr>
          <p:nvPr>
            <p:ph type="pic" idx="14"/>
          </p:nvPr>
        </p:nvSpPr>
        <p:spPr>
          <a:xfrm>
            <a:off x="5086375" y="3207508"/>
            <a:ext cx="2668800" cy="1291500"/>
          </a:xfrm>
          <a:prstGeom prst="rect">
            <a:avLst/>
          </a:prstGeom>
          <a:noFill/>
          <a:ln>
            <a:noFill/>
          </a:ln>
        </p:spPr>
      </p:sp>
      <p:sp>
        <p:nvSpPr>
          <p:cNvPr id="347" name="Google Shape;347;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8" name="Google Shape;348;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9" name="Google Shape;349;g2c157a2fb06_0_263"/>
          <p:cNvGrpSpPr/>
          <p:nvPr/>
        </p:nvGrpSpPr>
        <p:grpSpPr>
          <a:xfrm>
            <a:off x="662575" y="6212475"/>
            <a:ext cx="586800" cy="571500"/>
            <a:chOff x="662575" y="6212475"/>
            <a:chExt cx="586800" cy="571500"/>
          </a:xfrm>
        </p:grpSpPr>
        <p:sp>
          <p:nvSpPr>
            <p:cNvPr id="350" name="Google Shape;350;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1" name="Google Shape;351;g2c157a2fb06_0_263">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263">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3" name="Google Shape;353;g2c157a2fb06_0_263"/>
          <p:cNvGrpSpPr/>
          <p:nvPr/>
        </p:nvGrpSpPr>
        <p:grpSpPr>
          <a:xfrm>
            <a:off x="7894350" y="6212475"/>
            <a:ext cx="586800" cy="571500"/>
            <a:chOff x="7894350" y="6212475"/>
            <a:chExt cx="586800" cy="571500"/>
          </a:xfrm>
        </p:grpSpPr>
        <p:sp>
          <p:nvSpPr>
            <p:cNvPr id="354" name="Google Shape;354;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7"/>
        <p:cNvGrpSpPr/>
        <p:nvPr/>
      </p:nvGrpSpPr>
      <p:grpSpPr>
        <a:xfrm>
          <a:off x="0" y="0"/>
          <a:ext cx="0" cy="0"/>
          <a:chOff x="0" y="0"/>
          <a:chExt cx="0" cy="0"/>
        </a:xfrm>
      </p:grpSpPr>
      <p:sp>
        <p:nvSpPr>
          <p:cNvPr id="358" name="Google Shape;358;g2c157a2fb06_0_467"/>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467"/>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1" name="Google Shape;361;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62" name="Google Shape;362;g2c157a2fb06_0_467"/>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3" name="Google Shape;363;g2c157a2fb06_0_467"/>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4" name="Google Shape;36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65" name="Google Shape;365;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66" name="Google Shape;366;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7" name="Google Shape;367;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8" name="Google Shape;368;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9" name="Google Shape;369;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70" name="Google Shape;370;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1" name="Google Shape;371;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72" name="Google Shape;372;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73" name="Google Shape;373;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Caption</a:t>
            </a:r>
            <a:endParaRPr sz="3000" b="0" i="0" u="none" strike="noStrike" cap="none">
              <a:solidFill>
                <a:srgbClr val="2F286F"/>
              </a:solidFill>
              <a:latin typeface="Poppins Medium"/>
              <a:ea typeface="Poppins Medium"/>
              <a:cs typeface="Poppins Medium"/>
              <a:sym typeface="Poppins Medium"/>
            </a:endParaRPr>
          </a:p>
        </p:txBody>
      </p:sp>
      <p:sp>
        <p:nvSpPr>
          <p:cNvPr id="374" name="Google Shape;374;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75" name="Google Shape;375;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76" name="Google Shape;376;g2c157a2fb06_0_467"/>
          <p:cNvGrpSpPr/>
          <p:nvPr/>
        </p:nvGrpSpPr>
        <p:grpSpPr>
          <a:xfrm>
            <a:off x="662575" y="6212475"/>
            <a:ext cx="586800" cy="571500"/>
            <a:chOff x="662575" y="6212475"/>
            <a:chExt cx="586800" cy="571500"/>
          </a:xfrm>
        </p:grpSpPr>
        <p:sp>
          <p:nvSpPr>
            <p:cNvPr id="377" name="Google Shape;377;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467">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9" name="Google Shape;379;g2c157a2fb06_0_467">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0" name="Google Shape;380;g2c157a2fb06_0_467"/>
          <p:cNvGrpSpPr/>
          <p:nvPr/>
        </p:nvGrpSpPr>
        <p:grpSpPr>
          <a:xfrm>
            <a:off x="7894350" y="6212475"/>
            <a:ext cx="586800" cy="571500"/>
            <a:chOff x="7894350" y="6212475"/>
            <a:chExt cx="586800" cy="571500"/>
          </a:xfrm>
        </p:grpSpPr>
        <p:sp>
          <p:nvSpPr>
            <p:cNvPr id="381" name="Google Shape;381;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3" name="Google Shape;383;g2c157a2fb06_0_467">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4"/>
        <p:cNvGrpSpPr/>
        <p:nvPr/>
      </p:nvGrpSpPr>
      <p:grpSpPr>
        <a:xfrm>
          <a:off x="0" y="0"/>
          <a:ext cx="0" cy="0"/>
          <a:chOff x="0" y="0"/>
          <a:chExt cx="0" cy="0"/>
        </a:xfrm>
      </p:grpSpPr>
      <p:sp>
        <p:nvSpPr>
          <p:cNvPr id="385" name="Google Shape;385;g2c157a2fb06_0_629"/>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629"/>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7" name="Google Shape;387;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8" name="Google Shape;388;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389" name="Google Shape;389;g2c157a2fb06_0_629"/>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0" name="Google Shape;390;g2c157a2fb06_0_629"/>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1" name="Google Shape;391;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2" name="Google Shape;39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393" name="Google Shape;393;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94" name="Google Shape;394;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5" name="Google Shape;395;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96" name="Google Shape;396;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7" name="Google Shape;397;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98" name="Google Shape;398;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9" name="Google Shape;399;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Caption</a:t>
            </a:r>
            <a:endParaRPr sz="3000" b="0" i="0" u="none" strike="noStrike" cap="none">
              <a:solidFill>
                <a:srgbClr val="2F286F"/>
              </a:solidFill>
              <a:latin typeface="Poppins Medium"/>
              <a:ea typeface="Poppins Medium"/>
              <a:cs typeface="Poppins Medium"/>
              <a:sym typeface="Poppins Medium"/>
            </a:endParaRPr>
          </a:p>
        </p:txBody>
      </p:sp>
      <p:sp>
        <p:nvSpPr>
          <p:cNvPr id="400" name="Google Shape;400;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01" name="Google Shape;401;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02" name="Google Shape;402;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03" name="Google Shape;403;g2c157a2fb06_0_629"/>
          <p:cNvGrpSpPr/>
          <p:nvPr/>
        </p:nvGrpSpPr>
        <p:grpSpPr>
          <a:xfrm>
            <a:off x="662575" y="6212475"/>
            <a:ext cx="586800" cy="571500"/>
            <a:chOff x="662575" y="6212475"/>
            <a:chExt cx="586800" cy="571500"/>
          </a:xfrm>
        </p:grpSpPr>
        <p:sp>
          <p:nvSpPr>
            <p:cNvPr id="404" name="Google Shape;404;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5" name="Google Shape;405;g2c157a2fb06_0_629">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6" name="Google Shape;406;g2c157a2fb06_0_629">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7" name="Google Shape;407;g2c157a2fb06_0_629"/>
          <p:cNvGrpSpPr/>
          <p:nvPr/>
        </p:nvGrpSpPr>
        <p:grpSpPr>
          <a:xfrm>
            <a:off x="7894350" y="6212475"/>
            <a:ext cx="586800" cy="571500"/>
            <a:chOff x="7894350" y="6212475"/>
            <a:chExt cx="586800" cy="571500"/>
          </a:xfrm>
        </p:grpSpPr>
        <p:sp>
          <p:nvSpPr>
            <p:cNvPr id="408" name="Google Shape;408;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9" name="Google Shape;409;g2c157a2fb06_0_629">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0" name="Google Shape;410;g2c157a2fb06_0_629">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1"/>
        <p:cNvGrpSpPr/>
        <p:nvPr/>
      </p:nvGrpSpPr>
      <p:grpSpPr>
        <a:xfrm>
          <a:off x="0" y="0"/>
          <a:ext cx="0" cy="0"/>
          <a:chOff x="0" y="0"/>
          <a:chExt cx="0" cy="0"/>
        </a:xfrm>
      </p:grpSpPr>
      <p:sp>
        <p:nvSpPr>
          <p:cNvPr id="412" name="Google Shape;412;g2c157a2fb06_0_798"/>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3" name="Google Shape;413;g2c157a2fb06_0_798"/>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4" name="Google Shape;414;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5" name="Google Shape;415;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16" name="Google Shape;416;g2c157a2fb06_0_798"/>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7" name="Google Shape;417;g2c157a2fb06_0_798"/>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8" name="Google Shape;41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19" name="Google Shape;419;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20" name="Google Shape;42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21" name="Google Shape;42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22" name="Google Shape;42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23" name="Google Shape;42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24" name="Google Shape;42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25" name="Google Shape;42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6" name="Google Shape;42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27" name="Google Shape;42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28" name="Google Shape;42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Write a Sentence</a:t>
            </a:r>
            <a:endParaRPr sz="3000" b="0" i="0" u="none" strike="noStrike" cap="none">
              <a:solidFill>
                <a:srgbClr val="2F286F"/>
              </a:solidFill>
              <a:latin typeface="Poppins Medium"/>
              <a:ea typeface="Poppins Medium"/>
              <a:cs typeface="Poppins Medium"/>
              <a:sym typeface="Poppins Medium"/>
            </a:endParaRPr>
          </a:p>
        </p:txBody>
      </p:sp>
      <p:sp>
        <p:nvSpPr>
          <p:cNvPr id="429" name="Google Shape;42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30" name="Google Shape;43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31" name="Google Shape;431;g2c157a2fb06_0_798"/>
          <p:cNvGrpSpPr/>
          <p:nvPr/>
        </p:nvGrpSpPr>
        <p:grpSpPr>
          <a:xfrm>
            <a:off x="662575" y="6212475"/>
            <a:ext cx="586800" cy="571500"/>
            <a:chOff x="662575" y="6212475"/>
            <a:chExt cx="586800" cy="571500"/>
          </a:xfrm>
        </p:grpSpPr>
        <p:sp>
          <p:nvSpPr>
            <p:cNvPr id="432" name="Google Shape;43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3" name="Google Shape;433;g2c157a2fb06_0_798">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5" name="Google Shape;435;g2c157a2fb06_0_798"/>
          <p:cNvGrpSpPr/>
          <p:nvPr/>
        </p:nvGrpSpPr>
        <p:grpSpPr>
          <a:xfrm>
            <a:off x="7894350" y="6212475"/>
            <a:ext cx="586800" cy="571500"/>
            <a:chOff x="7894350" y="6212475"/>
            <a:chExt cx="586800" cy="571500"/>
          </a:xfrm>
        </p:grpSpPr>
        <p:sp>
          <p:nvSpPr>
            <p:cNvPr id="436" name="Google Shape;43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7" name="Google Shape;437;g2c157a2fb06_0_798">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39"/>
        <p:cNvGrpSpPr/>
        <p:nvPr/>
      </p:nvGrpSpPr>
      <p:grpSpPr>
        <a:xfrm>
          <a:off x="0" y="0"/>
          <a:ext cx="0" cy="0"/>
          <a:chOff x="0" y="0"/>
          <a:chExt cx="0" cy="0"/>
        </a:xfrm>
      </p:grpSpPr>
      <p:sp>
        <p:nvSpPr>
          <p:cNvPr id="440" name="Google Shape;440;g2c157a2fb06_0_82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1" name="Google Shape;441;g2c157a2fb06_0_82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2" name="Google Shape;44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3" name="Google Shape;443;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44" name="Google Shape;444;g2c157a2fb06_0_82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5" name="Google Shape;445;g2c157a2fb06_0_82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46" name="Google Shape;446;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47" name="Google Shape;447;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448" name="Google Shape;448;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9" name="Google Shape;449;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50" name="Google Shape;450;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51" name="Google Shape;451;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52" name="Google Shape;452;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53" name="Google Shape;453;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54" name="Google Shape;454;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55" name="Google Shape;45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56" name="Google Shape;45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Read a Sentence</a:t>
            </a:r>
            <a:endParaRPr sz="3000" b="0" i="0" u="none" strike="noStrike" cap="none">
              <a:solidFill>
                <a:srgbClr val="2F286F"/>
              </a:solidFill>
              <a:latin typeface="Poppins Medium"/>
              <a:ea typeface="Poppins Medium"/>
              <a:cs typeface="Poppins Medium"/>
              <a:sym typeface="Poppins Medium"/>
            </a:endParaRPr>
          </a:p>
        </p:txBody>
      </p:sp>
      <p:sp>
        <p:nvSpPr>
          <p:cNvPr id="457" name="Google Shape;45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58" name="Google Shape;45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1" name="Google Shape;471;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472" name="Google Shape;472;g2c157a2fb06_0_70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3" name="Google Shape;473;g2c157a2fb06_0_70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4" name="Google Shape;474;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5" name="Google Shape;475;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76" name="Google Shape;476;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80" name="Google Shape;480;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1" name="Google Shape;481;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82" name="Google Shape;482;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Hands Up, Pair Up</a:t>
            </a:r>
            <a:endParaRPr sz="3000" b="0" i="0" u="none" strike="noStrike" cap="none">
              <a:solidFill>
                <a:srgbClr val="2F286F"/>
              </a:solidFill>
              <a:latin typeface="Poppins Medium"/>
              <a:ea typeface="Poppins Medium"/>
              <a:cs typeface="Poppins Medium"/>
              <a:sym typeface="Poppins Medium"/>
            </a:endParaRPr>
          </a:p>
        </p:txBody>
      </p:sp>
      <p:sp>
        <p:nvSpPr>
          <p:cNvPr id="483" name="Google Shape;483;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84" name="Google Shape;484;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7" name="Google Shape;487;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8" name="Google Shape;488;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9" name="Google Shape;489;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1" name="Google Shape;491;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3" name="Google Shape;493;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5" name="Google Shape;495;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6" name="Google Shape;496;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97" name="Google Shape;497;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98" name="Google Shape;498;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99" name="Google Shape;499;g2c157a2fb06_0_700"/>
          <p:cNvGrpSpPr/>
          <p:nvPr/>
        </p:nvGrpSpPr>
        <p:grpSpPr>
          <a:xfrm>
            <a:off x="662575" y="6212475"/>
            <a:ext cx="586800" cy="571500"/>
            <a:chOff x="662575" y="6212475"/>
            <a:chExt cx="586800" cy="571500"/>
          </a:xfrm>
        </p:grpSpPr>
        <p:sp>
          <p:nvSpPr>
            <p:cNvPr id="500" name="Google Shape;500;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2" name="Google Shape;502;g2c157a2fb06_0_70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3" name="Google Shape;503;g2c157a2fb06_0_700"/>
          <p:cNvGrpSpPr/>
          <p:nvPr/>
        </p:nvGrpSpPr>
        <p:grpSpPr>
          <a:xfrm>
            <a:off x="7894350" y="6212475"/>
            <a:ext cx="586800" cy="571500"/>
            <a:chOff x="7894350" y="6212475"/>
            <a:chExt cx="586800" cy="571500"/>
          </a:xfrm>
        </p:grpSpPr>
        <p:sp>
          <p:nvSpPr>
            <p:cNvPr id="504" name="Google Shape;504;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6" name="Google Shape;506;g2c157a2fb06_0_70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7"/>
        <p:cNvGrpSpPr/>
        <p:nvPr/>
      </p:nvGrpSpPr>
      <p:grpSpPr>
        <a:xfrm>
          <a:off x="0" y="0"/>
          <a:ext cx="0" cy="0"/>
          <a:chOff x="0" y="0"/>
          <a:chExt cx="0" cy="0"/>
        </a:xfrm>
      </p:grpSpPr>
      <p:sp>
        <p:nvSpPr>
          <p:cNvPr id="508" name="Google Shape;508;g2c157a2fb06_0_932"/>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9" name="Google Shape;509;g2c157a2fb06_0_932"/>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0" name="Google Shape;510;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1" name="Google Shape;511;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12" name="Google Shape;512;g2c157a2fb06_0_932"/>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3" name="Google Shape;513;g2c157a2fb06_0_932"/>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4" name="Google Shape;514;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5" name="Google Shape;515;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16" name="Google Shape;516;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17" name="Google Shape;517;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8" name="Google Shape;518;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19" name="Google Shape;519;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Bingo</a:t>
            </a:r>
            <a:endParaRPr sz="3000" b="0" i="0" u="none" strike="noStrike" cap="none">
              <a:solidFill>
                <a:srgbClr val="2F286F"/>
              </a:solidFill>
              <a:latin typeface="Poppins Medium"/>
              <a:ea typeface="Poppins Medium"/>
              <a:cs typeface="Poppins Medium"/>
              <a:sym typeface="Poppins Medium"/>
            </a:endParaRPr>
          </a:p>
        </p:txBody>
      </p:sp>
      <p:cxnSp>
        <p:nvCxnSpPr>
          <p:cNvPr id="520" name="Google Shape;520;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1" name="Google Shape;521;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2" name="Google Shape;522;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3" name="Google Shape;523;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24" name="Google Shape;524;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5" name="Google Shape;525;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6" name="Google Shape;526;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27" name="Google Shape;527;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28" name="Google Shape;528;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29" name="Google Shape;529;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30" name="Google Shape;530;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1" name="Google Shape;531;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2" name="Google Shape;532;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3" name="Google Shape;533;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4" name="Google Shape;534;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5" name="Google Shape;535;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6" name="Google Shape;536;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7" name="Google Shape;537;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38" name="Google Shape;538;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39" name="Google Shape;539;g2c157a2fb06_0_932"/>
          <p:cNvGrpSpPr/>
          <p:nvPr/>
        </p:nvGrpSpPr>
        <p:grpSpPr>
          <a:xfrm>
            <a:off x="662575" y="6212475"/>
            <a:ext cx="586800" cy="571500"/>
            <a:chOff x="662575" y="6212475"/>
            <a:chExt cx="586800" cy="571500"/>
          </a:xfrm>
        </p:grpSpPr>
        <p:sp>
          <p:nvSpPr>
            <p:cNvPr id="540" name="Google Shape;540;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1" name="Google Shape;541;g2c157a2fb06_0_932">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2" name="Google Shape;542;g2c157a2fb06_0_932">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3" name="Google Shape;543;g2c157a2fb06_0_932"/>
          <p:cNvGrpSpPr/>
          <p:nvPr/>
        </p:nvGrpSpPr>
        <p:grpSpPr>
          <a:xfrm>
            <a:off x="7894350" y="6212475"/>
            <a:ext cx="586800" cy="571500"/>
            <a:chOff x="7894350" y="6212475"/>
            <a:chExt cx="586800" cy="571500"/>
          </a:xfrm>
        </p:grpSpPr>
        <p:sp>
          <p:nvSpPr>
            <p:cNvPr id="544" name="Google Shape;544;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5" name="Google Shape;545;g2c157a2fb06_0_932">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6" name="Google Shape;546;g2c157a2fb06_0_932">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7"/>
        <p:cNvGrpSpPr/>
        <p:nvPr/>
      </p:nvGrpSpPr>
      <p:grpSpPr>
        <a:xfrm>
          <a:off x="0" y="0"/>
          <a:ext cx="0" cy="0"/>
          <a:chOff x="0" y="0"/>
          <a:chExt cx="0" cy="0"/>
        </a:xfrm>
      </p:grpSpPr>
      <p:sp>
        <p:nvSpPr>
          <p:cNvPr id="548" name="Google Shape;548;g2c157a2fb06_0_1045"/>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9" name="Google Shape;549;g2c157a2fb06_0_1045"/>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0" name="Google Shape;550;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1" name="Google Shape;55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52" name="Google Shape;552;g2c157a2fb06_0_1045"/>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3" name="Google Shape;553;g2c157a2fb06_0_1045"/>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54" name="Google Shape;554;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55" name="Google Shape;555;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cxnSp>
        <p:nvCxnSpPr>
          <p:cNvPr id="556" name="Google Shape;55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57" name="Google Shape;55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58" name="Google Shape;55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1" name="Google Shape;56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2" name="Google Shape;56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3" name="Google Shape;56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4" name="Google Shape;56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5" name="Google Shape;56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6" name="Google Shape;56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7" name="Google Shape;567;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8" name="Google Shape;568;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69" name="Google Shape;569;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70" name="Google Shape;570;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71" name="Google Shape;571;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Lucky Dip</a:t>
            </a:r>
            <a:endParaRPr sz="3000" b="0" i="0" u="none" strike="noStrike" cap="none">
              <a:solidFill>
                <a:srgbClr val="2F286F"/>
              </a:solidFill>
              <a:latin typeface="Poppins Medium"/>
              <a:ea typeface="Poppins Medium"/>
              <a:cs typeface="Poppins Medium"/>
              <a:sym typeface="Poppins Medium"/>
            </a:endParaRPr>
          </a:p>
        </p:txBody>
      </p:sp>
      <p:sp>
        <p:nvSpPr>
          <p:cNvPr id="572" name="Google Shape;572;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3" name="Google Shape;573;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74" name="Google Shape;574;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75" name="Google Shape;575;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76" name="Google Shape;576;g2c157a2fb06_0_1045"/>
          <p:cNvGrpSpPr/>
          <p:nvPr/>
        </p:nvGrpSpPr>
        <p:grpSpPr>
          <a:xfrm>
            <a:off x="662575" y="6212475"/>
            <a:ext cx="586800" cy="571500"/>
            <a:chOff x="662575" y="6212475"/>
            <a:chExt cx="586800" cy="571500"/>
          </a:xfrm>
        </p:grpSpPr>
        <p:sp>
          <p:nvSpPr>
            <p:cNvPr id="577" name="Google Shape;577;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8" name="Google Shape;578;g2c157a2fb06_0_1045">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80" name="Google Shape;580;g2c157a2fb06_0_1045"/>
          <p:cNvGrpSpPr/>
          <p:nvPr/>
        </p:nvGrpSpPr>
        <p:grpSpPr>
          <a:xfrm>
            <a:off x="7894350" y="6212475"/>
            <a:ext cx="586800" cy="571500"/>
            <a:chOff x="7894350" y="6212475"/>
            <a:chExt cx="586800" cy="571500"/>
          </a:xfrm>
        </p:grpSpPr>
        <p:sp>
          <p:nvSpPr>
            <p:cNvPr id="581" name="Google Shape;581;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2" name="Google Shape;582;g2c157a2fb06_0_1045">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3" name="Google Shape;583;g2c157a2fb06_0_1045">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4"/>
        <p:cNvGrpSpPr/>
        <p:nvPr/>
      </p:nvGrpSpPr>
      <p:grpSpPr>
        <a:xfrm>
          <a:off x="0" y="0"/>
          <a:ext cx="0" cy="0"/>
          <a:chOff x="0" y="0"/>
          <a:chExt cx="0" cy="0"/>
        </a:xfrm>
      </p:grpSpPr>
      <p:sp>
        <p:nvSpPr>
          <p:cNvPr id="585" name="Google Shape;585;g2c157a2fb06_0_1110"/>
          <p:cNvSpPr/>
          <p:nvPr/>
        </p:nvSpPr>
        <p:spPr>
          <a:xfrm>
            <a:off x="8557475"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6" name="Google Shape;586;g2c157a2fb06_0_1110"/>
          <p:cNvSpPr/>
          <p:nvPr/>
        </p:nvSpPr>
        <p:spPr>
          <a:xfrm>
            <a:off x="8562263"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7" name="Google Shape;587;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88" name="Google Shape;588;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3 - Phonics</a:t>
            </a:r>
            <a:endParaRPr sz="1800" b="0" i="0" u="none" strike="noStrike" cap="none">
              <a:solidFill>
                <a:srgbClr val="FFFFFF"/>
              </a:solidFill>
              <a:latin typeface="Poppins SemiBold"/>
              <a:ea typeface="Poppins SemiBold"/>
              <a:cs typeface="Poppins SemiBold"/>
              <a:sym typeface="Poppins SemiBold"/>
            </a:endParaRPr>
          </a:p>
        </p:txBody>
      </p:sp>
      <p:sp>
        <p:nvSpPr>
          <p:cNvPr id="589" name="Google Shape;589;g2c157a2fb06_0_1110"/>
          <p:cNvSpPr/>
          <p:nvPr/>
        </p:nvSpPr>
        <p:spPr>
          <a:xfrm flipH="1">
            <a:off x="-258" y="-4275"/>
            <a:ext cx="586500" cy="6862200"/>
          </a:xfrm>
          <a:prstGeom prst="rect">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flipH="1">
            <a:off x="-5045" y="-2100"/>
            <a:ext cx="586500" cy="2453100"/>
          </a:xfrm>
          <a:prstGeom prst="rect">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2" name="Google Shape;592;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93" name="Google Shape;593;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94" name="Google Shape;594;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2F286F"/>
              </a:buClr>
              <a:buSzPts val="1800"/>
              <a:buFont typeface="Poppins Medium"/>
              <a:buNone/>
              <a:defRPr sz="1800">
                <a:solidFill>
                  <a:srgbClr val="2F286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5" name="Google Shape;595;g2c157a2fb06_0_111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96" name="Google Shape;596;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97" name="Google Shape;597;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2F286F"/>
                </a:solidFill>
                <a:latin typeface="Poppins Medium"/>
                <a:ea typeface="Poppins Medium"/>
                <a:cs typeface="Poppins Medium"/>
                <a:sym typeface="Poppins Medium"/>
              </a:rPr>
              <a:t>Countdown</a:t>
            </a:r>
            <a:endParaRPr sz="3000" b="0" i="0" u="none" strike="noStrike" cap="none">
              <a:solidFill>
                <a:srgbClr val="2F286F"/>
              </a:solidFill>
              <a:latin typeface="Poppins Medium"/>
              <a:ea typeface="Poppins Medium"/>
              <a:cs typeface="Poppins Medium"/>
              <a:sym typeface="Poppins Medium"/>
            </a:endParaRPr>
          </a:p>
        </p:txBody>
      </p:sp>
      <p:sp>
        <p:nvSpPr>
          <p:cNvPr id="598" name="Google Shape;598;g2c157a2fb06_0_1110"/>
          <p:cNvSpPr txBox="1">
            <a:spLocks noGrp="1"/>
          </p:cNvSpPr>
          <p:nvPr>
            <p:ph type="subTitle" idx="4"/>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99" name="Google Shape;599;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0" name="Google Shape;600;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601" name="Google Shape;601;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602" name="Google Shape;602;g2c157a2fb06_0_1110"/>
          <p:cNvGrpSpPr/>
          <p:nvPr/>
        </p:nvGrpSpPr>
        <p:grpSpPr>
          <a:xfrm>
            <a:off x="5806200" y="1807463"/>
            <a:ext cx="756300" cy="146700"/>
            <a:chOff x="5806200" y="1807463"/>
            <a:chExt cx="756300" cy="146700"/>
          </a:xfrm>
        </p:grpSpPr>
        <p:sp>
          <p:nvSpPr>
            <p:cNvPr id="603" name="Google Shape;60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5" name="Google Shape;60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6" name="Google Shape;606;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07" name="Google Shape;607;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08" name="Google Shape;608;g2c157a2fb06_0_1110"/>
          <p:cNvGrpSpPr/>
          <p:nvPr/>
        </p:nvGrpSpPr>
        <p:grpSpPr>
          <a:xfrm>
            <a:off x="5806200" y="2842438"/>
            <a:ext cx="756300" cy="146700"/>
            <a:chOff x="5806200" y="1807463"/>
            <a:chExt cx="756300" cy="146700"/>
          </a:xfrm>
        </p:grpSpPr>
        <p:sp>
          <p:nvSpPr>
            <p:cNvPr id="609" name="Google Shape;609;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0" name="Google Shape;610;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2" name="Google Shape;612;g2c157a2fb06_0_1110"/>
          <p:cNvGrpSpPr/>
          <p:nvPr/>
        </p:nvGrpSpPr>
        <p:grpSpPr>
          <a:xfrm>
            <a:off x="5806200" y="3877413"/>
            <a:ext cx="756300" cy="146700"/>
            <a:chOff x="5806200" y="1807463"/>
            <a:chExt cx="756300" cy="146700"/>
          </a:xfrm>
        </p:grpSpPr>
        <p:sp>
          <p:nvSpPr>
            <p:cNvPr id="613" name="Google Shape;613;g2c157a2fb06_0_1110"/>
            <p:cNvSpPr/>
            <p:nvPr/>
          </p:nvSpPr>
          <p:spPr>
            <a:xfrm>
              <a:off x="58062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p:cNvSpPr/>
            <p:nvPr/>
          </p:nvSpPr>
          <p:spPr>
            <a:xfrm>
              <a:off x="61110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p:cNvSpPr/>
            <p:nvPr/>
          </p:nvSpPr>
          <p:spPr>
            <a:xfrm>
              <a:off x="6415800" y="1807463"/>
              <a:ext cx="146700" cy="146700"/>
            </a:xfrm>
            <a:prstGeom prst="ellipse">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662575" y="6212475"/>
            <a:ext cx="586800" cy="571500"/>
            <a:chOff x="662575" y="6212475"/>
            <a:chExt cx="586800" cy="571500"/>
          </a:xfrm>
        </p:grpSpPr>
        <p:sp>
          <p:nvSpPr>
            <p:cNvPr id="617" name="Google Shape;617;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previousslide"/>
            </p:cNvPr>
            <p:cNvSpPr/>
            <p:nvPr/>
          </p:nvSpPr>
          <p:spPr>
            <a:xfrm>
              <a:off x="767700"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previousslide"/>
            </p:cNvPr>
            <p:cNvSpPr/>
            <p:nvPr/>
          </p:nvSpPr>
          <p:spPr>
            <a:xfrm flipH="1">
              <a:off x="869175"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0" name="Google Shape;620;g2c157a2fb06_0_1110"/>
          <p:cNvGrpSpPr/>
          <p:nvPr/>
        </p:nvGrpSpPr>
        <p:grpSpPr>
          <a:xfrm>
            <a:off x="7894350" y="6212475"/>
            <a:ext cx="586800" cy="571500"/>
            <a:chOff x="7894350" y="6212475"/>
            <a:chExt cx="586800" cy="571500"/>
          </a:xfrm>
        </p:grpSpPr>
        <p:sp>
          <p:nvSpPr>
            <p:cNvPr id="621" name="Google Shape;621;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2" name="Google Shape;622;g2c157a2fb06_0_1110">
              <a:hlinkClick r:id="" action="ppaction://hlinkshowjump?jump=nextslide"/>
            </p:cNvPr>
            <p:cNvSpPr/>
            <p:nvPr/>
          </p:nvSpPr>
          <p:spPr>
            <a:xfrm flipH="1">
              <a:off x="8000425" y="6313675"/>
              <a:ext cx="375600" cy="375600"/>
            </a:xfrm>
            <a:prstGeom prst="ellipse">
              <a:avLst/>
            </a:prstGeom>
            <a:solidFill>
              <a:srgbClr val="EAEAF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3" name="Google Shape;623;g2c157a2fb06_0_1110">
              <a:hlinkClick r:id="" action="ppaction://hlinkshowjump?jump=nextslide"/>
            </p:cNvPr>
            <p:cNvSpPr/>
            <p:nvPr/>
          </p:nvSpPr>
          <p:spPr>
            <a:xfrm>
              <a:off x="8120950" y="6409225"/>
              <a:ext cx="153600" cy="184500"/>
            </a:xfrm>
            <a:prstGeom prst="chevron">
              <a:avLst>
                <a:gd name="adj" fmla="val 50000"/>
              </a:avLst>
            </a:prstGeom>
            <a:solidFill>
              <a:srgbClr val="2F286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4"/>
        <p:cNvGrpSpPr/>
        <p:nvPr/>
      </p:nvGrpSpPr>
      <p:grpSpPr>
        <a:xfrm>
          <a:off x="0" y="0"/>
          <a:ext cx="0" cy="0"/>
          <a:chOff x="0" y="0"/>
          <a:chExt cx="0" cy="0"/>
        </a:xfrm>
      </p:grpSpPr>
      <p:sp>
        <p:nvSpPr>
          <p:cNvPr id="625" name="Google Shape;625;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8" name="Google Shape;628;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9" name="Google Shape;629;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0" name="Google Shape;630;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1" name="Google Shape;631;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4" name="Google Shape;634;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5" name="Google Shape;635;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6" name="Google Shape;636;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7" name="Google Shape;637;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8" name="Google Shape;638;p30"/>
          <p:cNvGrpSpPr/>
          <p:nvPr/>
        </p:nvGrpSpPr>
        <p:grpSpPr>
          <a:xfrm>
            <a:off x="6022940" y="5341706"/>
            <a:ext cx="594501" cy="305904"/>
            <a:chOff x="5672081" y="1914352"/>
            <a:chExt cx="792668" cy="305904"/>
          </a:xfrm>
        </p:grpSpPr>
        <p:sp>
          <p:nvSpPr>
            <p:cNvPr id="639" name="Google Shape;639;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41" name="Google Shape;641;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42" name="Google Shape;642;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6" name="Google Shape;646;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7" name="Google Shape;647;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50" name="Google Shape;650;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51" name="Google Shape;651;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5" name="Google Shape;655;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6" name="Google Shape;656;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7" name="Google Shape;657;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8" name="Google Shape;658;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61" name="Google Shape;661;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62" name="Google Shape;662;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4" name="Google Shape;664;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5" name="Google Shape;665;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6" name="Google Shape;666;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7" name="Google Shape;667;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8" name="Google Shape;668;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9" name="Google Shape;669;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70"/>
        <p:cNvGrpSpPr/>
        <p:nvPr/>
      </p:nvGrpSpPr>
      <p:grpSpPr>
        <a:xfrm>
          <a:off x="0" y="0"/>
          <a:ext cx="0" cy="0"/>
          <a:chOff x="0" y="0"/>
          <a:chExt cx="0" cy="0"/>
        </a:xfrm>
      </p:grpSpPr>
      <p:sp>
        <p:nvSpPr>
          <p:cNvPr id="671" name="Google Shape;671;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73" name="Google Shape;673;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4"/>
        <p:cNvGrpSpPr/>
        <p:nvPr/>
      </p:nvGrpSpPr>
      <p:grpSpPr>
        <a:xfrm>
          <a:off x="0" y="0"/>
          <a:ext cx="0" cy="0"/>
          <a:chOff x="0" y="0"/>
          <a:chExt cx="0" cy="0"/>
        </a:xfrm>
      </p:grpSpPr>
      <p:sp>
        <p:nvSpPr>
          <p:cNvPr id="675" name="Google Shape;675;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6" name="Google Shape;676;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7" name="Google Shape;677;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7.png"/><Relationship Id="rId7" Type="http://schemas.openxmlformats.org/officeDocument/2006/relationships/slide" Target="slide5.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slide" Target="slide16.xml"/><Relationship Id="rId4" Type="http://schemas.openxmlformats.org/officeDocument/2006/relationships/image" Target="../media/image8.png"/><Relationship Id="rId9" Type="http://schemas.openxmlformats.org/officeDocument/2006/relationships/slide" Target="slide14.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3" Type="http://schemas.openxmlformats.org/officeDocument/2006/relationships/image" Target="../media/image32.png"/><Relationship Id="rId7" Type="http://schemas.openxmlformats.org/officeDocument/2006/relationships/image" Target="../media/image36.png"/><Relationship Id="rId12" Type="http://schemas.openxmlformats.org/officeDocument/2006/relationships/image" Target="../media/image41.png"/><Relationship Id="rId2" Type="http://schemas.openxmlformats.org/officeDocument/2006/relationships/notesSlide" Target="../notesSlides/notesSlide4.xml"/><Relationship Id="rId16" Type="http://schemas.openxmlformats.org/officeDocument/2006/relationships/image" Target="../media/image45.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5" Type="http://schemas.openxmlformats.org/officeDocument/2006/relationships/image" Target="../media/image34.png"/><Relationship Id="rId15" Type="http://schemas.openxmlformats.org/officeDocument/2006/relationships/image" Target="../media/image44.png"/><Relationship Id="rId10" Type="http://schemas.openxmlformats.org/officeDocument/2006/relationships/image" Target="../media/image39.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sp>
        <p:nvSpPr>
          <p:cNvPr id="682" name="Google Shape;682;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a:t>Letter Sound 'j'</a:t>
            </a:r>
            <a:endParaRPr/>
          </a:p>
        </p:txBody>
      </p:sp>
      <p:sp>
        <p:nvSpPr>
          <p:cNvPr id="683" name="Google Shape;683;p1"/>
          <p:cNvSpPr/>
          <p:nvPr/>
        </p:nvSpPr>
        <p:spPr>
          <a:xfrm>
            <a:off x="5177314"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544307" y="5109622"/>
            <a:ext cx="157800" cy="915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a:t>
            </a:r>
            <a:endParaRPr/>
          </a:p>
        </p:txBody>
      </p:sp>
      <p:sp>
        <p:nvSpPr>
          <p:cNvPr id="686" name="Google Shape;686;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87" name="Google Shape;687;p1"/>
          <p:cNvPicPr preferRelativeResize="0"/>
          <p:nvPr/>
        </p:nvPicPr>
        <p:blipFill rotWithShape="1">
          <a:blip r:embed="rId3">
            <a:alphaModFix/>
          </a:blip>
          <a:srcRect l="39" r="49"/>
          <a:stretch/>
        </p:blipFill>
        <p:spPr>
          <a:xfrm rot="132035">
            <a:off x="4072941" y="4505210"/>
            <a:ext cx="2493518" cy="997851"/>
          </a:xfrm>
          <a:prstGeom prst="rect">
            <a:avLst/>
          </a:prstGeom>
          <a:noFill/>
          <a:ln>
            <a:noFill/>
          </a:ln>
          <a:effectLst>
            <a:outerShdw blurRad="71438" dist="38100" dir="5220000" algn="bl" rotWithShape="0">
              <a:srgbClr val="000000">
                <a:alpha val="20784"/>
              </a:srgbClr>
            </a:outerShdw>
          </a:effectLst>
        </p:spPr>
      </p:pic>
      <p:pic>
        <p:nvPicPr>
          <p:cNvPr id="688" name="Google Shape;688;p1"/>
          <p:cNvPicPr preferRelativeResize="0"/>
          <p:nvPr/>
        </p:nvPicPr>
        <p:blipFill rotWithShape="1">
          <a:blip r:embed="rId4">
            <a:alphaModFix/>
          </a:blip>
          <a:srcRect/>
          <a:stretch/>
        </p:blipFill>
        <p:spPr>
          <a:xfrm rot="-172072">
            <a:off x="6300356" y="4168364"/>
            <a:ext cx="1078931" cy="1497454"/>
          </a:xfrm>
          <a:prstGeom prst="rect">
            <a:avLst/>
          </a:prstGeom>
          <a:noFill/>
          <a:ln>
            <a:noFill/>
          </a:ln>
          <a:effectLst>
            <a:outerShdw blurRad="71438" dist="19050" dir="5220000" algn="bl" rotWithShape="0">
              <a:srgbClr val="000000">
                <a:alpha val="17647"/>
              </a:srgbClr>
            </a:outerShdw>
          </a:effectLst>
        </p:spPr>
      </p:pic>
      <p:pic>
        <p:nvPicPr>
          <p:cNvPr id="689" name="Google Shape;689;p1"/>
          <p:cNvPicPr preferRelativeResize="0"/>
          <p:nvPr/>
        </p:nvPicPr>
        <p:blipFill rotWithShape="1">
          <a:blip r:embed="rId5">
            <a:alphaModFix/>
          </a:blip>
          <a:srcRect l="79" r="69"/>
          <a:stretch/>
        </p:blipFill>
        <p:spPr>
          <a:xfrm rot="540305">
            <a:off x="7336183" y="3887252"/>
            <a:ext cx="1208040" cy="1709827"/>
          </a:xfrm>
          <a:prstGeom prst="rect">
            <a:avLst/>
          </a:prstGeom>
          <a:noFill/>
          <a:ln>
            <a:noFill/>
          </a:ln>
          <a:effectLst>
            <a:outerShdw blurRad="71438" dist="38100" dir="5220000" algn="bl" rotWithShape="0">
              <a:srgbClr val="000000">
                <a:alpha val="20000"/>
              </a:srgbClr>
            </a:outerShdw>
          </a:effectLst>
        </p:spPr>
      </p:pic>
      <p:graphicFrame>
        <p:nvGraphicFramePr>
          <p:cNvPr id="690" name="Google Shape;690;p1"/>
          <p:cNvGraphicFramePr/>
          <p:nvPr/>
        </p:nvGraphicFramePr>
        <p:xfrm>
          <a:off x="4844200" y="1891197"/>
          <a:ext cx="3784950" cy="1678950"/>
        </p:xfrm>
        <a:graphic>
          <a:graphicData uri="http://schemas.openxmlformats.org/drawingml/2006/table">
            <a:tbl>
              <a:tblPr firstRow="1" bandRow="1">
                <a:noFill/>
                <a:tableStyleId>{648EEFD8-D3FA-4CE6-8528-59BD1793D2C3}</a:tableStyleId>
              </a:tblPr>
              <a:tblGrid>
                <a:gridCol w="420550">
                  <a:extLst>
                    <a:ext uri="{9D8B030D-6E8A-4147-A177-3AD203B41FA5}">
                      <a16:colId xmlns:a16="http://schemas.microsoft.com/office/drawing/2014/main" val="20000"/>
                    </a:ext>
                  </a:extLst>
                </a:gridCol>
                <a:gridCol w="420550">
                  <a:extLst>
                    <a:ext uri="{9D8B030D-6E8A-4147-A177-3AD203B41FA5}">
                      <a16:colId xmlns:a16="http://schemas.microsoft.com/office/drawing/2014/main" val="20001"/>
                    </a:ext>
                  </a:extLst>
                </a:gridCol>
                <a:gridCol w="420550">
                  <a:extLst>
                    <a:ext uri="{9D8B030D-6E8A-4147-A177-3AD203B41FA5}">
                      <a16:colId xmlns:a16="http://schemas.microsoft.com/office/drawing/2014/main" val="20002"/>
                    </a:ext>
                  </a:extLst>
                </a:gridCol>
                <a:gridCol w="420550">
                  <a:extLst>
                    <a:ext uri="{9D8B030D-6E8A-4147-A177-3AD203B41FA5}">
                      <a16:colId xmlns:a16="http://schemas.microsoft.com/office/drawing/2014/main" val="20003"/>
                    </a:ext>
                  </a:extLst>
                </a:gridCol>
                <a:gridCol w="420550">
                  <a:extLst>
                    <a:ext uri="{9D8B030D-6E8A-4147-A177-3AD203B41FA5}">
                      <a16:colId xmlns:a16="http://schemas.microsoft.com/office/drawing/2014/main" val="20004"/>
                    </a:ext>
                  </a:extLst>
                </a:gridCol>
                <a:gridCol w="420550">
                  <a:extLst>
                    <a:ext uri="{9D8B030D-6E8A-4147-A177-3AD203B41FA5}">
                      <a16:colId xmlns:a16="http://schemas.microsoft.com/office/drawing/2014/main" val="20005"/>
                    </a:ext>
                  </a:extLst>
                </a:gridCol>
                <a:gridCol w="420550">
                  <a:extLst>
                    <a:ext uri="{9D8B030D-6E8A-4147-A177-3AD203B41FA5}">
                      <a16:colId xmlns:a16="http://schemas.microsoft.com/office/drawing/2014/main" val="20006"/>
                    </a:ext>
                  </a:extLst>
                </a:gridCol>
                <a:gridCol w="420550">
                  <a:extLst>
                    <a:ext uri="{9D8B030D-6E8A-4147-A177-3AD203B41FA5}">
                      <a16:colId xmlns:a16="http://schemas.microsoft.com/office/drawing/2014/main" val="20007"/>
                    </a:ext>
                  </a:extLst>
                </a:gridCol>
                <a:gridCol w="420550">
                  <a:extLst>
                    <a:ext uri="{9D8B030D-6E8A-4147-A177-3AD203B41FA5}">
                      <a16:colId xmlns:a16="http://schemas.microsoft.com/office/drawing/2014/main" val="20008"/>
                    </a:ext>
                  </a:extLst>
                </a:gridCol>
              </a:tblGrid>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FFFFFF"/>
                          </a:solidFill>
                          <a:latin typeface="Jost"/>
                          <a:ea typeface="Jost"/>
                          <a:cs typeface="Jost"/>
                          <a:sym typeface="Jost"/>
                        </a:rPr>
                        <a:t>j</a:t>
                      </a:r>
                      <a:endParaRPr sz="1800" u="none" strike="noStrike" cap="none">
                        <a:solidFill>
                          <a:srgbClr val="FFFFFF"/>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Mulish"/>
                          <a:ea typeface="Mulish"/>
                          <a:cs typeface="Mulish"/>
                          <a:sym typeface="Mulish"/>
                        </a:rPr>
                        <a:t>v</a:t>
                      </a:r>
                      <a:endParaRPr sz="1800" u="none" strike="noStrike" cap="none">
                        <a:solidFill>
                          <a:srgbClr val="D9D9D9"/>
                        </a:solidFill>
                        <a:latin typeface="Mulish"/>
                        <a:ea typeface="Mulish"/>
                        <a:cs typeface="Mulish"/>
                        <a:sym typeface="Mulish"/>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x</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y</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z</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zz</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qu</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ch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sh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th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ng</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igh</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a:t>
                      </a:r>
                      <a:r>
                        <a:rPr lang="en-US" sz="1500" u="none" strike="noStrike" cap="none">
                          <a:solidFill>
                            <a:srgbClr val="D9D9D9"/>
                          </a:solidFill>
                          <a:latin typeface="Poppins"/>
                          <a:ea typeface="Poppins"/>
                          <a:cs typeface="Poppins"/>
                          <a:sym typeface="Poppins"/>
                        </a:rPr>
                        <a:t>a</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oi</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oo</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596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ow</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ir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a:t>
                      </a:r>
                      <a:r>
                        <a:rPr lang="en-US" sz="1500" u="none" strike="noStrike" cap="none">
                          <a:solidFill>
                            <a:srgbClr val="D9D9D9"/>
                          </a:solidFill>
                          <a:latin typeface="Poppins"/>
                          <a:ea typeface="Poppins"/>
                          <a:cs typeface="Poppins"/>
                          <a:sym typeface="Poppins"/>
                        </a:rPr>
                        <a:t>a</a:t>
                      </a:r>
                      <a:r>
                        <a:rPr lang="en-US" sz="1800" u="none" strike="noStrike" cap="none">
                          <a:solidFill>
                            <a:srgbClr val="D9D9D9"/>
                          </a:solidFill>
                          <a:latin typeface="Jost"/>
                          <a:ea typeface="Jost"/>
                          <a:cs typeface="Jost"/>
                          <a:sym typeface="Jost"/>
                        </a:rPr>
                        <a:t>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er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ure</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cxnSp>
        <p:nvCxnSpPr>
          <p:cNvPr id="691" name="Google Shape;691;p1"/>
          <p:cNvCxnSpPr/>
          <p:nvPr/>
        </p:nvCxnSpPr>
        <p:spPr>
          <a:xfrm rot="10800000" flipH="1">
            <a:off x="7974450" y="2287200"/>
            <a:ext cx="35400" cy="24000"/>
          </a:xfrm>
          <a:prstGeom prst="straightConnector1">
            <a:avLst/>
          </a:prstGeom>
          <a:noFill/>
          <a:ln w="19050" cap="flat" cmpd="sng">
            <a:solidFill>
              <a:srgbClr val="D9D9D9"/>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60000"/>
              </a:lnSpc>
              <a:spcBef>
                <a:spcPts val="1000"/>
              </a:spcBef>
              <a:spcAft>
                <a:spcPts val="0"/>
              </a:spcAft>
              <a:buSzPts val="1600"/>
              <a:buChar char="•"/>
            </a:pPr>
            <a:r>
              <a:rPr lang="en-US"/>
              <a:t>Learn and practise letter / sound </a:t>
            </a:r>
            <a:r>
              <a:rPr lang="en-US">
                <a:solidFill>
                  <a:srgbClr val="8DC63F"/>
                </a:solidFill>
              </a:rPr>
              <a:t>j</a:t>
            </a:r>
            <a:r>
              <a:rPr lang="en-US"/>
              <a:t>.</a:t>
            </a:r>
            <a:endParaRPr/>
          </a:p>
        </p:txBody>
      </p:sp>
      <p:sp>
        <p:nvSpPr>
          <p:cNvPr id="698" name="Google Shape;698;g2bee4f4af4b_0_204"/>
          <p:cNvSpPr txBox="1">
            <a:spLocks noGrp="1"/>
          </p:cNvSpPr>
          <p:nvPr>
            <p:ph type="body" idx="2"/>
          </p:nvPr>
        </p:nvSpPr>
        <p:spPr>
          <a:xfrm>
            <a:off x="3298550" y="1897010"/>
            <a:ext cx="4850100" cy="10698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pull full</a:t>
            </a:r>
            <a:r>
              <a:rPr lang="en-US"/>
              <a:t>.</a:t>
            </a:r>
            <a:endParaRPr/>
          </a:p>
        </p:txBody>
      </p:sp>
      <p:sp>
        <p:nvSpPr>
          <p:cNvPr id="699" name="Google Shape;699;g2bee4f4af4b_0_204"/>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p>
            <a:pPr marL="0" lvl="0" indent="0" algn="l" rtl="0">
              <a:lnSpc>
                <a:spcPct val="80000"/>
              </a:lnSpc>
              <a:spcBef>
                <a:spcPts val="1000"/>
              </a:spcBef>
              <a:spcAft>
                <a:spcPts val="0"/>
              </a:spcAft>
              <a:buSzPts val="1600"/>
              <a:buNone/>
            </a:pPr>
            <a:endParaRPr/>
          </a:p>
        </p:txBody>
      </p:sp>
      <p:sp>
        <p:nvSpPr>
          <p:cNvPr id="700" name="Google Shape;700;g2bee4f4af4b_0_204"/>
          <p:cNvSpPr txBox="1"/>
          <p:nvPr/>
        </p:nvSpPr>
        <p:spPr>
          <a:xfrm>
            <a:off x="250625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JNL686</a:t>
            </a:r>
            <a:endParaRPr sz="1000" b="0" i="0" u="none" strike="noStrike" cap="none" dirty="0">
              <a:solidFill>
                <a:srgbClr val="000000"/>
              </a:solidFill>
              <a:latin typeface="Poppins"/>
              <a:ea typeface="Poppins"/>
              <a:cs typeface="Poppins"/>
              <a:sym typeface="Poppins"/>
            </a:endParaRPr>
          </a:p>
        </p:txBody>
      </p:sp>
      <p:sp>
        <p:nvSpPr>
          <p:cNvPr id="701" name="Google Shape;701;g2bee4f4af4b_0_204"/>
          <p:cNvSpPr txBox="1"/>
          <p:nvPr/>
        </p:nvSpPr>
        <p:spPr>
          <a:xfrm>
            <a:off x="2298951"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2" name="Google Shape;702;g2bee4f4af4b_0_204"/>
          <p:cNvPicPr preferRelativeResize="0"/>
          <p:nvPr/>
        </p:nvPicPr>
        <p:blipFill rotWithShape="1">
          <a:blip r:embed="rId3">
            <a:alphaModFix/>
          </a:blip>
          <a:srcRect l="79" r="79"/>
          <a:stretch/>
        </p:blipFill>
        <p:spPr>
          <a:xfrm>
            <a:off x="2519626" y="4101860"/>
            <a:ext cx="786850" cy="1113689"/>
          </a:xfrm>
          <a:prstGeom prst="rect">
            <a:avLst/>
          </a:prstGeom>
          <a:noFill/>
          <a:ln>
            <a:noFill/>
          </a:ln>
          <a:effectLst>
            <a:outerShdw blurRad="71438" dist="19050" dir="5220000" algn="bl" rotWithShape="0">
              <a:srgbClr val="D8D8D8"/>
            </a:outerShdw>
          </a:effectLst>
        </p:spPr>
      </p:pic>
      <p:sp>
        <p:nvSpPr>
          <p:cNvPr id="703" name="Google Shape;703;g2bee4f4af4b_0_204"/>
          <p:cNvSpPr txBox="1"/>
          <p:nvPr/>
        </p:nvSpPr>
        <p:spPr>
          <a:xfrm>
            <a:off x="37865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JNL689</a:t>
            </a:r>
            <a:endParaRPr sz="1000" b="0" i="0" u="none" strike="noStrike" cap="none" dirty="0">
              <a:solidFill>
                <a:srgbClr val="000000"/>
              </a:solidFill>
              <a:latin typeface="Poppins"/>
              <a:ea typeface="Poppins"/>
              <a:cs typeface="Poppins"/>
              <a:sym typeface="Poppins"/>
            </a:endParaRPr>
          </a:p>
        </p:txBody>
      </p:sp>
      <p:sp>
        <p:nvSpPr>
          <p:cNvPr id="704" name="Google Shape;704;g2bee4f4af4b_0_204"/>
          <p:cNvSpPr txBox="1"/>
          <p:nvPr/>
        </p:nvSpPr>
        <p:spPr>
          <a:xfrm>
            <a:off x="35792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05" name="Google Shape;705;g2bee4f4af4b_0_204"/>
          <p:cNvPicPr preferRelativeResize="0"/>
          <p:nvPr/>
        </p:nvPicPr>
        <p:blipFill rotWithShape="1">
          <a:blip r:embed="rId4">
            <a:alphaModFix/>
          </a:blip>
          <a:srcRect l="159" r="149"/>
          <a:stretch/>
        </p:blipFill>
        <p:spPr>
          <a:xfrm>
            <a:off x="3786506" y="4169988"/>
            <a:ext cx="813600" cy="977433"/>
          </a:xfrm>
          <a:prstGeom prst="rect">
            <a:avLst/>
          </a:prstGeom>
          <a:noFill/>
          <a:ln>
            <a:noFill/>
          </a:ln>
          <a:effectLst>
            <a:outerShdw blurRad="71438" dist="19050" dir="5220000" algn="bl" rotWithShape="0">
              <a:srgbClr val="D8D8D8"/>
            </a:outerShdw>
          </a:effectLst>
        </p:spPr>
      </p:pic>
      <p:sp>
        <p:nvSpPr>
          <p:cNvPr id="706" name="Google Shape;70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JNL691</a:t>
            </a:r>
            <a:endParaRPr sz="1000" b="0" i="0" u="none" strike="noStrike" cap="none" dirty="0">
              <a:solidFill>
                <a:srgbClr val="000000"/>
              </a:solidFill>
              <a:latin typeface="Poppins"/>
              <a:ea typeface="Poppins"/>
              <a:cs typeface="Poppins"/>
              <a:sym typeface="Poppins"/>
            </a:endParaRPr>
          </a:p>
        </p:txBody>
      </p:sp>
      <p:sp>
        <p:nvSpPr>
          <p:cNvPr id="707" name="Google Shape;70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08" name="Google Shape;708;g2bee4f4af4b_0_204"/>
          <p:cNvPicPr preferRelativeResize="0"/>
          <p:nvPr/>
        </p:nvPicPr>
        <p:blipFill rotWithShape="1">
          <a:blip r:embed="rId5">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09" name="Google Shape;709;g2bee4f4af4b_0_204"/>
          <p:cNvSpPr txBox="1"/>
          <p:nvPr/>
        </p:nvSpPr>
        <p:spPr>
          <a:xfrm>
            <a:off x="49740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JNL692</a:t>
            </a:r>
            <a:endParaRPr sz="1000" b="0" i="0" u="none" strike="noStrike" cap="none" dirty="0">
              <a:solidFill>
                <a:srgbClr val="000000"/>
              </a:solidFill>
              <a:latin typeface="Poppins"/>
              <a:ea typeface="Poppins"/>
              <a:cs typeface="Poppins"/>
              <a:sym typeface="Poppins"/>
            </a:endParaRPr>
          </a:p>
        </p:txBody>
      </p:sp>
      <p:sp>
        <p:nvSpPr>
          <p:cNvPr id="710" name="Google Shape;710;g2bee4f4af4b_0_204"/>
          <p:cNvSpPr txBox="1"/>
          <p:nvPr/>
        </p:nvSpPr>
        <p:spPr>
          <a:xfrm>
            <a:off x="48594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1" name="Google Shape;711;g2bee4f4af4b_0_204"/>
          <p:cNvPicPr preferRelativeResize="0"/>
          <p:nvPr/>
        </p:nvPicPr>
        <p:blipFill rotWithShape="1">
          <a:blip r:embed="rId6">
            <a:alphaModFix/>
          </a:blip>
          <a:srcRect/>
          <a:stretch/>
        </p:blipFill>
        <p:spPr>
          <a:xfrm>
            <a:off x="5073599" y="4232253"/>
            <a:ext cx="614525" cy="852902"/>
          </a:xfrm>
          <a:prstGeom prst="rect">
            <a:avLst/>
          </a:prstGeom>
          <a:noFill/>
          <a:ln>
            <a:noFill/>
          </a:ln>
          <a:effectLst>
            <a:outerShdw blurRad="71438" dist="19050" dir="5220000" algn="bl" rotWithShape="0">
              <a:srgbClr val="D8D8D8"/>
            </a:outerShdw>
          </a:effectLst>
        </p:spPr>
      </p:pic>
      <p:sp>
        <p:nvSpPr>
          <p:cNvPr id="712" name="Google Shape;712;g2bee4f4af4b_0_204">
            <a:hlinkClick r:id="rId7" action="ppaction://hlinksldjump"/>
          </p:cNvPr>
          <p:cNvSpPr/>
          <p:nvPr/>
        </p:nvSpPr>
        <p:spPr>
          <a:xfrm>
            <a:off x="894420" y="3955424"/>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3" name="Google Shape;713;g2bee4f4af4b_0_204">
            <a:hlinkClick r:id="rId8" action="ppaction://hlinksldjump"/>
          </p:cNvPr>
          <p:cNvSpPr/>
          <p:nvPr/>
        </p:nvSpPr>
        <p:spPr>
          <a:xfrm>
            <a:off x="2397207" y="3754504"/>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4" name="Google Shape;714;g2bee4f4af4b_0_204">
            <a:hlinkClick r:id="rId9" action="ppaction://hlinksldjump"/>
          </p:cNvPr>
          <p:cNvSpPr/>
          <p:nvPr/>
        </p:nvSpPr>
        <p:spPr>
          <a:xfrm>
            <a:off x="3625407" y="3795815"/>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5" name="Google Shape;715;g2bee4f4af4b_0_204">
            <a:hlinkClick r:id="rId10" action="ppaction://hlinksldjump"/>
          </p:cNvPr>
          <p:cNvSpPr/>
          <p:nvPr/>
        </p:nvSpPr>
        <p:spPr>
          <a:xfrm>
            <a:off x="4859461" y="3788983"/>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721" name="Google Shape;721;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22" name="Google Shape;722;g26b641b03cd_0_165"/>
          <p:cNvGrpSpPr/>
          <p:nvPr/>
        </p:nvGrpSpPr>
        <p:grpSpPr>
          <a:xfrm>
            <a:off x="930400" y="2129444"/>
            <a:ext cx="7283200" cy="3724851"/>
            <a:chOff x="930400" y="2129444"/>
            <a:chExt cx="7283200" cy="3724851"/>
          </a:xfrm>
        </p:grpSpPr>
        <p:pic>
          <p:nvPicPr>
            <p:cNvPr id="723" name="Google Shape;723;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24" name="Google Shape;724;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25" name="Google Shape;725;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6" name="Google Shape;726;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27" name="Google Shape;727;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28" name="Google Shape;728;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29" name="Google Shape;729;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0" name="Google Shape;730;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1" name="Google Shape;731;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752" name="Google Shape;752;g26b7edf6e71_0_109"/>
          <p:cNvGrpSpPr/>
          <p:nvPr/>
        </p:nvGrpSpPr>
        <p:grpSpPr>
          <a:xfrm>
            <a:off x="867357" y="2129450"/>
            <a:ext cx="7282807" cy="2686611"/>
            <a:chOff x="867357" y="2129450"/>
            <a:chExt cx="7282807" cy="2686611"/>
          </a:xfrm>
        </p:grpSpPr>
        <p:pic>
          <p:nvPicPr>
            <p:cNvPr id="753" name="Google Shape;753;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754" name="Google Shape;754;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755" name="Google Shape;755;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756" name="Google Shape;756;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757" name="Google Shape;757;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758" name="Google Shape;758;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759" name="Google Shape;759;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760" name="Google Shape;760;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761" name="Google Shape;761;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762" name="Google Shape;762;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763" name="Google Shape;763;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764" name="Google Shape;764;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765" name="Google Shape;765;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766" name="Google Shape;766;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1"/>
        <p:cNvGrpSpPr/>
        <p:nvPr/>
      </p:nvGrpSpPr>
      <p:grpSpPr>
        <a:xfrm>
          <a:off x="0" y="0"/>
          <a:ext cx="0" cy="0"/>
          <a:chOff x="0" y="0"/>
          <a:chExt cx="0" cy="0"/>
        </a:xfrm>
      </p:grpSpPr>
      <p:sp>
        <p:nvSpPr>
          <p:cNvPr id="772" name="Google Shape;772;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73" name="Google Shape;773;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74" name="Google Shape;774;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775" name="Google Shape;775;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JNL691</a:t>
            </a:r>
            <a:endParaRPr dirty="0"/>
          </a:p>
        </p:txBody>
      </p:sp>
      <p:sp>
        <p:nvSpPr>
          <p:cNvPr id="782" name="Google Shape;782;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783" name="Google Shape;783;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784" name="Google Shape;784;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g2c186218c5a_0_2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791" name="Google Shape;791;g2c186218c5a_0_2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Grapheme Caption</a:t>
            </a:r>
            <a:endParaRPr/>
          </a:p>
        </p:txBody>
      </p:sp>
      <p:pic>
        <p:nvPicPr>
          <p:cNvPr id="792" name="Google Shape;792;g2c186218c5a_0_25"/>
          <p:cNvPicPr preferRelativeResize="0"/>
          <p:nvPr/>
        </p:nvPicPr>
        <p:blipFill rotWithShape="1">
          <a:blip r:embed="rId3">
            <a:alphaModFix/>
          </a:blip>
          <a:srcRect l="79" r="79"/>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793" name="Google Shape;793;g2c186218c5a_0_2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g26b641b03cd_0_19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JNL686</a:t>
            </a:r>
            <a:endParaRPr dirty="0"/>
          </a:p>
        </p:txBody>
      </p:sp>
      <p:sp>
        <p:nvSpPr>
          <p:cNvPr id="800" name="Google Shape;800;g26b641b03cd_0_19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Teach Lowercase Formation</a:t>
            </a:r>
            <a:endParaRPr/>
          </a:p>
        </p:txBody>
      </p:sp>
      <p:pic>
        <p:nvPicPr>
          <p:cNvPr id="801" name="Google Shape;801;g26b641b03cd_0_192"/>
          <p:cNvPicPr preferRelativeResize="0"/>
          <p:nvPr/>
        </p:nvPicPr>
        <p:blipFill rotWithShape="1">
          <a:blip r:embed="rId3">
            <a:alphaModFix/>
          </a:blip>
          <a:srcRect/>
          <a:stretch/>
        </p:blipFill>
        <p:spPr>
          <a:xfrm>
            <a:off x="3041337" y="996300"/>
            <a:ext cx="3061325" cy="4333176"/>
          </a:xfrm>
          <a:prstGeom prst="rect">
            <a:avLst/>
          </a:prstGeom>
          <a:noFill/>
          <a:ln>
            <a:noFill/>
          </a:ln>
          <a:effectLst>
            <a:outerShdw blurRad="142875" dist="19050" dir="5400000" algn="bl" rotWithShape="0">
              <a:srgbClr val="000000">
                <a:alpha val="28235"/>
              </a:srgbClr>
            </a:outerShdw>
          </a:effectLst>
        </p:spPr>
      </p:pic>
      <p:sp>
        <p:nvSpPr>
          <p:cNvPr id="802" name="Google Shape;802;g26b641b03cd_0_192"/>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09" name="Google Shape;809;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810" name="Google Shape;810;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15"/>
        <p:cNvGrpSpPr/>
        <p:nvPr/>
      </p:nvGrpSpPr>
      <p:grpSpPr>
        <a:xfrm>
          <a:off x="0" y="0"/>
          <a:ext cx="0" cy="0"/>
          <a:chOff x="0" y="0"/>
          <a:chExt cx="0" cy="0"/>
        </a:xfrm>
      </p:grpSpPr>
      <p:sp>
        <p:nvSpPr>
          <p:cNvPr id="816" name="Google Shape;816;g2c4fd7a3c22_2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17" name="Google Shape;817;g2c4fd7a3c22_2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18" name="Google Shape;818;g2c4fd7a3c22_2_0"/>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19" name="Google Shape;819;g2c4fd7a3c22_2_0"/>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0" name="Google Shape;820;g2c4fd7a3c22_2_0"/>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1" name="Google Shape;821;g2c4fd7a3c22_2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22" name="Google Shape;822;g2c4fd7a3c22_2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23" name="Google Shape;823;g2c4fd7a3c22_2_0"/>
          <p:cNvGrpSpPr/>
          <p:nvPr/>
        </p:nvGrpSpPr>
        <p:grpSpPr>
          <a:xfrm>
            <a:off x="304250" y="6984600"/>
            <a:ext cx="8330829" cy="808600"/>
            <a:chOff x="-152950" y="7365600"/>
            <a:chExt cx="8330829" cy="808600"/>
          </a:xfrm>
        </p:grpSpPr>
        <p:sp>
          <p:nvSpPr>
            <p:cNvPr id="824" name="Google Shape;824;g2c4fd7a3c22_2_0"/>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25" name="Google Shape;825;g2c4fd7a3c22_2_0"/>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26" name="Google Shape;826;g2c4fd7a3c22_2_0"/>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27" name="Google Shape;827;g2c4fd7a3c22_2_0"/>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28" name="Google Shape;828;g2c4fd7a3c22_2_0"/>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29" name="Google Shape;829;g2c4fd7a3c22_2_0"/>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30" name="Google Shape;830;g2c4fd7a3c22_2_0"/>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31" name="Google Shape;831;g2c4fd7a3c22_2_0"/>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32" name="Google Shape;832;g2c4fd7a3c22_2_0"/>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3" name="Google Shape;833;g2c4fd7a3c22_2_0"/>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4" name="Google Shape;834;g2c4fd7a3c22_2_0"/>
          <p:cNvSpPr/>
          <p:nvPr/>
        </p:nvSpPr>
        <p:spPr>
          <a:xfrm>
            <a:off x="3134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5" name="Google Shape;835;g2c4fd7a3c22_2_0"/>
          <p:cNvSpPr/>
          <p:nvPr/>
        </p:nvSpPr>
        <p:spPr>
          <a:xfrm>
            <a:off x="42245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36" name="Google Shape;836;g2c4fd7a3c22_2_0"/>
          <p:cNvSpPr/>
          <p:nvPr/>
        </p:nvSpPr>
        <p:spPr>
          <a:xfrm>
            <a:off x="56189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37" name="Google Shape;837;g2c4fd7a3c22_2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38" name="Google Shape;838;g2c4fd7a3c22_2_0"/>
          <p:cNvSpPr txBox="1">
            <a:spLocks noGrp="1"/>
          </p:cNvSpPr>
          <p:nvPr>
            <p:ph type="subTitle" idx="4294967295"/>
          </p:nvPr>
        </p:nvSpPr>
        <p:spPr>
          <a:xfrm>
            <a:off x="50493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839" name="Google Shape;839;g2c4fd7a3c22_2_0"/>
          <p:cNvSpPr txBox="1">
            <a:spLocks noGrp="1"/>
          </p:cNvSpPr>
          <p:nvPr>
            <p:ph type="subTitle" idx="4294967295"/>
          </p:nvPr>
        </p:nvSpPr>
        <p:spPr>
          <a:xfrm>
            <a:off x="25652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j</a:t>
            </a:r>
            <a:endParaRPr sz="15000" b="0" i="0" u="none" strike="noStrike" cap="none">
              <a:solidFill>
                <a:srgbClr val="2356AF"/>
              </a:solidFill>
              <a:latin typeface="Jost"/>
              <a:ea typeface="Jost"/>
              <a:cs typeface="Jost"/>
              <a:sym typeface="Jost"/>
            </a:endParaRPr>
          </a:p>
        </p:txBody>
      </p:sp>
      <p:sp>
        <p:nvSpPr>
          <p:cNvPr id="840" name="Google Shape;840;g2c4fd7a3c22_2_0"/>
          <p:cNvSpPr txBox="1"/>
          <p:nvPr/>
        </p:nvSpPr>
        <p:spPr>
          <a:xfrm>
            <a:off x="3531875" y="1391216"/>
            <a:ext cx="1775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3000"/>
              <a:buFont typeface="Arial"/>
              <a:buNone/>
            </a:pPr>
            <a:r>
              <a:rPr lang="en-US" sz="13000" b="0" i="0" u="none" strike="noStrike" cap="none">
                <a:solidFill>
                  <a:srgbClr val="ED1C24"/>
                </a:solidFill>
                <a:latin typeface="Poppins"/>
                <a:ea typeface="Poppins"/>
                <a:cs typeface="Poppins"/>
                <a:sym typeface="Poppins"/>
              </a:rPr>
              <a:t>a</a:t>
            </a:r>
            <a:endParaRPr sz="14000" b="0" i="0" u="none" strike="noStrike" cap="none">
              <a:solidFill>
                <a:srgbClr val="ED1C24"/>
              </a:solidFill>
              <a:latin typeface="Jost"/>
              <a:ea typeface="Jost"/>
              <a:cs typeface="Jost"/>
              <a:sym typeface="Jos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g2c60eb6ecf9_0_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847" name="Google Shape;847;g2c60eb6ecf9_0_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848" name="Google Shape;848;g2c60eb6ecf9_0_2"/>
          <p:cNvSpPr/>
          <p:nvPr/>
        </p:nvSpPr>
        <p:spPr>
          <a:xfrm>
            <a:off x="4454407"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49" name="Google Shape;849;g2c60eb6ecf9_0_2"/>
          <p:cNvSpPr/>
          <p:nvPr/>
        </p:nvSpPr>
        <p:spPr>
          <a:xfrm>
            <a:off x="5707029"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0" name="Google Shape;850;g2c60eb6ecf9_0_2"/>
          <p:cNvSpPr/>
          <p:nvPr/>
        </p:nvSpPr>
        <p:spPr>
          <a:xfrm>
            <a:off x="32017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1" name="Google Shape;851;g2c60eb6ecf9_0_2"/>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852" name="Google Shape;852;g2c60eb6ecf9_0_2"/>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853" name="Google Shape;853;g2c60eb6ecf9_0_2"/>
          <p:cNvGrpSpPr/>
          <p:nvPr/>
        </p:nvGrpSpPr>
        <p:grpSpPr>
          <a:xfrm>
            <a:off x="304250" y="6984600"/>
            <a:ext cx="8330829" cy="808600"/>
            <a:chOff x="-152950" y="7365600"/>
            <a:chExt cx="8330829" cy="808600"/>
          </a:xfrm>
        </p:grpSpPr>
        <p:sp>
          <p:nvSpPr>
            <p:cNvPr id="854" name="Google Shape;854;g2c60eb6ecf9_0_2"/>
            <p:cNvSpPr txBox="1"/>
            <p:nvPr/>
          </p:nvSpPr>
          <p:spPr>
            <a:xfrm>
              <a:off x="-152950" y="7365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855" name="Google Shape;855;g2c60eb6ecf9_0_2"/>
            <p:cNvSpPr txBox="1"/>
            <p:nvPr/>
          </p:nvSpPr>
          <p:spPr>
            <a:xfrm>
              <a:off x="1403031" y="7797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856" name="Google Shape;856;g2c60eb6ecf9_0_2"/>
            <p:cNvSpPr txBox="1"/>
            <p:nvPr/>
          </p:nvSpPr>
          <p:spPr>
            <a:xfrm>
              <a:off x="1964024" y="7798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857" name="Google Shape;857;g2c60eb6ecf9_0_2"/>
            <p:cNvSpPr txBox="1"/>
            <p:nvPr/>
          </p:nvSpPr>
          <p:spPr>
            <a:xfrm>
              <a:off x="2734246"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858" name="Google Shape;858;g2c60eb6ecf9_0_2"/>
            <p:cNvSpPr txBox="1"/>
            <p:nvPr/>
          </p:nvSpPr>
          <p:spPr>
            <a:xfrm>
              <a:off x="4027553"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859" name="Google Shape;859;g2c60eb6ecf9_0_2"/>
            <p:cNvSpPr txBox="1"/>
            <p:nvPr/>
          </p:nvSpPr>
          <p:spPr>
            <a:xfrm>
              <a:off x="5248612"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860" name="Google Shape;860;g2c60eb6ecf9_0_2"/>
            <p:cNvSpPr txBox="1"/>
            <p:nvPr/>
          </p:nvSpPr>
          <p:spPr>
            <a:xfrm>
              <a:off x="6534719" y="7797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861" name="Google Shape;861;g2c60eb6ecf9_0_2"/>
            <p:cNvSpPr txBox="1"/>
            <p:nvPr/>
          </p:nvSpPr>
          <p:spPr>
            <a:xfrm>
              <a:off x="7456979" y="7797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grpSp>
      <p:sp>
        <p:nvSpPr>
          <p:cNvPr id="862" name="Google Shape;862;g2c60eb6ecf9_0_2"/>
          <p:cNvSpPr/>
          <p:nvPr/>
        </p:nvSpPr>
        <p:spPr>
          <a:xfrm>
            <a:off x="19559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3" name="Google Shape;863;g2c60eb6ecf9_0_2"/>
          <p:cNvSpPr/>
          <p:nvPr/>
        </p:nvSpPr>
        <p:spPr>
          <a:xfrm>
            <a:off x="25788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4" name="Google Shape;864;g2c60eb6ecf9_0_2"/>
          <p:cNvSpPr/>
          <p:nvPr/>
        </p:nvSpPr>
        <p:spPr>
          <a:xfrm>
            <a:off x="32873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5" name="Google Shape;865;g2c60eb6ecf9_0_2"/>
          <p:cNvSpPr/>
          <p:nvPr/>
        </p:nvSpPr>
        <p:spPr>
          <a:xfrm>
            <a:off x="43769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6" name="Google Shape;866;g2c60eb6ecf9_0_2"/>
          <p:cNvSpPr/>
          <p:nvPr/>
        </p:nvSpPr>
        <p:spPr>
          <a:xfrm>
            <a:off x="55427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867" name="Google Shape;867;g2c60eb6ecf9_0_2"/>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868" name="Google Shape;868;g2c60eb6ecf9_0_2"/>
          <p:cNvSpPr txBox="1">
            <a:spLocks noGrp="1"/>
          </p:cNvSpPr>
          <p:nvPr>
            <p:ph type="subTitle" idx="4294967295"/>
          </p:nvPr>
        </p:nvSpPr>
        <p:spPr>
          <a:xfrm>
            <a:off x="49731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t</a:t>
            </a:r>
            <a:endParaRPr sz="15000" b="0" i="0" u="none" strike="noStrike" cap="none">
              <a:solidFill>
                <a:srgbClr val="2356AF"/>
              </a:solidFill>
              <a:latin typeface="Jost"/>
              <a:ea typeface="Jost"/>
              <a:cs typeface="Jost"/>
              <a:sym typeface="Jost"/>
            </a:endParaRPr>
          </a:p>
        </p:txBody>
      </p:sp>
      <p:sp>
        <p:nvSpPr>
          <p:cNvPr id="869" name="Google Shape;869;g2c60eb6ecf9_0_2"/>
          <p:cNvSpPr txBox="1">
            <a:spLocks noGrp="1"/>
          </p:cNvSpPr>
          <p:nvPr>
            <p:ph type="subTitle" idx="4294967295"/>
          </p:nvPr>
        </p:nvSpPr>
        <p:spPr>
          <a:xfrm>
            <a:off x="27176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j</a:t>
            </a:r>
            <a:endParaRPr sz="15000" b="0" i="0" u="none" strike="noStrike" cap="none">
              <a:solidFill>
                <a:srgbClr val="2356AF"/>
              </a:solidFill>
              <a:latin typeface="Jost"/>
              <a:ea typeface="Jost"/>
              <a:cs typeface="Jost"/>
              <a:sym typeface="Jost"/>
            </a:endParaRPr>
          </a:p>
        </p:txBody>
      </p:sp>
      <p:sp>
        <p:nvSpPr>
          <p:cNvPr id="870" name="Google Shape;870;g2c60eb6ecf9_0_2"/>
          <p:cNvSpPr txBox="1">
            <a:spLocks noGrp="1"/>
          </p:cNvSpPr>
          <p:nvPr>
            <p:ph type="subTitle" idx="4294967295"/>
          </p:nvPr>
        </p:nvSpPr>
        <p:spPr>
          <a:xfrm>
            <a:off x="38073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o</a:t>
            </a:r>
            <a:endParaRPr sz="15000" b="0" i="0" u="none" strike="noStrike" cap="none">
              <a:solidFill>
                <a:srgbClr val="ED1C24"/>
              </a:solidFill>
              <a:latin typeface="Jost"/>
              <a:ea typeface="Jost"/>
              <a:cs typeface="Jost"/>
              <a:sym typeface="Jos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75"/>
        <p:cNvGrpSpPr/>
        <p:nvPr/>
      </p:nvGrpSpPr>
      <p:grpSpPr>
        <a:xfrm>
          <a:off x="0" y="0"/>
          <a:ext cx="0" cy="0"/>
          <a:chOff x="0" y="0"/>
          <a:chExt cx="0" cy="0"/>
        </a:xfrm>
      </p:grpSpPr>
      <p:sp>
        <p:nvSpPr>
          <p:cNvPr id="876" name="Google Shape;876;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endParaRPr/>
          </a:p>
        </p:txBody>
      </p:sp>
      <p:sp>
        <p:nvSpPr>
          <p:cNvPr id="877" name="Google Shape;877;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878" name="Google Shape;878;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85" name="Google Shape;885;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86" name="Google Shape;886;g26b641b03cd_0_204"/>
          <p:cNvPicPr preferRelativeResize="0"/>
          <p:nvPr/>
        </p:nvPicPr>
        <p:blipFill rotWithShape="1">
          <a:blip r:embed="rId3">
            <a:alphaModFix/>
          </a:blip>
          <a:srcRect l="69" r="69"/>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887" name="Google Shape;88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892"/>
        <p:cNvGrpSpPr/>
        <p:nvPr/>
      </p:nvGrpSpPr>
      <p:grpSpPr>
        <a:xfrm>
          <a:off x="0" y="0"/>
          <a:ext cx="0" cy="0"/>
          <a:chOff x="0" y="0"/>
          <a:chExt cx="0" cy="0"/>
        </a:xfrm>
      </p:grpSpPr>
      <p:sp>
        <p:nvSpPr>
          <p:cNvPr id="893" name="Google Shape;893;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JNL689</a:t>
            </a:r>
            <a:endParaRPr dirty="0"/>
          </a:p>
        </p:txBody>
      </p:sp>
      <p:sp>
        <p:nvSpPr>
          <p:cNvPr id="894" name="Google Shape;894;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895" name="Google Shape;895;g2c186218c5a_0_48"/>
          <p:cNvPicPr preferRelativeResize="0"/>
          <p:nvPr/>
        </p:nvPicPr>
        <p:blipFill rotWithShape="1">
          <a:blip r:embed="rId3">
            <a:alphaModFix/>
          </a:blip>
          <a:srcRect l="149" r="15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896" name="Google Shape;896;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03" name="Google Shape;903;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04" name="Google Shape;904;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05" name="Google Shape;905;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10"/>
        <p:cNvGrpSpPr/>
        <p:nvPr/>
      </p:nvGrpSpPr>
      <p:grpSpPr>
        <a:xfrm>
          <a:off x="0" y="0"/>
          <a:ext cx="0" cy="0"/>
          <a:chOff x="0" y="0"/>
          <a:chExt cx="0" cy="0"/>
        </a:xfrm>
      </p:grpSpPr>
      <p:sp>
        <p:nvSpPr>
          <p:cNvPr id="911" name="Google Shape;911;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JNL692</a:t>
            </a:r>
            <a:endParaRPr dirty="0"/>
          </a:p>
        </p:txBody>
      </p:sp>
      <p:sp>
        <p:nvSpPr>
          <p:cNvPr id="912" name="Google Shape;912;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913" name="Google Shape;913;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914" name="Google Shape;914;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19"/>
        <p:cNvGrpSpPr/>
        <p:nvPr/>
      </p:nvGrpSpPr>
      <p:grpSpPr>
        <a:xfrm>
          <a:off x="0" y="0"/>
          <a:ext cx="0" cy="0"/>
          <a:chOff x="0" y="0"/>
          <a:chExt cx="0" cy="0"/>
        </a:xfrm>
      </p:grpSpPr>
      <p:sp>
        <p:nvSpPr>
          <p:cNvPr id="920" name="Google Shape;920;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21" name="Google Shape;921;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22" name="Google Shape;922;g1f3daf8a844_0_64"/>
          <p:cNvGrpSpPr/>
          <p:nvPr/>
        </p:nvGrpSpPr>
        <p:grpSpPr>
          <a:xfrm>
            <a:off x="3024000" y="209875"/>
            <a:ext cx="3096000" cy="454800"/>
            <a:chOff x="3024000" y="209875"/>
            <a:chExt cx="3096000" cy="454800"/>
          </a:xfrm>
        </p:grpSpPr>
        <p:sp>
          <p:nvSpPr>
            <p:cNvPr id="923" name="Google Shape;923;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4" name="Google Shape;924;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25" name="Google Shape;925;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26" name="Google Shape;926;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27" name="Google Shape;927;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28" name="Google Shape;928;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29" name="Google Shape;929;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30" name="Google Shape;930;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931" name="Google Shape;931;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932" name="Google Shape;932;g1f3daf8a844_0_64"/>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33" name="Google Shape;933;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934" name="Google Shape;934;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935" name="Google Shape;935;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936" name="Google Shape;936;g1f3daf8a844_0_64"/>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37" name="Google Shape;937;g1f3daf8a844_0_64"/>
          <p:cNvSpPr txBox="1"/>
          <p:nvPr/>
        </p:nvSpPr>
        <p:spPr>
          <a:xfrm>
            <a:off x="521605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38" name="Google Shape;938;g1f3daf8a844_0_64"/>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2356AF"/>
              </a:solidFill>
              <a:latin typeface="Jost"/>
              <a:ea typeface="Jost"/>
              <a:cs typeface="Jost"/>
              <a:sym typeface="Jost"/>
            </a:endParaRPr>
          </a:p>
        </p:txBody>
      </p:sp>
      <p:cxnSp>
        <p:nvCxnSpPr>
          <p:cNvPr id="939" name="Google Shape;939;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g2c60eb6ecf9_1_2"/>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946" name="Google Shape;946;g2c60eb6ecf9_1_2"/>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947" name="Google Shape;947;g2c60eb6ecf9_1_2"/>
          <p:cNvGrpSpPr/>
          <p:nvPr/>
        </p:nvGrpSpPr>
        <p:grpSpPr>
          <a:xfrm>
            <a:off x="3024000" y="209875"/>
            <a:ext cx="3096000" cy="454800"/>
            <a:chOff x="3024000" y="209875"/>
            <a:chExt cx="3096000" cy="454800"/>
          </a:xfrm>
        </p:grpSpPr>
        <p:sp>
          <p:nvSpPr>
            <p:cNvPr id="948" name="Google Shape;948;g2c60eb6ecf9_1_2"/>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9" name="Google Shape;949;g2c60eb6ecf9_1_2"/>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950" name="Google Shape;950;g2c60eb6ecf9_1_2"/>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951" name="Google Shape;951;g2c60eb6ecf9_1_2"/>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952" name="Google Shape;952;g2c60eb6ecf9_1_2"/>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3" name="Google Shape;953;g2c60eb6ecf9_1_2"/>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954" name="Google Shape;954;g2c60eb6ecf9_1_2"/>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955" name="Google Shape;955;g2c60eb6ecf9_1_2"/>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956" name="Google Shape;956;g2c60eb6ecf9_1_2"/>
          <p:cNvSpPr txBox="1"/>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rgbClr val="000000"/>
              </a:buClr>
              <a:buSzPts val="1800"/>
              <a:buFont typeface="Arial"/>
              <a:buNone/>
            </a:pPr>
            <a:r>
              <a:rPr lang="en-US" sz="1800" b="0" i="0" u="none" strike="noStrike" cap="none">
                <a:solidFill>
                  <a:srgbClr val="B7B7B7"/>
                </a:solidFill>
                <a:latin typeface="Jost"/>
                <a:ea typeface="Jost"/>
                <a:cs typeface="Jost"/>
                <a:sym typeface="Jost"/>
              </a:rPr>
              <a:t>j</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 j</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b jug job jet</a:t>
            </a:r>
            <a:endParaRPr sz="1800" b="0" i="0" u="none" strike="noStrike" cap="none">
              <a:solidFill>
                <a:srgbClr val="B7B7B7"/>
              </a:solidFill>
              <a:latin typeface="Jost"/>
              <a:ea typeface="Jost"/>
              <a:cs typeface="Jost"/>
              <a:sym typeface="Jost"/>
            </a:endParaRPr>
          </a:p>
        </p:txBody>
      </p:sp>
      <p:sp>
        <p:nvSpPr>
          <p:cNvPr id="957" name="Google Shape;957;g2c60eb6ecf9_1_2"/>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958" name="Google Shape;958;g2c60eb6ecf9_1_2"/>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o</a:t>
            </a:r>
            <a:endParaRPr sz="5500" b="0" i="0" u="none" strike="noStrike" cap="none">
              <a:solidFill>
                <a:srgbClr val="ED1C24"/>
              </a:solidFill>
              <a:latin typeface="Jost"/>
              <a:ea typeface="Jost"/>
              <a:cs typeface="Jost"/>
              <a:sym typeface="Jost"/>
            </a:endParaRPr>
          </a:p>
        </p:txBody>
      </p:sp>
      <p:sp>
        <p:nvSpPr>
          <p:cNvPr id="959" name="Google Shape;959;g2c60eb6ecf9_1_2"/>
          <p:cNvSpPr txBox="1"/>
          <p:nvPr/>
        </p:nvSpPr>
        <p:spPr>
          <a:xfrm>
            <a:off x="3486803"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2356AF"/>
              </a:solidFill>
              <a:latin typeface="Jost"/>
              <a:ea typeface="Jost"/>
              <a:cs typeface="Jost"/>
              <a:sym typeface="Jost"/>
            </a:endParaRPr>
          </a:p>
        </p:txBody>
      </p:sp>
      <p:sp>
        <p:nvSpPr>
          <p:cNvPr id="960" name="Google Shape;960;g2c60eb6ecf9_1_2"/>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cxnSp>
        <p:nvCxnSpPr>
          <p:cNvPr id="961" name="Google Shape;961;g2c60eb6ecf9_1_2"/>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962" name="Google Shape;962;g2c60eb6ecf9_1_2"/>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e</a:t>
            </a:r>
            <a:endParaRPr sz="5500" b="0" i="0" u="none" strike="noStrike" cap="none">
              <a:solidFill>
                <a:srgbClr val="ED1C24"/>
              </a:solidFill>
              <a:latin typeface="Jost"/>
              <a:ea typeface="Jost"/>
              <a:cs typeface="Jost"/>
              <a:sym typeface="Jost"/>
            </a:endParaRPr>
          </a:p>
        </p:txBody>
      </p:sp>
      <p:sp>
        <p:nvSpPr>
          <p:cNvPr id="963" name="Google Shape;963;g2c60eb6ecf9_1_2"/>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j</a:t>
            </a:r>
            <a:endParaRPr sz="5500" b="0" i="0" u="none" strike="noStrike" cap="none">
              <a:solidFill>
                <a:srgbClr val="2356AF"/>
              </a:solidFill>
              <a:latin typeface="Jost"/>
              <a:ea typeface="Jost"/>
              <a:cs typeface="Jost"/>
              <a:sym typeface="Jost"/>
            </a:endParaRPr>
          </a:p>
        </p:txBody>
      </p:sp>
      <p:sp>
        <p:nvSpPr>
          <p:cNvPr id="964" name="Google Shape;964;g2c60eb6ecf9_1_2"/>
          <p:cNvSpPr txBox="1"/>
          <p:nvPr/>
        </p:nvSpPr>
        <p:spPr>
          <a:xfrm>
            <a:off x="2910349"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b</a:t>
            </a:r>
            <a:endParaRPr sz="5500" b="0" i="0" u="none" strike="noStrike" cap="none">
              <a:solidFill>
                <a:srgbClr val="2356AF"/>
              </a:solidFill>
              <a:latin typeface="Jost"/>
              <a:ea typeface="Jost"/>
              <a:cs typeface="Jost"/>
              <a:sym typeface="Jost"/>
            </a:endParaRPr>
          </a:p>
        </p:txBody>
      </p:sp>
      <p:sp>
        <p:nvSpPr>
          <p:cNvPr id="965" name="Google Shape;965;g2c60eb6ecf9_1_2"/>
          <p:cNvSpPr txBox="1"/>
          <p:nvPr/>
        </p:nvSpPr>
        <p:spPr>
          <a:xfrm>
            <a:off x="5216052"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966" name="Google Shape;966;g2c60eb6ecf9_1_2"/>
          <p:cNvSpPr txBox="1"/>
          <p:nvPr/>
        </p:nvSpPr>
        <p:spPr>
          <a:xfrm>
            <a:off x="2333951" y="997334"/>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2356AF"/>
              </a:solidFill>
              <a:latin typeface="Jost"/>
              <a:ea typeface="Jost"/>
              <a:cs typeface="Jost"/>
              <a:sym typeface="Jos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g2c186218c5a_0_118"/>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p>
            <a:pPr marL="457200" lvl="0" indent="-330200" algn="l" rtl="0">
              <a:lnSpc>
                <a:spcPct val="115000"/>
              </a:lnSpc>
              <a:spcBef>
                <a:spcPts val="1000"/>
              </a:spcBef>
              <a:spcAft>
                <a:spcPts val="0"/>
              </a:spcAft>
              <a:buSzPts val="1600"/>
              <a:buChar char="•"/>
            </a:pPr>
            <a:r>
              <a:rPr lang="en-US"/>
              <a:t>Draw ‘</a:t>
            </a:r>
            <a:r>
              <a:rPr lang="en-US">
                <a:solidFill>
                  <a:srgbClr val="8DC63F"/>
                </a:solidFill>
              </a:rPr>
              <a:t>j</a:t>
            </a:r>
            <a:r>
              <a:rPr lang="en-US"/>
              <a:t>’ in a variety of sizes and media, for example using chalk to draw on the ground.</a:t>
            </a:r>
            <a:endParaRPr/>
          </a:p>
          <a:p>
            <a:pPr marL="457200" lvl="0" indent="-330200" algn="l" rtl="0">
              <a:lnSpc>
                <a:spcPct val="115000"/>
              </a:lnSpc>
              <a:spcBef>
                <a:spcPts val="0"/>
              </a:spcBef>
              <a:spcAft>
                <a:spcPts val="0"/>
              </a:spcAft>
              <a:buSzPts val="1600"/>
              <a:buChar char="•"/>
            </a:pPr>
            <a:r>
              <a:rPr lang="en-US"/>
              <a:t>Make grapheme with playdough.</a:t>
            </a:r>
            <a:endParaRPr/>
          </a:p>
          <a:p>
            <a:pPr marL="457200" lvl="0" indent="-330200" algn="l" rtl="0">
              <a:lnSpc>
                <a:spcPct val="115000"/>
              </a:lnSpc>
              <a:spcBef>
                <a:spcPts val="0"/>
              </a:spcBef>
              <a:spcAft>
                <a:spcPts val="0"/>
              </a:spcAft>
              <a:buSzPts val="1600"/>
              <a:buChar char="•"/>
            </a:pPr>
            <a:r>
              <a:rPr lang="en-US"/>
              <a:t>Explore words in environment for decoding.</a:t>
            </a:r>
            <a:endParaRPr/>
          </a:p>
          <a:p>
            <a:pPr marL="457200" lvl="0" indent="-330200" algn="l" rtl="0">
              <a:lnSpc>
                <a:spcPct val="115000"/>
              </a:lnSpc>
              <a:spcBef>
                <a:spcPts val="0"/>
              </a:spcBef>
              <a:spcAft>
                <a:spcPts val="0"/>
              </a:spcAft>
              <a:buSzPts val="1600"/>
              <a:buChar char="•"/>
            </a:pPr>
            <a:r>
              <a:rPr lang="en-US"/>
              <a:t>Play with jigsaws.</a:t>
            </a:r>
            <a:endParaRPr/>
          </a:p>
        </p:txBody>
      </p:sp>
      <p:sp>
        <p:nvSpPr>
          <p:cNvPr id="973" name="Google Shape;973;g2c186218c5a_0_118"/>
          <p:cNvSpPr txBox="1"/>
          <p:nvPr/>
        </p:nvSpPr>
        <p:spPr>
          <a:xfrm rot="-560812">
            <a:off x="2552365" y="2314445"/>
            <a:ext cx="293699" cy="71351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0000"/>
              <a:buFont typeface="Arial"/>
              <a:buNone/>
            </a:pPr>
            <a:r>
              <a:rPr lang="en-US" sz="10000" b="0" i="0" u="none" strike="noStrike" cap="none">
                <a:solidFill>
                  <a:srgbClr val="2356AF"/>
                </a:solidFill>
                <a:latin typeface="Finger Paint"/>
                <a:ea typeface="Finger Paint"/>
                <a:cs typeface="Finger Paint"/>
                <a:sym typeface="Finger Paint"/>
              </a:rPr>
              <a:t>j</a:t>
            </a:r>
            <a:endParaRPr sz="10000" b="0" i="0" u="none" strike="noStrike" cap="none">
              <a:solidFill>
                <a:srgbClr val="2356AF"/>
              </a:solidFill>
              <a:latin typeface="Finger Paint"/>
              <a:ea typeface="Finger Paint"/>
              <a:cs typeface="Finger Paint"/>
              <a:sym typeface="Finger Paint"/>
            </a:endParaRPr>
          </a:p>
        </p:txBody>
      </p:sp>
      <p:pic>
        <p:nvPicPr>
          <p:cNvPr id="974" name="Google Shape;974;g2c186218c5a_0_118"/>
          <p:cNvPicPr preferRelativeResize="0"/>
          <p:nvPr/>
        </p:nvPicPr>
        <p:blipFill rotWithShape="1">
          <a:blip r:embed="rId3">
            <a:alphaModFix/>
          </a:blip>
          <a:srcRect/>
          <a:stretch/>
        </p:blipFill>
        <p:spPr>
          <a:xfrm>
            <a:off x="958450" y="2769500"/>
            <a:ext cx="1003750" cy="16205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328</Words>
  <Application>Microsoft Office PowerPoint</Application>
  <PresentationFormat>On-screen Show (4:3)</PresentationFormat>
  <Paragraphs>141</Paragraphs>
  <Slides>19</Slides>
  <Notes>19</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19</vt:i4>
      </vt:variant>
    </vt:vector>
  </HeadingPairs>
  <TitlesOfParts>
    <vt:vector size="29" baseType="lpstr">
      <vt:lpstr>Nunito Black</vt:lpstr>
      <vt:lpstr>Jost</vt:lpstr>
      <vt:lpstr>Poppins</vt:lpstr>
      <vt:lpstr>Calibri</vt:lpstr>
      <vt:lpstr>Mulish</vt:lpstr>
      <vt:lpstr>Poppins SemiBold</vt:lpstr>
      <vt:lpstr>Arial</vt:lpstr>
      <vt:lpstr>Finger Paint</vt:lpstr>
      <vt:lpstr>Poppins Medium</vt:lpstr>
      <vt:lpstr>Office Theme</vt:lpstr>
      <vt:lpstr>PowerPoint Presentation</vt:lpstr>
      <vt:lpstr>PowerPoint Presentation</vt:lpstr>
      <vt:lpstr>Recall all GPCs learned so far using flashcards.</vt:lpstr>
      <vt:lpstr>Review Phase 2 Common Exception Words  as I is no go to into the put his has of pull full.</vt:lpstr>
      <vt:lpstr>Hear Phonemes</vt:lpstr>
      <vt:lpstr>Hear Phonemes</vt:lpstr>
      <vt:lpstr>Teach Grapheme Caption</vt:lpstr>
      <vt:lpstr>Teach Lowercase Formation</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Building Words</vt:lpstr>
      <vt:lpstr>Practise Building Words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2026-04-28T03:50:57Z</dcterms:modified>
</cp:coreProperties>
</file>