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hh1a1AeUe6VRmN/kBuwRVVxBjb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B01855-A3F4-4A37-85FC-E53CB254F603}">
  <a:tblStyle styleId="{86B01855-A3F4-4A37-85FC-E53CB254F60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73735b6ff0_1_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73735b6ff0_1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73735b6ff0_1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73735b6ff0_1_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73735b6ff0_1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73735b6ff0_1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ee88e166dd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ee88e166d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ee88e166dd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73735b6ff0_1_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273735b6ff0_1_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273735b6ff0_1_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2ee88e166dd_0_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3" name="Google Shape;1003;g2ee88e166dd_0_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4" name="Google Shape;1004;g2ee88e166dd_0_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0" name="Google Shape;104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1" name="Google Shape;104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274b8e489aa_0_7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g274b8e489aa_0_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274b8e489aa_0_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1" name="Google Shape;110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2" name="Google Shape;110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273971db220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6" name="Google Shape;1146;g273971db220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7" name="Google Shape;1147;g273971db220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6760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932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1673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3742925" y="34855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a person, place or thing.</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chemeClr val="dk1"/>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Agent Noun </a:t>
            </a:r>
            <a:r>
              <a:rPr lang="en-US" sz="1600" b="0" i="0" u="none" strike="noStrike" cap="none">
                <a:solidFill>
                  <a:srgbClr val="000000"/>
                </a:solidFill>
                <a:latin typeface="Poppins"/>
                <a:ea typeface="Poppins"/>
                <a:cs typeface="Poppins"/>
                <a:sym typeface="Poppins"/>
              </a:rPr>
              <a:t>– a noun denoting someone or something that performs the action of a verb.</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chemeClr val="dk1"/>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Verb </a:t>
            </a:r>
            <a:r>
              <a:rPr lang="en-US" sz="1600" b="0" i="0" u="none" strike="noStrike" cap="none">
                <a:solidFill>
                  <a:srgbClr val="000000"/>
                </a:solidFill>
                <a:latin typeface="Poppins"/>
                <a:ea typeface="Poppins"/>
                <a:cs typeface="Poppins"/>
                <a:sym typeface="Poppins"/>
              </a:rPr>
              <a:t>– a word used to describe an action.</a:t>
            </a:r>
            <a:endParaRPr sz="1600" b="0" i="0" u="none" strike="noStrike" cap="none">
              <a:solidFill>
                <a:srgbClr val="000000"/>
              </a:solidFill>
              <a:latin typeface="Poppins SemiBold"/>
              <a:ea typeface="Poppins SemiBold"/>
              <a:cs typeface="Poppins SemiBold"/>
              <a:sym typeface="Poppins SemiBold"/>
            </a:endParaRPr>
          </a:p>
        </p:txBody>
      </p:sp>
      <p:sp>
        <p:nvSpPr>
          <p:cNvPr id="55" name="Google Shape;55;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6" name="Google Shape;5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7" name="Google Shape;57;p15"/>
          <p:cNvSpPr txBox="1"/>
          <p:nvPr/>
        </p:nvSpPr>
        <p:spPr>
          <a:xfrm>
            <a:off x="856314" y="23580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8" name="Google Shape;58;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9" name="Google Shape;59;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60" name="Google Shape;60;p15"/>
          <p:cNvGrpSpPr/>
          <p:nvPr/>
        </p:nvGrpSpPr>
        <p:grpSpPr>
          <a:xfrm>
            <a:off x="-36800" y="-52000"/>
            <a:ext cx="9236100" cy="543600"/>
            <a:chOff x="-36800" y="-52000"/>
            <a:chExt cx="9236100" cy="54360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7240990" y="88100"/>
              <a:ext cx="1337400" cy="403500"/>
              <a:chOff x="3235750" y="88250"/>
              <a:chExt cx="1337400" cy="403500"/>
            </a:xfrm>
          </p:grpSpPr>
          <p:sp>
            <p:nvSpPr>
              <p:cNvPr id="63" name="Google Shape;63;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4" name="Google Shape;64;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70" name="Google Shape;70;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-er suffix (agent nouns)</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4 - Monday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16</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-er suffix </a:t>
            </a:r>
            <a:endParaRPr/>
          </a:p>
          <a:p>
            <a:pPr marL="0" lvl="0" indent="0" algn="l" rtl="0">
              <a:lnSpc>
                <a:spcPct val="90000"/>
              </a:lnSpc>
              <a:spcBef>
                <a:spcPts val="0"/>
              </a:spcBef>
              <a:spcAft>
                <a:spcPts val="0"/>
              </a:spcAft>
              <a:buClr>
                <a:srgbClr val="262626"/>
              </a:buClr>
              <a:buSzPts val="3600"/>
              <a:buNone/>
            </a:pPr>
            <a:r>
              <a:rPr lang="en-US"/>
              <a:t>(agent nouns)</a:t>
            </a:r>
            <a:endParaRPr sz="3000"/>
          </a:p>
        </p:txBody>
      </p:sp>
      <p:sp>
        <p:nvSpPr>
          <p:cNvPr id="652" name="Google Shape;65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3" name="Google Shape;653;p1"/>
          <p:cNvGraphicFramePr/>
          <p:nvPr/>
        </p:nvGraphicFramePr>
        <p:xfrm>
          <a:off x="4844200" y="1891197"/>
          <a:ext cx="3785000" cy="1678950"/>
        </p:xfrm>
        <a:graphic>
          <a:graphicData uri="http://schemas.openxmlformats.org/drawingml/2006/table">
            <a:tbl>
              <a:tblPr firstRow="1" bandRow="1">
                <a:noFill/>
                <a:tableStyleId>{86B01855-A3F4-4A37-85FC-E53CB254F603}</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-ed</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-er</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4" name="Google Shape;654;p1"/>
          <p:cNvSpPr txBox="1"/>
          <p:nvPr/>
        </p:nvSpPr>
        <p:spPr>
          <a:xfrm>
            <a:off x="884092" y="3677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16</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suffix </a:t>
            </a:r>
            <a:r>
              <a:rPr lang="en-US">
                <a:solidFill>
                  <a:srgbClr val="2356AF"/>
                </a:solidFill>
              </a:rPr>
              <a:t>-er.</a:t>
            </a:r>
            <a:endParaRPr>
              <a:solidFill>
                <a:srgbClr val="2356AF"/>
              </a:solidFill>
            </a:endParaRPr>
          </a:p>
        </p:txBody>
      </p:sp>
      <p:sp>
        <p:nvSpPr>
          <p:cNvPr id="661" name="Google Shape;661;g2bee4f4af4b_0_204"/>
          <p:cNvSpPr txBox="1">
            <a:spLocks noGrp="1"/>
          </p:cNvSpPr>
          <p:nvPr>
            <p:ph type="body" idx="2"/>
          </p:nvPr>
        </p:nvSpPr>
        <p:spPr>
          <a:xfrm>
            <a:off x="3649025" y="2393250"/>
            <a:ext cx="50742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 </a:t>
            </a:r>
            <a:r>
              <a:rPr lang="en-US">
                <a:solidFill>
                  <a:srgbClr val="2356AF"/>
                </a:solidFill>
              </a:rPr>
              <a:t>today house mouse hour because Mr Mrs Ms where should could would move use want.</a:t>
            </a:r>
            <a:endParaRPr>
              <a:solidFill>
                <a:srgbClr val="2356A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g26b641b03cd_0_165"/>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8" name="Google Shape;668;g26b641b03cd_0_165"/>
          <p:cNvGrpSpPr/>
          <p:nvPr/>
        </p:nvGrpSpPr>
        <p:grpSpPr>
          <a:xfrm>
            <a:off x="930400" y="2053244"/>
            <a:ext cx="7283200" cy="3724851"/>
            <a:chOff x="930400" y="2129444"/>
            <a:chExt cx="7283200" cy="3724851"/>
          </a:xfrm>
        </p:grpSpPr>
        <p:pic>
          <p:nvPicPr>
            <p:cNvPr id="669" name="Google Shape;66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6b7edf6e71_0_26"/>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8" name="Google Shape;698;g26b7edf6e71_0_26"/>
          <p:cNvGrpSpPr/>
          <p:nvPr/>
        </p:nvGrpSpPr>
        <p:grpSpPr>
          <a:xfrm>
            <a:off x="930400" y="2053250"/>
            <a:ext cx="7283201" cy="2971674"/>
            <a:chOff x="930400" y="2129450"/>
            <a:chExt cx="7283201" cy="2971674"/>
          </a:xfrm>
        </p:grpSpPr>
        <p:pic>
          <p:nvPicPr>
            <p:cNvPr id="699" name="Google Shape;69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0" name="Google Shape;70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9" name="Google Shape;70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c298da1f27_0_417"/>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4" name="Google Shape;734;g2c298da1f27_0_417"/>
          <p:cNvGrpSpPr/>
          <p:nvPr/>
        </p:nvGrpSpPr>
        <p:grpSpPr>
          <a:xfrm>
            <a:off x="930400" y="2053250"/>
            <a:ext cx="7283201" cy="2971674"/>
            <a:chOff x="930400" y="2053250"/>
            <a:chExt cx="7283201" cy="2971674"/>
          </a:xfrm>
        </p:grpSpPr>
        <p:pic>
          <p:nvPicPr>
            <p:cNvPr id="735" name="Google Shape;73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6" name="Google Shape;73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dbdd49f8e_0_0"/>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2cdbdd49f8e_0_0"/>
          <p:cNvGrpSpPr/>
          <p:nvPr/>
        </p:nvGrpSpPr>
        <p:grpSpPr>
          <a:xfrm>
            <a:off x="855905" y="2053250"/>
            <a:ext cx="7272577" cy="3316697"/>
            <a:chOff x="855905" y="2053250"/>
            <a:chExt cx="7272577" cy="3316697"/>
          </a:xfrm>
        </p:grpSpPr>
        <p:pic>
          <p:nvPicPr>
            <p:cNvPr id="783" name="Google Shape;783;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4" name="Google Shape;834;g2c298da1f27_1_0"/>
          <p:cNvGrpSpPr/>
          <p:nvPr/>
        </p:nvGrpSpPr>
        <p:grpSpPr>
          <a:xfrm>
            <a:off x="931068" y="2129450"/>
            <a:ext cx="7281864" cy="2688001"/>
            <a:chOff x="868300" y="2129450"/>
            <a:chExt cx="7281864" cy="2688001"/>
          </a:xfrm>
        </p:grpSpPr>
        <p:pic>
          <p:nvPicPr>
            <p:cNvPr id="835" name="Google Shape;83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6" name="Google Shape;856;g2ce66866dac_0_1153"/>
          <p:cNvSpPr txBox="1"/>
          <p:nvPr/>
        </p:nvSpPr>
        <p:spPr>
          <a:xfrm>
            <a:off x="1900500" y="1398975"/>
            <a:ext cx="53430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2800"/>
              <a:buFont typeface="Arial"/>
              <a:buNone/>
            </a:pPr>
            <a:r>
              <a:rPr lang="en-US" sz="2800" b="0" i="0" u="none" strike="noStrike" cap="none">
                <a:solidFill>
                  <a:schemeClr val="dk1"/>
                </a:solidFill>
                <a:latin typeface="Poppins"/>
                <a:ea typeface="Poppins"/>
                <a:cs typeface="Poppins"/>
                <a:sym typeface="Poppins"/>
              </a:rPr>
              <a:t>When suffix </a:t>
            </a:r>
            <a:r>
              <a:rPr lang="en-US" sz="2800" b="0" i="0" u="none" strike="noStrike" cap="none">
                <a:solidFill>
                  <a:srgbClr val="2356AF"/>
                </a:solidFill>
                <a:latin typeface="Poppins"/>
                <a:ea typeface="Poppins"/>
                <a:cs typeface="Poppins"/>
                <a:sym typeface="Poppins"/>
              </a:rPr>
              <a:t>-er</a:t>
            </a:r>
            <a:r>
              <a:rPr lang="en-US" sz="2800" b="0" i="0" u="none" strike="noStrike" cap="none">
                <a:solidFill>
                  <a:schemeClr val="dk1"/>
                </a:solidFill>
                <a:latin typeface="Poppins"/>
                <a:ea typeface="Poppins"/>
                <a:cs typeface="Poppins"/>
                <a:sym typeface="Poppins"/>
              </a:rPr>
              <a:t> is added to the end of a noun, the noun changes to an agent noun.</a:t>
            </a:r>
            <a:endParaRPr sz="28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add suffix</a:t>
            </a:r>
            <a:r>
              <a:rPr lang="en-US" sz="2200" b="0" i="0" u="none" strike="noStrike" cap="none">
                <a:solidFill>
                  <a:srgbClr val="2356AF"/>
                </a:solidFill>
                <a:latin typeface="Poppins"/>
                <a:ea typeface="Poppins"/>
                <a:cs typeface="Poppins"/>
                <a:sym typeface="Poppins"/>
              </a:rPr>
              <a:t> -er</a:t>
            </a:r>
            <a:endParaRPr sz="2200" b="0" i="0" u="none" strike="noStrike" cap="none">
              <a:solidFill>
                <a:schemeClr val="dk1"/>
              </a:solidFill>
              <a:latin typeface="Poppins"/>
              <a:ea typeface="Poppins"/>
              <a:cs typeface="Poppins"/>
              <a:sym typeface="Poppins"/>
            </a:endParaRPr>
          </a:p>
        </p:txBody>
      </p:sp>
      <p:sp>
        <p:nvSpPr>
          <p:cNvPr id="864" name="Google Shape;864;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5" name="Google Shape;865;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6" name="Google Shape;866;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re</a:t>
            </a:r>
            <a:r>
              <a:rPr lang="en-US" sz="67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d</a:t>
            </a:r>
            <a:endParaRPr sz="8000" b="0" i="0" u="none" strike="noStrike" cap="none">
              <a:solidFill>
                <a:srgbClr val="000000"/>
              </a:solidFill>
              <a:latin typeface="Jost"/>
              <a:ea typeface="Jost"/>
              <a:cs typeface="Jost"/>
              <a:sym typeface="Jost"/>
            </a:endParaRPr>
          </a:p>
        </p:txBody>
      </p:sp>
      <p:sp>
        <p:nvSpPr>
          <p:cNvPr id="867" name="Google Shape;867;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re</a:t>
            </a:r>
            <a:r>
              <a:rPr lang="en-US" sz="67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d</a:t>
            </a:r>
            <a:r>
              <a:rPr lang="en-US" sz="8000" b="0" i="0" u="none" strike="noStrike" cap="none">
                <a:solidFill>
                  <a:srgbClr val="2356AF"/>
                </a:solidFill>
                <a:latin typeface="Jost"/>
                <a:ea typeface="Jost"/>
                <a:cs typeface="Jost"/>
                <a:sym typeface="Jost"/>
              </a:rPr>
              <a:t>er</a:t>
            </a:r>
            <a:endParaRPr sz="8000" b="0" i="0" u="none" strike="noStrike" cap="none">
              <a:solidFill>
                <a:srgbClr val="2356AF"/>
              </a:solidFill>
              <a:latin typeface="Jost"/>
              <a:ea typeface="Jost"/>
              <a:cs typeface="Jost"/>
              <a:sym typeface="Jost"/>
            </a:endParaRPr>
          </a:p>
        </p:txBody>
      </p:sp>
      <p:cxnSp>
        <p:nvCxnSpPr>
          <p:cNvPr id="868" name="Google Shape;868;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73735b6ff0_1_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73735b6ff0_1_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100000"/>
              <a:buFont typeface="Arial"/>
              <a:buNone/>
            </a:pPr>
            <a:r>
              <a:rPr lang="en-US" sz="2200" b="0" i="0" u="none" strike="noStrike" cap="none">
                <a:solidFill>
                  <a:schemeClr val="dk1"/>
                </a:solidFill>
                <a:latin typeface="Poppins"/>
                <a:ea typeface="Poppins"/>
                <a:cs typeface="Poppins"/>
                <a:sym typeface="Poppins"/>
              </a:rPr>
              <a:t>add suffix</a:t>
            </a:r>
            <a:r>
              <a:rPr lang="en-US" sz="2200" b="0" i="0" u="none" strike="noStrike" cap="none">
                <a:solidFill>
                  <a:srgbClr val="2356AF"/>
                </a:solidFill>
                <a:latin typeface="Poppins"/>
                <a:ea typeface="Poppins"/>
                <a:cs typeface="Poppins"/>
                <a:sym typeface="Poppins"/>
              </a:rPr>
              <a:t> -er</a:t>
            </a:r>
            <a:endParaRPr sz="2200" b="0" i="0" u="none" strike="noStrike" cap="none">
              <a:solidFill>
                <a:schemeClr val="dk1"/>
              </a:solidFill>
              <a:latin typeface="Poppins"/>
              <a:ea typeface="Poppins"/>
              <a:cs typeface="Poppins"/>
              <a:sym typeface="Poppins"/>
            </a:endParaRPr>
          </a:p>
        </p:txBody>
      </p:sp>
      <p:sp>
        <p:nvSpPr>
          <p:cNvPr id="876" name="Google Shape;876;g273735b6ff0_1_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77" name="Google Shape;877;g273735b6ff0_1_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78" name="Google Shape;878;g273735b6ff0_1_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spe</a:t>
            </a:r>
            <a:r>
              <a:rPr lang="en-US" sz="67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k</a:t>
            </a:r>
            <a:endParaRPr sz="8000" b="0" i="0" u="none" strike="noStrike" cap="none">
              <a:solidFill>
                <a:srgbClr val="000000"/>
              </a:solidFill>
              <a:latin typeface="Jost"/>
              <a:ea typeface="Jost"/>
              <a:cs typeface="Jost"/>
              <a:sym typeface="Jost"/>
            </a:endParaRPr>
          </a:p>
        </p:txBody>
      </p:sp>
      <p:sp>
        <p:nvSpPr>
          <p:cNvPr id="879" name="Google Shape;879;g273735b6ff0_1_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spe</a:t>
            </a:r>
            <a:r>
              <a:rPr lang="en-US" sz="67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k</a:t>
            </a:r>
            <a:r>
              <a:rPr lang="en-US" sz="8000" b="0" i="0" u="none" strike="noStrike" cap="none">
                <a:solidFill>
                  <a:srgbClr val="2356AF"/>
                </a:solidFill>
                <a:latin typeface="Jost"/>
                <a:ea typeface="Jost"/>
                <a:cs typeface="Jost"/>
                <a:sym typeface="Jost"/>
              </a:rPr>
              <a:t>er</a:t>
            </a:r>
            <a:endParaRPr sz="8000" b="0" i="0" u="none" strike="noStrike" cap="none">
              <a:solidFill>
                <a:srgbClr val="2356AF"/>
              </a:solidFill>
              <a:latin typeface="Jost"/>
              <a:ea typeface="Jost"/>
              <a:cs typeface="Jost"/>
              <a:sym typeface="Jost"/>
            </a:endParaRPr>
          </a:p>
        </p:txBody>
      </p:sp>
      <p:cxnSp>
        <p:nvCxnSpPr>
          <p:cNvPr id="880" name="Google Shape;880;g273735b6ff0_1_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73735b6ff0_1_21"/>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73735b6ff0_1_21"/>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100000"/>
              <a:buFont typeface="Arial"/>
              <a:buNone/>
            </a:pPr>
            <a:r>
              <a:rPr lang="en-US" sz="2200" b="0" i="0" u="none" strike="noStrike" cap="none">
                <a:solidFill>
                  <a:schemeClr val="dk1"/>
                </a:solidFill>
                <a:latin typeface="Poppins"/>
                <a:ea typeface="Poppins"/>
                <a:cs typeface="Poppins"/>
                <a:sym typeface="Poppins"/>
              </a:rPr>
              <a:t>add suffix</a:t>
            </a:r>
            <a:r>
              <a:rPr lang="en-US" sz="2200" b="0" i="0" u="none" strike="noStrike" cap="none">
                <a:solidFill>
                  <a:srgbClr val="2356AF"/>
                </a:solidFill>
                <a:latin typeface="Poppins"/>
                <a:ea typeface="Poppins"/>
                <a:cs typeface="Poppins"/>
                <a:sym typeface="Poppins"/>
              </a:rPr>
              <a:t> -er</a:t>
            </a:r>
            <a:endParaRPr sz="2200" b="0" i="0" u="none" strike="noStrike" cap="none">
              <a:solidFill>
                <a:schemeClr val="dk1"/>
              </a:solidFill>
              <a:latin typeface="Poppins"/>
              <a:ea typeface="Poppins"/>
              <a:cs typeface="Poppins"/>
              <a:sym typeface="Poppins"/>
            </a:endParaRPr>
          </a:p>
        </p:txBody>
      </p:sp>
      <p:sp>
        <p:nvSpPr>
          <p:cNvPr id="888" name="Google Shape;888;g273735b6ff0_1_2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89" name="Google Shape;889;g273735b6ff0_1_21"/>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90" name="Google Shape;890;g273735b6ff0_1_21"/>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te</a:t>
            </a:r>
            <a:r>
              <a:rPr lang="en-US" sz="67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ch</a:t>
            </a:r>
            <a:endParaRPr sz="8000" b="0" i="0" u="none" strike="noStrike" cap="none">
              <a:solidFill>
                <a:srgbClr val="000000"/>
              </a:solidFill>
              <a:latin typeface="Jost"/>
              <a:ea typeface="Jost"/>
              <a:cs typeface="Jost"/>
              <a:sym typeface="Jost"/>
            </a:endParaRPr>
          </a:p>
        </p:txBody>
      </p:sp>
      <p:sp>
        <p:nvSpPr>
          <p:cNvPr id="891" name="Google Shape;891;g273735b6ff0_1_21"/>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te</a:t>
            </a:r>
            <a:r>
              <a:rPr lang="en-US" sz="67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ch</a:t>
            </a:r>
            <a:r>
              <a:rPr lang="en-US" sz="8000" b="0" i="0" u="none" strike="noStrike" cap="none">
                <a:solidFill>
                  <a:srgbClr val="2356AF"/>
                </a:solidFill>
                <a:latin typeface="Jost"/>
                <a:ea typeface="Jost"/>
                <a:cs typeface="Jost"/>
                <a:sym typeface="Jost"/>
              </a:rPr>
              <a:t>er</a:t>
            </a:r>
            <a:endParaRPr sz="8000" b="0" i="0" u="none" strike="noStrike" cap="none">
              <a:solidFill>
                <a:srgbClr val="2356AF"/>
              </a:solidFill>
              <a:latin typeface="Jost"/>
              <a:ea typeface="Jost"/>
              <a:cs typeface="Jost"/>
              <a:sym typeface="Jost"/>
            </a:endParaRPr>
          </a:p>
        </p:txBody>
      </p:sp>
      <p:cxnSp>
        <p:nvCxnSpPr>
          <p:cNvPr id="892" name="Google Shape;892;g273735b6ff0_1_21"/>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9" name="Google Shape;89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6" name="Google Shape;906;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7" name="Google Shape;907;g2c4fb7f6616_1_0"/>
          <p:cNvSpPr/>
          <p:nvPr/>
        </p:nvSpPr>
        <p:spPr>
          <a:xfrm>
            <a:off x="311100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8" name="Google Shape;908;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9" name="Google Shape;909;g2c4fb7f6616_1_0"/>
          <p:cNvSpPr txBox="1">
            <a:spLocks noGrp="1"/>
          </p:cNvSpPr>
          <p:nvPr>
            <p:ph type="subTitle" idx="4294967295"/>
          </p:nvPr>
        </p:nvSpPr>
        <p:spPr>
          <a:xfrm>
            <a:off x="285052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910" name="Google Shape;910;g2c4fb7f6616_1_0"/>
          <p:cNvSpPr txBox="1">
            <a:spLocks noGrp="1"/>
          </p:cNvSpPr>
          <p:nvPr>
            <p:ph type="subTitle" idx="4294967295"/>
          </p:nvPr>
        </p:nvSpPr>
        <p:spPr>
          <a:xfrm>
            <a:off x="3535592" y="1308025"/>
            <a:ext cx="1937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e</a:t>
            </a:r>
            <a:r>
              <a:rPr lang="en-US" sz="10200" b="0" i="0" u="none" strike="noStrike" cap="none">
                <a:solidFill>
                  <a:srgbClr val="815137"/>
                </a:solidFill>
                <a:latin typeface="Poppins"/>
                <a:ea typeface="Poppins"/>
                <a:cs typeface="Poppins"/>
                <a:sym typeface="Poppins"/>
              </a:rPr>
              <a:t>a</a:t>
            </a:r>
            <a:endParaRPr sz="10200" b="0" i="0" u="none" strike="noStrike" cap="none">
              <a:solidFill>
                <a:srgbClr val="815137"/>
              </a:solidFill>
              <a:latin typeface="Poppins"/>
              <a:ea typeface="Poppins"/>
              <a:cs typeface="Poppins"/>
              <a:sym typeface="Poppins"/>
            </a:endParaRPr>
          </a:p>
        </p:txBody>
      </p:sp>
      <p:sp>
        <p:nvSpPr>
          <p:cNvPr id="911" name="Google Shape;911;g2c4fb7f6616_1_0"/>
          <p:cNvSpPr/>
          <p:nvPr/>
        </p:nvSpPr>
        <p:spPr>
          <a:xfrm>
            <a:off x="558862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2" name="Google Shape;912;g2c4fb7f6616_1_0"/>
          <p:cNvSpPr txBox="1">
            <a:spLocks noGrp="1"/>
          </p:cNvSpPr>
          <p:nvPr>
            <p:ph type="subTitle" idx="4294967295"/>
          </p:nvPr>
        </p:nvSpPr>
        <p:spPr>
          <a:xfrm>
            <a:off x="527377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913" name="Google Shape;913;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4" name="Google Shape;914;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5" name="Google Shape;915;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6" name="Google Shape;916;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7" name="Google Shape;917;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8" name="Google Shape;918;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9" name="Google Shape;919;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0" name="Google Shape;920;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1" name="Google Shape;921;g2c4fb7f6616_1_0"/>
          <p:cNvGrpSpPr/>
          <p:nvPr/>
        </p:nvGrpSpPr>
        <p:grpSpPr>
          <a:xfrm>
            <a:off x="-550" y="6984600"/>
            <a:ext cx="8596479" cy="808600"/>
            <a:chOff x="-550" y="6984600"/>
            <a:chExt cx="8596479" cy="808600"/>
          </a:xfrm>
        </p:grpSpPr>
        <p:sp>
          <p:nvSpPr>
            <p:cNvPr id="922" name="Google Shape;922;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3" name="Google Shape;923;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4" name="Google Shape;924;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5" name="Google Shape;925;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6" name="Google Shape;926;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7" name="Google Shape;927;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8" name="Google Shape;928;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9" name="Google Shape;929;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0" name="Google Shape;930;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31" name="Google Shape;931;g2c4fb7f6616_1_0"/>
          <p:cNvSpPr/>
          <p:nvPr/>
        </p:nvSpPr>
        <p:spPr>
          <a:xfrm>
            <a:off x="3802213" y="4011900"/>
            <a:ext cx="1436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ee88e166dd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8" name="Google Shape;938;g2ee88e166dd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9" name="Google Shape;939;g2ee88e166dd_0_0"/>
          <p:cNvSpPr/>
          <p:nvPr/>
        </p:nvSpPr>
        <p:spPr>
          <a:xfrm>
            <a:off x="241299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0" name="Google Shape;940;g2ee88e166dd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1" name="Google Shape;941;g2ee88e166dd_0_0"/>
          <p:cNvSpPr txBox="1">
            <a:spLocks noGrp="1"/>
          </p:cNvSpPr>
          <p:nvPr>
            <p:ph type="subTitle" idx="4294967295"/>
          </p:nvPr>
        </p:nvSpPr>
        <p:spPr>
          <a:xfrm>
            <a:off x="215252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942" name="Google Shape;942;g2ee88e166dd_0_0"/>
          <p:cNvSpPr txBox="1">
            <a:spLocks noGrp="1"/>
          </p:cNvSpPr>
          <p:nvPr>
            <p:ph type="subTitle" idx="4294967295"/>
          </p:nvPr>
        </p:nvSpPr>
        <p:spPr>
          <a:xfrm>
            <a:off x="2837586" y="1308025"/>
            <a:ext cx="1937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e</a:t>
            </a:r>
            <a:r>
              <a:rPr lang="en-US" sz="10200" b="0" i="0" u="none" strike="noStrike" cap="none">
                <a:solidFill>
                  <a:srgbClr val="815137"/>
                </a:solidFill>
                <a:latin typeface="Poppins"/>
                <a:ea typeface="Poppins"/>
                <a:cs typeface="Poppins"/>
                <a:sym typeface="Poppins"/>
              </a:rPr>
              <a:t>a</a:t>
            </a:r>
            <a:endParaRPr sz="10200" b="0" i="0" u="none" strike="noStrike" cap="none">
              <a:solidFill>
                <a:srgbClr val="815137"/>
              </a:solidFill>
              <a:latin typeface="Poppins"/>
              <a:ea typeface="Poppins"/>
              <a:cs typeface="Poppins"/>
              <a:sym typeface="Poppins"/>
            </a:endParaRPr>
          </a:p>
        </p:txBody>
      </p:sp>
      <p:sp>
        <p:nvSpPr>
          <p:cNvPr id="943" name="Google Shape;943;g2ee88e166dd_0_0"/>
          <p:cNvSpPr/>
          <p:nvPr/>
        </p:nvSpPr>
        <p:spPr>
          <a:xfrm>
            <a:off x="489061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4" name="Google Shape;944;g2ee88e166dd_0_0"/>
          <p:cNvSpPr txBox="1">
            <a:spLocks noGrp="1"/>
          </p:cNvSpPr>
          <p:nvPr>
            <p:ph type="subTitle" idx="4294967295"/>
          </p:nvPr>
        </p:nvSpPr>
        <p:spPr>
          <a:xfrm>
            <a:off x="457576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945" name="Google Shape;945;g2ee88e166dd_0_0"/>
          <p:cNvSpPr txBox="1">
            <a:spLocks noGrp="1"/>
          </p:cNvSpPr>
          <p:nvPr>
            <p:ph type="subTitle" idx="4294967295"/>
          </p:nvPr>
        </p:nvSpPr>
        <p:spPr>
          <a:xfrm>
            <a:off x="5386480" y="1308025"/>
            <a:ext cx="16050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993FA2"/>
                </a:solidFill>
                <a:latin typeface="Jost"/>
                <a:ea typeface="Jost"/>
                <a:cs typeface="Jost"/>
                <a:sym typeface="Jost"/>
              </a:rPr>
              <a:t>er</a:t>
            </a:r>
            <a:endParaRPr sz="12000" b="0" i="0" u="none" strike="noStrike" cap="none">
              <a:solidFill>
                <a:srgbClr val="993FA2"/>
              </a:solidFill>
              <a:latin typeface="Jost"/>
              <a:ea typeface="Jost"/>
              <a:cs typeface="Jost"/>
              <a:sym typeface="Jost"/>
            </a:endParaRPr>
          </a:p>
        </p:txBody>
      </p:sp>
      <p:sp>
        <p:nvSpPr>
          <p:cNvPr id="946" name="Google Shape;946;g2ee88e166dd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7" name="Google Shape;947;g2ee88e166dd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8" name="Google Shape;948;g2ee88e166dd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9" name="Google Shape;949;g2ee88e166dd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0" name="Google Shape;950;g2ee88e166dd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ee88e166dd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ee88e166dd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3" name="Google Shape;953;g2ee88e166dd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4" name="Google Shape;954;g2ee88e166dd_0_0"/>
          <p:cNvGrpSpPr/>
          <p:nvPr/>
        </p:nvGrpSpPr>
        <p:grpSpPr>
          <a:xfrm>
            <a:off x="-550" y="6984600"/>
            <a:ext cx="8596479" cy="808600"/>
            <a:chOff x="-550" y="6984600"/>
            <a:chExt cx="8596479" cy="808600"/>
          </a:xfrm>
        </p:grpSpPr>
        <p:sp>
          <p:nvSpPr>
            <p:cNvPr id="955" name="Google Shape;955;g2ee88e166dd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6" name="Google Shape;956;g2ee88e166dd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7" name="Google Shape;957;g2ee88e166dd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8" name="Google Shape;958;g2ee88e166dd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9" name="Google Shape;959;g2ee88e166dd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0" name="Google Shape;960;g2ee88e166dd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1" name="Google Shape;961;g2ee88e166dd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2" name="Google Shape;962;g2ee88e166dd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3" name="Google Shape;963;g2ee88e166dd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64" name="Google Shape;964;g2ee88e166dd_0_0"/>
          <p:cNvSpPr/>
          <p:nvPr/>
        </p:nvSpPr>
        <p:spPr>
          <a:xfrm>
            <a:off x="3104207" y="4011900"/>
            <a:ext cx="1436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5" name="Google Shape;965;g2ee88e166dd_0_0"/>
          <p:cNvSpPr/>
          <p:nvPr/>
        </p:nvSpPr>
        <p:spPr>
          <a:xfrm>
            <a:off x="5595458" y="4011900"/>
            <a:ext cx="12354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6" name="Google Shape;966;g2ee88e166dd_0_0"/>
          <p:cNvSpPr/>
          <p:nvPr/>
        </p:nvSpPr>
        <p:spPr>
          <a:xfrm>
            <a:off x="5375638"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273735b6ff0_1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3" name="Google Shape;973;g273735b6ff0_1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74" name="Google Shape;974;g273735b6ff0_1_3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5" name="Google Shape;975;g273735b6ff0_1_3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73735b6ff0_1_3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73735b6ff0_1_3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73735b6ff0_1_3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73735b6ff0_1_3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73735b6ff0_1_3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73735b6ff0_1_33"/>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73735b6ff0_1_3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3" name="Google Shape;983;g273735b6ff0_1_33"/>
          <p:cNvGrpSpPr/>
          <p:nvPr/>
        </p:nvGrpSpPr>
        <p:grpSpPr>
          <a:xfrm>
            <a:off x="-550" y="6984600"/>
            <a:ext cx="8596479" cy="808600"/>
            <a:chOff x="-550" y="6984600"/>
            <a:chExt cx="8596479" cy="808600"/>
          </a:xfrm>
        </p:grpSpPr>
        <p:sp>
          <p:nvSpPr>
            <p:cNvPr id="984" name="Google Shape;984;g273735b6ff0_1_3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5" name="Google Shape;985;g273735b6ff0_1_3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6" name="Google Shape;986;g273735b6ff0_1_3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7" name="Google Shape;987;g273735b6ff0_1_3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8" name="Google Shape;988;g273735b6ff0_1_3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9" name="Google Shape;989;g273735b6ff0_1_33"/>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0" name="Google Shape;990;g273735b6ff0_1_3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1" name="Google Shape;991;g273735b6ff0_1_3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2" name="Google Shape;992;g273735b6ff0_1_3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93" name="Google Shape;993;g273735b6ff0_1_33"/>
          <p:cNvSpPr/>
          <p:nvPr/>
        </p:nvSpPr>
        <p:spPr>
          <a:xfrm>
            <a:off x="348286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4" name="Google Shape;994;g273735b6ff0_1_33"/>
          <p:cNvSpPr txBox="1">
            <a:spLocks noGrp="1"/>
          </p:cNvSpPr>
          <p:nvPr>
            <p:ph type="subTitle" idx="4294967295"/>
          </p:nvPr>
        </p:nvSpPr>
        <p:spPr>
          <a:xfrm>
            <a:off x="322238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p</a:t>
            </a:r>
            <a:endParaRPr sz="12000" b="0" i="0" u="none" strike="noStrike" cap="none">
              <a:solidFill>
                <a:srgbClr val="2356AF"/>
              </a:solidFill>
              <a:latin typeface="Jost"/>
              <a:ea typeface="Jost"/>
              <a:cs typeface="Jost"/>
              <a:sym typeface="Jost"/>
            </a:endParaRPr>
          </a:p>
        </p:txBody>
      </p:sp>
      <p:sp>
        <p:nvSpPr>
          <p:cNvPr id="995" name="Google Shape;995;g273735b6ff0_1_33"/>
          <p:cNvSpPr txBox="1">
            <a:spLocks noGrp="1"/>
          </p:cNvSpPr>
          <p:nvPr>
            <p:ph type="subTitle" idx="4294967295"/>
          </p:nvPr>
        </p:nvSpPr>
        <p:spPr>
          <a:xfrm>
            <a:off x="4059854" y="1308025"/>
            <a:ext cx="1937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e</a:t>
            </a:r>
            <a:r>
              <a:rPr lang="en-US" sz="10200" b="0" i="0" u="none" strike="noStrike" cap="none">
                <a:solidFill>
                  <a:srgbClr val="815137"/>
                </a:solidFill>
                <a:latin typeface="Poppins"/>
                <a:ea typeface="Poppins"/>
                <a:cs typeface="Poppins"/>
                <a:sym typeface="Poppins"/>
              </a:rPr>
              <a:t>a</a:t>
            </a:r>
            <a:endParaRPr sz="10200" b="0" i="0" u="none" strike="noStrike" cap="none">
              <a:solidFill>
                <a:srgbClr val="815137"/>
              </a:solidFill>
              <a:latin typeface="Poppins"/>
              <a:ea typeface="Poppins"/>
              <a:cs typeface="Poppins"/>
              <a:sym typeface="Poppins"/>
            </a:endParaRPr>
          </a:p>
        </p:txBody>
      </p:sp>
      <p:sp>
        <p:nvSpPr>
          <p:cNvPr id="996" name="Google Shape;996;g273735b6ff0_1_33"/>
          <p:cNvSpPr/>
          <p:nvPr/>
        </p:nvSpPr>
        <p:spPr>
          <a:xfrm>
            <a:off x="60059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7" name="Google Shape;997;g273735b6ff0_1_33"/>
          <p:cNvSpPr txBox="1">
            <a:spLocks noGrp="1"/>
          </p:cNvSpPr>
          <p:nvPr>
            <p:ph type="subTitle" idx="4294967295"/>
          </p:nvPr>
        </p:nvSpPr>
        <p:spPr>
          <a:xfrm>
            <a:off x="569108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
        <p:nvSpPr>
          <p:cNvPr id="998" name="Google Shape;998;g273735b6ff0_1_33"/>
          <p:cNvSpPr/>
          <p:nvPr/>
        </p:nvSpPr>
        <p:spPr>
          <a:xfrm>
            <a:off x="4326474" y="4011900"/>
            <a:ext cx="1436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9" name="Google Shape;999;g273735b6ff0_1_33"/>
          <p:cNvSpPr/>
          <p:nvPr/>
        </p:nvSpPr>
        <p:spPr>
          <a:xfrm>
            <a:off x="272933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0" name="Google Shape;1000;g273735b6ff0_1_33"/>
          <p:cNvSpPr txBox="1">
            <a:spLocks noGrp="1"/>
          </p:cNvSpPr>
          <p:nvPr>
            <p:ph type="subTitle" idx="4294967295"/>
          </p:nvPr>
        </p:nvSpPr>
        <p:spPr>
          <a:xfrm>
            <a:off x="243321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g2ee88e166dd_0_3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7" name="Google Shape;1007;g2ee88e166dd_0_3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08" name="Google Shape;1008;g2ee88e166dd_0_3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9" name="Google Shape;1009;g2ee88e166dd_0_3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ee88e166dd_0_3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1" name="Google Shape;1011;g2ee88e166dd_0_3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2" name="Google Shape;1012;g2ee88e166dd_0_3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2ee88e166dd_0_3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4" name="Google Shape;1014;g2ee88e166dd_0_3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5" name="Google Shape;1015;g2ee88e166dd_0_3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6" name="Google Shape;1016;g2ee88e166dd_0_3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7" name="Google Shape;1017;g2ee88e166dd_0_34"/>
          <p:cNvGrpSpPr/>
          <p:nvPr/>
        </p:nvGrpSpPr>
        <p:grpSpPr>
          <a:xfrm>
            <a:off x="-550" y="6984600"/>
            <a:ext cx="8596479" cy="808600"/>
            <a:chOff x="-550" y="6984600"/>
            <a:chExt cx="8596479" cy="808600"/>
          </a:xfrm>
        </p:grpSpPr>
        <p:sp>
          <p:nvSpPr>
            <p:cNvPr id="1018" name="Google Shape;1018;g2ee88e166dd_0_3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9" name="Google Shape;1019;g2ee88e166dd_0_3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0" name="Google Shape;1020;g2ee88e166dd_0_3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1" name="Google Shape;1021;g2ee88e166dd_0_3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2" name="Google Shape;1022;g2ee88e166dd_0_3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3" name="Google Shape;1023;g2ee88e166dd_0_3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4" name="Google Shape;1024;g2ee88e166dd_0_3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5" name="Google Shape;1025;g2ee88e166dd_0_3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6" name="Google Shape;1026;g2ee88e166dd_0_3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27" name="Google Shape;1027;g2ee88e166dd_0_34"/>
          <p:cNvSpPr/>
          <p:nvPr/>
        </p:nvSpPr>
        <p:spPr>
          <a:xfrm>
            <a:off x="27982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8" name="Google Shape;1028;g2ee88e166dd_0_34"/>
          <p:cNvSpPr txBox="1">
            <a:spLocks noGrp="1"/>
          </p:cNvSpPr>
          <p:nvPr>
            <p:ph type="subTitle" idx="4294967295"/>
          </p:nvPr>
        </p:nvSpPr>
        <p:spPr>
          <a:xfrm>
            <a:off x="253775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p</a:t>
            </a:r>
            <a:endParaRPr sz="12000" b="0" i="0" u="none" strike="noStrike" cap="none">
              <a:solidFill>
                <a:srgbClr val="2356AF"/>
              </a:solidFill>
              <a:latin typeface="Jost"/>
              <a:ea typeface="Jost"/>
              <a:cs typeface="Jost"/>
              <a:sym typeface="Jost"/>
            </a:endParaRPr>
          </a:p>
        </p:txBody>
      </p:sp>
      <p:sp>
        <p:nvSpPr>
          <p:cNvPr id="1029" name="Google Shape;1029;g2ee88e166dd_0_34"/>
          <p:cNvSpPr txBox="1">
            <a:spLocks noGrp="1"/>
          </p:cNvSpPr>
          <p:nvPr>
            <p:ph type="subTitle" idx="4294967295"/>
          </p:nvPr>
        </p:nvSpPr>
        <p:spPr>
          <a:xfrm>
            <a:off x="3375216" y="1308025"/>
            <a:ext cx="1937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e</a:t>
            </a:r>
            <a:r>
              <a:rPr lang="en-US" sz="10200" b="0" i="0" u="none" strike="noStrike" cap="none">
                <a:solidFill>
                  <a:srgbClr val="815137"/>
                </a:solidFill>
                <a:latin typeface="Poppins"/>
                <a:ea typeface="Poppins"/>
                <a:cs typeface="Poppins"/>
                <a:sym typeface="Poppins"/>
              </a:rPr>
              <a:t>a</a:t>
            </a:r>
            <a:endParaRPr sz="10200" b="0" i="0" u="none" strike="noStrike" cap="none">
              <a:solidFill>
                <a:srgbClr val="815137"/>
              </a:solidFill>
              <a:latin typeface="Poppins"/>
              <a:ea typeface="Poppins"/>
              <a:cs typeface="Poppins"/>
              <a:sym typeface="Poppins"/>
            </a:endParaRPr>
          </a:p>
        </p:txBody>
      </p:sp>
      <p:sp>
        <p:nvSpPr>
          <p:cNvPr id="1030" name="Google Shape;1030;g2ee88e166dd_0_34"/>
          <p:cNvSpPr/>
          <p:nvPr/>
        </p:nvSpPr>
        <p:spPr>
          <a:xfrm>
            <a:off x="53213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1" name="Google Shape;1031;g2ee88e166dd_0_34"/>
          <p:cNvSpPr txBox="1">
            <a:spLocks noGrp="1"/>
          </p:cNvSpPr>
          <p:nvPr>
            <p:ph type="subTitle" idx="4294967295"/>
          </p:nvPr>
        </p:nvSpPr>
        <p:spPr>
          <a:xfrm>
            <a:off x="500645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
        <p:nvSpPr>
          <p:cNvPr id="1032" name="Google Shape;1032;g2ee88e166dd_0_34"/>
          <p:cNvSpPr txBox="1">
            <a:spLocks noGrp="1"/>
          </p:cNvSpPr>
          <p:nvPr>
            <p:ph type="subTitle" idx="4294967295"/>
          </p:nvPr>
        </p:nvSpPr>
        <p:spPr>
          <a:xfrm>
            <a:off x="5790426" y="1308025"/>
            <a:ext cx="16050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993FA2"/>
                </a:solidFill>
                <a:latin typeface="Jost"/>
                <a:ea typeface="Jost"/>
                <a:cs typeface="Jost"/>
                <a:sym typeface="Jost"/>
              </a:rPr>
              <a:t>er</a:t>
            </a:r>
            <a:endParaRPr sz="12000" b="0" i="0" u="none" strike="noStrike" cap="none">
              <a:solidFill>
                <a:srgbClr val="993FA2"/>
              </a:solidFill>
              <a:latin typeface="Jost"/>
              <a:ea typeface="Jost"/>
              <a:cs typeface="Jost"/>
              <a:sym typeface="Jost"/>
            </a:endParaRPr>
          </a:p>
        </p:txBody>
      </p:sp>
      <p:sp>
        <p:nvSpPr>
          <p:cNvPr id="1033" name="Google Shape;1033;g2ee88e166dd_0_34"/>
          <p:cNvSpPr/>
          <p:nvPr/>
        </p:nvSpPr>
        <p:spPr>
          <a:xfrm>
            <a:off x="3641837" y="4011900"/>
            <a:ext cx="1436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4" name="Google Shape;1034;g2ee88e166dd_0_34"/>
          <p:cNvSpPr/>
          <p:nvPr/>
        </p:nvSpPr>
        <p:spPr>
          <a:xfrm>
            <a:off x="5999403" y="4011900"/>
            <a:ext cx="12354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5" name="Google Shape;1035;g2ee88e166dd_0_34"/>
          <p:cNvSpPr/>
          <p:nvPr/>
        </p:nvSpPr>
        <p:spPr>
          <a:xfrm>
            <a:off x="577958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6" name="Google Shape;1036;g2ee88e166dd_0_34"/>
          <p:cNvSpPr/>
          <p:nvPr/>
        </p:nvSpPr>
        <p:spPr>
          <a:xfrm>
            <a:off x="204469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7" name="Google Shape;1037;g2ee88e166dd_0_34"/>
          <p:cNvSpPr txBox="1">
            <a:spLocks noGrp="1"/>
          </p:cNvSpPr>
          <p:nvPr>
            <p:ph type="subTitle" idx="4294967295"/>
          </p:nvPr>
        </p:nvSpPr>
        <p:spPr>
          <a:xfrm>
            <a:off x="174857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44" name="Google Shape;104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51" name="Google Shape;1051;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pic>
        <p:nvPicPr>
          <p:cNvPr id="1052" name="Google Shape;1052;g2dadbbe58d1_1_3"/>
          <p:cNvPicPr preferRelativeResize="0"/>
          <p:nvPr/>
        </p:nvPicPr>
        <p:blipFill rotWithShape="1">
          <a:blip r:embed="rId3">
            <a:alphaModFix/>
          </a:blip>
          <a:srcRect l="30015" r="30010"/>
          <a:stretch/>
        </p:blipFill>
        <p:spPr>
          <a:xfrm>
            <a:off x="2983626" y="670500"/>
            <a:ext cx="3176748" cy="2510676"/>
          </a:xfrm>
          <a:prstGeom prst="rect">
            <a:avLst/>
          </a:prstGeom>
          <a:noFill/>
          <a:ln>
            <a:noFill/>
          </a:ln>
        </p:spPr>
      </p:pic>
      <p:cxnSp>
        <p:nvCxnSpPr>
          <p:cNvPr id="1053" name="Google Shape;1053;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54" name="Google Shape;1054;g2dadbbe58d1_1_3"/>
          <p:cNvGrpSpPr/>
          <p:nvPr/>
        </p:nvGrpSpPr>
        <p:grpSpPr>
          <a:xfrm>
            <a:off x="1846560" y="3614075"/>
            <a:ext cx="5450879" cy="1851900"/>
            <a:chOff x="1608846" y="3614075"/>
            <a:chExt cx="5450879" cy="1851900"/>
          </a:xfrm>
        </p:grpSpPr>
        <p:sp>
          <p:nvSpPr>
            <p:cNvPr id="1055" name="Google Shape;1055;g2dadbbe58d1_1_3"/>
            <p:cNvSpPr/>
            <p:nvPr/>
          </p:nvSpPr>
          <p:spPr>
            <a:xfrm flipH="1">
              <a:off x="1609025" y="3629300"/>
              <a:ext cx="54507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56" name="Google Shape;1056;g2dadbbe58d1_1_3"/>
            <p:cNvGrpSpPr/>
            <p:nvPr/>
          </p:nvGrpSpPr>
          <p:grpSpPr>
            <a:xfrm flipH="1">
              <a:off x="1608846" y="4063875"/>
              <a:ext cx="5450533" cy="1170725"/>
              <a:chOff x="1181250" y="4063875"/>
              <a:chExt cx="6781800" cy="1170725"/>
            </a:xfrm>
          </p:grpSpPr>
          <p:cxnSp>
            <p:nvCxnSpPr>
              <p:cNvPr id="1057" name="Google Shape;1057;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8" name="Google Shape;1058;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9" name="Google Shape;1059;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60" name="Google Shape;1060;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61" name="Google Shape;1061;g2dadbbe58d1_1_3"/>
            <p:cNvCxnSpPr/>
            <p:nvPr/>
          </p:nvCxnSpPr>
          <p:spPr>
            <a:xfrm rot="10800000">
              <a:off x="3926888"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62" name="Google Shape;1062;g2dadbbe58d1_1_3"/>
            <p:cNvGrpSpPr/>
            <p:nvPr/>
          </p:nvGrpSpPr>
          <p:grpSpPr>
            <a:xfrm flipH="1">
              <a:off x="5465125" y="3631675"/>
              <a:ext cx="1594250" cy="1828800"/>
              <a:chOff x="2084775" y="3631675"/>
              <a:chExt cx="1594250" cy="1828800"/>
            </a:xfrm>
          </p:grpSpPr>
          <p:sp>
            <p:nvSpPr>
              <p:cNvPr id="1063" name="Google Shape;1063;g2dadbbe58d1_1_3"/>
              <p:cNvSpPr/>
              <p:nvPr/>
            </p:nvSpPr>
            <p:spPr>
              <a:xfrm rot="-5400000">
                <a:off x="1894725" y="3821725"/>
                <a:ext cx="1828800" cy="14487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64" name="Google Shape;1064;g2dadbbe58d1_1_3"/>
              <p:cNvGrpSpPr/>
              <p:nvPr/>
            </p:nvGrpSpPr>
            <p:grpSpPr>
              <a:xfrm>
                <a:off x="3415325" y="4484375"/>
                <a:ext cx="263700" cy="263700"/>
                <a:chOff x="3415325" y="4484375"/>
                <a:chExt cx="263700" cy="263700"/>
              </a:xfrm>
            </p:grpSpPr>
            <p:sp>
              <p:nvSpPr>
                <p:cNvPr id="1065" name="Google Shape;1065;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66" name="Google Shape;1066;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67" name="Google Shape;1067;g2dadbbe58d1_1_3"/>
            <p:cNvCxnSpPr/>
            <p:nvPr/>
          </p:nvCxnSpPr>
          <p:spPr>
            <a:xfrm rot="10800000">
              <a:off x="2496489"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68" name="Google Shape;1068;g2dadbbe58d1_1_3"/>
          <p:cNvSpPr txBox="1"/>
          <p:nvPr/>
        </p:nvSpPr>
        <p:spPr>
          <a:xfrm>
            <a:off x="2761490" y="4064350"/>
            <a:ext cx="1403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e</a:t>
            </a:r>
            <a:r>
              <a:rPr lang="en-US" sz="7100" b="0" i="0" u="none" strike="noStrike" cap="none">
                <a:solidFill>
                  <a:srgbClr val="815137"/>
                </a:solidFill>
                <a:latin typeface="Poppins"/>
                <a:ea typeface="Poppins"/>
                <a:cs typeface="Poppins"/>
                <a:sym typeface="Poppins"/>
              </a:rPr>
              <a:t>a</a:t>
            </a:r>
            <a:endParaRPr sz="7100" b="0" i="0" u="none" strike="noStrike" cap="none">
              <a:solidFill>
                <a:srgbClr val="815137"/>
              </a:solidFill>
              <a:latin typeface="Poppins"/>
              <a:ea typeface="Poppins"/>
              <a:cs typeface="Poppins"/>
              <a:sym typeface="Poppins"/>
            </a:endParaRPr>
          </a:p>
        </p:txBody>
      </p:sp>
      <p:sp>
        <p:nvSpPr>
          <p:cNvPr id="1069" name="Google Shape;1069;g2dadbbe58d1_1_3"/>
          <p:cNvSpPr txBox="1"/>
          <p:nvPr/>
        </p:nvSpPr>
        <p:spPr>
          <a:xfrm>
            <a:off x="1846778" y="4064350"/>
            <a:ext cx="903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t</a:t>
            </a:r>
            <a:endParaRPr sz="8500" b="0" i="0" u="none" strike="noStrike" cap="none">
              <a:solidFill>
                <a:srgbClr val="2356AF"/>
              </a:solidFill>
              <a:latin typeface="Jost"/>
              <a:ea typeface="Jost"/>
              <a:cs typeface="Jost"/>
              <a:sym typeface="Jost"/>
            </a:endParaRPr>
          </a:p>
        </p:txBody>
      </p:sp>
      <p:sp>
        <p:nvSpPr>
          <p:cNvPr id="1070" name="Google Shape;1070;g2dadbbe58d1_1_3"/>
          <p:cNvSpPr txBox="1"/>
          <p:nvPr/>
        </p:nvSpPr>
        <p:spPr>
          <a:xfrm>
            <a:off x="4257900" y="4064350"/>
            <a:ext cx="1427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ch</a:t>
            </a:r>
            <a:endParaRPr sz="8500" b="0" i="0" u="none" strike="noStrike" cap="none">
              <a:solidFill>
                <a:srgbClr val="FFD400"/>
              </a:solidFill>
              <a:latin typeface="Jost"/>
              <a:ea typeface="Jost"/>
              <a:cs typeface="Jost"/>
              <a:sym typeface="Jost"/>
            </a:endParaRPr>
          </a:p>
        </p:txBody>
      </p:sp>
      <p:sp>
        <p:nvSpPr>
          <p:cNvPr id="1071" name="Google Shape;1071;g2dadbbe58d1_1_3"/>
          <p:cNvSpPr txBox="1"/>
          <p:nvPr/>
        </p:nvSpPr>
        <p:spPr>
          <a:xfrm>
            <a:off x="5899678" y="4064350"/>
            <a:ext cx="1351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993FA2"/>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g274b8e489aa_0_7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78" name="Google Shape;1078;g274b8e489aa_0_7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pic>
        <p:nvPicPr>
          <p:cNvPr id="1079" name="Google Shape;1079;g274b8e489aa_0_78"/>
          <p:cNvPicPr preferRelativeResize="0"/>
          <p:nvPr/>
        </p:nvPicPr>
        <p:blipFill rotWithShape="1">
          <a:blip r:embed="rId3">
            <a:alphaModFix/>
          </a:blip>
          <a:srcRect l="30015" r="30010"/>
          <a:stretch/>
        </p:blipFill>
        <p:spPr>
          <a:xfrm>
            <a:off x="2983626" y="670500"/>
            <a:ext cx="3176748" cy="2510676"/>
          </a:xfrm>
          <a:prstGeom prst="rect">
            <a:avLst/>
          </a:prstGeom>
          <a:noFill/>
          <a:ln>
            <a:noFill/>
          </a:ln>
        </p:spPr>
      </p:pic>
      <p:cxnSp>
        <p:nvCxnSpPr>
          <p:cNvPr id="1080" name="Google Shape;1080;g274b8e489aa_0_78"/>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81" name="Google Shape;1081;g274b8e489aa_0_78"/>
          <p:cNvGrpSpPr/>
          <p:nvPr/>
        </p:nvGrpSpPr>
        <p:grpSpPr>
          <a:xfrm>
            <a:off x="1846560" y="3614075"/>
            <a:ext cx="5450879" cy="1851900"/>
            <a:chOff x="1608846" y="3614075"/>
            <a:chExt cx="5450879" cy="1851900"/>
          </a:xfrm>
        </p:grpSpPr>
        <p:sp>
          <p:nvSpPr>
            <p:cNvPr id="1082" name="Google Shape;1082;g274b8e489aa_0_78"/>
            <p:cNvSpPr/>
            <p:nvPr/>
          </p:nvSpPr>
          <p:spPr>
            <a:xfrm flipH="1">
              <a:off x="1609025" y="3629300"/>
              <a:ext cx="54507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83" name="Google Shape;1083;g274b8e489aa_0_78"/>
            <p:cNvGrpSpPr/>
            <p:nvPr/>
          </p:nvGrpSpPr>
          <p:grpSpPr>
            <a:xfrm flipH="1">
              <a:off x="1608846" y="4063875"/>
              <a:ext cx="5450533" cy="1170725"/>
              <a:chOff x="1181250" y="4063875"/>
              <a:chExt cx="6781800" cy="1170725"/>
            </a:xfrm>
          </p:grpSpPr>
          <p:cxnSp>
            <p:nvCxnSpPr>
              <p:cNvPr id="1084" name="Google Shape;1084;g274b8e489aa_0_78"/>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5" name="Google Shape;1085;g274b8e489aa_0_78"/>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6" name="Google Shape;1086;g274b8e489aa_0_78"/>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7" name="Google Shape;1087;g274b8e489aa_0_78"/>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88" name="Google Shape;1088;g274b8e489aa_0_78"/>
            <p:cNvCxnSpPr/>
            <p:nvPr/>
          </p:nvCxnSpPr>
          <p:spPr>
            <a:xfrm rot="10800000">
              <a:off x="3926888"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89" name="Google Shape;1089;g274b8e489aa_0_78"/>
            <p:cNvGrpSpPr/>
            <p:nvPr/>
          </p:nvGrpSpPr>
          <p:grpSpPr>
            <a:xfrm flipH="1">
              <a:off x="5465125" y="3631675"/>
              <a:ext cx="1594250" cy="1828800"/>
              <a:chOff x="2084775" y="3631675"/>
              <a:chExt cx="1594250" cy="1828800"/>
            </a:xfrm>
          </p:grpSpPr>
          <p:sp>
            <p:nvSpPr>
              <p:cNvPr id="1090" name="Google Shape;1090;g274b8e489aa_0_78"/>
              <p:cNvSpPr/>
              <p:nvPr/>
            </p:nvSpPr>
            <p:spPr>
              <a:xfrm rot="-5400000">
                <a:off x="1894725" y="3821725"/>
                <a:ext cx="1828800" cy="14487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91" name="Google Shape;1091;g274b8e489aa_0_78"/>
              <p:cNvGrpSpPr/>
              <p:nvPr/>
            </p:nvGrpSpPr>
            <p:grpSpPr>
              <a:xfrm>
                <a:off x="3415325" y="4484375"/>
                <a:ext cx="263700" cy="263700"/>
                <a:chOff x="3415325" y="4484375"/>
                <a:chExt cx="263700" cy="263700"/>
              </a:xfrm>
            </p:grpSpPr>
            <p:sp>
              <p:nvSpPr>
                <p:cNvPr id="1092" name="Google Shape;1092;g274b8e489aa_0_78"/>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93" name="Google Shape;1093;g274b8e489aa_0_78"/>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94" name="Google Shape;1094;g274b8e489aa_0_78"/>
            <p:cNvCxnSpPr/>
            <p:nvPr/>
          </p:nvCxnSpPr>
          <p:spPr>
            <a:xfrm rot="10800000">
              <a:off x="2496489"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95" name="Google Shape;1095;g274b8e489aa_0_78"/>
          <p:cNvSpPr txBox="1"/>
          <p:nvPr/>
        </p:nvSpPr>
        <p:spPr>
          <a:xfrm>
            <a:off x="2761490" y="4064350"/>
            <a:ext cx="1403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e</a:t>
            </a:r>
            <a:r>
              <a:rPr lang="en-US" sz="7100" b="0" i="0" u="none" strike="noStrike" cap="none">
                <a:solidFill>
                  <a:srgbClr val="815137"/>
                </a:solidFill>
                <a:latin typeface="Poppins"/>
                <a:ea typeface="Poppins"/>
                <a:cs typeface="Poppins"/>
                <a:sym typeface="Poppins"/>
              </a:rPr>
              <a:t>a</a:t>
            </a:r>
            <a:endParaRPr sz="7100" b="0" i="0" u="none" strike="noStrike" cap="none">
              <a:solidFill>
                <a:srgbClr val="815137"/>
              </a:solidFill>
              <a:latin typeface="Poppins"/>
              <a:ea typeface="Poppins"/>
              <a:cs typeface="Poppins"/>
              <a:sym typeface="Poppins"/>
            </a:endParaRPr>
          </a:p>
        </p:txBody>
      </p:sp>
      <p:sp>
        <p:nvSpPr>
          <p:cNvPr id="1096" name="Google Shape;1096;g274b8e489aa_0_78"/>
          <p:cNvSpPr txBox="1"/>
          <p:nvPr/>
        </p:nvSpPr>
        <p:spPr>
          <a:xfrm>
            <a:off x="1846778" y="4064350"/>
            <a:ext cx="903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t</a:t>
            </a:r>
            <a:endParaRPr sz="8500" b="0" i="0" u="none" strike="noStrike" cap="none">
              <a:solidFill>
                <a:srgbClr val="2356AF"/>
              </a:solidFill>
              <a:latin typeface="Jost"/>
              <a:ea typeface="Jost"/>
              <a:cs typeface="Jost"/>
              <a:sym typeface="Jost"/>
            </a:endParaRPr>
          </a:p>
        </p:txBody>
      </p:sp>
      <p:sp>
        <p:nvSpPr>
          <p:cNvPr id="1097" name="Google Shape;1097;g274b8e489aa_0_78"/>
          <p:cNvSpPr txBox="1"/>
          <p:nvPr/>
        </p:nvSpPr>
        <p:spPr>
          <a:xfrm>
            <a:off x="4257900" y="4064350"/>
            <a:ext cx="1427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ch</a:t>
            </a:r>
            <a:endParaRPr sz="8500" b="0" i="0" u="none" strike="noStrike" cap="none">
              <a:solidFill>
                <a:srgbClr val="FFD400"/>
              </a:solidFill>
              <a:latin typeface="Jost"/>
              <a:ea typeface="Jost"/>
              <a:cs typeface="Jost"/>
              <a:sym typeface="Jost"/>
            </a:endParaRPr>
          </a:p>
        </p:txBody>
      </p:sp>
      <p:sp>
        <p:nvSpPr>
          <p:cNvPr id="1098" name="Google Shape;1098;g274b8e489aa_0_78"/>
          <p:cNvSpPr txBox="1"/>
          <p:nvPr/>
        </p:nvSpPr>
        <p:spPr>
          <a:xfrm>
            <a:off x="5899678" y="4064350"/>
            <a:ext cx="1351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993FA2"/>
                </a:solidFill>
                <a:latin typeface="Jost"/>
                <a:ea typeface="Jost"/>
                <a:cs typeface="Jost"/>
                <a:sym typeface="Jost"/>
              </a:rPr>
              <a:t>er</a:t>
            </a:r>
            <a:endParaRPr sz="8500" b="0" i="0" u="none" strike="noStrike" cap="none">
              <a:solidFill>
                <a:srgbClr val="993FA2"/>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03"/>
        <p:cNvGrpSpPr/>
        <p:nvPr/>
      </p:nvGrpSpPr>
      <p:grpSpPr>
        <a:xfrm>
          <a:off x="0" y="0"/>
          <a:ext cx="0" cy="0"/>
          <a:chOff x="0" y="0"/>
          <a:chExt cx="0" cy="0"/>
        </a:xfrm>
      </p:grpSpPr>
      <p:sp>
        <p:nvSpPr>
          <p:cNvPr id="1104" name="Google Shape;110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5" name="Google Shape;110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6" name="Google Shape;1106;g1f3daf8a844_0_64"/>
          <p:cNvGrpSpPr/>
          <p:nvPr/>
        </p:nvGrpSpPr>
        <p:grpSpPr>
          <a:xfrm>
            <a:off x="3024000" y="209875"/>
            <a:ext cx="3096000" cy="454800"/>
            <a:chOff x="3024000" y="209875"/>
            <a:chExt cx="3096000" cy="454800"/>
          </a:xfrm>
        </p:grpSpPr>
        <p:sp>
          <p:nvSpPr>
            <p:cNvPr id="1107" name="Google Shape;110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8" name="Google Shape;110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9" name="Google Shape;110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0" name="Google Shape;1110;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1" name="Google Shape;1111;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2" name="Google Shape;1112;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3" name="Google Shape;1113;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4" name="Google Shape;1114;g1f3daf8a844_0_64"/>
          <p:cNvSpPr txBox="1"/>
          <p:nvPr/>
        </p:nvSpPr>
        <p:spPr>
          <a:xfrm>
            <a:off x="29435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15" name="Google Shape;1115;g1f3daf8a844_0_64"/>
          <p:cNvSpPr txBox="1"/>
          <p:nvPr/>
        </p:nvSpPr>
        <p:spPr>
          <a:xfrm>
            <a:off x="64021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116" name="Google Shape;1116;g1f3daf8a844_0_64"/>
          <p:cNvSpPr txBox="1"/>
          <p:nvPr/>
        </p:nvSpPr>
        <p:spPr>
          <a:xfrm>
            <a:off x="17907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17" name="Google Shape;1117;g1f3daf8a844_0_64"/>
          <p:cNvSpPr txBox="1"/>
          <p:nvPr/>
        </p:nvSpPr>
        <p:spPr>
          <a:xfrm>
            <a:off x="4096403" y="2169025"/>
            <a:ext cx="1017600" cy="752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0"/>
              <a:buFont typeface="Arial"/>
              <a:buNone/>
            </a:pPr>
            <a:r>
              <a:rPr lang="en-US" sz="5500" b="0" i="0" u="none" strike="noStrike" cap="none">
                <a:solidFill>
                  <a:srgbClr val="92278F"/>
                </a:solidFill>
                <a:latin typeface="Jost"/>
                <a:ea typeface="Jost"/>
                <a:cs typeface="Jost"/>
                <a:sym typeface="Jost"/>
              </a:rPr>
              <a:t>or</a:t>
            </a:r>
            <a:endParaRPr sz="5500" b="0" i="0" u="none" strike="noStrike" cap="none">
              <a:solidFill>
                <a:srgbClr val="92278F"/>
              </a:solidFill>
              <a:latin typeface="Jost"/>
              <a:ea typeface="Jost"/>
              <a:cs typeface="Jost"/>
              <a:sym typeface="Jost"/>
            </a:endParaRPr>
          </a:p>
        </p:txBody>
      </p:sp>
      <p:sp>
        <p:nvSpPr>
          <p:cNvPr id="1118" name="Google Shape;1118;g1f3daf8a844_0_64"/>
          <p:cNvSpPr txBox="1"/>
          <p:nvPr/>
        </p:nvSpPr>
        <p:spPr>
          <a:xfrm>
            <a:off x="52492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9" name="Google Shape;1119;g1f3daf8a844_0_6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20" name="Google Shape;1120;g1f3daf8a844_0_6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21" name="Google Shape;1121;g1f3daf8a844_0_6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22" name="Google Shape;1122;g1f3daf8a844_0_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23" name="Google Shape;1123;g1f3daf8a844_0_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24" name="Google Shape;1124;g1f3daf8a844_0_6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5" name="Google Shape;1125;g1f3daf8a844_0_6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6" name="Google Shape;1126;g1f3daf8a844_0_6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27" name="Google Shape;1127;g1f3daf8a844_0_64"/>
          <p:cNvGrpSpPr/>
          <p:nvPr/>
        </p:nvGrpSpPr>
        <p:grpSpPr>
          <a:xfrm>
            <a:off x="-550" y="6984600"/>
            <a:ext cx="8596479" cy="808600"/>
            <a:chOff x="-550" y="6984600"/>
            <a:chExt cx="8596479" cy="808600"/>
          </a:xfrm>
        </p:grpSpPr>
        <p:sp>
          <p:nvSpPr>
            <p:cNvPr id="1128" name="Google Shape;1128;g1f3daf8a844_0_6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29" name="Google Shape;1129;g1f3daf8a844_0_6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30" name="Google Shape;1130;g1f3daf8a844_0_6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31" name="Google Shape;1131;g1f3daf8a844_0_6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32" name="Google Shape;1132;g1f3daf8a844_0_6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33" name="Google Shape;1133;g1f3daf8a844_0_6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34" name="Google Shape;1134;g1f3daf8a844_0_6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35" name="Google Shape;1135;g1f3daf8a844_0_6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36" name="Google Shape;1136;g1f3daf8a844_0_6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cxnSp>
        <p:nvCxnSpPr>
          <p:cNvPr id="1137" name="Google Shape;1137;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38" name="Google Shape;1138;g1f3daf8a844_0_64"/>
          <p:cNvSpPr txBox="1"/>
          <p:nvPr/>
        </p:nvSpPr>
        <p:spPr>
          <a:xfrm>
            <a:off x="348677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39" name="Google Shape;1139;g1f3daf8a844_0_64"/>
          <p:cNvSpPr txBox="1"/>
          <p:nvPr/>
        </p:nvSpPr>
        <p:spPr>
          <a:xfrm>
            <a:off x="694532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40" name="Google Shape;1140;g1f3daf8a844_0_64"/>
          <p:cNvSpPr txBox="1"/>
          <p:nvPr/>
        </p:nvSpPr>
        <p:spPr>
          <a:xfrm>
            <a:off x="233392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41" name="Google Shape;1141;g1f3daf8a844_0_64"/>
          <p:cNvSpPr txBox="1"/>
          <p:nvPr/>
        </p:nvSpPr>
        <p:spPr>
          <a:xfrm>
            <a:off x="579247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2278F"/>
                </a:solidFill>
                <a:latin typeface="Jost"/>
                <a:ea typeface="Jost"/>
                <a:cs typeface="Jost"/>
                <a:sym typeface="Jost"/>
              </a:rPr>
              <a:t>er</a:t>
            </a:r>
            <a:endParaRPr sz="5500" b="0" i="0" u="none" strike="noStrike" cap="none">
              <a:solidFill>
                <a:srgbClr val="92278F"/>
              </a:solidFill>
              <a:latin typeface="Jost"/>
              <a:ea typeface="Jost"/>
              <a:cs typeface="Jost"/>
              <a:sym typeface="Jost"/>
            </a:endParaRPr>
          </a:p>
        </p:txBody>
      </p:sp>
      <p:sp>
        <p:nvSpPr>
          <p:cNvPr id="1142" name="Google Shape;1142;g1f3daf8a844_0_64"/>
          <p:cNvSpPr txBox="1"/>
          <p:nvPr/>
        </p:nvSpPr>
        <p:spPr>
          <a:xfrm>
            <a:off x="463962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ng</a:t>
            </a:r>
            <a:endParaRPr sz="5500" b="0" i="0" u="none" strike="noStrike" cap="none">
              <a:solidFill>
                <a:srgbClr val="FFD403"/>
              </a:solidFill>
              <a:latin typeface="Jost"/>
              <a:ea typeface="Jost"/>
              <a:cs typeface="Jost"/>
              <a:sym typeface="Jost"/>
            </a:endParaRPr>
          </a:p>
        </p:txBody>
      </p:sp>
      <p:sp>
        <p:nvSpPr>
          <p:cNvPr id="1143" name="Google Shape;1143;g1f3daf8a844_0_64"/>
          <p:cNvSpPr txBox="1"/>
          <p:nvPr/>
        </p:nvSpPr>
        <p:spPr>
          <a:xfrm>
            <a:off x="1181072" y="99168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D1C24"/>
                </a:solidFill>
                <a:latin typeface="Poppins"/>
                <a:ea typeface="Poppins"/>
                <a:cs typeface="Poppins"/>
                <a:sym typeface="Poppins"/>
              </a:rPr>
              <a:t>a</a:t>
            </a:r>
            <a:endParaRPr sz="4600" b="0" i="0" u="none" strike="noStrike" cap="none">
              <a:solidFill>
                <a:srgbClr val="ED1C24"/>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48"/>
        <p:cNvGrpSpPr/>
        <p:nvPr/>
      </p:nvGrpSpPr>
      <p:grpSpPr>
        <a:xfrm>
          <a:off x="0" y="0"/>
          <a:ext cx="0" cy="0"/>
          <a:chOff x="0" y="0"/>
          <a:chExt cx="0" cy="0"/>
        </a:xfrm>
      </p:grpSpPr>
      <p:sp>
        <p:nvSpPr>
          <p:cNvPr id="1149" name="Google Shape;1149;g273971db220_0_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0" name="Google Shape;1150;g273971db220_0_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51" name="Google Shape;1151;g273971db220_0_2"/>
          <p:cNvGrpSpPr/>
          <p:nvPr/>
        </p:nvGrpSpPr>
        <p:grpSpPr>
          <a:xfrm>
            <a:off x="3024000" y="209875"/>
            <a:ext cx="3096000" cy="454800"/>
            <a:chOff x="3024000" y="209875"/>
            <a:chExt cx="3096000" cy="454800"/>
          </a:xfrm>
        </p:grpSpPr>
        <p:sp>
          <p:nvSpPr>
            <p:cNvPr id="1152" name="Google Shape;1152;g273971db220_0_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3" name="Google Shape;1153;g273971db220_0_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54" name="Google Shape;1154;g273971db220_0_2"/>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55" name="Google Shape;1155;g273971db220_0_2"/>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singer 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mper reporter</a:t>
            </a:r>
            <a:endParaRPr sz="1800" b="0" i="0" u="none" strike="noStrike" cap="none">
              <a:solidFill>
                <a:srgbClr val="B7B7B7"/>
              </a:solidFill>
              <a:latin typeface="Jost"/>
              <a:ea typeface="Jost"/>
              <a:cs typeface="Jost"/>
              <a:sym typeface="Jost"/>
            </a:endParaRPr>
          </a:p>
        </p:txBody>
      </p:sp>
      <p:cxnSp>
        <p:nvCxnSpPr>
          <p:cNvPr id="1156" name="Google Shape;1156;g273971db220_0_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57" name="Google Shape;1157;g273971db220_0_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8" name="Google Shape;1158;g273971db220_0_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9" name="Google Shape;1159;g273971db220_0_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60" name="Google Shape;1160;g273971db220_0_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61" name="Google Shape;1161;g273971db220_0_2"/>
          <p:cNvSpPr txBox="1"/>
          <p:nvPr/>
        </p:nvSpPr>
        <p:spPr>
          <a:xfrm>
            <a:off x="348677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62" name="Google Shape;1162;g273971db220_0_2"/>
          <p:cNvSpPr txBox="1"/>
          <p:nvPr/>
        </p:nvSpPr>
        <p:spPr>
          <a:xfrm>
            <a:off x="694532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63" name="Google Shape;1163;g273971db220_0_2"/>
          <p:cNvSpPr txBox="1"/>
          <p:nvPr/>
        </p:nvSpPr>
        <p:spPr>
          <a:xfrm>
            <a:off x="233392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64" name="Google Shape;1164;g273971db220_0_2"/>
          <p:cNvSpPr txBox="1"/>
          <p:nvPr/>
        </p:nvSpPr>
        <p:spPr>
          <a:xfrm>
            <a:off x="579247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2278F"/>
                </a:solidFill>
                <a:latin typeface="Jost"/>
                <a:ea typeface="Jost"/>
                <a:cs typeface="Jost"/>
                <a:sym typeface="Jost"/>
              </a:rPr>
              <a:t>er</a:t>
            </a:r>
            <a:endParaRPr sz="5500" b="0" i="0" u="none" strike="noStrike" cap="none">
              <a:solidFill>
                <a:srgbClr val="92278F"/>
              </a:solidFill>
              <a:latin typeface="Jost"/>
              <a:ea typeface="Jost"/>
              <a:cs typeface="Jost"/>
              <a:sym typeface="Jost"/>
            </a:endParaRPr>
          </a:p>
        </p:txBody>
      </p:sp>
      <p:cxnSp>
        <p:nvCxnSpPr>
          <p:cNvPr id="1165" name="Google Shape;1165;g273971db220_0_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66" name="Google Shape;1166;g273971db220_0_2"/>
          <p:cNvSpPr txBox="1"/>
          <p:nvPr/>
        </p:nvSpPr>
        <p:spPr>
          <a:xfrm>
            <a:off x="29435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67" name="Google Shape;1167;g273971db220_0_2"/>
          <p:cNvSpPr txBox="1"/>
          <p:nvPr/>
        </p:nvSpPr>
        <p:spPr>
          <a:xfrm>
            <a:off x="64021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168" name="Google Shape;1168;g273971db220_0_2"/>
          <p:cNvSpPr txBox="1"/>
          <p:nvPr/>
        </p:nvSpPr>
        <p:spPr>
          <a:xfrm>
            <a:off x="17907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69" name="Google Shape;1169;g273971db220_0_2"/>
          <p:cNvSpPr txBox="1"/>
          <p:nvPr/>
        </p:nvSpPr>
        <p:spPr>
          <a:xfrm>
            <a:off x="4096403" y="2169025"/>
            <a:ext cx="1017600" cy="752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0"/>
              <a:buFont typeface="Arial"/>
              <a:buNone/>
            </a:pPr>
            <a:r>
              <a:rPr lang="en-US" sz="5500" b="0" i="0" u="none" strike="noStrike" cap="none">
                <a:solidFill>
                  <a:srgbClr val="92278F"/>
                </a:solidFill>
                <a:latin typeface="Jost"/>
                <a:ea typeface="Jost"/>
                <a:cs typeface="Jost"/>
                <a:sym typeface="Jost"/>
              </a:rPr>
              <a:t>or</a:t>
            </a:r>
            <a:endParaRPr sz="5500" b="0" i="0" u="none" strike="noStrike" cap="none">
              <a:solidFill>
                <a:srgbClr val="92278F"/>
              </a:solidFill>
              <a:latin typeface="Jost"/>
              <a:ea typeface="Jost"/>
              <a:cs typeface="Jost"/>
              <a:sym typeface="Jost"/>
            </a:endParaRPr>
          </a:p>
        </p:txBody>
      </p:sp>
      <p:sp>
        <p:nvSpPr>
          <p:cNvPr id="1170" name="Google Shape;1170;g273971db220_0_2"/>
          <p:cNvSpPr txBox="1"/>
          <p:nvPr/>
        </p:nvSpPr>
        <p:spPr>
          <a:xfrm>
            <a:off x="52492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71" name="Google Shape;1171;g273971db220_0_2"/>
          <p:cNvSpPr txBox="1"/>
          <p:nvPr/>
        </p:nvSpPr>
        <p:spPr>
          <a:xfrm>
            <a:off x="463962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ng</a:t>
            </a:r>
            <a:endParaRPr sz="5500" b="0" i="0" u="none" strike="noStrike" cap="none">
              <a:solidFill>
                <a:srgbClr val="FFD403"/>
              </a:solidFill>
              <a:latin typeface="Jost"/>
              <a:ea typeface="Jost"/>
              <a:cs typeface="Jost"/>
              <a:sym typeface="Jost"/>
            </a:endParaRPr>
          </a:p>
        </p:txBody>
      </p:sp>
      <p:sp>
        <p:nvSpPr>
          <p:cNvPr id="1172" name="Google Shape;1172;g273971db220_0_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73" name="Google Shape;1173;g273971db220_0_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74" name="Google Shape;1174;g273971db220_0_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75" name="Google Shape;1175;g273971db220_0_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76" name="Google Shape;1176;g273971db220_0_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77" name="Google Shape;1177;g273971db220_0_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8" name="Google Shape;1178;g273971db220_0_2"/>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9" name="Google Shape;1179;g273971db220_0_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80" name="Google Shape;1180;g273971db220_0_2"/>
          <p:cNvGrpSpPr/>
          <p:nvPr/>
        </p:nvGrpSpPr>
        <p:grpSpPr>
          <a:xfrm>
            <a:off x="-550" y="6984600"/>
            <a:ext cx="8596479" cy="808600"/>
            <a:chOff x="-550" y="6984600"/>
            <a:chExt cx="8596479" cy="808600"/>
          </a:xfrm>
        </p:grpSpPr>
        <p:sp>
          <p:nvSpPr>
            <p:cNvPr id="1181" name="Google Shape;1181;g273971db220_0_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82" name="Google Shape;1182;g273971db220_0_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83" name="Google Shape;1183;g273971db220_0_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84" name="Google Shape;1184;g273971db220_0_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85" name="Google Shape;1185;g273971db220_0_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86" name="Google Shape;1186;g273971db220_0_2"/>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87" name="Google Shape;1187;g273971db220_0_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88" name="Google Shape;1188;g273971db220_0_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89" name="Google Shape;1189;g273971db220_0_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90" name="Google Shape;1190;g273971db220_0_2"/>
          <p:cNvSpPr txBox="1"/>
          <p:nvPr/>
        </p:nvSpPr>
        <p:spPr>
          <a:xfrm>
            <a:off x="1181072" y="99168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D1C24"/>
                </a:solidFill>
                <a:latin typeface="Poppins"/>
                <a:ea typeface="Poppins"/>
                <a:cs typeface="Poppins"/>
                <a:sym typeface="Poppins"/>
              </a:rPr>
              <a:t>a</a:t>
            </a:r>
            <a:endParaRPr sz="4600" b="0" i="0" u="none" strike="noStrike" cap="none">
              <a:solidFill>
                <a:srgbClr val="ED1C24"/>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418</Words>
  <Application>Microsoft Office PowerPoint</Application>
  <PresentationFormat>On-screen Show (4:3)</PresentationFormat>
  <Paragraphs>171</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Poppins SemiBold</vt:lpstr>
      <vt:lpstr>Arial</vt:lpstr>
      <vt:lpstr>Poppins Medium</vt:lpstr>
      <vt:lpstr>Calibri</vt:lpstr>
      <vt:lpstr>Jost</vt:lpstr>
      <vt:lpstr>Poppins</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2026-06-03T00:51:06Z</dcterms:modified>
</cp:coreProperties>
</file>