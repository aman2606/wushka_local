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hVv8/W9yYPu+hLtEOUOVY0CcBQ5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4DE58F-2FB9-4193-963E-8B6130B8F13E}">
  <a:tblStyle styleId="{A64DE58F-2FB9-4193-963E-8B6130B8F13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1" name="Google Shape;66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2" name="Google Shape;66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6" name="Google Shape;856;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31d111e6b28_1_9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31d111e6b28_1_9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31d111e6b28_1_9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3" name="Google Shape;98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31d5566e4c5_0_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5" name="Google Shape;995;g31d5566e4c5_0_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6" name="Google Shape;996;g31d5566e4c5_0_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31d5566e4c5_0_7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31d5566e4c5_0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31d5566e4c5_0_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0" name="Google Shape;1030;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31d5566e4c5_0_8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g31d5566e4c5_0_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31d5566e4c5_0_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31d5566e4c5_0_1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4" name="Google Shape;1094;g31d5566e4c5_0_1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5" name="Google Shape;1095;g31d5566e4c5_0_1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9" name="Google Shape;1129;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0" name="Google Shape;1130;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6"/>
        <p:cNvGrpSpPr/>
        <p:nvPr/>
      </p:nvGrpSpPr>
      <p:grpSpPr>
        <a:xfrm>
          <a:off x="0" y="0"/>
          <a:ext cx="0" cy="0"/>
          <a:chOff x="0" y="0"/>
          <a:chExt cx="0" cy="0"/>
        </a:xfrm>
      </p:grpSpPr>
      <p:sp>
        <p:nvSpPr>
          <p:cNvPr id="1137" name="Google Shape;113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8" name="Google Shape;113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9" name="Google Shape;113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9" name="Google Shape;114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0" name="Google Shape;115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0" name="Google Shape;116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1" name="Google Shape;116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1" name="Google Shape;117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2" name="Google Shape;117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2" name="Google Shape;1182;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3" name="Google Shape;1183;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31d6c3008e1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2" name="Google Shape;1212;g31d6c3008e1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3" name="Google Shape;1213;g31d6c3008e1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879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6244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Sound Family /or/ - or aw au</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190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15 -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71</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5905920" y="88100"/>
              <a:ext cx="1337400" cy="403500"/>
              <a:chOff x="565600" y="88250"/>
              <a:chExt cx="1337400" cy="403500"/>
            </a:xfrm>
          </p:grpSpPr>
          <p:sp>
            <p:nvSpPr>
              <p:cNvPr id="175" name="Google Shape;175;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1" name="Google Shape;201;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4" name="Google Shape;204;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7" name="Google Shape;207;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8" name="Google Shape;208;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10" name="Google Shape;210;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0" name="Google Shape;230;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2" name="Google Shape;232;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6" name="Google Shape;236;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7" name="Google Shape;237;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9" name="Google Shape;239;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40" name="Google Shape;240;g1f3daf8a844_0_32"/>
          <p:cNvGrpSpPr/>
          <p:nvPr/>
        </p:nvGrpSpPr>
        <p:grpSpPr>
          <a:xfrm>
            <a:off x="662575" y="6212475"/>
            <a:ext cx="586800" cy="571500"/>
            <a:chOff x="662575" y="6212475"/>
            <a:chExt cx="586800" cy="571500"/>
          </a:xfrm>
        </p:grpSpPr>
        <p:sp>
          <p:nvSpPr>
            <p:cNvPr id="241" name="Google Shape;24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4" name="Google Shape;244;g1f3daf8a844_0_32"/>
          <p:cNvGrpSpPr/>
          <p:nvPr/>
        </p:nvGrpSpPr>
        <p:grpSpPr>
          <a:xfrm>
            <a:off x="7894350" y="6212475"/>
            <a:ext cx="586800" cy="571500"/>
            <a:chOff x="7894350" y="6212475"/>
            <a:chExt cx="586800" cy="571500"/>
          </a:xfrm>
        </p:grpSpPr>
        <p:sp>
          <p:nvSpPr>
            <p:cNvPr id="245" name="Google Shape;24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0" name="Google Shape;260;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1" name="Google Shape;261;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4" name="Google Shape;264;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5" name="Google Shape;265;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7" name="Google Shape;267;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8" name="Google Shape;268;g2c157a2fb06_0_53"/>
          <p:cNvGrpSpPr/>
          <p:nvPr/>
        </p:nvGrpSpPr>
        <p:grpSpPr>
          <a:xfrm>
            <a:off x="662575" y="6212475"/>
            <a:ext cx="586800" cy="571500"/>
            <a:chOff x="662575" y="6212475"/>
            <a:chExt cx="586800" cy="571500"/>
          </a:xfrm>
        </p:grpSpPr>
        <p:sp>
          <p:nvSpPr>
            <p:cNvPr id="269" name="Google Shape;26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2" name="Google Shape;272;g2c157a2fb06_0_53"/>
          <p:cNvGrpSpPr/>
          <p:nvPr/>
        </p:nvGrpSpPr>
        <p:grpSpPr>
          <a:xfrm>
            <a:off x="7894350" y="6212475"/>
            <a:ext cx="586800" cy="571500"/>
            <a:chOff x="7894350" y="6212475"/>
            <a:chExt cx="586800" cy="571500"/>
          </a:xfrm>
        </p:grpSpPr>
        <p:sp>
          <p:nvSpPr>
            <p:cNvPr id="273" name="Google Shape;27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6" name="Google Shape;286;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8" name="Google Shape;288;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9" name="Google Shape;289;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3" name="Google Shape;293;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5" name="Google Shape;295;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6" name="Google Shape;296;g2c157a2fb06_0_158"/>
          <p:cNvGrpSpPr/>
          <p:nvPr/>
        </p:nvGrpSpPr>
        <p:grpSpPr>
          <a:xfrm>
            <a:off x="662575" y="6212475"/>
            <a:ext cx="586800" cy="571500"/>
            <a:chOff x="662575" y="6212475"/>
            <a:chExt cx="586800" cy="571500"/>
          </a:xfrm>
        </p:grpSpPr>
        <p:sp>
          <p:nvSpPr>
            <p:cNvPr id="297" name="Google Shape;29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0" name="Google Shape;300;g2c157a2fb06_0_158"/>
          <p:cNvGrpSpPr/>
          <p:nvPr/>
        </p:nvGrpSpPr>
        <p:grpSpPr>
          <a:xfrm>
            <a:off x="7894350" y="6212475"/>
            <a:ext cx="586800" cy="571500"/>
            <a:chOff x="7894350" y="6212475"/>
            <a:chExt cx="586800" cy="571500"/>
          </a:xfrm>
        </p:grpSpPr>
        <p:sp>
          <p:nvSpPr>
            <p:cNvPr id="301" name="Google Shape;30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7" name="Google Shape;317;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9" name="Google Shape;319;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0" name="Google Shape;320;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4" name="Google Shape;324;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6" name="Google Shape;326;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7" name="Google Shape;327;g2c157a2fb06_0_263"/>
          <p:cNvGrpSpPr/>
          <p:nvPr/>
        </p:nvGrpSpPr>
        <p:grpSpPr>
          <a:xfrm>
            <a:off x="662575" y="6212475"/>
            <a:ext cx="586800" cy="571500"/>
            <a:chOff x="662575" y="6212475"/>
            <a:chExt cx="586800" cy="571500"/>
          </a:xfrm>
        </p:grpSpPr>
        <p:sp>
          <p:nvSpPr>
            <p:cNvPr id="328" name="Google Shape;32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1" name="Google Shape;331;g2c157a2fb06_0_263"/>
          <p:cNvGrpSpPr/>
          <p:nvPr/>
        </p:nvGrpSpPr>
        <p:grpSpPr>
          <a:xfrm>
            <a:off x="7894350" y="6212475"/>
            <a:ext cx="586800" cy="571500"/>
            <a:chOff x="7894350" y="6212475"/>
            <a:chExt cx="586800" cy="571500"/>
          </a:xfrm>
        </p:grpSpPr>
        <p:sp>
          <p:nvSpPr>
            <p:cNvPr id="332" name="Google Shape;33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467"/>
          <p:cNvGrpSpPr/>
          <p:nvPr/>
        </p:nvGrpSpPr>
        <p:grpSpPr>
          <a:xfrm>
            <a:off x="662575" y="6212475"/>
            <a:ext cx="586800" cy="571500"/>
            <a:chOff x="662575" y="6212475"/>
            <a:chExt cx="586800" cy="571500"/>
          </a:xfrm>
        </p:grpSpPr>
        <p:sp>
          <p:nvSpPr>
            <p:cNvPr id="354" name="Google Shape;35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467"/>
          <p:cNvGrpSpPr/>
          <p:nvPr/>
        </p:nvGrpSpPr>
        <p:grpSpPr>
          <a:xfrm>
            <a:off x="7894350" y="6212475"/>
            <a:ext cx="586800" cy="571500"/>
            <a:chOff x="7894350" y="6212475"/>
            <a:chExt cx="586800" cy="571500"/>
          </a:xfrm>
        </p:grpSpPr>
        <p:sp>
          <p:nvSpPr>
            <p:cNvPr id="358" name="Google Shape;35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629"/>
          <p:cNvGrpSpPr/>
          <p:nvPr/>
        </p:nvGrpSpPr>
        <p:grpSpPr>
          <a:xfrm>
            <a:off x="662575" y="6212475"/>
            <a:ext cx="586800" cy="571500"/>
            <a:chOff x="662575" y="6212475"/>
            <a:chExt cx="586800" cy="571500"/>
          </a:xfrm>
        </p:grpSpPr>
        <p:sp>
          <p:nvSpPr>
            <p:cNvPr id="380" name="Google Shape;38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629"/>
          <p:cNvGrpSpPr/>
          <p:nvPr/>
        </p:nvGrpSpPr>
        <p:grpSpPr>
          <a:xfrm>
            <a:off x="7894350" y="6212475"/>
            <a:ext cx="586800" cy="571500"/>
            <a:chOff x="7894350" y="6212475"/>
            <a:chExt cx="586800" cy="571500"/>
          </a:xfrm>
        </p:grpSpPr>
        <p:sp>
          <p:nvSpPr>
            <p:cNvPr id="384" name="Google Shape;38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6" name="Google Shape;396;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8" name="Google Shape;398;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9" name="Google Shape;399;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2" name="Google Shape;402;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5" name="Google Shape;405;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6" name="Google Shape;406;g2c157a2fb06_0_798"/>
          <p:cNvGrpSpPr/>
          <p:nvPr/>
        </p:nvGrpSpPr>
        <p:grpSpPr>
          <a:xfrm>
            <a:off x="662575" y="6212475"/>
            <a:ext cx="586800" cy="571500"/>
            <a:chOff x="662575" y="6212475"/>
            <a:chExt cx="586800" cy="571500"/>
          </a:xfrm>
        </p:grpSpPr>
        <p:sp>
          <p:nvSpPr>
            <p:cNvPr id="407" name="Google Shape;40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0" name="Google Shape;410;g2c157a2fb06_0_798"/>
          <p:cNvGrpSpPr/>
          <p:nvPr/>
        </p:nvGrpSpPr>
        <p:grpSpPr>
          <a:xfrm>
            <a:off x="7894350" y="6212475"/>
            <a:ext cx="586800" cy="571500"/>
            <a:chOff x="7894350" y="6212475"/>
            <a:chExt cx="586800" cy="571500"/>
          </a:xfrm>
        </p:grpSpPr>
        <p:sp>
          <p:nvSpPr>
            <p:cNvPr id="411" name="Google Shape;41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3" name="Google Shape;423;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5" name="Google Shape;425;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9" name="Google Shape;429;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0" name="Google Shape;430;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2" name="Google Shape;432;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3" name="Google Shape;433;g2c157a2fb06_0_825"/>
          <p:cNvGrpSpPr/>
          <p:nvPr/>
        </p:nvGrpSpPr>
        <p:grpSpPr>
          <a:xfrm>
            <a:off x="662575" y="6212475"/>
            <a:ext cx="586800" cy="571500"/>
            <a:chOff x="662575" y="6212475"/>
            <a:chExt cx="586800" cy="571500"/>
          </a:xfrm>
        </p:grpSpPr>
        <p:sp>
          <p:nvSpPr>
            <p:cNvPr id="434" name="Google Shape;43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7" name="Google Shape;437;g2c157a2fb06_0_825"/>
          <p:cNvGrpSpPr/>
          <p:nvPr/>
        </p:nvGrpSpPr>
        <p:grpSpPr>
          <a:xfrm>
            <a:off x="7894350" y="6212475"/>
            <a:ext cx="586800" cy="571500"/>
            <a:chOff x="7894350" y="6212475"/>
            <a:chExt cx="586800" cy="571500"/>
          </a:xfrm>
        </p:grpSpPr>
        <p:sp>
          <p:nvSpPr>
            <p:cNvPr id="438" name="Google Shape;43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2" name="Google Shape;462;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4" name="Google Shape;464;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5" name="Google Shape;465;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9" name="Google Shape;469;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1" name="Google Shape;471;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2" name="Google Shape;472;g2c157a2fb06_0_700"/>
          <p:cNvGrpSpPr/>
          <p:nvPr/>
        </p:nvGrpSpPr>
        <p:grpSpPr>
          <a:xfrm>
            <a:off x="662575" y="6212475"/>
            <a:ext cx="586800" cy="571500"/>
            <a:chOff x="662575" y="6212475"/>
            <a:chExt cx="586800" cy="571500"/>
          </a:xfrm>
        </p:grpSpPr>
        <p:sp>
          <p:nvSpPr>
            <p:cNvPr id="473" name="Google Shape;47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6" name="Google Shape;476;g2c157a2fb06_0_700"/>
          <p:cNvGrpSpPr/>
          <p:nvPr/>
        </p:nvGrpSpPr>
        <p:grpSpPr>
          <a:xfrm>
            <a:off x="7894350" y="6212475"/>
            <a:ext cx="586800" cy="571500"/>
            <a:chOff x="7894350" y="6212475"/>
            <a:chExt cx="586800" cy="571500"/>
          </a:xfrm>
        </p:grpSpPr>
        <p:sp>
          <p:nvSpPr>
            <p:cNvPr id="477" name="Google Shape;47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1" name="Google Shape;501;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3" name="Google Shape;503;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8" name="Google Shape;508;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10" name="Google Shape;510;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1" name="Google Shape;511;g2c157a2fb06_0_932"/>
          <p:cNvGrpSpPr/>
          <p:nvPr/>
        </p:nvGrpSpPr>
        <p:grpSpPr>
          <a:xfrm>
            <a:off x="662575" y="6212475"/>
            <a:ext cx="586800" cy="571500"/>
            <a:chOff x="662575" y="6212475"/>
            <a:chExt cx="586800" cy="571500"/>
          </a:xfrm>
        </p:grpSpPr>
        <p:sp>
          <p:nvSpPr>
            <p:cNvPr id="512" name="Google Shape;51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5" name="Google Shape;515;g2c157a2fb06_0_932"/>
          <p:cNvGrpSpPr/>
          <p:nvPr/>
        </p:nvGrpSpPr>
        <p:grpSpPr>
          <a:xfrm>
            <a:off x="7894350" y="6212475"/>
            <a:ext cx="586800" cy="571500"/>
            <a:chOff x="7894350" y="6212475"/>
            <a:chExt cx="586800" cy="571500"/>
          </a:xfrm>
        </p:grpSpPr>
        <p:sp>
          <p:nvSpPr>
            <p:cNvPr id="516" name="Google Shape;51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7" name="Google Shape;537;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9" name="Google Shape;539;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4" name="Google Shape;544;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6" name="Google Shape;546;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7" name="Google Shape;547;g2c157a2fb06_0_1045"/>
          <p:cNvGrpSpPr/>
          <p:nvPr/>
        </p:nvGrpSpPr>
        <p:grpSpPr>
          <a:xfrm>
            <a:off x="662575" y="6212475"/>
            <a:ext cx="586800" cy="571500"/>
            <a:chOff x="662575" y="6212475"/>
            <a:chExt cx="586800" cy="571500"/>
          </a:xfrm>
        </p:grpSpPr>
        <p:sp>
          <p:nvSpPr>
            <p:cNvPr id="548" name="Google Shape;54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1" name="Google Shape;551;g2c157a2fb06_0_1045"/>
          <p:cNvGrpSpPr/>
          <p:nvPr/>
        </p:nvGrpSpPr>
        <p:grpSpPr>
          <a:xfrm>
            <a:off x="7894350" y="6212475"/>
            <a:ext cx="586800" cy="571500"/>
            <a:chOff x="7894350" y="6212475"/>
            <a:chExt cx="586800" cy="571500"/>
          </a:xfrm>
        </p:grpSpPr>
        <p:sp>
          <p:nvSpPr>
            <p:cNvPr id="552" name="Google Shape;55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8" name="Google Shape;578;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3" name="Google Shape;583;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5" name="Google Shape;585;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6" name="Google Shape;586;g2c157a2fb06_0_1110"/>
          <p:cNvGrpSpPr/>
          <p:nvPr/>
        </p:nvGrpSpPr>
        <p:grpSpPr>
          <a:xfrm>
            <a:off x="662575" y="6212475"/>
            <a:ext cx="586800" cy="571500"/>
            <a:chOff x="662575" y="6212475"/>
            <a:chExt cx="586800" cy="571500"/>
          </a:xfrm>
        </p:grpSpPr>
        <p:sp>
          <p:nvSpPr>
            <p:cNvPr id="587" name="Google Shape;58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0" name="Google Shape;590;g2c157a2fb06_0_1110"/>
          <p:cNvGrpSpPr/>
          <p:nvPr/>
        </p:nvGrpSpPr>
        <p:grpSpPr>
          <a:xfrm>
            <a:off x="7894350" y="6212475"/>
            <a:ext cx="586800" cy="571500"/>
            <a:chOff x="7894350" y="6212475"/>
            <a:chExt cx="586800" cy="571500"/>
          </a:xfrm>
        </p:grpSpPr>
        <p:sp>
          <p:nvSpPr>
            <p:cNvPr id="591" name="Google Shape;59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4.xml"/><Relationship Id="rId3" Type="http://schemas.openxmlformats.org/officeDocument/2006/relationships/image" Target="../media/image7.png"/><Relationship Id="rId7" Type="http://schemas.openxmlformats.org/officeDocument/2006/relationships/slide" Target="slide2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3.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3.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7.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6.png"/><Relationship Id="rId21" Type="http://schemas.openxmlformats.org/officeDocument/2006/relationships/image" Target="../media/image79.png"/><Relationship Id="rId34" Type="http://schemas.openxmlformats.org/officeDocument/2006/relationships/image" Target="../media/image91.png"/><Relationship Id="rId42" Type="http://schemas.openxmlformats.org/officeDocument/2006/relationships/image" Target="../media/image6.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5.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3.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99.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13" Type="http://schemas.openxmlformats.org/officeDocument/2006/relationships/image" Target="../media/image110.png"/><Relationship Id="rId18" Type="http://schemas.openxmlformats.org/officeDocument/2006/relationships/image" Target="../media/image115.png"/><Relationship Id="rId26" Type="http://schemas.openxmlformats.org/officeDocument/2006/relationships/image" Target="../media/image123.png"/><Relationship Id="rId3" Type="http://schemas.openxmlformats.org/officeDocument/2006/relationships/image" Target="../media/image100.png"/><Relationship Id="rId21" Type="http://schemas.openxmlformats.org/officeDocument/2006/relationships/image" Target="../media/image118.png"/><Relationship Id="rId34" Type="http://schemas.openxmlformats.org/officeDocument/2006/relationships/image" Target="../media/image131.png"/><Relationship Id="rId7" Type="http://schemas.openxmlformats.org/officeDocument/2006/relationships/image" Target="../media/image104.png"/><Relationship Id="rId12" Type="http://schemas.openxmlformats.org/officeDocument/2006/relationships/image" Target="../media/image109.png"/><Relationship Id="rId17" Type="http://schemas.openxmlformats.org/officeDocument/2006/relationships/image" Target="../media/image114.png"/><Relationship Id="rId25" Type="http://schemas.openxmlformats.org/officeDocument/2006/relationships/image" Target="../media/image122.png"/><Relationship Id="rId33" Type="http://schemas.openxmlformats.org/officeDocument/2006/relationships/image" Target="../media/image130.png"/><Relationship Id="rId2" Type="http://schemas.openxmlformats.org/officeDocument/2006/relationships/notesSlide" Target="../notesSlides/notesSlide6.xml"/><Relationship Id="rId16" Type="http://schemas.openxmlformats.org/officeDocument/2006/relationships/image" Target="../media/image113.png"/><Relationship Id="rId20" Type="http://schemas.openxmlformats.org/officeDocument/2006/relationships/image" Target="../media/image117.png"/><Relationship Id="rId29" Type="http://schemas.openxmlformats.org/officeDocument/2006/relationships/image" Target="../media/image126.png"/><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24" Type="http://schemas.openxmlformats.org/officeDocument/2006/relationships/image" Target="../media/image121.png"/><Relationship Id="rId32" Type="http://schemas.openxmlformats.org/officeDocument/2006/relationships/image" Target="../media/image129.png"/><Relationship Id="rId5" Type="http://schemas.openxmlformats.org/officeDocument/2006/relationships/image" Target="../media/image102.png"/><Relationship Id="rId15" Type="http://schemas.openxmlformats.org/officeDocument/2006/relationships/image" Target="../media/image112.png"/><Relationship Id="rId23" Type="http://schemas.openxmlformats.org/officeDocument/2006/relationships/image" Target="../media/image120.png"/><Relationship Id="rId28" Type="http://schemas.openxmlformats.org/officeDocument/2006/relationships/image" Target="../media/image125.png"/><Relationship Id="rId10" Type="http://schemas.openxmlformats.org/officeDocument/2006/relationships/image" Target="../media/image107.png"/><Relationship Id="rId19" Type="http://schemas.openxmlformats.org/officeDocument/2006/relationships/image" Target="../media/image116.png"/><Relationship Id="rId31" Type="http://schemas.openxmlformats.org/officeDocument/2006/relationships/image" Target="../media/image128.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 Id="rId22" Type="http://schemas.openxmlformats.org/officeDocument/2006/relationships/image" Target="../media/image119.png"/><Relationship Id="rId27" Type="http://schemas.openxmlformats.org/officeDocument/2006/relationships/image" Target="../media/image124.png"/><Relationship Id="rId30" Type="http://schemas.openxmlformats.org/officeDocument/2006/relationships/image" Target="../media/image127.png"/><Relationship Id="rId35" Type="http://schemas.openxmlformats.org/officeDocument/2006/relationships/image" Target="../media/image132.png"/><Relationship Id="rId8" Type="http://schemas.openxmlformats.org/officeDocument/2006/relationships/image" Target="../media/image105.png"/></Relationships>
</file>

<file path=ppt/slides/_rels/slide7.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3" Type="http://schemas.openxmlformats.org/officeDocument/2006/relationships/image" Target="../media/image133.png"/><Relationship Id="rId7" Type="http://schemas.openxmlformats.org/officeDocument/2006/relationships/image" Target="../media/image137.png"/><Relationship Id="rId12" Type="http://schemas.openxmlformats.org/officeDocument/2006/relationships/image" Target="../media/image142.png"/><Relationship Id="rId2" Type="http://schemas.openxmlformats.org/officeDocument/2006/relationships/notesSlide" Target="../notesSlides/notesSlide7.xml"/><Relationship Id="rId16" Type="http://schemas.openxmlformats.org/officeDocument/2006/relationships/image" Target="../media/image146.png"/><Relationship Id="rId1" Type="http://schemas.openxmlformats.org/officeDocument/2006/relationships/slideLayout" Target="../slideLayouts/slideLayout3.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5" Type="http://schemas.openxmlformats.org/officeDocument/2006/relationships/image" Target="../media/image14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 Id="rId14" Type="http://schemas.openxmlformats.org/officeDocument/2006/relationships/image" Target="../media/image144.png"/></Relationships>
</file>

<file path=ppt/slides/_rels/slide8.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png"/><Relationship Id="rId18" Type="http://schemas.openxmlformats.org/officeDocument/2006/relationships/image" Target="../media/image162.png"/><Relationship Id="rId26" Type="http://schemas.openxmlformats.org/officeDocument/2006/relationships/image" Target="../media/image170.png"/><Relationship Id="rId3" Type="http://schemas.openxmlformats.org/officeDocument/2006/relationships/image" Target="../media/image147.png"/><Relationship Id="rId21" Type="http://schemas.openxmlformats.org/officeDocument/2006/relationships/image" Target="../media/image165.png"/><Relationship Id="rId7" Type="http://schemas.openxmlformats.org/officeDocument/2006/relationships/image" Target="../media/image151.png"/><Relationship Id="rId12" Type="http://schemas.openxmlformats.org/officeDocument/2006/relationships/image" Target="../media/image156.png"/><Relationship Id="rId17" Type="http://schemas.openxmlformats.org/officeDocument/2006/relationships/image" Target="../media/image161.png"/><Relationship Id="rId25" Type="http://schemas.openxmlformats.org/officeDocument/2006/relationships/image" Target="../media/image169.png"/><Relationship Id="rId2" Type="http://schemas.openxmlformats.org/officeDocument/2006/relationships/notesSlide" Target="../notesSlides/notesSlide8.xml"/><Relationship Id="rId16" Type="http://schemas.openxmlformats.org/officeDocument/2006/relationships/image" Target="../media/image160.png"/><Relationship Id="rId20" Type="http://schemas.openxmlformats.org/officeDocument/2006/relationships/image" Target="../media/image164.png"/><Relationship Id="rId29" Type="http://schemas.openxmlformats.org/officeDocument/2006/relationships/image" Target="../media/image173.png"/><Relationship Id="rId1" Type="http://schemas.openxmlformats.org/officeDocument/2006/relationships/slideLayout" Target="../slideLayouts/slideLayout3.xml"/><Relationship Id="rId6" Type="http://schemas.openxmlformats.org/officeDocument/2006/relationships/image" Target="../media/image150.png"/><Relationship Id="rId11" Type="http://schemas.openxmlformats.org/officeDocument/2006/relationships/image" Target="../media/image155.png"/><Relationship Id="rId24" Type="http://schemas.openxmlformats.org/officeDocument/2006/relationships/image" Target="../media/image168.png"/><Relationship Id="rId5" Type="http://schemas.openxmlformats.org/officeDocument/2006/relationships/image" Target="../media/image149.png"/><Relationship Id="rId15" Type="http://schemas.openxmlformats.org/officeDocument/2006/relationships/image" Target="../media/image159.png"/><Relationship Id="rId23" Type="http://schemas.openxmlformats.org/officeDocument/2006/relationships/image" Target="../media/image167.png"/><Relationship Id="rId28" Type="http://schemas.openxmlformats.org/officeDocument/2006/relationships/image" Target="../media/image172.png"/><Relationship Id="rId10" Type="http://schemas.openxmlformats.org/officeDocument/2006/relationships/image" Target="../media/image154.png"/><Relationship Id="rId19" Type="http://schemas.openxmlformats.org/officeDocument/2006/relationships/image" Target="../media/image163.png"/><Relationship Id="rId4" Type="http://schemas.openxmlformats.org/officeDocument/2006/relationships/image" Target="../media/image148.png"/><Relationship Id="rId9" Type="http://schemas.openxmlformats.org/officeDocument/2006/relationships/image" Target="../media/image153.png"/><Relationship Id="rId14" Type="http://schemas.openxmlformats.org/officeDocument/2006/relationships/image" Target="../media/image158.png"/><Relationship Id="rId22" Type="http://schemas.openxmlformats.org/officeDocument/2006/relationships/image" Target="../media/image166.png"/><Relationship Id="rId27" Type="http://schemas.openxmlformats.org/officeDocument/2006/relationships/image" Target="../media/image171.png"/><Relationship Id="rId30" Type="http://schemas.openxmlformats.org/officeDocument/2006/relationships/image" Target="../media/image174.png"/></Relationships>
</file>

<file path=ppt/slides/_rels/slide9.xml.rels><?xml version="1.0" encoding="UTF-8" standalone="yes"?>
<Relationships xmlns="http://schemas.openxmlformats.org/package/2006/relationships"><Relationship Id="rId8" Type="http://schemas.openxmlformats.org/officeDocument/2006/relationships/image" Target="../media/image180.png"/><Relationship Id="rId13" Type="http://schemas.openxmlformats.org/officeDocument/2006/relationships/image" Target="../media/image185.png"/><Relationship Id="rId3" Type="http://schemas.openxmlformats.org/officeDocument/2006/relationships/image" Target="../media/image175.png"/><Relationship Id="rId7" Type="http://schemas.openxmlformats.org/officeDocument/2006/relationships/image" Target="../media/image179.png"/><Relationship Id="rId12" Type="http://schemas.openxmlformats.org/officeDocument/2006/relationships/image" Target="../media/image18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8.png"/><Relationship Id="rId11" Type="http://schemas.openxmlformats.org/officeDocument/2006/relationships/image" Target="../media/image183.png"/><Relationship Id="rId5" Type="http://schemas.openxmlformats.org/officeDocument/2006/relationships/image" Target="../media/image177.png"/><Relationship Id="rId15" Type="http://schemas.openxmlformats.org/officeDocument/2006/relationships/image" Target="../media/image187.png"/><Relationship Id="rId10" Type="http://schemas.openxmlformats.org/officeDocument/2006/relationships/image" Target="../media/image182.png"/><Relationship Id="rId4" Type="http://schemas.openxmlformats.org/officeDocument/2006/relationships/image" Target="../media/image176.png"/><Relationship Id="rId9" Type="http://schemas.openxmlformats.org/officeDocument/2006/relationships/image" Target="../media/image181.png"/><Relationship Id="rId14" Type="http://schemas.openxmlformats.org/officeDocument/2006/relationships/image" Target="../media/image186.png"/></Relationships>
</file>

<file path=ppt/slides/_rels/slide10.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image" Target="../media/image198.png"/><Relationship Id="rId3" Type="http://schemas.openxmlformats.org/officeDocument/2006/relationships/image" Target="../media/image188.png"/><Relationship Id="rId7" Type="http://schemas.openxmlformats.org/officeDocument/2006/relationships/image" Target="../media/image192.png"/><Relationship Id="rId12" Type="http://schemas.openxmlformats.org/officeDocument/2006/relationships/image" Target="../media/image197.png"/><Relationship Id="rId17" Type="http://schemas.openxmlformats.org/officeDocument/2006/relationships/image" Target="../media/image202.png"/><Relationship Id="rId2" Type="http://schemas.openxmlformats.org/officeDocument/2006/relationships/notesSlide" Target="../notesSlides/notesSlide10.xml"/><Relationship Id="rId16" Type="http://schemas.openxmlformats.org/officeDocument/2006/relationships/image" Target="../media/image201.png"/><Relationship Id="rId1" Type="http://schemas.openxmlformats.org/officeDocument/2006/relationships/slideLayout" Target="../slideLayouts/slideLayout3.xml"/><Relationship Id="rId6" Type="http://schemas.openxmlformats.org/officeDocument/2006/relationships/image" Target="../media/image191.png"/><Relationship Id="rId11" Type="http://schemas.openxmlformats.org/officeDocument/2006/relationships/image" Target="../media/image196.png"/><Relationship Id="rId5" Type="http://schemas.openxmlformats.org/officeDocument/2006/relationships/image" Target="../media/image190.png"/><Relationship Id="rId15" Type="http://schemas.openxmlformats.org/officeDocument/2006/relationships/image" Target="../media/image200.png"/><Relationship Id="rId10" Type="http://schemas.openxmlformats.org/officeDocument/2006/relationships/image" Target="../media/image195.png"/><Relationship Id="rId4" Type="http://schemas.openxmlformats.org/officeDocument/2006/relationships/image" Target="../media/image189.png"/><Relationship Id="rId9" Type="http://schemas.openxmlformats.org/officeDocument/2006/relationships/image" Target="../media/image194.png"/><Relationship Id="rId14" Type="http://schemas.openxmlformats.org/officeDocument/2006/relationships/image" Target="../media/image199.png"/></Relationships>
</file>

<file path=ppt/slides/_rels/slide11.xml.rels><?xml version="1.0" encoding="UTF-8" standalone="yes"?>
<Relationships xmlns="http://schemas.openxmlformats.org/package/2006/relationships"><Relationship Id="rId8" Type="http://schemas.openxmlformats.org/officeDocument/2006/relationships/image" Target="../media/image208.png"/><Relationship Id="rId13" Type="http://schemas.openxmlformats.org/officeDocument/2006/relationships/image" Target="../media/image213.png"/><Relationship Id="rId18" Type="http://schemas.openxmlformats.org/officeDocument/2006/relationships/image" Target="../media/image218.png"/><Relationship Id="rId26" Type="http://schemas.openxmlformats.org/officeDocument/2006/relationships/image" Target="../media/image226.png"/><Relationship Id="rId3" Type="http://schemas.openxmlformats.org/officeDocument/2006/relationships/image" Target="../media/image203.png"/><Relationship Id="rId21" Type="http://schemas.openxmlformats.org/officeDocument/2006/relationships/image" Target="../media/image221.png"/><Relationship Id="rId7" Type="http://schemas.openxmlformats.org/officeDocument/2006/relationships/image" Target="../media/image207.png"/><Relationship Id="rId12" Type="http://schemas.openxmlformats.org/officeDocument/2006/relationships/image" Target="../media/image212.png"/><Relationship Id="rId17" Type="http://schemas.openxmlformats.org/officeDocument/2006/relationships/image" Target="../media/image217.png"/><Relationship Id="rId25" Type="http://schemas.openxmlformats.org/officeDocument/2006/relationships/image" Target="../media/image225.png"/><Relationship Id="rId2" Type="http://schemas.openxmlformats.org/officeDocument/2006/relationships/notesSlide" Target="../notesSlides/notesSlide11.xml"/><Relationship Id="rId16" Type="http://schemas.openxmlformats.org/officeDocument/2006/relationships/image" Target="../media/image216.png"/><Relationship Id="rId20" Type="http://schemas.openxmlformats.org/officeDocument/2006/relationships/image" Target="../media/image220.png"/><Relationship Id="rId1" Type="http://schemas.openxmlformats.org/officeDocument/2006/relationships/slideLayout" Target="../slideLayouts/slideLayout3.xml"/><Relationship Id="rId6" Type="http://schemas.openxmlformats.org/officeDocument/2006/relationships/image" Target="../media/image206.png"/><Relationship Id="rId11" Type="http://schemas.openxmlformats.org/officeDocument/2006/relationships/image" Target="../media/image211.png"/><Relationship Id="rId24" Type="http://schemas.openxmlformats.org/officeDocument/2006/relationships/image" Target="../media/image224.png"/><Relationship Id="rId5" Type="http://schemas.openxmlformats.org/officeDocument/2006/relationships/image" Target="../media/image205.png"/><Relationship Id="rId15" Type="http://schemas.openxmlformats.org/officeDocument/2006/relationships/image" Target="../media/image215.png"/><Relationship Id="rId23" Type="http://schemas.openxmlformats.org/officeDocument/2006/relationships/image" Target="../media/image223.png"/><Relationship Id="rId10" Type="http://schemas.openxmlformats.org/officeDocument/2006/relationships/image" Target="../media/image210.png"/><Relationship Id="rId19" Type="http://schemas.openxmlformats.org/officeDocument/2006/relationships/image" Target="../media/image219.png"/><Relationship Id="rId4" Type="http://schemas.openxmlformats.org/officeDocument/2006/relationships/image" Target="../media/image204.png"/><Relationship Id="rId9" Type="http://schemas.openxmlformats.org/officeDocument/2006/relationships/image" Target="../media/image209.png"/><Relationship Id="rId14" Type="http://schemas.openxmlformats.org/officeDocument/2006/relationships/image" Target="../media/image214.png"/><Relationship Id="rId22" Type="http://schemas.openxmlformats.org/officeDocument/2006/relationships/image" Target="../media/image222.png"/></Relationships>
</file>

<file path=ppt/slides/_rels/slide12.xml.rels><?xml version="1.0" encoding="UTF-8" standalone="yes"?>
<Relationships xmlns="http://schemas.openxmlformats.org/package/2006/relationships"><Relationship Id="rId8" Type="http://schemas.openxmlformats.org/officeDocument/2006/relationships/image" Target="../media/image232.png"/><Relationship Id="rId13" Type="http://schemas.openxmlformats.org/officeDocument/2006/relationships/image" Target="../media/image237.png"/><Relationship Id="rId3" Type="http://schemas.openxmlformats.org/officeDocument/2006/relationships/image" Target="../media/image227.png"/><Relationship Id="rId7" Type="http://schemas.openxmlformats.org/officeDocument/2006/relationships/image" Target="../media/image231.png"/><Relationship Id="rId12" Type="http://schemas.openxmlformats.org/officeDocument/2006/relationships/image" Target="../media/image236.png"/><Relationship Id="rId17" Type="http://schemas.openxmlformats.org/officeDocument/2006/relationships/image" Target="../media/image241.png"/><Relationship Id="rId2" Type="http://schemas.openxmlformats.org/officeDocument/2006/relationships/notesSlide" Target="../notesSlides/notesSlide12.xml"/><Relationship Id="rId16" Type="http://schemas.openxmlformats.org/officeDocument/2006/relationships/image" Target="../media/image240.png"/><Relationship Id="rId1" Type="http://schemas.openxmlformats.org/officeDocument/2006/relationships/slideLayout" Target="../slideLayouts/slideLayout3.xml"/><Relationship Id="rId6" Type="http://schemas.openxmlformats.org/officeDocument/2006/relationships/image" Target="../media/image230.png"/><Relationship Id="rId11" Type="http://schemas.openxmlformats.org/officeDocument/2006/relationships/image" Target="../media/image235.png"/><Relationship Id="rId5" Type="http://schemas.openxmlformats.org/officeDocument/2006/relationships/image" Target="../media/image229.png"/><Relationship Id="rId15" Type="http://schemas.openxmlformats.org/officeDocument/2006/relationships/image" Target="../media/image239.png"/><Relationship Id="rId10" Type="http://schemas.openxmlformats.org/officeDocument/2006/relationships/image" Target="../media/image234.png"/><Relationship Id="rId4" Type="http://schemas.openxmlformats.org/officeDocument/2006/relationships/image" Target="../media/image228.png"/><Relationship Id="rId9" Type="http://schemas.openxmlformats.org/officeDocument/2006/relationships/image" Target="../media/image233.png"/><Relationship Id="rId14" Type="http://schemas.openxmlformats.org/officeDocument/2006/relationships/image" Target="../media/image23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246.png"/><Relationship Id="rId4" Type="http://schemas.openxmlformats.org/officeDocument/2006/relationships/image" Target="../media/image245.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248.png"/><Relationship Id="rId4" Type="http://schemas.openxmlformats.org/officeDocument/2006/relationships/image" Target="../media/image247.png"/></Relationships>
</file>

<file path=ppt/slides/_rels/slide23.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51.png"/><Relationship Id="rId4" Type="http://schemas.openxmlformats.org/officeDocument/2006/relationships/image" Target="../media/image250.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253.png"/><Relationship Id="rId4" Type="http://schemas.openxmlformats.org/officeDocument/2006/relationships/image" Target="../media/image25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/or/; or aw au</a:t>
            </a:r>
            <a:endParaRPr sz="3000"/>
          </a:p>
        </p:txBody>
      </p:sp>
      <p:sp>
        <p:nvSpPr>
          <p:cNvPr id="653" name="Google Shape;653;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71</a:t>
            </a:r>
            <a:endParaRPr/>
          </a:p>
        </p:txBody>
      </p:sp>
      <p:grpSp>
        <p:nvGrpSpPr>
          <p:cNvPr id="654" name="Google Shape;654;p1"/>
          <p:cNvGrpSpPr/>
          <p:nvPr/>
        </p:nvGrpSpPr>
        <p:grpSpPr>
          <a:xfrm>
            <a:off x="4970009" y="3831826"/>
            <a:ext cx="3588499" cy="1946584"/>
            <a:chOff x="4970009" y="3831826"/>
            <a:chExt cx="3588499" cy="1946584"/>
          </a:xfrm>
        </p:grpSpPr>
        <p:pic>
          <p:nvPicPr>
            <p:cNvPr id="655" name="Google Shape;655;p1"/>
            <p:cNvPicPr preferRelativeResize="0"/>
            <p:nvPr/>
          </p:nvPicPr>
          <p:blipFill rotWithShape="1">
            <a:blip r:embed="rId3">
              <a:alphaModFix/>
            </a:blip>
            <a:srcRect l="19" r="19"/>
            <a:stretch/>
          </p:blipFill>
          <p:spPr>
            <a:xfrm rot="540305">
              <a:off x="7224099" y="3984578"/>
              <a:ext cx="1208040" cy="1709828"/>
            </a:xfrm>
            <a:prstGeom prst="rect">
              <a:avLst/>
            </a:prstGeom>
            <a:noFill/>
            <a:ln>
              <a:noFill/>
            </a:ln>
            <a:effectLst>
              <a:outerShdw blurRad="71438" dist="38100" dir="5220000" algn="bl" rotWithShape="0">
                <a:srgbClr val="000000">
                  <a:alpha val="20000"/>
                </a:srgbClr>
              </a:outerShdw>
            </a:effectLst>
          </p:spPr>
        </p:pic>
        <p:pic>
          <p:nvPicPr>
            <p:cNvPr id="656" name="Google Shape;656;p1"/>
            <p:cNvPicPr preferRelativeResize="0"/>
            <p:nvPr/>
          </p:nvPicPr>
          <p:blipFill rotWithShape="1">
            <a:blip r:embed="rId4">
              <a:alphaModFix/>
            </a:blip>
            <a:srcRect l="79" r="79"/>
            <a:stretch/>
          </p:blipFill>
          <p:spPr>
            <a:xfrm rot="-4">
              <a:off x="6175535" y="3831827"/>
              <a:ext cx="1208038" cy="1709829"/>
            </a:xfrm>
            <a:prstGeom prst="rect">
              <a:avLst/>
            </a:prstGeom>
            <a:noFill/>
            <a:ln>
              <a:noFill/>
            </a:ln>
            <a:effectLst>
              <a:outerShdw blurRad="71438" dist="38100" dir="5220000" algn="bl" rotWithShape="0">
                <a:srgbClr val="000000">
                  <a:alpha val="20000"/>
                </a:srgbClr>
              </a:outerShdw>
            </a:effectLst>
          </p:spPr>
        </p:pic>
        <p:pic>
          <p:nvPicPr>
            <p:cNvPr id="657" name="Google Shape;657;p1"/>
            <p:cNvPicPr preferRelativeResize="0"/>
            <p:nvPr/>
          </p:nvPicPr>
          <p:blipFill rotWithShape="1">
            <a:blip r:embed="rId5">
              <a:alphaModFix/>
            </a:blip>
            <a:srcRect l="19" r="19"/>
            <a:stretch/>
          </p:blipFill>
          <p:spPr>
            <a:xfrm rot="-437250">
              <a:off x="5073574" y="3994383"/>
              <a:ext cx="1208038" cy="1709829"/>
            </a:xfrm>
            <a:prstGeom prst="rect">
              <a:avLst/>
            </a:prstGeom>
            <a:noFill/>
            <a:ln>
              <a:noFill/>
            </a:ln>
            <a:effectLst>
              <a:outerShdw blurRad="71438" dist="38100" dir="5220000" algn="bl" rotWithShape="0">
                <a:srgbClr val="000000">
                  <a:alpha val="20000"/>
                </a:srgbClr>
              </a:outerShdw>
            </a:effectLst>
          </p:spPr>
        </p:pic>
      </p:grpSp>
      <p:graphicFrame>
        <p:nvGraphicFramePr>
          <p:cNvPr id="658" name="Google Shape;658;p1"/>
          <p:cNvGraphicFramePr/>
          <p:nvPr/>
        </p:nvGraphicFramePr>
        <p:xfrm>
          <a:off x="4844200" y="1646527"/>
          <a:ext cx="3784875" cy="2032200"/>
        </p:xfrm>
        <a:graphic>
          <a:graphicData uri="http://schemas.openxmlformats.org/drawingml/2006/table">
            <a:tbl>
              <a:tblPr firstRow="1" bandRow="1">
                <a:noFill/>
                <a:tableStyleId>{A64DE58F-2FB9-4193-963E-8B6130B8F13E}</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/zh/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/z/</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Revise and practise </a:t>
            </a:r>
            <a:r>
              <a:rPr lang="en-US">
                <a:solidFill>
                  <a:srgbClr val="8DC63F"/>
                </a:solidFill>
              </a:rPr>
              <a:t>/or/ </a:t>
            </a:r>
            <a:r>
              <a:rPr lang="en-US"/>
              <a:t>sound family spelling patterns.</a:t>
            </a:r>
            <a:endParaRPr/>
          </a:p>
        </p:txBody>
      </p:sp>
      <p:sp>
        <p:nvSpPr>
          <p:cNvPr id="665" name="Google Shape;665;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6" name="Google Shape;666;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pic>
        <p:nvPicPr>
          <p:cNvPr id="667" name="Google Shape;667;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pic>
        <p:nvPicPr>
          <p:cNvPr id="668" name="Google Shape;668;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pic>
        <p:nvPicPr>
          <p:cNvPr id="669" name="Google Shape;669;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0" name="Google Shape;670;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71" name="Google Shape;671;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672" name="Google Shape;672;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sp>
        <p:nvSpPr>
          <p:cNvPr id="674" name="Google Shape;674;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5" name="Google Shape;675;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sp>
        <p:nvSpPr>
          <p:cNvPr id="676" name="Google Shape;676;g2bee4f4af4b_0_204">
            <a:hlinkClick r:id="rId6" action="ppaction://hlinksldjump"/>
          </p:cNvPr>
          <p:cNvSpPr/>
          <p:nvPr/>
        </p:nvSpPr>
        <p:spPr>
          <a:xfrm>
            <a:off x="1006837" y="381742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7" action="ppaction://hlinksldjump"/>
          </p:cNvPr>
          <p:cNvSpPr/>
          <p:nvPr/>
        </p:nvSpPr>
        <p:spPr>
          <a:xfrm>
            <a:off x="2165693" y="374503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8" action="ppaction://hlinksldjump"/>
          </p:cNvPr>
          <p:cNvSpPr/>
          <p:nvPr/>
        </p:nvSpPr>
        <p:spPr>
          <a:xfrm>
            <a:off x="3474255" y="374503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4901"/>
                </a:srgbClr>
              </a:outerShdw>
            </a:effectLst>
          </p:spPr>
        </p:pic>
        <p:pic>
          <p:nvPicPr>
            <p:cNvPr id="687" name="Google Shape;687;g26b641b03cd_0_165"/>
            <p:cNvPicPr preferRelativeResize="0"/>
            <p:nvPr/>
          </p:nvPicPr>
          <p:blipFill rotWithShape="1">
            <a:blip r:embed="rId4">
              <a:alphaModFix/>
            </a:blip>
            <a:srcRect l="19" r="28"/>
            <a:stretch/>
          </p:blipFill>
          <p:spPr>
            <a:xfrm>
              <a:off x="3699261" y="2129444"/>
              <a:ext cx="822525" cy="1164251"/>
            </a:xfrm>
            <a:prstGeom prst="rect">
              <a:avLst/>
            </a:prstGeom>
            <a:noFill/>
            <a:ln>
              <a:noFill/>
            </a:ln>
            <a:effectLst>
              <a:outerShdw blurRad="71438" dist="28575" dir="5400000" algn="bl" rotWithShape="0">
                <a:srgbClr val="000000">
                  <a:alpha val="14901"/>
                </a:srgbClr>
              </a:outerShdw>
            </a:effectLst>
          </p:spPr>
        </p:pic>
        <p:pic>
          <p:nvPicPr>
            <p:cNvPr id="688" name="Google Shape;688;g26b641b03cd_0_165"/>
            <p:cNvPicPr preferRelativeResize="0"/>
            <p:nvPr/>
          </p:nvPicPr>
          <p:blipFill rotWithShape="1">
            <a:blip r:embed="rId5">
              <a:alphaModFix/>
            </a:blip>
            <a:srcRect l="19" r="28"/>
            <a:stretch/>
          </p:blipFill>
          <p:spPr>
            <a:xfrm>
              <a:off x="1853354" y="2129444"/>
              <a:ext cx="822525" cy="1164251"/>
            </a:xfrm>
            <a:prstGeom prst="rect">
              <a:avLst/>
            </a:prstGeom>
            <a:noFill/>
            <a:ln>
              <a:noFill/>
            </a:ln>
            <a:effectLst>
              <a:outerShdw blurRad="71438" dist="28575" dir="5400000" algn="bl" rotWithShape="0">
                <a:srgbClr val="000000">
                  <a:alpha val="14901"/>
                </a:srgbClr>
              </a:outerShdw>
            </a:effectLst>
          </p:spPr>
        </p:pic>
        <p:pic>
          <p:nvPicPr>
            <p:cNvPr id="689" name="Google Shape;689;g26b641b03cd_0_165"/>
            <p:cNvPicPr preferRelativeResize="0"/>
            <p:nvPr/>
          </p:nvPicPr>
          <p:blipFill rotWithShape="1">
            <a:blip r:embed="rId6">
              <a:alphaModFix/>
            </a:blip>
            <a:srcRect l="19" r="28"/>
            <a:stretch/>
          </p:blipFill>
          <p:spPr>
            <a:xfrm>
              <a:off x="2776307" y="2129444"/>
              <a:ext cx="822525" cy="1164251"/>
            </a:xfrm>
            <a:prstGeom prst="rect">
              <a:avLst/>
            </a:prstGeom>
            <a:noFill/>
            <a:ln>
              <a:noFill/>
            </a:ln>
            <a:effectLst>
              <a:outerShdw blurRad="71438" dist="28575" dir="5400000" algn="bl" rotWithShape="0">
                <a:srgbClr val="000000">
                  <a:alpha val="14901"/>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4901"/>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4901"/>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4901"/>
                </a:srgbClr>
              </a:outerShdw>
            </a:effectLst>
          </p:spPr>
        </p:pic>
        <p:pic>
          <p:nvPicPr>
            <p:cNvPr id="693" name="Google Shape;693;g26b641b03cd_0_165"/>
            <p:cNvPicPr preferRelativeResize="0"/>
            <p:nvPr/>
          </p:nvPicPr>
          <p:blipFill rotWithShape="1">
            <a:blip r:embed="rId10">
              <a:alphaModFix/>
            </a:blip>
            <a:srcRect l="19" r="28"/>
            <a:stretch/>
          </p:blipFill>
          <p:spPr>
            <a:xfrm>
              <a:off x="6468121" y="2129444"/>
              <a:ext cx="822525" cy="1164251"/>
            </a:xfrm>
            <a:prstGeom prst="rect">
              <a:avLst/>
            </a:prstGeom>
            <a:noFill/>
            <a:ln>
              <a:noFill/>
            </a:ln>
            <a:effectLst>
              <a:outerShdw blurRad="71438" dist="28575" dir="5400000" algn="bl" rotWithShape="0">
                <a:srgbClr val="000000">
                  <a:alpha val="14901"/>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4901"/>
                </a:srgbClr>
              </a:outerShdw>
            </a:effectLst>
          </p:spPr>
        </p:pic>
        <p:pic>
          <p:nvPicPr>
            <p:cNvPr id="695" name="Google Shape;695;g26b641b03cd_0_165"/>
            <p:cNvPicPr preferRelativeResize="0"/>
            <p:nvPr/>
          </p:nvPicPr>
          <p:blipFill rotWithShape="1">
            <a:blip r:embed="rId12">
              <a:alphaModFix/>
            </a:blip>
            <a:srcRect l="19" r="28"/>
            <a:stretch/>
          </p:blipFill>
          <p:spPr>
            <a:xfrm>
              <a:off x="3699261" y="3409744"/>
              <a:ext cx="822525" cy="1164251"/>
            </a:xfrm>
            <a:prstGeom prst="rect">
              <a:avLst/>
            </a:prstGeom>
            <a:noFill/>
            <a:ln>
              <a:noFill/>
            </a:ln>
            <a:effectLst>
              <a:outerShdw blurRad="71438" dist="28575" dir="5400000" algn="bl" rotWithShape="0">
                <a:srgbClr val="000000">
                  <a:alpha val="14901"/>
                </a:srgbClr>
              </a:outerShdw>
            </a:effectLst>
          </p:spPr>
        </p:pic>
        <p:pic>
          <p:nvPicPr>
            <p:cNvPr id="696" name="Google Shape;696;g26b641b03cd_0_165"/>
            <p:cNvPicPr preferRelativeResize="0"/>
            <p:nvPr/>
          </p:nvPicPr>
          <p:blipFill rotWithShape="1">
            <a:blip r:embed="rId13">
              <a:alphaModFix/>
            </a:blip>
            <a:srcRect l="19" r="28"/>
            <a:stretch/>
          </p:blipFill>
          <p:spPr>
            <a:xfrm>
              <a:off x="1853354" y="3409744"/>
              <a:ext cx="822525" cy="1164251"/>
            </a:xfrm>
            <a:prstGeom prst="rect">
              <a:avLst/>
            </a:prstGeom>
            <a:noFill/>
            <a:ln>
              <a:noFill/>
            </a:ln>
            <a:effectLst>
              <a:outerShdw blurRad="71438" dist="28575" dir="5400000" algn="bl" rotWithShape="0">
                <a:srgbClr val="000000">
                  <a:alpha val="14901"/>
                </a:srgbClr>
              </a:outerShdw>
            </a:effectLst>
          </p:spPr>
        </p:pic>
        <p:pic>
          <p:nvPicPr>
            <p:cNvPr id="697" name="Google Shape;697;g26b641b03cd_0_165"/>
            <p:cNvPicPr preferRelativeResize="0"/>
            <p:nvPr/>
          </p:nvPicPr>
          <p:blipFill rotWithShape="1">
            <a:blip r:embed="rId14">
              <a:alphaModFix/>
            </a:blip>
            <a:srcRect l="19" r="28"/>
            <a:stretch/>
          </p:blipFill>
          <p:spPr>
            <a:xfrm>
              <a:off x="2776307" y="3409744"/>
              <a:ext cx="822525" cy="1164251"/>
            </a:xfrm>
            <a:prstGeom prst="rect">
              <a:avLst/>
            </a:prstGeom>
            <a:noFill/>
            <a:ln>
              <a:noFill/>
            </a:ln>
            <a:effectLst>
              <a:outerShdw blurRad="71438" dist="28575" dir="5400000" algn="bl" rotWithShape="0">
                <a:srgbClr val="000000">
                  <a:alpha val="14901"/>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4901"/>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4901"/>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4901"/>
                </a:srgbClr>
              </a:outerShdw>
            </a:effectLst>
          </p:spPr>
        </p:pic>
        <p:pic>
          <p:nvPicPr>
            <p:cNvPr id="701" name="Google Shape;701;g26b641b03cd_0_165"/>
            <p:cNvPicPr preferRelativeResize="0"/>
            <p:nvPr/>
          </p:nvPicPr>
          <p:blipFill rotWithShape="1">
            <a:blip r:embed="rId18">
              <a:alphaModFix/>
            </a:blip>
            <a:srcRect l="19" r="28"/>
            <a:stretch/>
          </p:blipFill>
          <p:spPr>
            <a:xfrm>
              <a:off x="6468121" y="3409744"/>
              <a:ext cx="822525" cy="1164251"/>
            </a:xfrm>
            <a:prstGeom prst="rect">
              <a:avLst/>
            </a:prstGeom>
            <a:noFill/>
            <a:ln>
              <a:noFill/>
            </a:ln>
            <a:effectLst>
              <a:outerShdw blurRad="71438" dist="28575" dir="5400000" algn="bl" rotWithShape="0">
                <a:srgbClr val="000000">
                  <a:alpha val="14901"/>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4901"/>
                </a:srgbClr>
              </a:outerShdw>
            </a:effectLst>
          </p:spPr>
        </p:pic>
        <p:pic>
          <p:nvPicPr>
            <p:cNvPr id="703" name="Google Shape;703;g26b641b03cd_0_165"/>
            <p:cNvPicPr preferRelativeResize="0"/>
            <p:nvPr/>
          </p:nvPicPr>
          <p:blipFill rotWithShape="1">
            <a:blip r:embed="rId20">
              <a:alphaModFix/>
            </a:blip>
            <a:srcRect l="19" r="28"/>
            <a:stretch/>
          </p:blipFill>
          <p:spPr>
            <a:xfrm>
              <a:off x="3699261" y="4690044"/>
              <a:ext cx="822525" cy="1164251"/>
            </a:xfrm>
            <a:prstGeom prst="rect">
              <a:avLst/>
            </a:prstGeom>
            <a:noFill/>
            <a:ln>
              <a:noFill/>
            </a:ln>
            <a:effectLst>
              <a:outerShdw blurRad="71438" dist="28575" dir="5400000" algn="bl" rotWithShape="0">
                <a:srgbClr val="000000">
                  <a:alpha val="14901"/>
                </a:srgbClr>
              </a:outerShdw>
            </a:effectLst>
          </p:spPr>
        </p:pic>
        <p:pic>
          <p:nvPicPr>
            <p:cNvPr id="704" name="Google Shape;704;g26b641b03cd_0_165"/>
            <p:cNvPicPr preferRelativeResize="0"/>
            <p:nvPr/>
          </p:nvPicPr>
          <p:blipFill rotWithShape="1">
            <a:blip r:embed="rId21">
              <a:alphaModFix/>
            </a:blip>
            <a:srcRect l="19" r="28"/>
            <a:stretch/>
          </p:blipFill>
          <p:spPr>
            <a:xfrm>
              <a:off x="1853354" y="4690044"/>
              <a:ext cx="822525" cy="1164251"/>
            </a:xfrm>
            <a:prstGeom prst="rect">
              <a:avLst/>
            </a:prstGeom>
            <a:noFill/>
            <a:ln>
              <a:noFill/>
            </a:ln>
            <a:effectLst>
              <a:outerShdw blurRad="71438" dist="28575" dir="5400000" algn="bl" rotWithShape="0">
                <a:srgbClr val="000000">
                  <a:alpha val="14901"/>
                </a:srgbClr>
              </a:outerShdw>
            </a:effectLst>
          </p:spPr>
        </p:pic>
        <p:pic>
          <p:nvPicPr>
            <p:cNvPr id="705" name="Google Shape;705;g26b641b03cd_0_165"/>
            <p:cNvPicPr preferRelativeResize="0"/>
            <p:nvPr/>
          </p:nvPicPr>
          <p:blipFill rotWithShape="1">
            <a:blip r:embed="rId22">
              <a:alphaModFix/>
            </a:blip>
            <a:srcRect l="19" r="28"/>
            <a:stretch/>
          </p:blipFill>
          <p:spPr>
            <a:xfrm>
              <a:off x="2776307" y="4690044"/>
              <a:ext cx="822525" cy="1164251"/>
            </a:xfrm>
            <a:prstGeom prst="rect">
              <a:avLst/>
            </a:prstGeom>
            <a:noFill/>
            <a:ln>
              <a:noFill/>
            </a:ln>
            <a:effectLst>
              <a:outerShdw blurRad="71438" dist="28575" dir="5400000" algn="bl" rotWithShape="0">
                <a:srgbClr val="000000">
                  <a:alpha val="14901"/>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4901"/>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4901"/>
                </a:srgbClr>
              </a:outerShdw>
            </a:effectLst>
          </p:spPr>
        </p:pic>
        <p:pic>
          <p:nvPicPr>
            <p:cNvPr id="708" name="Google Shape;708;g26b641b03cd_0_165"/>
            <p:cNvPicPr preferRelativeResize="0"/>
            <p:nvPr/>
          </p:nvPicPr>
          <p:blipFill rotWithShape="1">
            <a:blip r:embed="rId25">
              <a:alphaModFix/>
            </a:blip>
            <a:srcRect l="19" r="28"/>
            <a:stretch/>
          </p:blipFill>
          <p:spPr>
            <a:xfrm>
              <a:off x="6468121" y="4690044"/>
              <a:ext cx="822525" cy="1164251"/>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4901"/>
                </a:srgbClr>
              </a:outerShdw>
            </a:effectLst>
          </p:spPr>
        </p:pic>
        <p:pic>
          <p:nvPicPr>
            <p:cNvPr id="717" name="Google Shape;717;g26b7edf6e71_0_26"/>
            <p:cNvPicPr preferRelativeResize="0"/>
            <p:nvPr/>
          </p:nvPicPr>
          <p:blipFill rotWithShape="1">
            <a:blip r:embed="rId4">
              <a:alphaModFix/>
            </a:blip>
            <a:srcRect l="19" r="28"/>
            <a:stretch/>
          </p:blipFill>
          <p:spPr>
            <a:xfrm>
              <a:off x="6084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86"/>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20" name="Google Shape;720;g26b7edf6e71_0_26"/>
            <p:cNvPicPr preferRelativeResize="0"/>
            <p:nvPr/>
          </p:nvPicPr>
          <p:blipFill rotWithShape="1">
            <a:blip r:embed="rId7">
              <a:alphaModFix/>
            </a:blip>
            <a:srcRect l="19" r="28"/>
            <a:stretch/>
          </p:blipFill>
          <p:spPr>
            <a:xfrm>
              <a:off x="3875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23" name="Google Shape;723;g26b7edf6e71_0_26"/>
            <p:cNvPicPr preferRelativeResize="0"/>
            <p:nvPr/>
          </p:nvPicPr>
          <p:blipFill rotWithShape="1">
            <a:blip r:embed="rId10">
              <a:alphaModFix/>
            </a:blip>
            <a:srcRect l="19" r="28"/>
            <a:stretch/>
          </p:blipFill>
          <p:spPr>
            <a:xfrm>
              <a:off x="1666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25" name="Google Shape;725;g26b7edf6e71_0_26"/>
            <p:cNvPicPr preferRelativeResize="0"/>
            <p:nvPr/>
          </p:nvPicPr>
          <p:blipFill rotWithShape="1">
            <a:blip r:embed="rId12">
              <a:alphaModFix/>
            </a:blip>
            <a:srcRect l="19" r="28"/>
            <a:stretch/>
          </p:blipFill>
          <p:spPr>
            <a:xfrm>
              <a:off x="7557389" y="3150869"/>
              <a:ext cx="656212" cy="928836"/>
            </a:xfrm>
            <a:prstGeom prst="rect">
              <a:avLst/>
            </a:prstGeom>
            <a:noFill/>
            <a:ln>
              <a:noFill/>
            </a:ln>
            <a:effectLst>
              <a:outerShdw blurRad="71438" dist="28575" dir="5400000" algn="bl" rotWithShape="0">
                <a:srgbClr val="000000">
                  <a:alpha val="16078"/>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86"/>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28" name="Google Shape;728;g26b7edf6e71_0_26"/>
            <p:cNvPicPr preferRelativeResize="0"/>
            <p:nvPr/>
          </p:nvPicPr>
          <p:blipFill rotWithShape="1">
            <a:blip r:embed="rId15">
              <a:alphaModFix/>
            </a:blip>
            <a:srcRect l="19" r="28"/>
            <a:stretch/>
          </p:blipFill>
          <p:spPr>
            <a:xfrm>
              <a:off x="5348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86"/>
                </a:srgbClr>
              </a:outerShdw>
            </a:effectLst>
          </p:spPr>
        </p:pic>
        <p:pic>
          <p:nvPicPr>
            <p:cNvPr id="730" name="Google Shape;730;g26b7edf6e71_0_26"/>
            <p:cNvPicPr preferRelativeResize="0"/>
            <p:nvPr/>
          </p:nvPicPr>
          <p:blipFill rotWithShape="1">
            <a:blip r:embed="rId17">
              <a:alphaModFix/>
            </a:blip>
            <a:srcRect l="19" r="28"/>
            <a:stretch/>
          </p:blipFill>
          <p:spPr>
            <a:xfrm>
              <a:off x="3139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35" name="Google Shape;735;g26b7edf6e71_0_26"/>
            <p:cNvPicPr preferRelativeResize="0"/>
            <p:nvPr/>
          </p:nvPicPr>
          <p:blipFill rotWithShape="1">
            <a:blip r:embed="rId22">
              <a:alphaModFix/>
            </a:blip>
            <a:srcRect l="19" r="28"/>
            <a:stretch/>
          </p:blipFill>
          <p:spPr>
            <a:xfrm>
              <a:off x="2403067" y="2129450"/>
              <a:ext cx="656212" cy="928836"/>
            </a:xfrm>
            <a:prstGeom prst="rect">
              <a:avLst/>
            </a:prstGeom>
            <a:noFill/>
            <a:ln>
              <a:noFill/>
            </a:ln>
            <a:effectLst>
              <a:outerShdw blurRad="71438" dist="28575" dir="5400000" algn="bl" rotWithShape="0">
                <a:srgbClr val="000000">
                  <a:alpha val="14901"/>
                </a:srgbClr>
              </a:outerShdw>
            </a:effectLst>
          </p:spPr>
        </p:pic>
        <p:pic>
          <p:nvPicPr>
            <p:cNvPr id="736" name="Google Shape;736;g26b7edf6e71_0_26"/>
            <p:cNvPicPr preferRelativeResize="0"/>
            <p:nvPr/>
          </p:nvPicPr>
          <p:blipFill rotWithShape="1">
            <a:blip r:embed="rId23">
              <a:alphaModFix/>
            </a:blip>
            <a:srcRect l="19" r="28"/>
            <a:stretch/>
          </p:blipFill>
          <p:spPr>
            <a:xfrm>
              <a:off x="3875733" y="2129450"/>
              <a:ext cx="656212" cy="928836"/>
            </a:xfrm>
            <a:prstGeom prst="rect">
              <a:avLst/>
            </a:prstGeom>
            <a:noFill/>
            <a:ln>
              <a:noFill/>
            </a:ln>
            <a:effectLst>
              <a:outerShdw blurRad="71438" dist="28575" dir="5400000" algn="bl" rotWithShape="0">
                <a:srgbClr val="000000">
                  <a:alpha val="14901"/>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4901"/>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4901"/>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4901"/>
                </a:srgbClr>
              </a:outerShdw>
            </a:effectLst>
          </p:spPr>
        </p:pic>
        <p:pic>
          <p:nvPicPr>
            <p:cNvPr id="742" name="Google Shape;742;g26b7edf6e71_0_26"/>
            <p:cNvPicPr preferRelativeResize="0"/>
            <p:nvPr/>
          </p:nvPicPr>
          <p:blipFill rotWithShape="1">
            <a:blip r:embed="rId29">
              <a:alphaModFix/>
            </a:blip>
            <a:srcRect l="19" r="28"/>
            <a:stretch/>
          </p:blipFill>
          <p:spPr>
            <a:xfrm>
              <a:off x="1666733" y="3150869"/>
              <a:ext cx="656212" cy="928836"/>
            </a:xfrm>
            <a:prstGeom prst="rect">
              <a:avLst/>
            </a:prstGeom>
            <a:noFill/>
            <a:ln>
              <a:noFill/>
            </a:ln>
            <a:effectLst>
              <a:outerShdw blurRad="71438" dist="28575" dir="5400000" algn="bl" rotWithShape="0">
                <a:srgbClr val="000000">
                  <a:alpha val="14901"/>
                </a:srgbClr>
              </a:outerShdw>
            </a:effectLst>
          </p:spPr>
        </p:pic>
        <p:pic>
          <p:nvPicPr>
            <p:cNvPr id="743" name="Google Shape;743;g26b7edf6e71_0_26"/>
            <p:cNvPicPr preferRelativeResize="0"/>
            <p:nvPr/>
          </p:nvPicPr>
          <p:blipFill rotWithShape="1">
            <a:blip r:embed="rId30">
              <a:alphaModFix/>
            </a:blip>
            <a:srcRect l="19" r="28"/>
            <a:stretch/>
          </p:blipFill>
          <p:spPr>
            <a:xfrm>
              <a:off x="6821063" y="2129450"/>
              <a:ext cx="656212" cy="928836"/>
            </a:xfrm>
            <a:prstGeom prst="rect">
              <a:avLst/>
            </a:prstGeom>
            <a:noFill/>
            <a:ln>
              <a:noFill/>
            </a:ln>
            <a:effectLst>
              <a:outerShdw blurRad="71438" dist="28575" dir="5400000" algn="bl" rotWithShape="0">
                <a:srgbClr val="000000">
                  <a:alpha val="14901"/>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09"/>
                </a:srgbClr>
              </a:outerShdw>
            </a:effectLst>
          </p:spPr>
        </p:pic>
        <p:pic>
          <p:nvPicPr>
            <p:cNvPr id="753" name="Google Shape;753;g2c298da1f27_0_417"/>
            <p:cNvPicPr preferRelativeResize="0"/>
            <p:nvPr/>
          </p:nvPicPr>
          <p:blipFill rotWithShape="1">
            <a:blip r:embed="rId4">
              <a:alphaModFix/>
            </a:blip>
            <a:srcRect l="19" r="28"/>
            <a:stretch/>
          </p:blipFill>
          <p:spPr>
            <a:xfrm>
              <a:off x="1666733" y="4096088"/>
              <a:ext cx="656212" cy="928836"/>
            </a:xfrm>
            <a:prstGeom prst="rect">
              <a:avLst/>
            </a:prstGeom>
            <a:noFill/>
            <a:ln>
              <a:noFill/>
            </a:ln>
            <a:effectLst>
              <a:outerShdw blurRad="71438" dist="28575" dir="5400000" algn="bl" rotWithShape="0">
                <a:srgbClr val="000000">
                  <a:alpha val="14901"/>
                </a:srgbClr>
              </a:outerShdw>
            </a:effectLst>
          </p:spPr>
        </p:pic>
        <p:pic>
          <p:nvPicPr>
            <p:cNvPr id="754" name="Google Shape;754;g2c298da1f27_0_417"/>
            <p:cNvPicPr preferRelativeResize="0"/>
            <p:nvPr/>
          </p:nvPicPr>
          <p:blipFill rotWithShape="1">
            <a:blip r:embed="rId5">
              <a:alphaModFix/>
            </a:blip>
            <a:srcRect l="19" r="28"/>
            <a:stretch/>
          </p:blipFill>
          <p:spPr>
            <a:xfrm>
              <a:off x="930400" y="4096088"/>
              <a:ext cx="656212" cy="928836"/>
            </a:xfrm>
            <a:prstGeom prst="rect">
              <a:avLst/>
            </a:prstGeom>
            <a:noFill/>
            <a:ln>
              <a:noFill/>
            </a:ln>
            <a:effectLst>
              <a:outerShdw blurRad="71438" dist="28575" dir="5400000" algn="bl" rotWithShape="0">
                <a:srgbClr val="000000">
                  <a:alpha val="14901"/>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4901"/>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509"/>
                </a:srgbClr>
              </a:outerShdw>
            </a:effectLst>
          </p:spPr>
        </p:pic>
        <p:pic>
          <p:nvPicPr>
            <p:cNvPr id="757" name="Google Shape;757;g2c298da1f27_0_417"/>
            <p:cNvPicPr preferRelativeResize="0"/>
            <p:nvPr/>
          </p:nvPicPr>
          <p:blipFill rotWithShape="1">
            <a:blip r:embed="rId8">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58" name="Google Shape;758;g2c298da1f27_0_417"/>
            <p:cNvPicPr preferRelativeResize="0"/>
            <p:nvPr/>
          </p:nvPicPr>
          <p:blipFill rotWithShape="1">
            <a:blip r:embed="rId9">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509"/>
                </a:srgbClr>
              </a:outerShdw>
            </a:effectLst>
          </p:spPr>
        </p:pic>
        <p:pic>
          <p:nvPicPr>
            <p:cNvPr id="759" name="Google Shape;759;g2c298da1f27_0_417"/>
            <p:cNvPicPr preferRelativeResize="0"/>
            <p:nvPr/>
          </p:nvPicPr>
          <p:blipFill rotWithShape="1">
            <a:blip r:embed="rId10">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509"/>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509"/>
                </a:srgbClr>
              </a:outerShdw>
            </a:effectLst>
          </p:spPr>
        </p:pic>
        <p:pic>
          <p:nvPicPr>
            <p:cNvPr id="763" name="Google Shape;763;g2c298da1f27_0_417"/>
            <p:cNvPicPr preferRelativeResize="0"/>
            <p:nvPr/>
          </p:nvPicPr>
          <p:blipFill rotWithShape="1">
            <a:blip r:embed="rId14">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65" name="Google Shape;765;g2c298da1f27_0_417"/>
            <p:cNvPicPr preferRelativeResize="0"/>
            <p:nvPr/>
          </p:nvPicPr>
          <p:blipFill rotWithShape="1">
            <a:blip r:embed="rId16">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66" name="Google Shape;766;g2c298da1f27_0_417"/>
            <p:cNvPicPr preferRelativeResize="0"/>
            <p:nvPr/>
          </p:nvPicPr>
          <p:blipFill rotWithShape="1">
            <a:blip r:embed="rId17">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67" name="Google Shape;767;g2c298da1f27_0_417"/>
            <p:cNvPicPr preferRelativeResize="0"/>
            <p:nvPr/>
          </p:nvPicPr>
          <p:blipFill rotWithShape="1">
            <a:blip r:embed="rId18">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509"/>
                </a:srgbClr>
              </a:outerShdw>
            </a:effectLst>
          </p:spPr>
        </p:pic>
        <p:pic>
          <p:nvPicPr>
            <p:cNvPr id="769" name="Google Shape;769;g2c298da1f27_0_417"/>
            <p:cNvPicPr preferRelativeResize="0"/>
            <p:nvPr/>
          </p:nvPicPr>
          <p:blipFill rotWithShape="1">
            <a:blip r:embed="rId20">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71" name="Google Shape;771;g2c298da1f27_0_417"/>
            <p:cNvPicPr preferRelativeResize="0"/>
            <p:nvPr/>
          </p:nvPicPr>
          <p:blipFill rotWithShape="1">
            <a:blip r:embed="rId22">
              <a:alphaModFix/>
            </a:blip>
            <a:srcRect l="19" r="28"/>
            <a:stretch/>
          </p:blipFill>
          <p:spPr>
            <a:xfrm>
              <a:off x="6821063" y="3074669"/>
              <a:ext cx="656212" cy="928836"/>
            </a:xfrm>
            <a:prstGeom prst="rect">
              <a:avLst/>
            </a:prstGeom>
            <a:noFill/>
            <a:ln>
              <a:noFill/>
            </a:ln>
            <a:effectLst>
              <a:outerShdw blurRad="71438" dist="28575" dir="5400000" algn="bl" rotWithShape="0">
                <a:srgbClr val="000000">
                  <a:alpha val="14509"/>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509"/>
                </a:srgbClr>
              </a:outerShdw>
            </a:effectLst>
          </p:spPr>
        </p:pic>
        <p:pic>
          <p:nvPicPr>
            <p:cNvPr id="773" name="Google Shape;773;g2c298da1f27_0_417"/>
            <p:cNvPicPr preferRelativeResize="0"/>
            <p:nvPr/>
          </p:nvPicPr>
          <p:blipFill rotWithShape="1">
            <a:blip r:embed="rId24">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74" name="Google Shape;774;g2c298da1f27_0_417"/>
            <p:cNvPicPr preferRelativeResize="0"/>
            <p:nvPr/>
          </p:nvPicPr>
          <p:blipFill rotWithShape="1">
            <a:blip r:embed="rId25">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509"/>
                </a:srgbClr>
              </a:outerShdw>
            </a:effectLst>
          </p:spPr>
        </p:pic>
        <p:pic>
          <p:nvPicPr>
            <p:cNvPr id="775" name="Google Shape;775;g2c298da1f27_0_417"/>
            <p:cNvPicPr preferRelativeResize="0"/>
            <p:nvPr/>
          </p:nvPicPr>
          <p:blipFill rotWithShape="1">
            <a:blip r:embed="rId26">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1"/>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78" name="Google Shape;778;g2c298da1f27_0_417"/>
            <p:cNvPicPr preferRelativeResize="0"/>
            <p:nvPr/>
          </p:nvPicPr>
          <p:blipFill rotWithShape="1">
            <a:blip r:embed="rId29">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79" name="Google Shape;779;g2c298da1f27_0_417"/>
            <p:cNvPicPr preferRelativeResize="0"/>
            <p:nvPr/>
          </p:nvPicPr>
          <p:blipFill rotWithShape="1">
            <a:blip r:embed="rId30">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901"/>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1"/>
                </a:srgbClr>
              </a:outerShdw>
            </a:effectLst>
          </p:spPr>
        </p:pic>
        <p:pic>
          <p:nvPicPr>
            <p:cNvPr id="781" name="Google Shape;781;g2c298da1f27_0_417"/>
            <p:cNvPicPr preferRelativeResize="0"/>
            <p:nvPr/>
          </p:nvPicPr>
          <p:blipFill rotWithShape="1">
            <a:blip r:embed="rId32">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82" name="Google Shape;782;g2c298da1f27_0_417"/>
            <p:cNvPicPr preferRelativeResize="0"/>
            <p:nvPr/>
          </p:nvPicPr>
          <p:blipFill rotWithShape="1">
            <a:blip r:embed="rId33">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1"/>
                </a:srgbClr>
              </a:outerShdw>
            </a:effectLst>
          </p:spPr>
        </p:pic>
        <p:pic>
          <p:nvPicPr>
            <p:cNvPr id="784" name="Google Shape;784;g2c298da1f27_0_417"/>
            <p:cNvPicPr preferRelativeResize="0"/>
            <p:nvPr/>
          </p:nvPicPr>
          <p:blipFill rotWithShape="1">
            <a:blip r:embed="rId35">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85" name="Google Shape;785;g2c298da1f27_0_417"/>
            <p:cNvPicPr preferRelativeResize="0"/>
            <p:nvPr/>
          </p:nvPicPr>
          <p:blipFill rotWithShape="1">
            <a:blip r:embed="rId36">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901"/>
                </a:srgbClr>
              </a:outerShdw>
            </a:effectLst>
          </p:spPr>
        </p:pic>
        <p:pic>
          <p:nvPicPr>
            <p:cNvPr id="786" name="Google Shape;786;g2c298da1f27_0_417"/>
            <p:cNvPicPr preferRelativeResize="0"/>
            <p:nvPr/>
          </p:nvPicPr>
          <p:blipFill rotWithShape="1">
            <a:blip r:embed="rId37">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901"/>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1"/>
                </a:srgbClr>
              </a:outerShdw>
            </a:effectLst>
          </p:spPr>
        </p:pic>
        <p:pic>
          <p:nvPicPr>
            <p:cNvPr id="790" name="Google Shape;790;g2c298da1f27_0_417"/>
            <p:cNvPicPr preferRelativeResize="0"/>
            <p:nvPr/>
          </p:nvPicPr>
          <p:blipFill rotWithShape="1">
            <a:blip r:embed="rId41">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1"/>
                </a:srgbClr>
              </a:outerShdw>
            </a:effectLst>
          </p:spPr>
        </p:pic>
        <p:pic>
          <p:nvPicPr>
            <p:cNvPr id="792" name="Google Shape;792;g2c298da1f27_0_417"/>
            <p:cNvPicPr preferRelativeResize="0"/>
            <p:nvPr/>
          </p:nvPicPr>
          <p:blipFill rotWithShape="1">
            <a:blip r:embed="rId43">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04" name="Google Shape;804;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05" name="Google Shape;805;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06" name="Google Shape;806;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07" name="Google Shape;807;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08" name="Google Shape;808;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09" name="Google Shape;809;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10" name="Google Shape;810;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11" name="Google Shape;811;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12" name="Google Shape;812;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13" name="Google Shape;813;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14" name="Google Shape;814;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15" name="Google Shape;815;g2cdbdd49f8e_0_0"/>
          <p:cNvPicPr preferRelativeResize="0"/>
          <p:nvPr/>
        </p:nvPicPr>
        <p:blipFill rotWithShape="1">
          <a:blip r:embed="rId19">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16" name="Google Shape;816;g2cdbdd49f8e_0_0"/>
          <p:cNvPicPr preferRelativeResize="0"/>
          <p:nvPr/>
        </p:nvPicPr>
        <p:blipFill rotWithShape="1">
          <a:blip r:embed="rId20">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21">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22">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19" name="Google Shape;819;g2cdbdd49f8e_0_0"/>
          <p:cNvPicPr preferRelativeResize="0"/>
          <p:nvPr/>
        </p:nvPicPr>
        <p:blipFill rotWithShape="1">
          <a:blip r:embed="rId23">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20" name="Google Shape;820;g2cdbdd49f8e_0_0"/>
          <p:cNvPicPr preferRelativeResize="0"/>
          <p:nvPr/>
        </p:nvPicPr>
        <p:blipFill rotWithShape="1">
          <a:blip r:embed="rId24">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21" name="Google Shape;821;g2cdbdd49f8e_0_0"/>
          <p:cNvPicPr preferRelativeResize="0"/>
          <p:nvPr/>
        </p:nvPicPr>
        <p:blipFill rotWithShape="1">
          <a:blip r:embed="rId25">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22" name="Google Shape;822;g2cdbdd49f8e_0_0"/>
          <p:cNvPicPr preferRelativeResize="0"/>
          <p:nvPr/>
        </p:nvPicPr>
        <p:blipFill rotWithShape="1">
          <a:blip r:embed="rId26">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23" name="Google Shape;823;g2cdbdd49f8e_0_0"/>
          <p:cNvPicPr preferRelativeResize="0"/>
          <p:nvPr/>
        </p:nvPicPr>
        <p:blipFill rotWithShape="1">
          <a:blip r:embed="rId27">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24" name="Google Shape;824;g2cdbdd49f8e_0_0"/>
          <p:cNvPicPr preferRelativeResize="0"/>
          <p:nvPr/>
        </p:nvPicPr>
        <p:blipFill rotWithShape="1">
          <a:blip r:embed="rId28">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25" name="Google Shape;825;g2cdbdd49f8e_0_0"/>
          <p:cNvPicPr preferRelativeResize="0"/>
          <p:nvPr/>
        </p:nvPicPr>
        <p:blipFill rotWithShape="1">
          <a:blip r:embed="rId29">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26" name="Google Shape;826;g2cdbdd49f8e_0_0"/>
          <p:cNvPicPr preferRelativeResize="0"/>
          <p:nvPr/>
        </p:nvPicPr>
        <p:blipFill rotWithShape="1">
          <a:blip r:embed="rId30">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27" name="Google Shape;827;g2cdbdd49f8e_0_0"/>
          <p:cNvPicPr preferRelativeResize="0"/>
          <p:nvPr/>
        </p:nvPicPr>
        <p:blipFill rotWithShape="1">
          <a:blip r:embed="rId31">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28" name="Google Shape;828;g2cdbdd49f8e_0_0"/>
          <p:cNvPicPr preferRelativeResize="0"/>
          <p:nvPr/>
        </p:nvPicPr>
        <p:blipFill rotWithShape="1">
          <a:blip r:embed="rId32">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29" name="Google Shape;829;g2cdbdd49f8e_0_0"/>
          <p:cNvPicPr preferRelativeResize="0"/>
          <p:nvPr/>
        </p:nvPicPr>
        <p:blipFill rotWithShape="1">
          <a:blip r:embed="rId33">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30" name="Google Shape;830;g2cdbdd49f8e_0_0"/>
          <p:cNvPicPr preferRelativeResize="0"/>
          <p:nvPr/>
        </p:nvPicPr>
        <p:blipFill rotWithShape="1">
          <a:blip r:embed="rId34">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31" name="Google Shape;831;g2cdbdd49f8e_0_0"/>
          <p:cNvPicPr preferRelativeResize="0"/>
          <p:nvPr/>
        </p:nvPicPr>
        <p:blipFill rotWithShape="1">
          <a:blip r:embed="rId35">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grpSp>
        <p:nvGrpSpPr>
          <p:cNvPr id="837" name="Google Shape;837;g26b7edf6e71_0_109"/>
          <p:cNvGrpSpPr/>
          <p:nvPr/>
        </p:nvGrpSpPr>
        <p:grpSpPr>
          <a:xfrm>
            <a:off x="865957" y="2135925"/>
            <a:ext cx="7282807" cy="2686611"/>
            <a:chOff x="867357" y="2129450"/>
            <a:chExt cx="7282807" cy="2686611"/>
          </a:xfrm>
        </p:grpSpPr>
        <p:pic>
          <p:nvPicPr>
            <p:cNvPr id="838" name="Google Shape;83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39" name="Google Shape;839;g26b7edf6e71_0_109"/>
            <p:cNvPicPr preferRelativeResize="0"/>
            <p:nvPr/>
          </p:nvPicPr>
          <p:blipFill rotWithShape="1">
            <a:blip r:embed="rId4">
              <a:alphaModFix/>
            </a:blip>
            <a:srcRect l="99" r="98"/>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40" name="Google Shape;840;g26b7edf6e71_0_109"/>
            <p:cNvPicPr preferRelativeResize="0"/>
            <p:nvPr/>
          </p:nvPicPr>
          <p:blipFill rotWithShape="1">
            <a:blip r:embed="rId5">
              <a:alphaModFix/>
            </a:blip>
            <a:srcRect l="99" r="98"/>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41" name="Google Shape;841;g26b7edf6e71_0_109"/>
            <p:cNvPicPr preferRelativeResize="0"/>
            <p:nvPr/>
          </p:nvPicPr>
          <p:blipFill rotWithShape="1">
            <a:blip r:embed="rId6">
              <a:alphaModFix/>
            </a:blip>
            <a:srcRect l="99" r="98"/>
            <a:stretch/>
          </p:blipFill>
          <p:spPr>
            <a:xfrm>
              <a:off x="4547991" y="2129450"/>
              <a:ext cx="1147320" cy="821565"/>
            </a:xfrm>
            <a:prstGeom prst="rect">
              <a:avLst/>
            </a:prstGeom>
            <a:noFill/>
            <a:ln>
              <a:noFill/>
            </a:ln>
            <a:effectLst>
              <a:outerShdw blurRad="71438" dist="19050" dir="5400000" algn="bl" rotWithShape="0">
                <a:srgbClr val="000000">
                  <a:alpha val="18039"/>
                </a:srgbClr>
              </a:outerShdw>
            </a:effectLst>
          </p:spPr>
        </p:pic>
        <p:pic>
          <p:nvPicPr>
            <p:cNvPr id="842" name="Google Shape;842;g26b7edf6e71_0_109"/>
            <p:cNvPicPr preferRelativeResize="0"/>
            <p:nvPr/>
          </p:nvPicPr>
          <p:blipFill rotWithShape="1">
            <a:blip r:embed="rId7">
              <a:alphaModFix/>
            </a:blip>
            <a:srcRect l="99" r="98"/>
            <a:stretch/>
          </p:blipFill>
          <p:spPr>
            <a:xfrm>
              <a:off x="5774724" y="2129450"/>
              <a:ext cx="1147320" cy="821565"/>
            </a:xfrm>
            <a:prstGeom prst="rect">
              <a:avLst/>
            </a:prstGeom>
            <a:noFill/>
            <a:ln>
              <a:noFill/>
            </a:ln>
            <a:effectLst>
              <a:outerShdw blurRad="71438" dist="19050" dir="5400000" algn="bl" rotWithShape="0">
                <a:srgbClr val="000000">
                  <a:alpha val="18039"/>
                </a:srgbClr>
              </a:outerShdw>
            </a:effectLst>
          </p:spPr>
        </p:pic>
        <p:pic>
          <p:nvPicPr>
            <p:cNvPr id="843" name="Google Shape;843;g26b7edf6e71_0_109"/>
            <p:cNvPicPr preferRelativeResize="0"/>
            <p:nvPr/>
          </p:nvPicPr>
          <p:blipFill rotWithShape="1">
            <a:blip r:embed="rId8">
              <a:alphaModFix/>
            </a:blip>
            <a:srcRect l="99" r="98"/>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44" name="Google Shape;844;g26b7edf6e71_0_109"/>
            <p:cNvPicPr preferRelativeResize="0"/>
            <p:nvPr/>
          </p:nvPicPr>
          <p:blipFill rotWithShape="1">
            <a:blip r:embed="rId9">
              <a:alphaModFix/>
            </a:blip>
            <a:srcRect l="99" r="98"/>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45" name="Google Shape;845;g26b7edf6e71_0_109"/>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8039"/>
                </a:srgbClr>
              </a:outerShdw>
            </a:effectLst>
          </p:spPr>
        </p:pic>
        <p:pic>
          <p:nvPicPr>
            <p:cNvPr id="846" name="Google Shape;846;g26b7edf6e71_0_109"/>
            <p:cNvPicPr preferRelativeResize="0"/>
            <p:nvPr/>
          </p:nvPicPr>
          <p:blipFill rotWithShape="1">
            <a:blip r:embed="rId11">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47" name="Google Shape;847;g26b7edf6e71_0_109"/>
            <p:cNvPicPr preferRelativeResize="0"/>
            <p:nvPr/>
          </p:nvPicPr>
          <p:blipFill rotWithShape="1">
            <a:blip r:embed="rId12">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48" name="Google Shape;848;g26b7edf6e71_0_109"/>
            <p:cNvPicPr preferRelativeResize="0"/>
            <p:nvPr/>
          </p:nvPicPr>
          <p:blipFill rotWithShape="1">
            <a:blip r:embed="rId13">
              <a:alphaModFix/>
            </a:blip>
            <a:srcRect l="189" r="178"/>
            <a:stretch/>
          </p:blipFill>
          <p:spPr>
            <a:xfrm>
              <a:off x="5774548" y="3060270"/>
              <a:ext cx="1148707" cy="822956"/>
            </a:xfrm>
            <a:prstGeom prst="rect">
              <a:avLst/>
            </a:prstGeom>
            <a:noFill/>
            <a:ln>
              <a:noFill/>
            </a:ln>
            <a:effectLst>
              <a:outerShdw blurRad="71438" dist="19050" dir="5400000" algn="bl" rotWithShape="0">
                <a:srgbClr val="000000">
                  <a:alpha val="18039"/>
                </a:srgbClr>
              </a:outerShdw>
            </a:effectLst>
          </p:spPr>
        </p:pic>
        <p:pic>
          <p:nvPicPr>
            <p:cNvPr id="849" name="Google Shape;849;g26b7edf6e71_0_109"/>
            <p:cNvPicPr preferRelativeResize="0"/>
            <p:nvPr/>
          </p:nvPicPr>
          <p:blipFill rotWithShape="1">
            <a:blip r:embed="rId14">
              <a:alphaModFix/>
            </a:blip>
            <a:srcRect l="18" r="9"/>
            <a:stretch/>
          </p:blipFill>
          <p:spPr>
            <a:xfrm>
              <a:off x="867357" y="3994495"/>
              <a:ext cx="1148707" cy="821566"/>
            </a:xfrm>
            <a:prstGeom prst="rect">
              <a:avLst/>
            </a:prstGeom>
            <a:noFill/>
            <a:ln>
              <a:noFill/>
            </a:ln>
            <a:effectLst>
              <a:outerShdw blurRad="71438" dist="19050" dir="5400000" algn="bl" rotWithShape="0">
                <a:srgbClr val="000000">
                  <a:alpha val="18039"/>
                </a:srgbClr>
              </a:outerShdw>
            </a:effectLst>
          </p:spPr>
        </p:pic>
        <p:pic>
          <p:nvPicPr>
            <p:cNvPr id="850" name="Google Shape;850;g26b7edf6e71_0_109"/>
            <p:cNvPicPr preferRelativeResize="0"/>
            <p:nvPr/>
          </p:nvPicPr>
          <p:blipFill rotWithShape="1">
            <a:blip r:embed="rId15">
              <a:alphaModFix/>
            </a:blip>
            <a:srcRect l="18" r="9"/>
            <a:stretch/>
          </p:blipFill>
          <p:spPr>
            <a:xfrm>
              <a:off x="7001457" y="3060270"/>
              <a:ext cx="1148707" cy="821564"/>
            </a:xfrm>
            <a:prstGeom prst="rect">
              <a:avLst/>
            </a:prstGeom>
            <a:noFill/>
            <a:ln>
              <a:noFill/>
            </a:ln>
            <a:effectLst>
              <a:outerShdw blurRad="71438" dist="19050" dir="5400000" algn="bl" rotWithShape="0">
                <a:srgbClr val="000000">
                  <a:alpha val="18039"/>
                </a:srgbClr>
              </a:outerShdw>
            </a:effectLst>
          </p:spPr>
        </p:pic>
        <p:pic>
          <p:nvPicPr>
            <p:cNvPr id="851" name="Google Shape;851;g26b7edf6e71_0_109"/>
            <p:cNvPicPr preferRelativeResize="0"/>
            <p:nvPr/>
          </p:nvPicPr>
          <p:blipFill rotWithShape="1">
            <a:blip r:embed="rId16">
              <a:alphaModFix/>
            </a:blip>
            <a:srcRect l="99" r="98"/>
            <a:stretch/>
          </p:blipFill>
          <p:spPr>
            <a:xfrm>
              <a:off x="2093821" y="3994495"/>
              <a:ext cx="1148707" cy="821565"/>
            </a:xfrm>
            <a:prstGeom prst="rect">
              <a:avLst/>
            </a:prstGeom>
            <a:noFill/>
            <a:ln>
              <a:noFill/>
            </a:ln>
            <a:effectLst>
              <a:outerShdw blurRad="71438" dist="19050" dir="5400000" algn="bl" rotWithShape="0">
                <a:srgbClr val="000000">
                  <a:alpha val="18039"/>
                </a:srgbClr>
              </a:outerShdw>
            </a:effectLst>
          </p:spPr>
        </p:pic>
      </p:grpSp>
      <p:sp>
        <p:nvSpPr>
          <p:cNvPr id="852" name="Google Shape;852;g26b7edf6e71_0_10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Common Exception Words </a:t>
            </a:r>
            <a:br>
              <a:rPr lang="en-US" sz="2400" b="0" i="0" u="none" strike="noStrike" cap="none">
                <a:solidFill>
                  <a:srgbClr val="000000"/>
                </a:solidFill>
                <a:latin typeface="Poppins"/>
                <a:ea typeface="Poppins"/>
                <a:cs typeface="Poppins"/>
                <a:sym typeface="Poppins"/>
              </a:rPr>
            </a:br>
            <a:r>
              <a:rPr lang="en-US" sz="2400" b="0" i="0" u="none" strike="noStrike" cap="none">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grpSp>
        <p:nvGrpSpPr>
          <p:cNvPr id="858" name="Google Shape;858;g2c298d33e0c_0_6"/>
          <p:cNvGrpSpPr/>
          <p:nvPr/>
        </p:nvGrpSpPr>
        <p:grpSpPr>
          <a:xfrm>
            <a:off x="866900" y="2155300"/>
            <a:ext cx="7281864" cy="2684601"/>
            <a:chOff x="868300" y="2129450"/>
            <a:chExt cx="7281864" cy="2684601"/>
          </a:xfrm>
        </p:grpSpPr>
        <p:pic>
          <p:nvPicPr>
            <p:cNvPr id="859" name="Google Shape;859;g2c298d33e0c_0_6"/>
            <p:cNvPicPr preferRelativeResize="0"/>
            <p:nvPr/>
          </p:nvPicPr>
          <p:blipFill rotWithShape="1">
            <a:blip r:embed="rId3">
              <a:alphaModFix/>
            </a:blip>
            <a:srcRect l="99" r="98"/>
            <a:stretch/>
          </p:blipFill>
          <p:spPr>
            <a:xfrm>
              <a:off x="4547639" y="3991095"/>
              <a:ext cx="1148707" cy="822955"/>
            </a:xfrm>
            <a:prstGeom prst="rect">
              <a:avLst/>
            </a:prstGeom>
            <a:noFill/>
            <a:ln>
              <a:noFill/>
            </a:ln>
            <a:effectLst>
              <a:outerShdw blurRad="71438" dist="19050" dir="5400000" algn="bl" rotWithShape="0">
                <a:srgbClr val="000000">
                  <a:alpha val="18039"/>
                </a:srgbClr>
              </a:outerShdw>
            </a:effectLst>
          </p:spPr>
        </p:pic>
        <p:pic>
          <p:nvPicPr>
            <p:cNvPr id="860" name="Google Shape;860;g2c298d33e0c_0_6"/>
            <p:cNvPicPr preferRelativeResize="0"/>
            <p:nvPr/>
          </p:nvPicPr>
          <p:blipFill rotWithShape="1">
            <a:blip r:embed="rId4">
              <a:alphaModFix/>
            </a:blip>
            <a:srcRect l="189" r="178"/>
            <a:stretch/>
          </p:blipFill>
          <p:spPr>
            <a:xfrm>
              <a:off x="3320730" y="3991095"/>
              <a:ext cx="1148707" cy="822956"/>
            </a:xfrm>
            <a:prstGeom prst="rect">
              <a:avLst/>
            </a:prstGeom>
            <a:noFill/>
            <a:ln>
              <a:noFill/>
            </a:ln>
            <a:effectLst>
              <a:outerShdw blurRad="71438" dist="19050" dir="5400000" algn="bl" rotWithShape="0">
                <a:srgbClr val="000000">
                  <a:alpha val="18039"/>
                </a:srgbClr>
              </a:outerShdw>
            </a:effectLst>
          </p:spPr>
        </p:pic>
        <p:pic>
          <p:nvPicPr>
            <p:cNvPr id="861" name="Google Shape;861;g2c298d33e0c_0_6"/>
            <p:cNvPicPr preferRelativeResize="0"/>
            <p:nvPr/>
          </p:nvPicPr>
          <p:blipFill rotWithShape="1">
            <a:blip r:embed="rId5">
              <a:alphaModFix/>
            </a:blip>
            <a:srcRect l="18" r="9"/>
            <a:stretch/>
          </p:blipFill>
          <p:spPr>
            <a:xfrm>
              <a:off x="2093821" y="3991095"/>
              <a:ext cx="1148707" cy="821566"/>
            </a:xfrm>
            <a:prstGeom prst="rect">
              <a:avLst/>
            </a:prstGeom>
            <a:noFill/>
            <a:ln>
              <a:noFill/>
            </a:ln>
            <a:effectLst>
              <a:outerShdw blurRad="71438" dist="19050" dir="5400000" algn="bl" rotWithShape="0">
                <a:srgbClr val="000000">
                  <a:alpha val="18039"/>
                </a:srgbClr>
              </a:outerShdw>
            </a:effectLst>
          </p:spPr>
        </p:pic>
        <p:pic>
          <p:nvPicPr>
            <p:cNvPr id="862" name="Google Shape;86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431"/>
                </a:srgbClr>
              </a:outerShdw>
            </a:effectLst>
          </p:spPr>
        </p:pic>
        <p:pic>
          <p:nvPicPr>
            <p:cNvPr id="863" name="Google Shape;863;g2c298d33e0c_0_6"/>
            <p:cNvPicPr preferRelativeResize="0"/>
            <p:nvPr/>
          </p:nvPicPr>
          <p:blipFill rotWithShape="1">
            <a:blip r:embed="rId7">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8039"/>
                </a:srgbClr>
              </a:outerShdw>
            </a:effectLst>
          </p:spPr>
        </p:pic>
        <p:pic>
          <p:nvPicPr>
            <p:cNvPr id="864" name="Google Shape;864;g2c298d33e0c_0_6"/>
            <p:cNvPicPr preferRelativeResize="0"/>
            <p:nvPr/>
          </p:nvPicPr>
          <p:blipFill rotWithShape="1">
            <a:blip r:embed="rId8">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65" name="Google Shape;86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66" name="Google Shape;86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67" name="Google Shape;867;g2c298d33e0c_0_6"/>
            <p:cNvPicPr preferRelativeResize="0"/>
            <p:nvPr/>
          </p:nvPicPr>
          <p:blipFill rotWithShape="1">
            <a:blip r:embed="rId11">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68" name="Google Shape;868;g2c298d33e0c_0_6"/>
            <p:cNvPicPr preferRelativeResize="0"/>
            <p:nvPr/>
          </p:nvPicPr>
          <p:blipFill rotWithShape="1">
            <a:blip r:embed="rId12">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69" name="Google Shape;86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70" name="Google Shape;87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71" name="Google Shape;871;g2c298d33e0c_0_6"/>
            <p:cNvPicPr preferRelativeResize="0"/>
            <p:nvPr/>
          </p:nvPicPr>
          <p:blipFill rotWithShape="1">
            <a:blip r:embed="rId15">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72" name="Google Shape;872;g2c298d33e0c_0_6"/>
            <p:cNvPicPr preferRelativeResize="0"/>
            <p:nvPr/>
          </p:nvPicPr>
          <p:blipFill rotWithShape="1">
            <a:blip r:embed="rId16">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73" name="Google Shape;873;g2c298d33e0c_0_6"/>
            <p:cNvPicPr preferRelativeResize="0"/>
            <p:nvPr/>
          </p:nvPicPr>
          <p:blipFill rotWithShape="1">
            <a:blip r:embed="rId17">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74" name="Google Shape;874;g2c298d33e0c_0_6"/>
            <p:cNvPicPr preferRelativeResize="0"/>
            <p:nvPr/>
          </p:nvPicPr>
          <p:blipFill rotWithShape="1">
            <a:blip r:embed="rId18">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75" name="Google Shape;875;g2c298d33e0c_0_6"/>
            <p:cNvPicPr preferRelativeResize="0"/>
            <p:nvPr/>
          </p:nvPicPr>
          <p:blipFill rotWithShape="1">
            <a:blip r:embed="rId19">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76" name="Google Shape;87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77" name="Google Shape;87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78" name="Google Shape;878;g2c298d33e0c_0_6"/>
            <p:cNvPicPr preferRelativeResize="0"/>
            <p:nvPr/>
          </p:nvPicPr>
          <p:blipFill rotWithShape="1">
            <a:blip r:embed="rId22">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79" name="Google Shape;879;g2c298d33e0c_0_6"/>
            <p:cNvPicPr preferRelativeResize="0"/>
            <p:nvPr/>
          </p:nvPicPr>
          <p:blipFill rotWithShape="1">
            <a:blip r:embed="rId23">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80" name="Google Shape;88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81" name="Google Shape;88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82" name="Google Shape;882;g2c298d33e0c_0_6"/>
            <p:cNvPicPr preferRelativeResize="0"/>
            <p:nvPr/>
          </p:nvPicPr>
          <p:blipFill rotWithShape="1">
            <a:blip r:embed="rId26">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83" name="Google Shape;883;g2c298d33e0c_0_6"/>
            <p:cNvPicPr preferRelativeResize="0"/>
            <p:nvPr/>
          </p:nvPicPr>
          <p:blipFill rotWithShape="1">
            <a:blip r:embed="rId27">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84" name="Google Shape;884;g2c298d33e0c_0_6"/>
            <p:cNvPicPr preferRelativeResize="0"/>
            <p:nvPr/>
          </p:nvPicPr>
          <p:blipFill rotWithShape="1">
            <a:blip r:embed="rId28">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85" name="Google Shape;885;g2c298d33e0c_0_6"/>
            <p:cNvPicPr preferRelativeResize="0"/>
            <p:nvPr/>
          </p:nvPicPr>
          <p:blipFill rotWithShape="1">
            <a:blip r:embed="rId29">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86" name="Google Shape;886;g2c298d33e0c_0_6"/>
            <p:cNvPicPr preferRelativeResize="0"/>
            <p:nvPr/>
          </p:nvPicPr>
          <p:blipFill rotWithShape="1">
            <a:blip r:embed="rId30">
              <a:alphaModFix/>
            </a:blip>
            <a:srcRect l="99" r="98"/>
            <a:stretch/>
          </p:blipFill>
          <p:spPr>
            <a:xfrm>
              <a:off x="5774548" y="3991095"/>
              <a:ext cx="1148707" cy="822955"/>
            </a:xfrm>
            <a:prstGeom prst="rect">
              <a:avLst/>
            </a:prstGeom>
            <a:noFill/>
            <a:ln>
              <a:noFill/>
            </a:ln>
            <a:effectLst>
              <a:outerShdw blurRad="71438" dist="19050" dir="5400000" algn="bl" rotWithShape="0">
                <a:srgbClr val="000000">
                  <a:alpha val="18039"/>
                </a:srgbClr>
              </a:outerShdw>
            </a:effectLst>
          </p:spPr>
        </p:pic>
      </p:grpSp>
      <p:sp>
        <p:nvSpPr>
          <p:cNvPr id="887" name="Google Shape;887;g2c298d33e0c_0_6"/>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Common Exception Words </a:t>
            </a:r>
            <a:r>
              <a:rPr lang="en-US" sz="2400" b="0" i="0" u="none" strike="noStrike" cap="none">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298da1f27_0_455"/>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Common Exception Words </a:t>
            </a:r>
            <a:r>
              <a:rPr lang="en-US" sz="2400" b="0" i="0" u="none" strike="noStrike" cap="none">
                <a:solidFill>
                  <a:srgbClr val="2356AF"/>
                </a:solidFill>
                <a:latin typeface="Poppins"/>
                <a:ea typeface="Poppins"/>
                <a:cs typeface="Poppins"/>
                <a:sym typeface="Poppins"/>
              </a:rPr>
              <a:t>said like out have some come what was so old do little one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4" name="Google Shape;894;g2c298da1f27_0_455"/>
          <p:cNvGrpSpPr/>
          <p:nvPr/>
        </p:nvGrpSpPr>
        <p:grpSpPr>
          <a:xfrm>
            <a:off x="868300" y="2129450"/>
            <a:ext cx="7281864" cy="2684601"/>
            <a:chOff x="868300" y="2053250"/>
            <a:chExt cx="7281864" cy="2684601"/>
          </a:xfrm>
        </p:grpSpPr>
        <p:pic>
          <p:nvPicPr>
            <p:cNvPr id="895" name="Google Shape;895;g2c298da1f27_0_455"/>
            <p:cNvPicPr preferRelativeResize="0"/>
            <p:nvPr/>
          </p:nvPicPr>
          <p:blipFill rotWithShape="1">
            <a:blip r:embed="rId3">
              <a:alphaModFix/>
            </a:blip>
            <a:srcRect l="189" r="178"/>
            <a:stretch/>
          </p:blipFill>
          <p:spPr>
            <a:xfrm>
              <a:off x="868300" y="3914895"/>
              <a:ext cx="1147320" cy="822956"/>
            </a:xfrm>
            <a:prstGeom prst="rect">
              <a:avLst/>
            </a:prstGeom>
            <a:noFill/>
            <a:ln>
              <a:noFill/>
            </a:ln>
            <a:effectLst>
              <a:outerShdw blurRad="71438" dist="19050" dir="5400000" algn="bl" rotWithShape="0">
                <a:srgbClr val="000000">
                  <a:alpha val="17647"/>
                </a:srgbClr>
              </a:outerShdw>
            </a:effectLst>
          </p:spPr>
        </p:pic>
        <p:pic>
          <p:nvPicPr>
            <p:cNvPr id="896" name="Google Shape;896;g2c298da1f27_0_455"/>
            <p:cNvPicPr preferRelativeResize="0"/>
            <p:nvPr/>
          </p:nvPicPr>
          <p:blipFill rotWithShape="1">
            <a:blip r:embed="rId4">
              <a:alphaModFix/>
            </a:blip>
            <a:srcRect l="39" r="38"/>
            <a:stretch/>
          </p:blipFill>
          <p:spPr>
            <a:xfrm>
              <a:off x="5774548" y="2984070"/>
              <a:ext cx="1148707" cy="822955"/>
            </a:xfrm>
            <a:prstGeom prst="rect">
              <a:avLst/>
            </a:prstGeom>
            <a:noFill/>
            <a:ln>
              <a:noFill/>
            </a:ln>
            <a:effectLst>
              <a:outerShdw blurRad="71438" dist="19050" dir="5400000" algn="bl" rotWithShape="0">
                <a:srgbClr val="000000">
                  <a:alpha val="17647"/>
                </a:srgbClr>
              </a:outerShdw>
            </a:effectLst>
          </p:spPr>
        </p:pic>
        <p:pic>
          <p:nvPicPr>
            <p:cNvPr id="897" name="Google Shape;897;g2c298da1f27_0_455"/>
            <p:cNvPicPr preferRelativeResize="0"/>
            <p:nvPr/>
          </p:nvPicPr>
          <p:blipFill rotWithShape="1">
            <a:blip r:embed="rId5">
              <a:alphaModFix/>
            </a:blip>
            <a:srcRect l="39" r="38"/>
            <a:stretch/>
          </p:blipFill>
          <p:spPr>
            <a:xfrm>
              <a:off x="7001457" y="2984070"/>
              <a:ext cx="1148707" cy="821565"/>
            </a:xfrm>
            <a:prstGeom prst="rect">
              <a:avLst/>
            </a:prstGeom>
            <a:noFill/>
            <a:ln>
              <a:noFill/>
            </a:ln>
            <a:effectLst>
              <a:outerShdw blurRad="71438" dist="19050" dir="5400000" algn="bl" rotWithShape="0">
                <a:srgbClr val="000000">
                  <a:alpha val="17647"/>
                </a:srgbClr>
              </a:outerShdw>
            </a:effectLst>
          </p:spPr>
        </p:pic>
        <p:pic>
          <p:nvPicPr>
            <p:cNvPr id="898" name="Google Shape;898;g2c298da1f27_0_455"/>
            <p:cNvPicPr preferRelativeResize="0"/>
            <p:nvPr/>
          </p:nvPicPr>
          <p:blipFill rotWithShape="1">
            <a:blip r:embed="rId6">
              <a:alphaModFix/>
            </a:blip>
            <a:srcRect l="39" r="38"/>
            <a:stretch/>
          </p:blipFill>
          <p:spPr>
            <a:xfrm>
              <a:off x="3320730" y="2984070"/>
              <a:ext cx="1148707" cy="822955"/>
            </a:xfrm>
            <a:prstGeom prst="rect">
              <a:avLst/>
            </a:prstGeom>
            <a:noFill/>
            <a:ln>
              <a:noFill/>
            </a:ln>
            <a:effectLst>
              <a:outerShdw blurRad="71438" dist="19050" dir="5400000" algn="bl" rotWithShape="0">
                <a:srgbClr val="000000">
                  <a:alpha val="17647"/>
                </a:srgbClr>
              </a:outerShdw>
            </a:effectLst>
          </p:spPr>
        </p:pic>
        <p:pic>
          <p:nvPicPr>
            <p:cNvPr id="899" name="Google Shape;899;g2c298da1f27_0_455"/>
            <p:cNvPicPr preferRelativeResize="0"/>
            <p:nvPr/>
          </p:nvPicPr>
          <p:blipFill rotWithShape="1">
            <a:blip r:embed="rId7">
              <a:alphaModFix/>
            </a:blip>
            <a:srcRect l="39" r="38"/>
            <a:stretch/>
          </p:blipFill>
          <p:spPr>
            <a:xfrm>
              <a:off x="4547639" y="2984070"/>
              <a:ext cx="1148707" cy="822955"/>
            </a:xfrm>
            <a:prstGeom prst="rect">
              <a:avLst/>
            </a:prstGeom>
            <a:noFill/>
            <a:ln>
              <a:noFill/>
            </a:ln>
            <a:effectLst>
              <a:outerShdw blurRad="71438" dist="19050" dir="5400000" algn="bl" rotWithShape="0">
                <a:srgbClr val="000000">
                  <a:alpha val="17647"/>
                </a:srgbClr>
              </a:outerShdw>
            </a:effectLst>
          </p:spPr>
        </p:pic>
        <p:pic>
          <p:nvPicPr>
            <p:cNvPr id="900" name="Google Shape;900;g2c298da1f27_0_455"/>
            <p:cNvPicPr preferRelativeResize="0"/>
            <p:nvPr/>
          </p:nvPicPr>
          <p:blipFill rotWithShape="1">
            <a:blip r:embed="rId8">
              <a:alphaModFix/>
            </a:blip>
            <a:srcRect l="189" r="178"/>
            <a:stretch/>
          </p:blipFill>
          <p:spPr>
            <a:xfrm>
              <a:off x="868300" y="2984070"/>
              <a:ext cx="1147320" cy="822956"/>
            </a:xfrm>
            <a:prstGeom prst="rect">
              <a:avLst/>
            </a:prstGeom>
            <a:noFill/>
            <a:ln>
              <a:noFill/>
            </a:ln>
            <a:effectLst>
              <a:outerShdw blurRad="71438" dist="19050" dir="5400000" algn="bl" rotWithShape="0">
                <a:srgbClr val="000000">
                  <a:alpha val="17647"/>
                </a:srgbClr>
              </a:outerShdw>
            </a:effectLst>
          </p:spPr>
        </p:pic>
        <p:pic>
          <p:nvPicPr>
            <p:cNvPr id="901" name="Google Shape;901;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47"/>
                </a:srgbClr>
              </a:outerShdw>
            </a:effectLst>
          </p:spPr>
        </p:pic>
        <p:pic>
          <p:nvPicPr>
            <p:cNvPr id="902" name="Google Shape;902;g2c298da1f27_0_455"/>
            <p:cNvPicPr preferRelativeResize="0"/>
            <p:nvPr/>
          </p:nvPicPr>
          <p:blipFill rotWithShape="1">
            <a:blip r:embed="rId10">
              <a:alphaModFix/>
            </a:blip>
            <a:srcRect l="58" r="59"/>
            <a:stretch/>
          </p:blipFill>
          <p:spPr>
            <a:xfrm>
              <a:off x="868300" y="2053250"/>
              <a:ext cx="1146813" cy="819547"/>
            </a:xfrm>
            <a:prstGeom prst="rect">
              <a:avLst/>
            </a:prstGeom>
            <a:noFill/>
            <a:ln>
              <a:noFill/>
            </a:ln>
            <a:effectLst>
              <a:outerShdw blurRad="71438" dist="19050" dir="5400000" algn="bl" rotWithShape="0">
                <a:srgbClr val="000000">
                  <a:alpha val="18039"/>
                </a:srgbClr>
              </a:outerShdw>
            </a:effectLst>
          </p:spPr>
        </p:pic>
        <p:pic>
          <p:nvPicPr>
            <p:cNvPr id="903" name="Google Shape;903;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39"/>
                </a:srgbClr>
              </a:outerShdw>
            </a:effectLst>
          </p:spPr>
        </p:pic>
        <p:pic>
          <p:nvPicPr>
            <p:cNvPr id="904" name="Google Shape;904;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39"/>
                </a:srgbClr>
              </a:outerShdw>
            </a:effectLst>
          </p:spPr>
        </p:pic>
        <p:pic>
          <p:nvPicPr>
            <p:cNvPr id="905" name="Google Shape;905;g2c298da1f27_0_455"/>
            <p:cNvPicPr preferRelativeResize="0"/>
            <p:nvPr/>
          </p:nvPicPr>
          <p:blipFill rotWithShape="1">
            <a:blip r:embed="rId13">
              <a:alphaModFix/>
            </a:blip>
            <a:srcRect l="79" r="68"/>
            <a:stretch/>
          </p:blipFill>
          <p:spPr>
            <a:xfrm>
              <a:off x="4547991" y="2053250"/>
              <a:ext cx="1147320" cy="821566"/>
            </a:xfrm>
            <a:prstGeom prst="rect">
              <a:avLst/>
            </a:prstGeom>
            <a:noFill/>
            <a:ln>
              <a:noFill/>
            </a:ln>
            <a:effectLst>
              <a:outerShdw blurRad="71438" dist="19050" dir="5400000" algn="bl" rotWithShape="0">
                <a:srgbClr val="000000">
                  <a:alpha val="18039"/>
                </a:srgbClr>
              </a:outerShdw>
            </a:effectLst>
          </p:spPr>
        </p:pic>
        <p:pic>
          <p:nvPicPr>
            <p:cNvPr id="906" name="Google Shape;906;g2c298da1f27_0_455"/>
            <p:cNvPicPr preferRelativeResize="0"/>
            <p:nvPr/>
          </p:nvPicPr>
          <p:blipFill rotWithShape="1">
            <a:blip r:embed="rId14">
              <a:alphaModFix/>
            </a:blip>
            <a:srcRect l="79" r="68"/>
            <a:stretch/>
          </p:blipFill>
          <p:spPr>
            <a:xfrm>
              <a:off x="5774724" y="2053250"/>
              <a:ext cx="1147320" cy="821566"/>
            </a:xfrm>
            <a:prstGeom prst="rect">
              <a:avLst/>
            </a:prstGeom>
            <a:noFill/>
            <a:ln>
              <a:noFill/>
            </a:ln>
            <a:effectLst>
              <a:outerShdw blurRad="71438" dist="19050" dir="5400000" algn="bl" rotWithShape="0">
                <a:srgbClr val="000000">
                  <a:alpha val="18039"/>
                </a:srgbClr>
              </a:outerShdw>
            </a:effectLst>
          </p:spPr>
        </p:pic>
        <p:pic>
          <p:nvPicPr>
            <p:cNvPr id="907" name="Google Shape;907;g2c298da1f27_0_455"/>
            <p:cNvPicPr preferRelativeResize="0"/>
            <p:nvPr/>
          </p:nvPicPr>
          <p:blipFill rotWithShape="1">
            <a:blip r:embed="rId15">
              <a:alphaModFix/>
            </a:blip>
            <a:srcRect l="79" r="68"/>
            <a:stretch/>
          </p:blipFill>
          <p:spPr>
            <a:xfrm>
              <a:off x="7001457" y="2053250"/>
              <a:ext cx="1147320" cy="821566"/>
            </a:xfrm>
            <a:prstGeom prst="rect">
              <a:avLst/>
            </a:prstGeom>
            <a:noFill/>
            <a:ln>
              <a:noFill/>
            </a:ln>
            <a:effectLst>
              <a:outerShdw blurRad="71438" dist="19050" dir="5400000" algn="bl" rotWithShape="0">
                <a:srgbClr val="000000">
                  <a:alpha val="18039"/>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pic>
        <p:nvPicPr>
          <p:cNvPr id="913" name="Google Shape;913;g2c298da1f27_1_0"/>
          <p:cNvPicPr preferRelativeResize="0"/>
          <p:nvPr/>
        </p:nvPicPr>
        <p:blipFill rotWithShape="1">
          <a:blip r:embed="rId3">
            <a:alphaModFix/>
          </a:blip>
          <a:srcRect l="189" r="178"/>
          <a:stretch/>
        </p:blipFill>
        <p:spPr>
          <a:xfrm>
            <a:off x="3320730" y="3994495"/>
            <a:ext cx="1148707" cy="822956"/>
          </a:xfrm>
          <a:prstGeom prst="rect">
            <a:avLst/>
          </a:prstGeom>
          <a:noFill/>
          <a:ln>
            <a:noFill/>
          </a:ln>
          <a:effectLst>
            <a:outerShdw blurRad="71438" dist="19050" dir="5400000" algn="bl" rotWithShape="0">
              <a:srgbClr val="000000">
                <a:alpha val="17254"/>
              </a:srgbClr>
            </a:outerShdw>
          </a:effectLst>
        </p:spPr>
      </p:pic>
      <p:sp>
        <p:nvSpPr>
          <p:cNvPr id="914" name="Google Shape;914;g2c298da1f27_1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5 Common Exception Words </a:t>
            </a:r>
            <a:r>
              <a:rPr lang="en-US" sz="2400" b="0" i="0" u="none" strike="noStrike" cap="none">
                <a:solidFill>
                  <a:srgbClr val="2356AF"/>
                </a:solidFill>
                <a:latin typeface="Poppins"/>
                <a:ea typeface="Poppins"/>
                <a:cs typeface="Poppins"/>
                <a:sym typeface="Poppins"/>
              </a:rPr>
              <a:t>today house mouse hour because Mr Mrs Ms where should could would move use want</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15" name="Google Shape;915;g2c298da1f27_1_0"/>
          <p:cNvPicPr preferRelativeResize="0"/>
          <p:nvPr/>
        </p:nvPicPr>
        <p:blipFill rotWithShape="1">
          <a:blip r:embed="rId4">
            <a:alphaModFix/>
          </a:blip>
          <a:srcRect l="247" r="238"/>
          <a:stretch/>
        </p:blipFill>
        <p:spPr>
          <a:xfrm>
            <a:off x="868300" y="3994495"/>
            <a:ext cx="1147320" cy="822956"/>
          </a:xfrm>
          <a:prstGeom prst="rect">
            <a:avLst/>
          </a:prstGeom>
          <a:noFill/>
          <a:ln>
            <a:noFill/>
          </a:ln>
          <a:effectLst>
            <a:outerShdw blurRad="71438" dist="19050" dir="5400000" algn="bl" rotWithShape="0">
              <a:srgbClr val="000000">
                <a:alpha val="17647"/>
              </a:srgbClr>
            </a:outerShdw>
          </a:effectLst>
        </p:spPr>
      </p:pic>
      <p:pic>
        <p:nvPicPr>
          <p:cNvPr id="916" name="Google Shape;916;g2c298da1f27_1_0"/>
          <p:cNvPicPr preferRelativeResize="0"/>
          <p:nvPr/>
        </p:nvPicPr>
        <p:blipFill rotWithShape="1">
          <a:blip r:embed="rId5">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7647"/>
              </a:srgbClr>
            </a:outerShdw>
          </a:effectLst>
        </p:spPr>
      </p:pic>
      <p:pic>
        <p:nvPicPr>
          <p:cNvPr id="917" name="Google Shape;917;g2c298da1f27_1_0"/>
          <p:cNvPicPr preferRelativeResize="0"/>
          <p:nvPr/>
        </p:nvPicPr>
        <p:blipFill rotWithShape="1">
          <a:blip r:embed="rId6">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7647"/>
              </a:srgbClr>
            </a:outerShdw>
          </a:effectLst>
        </p:spPr>
      </p:pic>
      <p:pic>
        <p:nvPicPr>
          <p:cNvPr id="918" name="Google Shape;918;g2c298da1f27_1_0"/>
          <p:cNvPicPr preferRelativeResize="0"/>
          <p:nvPr/>
        </p:nvPicPr>
        <p:blipFill rotWithShape="1">
          <a:blip r:embed="rId7">
            <a:alphaModFix/>
          </a:blip>
          <a:srcRect l="99" r="98"/>
          <a:stretch/>
        </p:blipFill>
        <p:spPr>
          <a:xfrm>
            <a:off x="3320730" y="3060270"/>
            <a:ext cx="1148707" cy="822955"/>
          </a:xfrm>
          <a:prstGeom prst="rect">
            <a:avLst/>
          </a:prstGeom>
          <a:noFill/>
          <a:ln>
            <a:noFill/>
          </a:ln>
          <a:effectLst>
            <a:outerShdw blurRad="71438" dist="19050" dir="5400000" algn="bl" rotWithShape="0">
              <a:srgbClr val="000000">
                <a:alpha val="17647"/>
              </a:srgbClr>
            </a:outerShdw>
          </a:effectLst>
        </p:spPr>
      </p:pic>
      <p:pic>
        <p:nvPicPr>
          <p:cNvPr id="919" name="Google Shape;919;g2c298da1f27_1_0"/>
          <p:cNvPicPr preferRelativeResize="0"/>
          <p:nvPr/>
        </p:nvPicPr>
        <p:blipFill rotWithShape="1">
          <a:blip r:embed="rId8">
            <a:alphaModFix/>
          </a:blip>
          <a:srcRect l="189" r="178"/>
          <a:stretch/>
        </p:blipFill>
        <p:spPr>
          <a:xfrm>
            <a:off x="4547639" y="3060270"/>
            <a:ext cx="1148707" cy="822956"/>
          </a:xfrm>
          <a:prstGeom prst="rect">
            <a:avLst/>
          </a:prstGeom>
          <a:noFill/>
          <a:ln>
            <a:noFill/>
          </a:ln>
          <a:effectLst>
            <a:outerShdw blurRad="71438" dist="19050" dir="5400000" algn="bl" rotWithShape="0">
              <a:srgbClr val="000000">
                <a:alpha val="17647"/>
              </a:srgbClr>
            </a:outerShdw>
          </a:effectLst>
        </p:spPr>
      </p:pic>
      <p:pic>
        <p:nvPicPr>
          <p:cNvPr id="920" name="Google Shape;920;g2c298da1f27_1_0"/>
          <p:cNvPicPr preferRelativeResize="0"/>
          <p:nvPr/>
        </p:nvPicPr>
        <p:blipFill rotWithShape="1">
          <a:blip r:embed="rId9">
            <a:alphaModFix/>
          </a:blip>
          <a:srcRect l="247" r="238"/>
          <a:stretch/>
        </p:blipFill>
        <p:spPr>
          <a:xfrm>
            <a:off x="868300" y="3060270"/>
            <a:ext cx="1147320" cy="822956"/>
          </a:xfrm>
          <a:prstGeom prst="rect">
            <a:avLst/>
          </a:prstGeom>
          <a:noFill/>
          <a:ln>
            <a:noFill/>
          </a:ln>
          <a:effectLst>
            <a:outerShdw blurRad="71438" dist="19050" dir="5400000" algn="bl" rotWithShape="0">
              <a:srgbClr val="000000">
                <a:alpha val="17647"/>
              </a:srgbClr>
            </a:outerShdw>
          </a:effectLst>
        </p:spPr>
      </p:pic>
      <p:pic>
        <p:nvPicPr>
          <p:cNvPr id="921" name="Google Shape;921;g2c298da1f27_1_0"/>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7647"/>
              </a:srgbClr>
            </a:outerShdw>
          </a:effectLst>
        </p:spPr>
      </p:pic>
      <p:pic>
        <p:nvPicPr>
          <p:cNvPr id="922" name="Google Shape;922;g2c298da1f27_1_0"/>
          <p:cNvPicPr preferRelativeResize="0"/>
          <p:nvPr/>
        </p:nvPicPr>
        <p:blipFill rotWithShape="1">
          <a:blip r:embed="rId11">
            <a:alphaModFix/>
          </a:blip>
          <a:srcRect l="58" r="59"/>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923" name="Google Shape;923;g2c298da1f27_1_0"/>
          <p:cNvPicPr preferRelativeResize="0"/>
          <p:nvPr/>
        </p:nvPicPr>
        <p:blipFill rotWithShape="1">
          <a:blip r:embed="rId12">
            <a:alphaModFix/>
          </a:blip>
          <a:srcRect l="247" r="238"/>
          <a:stretch/>
        </p:blipFill>
        <p:spPr>
          <a:xfrm>
            <a:off x="2094526" y="2129450"/>
            <a:ext cx="1147320" cy="822956"/>
          </a:xfrm>
          <a:prstGeom prst="rect">
            <a:avLst/>
          </a:prstGeom>
          <a:noFill/>
          <a:ln>
            <a:noFill/>
          </a:ln>
          <a:effectLst>
            <a:outerShdw blurRad="71438" dist="19050" dir="5400000" algn="bl" rotWithShape="0">
              <a:srgbClr val="000000">
                <a:alpha val="18039"/>
              </a:srgbClr>
            </a:outerShdw>
          </a:effectLst>
        </p:spPr>
      </p:pic>
      <p:pic>
        <p:nvPicPr>
          <p:cNvPr id="924" name="Google Shape;924;g2c298da1f27_1_0"/>
          <p:cNvPicPr preferRelativeResize="0"/>
          <p:nvPr/>
        </p:nvPicPr>
        <p:blipFill rotWithShape="1">
          <a:blip r:embed="rId13">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39"/>
              </a:srgbClr>
            </a:outerShdw>
          </a:effectLst>
        </p:spPr>
      </p:pic>
      <p:pic>
        <p:nvPicPr>
          <p:cNvPr id="925" name="Google Shape;925;g2c298da1f27_1_0"/>
          <p:cNvPicPr preferRelativeResize="0"/>
          <p:nvPr/>
        </p:nvPicPr>
        <p:blipFill rotWithShape="1">
          <a:blip r:embed="rId14">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926" name="Google Shape;926;g2c298da1f27_1_0"/>
          <p:cNvPicPr preferRelativeResize="0"/>
          <p:nvPr/>
        </p:nvPicPr>
        <p:blipFill rotWithShape="1">
          <a:blip r:embed="rId15">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927" name="Google Shape;927;g2c298da1f27_1_0"/>
          <p:cNvPicPr preferRelativeResize="0"/>
          <p:nvPr/>
        </p:nvPicPr>
        <p:blipFill rotWithShape="1">
          <a:blip r:embed="rId16">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928" name="Google Shape;928;g2c298da1f27_1_0"/>
          <p:cNvPicPr preferRelativeResize="0"/>
          <p:nvPr/>
        </p:nvPicPr>
        <p:blipFill rotWithShape="1">
          <a:blip r:embed="rId17">
            <a:alphaModFix/>
          </a:blip>
          <a:srcRect l="18" r="9"/>
          <a:stretch/>
        </p:blipFill>
        <p:spPr>
          <a:xfrm>
            <a:off x="2093821" y="3994495"/>
            <a:ext cx="1148707" cy="821566"/>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31d111e6b28_1_905"/>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35" name="Google Shape;935;g31d111e6b28_1_905"/>
          <p:cNvPicPr preferRelativeResize="0"/>
          <p:nvPr/>
        </p:nvPicPr>
        <p:blipFill rotWithShape="1">
          <a:blip r:embed="rId3">
            <a:alphaModFix/>
          </a:blip>
          <a:srcRect/>
          <a:stretch/>
        </p:blipFill>
        <p:spPr>
          <a:xfrm>
            <a:off x="867797" y="2125686"/>
            <a:ext cx="1147324" cy="819918"/>
          </a:xfrm>
          <a:prstGeom prst="rect">
            <a:avLst/>
          </a:prstGeom>
          <a:noFill/>
          <a:ln>
            <a:noFill/>
          </a:ln>
          <a:effectLst>
            <a:outerShdw blurRad="71438" dist="19050" dir="5400000" algn="bl" rotWithShape="0">
              <a:srgbClr val="000000">
                <a:alpha val="17647"/>
              </a:srgbClr>
            </a:outerShdw>
          </a:effectLst>
        </p:spPr>
      </p:pic>
      <p:pic>
        <p:nvPicPr>
          <p:cNvPr id="936" name="Google Shape;936;g31d111e6b28_1_905"/>
          <p:cNvPicPr preferRelativeResize="0"/>
          <p:nvPr/>
        </p:nvPicPr>
        <p:blipFill rotWithShape="1">
          <a:blip r:embed="rId4">
            <a:alphaModFix/>
          </a:blip>
          <a:srcRect/>
          <a:stretch/>
        </p:blipFill>
        <p:spPr>
          <a:xfrm>
            <a:off x="2094526" y="2125686"/>
            <a:ext cx="1145440" cy="818569"/>
          </a:xfrm>
          <a:prstGeom prst="rect">
            <a:avLst/>
          </a:prstGeom>
          <a:noFill/>
          <a:ln>
            <a:noFill/>
          </a:ln>
          <a:effectLst>
            <a:outerShdw blurRad="71438" dist="19050" dir="5400000" algn="bl" rotWithShape="0">
              <a:srgbClr val="000000">
                <a:alpha val="17647"/>
              </a:srgbClr>
            </a:outerShdw>
          </a:effectLst>
        </p:spPr>
      </p:pic>
      <p:pic>
        <p:nvPicPr>
          <p:cNvPr id="937" name="Google Shape;937;g31d111e6b28_1_905"/>
          <p:cNvPicPr preferRelativeResize="0"/>
          <p:nvPr/>
        </p:nvPicPr>
        <p:blipFill rotWithShape="1">
          <a:blip r:embed="rId5">
            <a:alphaModFix/>
          </a:blip>
          <a:srcRect/>
          <a:stretch/>
        </p:blipFill>
        <p:spPr>
          <a:xfrm>
            <a:off x="3321259" y="2125686"/>
            <a:ext cx="1145440" cy="818569"/>
          </a:xfrm>
          <a:prstGeom prst="rect">
            <a:avLst/>
          </a:prstGeom>
          <a:noFill/>
          <a:ln>
            <a:noFill/>
          </a:ln>
          <a:effectLst>
            <a:outerShdw blurRad="71438" dist="19050" dir="5400000" algn="bl" rotWithShape="0">
              <a:srgbClr val="000000">
                <a:alpha val="17647"/>
              </a:srgbClr>
            </a:outerShdw>
          </a:effectLst>
        </p:spPr>
      </p:pic>
      <p:pic>
        <p:nvPicPr>
          <p:cNvPr id="938" name="Google Shape;938;g31d111e6b28_1_905"/>
          <p:cNvPicPr preferRelativeResize="0"/>
          <p:nvPr/>
        </p:nvPicPr>
        <p:blipFill rotWithShape="1">
          <a:blip r:embed="rId6">
            <a:alphaModFix/>
          </a:blip>
          <a:srcRect/>
          <a:stretch/>
        </p:blipFill>
        <p:spPr>
          <a:xfrm>
            <a:off x="4547991" y="2125686"/>
            <a:ext cx="1145440" cy="819954"/>
          </a:xfrm>
          <a:prstGeom prst="rect">
            <a:avLst/>
          </a:prstGeom>
          <a:noFill/>
          <a:ln>
            <a:noFill/>
          </a:ln>
          <a:effectLst>
            <a:outerShdw blurRad="71438" dist="19050" dir="5400000" algn="bl" rotWithShape="0">
              <a:srgbClr val="000000">
                <a:alpha val="17647"/>
              </a:srgbClr>
            </a:outerShdw>
          </a:effectLst>
        </p:spPr>
      </p:pic>
      <p:pic>
        <p:nvPicPr>
          <p:cNvPr id="939" name="Google Shape;939;g31d111e6b28_1_905"/>
          <p:cNvPicPr preferRelativeResize="0"/>
          <p:nvPr/>
        </p:nvPicPr>
        <p:blipFill rotWithShape="1">
          <a:blip r:embed="rId7">
            <a:alphaModFix/>
          </a:blip>
          <a:srcRect/>
          <a:stretch/>
        </p:blipFill>
        <p:spPr>
          <a:xfrm>
            <a:off x="5774724" y="2125686"/>
            <a:ext cx="1145440" cy="818569"/>
          </a:xfrm>
          <a:prstGeom prst="rect">
            <a:avLst/>
          </a:prstGeom>
          <a:noFill/>
          <a:ln>
            <a:noFill/>
          </a:ln>
          <a:effectLst>
            <a:outerShdw blurRad="71438" dist="19050" dir="5400000" algn="bl" rotWithShape="0">
              <a:srgbClr val="000000">
                <a:alpha val="17647"/>
              </a:srgbClr>
            </a:outerShdw>
          </a:effectLst>
        </p:spPr>
      </p:pic>
      <p:pic>
        <p:nvPicPr>
          <p:cNvPr id="940" name="Google Shape;940;g31d111e6b28_1_905"/>
          <p:cNvPicPr preferRelativeResize="0"/>
          <p:nvPr/>
        </p:nvPicPr>
        <p:blipFill rotWithShape="1">
          <a:blip r:embed="rId8">
            <a:alphaModFix/>
          </a:blip>
          <a:srcRect/>
          <a:stretch/>
        </p:blipFill>
        <p:spPr>
          <a:xfrm>
            <a:off x="7001468" y="2125686"/>
            <a:ext cx="1145440" cy="819954"/>
          </a:xfrm>
          <a:prstGeom prst="rect">
            <a:avLst/>
          </a:prstGeom>
          <a:noFill/>
          <a:ln>
            <a:noFill/>
          </a:ln>
          <a:effectLst>
            <a:outerShdw blurRad="71438" dist="19050" dir="5400000" algn="bl" rotWithShape="0">
              <a:srgbClr val="000000">
                <a:alpha val="17647"/>
              </a:srgbClr>
            </a:outerShdw>
          </a:effectLst>
        </p:spPr>
      </p:pic>
      <p:pic>
        <p:nvPicPr>
          <p:cNvPr id="941" name="Google Shape;941;g31d111e6b28_1_905"/>
          <p:cNvPicPr preferRelativeResize="0"/>
          <p:nvPr/>
        </p:nvPicPr>
        <p:blipFill rotWithShape="1">
          <a:blip r:embed="rId9">
            <a:alphaModFix/>
          </a:blip>
          <a:srcRect/>
          <a:stretch/>
        </p:blipFill>
        <p:spPr>
          <a:xfrm>
            <a:off x="868743" y="3060070"/>
            <a:ext cx="1145440" cy="819954"/>
          </a:xfrm>
          <a:prstGeom prst="rect">
            <a:avLst/>
          </a:prstGeom>
          <a:noFill/>
          <a:ln>
            <a:noFill/>
          </a:ln>
          <a:effectLst>
            <a:outerShdw blurRad="71438" dist="19050" dir="5400000" algn="bl" rotWithShape="0">
              <a:srgbClr val="000000">
                <a:alpha val="17647"/>
              </a:srgbClr>
            </a:outerShdw>
          </a:effectLst>
        </p:spPr>
      </p:pic>
      <p:pic>
        <p:nvPicPr>
          <p:cNvPr id="942" name="Google Shape;942;g31d111e6b28_1_905"/>
          <p:cNvPicPr preferRelativeResize="0"/>
          <p:nvPr/>
        </p:nvPicPr>
        <p:blipFill rotWithShape="1">
          <a:blip r:embed="rId10">
            <a:alphaModFix/>
          </a:blip>
          <a:srcRect/>
          <a:stretch/>
        </p:blipFill>
        <p:spPr>
          <a:xfrm>
            <a:off x="2094530" y="3060070"/>
            <a:ext cx="1145440" cy="819954"/>
          </a:xfrm>
          <a:prstGeom prst="rect">
            <a:avLst/>
          </a:prstGeom>
          <a:noFill/>
          <a:ln>
            <a:noFill/>
          </a:ln>
          <a:effectLst>
            <a:outerShdw blurRad="71438" dist="19050" dir="5400000" algn="bl" rotWithShape="0">
              <a:srgbClr val="000000">
                <a:alpha val="17647"/>
              </a:srgbClr>
            </a:outerShdw>
          </a:effectLst>
        </p:spPr>
      </p:pic>
      <p:pic>
        <p:nvPicPr>
          <p:cNvPr id="943" name="Google Shape;943;g31d111e6b28_1_905"/>
          <p:cNvPicPr preferRelativeResize="0"/>
          <p:nvPr/>
        </p:nvPicPr>
        <p:blipFill rotWithShape="1">
          <a:blip r:embed="rId11">
            <a:alphaModFix/>
          </a:blip>
          <a:srcRect/>
          <a:stretch/>
        </p:blipFill>
        <p:spPr>
          <a:xfrm>
            <a:off x="3320325" y="3060768"/>
            <a:ext cx="1146826" cy="818569"/>
          </a:xfrm>
          <a:prstGeom prst="rect">
            <a:avLst/>
          </a:prstGeom>
          <a:noFill/>
          <a:ln>
            <a:noFill/>
          </a:ln>
          <a:effectLst>
            <a:outerShdw blurRad="71438" dist="19050" dir="5400000" algn="bl" rotWithShape="0">
              <a:srgbClr val="000000">
                <a:alpha val="17647"/>
              </a:srgbClr>
            </a:outerShdw>
          </a:effectLst>
        </p:spPr>
      </p:pic>
      <p:pic>
        <p:nvPicPr>
          <p:cNvPr id="944" name="Google Shape;944;g31d111e6b28_1_905"/>
          <p:cNvPicPr preferRelativeResize="0"/>
          <p:nvPr/>
        </p:nvPicPr>
        <p:blipFill rotWithShape="1">
          <a:blip r:embed="rId12">
            <a:alphaModFix/>
          </a:blip>
          <a:srcRect/>
          <a:stretch/>
        </p:blipFill>
        <p:spPr>
          <a:xfrm>
            <a:off x="4547500" y="3060768"/>
            <a:ext cx="1146826" cy="818569"/>
          </a:xfrm>
          <a:prstGeom prst="rect">
            <a:avLst/>
          </a:prstGeom>
          <a:noFill/>
          <a:ln>
            <a:noFill/>
          </a:ln>
          <a:effectLst>
            <a:outerShdw blurRad="71438" dist="19050" dir="5400000" algn="bl" rotWithShape="0">
              <a:srgbClr val="000000">
                <a:alpha val="17647"/>
              </a:srgbClr>
            </a:outerShdw>
          </a:effectLst>
        </p:spPr>
      </p:pic>
      <p:pic>
        <p:nvPicPr>
          <p:cNvPr id="945" name="Google Shape;945;g31d111e6b28_1_905"/>
          <p:cNvPicPr preferRelativeResize="0"/>
          <p:nvPr/>
        </p:nvPicPr>
        <p:blipFill rotWithShape="1">
          <a:blip r:embed="rId13">
            <a:alphaModFix/>
          </a:blip>
          <a:srcRect/>
          <a:stretch/>
        </p:blipFill>
        <p:spPr>
          <a:xfrm>
            <a:off x="5774675" y="3060768"/>
            <a:ext cx="1146826" cy="818569"/>
          </a:xfrm>
          <a:prstGeom prst="rect">
            <a:avLst/>
          </a:prstGeom>
          <a:noFill/>
          <a:ln>
            <a:noFill/>
          </a:ln>
          <a:effectLst>
            <a:outerShdw blurRad="71438" dist="19050" dir="5400000" algn="bl" rotWithShape="0">
              <a:srgbClr val="000000">
                <a:alpha val="17647"/>
              </a:srgbClr>
            </a:outerShdw>
          </a:effectLst>
        </p:spPr>
      </p:pic>
      <p:pic>
        <p:nvPicPr>
          <p:cNvPr id="946" name="Google Shape;946;g31d111e6b28_1_905"/>
          <p:cNvPicPr preferRelativeResize="0"/>
          <p:nvPr/>
        </p:nvPicPr>
        <p:blipFill rotWithShape="1">
          <a:blip r:embed="rId14">
            <a:alphaModFix/>
          </a:blip>
          <a:srcRect/>
          <a:stretch/>
        </p:blipFill>
        <p:spPr>
          <a:xfrm>
            <a:off x="7001850" y="3060070"/>
            <a:ext cx="1146826" cy="819954"/>
          </a:xfrm>
          <a:prstGeom prst="rect">
            <a:avLst/>
          </a:prstGeom>
          <a:noFill/>
          <a:ln>
            <a:noFill/>
          </a:ln>
          <a:effectLst>
            <a:outerShdw blurRad="71438" dist="19050" dir="5400000" algn="bl" rotWithShape="0">
              <a:srgbClr val="000000">
                <a:alpha val="17647"/>
              </a:srgbClr>
            </a:outerShdw>
          </a:effectLst>
        </p:spPr>
      </p:pic>
      <p:pic>
        <p:nvPicPr>
          <p:cNvPr id="947" name="Google Shape;947;g31d111e6b28_1_905"/>
          <p:cNvPicPr preferRelativeResize="0"/>
          <p:nvPr/>
        </p:nvPicPr>
        <p:blipFill rotWithShape="1">
          <a:blip r:embed="rId15">
            <a:alphaModFix/>
          </a:blip>
          <a:srcRect/>
          <a:stretch/>
        </p:blipFill>
        <p:spPr>
          <a:xfrm>
            <a:off x="868050" y="3995098"/>
            <a:ext cx="1146826" cy="818569"/>
          </a:xfrm>
          <a:prstGeom prst="rect">
            <a:avLst/>
          </a:prstGeom>
          <a:noFill/>
          <a:ln>
            <a:noFill/>
          </a:ln>
          <a:effectLst>
            <a:outerShdw blurRad="71438" dist="19050" dir="5400000" algn="bl" rotWithShape="0">
              <a:srgbClr val="000000">
                <a:alpha val="17647"/>
              </a:srgbClr>
            </a:outerShdw>
          </a:effectLst>
        </p:spPr>
      </p:pic>
      <p:pic>
        <p:nvPicPr>
          <p:cNvPr id="948" name="Google Shape;948;g31d111e6b28_1_905"/>
          <p:cNvPicPr preferRelativeResize="0"/>
          <p:nvPr/>
        </p:nvPicPr>
        <p:blipFill rotWithShape="1">
          <a:blip r:embed="rId16">
            <a:alphaModFix/>
          </a:blip>
          <a:srcRect/>
          <a:stretch/>
        </p:blipFill>
        <p:spPr>
          <a:xfrm>
            <a:off x="2094775" y="3995850"/>
            <a:ext cx="1146826" cy="819954"/>
          </a:xfrm>
          <a:prstGeom prst="rect">
            <a:avLst/>
          </a:prstGeom>
          <a:noFill/>
          <a:ln>
            <a:noFill/>
          </a:ln>
          <a:effectLst>
            <a:outerShdw blurRad="71438" dist="19050" dir="5400000" algn="bl" rotWithShape="0">
              <a:srgbClr val="000000">
                <a:alpha val="17647"/>
              </a:srgbClr>
            </a:outerShdw>
          </a:effectLst>
        </p:spPr>
      </p:pic>
      <p:pic>
        <p:nvPicPr>
          <p:cNvPr id="949" name="Google Shape;949;g31d111e6b28_1_905"/>
          <p:cNvPicPr preferRelativeResize="0"/>
          <p:nvPr/>
        </p:nvPicPr>
        <p:blipFill rotWithShape="1">
          <a:blip r:embed="rId17">
            <a:alphaModFix/>
          </a:blip>
          <a:srcRect/>
          <a:stretch/>
        </p:blipFill>
        <p:spPr>
          <a:xfrm>
            <a:off x="3321500" y="3995850"/>
            <a:ext cx="1146826" cy="819954"/>
          </a:xfrm>
          <a:prstGeom prst="rect">
            <a:avLst/>
          </a:prstGeom>
          <a:noFill/>
          <a:ln>
            <a:noFill/>
          </a:ln>
          <a:effectLst>
            <a:outerShdw blurRad="71438" dist="19050" dir="5400000" algn="bl" rotWithShape="0">
              <a:srgbClr val="000000">
                <a:alpha val="17647"/>
              </a:srgbClr>
            </a:outerShdw>
          </a:effectLst>
        </p:spPr>
      </p:pic>
      <p:pic>
        <p:nvPicPr>
          <p:cNvPr id="950" name="Google Shape;950;g31d111e6b28_1_905"/>
          <p:cNvPicPr preferRelativeResize="0"/>
          <p:nvPr/>
        </p:nvPicPr>
        <p:blipFill rotWithShape="1">
          <a:blip r:embed="rId18">
            <a:alphaModFix/>
          </a:blip>
          <a:srcRect/>
          <a:stretch/>
        </p:blipFill>
        <p:spPr>
          <a:xfrm>
            <a:off x="4548225" y="3994450"/>
            <a:ext cx="1146826" cy="819954"/>
          </a:xfrm>
          <a:prstGeom prst="rect">
            <a:avLst/>
          </a:prstGeom>
          <a:noFill/>
          <a:ln>
            <a:noFill/>
          </a:ln>
          <a:effectLst>
            <a:outerShdw blurRad="71438" dist="19050" dir="5400000" algn="bl" rotWithShape="0">
              <a:srgbClr val="000000">
                <a:alpha val="17647"/>
              </a:srgbClr>
            </a:outerShdw>
          </a:effectLst>
        </p:spPr>
      </p:pic>
      <p:pic>
        <p:nvPicPr>
          <p:cNvPr id="951" name="Google Shape;951;g31d111e6b28_1_905"/>
          <p:cNvPicPr preferRelativeResize="0"/>
          <p:nvPr/>
        </p:nvPicPr>
        <p:blipFill rotWithShape="1">
          <a:blip r:embed="rId19">
            <a:alphaModFix/>
          </a:blip>
          <a:srcRect/>
          <a:stretch/>
        </p:blipFill>
        <p:spPr>
          <a:xfrm>
            <a:off x="5774950" y="3995860"/>
            <a:ext cx="1146826" cy="818569"/>
          </a:xfrm>
          <a:prstGeom prst="rect">
            <a:avLst/>
          </a:prstGeom>
          <a:noFill/>
          <a:ln>
            <a:noFill/>
          </a:ln>
          <a:effectLst>
            <a:outerShdw blurRad="71438" dist="19050" dir="5400000" algn="bl" rotWithShape="0">
              <a:srgbClr val="000000">
                <a:alpha val="17647"/>
              </a:srgbClr>
            </a:outerShdw>
          </a:effectLst>
        </p:spPr>
      </p:pic>
      <p:pic>
        <p:nvPicPr>
          <p:cNvPr id="952" name="Google Shape;952;g31d111e6b28_1_905"/>
          <p:cNvPicPr preferRelativeResize="0"/>
          <p:nvPr/>
        </p:nvPicPr>
        <p:blipFill rotWithShape="1">
          <a:blip r:embed="rId20">
            <a:alphaModFix/>
          </a:blip>
          <a:srcRect/>
          <a:stretch/>
        </p:blipFill>
        <p:spPr>
          <a:xfrm>
            <a:off x="7001675" y="3994460"/>
            <a:ext cx="1146826" cy="818569"/>
          </a:xfrm>
          <a:prstGeom prst="rect">
            <a:avLst/>
          </a:prstGeom>
          <a:noFill/>
          <a:ln>
            <a:noFill/>
          </a:ln>
          <a:effectLst>
            <a:outerShdw blurRad="71438" dist="19050" dir="5400000" algn="bl" rotWithShape="0">
              <a:srgbClr val="000000">
                <a:alpha val="17647"/>
              </a:srgbClr>
            </a:outerShdw>
          </a:effectLst>
        </p:spPr>
      </p:pic>
      <p:pic>
        <p:nvPicPr>
          <p:cNvPr id="953" name="Google Shape;953;g31d111e6b28_1_905"/>
          <p:cNvPicPr preferRelativeResize="0"/>
          <p:nvPr/>
        </p:nvPicPr>
        <p:blipFill rotWithShape="1">
          <a:blip r:embed="rId21">
            <a:alphaModFix/>
          </a:blip>
          <a:srcRect/>
          <a:stretch/>
        </p:blipFill>
        <p:spPr>
          <a:xfrm>
            <a:off x="868050" y="4931618"/>
            <a:ext cx="1146826" cy="818569"/>
          </a:xfrm>
          <a:prstGeom prst="rect">
            <a:avLst/>
          </a:prstGeom>
          <a:noFill/>
          <a:ln>
            <a:noFill/>
          </a:ln>
          <a:effectLst>
            <a:outerShdw blurRad="71438" dist="19050" dir="5400000" algn="bl" rotWithShape="0">
              <a:srgbClr val="000000">
                <a:alpha val="17647"/>
              </a:srgbClr>
            </a:outerShdw>
          </a:effectLst>
        </p:spPr>
      </p:pic>
      <p:pic>
        <p:nvPicPr>
          <p:cNvPr id="954" name="Google Shape;954;g31d111e6b28_1_905"/>
          <p:cNvPicPr preferRelativeResize="0"/>
          <p:nvPr/>
        </p:nvPicPr>
        <p:blipFill rotWithShape="1">
          <a:blip r:embed="rId22">
            <a:alphaModFix/>
          </a:blip>
          <a:srcRect/>
          <a:stretch/>
        </p:blipFill>
        <p:spPr>
          <a:xfrm>
            <a:off x="2094775" y="4931632"/>
            <a:ext cx="1146826" cy="819954"/>
          </a:xfrm>
          <a:prstGeom prst="rect">
            <a:avLst/>
          </a:prstGeom>
          <a:noFill/>
          <a:ln>
            <a:noFill/>
          </a:ln>
          <a:effectLst>
            <a:outerShdw blurRad="71438" dist="19050" dir="5400000" algn="bl" rotWithShape="0">
              <a:srgbClr val="000000">
                <a:alpha val="17647"/>
              </a:srgbClr>
            </a:outerShdw>
          </a:effectLst>
        </p:spPr>
      </p:pic>
      <p:pic>
        <p:nvPicPr>
          <p:cNvPr id="955" name="Google Shape;955;g31d111e6b28_1_905"/>
          <p:cNvPicPr preferRelativeResize="0"/>
          <p:nvPr/>
        </p:nvPicPr>
        <p:blipFill rotWithShape="1">
          <a:blip r:embed="rId23">
            <a:alphaModFix/>
          </a:blip>
          <a:srcRect/>
          <a:stretch/>
        </p:blipFill>
        <p:spPr>
          <a:xfrm>
            <a:off x="3321500" y="4932318"/>
            <a:ext cx="1146826" cy="818569"/>
          </a:xfrm>
          <a:prstGeom prst="rect">
            <a:avLst/>
          </a:prstGeom>
          <a:noFill/>
          <a:ln>
            <a:noFill/>
          </a:ln>
          <a:effectLst>
            <a:outerShdw blurRad="71438" dist="19050" dir="5400000" algn="bl" rotWithShape="0">
              <a:srgbClr val="000000">
                <a:alpha val="17647"/>
              </a:srgbClr>
            </a:outerShdw>
          </a:effectLst>
        </p:spPr>
      </p:pic>
      <p:pic>
        <p:nvPicPr>
          <p:cNvPr id="956" name="Google Shape;956;g31d111e6b28_1_905"/>
          <p:cNvPicPr preferRelativeResize="0"/>
          <p:nvPr/>
        </p:nvPicPr>
        <p:blipFill rotWithShape="1">
          <a:blip r:embed="rId24">
            <a:alphaModFix/>
          </a:blip>
          <a:srcRect/>
          <a:stretch/>
        </p:blipFill>
        <p:spPr>
          <a:xfrm>
            <a:off x="4548225" y="4929532"/>
            <a:ext cx="1146826" cy="819954"/>
          </a:xfrm>
          <a:prstGeom prst="rect">
            <a:avLst/>
          </a:prstGeom>
          <a:noFill/>
          <a:ln>
            <a:noFill/>
          </a:ln>
          <a:effectLst>
            <a:outerShdw blurRad="71438" dist="19050" dir="5400000" algn="bl" rotWithShape="0">
              <a:srgbClr val="000000">
                <a:alpha val="17647"/>
              </a:srgbClr>
            </a:outerShdw>
          </a:effectLst>
        </p:spPr>
      </p:pic>
      <p:pic>
        <p:nvPicPr>
          <p:cNvPr id="957" name="Google Shape;957;g31d111e6b28_1_905"/>
          <p:cNvPicPr preferRelativeResize="0"/>
          <p:nvPr/>
        </p:nvPicPr>
        <p:blipFill rotWithShape="1">
          <a:blip r:embed="rId25">
            <a:alphaModFix/>
          </a:blip>
          <a:srcRect/>
          <a:stretch/>
        </p:blipFill>
        <p:spPr>
          <a:xfrm>
            <a:off x="5774950" y="4930957"/>
            <a:ext cx="1146826" cy="819954"/>
          </a:xfrm>
          <a:prstGeom prst="rect">
            <a:avLst/>
          </a:prstGeom>
          <a:noFill/>
          <a:ln>
            <a:noFill/>
          </a:ln>
          <a:effectLst>
            <a:outerShdw blurRad="71438" dist="19050" dir="5400000" algn="bl" rotWithShape="0">
              <a:srgbClr val="000000">
                <a:alpha val="17647"/>
              </a:srgbClr>
            </a:outerShdw>
          </a:effectLst>
        </p:spPr>
      </p:pic>
      <p:pic>
        <p:nvPicPr>
          <p:cNvPr id="958" name="Google Shape;958;g31d111e6b28_1_905"/>
          <p:cNvPicPr preferRelativeResize="0"/>
          <p:nvPr/>
        </p:nvPicPr>
        <p:blipFill rotWithShape="1">
          <a:blip r:embed="rId26">
            <a:alphaModFix/>
          </a:blip>
          <a:srcRect/>
          <a:stretch/>
        </p:blipFill>
        <p:spPr>
          <a:xfrm>
            <a:off x="7001668" y="4932318"/>
            <a:ext cx="1145440" cy="818569"/>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a:t>
            </a:r>
            <a:r>
              <a:rPr lang="en-US" sz="2000"/>
              <a:t>.</a:t>
            </a:r>
            <a:endParaRPr sz="2000"/>
          </a:p>
        </p:txBody>
      </p:sp>
      <p:pic>
        <p:nvPicPr>
          <p:cNvPr id="965" name="Google Shape;965;g2cdbdd193bb_0_376"/>
          <p:cNvPicPr preferRelativeResize="0"/>
          <p:nvPr/>
        </p:nvPicPr>
        <p:blipFill rotWithShape="1">
          <a:blip r:embed="rId3">
            <a:alphaModFix/>
          </a:blip>
          <a:srcRect/>
          <a:stretch/>
        </p:blipFill>
        <p:spPr>
          <a:xfrm>
            <a:off x="867797" y="2125686"/>
            <a:ext cx="1147421" cy="819976"/>
          </a:xfrm>
          <a:prstGeom prst="rect">
            <a:avLst/>
          </a:prstGeom>
          <a:noFill/>
          <a:ln>
            <a:noFill/>
          </a:ln>
          <a:effectLst>
            <a:outerShdw blurRad="71438" dist="19050" dir="5400000" algn="bl" rotWithShape="0">
              <a:srgbClr val="000000">
                <a:alpha val="17647"/>
              </a:srgbClr>
            </a:outerShdw>
          </a:effectLst>
        </p:spPr>
      </p:pic>
      <p:pic>
        <p:nvPicPr>
          <p:cNvPr id="966" name="Google Shape;966;g2cdbdd193bb_0_376"/>
          <p:cNvPicPr preferRelativeResize="0"/>
          <p:nvPr/>
        </p:nvPicPr>
        <p:blipFill rotWithShape="1">
          <a:blip r:embed="rId4">
            <a:alphaModFix/>
          </a:blip>
          <a:srcRect/>
          <a:stretch/>
        </p:blipFill>
        <p:spPr>
          <a:xfrm>
            <a:off x="2094526" y="2125686"/>
            <a:ext cx="1145486" cy="819967"/>
          </a:xfrm>
          <a:prstGeom prst="rect">
            <a:avLst/>
          </a:prstGeom>
          <a:noFill/>
          <a:ln>
            <a:noFill/>
          </a:ln>
          <a:effectLst>
            <a:outerShdw blurRad="71438" dist="19050" dir="5400000" algn="bl" rotWithShape="0">
              <a:srgbClr val="000000">
                <a:alpha val="17647"/>
              </a:srgbClr>
            </a:outerShdw>
          </a:effectLst>
        </p:spPr>
      </p:pic>
      <p:pic>
        <p:nvPicPr>
          <p:cNvPr id="967" name="Google Shape;967;g2cdbdd193bb_0_376"/>
          <p:cNvPicPr preferRelativeResize="0"/>
          <p:nvPr/>
        </p:nvPicPr>
        <p:blipFill rotWithShape="1">
          <a:blip r:embed="rId5">
            <a:alphaModFix/>
          </a:blip>
          <a:srcRect/>
          <a:stretch/>
        </p:blipFill>
        <p:spPr>
          <a:xfrm>
            <a:off x="3321259" y="2125686"/>
            <a:ext cx="1145486" cy="818582"/>
          </a:xfrm>
          <a:prstGeom prst="rect">
            <a:avLst/>
          </a:prstGeom>
          <a:noFill/>
          <a:ln>
            <a:noFill/>
          </a:ln>
          <a:effectLst>
            <a:outerShdw blurRad="71438" dist="19050" dir="5400000" algn="bl" rotWithShape="0">
              <a:srgbClr val="000000">
                <a:alpha val="17647"/>
              </a:srgbClr>
            </a:outerShdw>
          </a:effectLst>
        </p:spPr>
      </p:pic>
      <p:pic>
        <p:nvPicPr>
          <p:cNvPr id="968" name="Google Shape;968;g2cdbdd193bb_0_376"/>
          <p:cNvPicPr preferRelativeResize="0"/>
          <p:nvPr/>
        </p:nvPicPr>
        <p:blipFill rotWithShape="1">
          <a:blip r:embed="rId6">
            <a:alphaModFix/>
          </a:blip>
          <a:srcRect/>
          <a:stretch/>
        </p:blipFill>
        <p:spPr>
          <a:xfrm>
            <a:off x="4547991" y="2125686"/>
            <a:ext cx="1145486" cy="819967"/>
          </a:xfrm>
          <a:prstGeom prst="rect">
            <a:avLst/>
          </a:prstGeom>
          <a:noFill/>
          <a:ln>
            <a:noFill/>
          </a:ln>
          <a:effectLst>
            <a:outerShdw blurRad="71438" dist="19050" dir="5400000" algn="bl" rotWithShape="0">
              <a:srgbClr val="000000">
                <a:alpha val="17647"/>
              </a:srgbClr>
            </a:outerShdw>
          </a:effectLst>
        </p:spPr>
      </p:pic>
      <p:pic>
        <p:nvPicPr>
          <p:cNvPr id="969" name="Google Shape;969;g2cdbdd193bb_0_376"/>
          <p:cNvPicPr preferRelativeResize="0"/>
          <p:nvPr/>
        </p:nvPicPr>
        <p:blipFill rotWithShape="1">
          <a:blip r:embed="rId7">
            <a:alphaModFix/>
          </a:blip>
          <a:srcRect/>
          <a:stretch/>
        </p:blipFill>
        <p:spPr>
          <a:xfrm>
            <a:off x="5774724" y="2125686"/>
            <a:ext cx="1145486" cy="819967"/>
          </a:xfrm>
          <a:prstGeom prst="rect">
            <a:avLst/>
          </a:prstGeom>
          <a:noFill/>
          <a:ln>
            <a:noFill/>
          </a:ln>
          <a:effectLst>
            <a:outerShdw blurRad="71438" dist="19050" dir="5400000" algn="bl" rotWithShape="0">
              <a:srgbClr val="000000">
                <a:alpha val="17647"/>
              </a:srgbClr>
            </a:outerShdw>
          </a:effectLst>
        </p:spPr>
      </p:pic>
      <p:pic>
        <p:nvPicPr>
          <p:cNvPr id="970" name="Google Shape;970;g2cdbdd193bb_0_376"/>
          <p:cNvPicPr preferRelativeResize="0"/>
          <p:nvPr/>
        </p:nvPicPr>
        <p:blipFill rotWithShape="1">
          <a:blip r:embed="rId8">
            <a:alphaModFix/>
          </a:blip>
          <a:srcRect/>
          <a:stretch/>
        </p:blipFill>
        <p:spPr>
          <a:xfrm>
            <a:off x="7003287" y="2125686"/>
            <a:ext cx="1145486" cy="818582"/>
          </a:xfrm>
          <a:prstGeom prst="rect">
            <a:avLst/>
          </a:prstGeom>
          <a:noFill/>
          <a:ln>
            <a:noFill/>
          </a:ln>
          <a:effectLst>
            <a:outerShdw blurRad="71438" dist="19050" dir="5400000" algn="bl" rotWithShape="0">
              <a:srgbClr val="000000">
                <a:alpha val="17647"/>
              </a:srgbClr>
            </a:outerShdw>
          </a:effectLst>
        </p:spPr>
      </p:pic>
      <p:pic>
        <p:nvPicPr>
          <p:cNvPr id="971" name="Google Shape;971;g2cdbdd193bb_0_376"/>
          <p:cNvPicPr preferRelativeResize="0"/>
          <p:nvPr/>
        </p:nvPicPr>
        <p:blipFill rotWithShape="1">
          <a:blip r:embed="rId9">
            <a:alphaModFix/>
          </a:blip>
          <a:srcRect/>
          <a:stretch/>
        </p:blipFill>
        <p:spPr>
          <a:xfrm>
            <a:off x="867797" y="3060070"/>
            <a:ext cx="1146871" cy="818582"/>
          </a:xfrm>
          <a:prstGeom prst="rect">
            <a:avLst/>
          </a:prstGeom>
          <a:noFill/>
          <a:ln>
            <a:noFill/>
          </a:ln>
          <a:effectLst>
            <a:outerShdw blurRad="71438" dist="19050" dir="5400000" algn="bl" rotWithShape="0">
              <a:srgbClr val="000000">
                <a:alpha val="17647"/>
              </a:srgbClr>
            </a:outerShdw>
          </a:effectLst>
        </p:spPr>
      </p:pic>
      <p:pic>
        <p:nvPicPr>
          <p:cNvPr id="972" name="Google Shape;972;g2cdbdd193bb_0_376"/>
          <p:cNvPicPr preferRelativeResize="0"/>
          <p:nvPr/>
        </p:nvPicPr>
        <p:blipFill rotWithShape="1">
          <a:blip r:embed="rId10">
            <a:alphaModFix/>
          </a:blip>
          <a:srcRect/>
          <a:stretch/>
        </p:blipFill>
        <p:spPr>
          <a:xfrm>
            <a:off x="2094526" y="3060070"/>
            <a:ext cx="1146871" cy="818582"/>
          </a:xfrm>
          <a:prstGeom prst="rect">
            <a:avLst/>
          </a:prstGeom>
          <a:noFill/>
          <a:ln>
            <a:noFill/>
          </a:ln>
          <a:effectLst>
            <a:outerShdw blurRad="71438" dist="19050" dir="5400000" algn="bl" rotWithShape="0">
              <a:srgbClr val="000000">
                <a:alpha val="17647"/>
              </a:srgbClr>
            </a:outerShdw>
          </a:effectLst>
        </p:spPr>
      </p:pic>
      <p:pic>
        <p:nvPicPr>
          <p:cNvPr id="973" name="Google Shape;973;g2cdbdd193bb_0_376"/>
          <p:cNvPicPr preferRelativeResize="0"/>
          <p:nvPr/>
        </p:nvPicPr>
        <p:blipFill rotWithShape="1">
          <a:blip r:embed="rId11">
            <a:alphaModFix/>
          </a:blip>
          <a:srcRect/>
          <a:stretch/>
        </p:blipFill>
        <p:spPr>
          <a:xfrm>
            <a:off x="3321259" y="3060070"/>
            <a:ext cx="1146871" cy="818582"/>
          </a:xfrm>
          <a:prstGeom prst="rect">
            <a:avLst/>
          </a:prstGeom>
          <a:noFill/>
          <a:ln>
            <a:noFill/>
          </a:ln>
          <a:effectLst>
            <a:outerShdw blurRad="71438" dist="19050" dir="5400000" algn="bl" rotWithShape="0">
              <a:srgbClr val="000000">
                <a:alpha val="17647"/>
              </a:srgbClr>
            </a:outerShdw>
          </a:effectLst>
        </p:spPr>
      </p:pic>
      <p:pic>
        <p:nvPicPr>
          <p:cNvPr id="974" name="Google Shape;974;g2cdbdd193bb_0_376"/>
          <p:cNvPicPr preferRelativeResize="0"/>
          <p:nvPr/>
        </p:nvPicPr>
        <p:blipFill rotWithShape="1">
          <a:blip r:embed="rId12">
            <a:alphaModFix/>
          </a:blip>
          <a:srcRect/>
          <a:stretch/>
        </p:blipFill>
        <p:spPr>
          <a:xfrm>
            <a:off x="4547991" y="3060070"/>
            <a:ext cx="1146871" cy="819967"/>
          </a:xfrm>
          <a:prstGeom prst="rect">
            <a:avLst/>
          </a:prstGeom>
          <a:noFill/>
          <a:ln>
            <a:noFill/>
          </a:ln>
          <a:effectLst>
            <a:outerShdw blurRad="71438" dist="19050" dir="5400000" algn="bl" rotWithShape="0">
              <a:srgbClr val="000000">
                <a:alpha val="17647"/>
              </a:srgbClr>
            </a:outerShdw>
          </a:effectLst>
        </p:spPr>
      </p:pic>
      <p:pic>
        <p:nvPicPr>
          <p:cNvPr id="975" name="Google Shape;975;g2cdbdd193bb_0_376"/>
          <p:cNvPicPr preferRelativeResize="0"/>
          <p:nvPr/>
        </p:nvPicPr>
        <p:blipFill rotWithShape="1">
          <a:blip r:embed="rId13">
            <a:alphaModFix/>
          </a:blip>
          <a:srcRect/>
          <a:stretch/>
        </p:blipFill>
        <p:spPr>
          <a:xfrm>
            <a:off x="5774724" y="3060070"/>
            <a:ext cx="1146871" cy="818582"/>
          </a:xfrm>
          <a:prstGeom prst="rect">
            <a:avLst/>
          </a:prstGeom>
          <a:noFill/>
          <a:ln>
            <a:noFill/>
          </a:ln>
          <a:effectLst>
            <a:outerShdw blurRad="71438" dist="19050" dir="5400000" algn="bl" rotWithShape="0">
              <a:srgbClr val="000000">
                <a:alpha val="17647"/>
              </a:srgbClr>
            </a:outerShdw>
          </a:effectLst>
        </p:spPr>
      </p:pic>
      <p:pic>
        <p:nvPicPr>
          <p:cNvPr id="976" name="Google Shape;976;g2cdbdd193bb_0_376"/>
          <p:cNvPicPr preferRelativeResize="0"/>
          <p:nvPr/>
        </p:nvPicPr>
        <p:blipFill rotWithShape="1">
          <a:blip r:embed="rId14">
            <a:alphaModFix/>
          </a:blip>
          <a:srcRect/>
          <a:stretch/>
        </p:blipFill>
        <p:spPr>
          <a:xfrm>
            <a:off x="7001902" y="3060070"/>
            <a:ext cx="1146871" cy="819967"/>
          </a:xfrm>
          <a:prstGeom prst="rect">
            <a:avLst/>
          </a:prstGeom>
          <a:noFill/>
          <a:ln>
            <a:noFill/>
          </a:ln>
          <a:effectLst>
            <a:outerShdw blurRad="71438" dist="19050" dir="5400000" algn="bl" rotWithShape="0">
              <a:srgbClr val="000000">
                <a:alpha val="17647"/>
              </a:srgbClr>
            </a:outerShdw>
          </a:effectLst>
        </p:spPr>
      </p:pic>
      <p:pic>
        <p:nvPicPr>
          <p:cNvPr id="977" name="Google Shape;977;g2cdbdd193bb_0_376"/>
          <p:cNvPicPr preferRelativeResize="0"/>
          <p:nvPr/>
        </p:nvPicPr>
        <p:blipFill rotWithShape="1">
          <a:blip r:embed="rId15">
            <a:alphaModFix/>
          </a:blip>
          <a:srcRect/>
          <a:stretch/>
        </p:blipFill>
        <p:spPr>
          <a:xfrm>
            <a:off x="867797" y="3995098"/>
            <a:ext cx="1146871" cy="819967"/>
          </a:xfrm>
          <a:prstGeom prst="rect">
            <a:avLst/>
          </a:prstGeom>
          <a:noFill/>
          <a:ln>
            <a:noFill/>
          </a:ln>
          <a:effectLst>
            <a:outerShdw blurRad="71438" dist="19050" dir="5400000" algn="bl" rotWithShape="0">
              <a:srgbClr val="000000">
                <a:alpha val="17647"/>
              </a:srgbClr>
            </a:outerShdw>
          </a:effectLst>
        </p:spPr>
      </p:pic>
      <p:pic>
        <p:nvPicPr>
          <p:cNvPr id="978" name="Google Shape;978;g2cdbdd193bb_0_376"/>
          <p:cNvPicPr preferRelativeResize="0"/>
          <p:nvPr/>
        </p:nvPicPr>
        <p:blipFill rotWithShape="1">
          <a:blip r:embed="rId16">
            <a:alphaModFix/>
          </a:blip>
          <a:srcRect/>
          <a:stretch/>
        </p:blipFill>
        <p:spPr>
          <a:xfrm>
            <a:off x="2094526" y="3995098"/>
            <a:ext cx="1146871" cy="818582"/>
          </a:xfrm>
          <a:prstGeom prst="rect">
            <a:avLst/>
          </a:prstGeom>
          <a:noFill/>
          <a:ln>
            <a:noFill/>
          </a:ln>
          <a:effectLst>
            <a:outerShdw blurRad="71438" dist="19050" dir="5400000" algn="bl" rotWithShape="0">
              <a:srgbClr val="000000">
                <a:alpha val="17647"/>
              </a:srgbClr>
            </a:outerShdw>
          </a:effectLst>
        </p:spPr>
      </p:pic>
      <p:pic>
        <p:nvPicPr>
          <p:cNvPr id="979" name="Google Shape;979;g2cdbdd193bb_0_376"/>
          <p:cNvPicPr preferRelativeResize="0"/>
          <p:nvPr/>
        </p:nvPicPr>
        <p:blipFill rotWithShape="1">
          <a:blip r:embed="rId17">
            <a:alphaModFix/>
          </a:blip>
          <a:srcRect/>
          <a:stretch/>
        </p:blipFill>
        <p:spPr>
          <a:xfrm>
            <a:off x="3321259" y="3995098"/>
            <a:ext cx="1146871" cy="818582"/>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86" name="Google Shape;98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87" name="Google Shape;987;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88" name="Google Shape;98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89" name="Google Shape;989;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f</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k</a:t>
            </a:r>
            <a:endParaRPr sz="5800" b="0" i="0" u="none" strike="noStrike" cap="none">
              <a:solidFill>
                <a:srgbClr val="2356AF"/>
              </a:solidFill>
              <a:latin typeface="Jost"/>
              <a:ea typeface="Jost"/>
              <a:cs typeface="Jost"/>
              <a:sym typeface="Jost"/>
            </a:endParaRPr>
          </a:p>
        </p:txBody>
      </p:sp>
      <p:sp>
        <p:nvSpPr>
          <p:cNvPr id="990" name="Google Shape;990;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sw</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991" name="Google Shape;991;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c</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
        <p:nvSpPr>
          <p:cNvPr id="992" name="Google Shape;992;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56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31d5566e4c5_0_5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99" name="Google Shape;999;g31d5566e4c5_0_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1000" name="Google Shape;1000;g31d5566e4c5_0_59"/>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60"/>
              </a:srgbClr>
            </a:outerShdw>
          </a:effectLst>
        </p:spPr>
      </p:pic>
      <p:sp>
        <p:nvSpPr>
          <p:cNvPr id="1001" name="Google Shape;1001;g31d5566e4c5_0_5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1002" name="Google Shape;1002;g31d5566e4c5_0_59"/>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dr</a:t>
            </a:r>
            <a:r>
              <a:rPr lang="en-US" sz="4900">
                <a:solidFill>
                  <a:srgbClr val="00904C"/>
                </a:solidFill>
                <a:latin typeface="Poppins"/>
                <a:ea typeface="Poppins"/>
                <a:cs typeface="Poppins"/>
                <a:sym typeface="Poppins"/>
              </a:rPr>
              <a:t>a</a:t>
            </a:r>
            <a:r>
              <a:rPr lang="en-US" sz="5800">
                <a:solidFill>
                  <a:srgbClr val="00904C"/>
                </a:solidFill>
                <a:latin typeface="Jost"/>
                <a:ea typeface="Jost"/>
                <a:cs typeface="Jost"/>
                <a:sym typeface="Jost"/>
              </a:rPr>
              <a:t>w</a:t>
            </a:r>
            <a:endParaRPr sz="5800" b="0" i="0" u="none" strike="noStrike" cap="none">
              <a:solidFill>
                <a:srgbClr val="00904C"/>
              </a:solidFill>
              <a:latin typeface="Jost"/>
              <a:ea typeface="Jost"/>
              <a:cs typeface="Jost"/>
              <a:sym typeface="Jost"/>
            </a:endParaRPr>
          </a:p>
        </p:txBody>
      </p:sp>
      <p:sp>
        <p:nvSpPr>
          <p:cNvPr id="1003" name="Google Shape;1003;g31d5566e4c5_0_59"/>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cr</a:t>
            </a:r>
            <a:r>
              <a:rPr lang="en-US" sz="4900">
                <a:solidFill>
                  <a:srgbClr val="00904C"/>
                </a:solidFill>
                <a:latin typeface="Poppins"/>
                <a:ea typeface="Poppins"/>
                <a:cs typeface="Poppins"/>
                <a:sym typeface="Poppins"/>
              </a:rPr>
              <a:t>a</a:t>
            </a:r>
            <a:r>
              <a:rPr lang="en-US" sz="5800">
                <a:solidFill>
                  <a:srgbClr val="00904C"/>
                </a:solidFill>
                <a:latin typeface="Jost"/>
                <a:ea typeface="Jost"/>
                <a:cs typeface="Jost"/>
                <a:sym typeface="Jost"/>
              </a:rPr>
              <a:t>w</a:t>
            </a:r>
            <a:r>
              <a:rPr lang="en-US" sz="5800">
                <a:solidFill>
                  <a:srgbClr val="2356AF"/>
                </a:solidFill>
                <a:latin typeface="Jost"/>
                <a:ea typeface="Jost"/>
                <a:cs typeface="Jost"/>
                <a:sym typeface="Jost"/>
              </a:rPr>
              <a:t>l</a:t>
            </a:r>
            <a:endParaRPr sz="5800" b="0" i="0" u="none" strike="noStrike" cap="none">
              <a:solidFill>
                <a:srgbClr val="2356AF"/>
              </a:solidFill>
              <a:latin typeface="Jost"/>
              <a:ea typeface="Jost"/>
              <a:cs typeface="Jost"/>
              <a:sym typeface="Jost"/>
            </a:endParaRPr>
          </a:p>
        </p:txBody>
      </p:sp>
      <p:sp>
        <p:nvSpPr>
          <p:cNvPr id="1004" name="Google Shape;1004;g31d5566e4c5_0_59"/>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j</a:t>
            </a:r>
            <a:r>
              <a:rPr lang="en-US" sz="4900">
                <a:solidFill>
                  <a:srgbClr val="00904C"/>
                </a:solidFill>
                <a:latin typeface="Poppins"/>
                <a:ea typeface="Poppins"/>
                <a:cs typeface="Poppins"/>
                <a:sym typeface="Poppins"/>
              </a:rPr>
              <a:t>a</a:t>
            </a:r>
            <a:r>
              <a:rPr lang="en-US" sz="5800">
                <a:solidFill>
                  <a:srgbClr val="00904C"/>
                </a:solidFill>
                <a:latin typeface="Jost"/>
                <a:ea typeface="Jost"/>
                <a:cs typeface="Jost"/>
                <a:sym typeface="Jost"/>
              </a:rPr>
              <a:t>w</a:t>
            </a:r>
            <a:endParaRPr sz="5800" b="0" i="0" u="none" strike="noStrike" cap="none">
              <a:solidFill>
                <a:srgbClr val="2356AF"/>
              </a:solidFill>
              <a:latin typeface="Jost"/>
              <a:ea typeface="Jost"/>
              <a:cs typeface="Jost"/>
              <a:sym typeface="Jost"/>
            </a:endParaRPr>
          </a:p>
        </p:txBody>
      </p:sp>
      <p:sp>
        <p:nvSpPr>
          <p:cNvPr id="1005" name="Google Shape;1005;g31d5566e4c5_0_59"/>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11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31d5566e4c5_0_7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12" name="Google Shape;1012;g31d5566e4c5_0_7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1013" name="Google Shape;1013;g31d5566e4c5_0_72"/>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60"/>
              </a:srgbClr>
            </a:outerShdw>
          </a:effectLst>
        </p:spPr>
      </p:pic>
      <p:sp>
        <p:nvSpPr>
          <p:cNvPr id="1014" name="Google Shape;1014;g31d5566e4c5_0_7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1015" name="Google Shape;1015;g31d5566e4c5_0_72"/>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s</a:t>
            </a:r>
            <a:r>
              <a:rPr lang="en-US" sz="4900">
                <a:solidFill>
                  <a:srgbClr val="00904C"/>
                </a:solidFill>
                <a:latin typeface="Poppins"/>
                <a:ea typeface="Poppins"/>
                <a:cs typeface="Poppins"/>
                <a:sym typeface="Poppins"/>
              </a:rPr>
              <a:t>a</a:t>
            </a:r>
            <a:r>
              <a:rPr lang="en-US" sz="5800">
                <a:solidFill>
                  <a:srgbClr val="00904C"/>
                </a:solidFill>
                <a:latin typeface="Jost"/>
                <a:ea typeface="Jost"/>
                <a:cs typeface="Jost"/>
                <a:sym typeface="Jost"/>
              </a:rPr>
              <a:t>u</a:t>
            </a:r>
            <a:r>
              <a:rPr lang="en-US" sz="5800">
                <a:solidFill>
                  <a:srgbClr val="2356AF"/>
                </a:solidFill>
                <a:latin typeface="Jost"/>
                <a:ea typeface="Jost"/>
                <a:cs typeface="Jost"/>
                <a:sym typeface="Jost"/>
              </a:rPr>
              <a:t>ce</a:t>
            </a:r>
            <a:endParaRPr sz="5800" b="0" i="0" u="none" strike="noStrike" cap="none">
              <a:solidFill>
                <a:srgbClr val="2356AF"/>
              </a:solidFill>
              <a:latin typeface="Jost"/>
              <a:ea typeface="Jost"/>
              <a:cs typeface="Jost"/>
              <a:sym typeface="Jost"/>
            </a:endParaRPr>
          </a:p>
        </p:txBody>
      </p:sp>
      <p:sp>
        <p:nvSpPr>
          <p:cNvPr id="1016" name="Google Shape;1016;g31d5566e4c5_0_72"/>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4900">
                <a:solidFill>
                  <a:srgbClr val="00904C"/>
                </a:solidFill>
                <a:latin typeface="Poppins"/>
                <a:ea typeface="Poppins"/>
                <a:cs typeface="Poppins"/>
                <a:sym typeface="Poppins"/>
              </a:rPr>
              <a:t>a</a:t>
            </a:r>
            <a:r>
              <a:rPr lang="en-US" sz="5800">
                <a:solidFill>
                  <a:srgbClr val="00904C"/>
                </a:solidFill>
                <a:latin typeface="Jost"/>
                <a:ea typeface="Jost"/>
                <a:cs typeface="Jost"/>
                <a:sym typeface="Jost"/>
              </a:rPr>
              <a:t>u</a:t>
            </a:r>
            <a:r>
              <a:rPr lang="en-US" sz="5800">
                <a:solidFill>
                  <a:srgbClr val="2356AF"/>
                </a:solidFill>
                <a:latin typeface="Jost"/>
                <a:ea typeface="Jost"/>
                <a:cs typeface="Jost"/>
                <a:sym typeface="Jost"/>
              </a:rPr>
              <a:t>thor</a:t>
            </a:r>
            <a:endParaRPr sz="5800" b="0" i="0" u="none" strike="noStrike" cap="none">
              <a:solidFill>
                <a:srgbClr val="2356AF"/>
              </a:solidFill>
              <a:latin typeface="Jost"/>
              <a:ea typeface="Jost"/>
              <a:cs typeface="Jost"/>
              <a:sym typeface="Jost"/>
            </a:endParaRPr>
          </a:p>
        </p:txBody>
      </p:sp>
      <p:sp>
        <p:nvSpPr>
          <p:cNvPr id="1017" name="Google Shape;1017;g31d5566e4c5_0_72"/>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l</a:t>
            </a:r>
            <a:r>
              <a:rPr lang="en-US" sz="4900">
                <a:solidFill>
                  <a:srgbClr val="00904C"/>
                </a:solidFill>
                <a:latin typeface="Poppins"/>
                <a:ea typeface="Poppins"/>
                <a:cs typeface="Poppins"/>
                <a:sym typeface="Poppins"/>
              </a:rPr>
              <a:t>a</a:t>
            </a:r>
            <a:r>
              <a:rPr lang="en-US" sz="5800">
                <a:solidFill>
                  <a:srgbClr val="00904C"/>
                </a:solidFill>
                <a:latin typeface="Jost"/>
                <a:ea typeface="Jost"/>
                <a:cs typeface="Jost"/>
                <a:sym typeface="Jost"/>
              </a:rPr>
              <a:t>u</a:t>
            </a:r>
            <a:r>
              <a:rPr lang="en-US" sz="5800">
                <a:solidFill>
                  <a:srgbClr val="2356AF"/>
                </a:solidFill>
                <a:latin typeface="Jost"/>
                <a:ea typeface="Jost"/>
                <a:cs typeface="Jost"/>
                <a:sym typeface="Jost"/>
              </a:rPr>
              <a:t>ndry</a:t>
            </a:r>
            <a:endParaRPr sz="5800" b="0" i="0" u="none" strike="noStrike" cap="none">
              <a:solidFill>
                <a:srgbClr val="2356AF"/>
              </a:solidFill>
              <a:latin typeface="Jost"/>
              <a:ea typeface="Jost"/>
              <a:cs typeface="Jost"/>
              <a:sym typeface="Jost"/>
            </a:endParaRPr>
          </a:p>
        </p:txBody>
      </p:sp>
      <p:sp>
        <p:nvSpPr>
          <p:cNvPr id="1018" name="Google Shape;1018;g31d5566e4c5_0_72"/>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18</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25" name="Google Shape;102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026" name="Google Shape;102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027" name="Google Shape;1027;g2c186218c5a_0_4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34" name="Google Shape;1034;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35" name="Google Shape;1035;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36" name="Google Shape;1036;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7" name="Google Shape;1037;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8" name="Google Shape;1038;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9" name="Google Shape;1039;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0" name="Google Shape;1040;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1" name="Google Shape;1041;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2" name="Google Shape;1042;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3" name="Google Shape;1043;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44" name="Google Shape;1044;g2c4fb7f6616_1_0"/>
          <p:cNvGrpSpPr/>
          <p:nvPr/>
        </p:nvGrpSpPr>
        <p:grpSpPr>
          <a:xfrm>
            <a:off x="-550" y="6984600"/>
            <a:ext cx="8596479" cy="808600"/>
            <a:chOff x="-550" y="6984600"/>
            <a:chExt cx="8596479" cy="808600"/>
          </a:xfrm>
        </p:grpSpPr>
        <p:sp>
          <p:nvSpPr>
            <p:cNvPr id="1045" name="Google Shape;1045;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46" name="Google Shape;1046;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47" name="Google Shape;1047;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48" name="Google Shape;1048;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49" name="Google Shape;1049;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50" name="Google Shape;1050;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51" name="Google Shape;1051;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52" name="Google Shape;1052;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53" name="Google Shape;1053;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54" name="Google Shape;1054;g2c4fb7f6616_1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055" name="Google Shape;1055;g2c4fb7f6616_1_0"/>
          <p:cNvSpPr/>
          <p:nvPr/>
        </p:nvSpPr>
        <p:spPr>
          <a:xfrm>
            <a:off x="29673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6" name="Google Shape;1056;g2c4fb7f6616_1_0"/>
          <p:cNvSpPr txBox="1"/>
          <p:nvPr/>
        </p:nvSpPr>
        <p:spPr>
          <a:xfrm>
            <a:off x="2397600"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h</a:t>
            </a:r>
            <a:endParaRPr sz="15000">
              <a:solidFill>
                <a:srgbClr val="2356AF"/>
              </a:solidFill>
              <a:latin typeface="Jost"/>
              <a:ea typeface="Jost"/>
              <a:cs typeface="Jost"/>
              <a:sym typeface="Jost"/>
            </a:endParaRPr>
          </a:p>
        </p:txBody>
      </p:sp>
      <p:sp>
        <p:nvSpPr>
          <p:cNvPr id="1057" name="Google Shape;1057;g2c4fb7f6616_1_0"/>
          <p:cNvSpPr txBox="1"/>
          <p:nvPr/>
        </p:nvSpPr>
        <p:spPr>
          <a:xfrm>
            <a:off x="3162152" y="1308025"/>
            <a:ext cx="28125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993FA2"/>
                </a:solidFill>
                <a:latin typeface="Jost"/>
                <a:ea typeface="Jost"/>
                <a:cs typeface="Jost"/>
                <a:sym typeface="Jost"/>
              </a:rPr>
              <a:t>or</a:t>
            </a:r>
            <a:endParaRPr sz="15000">
              <a:solidFill>
                <a:srgbClr val="993FA2"/>
              </a:solidFill>
              <a:latin typeface="Jost"/>
              <a:ea typeface="Jost"/>
              <a:cs typeface="Jost"/>
              <a:sym typeface="Jost"/>
            </a:endParaRPr>
          </a:p>
        </p:txBody>
      </p:sp>
      <p:sp>
        <p:nvSpPr>
          <p:cNvPr id="1058" name="Google Shape;1058;g2c4fb7f6616_1_0"/>
          <p:cNvSpPr/>
          <p:nvPr/>
        </p:nvSpPr>
        <p:spPr>
          <a:xfrm>
            <a:off x="3866126" y="4011900"/>
            <a:ext cx="15294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9" name="Google Shape;1059;g2c4fb7f6616_1_0"/>
          <p:cNvSpPr/>
          <p:nvPr/>
        </p:nvSpPr>
        <p:spPr>
          <a:xfrm>
            <a:off x="57867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0" name="Google Shape;1060;g2c4fb7f6616_1_0"/>
          <p:cNvSpPr txBox="1"/>
          <p:nvPr/>
        </p:nvSpPr>
        <p:spPr>
          <a:xfrm>
            <a:off x="5217000"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n</a:t>
            </a:r>
            <a:endParaRPr sz="15000">
              <a:solidFill>
                <a:srgbClr val="2356AF"/>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31d5566e4c5_0_8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67" name="Google Shape;1067;g31d5566e4c5_0_8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68" name="Google Shape;1068;g31d5566e4c5_0_8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69" name="Google Shape;1069;g31d5566e4c5_0_8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0" name="Google Shape;1070;g31d5566e4c5_0_8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1" name="Google Shape;1071;g31d5566e4c5_0_8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2" name="Google Shape;1072;g31d5566e4c5_0_8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3" name="Google Shape;1073;g31d5566e4c5_0_8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4" name="Google Shape;1074;g31d5566e4c5_0_8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5" name="Google Shape;1075;g31d5566e4c5_0_88"/>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6" name="Google Shape;1076;g31d5566e4c5_0_8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77" name="Google Shape;1077;g31d5566e4c5_0_88"/>
          <p:cNvGrpSpPr/>
          <p:nvPr/>
        </p:nvGrpSpPr>
        <p:grpSpPr>
          <a:xfrm>
            <a:off x="-550" y="6984600"/>
            <a:ext cx="8596479" cy="808600"/>
            <a:chOff x="-550" y="6984600"/>
            <a:chExt cx="8596479" cy="808600"/>
          </a:xfrm>
        </p:grpSpPr>
        <p:sp>
          <p:nvSpPr>
            <p:cNvPr id="1078" name="Google Shape;1078;g31d5566e4c5_0_8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79" name="Google Shape;1079;g31d5566e4c5_0_8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80" name="Google Shape;1080;g31d5566e4c5_0_8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81" name="Google Shape;1081;g31d5566e4c5_0_8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82" name="Google Shape;1082;g31d5566e4c5_0_8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83" name="Google Shape;1083;g31d5566e4c5_0_88"/>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84" name="Google Shape;1084;g31d5566e4c5_0_8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85" name="Google Shape;1085;g31d5566e4c5_0_8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86" name="Google Shape;1086;g31d5566e4c5_0_8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87" name="Google Shape;1087;g31d5566e4c5_0_88"/>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088" name="Google Shape;1088;g31d5566e4c5_0_88"/>
          <p:cNvSpPr/>
          <p:nvPr/>
        </p:nvSpPr>
        <p:spPr>
          <a:xfrm>
            <a:off x="316267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9" name="Google Shape;1089;g31d5566e4c5_0_88"/>
          <p:cNvSpPr txBox="1"/>
          <p:nvPr/>
        </p:nvSpPr>
        <p:spPr>
          <a:xfrm>
            <a:off x="2592974"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p</a:t>
            </a:r>
            <a:endParaRPr sz="15000">
              <a:solidFill>
                <a:srgbClr val="2356AF"/>
              </a:solidFill>
              <a:latin typeface="Jost"/>
              <a:ea typeface="Jost"/>
              <a:cs typeface="Jost"/>
              <a:sym typeface="Jost"/>
            </a:endParaRPr>
          </a:p>
        </p:txBody>
      </p:sp>
      <p:sp>
        <p:nvSpPr>
          <p:cNvPr id="1090" name="Google Shape;1090;g31d5566e4c5_0_88"/>
          <p:cNvSpPr txBox="1"/>
          <p:nvPr/>
        </p:nvSpPr>
        <p:spPr>
          <a:xfrm>
            <a:off x="3738526" y="1308025"/>
            <a:ext cx="28125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2500">
                <a:solidFill>
                  <a:srgbClr val="00904C"/>
                </a:solidFill>
                <a:latin typeface="Poppins"/>
                <a:ea typeface="Poppins"/>
                <a:cs typeface="Poppins"/>
                <a:sym typeface="Poppins"/>
              </a:rPr>
              <a:t>a</a:t>
            </a:r>
            <a:r>
              <a:rPr lang="en-US" sz="15000">
                <a:solidFill>
                  <a:srgbClr val="00904C"/>
                </a:solidFill>
                <a:latin typeface="Jost"/>
                <a:ea typeface="Jost"/>
                <a:cs typeface="Jost"/>
                <a:sym typeface="Jost"/>
              </a:rPr>
              <a:t>w</a:t>
            </a:r>
            <a:endParaRPr sz="15000">
              <a:solidFill>
                <a:srgbClr val="00904C"/>
              </a:solidFill>
              <a:latin typeface="Jost"/>
              <a:ea typeface="Jost"/>
              <a:cs typeface="Jost"/>
              <a:sym typeface="Jost"/>
            </a:endParaRPr>
          </a:p>
        </p:txBody>
      </p:sp>
      <p:sp>
        <p:nvSpPr>
          <p:cNvPr id="1091" name="Google Shape;1091;g31d5566e4c5_0_88"/>
          <p:cNvSpPr/>
          <p:nvPr/>
        </p:nvSpPr>
        <p:spPr>
          <a:xfrm>
            <a:off x="4063911" y="4011900"/>
            <a:ext cx="21579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g31d5566e4c5_0_12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98" name="Google Shape;1098;g31d5566e4c5_0_12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99" name="Google Shape;1099;g31d5566e4c5_0_12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100" name="Google Shape;1100;g31d5566e4c5_0_12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1" name="Google Shape;1101;g31d5566e4c5_0_12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2" name="Google Shape;1102;g31d5566e4c5_0_12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3" name="Google Shape;1103;g31d5566e4c5_0_12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4" name="Google Shape;1104;g31d5566e4c5_0_12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5" name="Google Shape;1105;g31d5566e4c5_0_12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6" name="Google Shape;1106;g31d5566e4c5_0_12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7" name="Google Shape;1107;g31d5566e4c5_0_12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08" name="Google Shape;1108;g31d5566e4c5_0_120"/>
          <p:cNvGrpSpPr/>
          <p:nvPr/>
        </p:nvGrpSpPr>
        <p:grpSpPr>
          <a:xfrm>
            <a:off x="-550" y="6984600"/>
            <a:ext cx="8596479" cy="808600"/>
            <a:chOff x="-550" y="6984600"/>
            <a:chExt cx="8596479" cy="808600"/>
          </a:xfrm>
        </p:grpSpPr>
        <p:sp>
          <p:nvSpPr>
            <p:cNvPr id="1109" name="Google Shape;1109;g31d5566e4c5_0_12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10" name="Google Shape;1110;g31d5566e4c5_0_12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11" name="Google Shape;1111;g31d5566e4c5_0_12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12" name="Google Shape;1112;g31d5566e4c5_0_12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13" name="Google Shape;1113;g31d5566e4c5_0_12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14" name="Google Shape;1114;g31d5566e4c5_0_12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15" name="Google Shape;1115;g31d5566e4c5_0_12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16" name="Google Shape;1116;g31d5566e4c5_0_12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17" name="Google Shape;1117;g31d5566e4c5_0_12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18" name="Google Shape;1118;g31d5566e4c5_0_12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119" name="Google Shape;1119;g31d5566e4c5_0_120"/>
          <p:cNvSpPr/>
          <p:nvPr/>
        </p:nvSpPr>
        <p:spPr>
          <a:xfrm>
            <a:off x="2563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0" name="Google Shape;1120;g31d5566e4c5_0_120"/>
          <p:cNvSpPr/>
          <p:nvPr/>
        </p:nvSpPr>
        <p:spPr>
          <a:xfrm>
            <a:off x="551166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1" name="Google Shape;1121;g31d5566e4c5_0_120"/>
          <p:cNvSpPr txBox="1"/>
          <p:nvPr/>
        </p:nvSpPr>
        <p:spPr>
          <a:xfrm>
            <a:off x="4942016"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n</a:t>
            </a:r>
            <a:endParaRPr sz="15000">
              <a:solidFill>
                <a:srgbClr val="2356AF"/>
              </a:solidFill>
              <a:latin typeface="Jost"/>
              <a:ea typeface="Jost"/>
              <a:cs typeface="Jost"/>
              <a:sym typeface="Jost"/>
            </a:endParaRPr>
          </a:p>
        </p:txBody>
      </p:sp>
      <p:sp>
        <p:nvSpPr>
          <p:cNvPr id="1122" name="Google Shape;1122;g31d5566e4c5_0_120"/>
          <p:cNvSpPr txBox="1"/>
          <p:nvPr/>
        </p:nvSpPr>
        <p:spPr>
          <a:xfrm>
            <a:off x="1993775"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h</a:t>
            </a:r>
            <a:endParaRPr sz="15000">
              <a:solidFill>
                <a:srgbClr val="2356AF"/>
              </a:solidFill>
              <a:latin typeface="Jost"/>
              <a:ea typeface="Jost"/>
              <a:cs typeface="Jost"/>
              <a:sym typeface="Jost"/>
            </a:endParaRPr>
          </a:p>
        </p:txBody>
      </p:sp>
      <p:sp>
        <p:nvSpPr>
          <p:cNvPr id="1123" name="Google Shape;1123;g31d5566e4c5_0_120"/>
          <p:cNvSpPr txBox="1"/>
          <p:nvPr/>
        </p:nvSpPr>
        <p:spPr>
          <a:xfrm>
            <a:off x="3054966" y="1308025"/>
            <a:ext cx="24030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2500">
                <a:solidFill>
                  <a:srgbClr val="00904C"/>
                </a:solidFill>
                <a:latin typeface="Poppins"/>
                <a:ea typeface="Poppins"/>
                <a:cs typeface="Poppins"/>
                <a:sym typeface="Poppins"/>
              </a:rPr>
              <a:t>a</a:t>
            </a:r>
            <a:r>
              <a:rPr lang="en-US" sz="15000">
                <a:solidFill>
                  <a:srgbClr val="00904C"/>
                </a:solidFill>
                <a:latin typeface="Jost"/>
                <a:ea typeface="Jost"/>
                <a:cs typeface="Jost"/>
                <a:sym typeface="Jost"/>
              </a:rPr>
              <a:t>u</a:t>
            </a:r>
            <a:endParaRPr sz="15000">
              <a:solidFill>
                <a:srgbClr val="00904C"/>
              </a:solidFill>
              <a:latin typeface="Jost"/>
              <a:ea typeface="Jost"/>
              <a:cs typeface="Jost"/>
              <a:sym typeface="Jost"/>
            </a:endParaRPr>
          </a:p>
        </p:txBody>
      </p:sp>
      <p:sp>
        <p:nvSpPr>
          <p:cNvPr id="1124" name="Google Shape;1124;g31d5566e4c5_0_120"/>
          <p:cNvSpPr/>
          <p:nvPr/>
        </p:nvSpPr>
        <p:spPr>
          <a:xfrm>
            <a:off x="3362575" y="4011900"/>
            <a:ext cx="1804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5" name="Google Shape;1125;g31d5566e4c5_0_120"/>
          <p:cNvSpPr/>
          <p:nvPr/>
        </p:nvSpPr>
        <p:spPr>
          <a:xfrm>
            <a:off x="627366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6" name="Google Shape;1126;g31d5566e4c5_0_120"/>
          <p:cNvSpPr txBox="1"/>
          <p:nvPr/>
        </p:nvSpPr>
        <p:spPr>
          <a:xfrm>
            <a:off x="5704016"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t</a:t>
            </a:r>
            <a:endParaRPr sz="15000">
              <a:solidFill>
                <a:srgbClr val="2356AF"/>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133" name="Google Shape;113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134" name="Google Shape;113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135" name="Google Shape;1135;g2c186218c5a_0_44"/>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42" name="Google Shape;114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143" name="Google Shape;114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144" name="Google Shape;1144;g26b641b03cd_0_204"/>
          <p:cNvPicPr preferRelativeResize="0"/>
          <p:nvPr/>
        </p:nvPicPr>
        <p:blipFill rotWithShape="1">
          <a:blip r:embed="rId3">
            <a:alphaModFix/>
          </a:blip>
          <a:srcRect l="79" r="89"/>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145" name="Google Shape;1145;g26b641b03cd_0_204"/>
          <p:cNvPicPr preferRelativeResize="0"/>
          <p:nvPr/>
        </p:nvPicPr>
        <p:blipFill rotWithShape="1">
          <a:blip r:embed="rId4">
            <a:alphaModFix/>
          </a:blip>
          <a:srcRect/>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146" name="Google Shape;1146;g26b641b03cd_0_204"/>
          <p:cNvPicPr preferRelativeResize="0"/>
          <p:nvPr/>
        </p:nvPicPr>
        <p:blipFill rotWithShape="1">
          <a:blip r:embed="rId5">
            <a:alphaModFix/>
          </a:blip>
          <a:srcRect/>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51"/>
        <p:cNvGrpSpPr/>
        <p:nvPr/>
      </p:nvGrpSpPr>
      <p:grpSpPr>
        <a:xfrm>
          <a:off x="0" y="0"/>
          <a:ext cx="0" cy="0"/>
          <a:chOff x="0" y="0"/>
          <a:chExt cx="0" cy="0"/>
        </a:xfrm>
      </p:grpSpPr>
      <p:sp>
        <p:nvSpPr>
          <p:cNvPr id="1152" name="Google Shape;115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53" name="Google Shape;115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154" name="Google Shape;115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55" name="Google Shape;1155;g2c186218c5a_0_48"/>
          <p:cNvPicPr preferRelativeResize="0"/>
          <p:nvPr/>
        </p:nvPicPr>
        <p:blipFill rotWithShape="1">
          <a:blip r:embed="rId3">
            <a:alphaModFix/>
          </a:blip>
          <a:srcRect/>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156" name="Google Shape;1156;g2c186218c5a_0_48"/>
          <p:cNvPicPr preferRelativeResize="0"/>
          <p:nvPr/>
        </p:nvPicPr>
        <p:blipFill rotWithShape="1">
          <a:blip r:embed="rId4">
            <a:alphaModFix/>
          </a:blip>
          <a:srcRect l="79" r="89"/>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157" name="Google Shape;1157;g2c186218c5a_0_48"/>
          <p:cNvPicPr preferRelativeResize="0"/>
          <p:nvPr/>
        </p:nvPicPr>
        <p:blipFill rotWithShape="1">
          <a:blip r:embed="rId5">
            <a:alphaModFix/>
          </a:blip>
          <a:srcRect/>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64" name="Google Shape;116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165" name="Google Shape;116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166" name="Google Shape;1166;g26b641b03cd_0_213"/>
          <p:cNvPicPr preferRelativeResize="0"/>
          <p:nvPr/>
        </p:nvPicPr>
        <p:blipFill rotWithShape="1">
          <a:blip r:embed="rId3">
            <a:alphaModFix/>
          </a:blip>
          <a:srcRect l="228" r="228"/>
          <a:stretch/>
        </p:blipFill>
        <p:spPr>
          <a:xfrm>
            <a:off x="1360500" y="1768204"/>
            <a:ext cx="2019735" cy="2815892"/>
          </a:xfrm>
          <a:prstGeom prst="rect">
            <a:avLst/>
          </a:prstGeom>
          <a:noFill/>
          <a:ln>
            <a:noFill/>
          </a:ln>
          <a:effectLst>
            <a:outerShdw blurRad="85725" dist="19050" dir="5400000" algn="bl" rotWithShape="0">
              <a:srgbClr val="000000">
                <a:alpha val="20000"/>
              </a:srgbClr>
            </a:outerShdw>
          </a:effectLst>
        </p:spPr>
      </p:pic>
      <p:pic>
        <p:nvPicPr>
          <p:cNvPr id="1167" name="Google Shape;1167;g26b641b03cd_0_213"/>
          <p:cNvPicPr preferRelativeResize="0"/>
          <p:nvPr/>
        </p:nvPicPr>
        <p:blipFill rotWithShape="1">
          <a:blip r:embed="rId4">
            <a:alphaModFix/>
          </a:blip>
          <a:srcRect l="228" r="228"/>
          <a:stretch/>
        </p:blipFill>
        <p:spPr>
          <a:xfrm>
            <a:off x="5763765" y="1768204"/>
            <a:ext cx="2019735" cy="2815892"/>
          </a:xfrm>
          <a:prstGeom prst="rect">
            <a:avLst/>
          </a:prstGeom>
          <a:noFill/>
          <a:ln>
            <a:noFill/>
          </a:ln>
          <a:effectLst>
            <a:outerShdw blurRad="85725" dist="19050" dir="5400000" algn="bl" rotWithShape="0">
              <a:srgbClr val="000000">
                <a:alpha val="20000"/>
              </a:srgbClr>
            </a:outerShdw>
          </a:effectLst>
        </p:spPr>
      </p:pic>
      <p:pic>
        <p:nvPicPr>
          <p:cNvPr id="1168" name="Google Shape;1168;g26b641b03cd_0_213"/>
          <p:cNvPicPr preferRelativeResize="0"/>
          <p:nvPr/>
        </p:nvPicPr>
        <p:blipFill rotWithShape="1">
          <a:blip r:embed="rId5">
            <a:alphaModFix/>
          </a:blip>
          <a:srcRect l="228" r="228"/>
          <a:stretch/>
        </p:blipFill>
        <p:spPr>
          <a:xfrm>
            <a:off x="3562133" y="1768204"/>
            <a:ext cx="2019735" cy="2815892"/>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75" name="Google Shape;117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176" name="Google Shape;117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77" name="Google Shape;1177;g2c186218c5a_0_149"/>
          <p:cNvPicPr preferRelativeResize="0"/>
          <p:nvPr/>
        </p:nvPicPr>
        <p:blipFill rotWithShape="1">
          <a:blip r:embed="rId3">
            <a:alphaModFix/>
          </a:blip>
          <a:srcRect l="228" r="228"/>
          <a:stretch/>
        </p:blipFill>
        <p:spPr>
          <a:xfrm>
            <a:off x="1360500" y="1768204"/>
            <a:ext cx="2019735" cy="2815892"/>
          </a:xfrm>
          <a:prstGeom prst="rect">
            <a:avLst/>
          </a:prstGeom>
          <a:noFill/>
          <a:ln>
            <a:noFill/>
          </a:ln>
          <a:effectLst>
            <a:outerShdw blurRad="85725" dist="19050" dir="5400000" algn="bl" rotWithShape="0">
              <a:srgbClr val="000000">
                <a:alpha val="20000"/>
              </a:srgbClr>
            </a:outerShdw>
          </a:effectLst>
        </p:spPr>
      </p:pic>
      <p:pic>
        <p:nvPicPr>
          <p:cNvPr id="1178" name="Google Shape;1178;g2c186218c5a_0_149"/>
          <p:cNvPicPr preferRelativeResize="0"/>
          <p:nvPr/>
        </p:nvPicPr>
        <p:blipFill rotWithShape="1">
          <a:blip r:embed="rId4">
            <a:alphaModFix/>
          </a:blip>
          <a:srcRect l="228" r="228"/>
          <a:stretch/>
        </p:blipFill>
        <p:spPr>
          <a:xfrm>
            <a:off x="5763765" y="1768204"/>
            <a:ext cx="2019735" cy="2815892"/>
          </a:xfrm>
          <a:prstGeom prst="rect">
            <a:avLst/>
          </a:prstGeom>
          <a:noFill/>
          <a:ln>
            <a:noFill/>
          </a:ln>
          <a:effectLst>
            <a:outerShdw blurRad="85725" dist="19050" dir="5400000" algn="bl" rotWithShape="0">
              <a:srgbClr val="000000">
                <a:alpha val="20000"/>
              </a:srgbClr>
            </a:outerShdw>
          </a:effectLst>
        </p:spPr>
      </p:pic>
      <p:pic>
        <p:nvPicPr>
          <p:cNvPr id="1179" name="Google Shape;1179;g2c186218c5a_0_149"/>
          <p:cNvPicPr preferRelativeResize="0"/>
          <p:nvPr/>
        </p:nvPicPr>
        <p:blipFill rotWithShape="1">
          <a:blip r:embed="rId5">
            <a:alphaModFix/>
          </a:blip>
          <a:srcRect l="228" r="228"/>
          <a:stretch/>
        </p:blipFill>
        <p:spPr>
          <a:xfrm>
            <a:off x="3562133" y="1768204"/>
            <a:ext cx="2019735" cy="2815892"/>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84"/>
        <p:cNvGrpSpPr/>
        <p:nvPr/>
      </p:nvGrpSpPr>
      <p:grpSpPr>
        <a:xfrm>
          <a:off x="0" y="0"/>
          <a:ext cx="0" cy="0"/>
          <a:chOff x="0" y="0"/>
          <a:chExt cx="0" cy="0"/>
        </a:xfrm>
      </p:grpSpPr>
      <p:sp>
        <p:nvSpPr>
          <p:cNvPr id="1185" name="Google Shape;1185;g1f3daf8a844_0_64"/>
          <p:cNvSpPr txBox="1"/>
          <p:nvPr/>
        </p:nvSpPr>
        <p:spPr>
          <a:xfrm>
            <a:off x="3309561" y="957581"/>
            <a:ext cx="1386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00904D"/>
                </a:solidFill>
                <a:latin typeface="Poppins"/>
                <a:ea typeface="Poppins"/>
                <a:cs typeface="Poppins"/>
                <a:sym typeface="Poppins"/>
              </a:rPr>
              <a:t>a</a:t>
            </a:r>
            <a:r>
              <a:rPr lang="en-US" sz="5500">
                <a:solidFill>
                  <a:srgbClr val="00904D"/>
                </a:solidFill>
                <a:latin typeface="Jost"/>
                <a:ea typeface="Jost"/>
                <a:cs typeface="Jost"/>
                <a:sym typeface="Jost"/>
              </a:rPr>
              <a:t>w</a:t>
            </a:r>
            <a:endParaRPr sz="4800" b="0" i="0" u="none" strike="noStrike" cap="none">
              <a:solidFill>
                <a:srgbClr val="00904D"/>
              </a:solidFill>
              <a:latin typeface="Jost"/>
              <a:ea typeface="Jost"/>
              <a:cs typeface="Jost"/>
              <a:sym typeface="Jost"/>
            </a:endParaRPr>
          </a:p>
        </p:txBody>
      </p:sp>
      <p:sp>
        <p:nvSpPr>
          <p:cNvPr id="1186" name="Google Shape;1186;g1f3daf8a844_0_64"/>
          <p:cNvSpPr txBox="1"/>
          <p:nvPr/>
        </p:nvSpPr>
        <p:spPr>
          <a:xfrm>
            <a:off x="5632422" y="957581"/>
            <a:ext cx="1386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00904D"/>
                </a:solidFill>
                <a:latin typeface="Poppins"/>
                <a:ea typeface="Poppins"/>
                <a:cs typeface="Poppins"/>
                <a:sym typeface="Poppins"/>
              </a:rPr>
              <a:t>a</a:t>
            </a:r>
            <a:r>
              <a:rPr lang="en-US" sz="5500">
                <a:solidFill>
                  <a:srgbClr val="00904D"/>
                </a:solidFill>
                <a:latin typeface="Jost"/>
                <a:ea typeface="Jost"/>
                <a:cs typeface="Jost"/>
                <a:sym typeface="Jost"/>
              </a:rPr>
              <a:t>u</a:t>
            </a:r>
            <a:endParaRPr sz="4800" b="0" i="0" u="none" strike="noStrike" cap="none">
              <a:solidFill>
                <a:srgbClr val="00904D"/>
              </a:solidFill>
              <a:latin typeface="Jost"/>
              <a:ea typeface="Jost"/>
              <a:cs typeface="Jost"/>
              <a:sym typeface="Jost"/>
            </a:endParaRPr>
          </a:p>
        </p:txBody>
      </p:sp>
      <p:sp>
        <p:nvSpPr>
          <p:cNvPr id="1187" name="Google Shape;118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88" name="Google Shape;118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89" name="Google Shape;1189;g1f3daf8a844_0_64"/>
          <p:cNvGrpSpPr/>
          <p:nvPr/>
        </p:nvGrpSpPr>
        <p:grpSpPr>
          <a:xfrm>
            <a:off x="3024000" y="209875"/>
            <a:ext cx="3096000" cy="454800"/>
            <a:chOff x="3024000" y="209875"/>
            <a:chExt cx="3096000" cy="454800"/>
          </a:xfrm>
        </p:grpSpPr>
        <p:sp>
          <p:nvSpPr>
            <p:cNvPr id="1190" name="Google Shape;119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1" name="Google Shape;119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192" name="Google Shape;119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93" name="Google Shape;1193;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4" name="Google Shape;1194;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5" name="Google Shape;119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96" name="Google Shape;1196;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97" name="Google Shape;1197;g1f3daf8a844_0_64"/>
          <p:cNvSpPr txBox="1"/>
          <p:nvPr/>
        </p:nvSpPr>
        <p:spPr>
          <a:xfrm>
            <a:off x="212533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198" name="Google Shape;1198;g1f3daf8a844_0_64"/>
          <p:cNvSpPr txBox="1"/>
          <p:nvPr/>
        </p:nvSpPr>
        <p:spPr>
          <a:xfrm>
            <a:off x="1421100" y="960050"/>
            <a:ext cx="53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99" name="Google Shape;1199;g1f3daf8a844_0_64"/>
          <p:cNvSpPr txBox="1"/>
          <p:nvPr/>
        </p:nvSpPr>
        <p:spPr>
          <a:xfrm>
            <a:off x="6288146" y="2160375"/>
            <a:ext cx="653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200" name="Google Shape;1200;g1f3daf8a844_0_64"/>
          <p:cNvSpPr txBox="1"/>
          <p:nvPr/>
        </p:nvSpPr>
        <p:spPr>
          <a:xfrm>
            <a:off x="7185352" y="960050"/>
            <a:ext cx="53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201" name="Google Shape;1201;g1f3daf8a844_0_64"/>
          <p:cNvSpPr txBox="1"/>
          <p:nvPr/>
        </p:nvSpPr>
        <p:spPr>
          <a:xfrm>
            <a:off x="22025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202" name="Google Shape;1202;g1f3daf8a844_0_64"/>
          <p:cNvSpPr txBox="1"/>
          <p:nvPr/>
        </p:nvSpPr>
        <p:spPr>
          <a:xfrm>
            <a:off x="52667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203" name="Google Shape;1203;g1f3daf8a844_0_64"/>
          <p:cNvSpPr txBox="1"/>
          <p:nvPr/>
        </p:nvSpPr>
        <p:spPr>
          <a:xfrm>
            <a:off x="3223918" y="2160375"/>
            <a:ext cx="10176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8000"/>
              <a:buFont typeface="Arial"/>
              <a:buNone/>
            </a:pPr>
            <a:r>
              <a:rPr lang="en-US" sz="5500">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204" name="Google Shape;1204;g1f3daf8a844_0_64"/>
          <p:cNvSpPr txBox="1"/>
          <p:nvPr/>
        </p:nvSpPr>
        <p:spPr>
          <a:xfrm>
            <a:off x="42453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205" name="Google Shape;1205;g1f3daf8a844_0_64"/>
          <p:cNvSpPr txBox="1"/>
          <p:nvPr/>
        </p:nvSpPr>
        <p:spPr>
          <a:xfrm>
            <a:off x="4862491" y="960050"/>
            <a:ext cx="603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206" name="Google Shape;1206;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8000"/>
              <a:buFont typeface="Arial"/>
              <a:buNone/>
            </a:pPr>
            <a:r>
              <a:rPr lang="en-US" sz="5500">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207" name="Google Shape;1207;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1208" name="Google Shape;120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09" name="Google Shape;1209;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g31d6c3008e1_0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216" name="Google Shape;1216;g31d6c3008e1_0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217" name="Google Shape;1217;g31d6c3008e1_0_3"/>
          <p:cNvGrpSpPr/>
          <p:nvPr/>
        </p:nvGrpSpPr>
        <p:grpSpPr>
          <a:xfrm>
            <a:off x="3024000" y="209875"/>
            <a:ext cx="3096000" cy="454800"/>
            <a:chOff x="3024000" y="209875"/>
            <a:chExt cx="3096000" cy="454800"/>
          </a:xfrm>
        </p:grpSpPr>
        <p:sp>
          <p:nvSpPr>
            <p:cNvPr id="1218" name="Google Shape;1218;g31d6c3008e1_0_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9" name="Google Shape;1219;g31d6c3008e1_0_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220" name="Google Shape;1220;g31d6c3008e1_0_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221" name="Google Shape;1221;g31d6c3008e1_0_3"/>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222" name="Google Shape;1222;g31d6c3008e1_0_3"/>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23" name="Google Shape;1223;g31d6c3008e1_0_3"/>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24" name="Google Shape;1224;g31d6c3008e1_0_3"/>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225" name="Google Shape;1225;g31d6c3008e1_0_3"/>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226" name="Google Shape;1226;g31d6c3008e1_0_3"/>
          <p:cNvSpPr txBox="1"/>
          <p:nvPr/>
        </p:nvSpPr>
        <p:spPr>
          <a:xfrm>
            <a:off x="1064950" y="3501975"/>
            <a:ext cx="70386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a:solidFill>
                  <a:srgbClr val="B7B7B7"/>
                </a:solidFill>
                <a:latin typeface="Jost"/>
                <a:ea typeface="Jost"/>
                <a:cs typeface="Jost"/>
                <a:sym typeface="Jost"/>
              </a:rPr>
              <a:t>cord horn north r</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w s</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w p</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w l</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w s</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uce c</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use p</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use </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uthor</a:t>
            </a:r>
            <a:endParaRPr sz="1800" b="0" i="0" u="none" strike="noStrike" cap="none">
              <a:solidFill>
                <a:srgbClr val="B7B7B7"/>
              </a:solidFill>
              <a:latin typeface="Jost"/>
              <a:ea typeface="Jost"/>
              <a:cs typeface="Jost"/>
              <a:sym typeface="Jost"/>
            </a:endParaRPr>
          </a:p>
        </p:txBody>
      </p:sp>
      <p:cxnSp>
        <p:nvCxnSpPr>
          <p:cNvPr id="1227" name="Google Shape;1227;g31d6c3008e1_0_3"/>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28" name="Google Shape;1228;g31d6c3008e1_0_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229" name="Google Shape;1229;g31d6c3008e1_0_3"/>
          <p:cNvSpPr txBox="1"/>
          <p:nvPr/>
        </p:nvSpPr>
        <p:spPr>
          <a:xfrm>
            <a:off x="3309561" y="957581"/>
            <a:ext cx="1386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00904D"/>
                </a:solidFill>
                <a:latin typeface="Poppins"/>
                <a:ea typeface="Poppins"/>
                <a:cs typeface="Poppins"/>
                <a:sym typeface="Poppins"/>
              </a:rPr>
              <a:t>a</a:t>
            </a:r>
            <a:r>
              <a:rPr lang="en-US" sz="5500">
                <a:solidFill>
                  <a:srgbClr val="00904D"/>
                </a:solidFill>
                <a:latin typeface="Jost"/>
                <a:ea typeface="Jost"/>
                <a:cs typeface="Jost"/>
                <a:sym typeface="Jost"/>
              </a:rPr>
              <a:t>w</a:t>
            </a:r>
            <a:endParaRPr sz="4800" b="0" i="0" u="none" strike="noStrike" cap="none">
              <a:solidFill>
                <a:srgbClr val="00904D"/>
              </a:solidFill>
              <a:latin typeface="Jost"/>
              <a:ea typeface="Jost"/>
              <a:cs typeface="Jost"/>
              <a:sym typeface="Jost"/>
            </a:endParaRPr>
          </a:p>
        </p:txBody>
      </p:sp>
      <p:sp>
        <p:nvSpPr>
          <p:cNvPr id="1230" name="Google Shape;1230;g31d6c3008e1_0_3"/>
          <p:cNvSpPr txBox="1"/>
          <p:nvPr/>
        </p:nvSpPr>
        <p:spPr>
          <a:xfrm>
            <a:off x="5632422" y="957581"/>
            <a:ext cx="1386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00904D"/>
                </a:solidFill>
                <a:latin typeface="Poppins"/>
                <a:ea typeface="Poppins"/>
                <a:cs typeface="Poppins"/>
                <a:sym typeface="Poppins"/>
              </a:rPr>
              <a:t>a</a:t>
            </a:r>
            <a:r>
              <a:rPr lang="en-US" sz="5500">
                <a:solidFill>
                  <a:srgbClr val="00904D"/>
                </a:solidFill>
                <a:latin typeface="Jost"/>
                <a:ea typeface="Jost"/>
                <a:cs typeface="Jost"/>
                <a:sym typeface="Jost"/>
              </a:rPr>
              <a:t>u</a:t>
            </a:r>
            <a:endParaRPr sz="4800" b="0" i="0" u="none" strike="noStrike" cap="none">
              <a:solidFill>
                <a:srgbClr val="00904D"/>
              </a:solidFill>
              <a:latin typeface="Jost"/>
              <a:ea typeface="Jost"/>
              <a:cs typeface="Jost"/>
              <a:sym typeface="Jost"/>
            </a:endParaRPr>
          </a:p>
        </p:txBody>
      </p:sp>
      <p:sp>
        <p:nvSpPr>
          <p:cNvPr id="1231" name="Google Shape;1231;g31d6c3008e1_0_3"/>
          <p:cNvSpPr txBox="1"/>
          <p:nvPr/>
        </p:nvSpPr>
        <p:spPr>
          <a:xfrm>
            <a:off x="212533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232" name="Google Shape;1232;g31d6c3008e1_0_3"/>
          <p:cNvSpPr txBox="1"/>
          <p:nvPr/>
        </p:nvSpPr>
        <p:spPr>
          <a:xfrm>
            <a:off x="1421100" y="960050"/>
            <a:ext cx="53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233" name="Google Shape;1233;g31d6c3008e1_0_3"/>
          <p:cNvSpPr txBox="1"/>
          <p:nvPr/>
        </p:nvSpPr>
        <p:spPr>
          <a:xfrm>
            <a:off x="6288146" y="2160375"/>
            <a:ext cx="653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234" name="Google Shape;1234;g31d6c3008e1_0_3"/>
          <p:cNvSpPr txBox="1"/>
          <p:nvPr/>
        </p:nvSpPr>
        <p:spPr>
          <a:xfrm>
            <a:off x="7185352" y="960050"/>
            <a:ext cx="53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235" name="Google Shape;1235;g31d6c3008e1_0_3"/>
          <p:cNvSpPr txBox="1"/>
          <p:nvPr/>
        </p:nvSpPr>
        <p:spPr>
          <a:xfrm>
            <a:off x="22025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236" name="Google Shape;1236;g31d6c3008e1_0_3"/>
          <p:cNvSpPr txBox="1"/>
          <p:nvPr/>
        </p:nvSpPr>
        <p:spPr>
          <a:xfrm>
            <a:off x="52667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237" name="Google Shape;1237;g31d6c3008e1_0_3"/>
          <p:cNvSpPr txBox="1"/>
          <p:nvPr/>
        </p:nvSpPr>
        <p:spPr>
          <a:xfrm>
            <a:off x="3223918" y="2160375"/>
            <a:ext cx="10176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8000"/>
              <a:buFont typeface="Arial"/>
              <a:buNone/>
            </a:pPr>
            <a:r>
              <a:rPr lang="en-US" sz="5500">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238" name="Google Shape;1238;g31d6c3008e1_0_3"/>
          <p:cNvSpPr txBox="1"/>
          <p:nvPr/>
        </p:nvSpPr>
        <p:spPr>
          <a:xfrm>
            <a:off x="42453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239" name="Google Shape;1239;g31d6c3008e1_0_3"/>
          <p:cNvSpPr txBox="1"/>
          <p:nvPr/>
        </p:nvSpPr>
        <p:spPr>
          <a:xfrm>
            <a:off x="4862491" y="960050"/>
            <a:ext cx="603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240" name="Google Shape;1240;g31d6c3008e1_0_3"/>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8000"/>
              <a:buFont typeface="Arial"/>
              <a:buNone/>
            </a:pPr>
            <a:r>
              <a:rPr lang="en-US" sz="5500">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241" name="Google Shape;1241;g31d6c3008e1_0_3"/>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547</Words>
  <Application>Microsoft Office PowerPoint</Application>
  <PresentationFormat>On-screen Show (4:3)</PresentationFormat>
  <Paragraphs>190</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Poppins SemiBold</vt:lpstr>
      <vt:lpstr>Arial</vt:lpstr>
      <vt:lpstr>Poppins Medium</vt:lpstr>
      <vt:lpstr>Calibri</vt:lpstr>
      <vt:lpstr>Jost</vt:lpstr>
      <vt:lpstr>Poppins</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PowerPoint Presentation</vt:lpstr>
      <vt:lpstr>PowerPoint Presentation</vt:lpstr>
      <vt:lpstr>Review Phase 5.5 Common Exception Words  people wild child mind kind behind eye oh most only both though through who prove shoe beautiful climb Christmas school sugar love money any…</vt:lpstr>
      <vt:lpstr>…many friend very busy pretty once please asked bath path fast class after half laughed.</vt:lpstr>
      <vt:lpstr>Review Grapheme Caption</vt:lpstr>
      <vt:lpstr>Review Grapheme Caption</vt:lpstr>
      <vt:lpstr>Review Grapheme Caption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2026-05-29T03:25:08Z</dcterms:modified>
</cp:coreProperties>
</file>