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h3qHymptbp/ZM/FdOf/5XoWs0j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2B400F-AD99-4476-9D0C-6D72EFFC8607}">
  <a:tblStyle styleId="{492B400F-AD99-4476-9D0C-6D72EFFC860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300" y="-17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5" name="Google Shape;72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d05c94934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d05c94934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d05c94934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d05c94934a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d05c94934a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d05c94934a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4" name="Google Shape;101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9" name="Google Shape;103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2d05c94934a_0_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6" name="Google Shape;1066;g2d05c94934a_0_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7" name="Google Shape;1067;g2d05c94934a_0_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2d05c94934a_0_7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g2d05c94934a_0_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6" name="Google Shape;1076;g2d05c94934a_0_7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4" name="Google Shape;108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3" name="Google Shape;109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4" name="Google Shape;109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2d05c94934a_0_9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g2d05c94934a_0_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3" name="Google Shape;1123;g2d05c94934a_0_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768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 ('pl' 'bl' 'gl' )</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3 - Monday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11</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8.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slide" Target="slide17.xml"/><Relationship Id="rId4" Type="http://schemas.openxmlformats.org/officeDocument/2006/relationships/image" Target="../media/image5.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102.png"/></Relationships>
</file>

<file path=ppt/slides/_rels/slide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8.xml.rels><?xml version="1.0" encoding="UTF-8" standalone="yes"?>
<Relationships xmlns="http://schemas.openxmlformats.org/package/2006/relationships"><Relationship Id="rId3" Type="http://schemas.openxmlformats.org/officeDocument/2006/relationships/image" Target="../media/image107.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CCVC ('pl' 'bl' 'gl' )</a:t>
            </a:r>
            <a:endParaRPr sz="3000"/>
          </a:p>
        </p:txBody>
      </p:sp>
      <p:sp>
        <p:nvSpPr>
          <p:cNvPr id="716" name="Google Shape;716;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11</a:t>
            </a:r>
            <a:endParaRPr/>
          </a:p>
        </p:txBody>
      </p:sp>
      <p:grpSp>
        <p:nvGrpSpPr>
          <p:cNvPr id="717" name="Google Shape;717;p1"/>
          <p:cNvGrpSpPr/>
          <p:nvPr/>
        </p:nvGrpSpPr>
        <p:grpSpPr>
          <a:xfrm>
            <a:off x="4120711" y="4100642"/>
            <a:ext cx="4508443" cy="1632899"/>
            <a:chOff x="4120711" y="4100642"/>
            <a:chExt cx="4508443" cy="1632899"/>
          </a:xfrm>
        </p:grpSpPr>
        <p:pic>
          <p:nvPicPr>
            <p:cNvPr id="718" name="Google Shape;718;p1"/>
            <p:cNvPicPr preferRelativeResize="0"/>
            <p:nvPr/>
          </p:nvPicPr>
          <p:blipFill rotWithShape="1">
            <a:blip r:embed="rId3">
              <a:alphaModFix/>
            </a:blip>
            <a:srcRect l="39" r="49"/>
            <a:stretch/>
          </p:blipFill>
          <p:spPr>
            <a:xfrm rot="146938">
              <a:off x="4140891" y="4418174"/>
              <a:ext cx="2493519" cy="997851"/>
            </a:xfrm>
            <a:prstGeom prst="rect">
              <a:avLst/>
            </a:prstGeom>
            <a:noFill/>
            <a:ln>
              <a:noFill/>
            </a:ln>
            <a:effectLst>
              <a:outerShdw blurRad="71438" dist="38100" dir="5220000" algn="bl" rotWithShape="0">
                <a:srgbClr val="000000">
                  <a:alpha val="20392"/>
                </a:srgbClr>
              </a:outerShdw>
            </a:effectLst>
          </p:spPr>
        </p:pic>
        <p:pic>
          <p:nvPicPr>
            <p:cNvPr id="719" name="Google Shape;719;p1"/>
            <p:cNvPicPr preferRelativeResize="0"/>
            <p:nvPr/>
          </p:nvPicPr>
          <p:blipFill rotWithShape="1">
            <a:blip r:embed="rId4">
              <a:alphaModFix/>
            </a:blip>
            <a:srcRect l="59" r="59"/>
            <a:stretch/>
          </p:blipFill>
          <p:spPr>
            <a:xfrm rot="-221311">
              <a:off x="5906462" y="4272840"/>
              <a:ext cx="1800025" cy="1288523"/>
            </a:xfrm>
            <a:prstGeom prst="rect">
              <a:avLst/>
            </a:prstGeom>
            <a:noFill/>
            <a:ln>
              <a:noFill/>
            </a:ln>
            <a:effectLst>
              <a:outerShdw blurRad="57150" dist="38100" dir="5400000" algn="bl" rotWithShape="0">
                <a:srgbClr val="000000">
                  <a:alpha val="20000"/>
                </a:srgbClr>
              </a:outerShdw>
            </a:effectLst>
          </p:spPr>
        </p:pic>
        <p:pic>
          <p:nvPicPr>
            <p:cNvPr id="720" name="Google Shape;720;p1"/>
            <p:cNvPicPr preferRelativeResize="0"/>
            <p:nvPr/>
          </p:nvPicPr>
          <p:blipFill rotWithShape="1">
            <a:blip r:embed="rId5">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pSp>
      <p:graphicFrame>
        <p:nvGraphicFramePr>
          <p:cNvPr id="721" name="Google Shape;721;p1"/>
          <p:cNvGraphicFramePr/>
          <p:nvPr/>
        </p:nvGraphicFramePr>
        <p:xfrm>
          <a:off x="4844200" y="1891197"/>
          <a:ext cx="3785000" cy="1678950"/>
        </p:xfrm>
        <a:graphic>
          <a:graphicData uri="http://schemas.openxmlformats.org/drawingml/2006/table">
            <a:tbl>
              <a:tblPr firstRow="1" bandRow="1">
                <a:noFill/>
                <a:tableStyleId>{492B400F-AD99-4476-9D0C-6D72EFFC8607}</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CCVC (pl bl gl, sl fl cl,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st sp sn, sm sw)</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g2bee4f4af4b_0_204"/>
          <p:cNvSpPr txBox="1">
            <a:spLocks noGrp="1"/>
          </p:cNvSpPr>
          <p:nvPr>
            <p:ph type="body" idx="1"/>
          </p:nvPr>
        </p:nvSpPr>
        <p:spPr>
          <a:xfrm>
            <a:off x="3298550" y="1032250"/>
            <a:ext cx="49206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CCVC words containing </a:t>
            </a:r>
            <a:r>
              <a:rPr lang="en-US">
                <a:solidFill>
                  <a:srgbClr val="8DC63F"/>
                </a:solidFill>
              </a:rPr>
              <a:t>pl bl gl</a:t>
            </a:r>
            <a:r>
              <a:rPr lang="en-US">
                <a:solidFill>
                  <a:srgbClr val="000000"/>
                </a:solidFill>
              </a:rPr>
              <a:t>.</a:t>
            </a:r>
            <a:endParaRPr>
              <a:solidFill>
                <a:srgbClr val="000000"/>
              </a:solidFill>
            </a:endParaRPr>
          </a:p>
        </p:txBody>
      </p:sp>
      <p:sp>
        <p:nvSpPr>
          <p:cNvPr id="728" name="Google Shape;728;g2bee4f4af4b_0_204"/>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29" name="Google Shape;729;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3">
            <a:alphaModFix/>
          </a:blip>
          <a:srcRect l="159" r="149"/>
          <a:stretch/>
        </p:blipFill>
        <p:spPr>
          <a:xfrm>
            <a:off x="2719706" y="4169988"/>
            <a:ext cx="813600" cy="977433"/>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Phonemic Awareness Cards</a:t>
            </a:r>
            <a:endParaRPr sz="1400" b="0" i="0" u="none" strike="noStrike" cap="none" dirty="0">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4">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4714024" y="5256525"/>
            <a:ext cx="15753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5">
            <a:alphaModFix/>
          </a:blip>
          <a:srcRect t="89" b="79"/>
          <a:stretch/>
        </p:blipFill>
        <p:spPr>
          <a:xfrm>
            <a:off x="5035629" y="4326104"/>
            <a:ext cx="931974" cy="665199"/>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6">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41" name="Google Shape;741;g2bee4f4af4b_0_204">
            <a:hlinkClick r:id="rId7" action="ppaction://hlinksldjump"/>
          </p:cNvPr>
          <p:cNvSpPr/>
          <p:nvPr/>
        </p:nvSpPr>
        <p:spPr>
          <a:xfrm>
            <a:off x="940450" y="38235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8" action="ppaction://hlinksldjump"/>
          </p:cNvPr>
          <p:cNvSpPr/>
          <p:nvPr/>
        </p:nvSpPr>
        <p:spPr>
          <a:xfrm>
            <a:off x="3792661" y="369640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bee4f4af4b_0_204">
            <a:hlinkClick r:id="rId9" action="ppaction://hlinksldjump"/>
          </p:cNvPr>
          <p:cNvSpPr/>
          <p:nvPr/>
        </p:nvSpPr>
        <p:spPr>
          <a:xfrm>
            <a:off x="4887516" y="369640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10" action="ppaction://hlinksldjump"/>
          </p:cNvPr>
          <p:cNvSpPr/>
          <p:nvPr/>
        </p:nvSpPr>
        <p:spPr>
          <a:xfrm>
            <a:off x="2519289" y="3685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1" name="Google Shape;751;g26b641b03cd_0_165"/>
          <p:cNvGrpSpPr/>
          <p:nvPr/>
        </p:nvGrpSpPr>
        <p:grpSpPr>
          <a:xfrm>
            <a:off x="930400" y="2129444"/>
            <a:ext cx="7283200" cy="3724851"/>
            <a:chOff x="930400" y="2129444"/>
            <a:chExt cx="7283200" cy="3724851"/>
          </a:xfrm>
        </p:grpSpPr>
        <p:pic>
          <p:nvPicPr>
            <p:cNvPr id="752" name="Google Shape;75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1" name="Google Shape;78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1" name="Google Shape;79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16" name="Google Shape;816;g26b7edf6e71_0_109"/>
          <p:cNvGrpSpPr/>
          <p:nvPr/>
        </p:nvGrpSpPr>
        <p:grpSpPr>
          <a:xfrm>
            <a:off x="865957" y="2135925"/>
            <a:ext cx="7282807" cy="2686611"/>
            <a:chOff x="867357" y="2129450"/>
            <a:chExt cx="7282807" cy="2686611"/>
          </a:xfrm>
        </p:grpSpPr>
        <p:pic>
          <p:nvPicPr>
            <p:cNvPr id="817" name="Google Shape;81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37" name="Google Shape;837;g2c298d33e0c_0_6"/>
          <p:cNvGrpSpPr/>
          <p:nvPr/>
        </p:nvGrpSpPr>
        <p:grpSpPr>
          <a:xfrm>
            <a:off x="868300" y="2129450"/>
            <a:ext cx="7281864" cy="2684601"/>
            <a:chOff x="868300" y="2129450"/>
            <a:chExt cx="7281864" cy="2684601"/>
          </a:xfrm>
        </p:grpSpPr>
        <p:pic>
          <p:nvPicPr>
            <p:cNvPr id="838" name="Google Shape;83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2" name="Google Shape;84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26b94af6077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b="0" i="0" u="none" strike="noStrike" cap="none">
                <a:solidFill>
                  <a:srgbClr val="2356AF"/>
                </a:solidFill>
                <a:latin typeface="Poppins"/>
                <a:ea typeface="Poppins"/>
                <a:cs typeface="Poppins"/>
                <a:sym typeface="Poppins"/>
              </a:rPr>
              <a:t>said like out have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872" name="Google Shape;872;g26b94af6077_0_0"/>
          <p:cNvPicPr preferRelativeResize="0"/>
          <p:nvPr/>
        </p:nvPicPr>
        <p:blipFill rotWithShape="1">
          <a:blip r:embed="rId3">
            <a:alphaModFix/>
          </a:blip>
          <a:srcRect l="59" r="59"/>
          <a:stretch/>
        </p:blipFill>
        <p:spPr>
          <a:xfrm>
            <a:off x="868300" y="2129450"/>
            <a:ext cx="1731251" cy="1237205"/>
          </a:xfrm>
          <a:prstGeom prst="rect">
            <a:avLst/>
          </a:prstGeom>
          <a:noFill/>
          <a:ln>
            <a:noFill/>
          </a:ln>
          <a:effectLst>
            <a:outerShdw blurRad="71438" dist="19050" dir="5400000" algn="bl" rotWithShape="0">
              <a:srgbClr val="000000">
                <a:alpha val="18040"/>
              </a:srgbClr>
            </a:outerShdw>
          </a:effectLst>
        </p:spPr>
      </p:pic>
      <p:pic>
        <p:nvPicPr>
          <p:cNvPr id="873" name="Google Shape;873;g26b94af6077_0_0"/>
          <p:cNvPicPr preferRelativeResize="0"/>
          <p:nvPr/>
        </p:nvPicPr>
        <p:blipFill rotWithShape="1">
          <a:blip r:embed="rId4">
            <a:alphaModFix/>
          </a:blip>
          <a:srcRect l="159" r="159"/>
          <a:stretch/>
        </p:blipFill>
        <p:spPr>
          <a:xfrm>
            <a:off x="2719435" y="2129450"/>
            <a:ext cx="1732017" cy="1242350"/>
          </a:xfrm>
          <a:prstGeom prst="rect">
            <a:avLst/>
          </a:prstGeom>
          <a:noFill/>
          <a:ln>
            <a:noFill/>
          </a:ln>
          <a:effectLst>
            <a:outerShdw blurRad="71438" dist="19050" dir="5400000" algn="bl" rotWithShape="0">
              <a:srgbClr val="000000">
                <a:alpha val="18040"/>
              </a:srgbClr>
            </a:outerShdw>
          </a:effectLst>
        </p:spPr>
      </p:pic>
      <p:pic>
        <p:nvPicPr>
          <p:cNvPr id="874" name="Google Shape;874;g26b94af6077_0_0"/>
          <p:cNvPicPr preferRelativeResize="0"/>
          <p:nvPr/>
        </p:nvPicPr>
        <p:blipFill rotWithShape="1">
          <a:blip r:embed="rId5">
            <a:alphaModFix/>
          </a:blip>
          <a:srcRect l="159" r="159"/>
          <a:stretch/>
        </p:blipFill>
        <p:spPr>
          <a:xfrm>
            <a:off x="4571335" y="2129450"/>
            <a:ext cx="1732017" cy="1240252"/>
          </a:xfrm>
          <a:prstGeom prst="rect">
            <a:avLst/>
          </a:prstGeom>
          <a:noFill/>
          <a:ln>
            <a:noFill/>
          </a:ln>
          <a:effectLst>
            <a:outerShdw blurRad="71438" dist="19050" dir="5400000" algn="bl" rotWithShape="0">
              <a:srgbClr val="000000">
                <a:alpha val="18040"/>
              </a:srgbClr>
            </a:outerShdw>
          </a:effectLst>
        </p:spPr>
      </p:pic>
      <p:pic>
        <p:nvPicPr>
          <p:cNvPr id="875" name="Google Shape;875;g26b94af6077_0_0"/>
          <p:cNvPicPr preferRelativeResize="0"/>
          <p:nvPr/>
        </p:nvPicPr>
        <p:blipFill rotWithShape="1">
          <a:blip r:embed="rId6">
            <a:alphaModFix/>
          </a:blip>
          <a:srcRect l="79" r="69"/>
          <a:stretch/>
        </p:blipFill>
        <p:spPr>
          <a:xfrm>
            <a:off x="6423233" y="2129450"/>
            <a:ext cx="1732017" cy="1240252"/>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2" name="Google Shape;882;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3" name="Google Shape;883;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0" name="Google Shape;89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1" name="Google Shape;891;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92" name="Google Shape;89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9" name="Google Shape;89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0" name="Google Shape;900;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1" name="Google Shape;90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08" name="Google Shape;90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9" name="Google Shape;90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d05c94934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6" name="Google Shape;916;g2d05c94934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7" name="Google Shape;917;g2d05c94934a_0_44"/>
          <p:cNvSpPr/>
          <p:nvPr/>
        </p:nvSpPr>
        <p:spPr>
          <a:xfrm>
            <a:off x="34044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8" name="Google Shape;918;g2d05c94934a_0_44"/>
          <p:cNvSpPr/>
          <p:nvPr/>
        </p:nvSpPr>
        <p:spPr>
          <a:xfrm>
            <a:off x="426545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9" name="Google Shape;919;g2d05c94934a_0_4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0" name="Google Shape;920;g2d05c94934a_0_44"/>
          <p:cNvSpPr txBox="1">
            <a:spLocks noGrp="1"/>
          </p:cNvSpPr>
          <p:nvPr>
            <p:ph type="subTitle" idx="4294967295"/>
          </p:nvPr>
        </p:nvSpPr>
        <p:spPr>
          <a:xfrm>
            <a:off x="28347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21" name="Google Shape;921;g2d05c94934a_0_4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d05c94934a_0_4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d05c94934a_0_4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d05c94934a_0_4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d05c94934a_0_4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d05c94934a_0_4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7" name="Google Shape;927;g2d05c94934a_0_4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8" name="Google Shape;928;g2d05c94934a_0_4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9" name="Google Shape;929;g2d05c94934a_0_4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0" name="Google Shape;930;g2d05c94934a_0_4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1" name="Google Shape;931;g2d05c94934a_0_44"/>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2" name="Google Shape;932;g2d05c94934a_0_4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3" name="Google Shape;933;g2d05c94934a_0_4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4" name="Google Shape;934;g2d05c94934a_0_4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d05c94934a_0_44"/>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d05c94934a_0_4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d05c94934a_0_4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38" name="Google Shape;938;g2d05c94934a_0_44"/>
          <p:cNvSpPr/>
          <p:nvPr/>
        </p:nvSpPr>
        <p:spPr>
          <a:xfrm>
            <a:off x="25662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d05c94934a_0_44"/>
          <p:cNvSpPr txBox="1">
            <a:spLocks noGrp="1"/>
          </p:cNvSpPr>
          <p:nvPr>
            <p:ph type="subTitle" idx="4294967295"/>
          </p:nvPr>
        </p:nvSpPr>
        <p:spPr>
          <a:xfrm>
            <a:off x="19965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40" name="Google Shape;940;g2d05c94934a_0_44"/>
          <p:cNvSpPr/>
          <p:nvPr/>
        </p:nvSpPr>
        <p:spPr>
          <a:xfrm>
            <a:off x="61877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1" name="Google Shape;941;g2d05c94934a_0_44"/>
          <p:cNvSpPr txBox="1">
            <a:spLocks noGrp="1"/>
          </p:cNvSpPr>
          <p:nvPr>
            <p:ph type="subTitle" idx="4294967295"/>
          </p:nvPr>
        </p:nvSpPr>
        <p:spPr>
          <a:xfrm>
            <a:off x="56180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42" name="Google Shape;942;g2d05c94934a_0_44"/>
          <p:cNvSpPr/>
          <p:nvPr/>
        </p:nvSpPr>
        <p:spPr>
          <a:xfrm>
            <a:off x="52733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d05c94934a_0_44"/>
          <p:cNvSpPr txBox="1">
            <a:spLocks noGrp="1"/>
          </p:cNvSpPr>
          <p:nvPr>
            <p:ph type="subTitle" idx="4294967295"/>
          </p:nvPr>
        </p:nvSpPr>
        <p:spPr>
          <a:xfrm>
            <a:off x="47036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44" name="Google Shape;944;g2d05c94934a_0_44"/>
          <p:cNvSpPr txBox="1"/>
          <p:nvPr/>
        </p:nvSpPr>
        <p:spPr>
          <a:xfrm>
            <a:off x="35319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1" name="Google Shape;951;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2" name="Google Shape;952;g2c4feb0fda9_1_0"/>
          <p:cNvSpPr/>
          <p:nvPr/>
        </p:nvSpPr>
        <p:spPr>
          <a:xfrm>
            <a:off x="347168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3" name="Google Shape;953;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4" name="Google Shape;954;g2c4feb0fda9_1_0"/>
          <p:cNvSpPr txBox="1">
            <a:spLocks noGrp="1"/>
          </p:cNvSpPr>
          <p:nvPr>
            <p:ph type="subTitle" idx="4294967295"/>
          </p:nvPr>
        </p:nvSpPr>
        <p:spPr>
          <a:xfrm>
            <a:off x="4890513" y="1308025"/>
            <a:ext cx="2113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955" name="Google Shape;955;g2c4feb0fda9_1_0"/>
          <p:cNvSpPr txBox="1">
            <a:spLocks noGrp="1"/>
          </p:cNvSpPr>
          <p:nvPr>
            <p:ph type="subTitle" idx="4294967295"/>
          </p:nvPr>
        </p:nvSpPr>
        <p:spPr>
          <a:xfrm>
            <a:off x="290198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56" name="Google Shape;956;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2" name="Google Shape;962;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3" name="Google Shape;963;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4" name="Google Shape;964;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5" name="Google Shape;965;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6" name="Google Shape;966;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7" name="Google Shape;967;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8" name="Google Shape;968;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9" name="Google Shape;969;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0" name="Google Shape;970;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3" name="Google Shape;973;g2c4feb0fda9_1_0"/>
          <p:cNvSpPr/>
          <p:nvPr/>
        </p:nvSpPr>
        <p:spPr>
          <a:xfrm>
            <a:off x="270968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4" name="Google Shape;974;g2c4feb0fda9_1_0"/>
          <p:cNvSpPr txBox="1">
            <a:spLocks noGrp="1"/>
          </p:cNvSpPr>
          <p:nvPr>
            <p:ph type="subTitle" idx="4294967295"/>
          </p:nvPr>
        </p:nvSpPr>
        <p:spPr>
          <a:xfrm>
            <a:off x="213998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75" name="Google Shape;975;g2c4feb0fda9_1_0"/>
          <p:cNvSpPr/>
          <p:nvPr/>
        </p:nvSpPr>
        <p:spPr>
          <a:xfrm>
            <a:off x="5225038" y="4011900"/>
            <a:ext cx="1571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c4feb0fda9_1_0"/>
          <p:cNvSpPr/>
          <p:nvPr/>
        </p:nvSpPr>
        <p:spPr>
          <a:xfrm>
            <a:off x="431482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7" name="Google Shape;977;g2c4feb0fda9_1_0"/>
          <p:cNvSpPr txBox="1"/>
          <p:nvPr/>
        </p:nvSpPr>
        <p:spPr>
          <a:xfrm>
            <a:off x="3581274"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2d05c94934a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4" name="Google Shape;984;g2d05c94934a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5" name="Google Shape;985;g2d05c94934a_0_12"/>
          <p:cNvSpPr/>
          <p:nvPr/>
        </p:nvSpPr>
        <p:spPr>
          <a:xfrm>
            <a:off x="36430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2d05c94934a_0_12"/>
          <p:cNvSpPr/>
          <p:nvPr/>
        </p:nvSpPr>
        <p:spPr>
          <a:xfrm>
            <a:off x="435162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7" name="Google Shape;987;g2d05c94934a_0_1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8" name="Google Shape;988;g2d05c94934a_0_12"/>
          <p:cNvSpPr txBox="1">
            <a:spLocks noGrp="1"/>
          </p:cNvSpPr>
          <p:nvPr>
            <p:ph type="subTitle" idx="4294967295"/>
          </p:nvPr>
        </p:nvSpPr>
        <p:spPr>
          <a:xfrm>
            <a:off x="4719175" y="1308025"/>
            <a:ext cx="2113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89" name="Google Shape;989;g2d05c94934a_0_12"/>
          <p:cNvSpPr txBox="1">
            <a:spLocks noGrp="1"/>
          </p:cNvSpPr>
          <p:nvPr>
            <p:ph type="subTitle" idx="4294967295"/>
          </p:nvPr>
        </p:nvSpPr>
        <p:spPr>
          <a:xfrm>
            <a:off x="3073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90" name="Google Shape;990;g2d05c94934a_0_12"/>
          <p:cNvSpPr txBox="1">
            <a:spLocks noGrp="1"/>
          </p:cNvSpPr>
          <p:nvPr>
            <p:ph type="subTitle" idx="4294967295"/>
          </p:nvPr>
        </p:nvSpPr>
        <p:spPr>
          <a:xfrm>
            <a:off x="37819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91" name="Google Shape;991;g2d05c94934a_0_1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d05c94934a_0_1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d05c94934a_0_1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d05c94934a_0_1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d05c94934a_0_1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d05c94934a_0_1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7" name="Google Shape;997;g2d05c94934a_0_1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8" name="Google Shape;998;g2d05c94934a_0_1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9" name="Google Shape;999;g2d05c94934a_0_1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0" name="Google Shape;1000;g2d05c94934a_0_1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1" name="Google Shape;1001;g2d05c94934a_0_1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2" name="Google Shape;1002;g2d05c94934a_0_1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3" name="Google Shape;1003;g2d05c94934a_0_1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4" name="Google Shape;1004;g2d05c94934a_0_1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d05c94934a_0_1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d05c94934a_0_1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d05c94934a_0_1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08" name="Google Shape;1008;g2d05c94934a_0_12"/>
          <p:cNvSpPr/>
          <p:nvPr/>
        </p:nvSpPr>
        <p:spPr>
          <a:xfrm>
            <a:off x="28810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d05c94934a_0_12"/>
          <p:cNvSpPr txBox="1">
            <a:spLocks noGrp="1"/>
          </p:cNvSpPr>
          <p:nvPr>
            <p:ph type="subTitle" idx="4294967295"/>
          </p:nvPr>
        </p:nvSpPr>
        <p:spPr>
          <a:xfrm>
            <a:off x="2311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1010" name="Google Shape;1010;g2d05c94934a_0_12"/>
          <p:cNvSpPr/>
          <p:nvPr/>
        </p:nvSpPr>
        <p:spPr>
          <a:xfrm>
            <a:off x="55809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17" name="Google Shape;101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18" name="Google Shape;101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5" name="Google Shape;102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6" name="Google Shape;1026;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7" name="Google Shape;102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4" name="Google Shape;103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5" name="Google Shape;1035;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36" name="Google Shape;103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3" name="Google Shape;104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4" name="Google Shape;104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5" name="Google Shape;104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2" name="Google Shape;105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3" name="Google Shape;105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4" name="Google Shape;105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26b641b03cd_0_301"/>
          <p:cNvSpPr txBox="1">
            <a:spLocks noGrp="1"/>
          </p:cNvSpPr>
          <p:nvPr>
            <p:ph type="title"/>
          </p:nvPr>
        </p:nvSpPr>
        <p:spPr>
          <a:xfrm>
            <a:off x="999650" y="5568500"/>
            <a:ext cx="7144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1" name="Google Shape;106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2" name="Google Shape;1062;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3" name="Google Shape;106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g2d05c94934a_0_85"/>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0" name="Google Shape;1070;g2d05c94934a_0_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1" name="Google Shape;1071;g2d05c94934a_0_85"/>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2" name="Google Shape;1072;g2d05c94934a_0_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g2d05c94934a_0_77"/>
          <p:cNvSpPr txBox="1">
            <a:spLocks noGrp="1"/>
          </p:cNvSpPr>
          <p:nvPr>
            <p:ph type="title"/>
          </p:nvPr>
        </p:nvSpPr>
        <p:spPr>
          <a:xfrm>
            <a:off x="967325" y="5568500"/>
            <a:ext cx="7209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9" name="Google Shape;1079;g2d05c94934a_0_7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0" name="Google Shape;1080;g2d05c94934a_0_77"/>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1" name="Google Shape;1081;g2d05c94934a_0_7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g26b641b03cd_0_308"/>
          <p:cNvSpPr txBox="1">
            <a:spLocks noGrp="1"/>
          </p:cNvSpPr>
          <p:nvPr>
            <p:ph type="title"/>
          </p:nvPr>
        </p:nvSpPr>
        <p:spPr>
          <a:xfrm>
            <a:off x="960875" y="5568500"/>
            <a:ext cx="7222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88" name="Google Shape;1088;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9" name="Google Shape;1089;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90" name="Google Shape;109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7" name="Google Shape;109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8" name="Google Shape;1098;g1f3daf8a844_0_64"/>
          <p:cNvGrpSpPr/>
          <p:nvPr/>
        </p:nvGrpSpPr>
        <p:grpSpPr>
          <a:xfrm>
            <a:off x="3024000" y="209875"/>
            <a:ext cx="3096000" cy="454800"/>
            <a:chOff x="3024000" y="209875"/>
            <a:chExt cx="3096000" cy="454800"/>
          </a:xfrm>
        </p:grpSpPr>
        <p:sp>
          <p:nvSpPr>
            <p:cNvPr id="1099" name="Google Shape;109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0" name="Google Shape;110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1" name="Google Shape;110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2" name="Google Shape;110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3" name="Google Shape;110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4" name="Google Shape;110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5" name="Google Shape;110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6" name="Google Shape;1106;g1f3daf8a844_0_64"/>
          <p:cNvSpPr txBox="1"/>
          <p:nvPr/>
        </p:nvSpPr>
        <p:spPr>
          <a:xfrm>
            <a:off x="2332059" y="960050"/>
            <a:ext cx="78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7" name="Google Shape;1107;g1f3daf8a844_0_64"/>
          <p:cNvSpPr txBox="1"/>
          <p:nvPr/>
        </p:nvSpPr>
        <p:spPr>
          <a:xfrm>
            <a:off x="5100037" y="960050"/>
            <a:ext cx="78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08" name="Google Shape;1108;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9" name="Google Shape;1109;g1f3daf8a844_0_64"/>
          <p:cNvSpPr txBox="1"/>
          <p:nvPr/>
        </p:nvSpPr>
        <p:spPr>
          <a:xfrm>
            <a:off x="3254718" y="960050"/>
            <a:ext cx="78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10" name="Google Shape;1110;g1f3daf8a844_0_64"/>
          <p:cNvSpPr txBox="1"/>
          <p:nvPr/>
        </p:nvSpPr>
        <p:spPr>
          <a:xfrm>
            <a:off x="4177378" y="960050"/>
            <a:ext cx="78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1" name="Google Shape;1111;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12" name="Google Shape;1112;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13" name="Google Shape;1113;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14" name="Google Shape;1114;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15" name="Google Shape;1115;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16" name="Google Shape;1116;g1f3daf8a844_0_64"/>
          <p:cNvSpPr txBox="1"/>
          <p:nvPr/>
        </p:nvSpPr>
        <p:spPr>
          <a:xfrm>
            <a:off x="6811999" y="2160375"/>
            <a:ext cx="1150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1117" name="Google Shape;1117;g1f3daf8a844_0_64"/>
          <p:cNvSpPr txBox="1"/>
          <p:nvPr/>
        </p:nvSpPr>
        <p:spPr>
          <a:xfrm>
            <a:off x="6022696" y="960050"/>
            <a:ext cx="78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118" name="Google Shape;111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19" name="Google Shape;1119;g1f3daf8a844_0_64"/>
          <p:cNvSpPr txBox="1"/>
          <p:nvPr/>
        </p:nvSpPr>
        <p:spPr>
          <a:xfrm>
            <a:off x="5725827" y="2198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g2d05c94934a_0_9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6" name="Google Shape;1126;g2d05c94934a_0_9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7" name="Google Shape;1127;g2d05c94934a_0_95"/>
          <p:cNvGrpSpPr/>
          <p:nvPr/>
        </p:nvGrpSpPr>
        <p:grpSpPr>
          <a:xfrm>
            <a:off x="3024000" y="209875"/>
            <a:ext cx="3096000" cy="454800"/>
            <a:chOff x="3024000" y="209875"/>
            <a:chExt cx="3096000" cy="454800"/>
          </a:xfrm>
        </p:grpSpPr>
        <p:sp>
          <p:nvSpPr>
            <p:cNvPr id="1128" name="Google Shape;1128;g2d05c94934a_0_9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9" name="Google Shape;1129;g2d05c94934a_0_9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0" name="Google Shape;1130;g2d05c94934a_0_95"/>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31" name="Google Shape;1131;g2d05c94934a_0_95"/>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pl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plum bl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ck bl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nk gl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glow</a:t>
            </a:r>
            <a:endParaRPr sz="1800" b="0" i="0" u="none" strike="noStrike" cap="none">
              <a:solidFill>
                <a:srgbClr val="B7B7B7"/>
              </a:solidFill>
              <a:latin typeface="Jost"/>
              <a:ea typeface="Jost"/>
              <a:cs typeface="Jost"/>
              <a:sym typeface="Jost"/>
            </a:endParaRPr>
          </a:p>
        </p:txBody>
      </p:sp>
      <p:cxnSp>
        <p:nvCxnSpPr>
          <p:cNvPr id="1132" name="Google Shape;1132;g2d05c94934a_0_95"/>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3" name="Google Shape;1133;g2d05c94934a_0_95"/>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4" name="Google Shape;1134;g2d05c94934a_0_95"/>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5" name="Google Shape;1135;g2d05c94934a_0_9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6" name="Google Shape;1136;g2d05c94934a_0_95"/>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7" name="Google Shape;1137;g2d05c94934a_0_95"/>
          <p:cNvSpPr txBox="1"/>
          <p:nvPr/>
        </p:nvSpPr>
        <p:spPr>
          <a:xfrm>
            <a:off x="2332059" y="960050"/>
            <a:ext cx="78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8" name="Google Shape;1138;g2d05c94934a_0_95"/>
          <p:cNvSpPr txBox="1"/>
          <p:nvPr/>
        </p:nvSpPr>
        <p:spPr>
          <a:xfrm>
            <a:off x="5100037" y="960050"/>
            <a:ext cx="78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39" name="Google Shape;1139;g2d05c94934a_0_95"/>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0" name="Google Shape;1140;g2d05c94934a_0_95"/>
          <p:cNvSpPr txBox="1"/>
          <p:nvPr/>
        </p:nvSpPr>
        <p:spPr>
          <a:xfrm>
            <a:off x="4177378" y="960050"/>
            <a:ext cx="78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41" name="Google Shape;1141;g2d05c94934a_0_95"/>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2" name="Google Shape;1142;g2d05c94934a_0_95"/>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43" name="Google Shape;1143;g2d05c94934a_0_95"/>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44" name="Google Shape;1144;g2d05c94934a_0_95"/>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45" name="Google Shape;1145;g2d05c94934a_0_95"/>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46" name="Google Shape;1146;g2d05c94934a_0_95"/>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7" name="Google Shape;1147;g2d05c94934a_0_95"/>
          <p:cNvSpPr txBox="1"/>
          <p:nvPr/>
        </p:nvSpPr>
        <p:spPr>
          <a:xfrm>
            <a:off x="6811999" y="2160375"/>
            <a:ext cx="1150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1148" name="Google Shape;1148;g2d05c94934a_0_95"/>
          <p:cNvSpPr txBox="1"/>
          <p:nvPr/>
        </p:nvSpPr>
        <p:spPr>
          <a:xfrm>
            <a:off x="6022696" y="960050"/>
            <a:ext cx="78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49" name="Google Shape;1149;g2d05c94934a_0_95"/>
          <p:cNvSpPr txBox="1"/>
          <p:nvPr/>
        </p:nvSpPr>
        <p:spPr>
          <a:xfrm>
            <a:off x="3254718" y="960050"/>
            <a:ext cx="78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50" name="Google Shape;1150;g2d05c94934a_0_95"/>
          <p:cNvSpPr txBox="1"/>
          <p:nvPr/>
        </p:nvSpPr>
        <p:spPr>
          <a:xfrm>
            <a:off x="5725827" y="2198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505</Words>
  <Application>Microsoft Office PowerPoint</Application>
  <PresentationFormat>On-screen Show (4:3)</PresentationFormat>
  <Paragraphs>167</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Nunito Black</vt:lpstr>
      <vt:lpstr>Jost</vt:lpstr>
      <vt:lpstr>Calibri</vt:lpstr>
      <vt:lpstr>Poppins</vt:lpstr>
      <vt:lpstr>Poppins SemiBold</vt:lpstr>
      <vt:lpstr>Poppins Medium</vt:lpstr>
      <vt:lpstr>Arial</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PowerPoint Presentation</vt:lpstr>
      <vt:lpstr>Review Alphabet Song</vt:lpstr>
      <vt:lpstr>Hear Phonemes</vt:lpstr>
      <vt:lpstr>Hear Phonemes</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2026-05-14T03:03:27Z</dcterms:modified>
</cp:coreProperties>
</file>