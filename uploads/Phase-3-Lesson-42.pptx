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Mulish"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ZtpW8fVZYVr7Yu3fHkTkkODd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5A6AE1C-9076-47B4-A940-5B2BFBB22970}">
  <a:tblStyle styleId="{15A6AE1C-9076-47B4-A940-5B2BFBB2297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3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1" name="Google Shape;69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2" name="Google Shape;69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4" name="Google Shape;71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5" name="Google Shape;71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8" name="Google Shape;83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9" name="Google Shape;83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cebf280a53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cebf280a53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cebf280a53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3" name="Google Shape;92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cebf280a53_0_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cebf280a53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cebf280a53_0_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005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'ow' (/oa/)</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9 -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42</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7.png"/><Relationship Id="rId7" Type="http://schemas.openxmlformats.org/officeDocument/2006/relationships/slide" Target="slide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8.xml"/><Relationship Id="rId4" Type="http://schemas.openxmlformats.org/officeDocument/2006/relationships/image" Target="../media/image8.png"/><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5.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5.xml"/><Relationship Id="rId16" Type="http://schemas.openxmlformats.org/officeDocument/2006/relationships/image" Target="../media/image66.png"/><Relationship Id="rId1" Type="http://schemas.openxmlformats.org/officeDocument/2006/relationships/slideLayout" Target="../slideLayouts/slideLayout3.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5" Type="http://schemas.openxmlformats.org/officeDocument/2006/relationships/image" Target="../media/image6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 Id="rId14" Type="http://schemas.openxmlformats.org/officeDocument/2006/relationships/image" Target="../media/image64.png"/></Relationships>
</file>

<file path=ppt/slides/_rels/slide6.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18" Type="http://schemas.openxmlformats.org/officeDocument/2006/relationships/image" Target="../media/image82.png"/><Relationship Id="rId3" Type="http://schemas.openxmlformats.org/officeDocument/2006/relationships/image" Target="../media/image67.png"/><Relationship Id="rId21" Type="http://schemas.openxmlformats.org/officeDocument/2006/relationships/image" Target="../media/image85.png"/><Relationship Id="rId7" Type="http://schemas.openxmlformats.org/officeDocument/2006/relationships/image" Target="../media/image71.png"/><Relationship Id="rId12" Type="http://schemas.openxmlformats.org/officeDocument/2006/relationships/image" Target="../media/image76.png"/><Relationship Id="rId17" Type="http://schemas.openxmlformats.org/officeDocument/2006/relationships/image" Target="../media/image81.png"/><Relationship Id="rId2" Type="http://schemas.openxmlformats.org/officeDocument/2006/relationships/notesSlide" Target="../notesSlides/notesSlide6.xml"/><Relationship Id="rId16" Type="http://schemas.openxmlformats.org/officeDocument/2006/relationships/image" Target="../media/image80.png"/><Relationship Id="rId20" Type="http://schemas.openxmlformats.org/officeDocument/2006/relationships/image" Target="../media/image84.png"/><Relationship Id="rId1" Type="http://schemas.openxmlformats.org/officeDocument/2006/relationships/slideLayout" Target="../slideLayouts/slideLayout3.xml"/><Relationship Id="rId6" Type="http://schemas.openxmlformats.org/officeDocument/2006/relationships/image" Target="../media/image70.png"/><Relationship Id="rId11" Type="http://schemas.openxmlformats.org/officeDocument/2006/relationships/image" Target="../media/image75.png"/><Relationship Id="rId24" Type="http://schemas.openxmlformats.org/officeDocument/2006/relationships/image" Target="../media/image88.png"/><Relationship Id="rId5" Type="http://schemas.openxmlformats.org/officeDocument/2006/relationships/image" Target="../media/image69.png"/><Relationship Id="rId15" Type="http://schemas.openxmlformats.org/officeDocument/2006/relationships/image" Target="../media/image79.png"/><Relationship Id="rId23" Type="http://schemas.openxmlformats.org/officeDocument/2006/relationships/image" Target="../media/image87.png"/><Relationship Id="rId10" Type="http://schemas.openxmlformats.org/officeDocument/2006/relationships/image" Target="../media/image74.png"/><Relationship Id="rId19" Type="http://schemas.openxmlformats.org/officeDocument/2006/relationships/image" Target="../media/image83.png"/><Relationship Id="rId4" Type="http://schemas.openxmlformats.org/officeDocument/2006/relationships/image" Target="../media/image68.png"/><Relationship Id="rId9" Type="http://schemas.openxmlformats.org/officeDocument/2006/relationships/image" Target="../media/image73.png"/><Relationship Id="rId14" Type="http://schemas.openxmlformats.org/officeDocument/2006/relationships/image" Target="../media/image78.png"/><Relationship Id="rId22" Type="http://schemas.openxmlformats.org/officeDocument/2006/relationships/image" Target="../media/image8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1"/>
          <p:cNvPicPr preferRelativeResize="0"/>
          <p:nvPr/>
        </p:nvPicPr>
        <p:blipFill rotWithShape="1">
          <a:blip r:embed="rId3">
            <a:alphaModFix/>
          </a:blip>
          <a:srcRect t="99" b="109"/>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sp>
        <p:nvSpPr>
          <p:cNvPr id="683" name="Google Shape;683;p1"/>
          <p:cNvSpPr txBox="1">
            <a:spLocks noGrp="1"/>
          </p:cNvSpPr>
          <p:nvPr>
            <p:ph type="subTitle" idx="1"/>
          </p:nvPr>
        </p:nvSpPr>
        <p:spPr>
          <a:xfrm>
            <a:off x="884100" y="2716650"/>
            <a:ext cx="40863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Digraph 'ow' (/oa/)</a:t>
            </a:r>
            <a:endParaRPr/>
          </a:p>
        </p:txBody>
      </p:sp>
      <p:sp>
        <p:nvSpPr>
          <p:cNvPr id="684" name="Google Shape;684;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42</a:t>
            </a:r>
            <a:endParaRPr/>
          </a:p>
        </p:txBody>
      </p:sp>
      <p:graphicFrame>
        <p:nvGraphicFramePr>
          <p:cNvPr id="685" name="Google Shape;685;p1"/>
          <p:cNvGraphicFramePr/>
          <p:nvPr/>
        </p:nvGraphicFramePr>
        <p:xfrm>
          <a:off x="4844200" y="1891197"/>
          <a:ext cx="3784950" cy="1678950"/>
        </p:xfrm>
        <a:graphic>
          <a:graphicData uri="http://schemas.openxmlformats.org/drawingml/2006/table">
            <a:tbl>
              <a:tblPr firstRow="1" bandRow="1">
                <a:noFill/>
                <a:tableStyleId>{15A6AE1C-9076-47B4-A940-5B2BFBB22970}</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j</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Mulish"/>
                          <a:ea typeface="Mulish"/>
                          <a:cs typeface="Mulish"/>
                          <a:sym typeface="Mulish"/>
                        </a:rPr>
                        <a:t>v</a:t>
                      </a:r>
                      <a:endParaRPr sz="1800" u="none" strike="noStrike" cap="none">
                        <a:solidFill>
                          <a:schemeClr val="dk1"/>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x</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qu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ch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sh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th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ng</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igh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oo</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ow</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1A1A1A"/>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86" name="Google Shape;686;p1"/>
          <p:cNvPicPr preferRelativeResize="0"/>
          <p:nvPr/>
        </p:nvPicPr>
        <p:blipFill rotWithShape="1">
          <a:blip r:embed="rId4">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87" name="Google Shape;687;p1"/>
          <p:cNvPicPr preferRelativeResize="0"/>
          <p:nvPr/>
        </p:nvPicPr>
        <p:blipFill rotWithShape="1">
          <a:blip r:embed="rId5">
            <a:alphaModFix/>
          </a:blip>
          <a:srcRect l="19" r="19"/>
          <a:stretch/>
        </p:blipFill>
        <p:spPr>
          <a:xfrm rot="540306">
            <a:off x="7336182" y="3887252"/>
            <a:ext cx="1208038" cy="1709828"/>
          </a:xfrm>
          <a:prstGeom prst="rect">
            <a:avLst/>
          </a:prstGeom>
          <a:noFill/>
          <a:ln>
            <a:noFill/>
          </a:ln>
          <a:effectLst>
            <a:outerShdw blurRad="71438" dist="38100" dir="5220000" algn="bl" rotWithShape="0">
              <a:srgbClr val="000000">
                <a:alpha val="20000"/>
              </a:srgbClr>
            </a:outerShdw>
          </a:effectLst>
        </p:spPr>
      </p:pic>
      <p:cxnSp>
        <p:nvCxnSpPr>
          <p:cNvPr id="688" name="Google Shape;688;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ow</a:t>
            </a:r>
            <a:r>
              <a:rPr lang="en-US"/>
              <a:t> (</a:t>
            </a:r>
            <a:r>
              <a:rPr lang="en-US">
                <a:solidFill>
                  <a:srgbClr val="8DC63F"/>
                </a:solidFill>
              </a:rPr>
              <a:t>/oa/</a:t>
            </a:r>
            <a:r>
              <a:rPr lang="en-US"/>
              <a:t>).</a:t>
            </a:r>
            <a:endParaRPr/>
          </a:p>
        </p:txBody>
      </p:sp>
      <p:sp>
        <p:nvSpPr>
          <p:cNvPr id="695" name="Google Shape;695;g2bee4f4af4b_0_204"/>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a:t>
            </a:r>
            <a:br>
              <a:rPr lang="en-US">
                <a:solidFill>
                  <a:srgbClr val="2356AF"/>
                </a:solidFill>
              </a:rPr>
            </a:br>
            <a:r>
              <a:rPr lang="en-US">
                <a:solidFill>
                  <a:srgbClr val="2356AF"/>
                </a:solidFill>
              </a:rPr>
              <a:t>pull full.</a:t>
            </a:r>
            <a:endParaRPr/>
          </a:p>
        </p:txBody>
      </p:sp>
      <p:sp>
        <p:nvSpPr>
          <p:cNvPr id="696" name="Google Shape;696;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697" name="Google Shape;697;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98" name="Google Shape;698;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99" name="Google Shape;699;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1" name="Google Shape;701;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2" name="Google Shape;70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6">
            <a:alphaModFix/>
          </a:blip>
          <a:srcRect t="89" b="99"/>
          <a:stretch/>
        </p:blipFill>
        <p:spPr>
          <a:xfrm>
            <a:off x="5073599" y="4232253"/>
            <a:ext cx="614526" cy="852902"/>
          </a:xfrm>
          <a:prstGeom prst="rect">
            <a:avLst/>
          </a:prstGeom>
          <a:noFill/>
          <a:ln>
            <a:noFill/>
          </a:ln>
          <a:effectLst>
            <a:outerShdw blurRad="71438" dist="19050" dir="5220000" algn="bl" rotWithShape="0">
              <a:srgbClr val="D8D8D8"/>
            </a:outerShdw>
          </a:effectLst>
        </p:spPr>
      </p:pic>
      <p:sp>
        <p:nvSpPr>
          <p:cNvPr id="708" name="Google Shape;708;g2bee4f4af4b_0_204">
            <a:hlinkClick r:id="rId7" action="ppaction://hlinksldjump"/>
          </p:cNvPr>
          <p:cNvSpPr/>
          <p:nvPr/>
        </p:nvSpPr>
        <p:spPr>
          <a:xfrm>
            <a:off x="966639"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09" name="Google Shape;709;g2bee4f4af4b_0_204">
            <a:hlinkClick r:id="rId8" action="ppaction://hlinksldjump"/>
          </p:cNvPr>
          <p:cNvSpPr/>
          <p:nvPr/>
        </p:nvSpPr>
        <p:spPr>
          <a:xfrm>
            <a:off x="2449595" y="368706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0" name="Google Shape;710;g2bee4f4af4b_0_204">
            <a:hlinkClick r:id="rId9" action="ppaction://hlinksldjump"/>
          </p:cNvPr>
          <p:cNvSpPr/>
          <p:nvPr/>
        </p:nvSpPr>
        <p:spPr>
          <a:xfrm>
            <a:off x="3619834"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1" name="Google Shape;711;g2bee4f4af4b_0_204">
            <a:hlinkClick r:id="rId10" action="ppaction://hlinksldjump"/>
          </p:cNvPr>
          <p:cNvSpPr/>
          <p:nvPr/>
        </p:nvSpPr>
        <p:spPr>
          <a:xfrm>
            <a:off x="4848034" y="381742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8" name="Google Shape;718;g26b641b03cd_0_165"/>
          <p:cNvGrpSpPr/>
          <p:nvPr/>
        </p:nvGrpSpPr>
        <p:grpSpPr>
          <a:xfrm>
            <a:off x="930400" y="2129444"/>
            <a:ext cx="7283200" cy="3724851"/>
            <a:chOff x="930400" y="2129444"/>
            <a:chExt cx="7283200" cy="3724851"/>
          </a:xfrm>
        </p:grpSpPr>
        <p:pic>
          <p:nvPicPr>
            <p:cNvPr id="719" name="Google Shape;71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8" name="Google Shape;748;g26b7edf6e71_0_26"/>
          <p:cNvPicPr preferRelativeResize="0"/>
          <p:nvPr/>
        </p:nvPicPr>
        <p:blipFill rotWithShape="1">
          <a:blip r:embed="rId3">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49" name="Google Shape;749;g26b7edf6e71_0_26"/>
          <p:cNvPicPr preferRelativeResize="0"/>
          <p:nvPr/>
        </p:nvPicPr>
        <p:blipFill rotWithShape="1">
          <a:blip r:embed="rId4">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0" name="Google Shape;750;g26b7edf6e71_0_26"/>
          <p:cNvPicPr preferRelativeResize="0"/>
          <p:nvPr/>
        </p:nvPicPr>
        <p:blipFill rotWithShape="1">
          <a:blip r:embed="rId5">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6">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7">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8">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9">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0">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11">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12">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13">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14">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15">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16">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17">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18">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19">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0">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1">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22">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23">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75" name="Google Shape;775;g26b7edf6e71_0_109"/>
          <p:cNvGrpSpPr/>
          <p:nvPr/>
        </p:nvGrpSpPr>
        <p:grpSpPr>
          <a:xfrm>
            <a:off x="867357" y="2129450"/>
            <a:ext cx="7282807" cy="2686611"/>
            <a:chOff x="867357" y="2129450"/>
            <a:chExt cx="7282807" cy="2686611"/>
          </a:xfrm>
        </p:grpSpPr>
        <p:pic>
          <p:nvPicPr>
            <p:cNvPr id="776" name="Google Shape;77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77" name="Google Shape;77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78" name="Google Shape;77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79" name="Google Shape;77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0" name="Google Shape;78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1" name="Google Shape;78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2" name="Google Shape;78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g2c610ea7438_0_1"/>
          <p:cNvSpPr txBox="1">
            <a:spLocks noGrp="1"/>
          </p:cNvSpPr>
          <p:nvPr>
            <p:ph type="title"/>
          </p:nvPr>
        </p:nvSpPr>
        <p:spPr>
          <a:xfrm>
            <a:off x="576250" y="582900"/>
            <a:ext cx="79917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br>
              <a:rPr lang="en-US"/>
            </a:br>
            <a:r>
              <a:rPr lang="en-US">
                <a:solidFill>
                  <a:srgbClr val="2356AF"/>
                </a:solidFill>
              </a:rPr>
              <a:t>push they me we be he she my by looked you</a:t>
            </a:r>
            <a:r>
              <a:rPr lang="en-US"/>
              <a:t>.</a:t>
            </a:r>
            <a:endParaRPr/>
          </a:p>
        </p:txBody>
      </p:sp>
      <p:pic>
        <p:nvPicPr>
          <p:cNvPr id="796" name="Google Shape;796;g2c610ea7438_0_1"/>
          <p:cNvPicPr preferRelativeResize="0"/>
          <p:nvPr/>
        </p:nvPicPr>
        <p:blipFill rotWithShape="1">
          <a:blip r:embed="rId3">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431"/>
              </a:srgbClr>
            </a:outerShdw>
          </a:effectLst>
        </p:spPr>
      </p:pic>
      <p:pic>
        <p:nvPicPr>
          <p:cNvPr id="797" name="Google Shape;797;g2c610ea7438_0_1"/>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1"/>
              </a:srgbClr>
            </a:outerShdw>
          </a:effectLst>
        </p:spPr>
      </p:pic>
      <p:pic>
        <p:nvPicPr>
          <p:cNvPr id="798" name="Google Shape;798;g2c610ea7438_0_1"/>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1"/>
              </a:srgbClr>
            </a:outerShdw>
          </a:effectLst>
        </p:spPr>
      </p:pic>
      <p:pic>
        <p:nvPicPr>
          <p:cNvPr id="799" name="Google Shape;799;g2c610ea7438_0_1"/>
          <p:cNvPicPr preferRelativeResize="0"/>
          <p:nvPr/>
        </p:nvPicPr>
        <p:blipFill rotWithShape="1">
          <a:blip r:embed="rId6">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431"/>
              </a:srgbClr>
            </a:outerShdw>
          </a:effectLst>
        </p:spPr>
      </p:pic>
      <p:pic>
        <p:nvPicPr>
          <p:cNvPr id="800" name="Google Shape;800;g2c610ea7438_0_1"/>
          <p:cNvPicPr preferRelativeResize="0"/>
          <p:nvPr/>
        </p:nvPicPr>
        <p:blipFill rotWithShape="1">
          <a:blip r:embed="rId7">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431"/>
              </a:srgbClr>
            </a:outerShdw>
          </a:effectLst>
        </p:spPr>
      </p:pic>
      <p:pic>
        <p:nvPicPr>
          <p:cNvPr id="801" name="Google Shape;801;g2c610ea7438_0_1"/>
          <p:cNvPicPr preferRelativeResize="0"/>
          <p:nvPr/>
        </p:nvPicPr>
        <p:blipFill rotWithShape="1">
          <a:blip r:embed="rId8">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1"/>
              </a:srgbClr>
            </a:outerShdw>
          </a:effectLst>
        </p:spPr>
      </p:pic>
      <p:pic>
        <p:nvPicPr>
          <p:cNvPr id="802" name="Google Shape;802;g2c610ea7438_0_1"/>
          <p:cNvPicPr preferRelativeResize="0"/>
          <p:nvPr/>
        </p:nvPicPr>
        <p:blipFill rotWithShape="1">
          <a:blip r:embed="rId9">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1"/>
              </a:srgbClr>
            </a:outerShdw>
          </a:effectLst>
        </p:spPr>
      </p:pic>
      <p:pic>
        <p:nvPicPr>
          <p:cNvPr id="803" name="Google Shape;803;g2c610ea7438_0_1"/>
          <p:cNvPicPr preferRelativeResize="0"/>
          <p:nvPr/>
        </p:nvPicPr>
        <p:blipFill rotWithShape="1">
          <a:blip r:embed="rId10">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431"/>
              </a:srgbClr>
            </a:outerShdw>
          </a:effectLst>
        </p:spPr>
      </p:pic>
      <p:pic>
        <p:nvPicPr>
          <p:cNvPr id="804" name="Google Shape;804;g2c610ea7438_0_1"/>
          <p:cNvPicPr preferRelativeResize="0"/>
          <p:nvPr/>
        </p:nvPicPr>
        <p:blipFill rotWithShape="1">
          <a:blip r:embed="rId11">
            <a:alphaModFix/>
          </a:blip>
          <a:srcRect l="189" r="177"/>
          <a:stretch/>
        </p:blipFill>
        <p:spPr>
          <a:xfrm>
            <a:off x="3320730" y="3060270"/>
            <a:ext cx="1148707" cy="822956"/>
          </a:xfrm>
          <a:prstGeom prst="rect">
            <a:avLst/>
          </a:prstGeom>
          <a:noFill/>
          <a:ln>
            <a:noFill/>
          </a:ln>
          <a:effectLst>
            <a:outerShdw blurRad="71438" dist="19050" dir="5400000" algn="bl" rotWithShape="0">
              <a:srgbClr val="000000">
                <a:alpha val="18431"/>
              </a:srgbClr>
            </a:outerShdw>
          </a:effectLst>
        </p:spPr>
      </p:pic>
      <p:pic>
        <p:nvPicPr>
          <p:cNvPr id="805" name="Google Shape;805;g2c610ea7438_0_1"/>
          <p:cNvPicPr preferRelativeResize="0"/>
          <p:nvPr/>
        </p:nvPicPr>
        <p:blipFill rotWithShape="1">
          <a:blip r:embed="rId12">
            <a:alphaModFix/>
          </a:blip>
          <a:srcRect l="99" r="97"/>
          <a:stretch/>
        </p:blipFill>
        <p:spPr>
          <a:xfrm>
            <a:off x="4547639" y="3060270"/>
            <a:ext cx="1148707" cy="822955"/>
          </a:xfrm>
          <a:prstGeom prst="rect">
            <a:avLst/>
          </a:prstGeom>
          <a:noFill/>
          <a:ln>
            <a:noFill/>
          </a:ln>
          <a:effectLst>
            <a:outerShdw blurRad="71438" dist="19050" dir="5400000" algn="bl" rotWithShape="0">
              <a:srgbClr val="000000">
                <a:alpha val="18431"/>
              </a:srgbClr>
            </a:outerShdw>
          </a:effectLst>
        </p:spPr>
      </p:pic>
      <p:pic>
        <p:nvPicPr>
          <p:cNvPr id="806" name="Google Shape;806;g2c610ea7438_0_1"/>
          <p:cNvPicPr preferRelativeResize="0"/>
          <p:nvPr/>
        </p:nvPicPr>
        <p:blipFill rotWithShape="1">
          <a:blip r:embed="rId13">
            <a:alphaModFix/>
          </a:blip>
          <a:srcRect l="99" r="97"/>
          <a:stretch/>
        </p:blipFill>
        <p:spPr>
          <a:xfrm>
            <a:off x="5774548" y="3060270"/>
            <a:ext cx="1148707" cy="822955"/>
          </a:xfrm>
          <a:prstGeom prst="rect">
            <a:avLst/>
          </a:prstGeom>
          <a:noFill/>
          <a:ln>
            <a:noFill/>
          </a:ln>
          <a:effectLst>
            <a:outerShdw blurRad="71438" dist="19050" dir="5400000" algn="bl" rotWithShape="0">
              <a:srgbClr val="000000">
                <a:alpha val="18431"/>
              </a:srgbClr>
            </a:outerShdw>
          </a:effectLst>
        </p:spPr>
      </p:pic>
      <p:pic>
        <p:nvPicPr>
          <p:cNvPr id="807" name="Google Shape;807;g2c610ea7438_0_1"/>
          <p:cNvPicPr preferRelativeResize="0"/>
          <p:nvPr/>
        </p:nvPicPr>
        <p:blipFill rotWithShape="1">
          <a:blip r:embed="rId14">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8" name="Google Shape;808;g2c610ea7438_0_1"/>
          <p:cNvPicPr preferRelativeResize="0"/>
          <p:nvPr/>
        </p:nvPicPr>
        <p:blipFill rotWithShape="1">
          <a:blip r:embed="rId15">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9" name="Google Shape;809;g2c610ea7438_0_1"/>
          <p:cNvPicPr preferRelativeResize="0"/>
          <p:nvPr/>
        </p:nvPicPr>
        <p:blipFill rotWithShape="1">
          <a:blip r:embed="rId16">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c610ea7438_0_1"/>
          <p:cNvPicPr preferRelativeResize="0"/>
          <p:nvPr/>
        </p:nvPicPr>
        <p:blipFill rotWithShape="1">
          <a:blip r:embed="rId17">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1" name="Google Shape;811;g2c610ea7438_0_1"/>
          <p:cNvPicPr preferRelativeResize="0"/>
          <p:nvPr/>
        </p:nvPicPr>
        <p:blipFill rotWithShape="1">
          <a:blip r:embed="rId18">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19">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20">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4" name="Google Shape;814;g2c610ea7438_0_1"/>
          <p:cNvPicPr preferRelativeResize="0"/>
          <p:nvPr/>
        </p:nvPicPr>
        <p:blipFill rotWithShape="1">
          <a:blip r:embed="rId21">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22">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23">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2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4" name="Google Shape;82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25" name="Google Shape;825;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26" name="Google Shape;82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3" name="Google Shape;83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34" name="Google Shape;834;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35" name="Google Shape;83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2" name="Google Shape;84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43" name="Google Shape;843;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44" name="Google Shape;84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1" name="Google Shape;85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52" name="Google Shape;852;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53" name="Google Shape;85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60" name="Google Shape;86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61" name="Google Shape;86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8" name="Google Shape;868;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9" name="Google Shape;869;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0" name="Google Shape;870;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1" name="Google Shape;871;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2" name="Google Shape;872;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3" name="Google Shape;873;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4" name="Google Shape;874;g2c4fd7a3c22_2_0"/>
          <p:cNvGrpSpPr/>
          <p:nvPr/>
        </p:nvGrpSpPr>
        <p:grpSpPr>
          <a:xfrm>
            <a:off x="304250" y="6984600"/>
            <a:ext cx="8330829" cy="808600"/>
            <a:chOff x="-152950" y="7365600"/>
            <a:chExt cx="8330829" cy="808600"/>
          </a:xfrm>
        </p:grpSpPr>
        <p:sp>
          <p:nvSpPr>
            <p:cNvPr id="875" name="Google Shape;875;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6" name="Google Shape;876;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7" name="Google Shape;877;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8" name="Google Shape;878;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9" name="Google Shape;879;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0" name="Google Shape;880;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1" name="Google Shape;881;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2" name="Google Shape;882;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3" name="Google Shape;883;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4" name="Google Shape;884;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5" name="Google Shape;885;g2c4fd7a3c22_2_0"/>
          <p:cNvSpPr/>
          <p:nvPr/>
        </p:nvSpPr>
        <p:spPr>
          <a:xfrm>
            <a:off x="31753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6" name="Google Shape;886;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7" name="Google Shape;887;g2c4fd7a3c22_2_0"/>
          <p:cNvSpPr txBox="1">
            <a:spLocks noGrp="1"/>
          </p:cNvSpPr>
          <p:nvPr>
            <p:ph type="subTitle" idx="4294967295"/>
          </p:nvPr>
        </p:nvSpPr>
        <p:spPr>
          <a:xfrm>
            <a:off x="26056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888" name="Google Shape;888;g2c4fd7a3c22_2_0"/>
          <p:cNvSpPr txBox="1">
            <a:spLocks noGrp="1"/>
          </p:cNvSpPr>
          <p:nvPr>
            <p:ph type="subTitle" idx="4294967295"/>
          </p:nvPr>
        </p:nvSpPr>
        <p:spPr>
          <a:xfrm>
            <a:off x="3619063" y="1308025"/>
            <a:ext cx="2919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6C4029"/>
                </a:solidFill>
                <a:latin typeface="Jost"/>
                <a:ea typeface="Jost"/>
                <a:cs typeface="Jost"/>
                <a:sym typeface="Jost"/>
              </a:rPr>
              <a:t>ow</a:t>
            </a:r>
            <a:endParaRPr sz="15000" b="0" i="0" u="none" strike="noStrike" cap="none">
              <a:solidFill>
                <a:srgbClr val="6C4029"/>
              </a:solidFill>
              <a:latin typeface="Jost"/>
              <a:ea typeface="Jost"/>
              <a:cs typeface="Jost"/>
              <a:sym typeface="Jost"/>
            </a:endParaRPr>
          </a:p>
        </p:txBody>
      </p:sp>
      <p:sp>
        <p:nvSpPr>
          <p:cNvPr id="889" name="Google Shape;889;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c4fd7a3c22_2_0"/>
          <p:cNvSpPr/>
          <p:nvPr/>
        </p:nvSpPr>
        <p:spPr>
          <a:xfrm>
            <a:off x="4009359" y="4011900"/>
            <a:ext cx="213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cebf280a53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7" name="Google Shape;897;g2cebf280a53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8" name="Google Shape;898;g2cebf280a53_0_17"/>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9" name="Google Shape;899;g2cebf280a53_0_17"/>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0" name="Google Shape;900;g2cebf280a53_0_17"/>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1" name="Google Shape;901;g2cebf280a53_0_1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cebf280a53_0_1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3" name="Google Shape;903;g2cebf280a53_0_17"/>
          <p:cNvGrpSpPr/>
          <p:nvPr/>
        </p:nvGrpSpPr>
        <p:grpSpPr>
          <a:xfrm>
            <a:off x="304250" y="6984600"/>
            <a:ext cx="8330829" cy="808600"/>
            <a:chOff x="-152950" y="7365600"/>
            <a:chExt cx="8330829" cy="808600"/>
          </a:xfrm>
        </p:grpSpPr>
        <p:sp>
          <p:nvSpPr>
            <p:cNvPr id="904" name="Google Shape;904;g2cebf280a53_0_17"/>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5" name="Google Shape;905;g2cebf280a53_0_17"/>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6" name="Google Shape;906;g2cebf280a53_0_17"/>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7" name="Google Shape;907;g2cebf280a53_0_17"/>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8" name="Google Shape;908;g2cebf280a53_0_17"/>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9" name="Google Shape;909;g2cebf280a53_0_17"/>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0" name="Google Shape;910;g2cebf280a53_0_17"/>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1" name="Google Shape;911;g2cebf280a53_0_17"/>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2" name="Google Shape;912;g2cebf280a53_0_17"/>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3" name="Google Shape;913;g2cebf280a53_0_17"/>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cebf280a53_0_17"/>
          <p:cNvSpPr/>
          <p:nvPr/>
        </p:nvSpPr>
        <p:spPr>
          <a:xfrm>
            <a:off x="32896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5" name="Google Shape;915;g2cebf280a53_0_1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6" name="Google Shape;916;g2cebf280a53_0_17"/>
          <p:cNvSpPr txBox="1">
            <a:spLocks noGrp="1"/>
          </p:cNvSpPr>
          <p:nvPr>
            <p:ph type="subTitle" idx="4294967295"/>
          </p:nvPr>
        </p:nvSpPr>
        <p:spPr>
          <a:xfrm>
            <a:off x="27199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17" name="Google Shape;917;g2cebf280a53_0_17"/>
          <p:cNvSpPr txBox="1">
            <a:spLocks noGrp="1"/>
          </p:cNvSpPr>
          <p:nvPr>
            <p:ph type="subTitle" idx="4294967295"/>
          </p:nvPr>
        </p:nvSpPr>
        <p:spPr>
          <a:xfrm>
            <a:off x="3504763" y="1308025"/>
            <a:ext cx="2919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6C4029"/>
                </a:solidFill>
                <a:latin typeface="Jost"/>
                <a:ea typeface="Jost"/>
                <a:cs typeface="Jost"/>
                <a:sym typeface="Jost"/>
              </a:rPr>
              <a:t>ow</a:t>
            </a:r>
            <a:endParaRPr sz="15000" b="0" i="0" u="none" strike="noStrike" cap="none">
              <a:solidFill>
                <a:srgbClr val="6C4029"/>
              </a:solidFill>
              <a:latin typeface="Jost"/>
              <a:ea typeface="Jost"/>
              <a:cs typeface="Jost"/>
              <a:sym typeface="Jost"/>
            </a:endParaRPr>
          </a:p>
        </p:txBody>
      </p:sp>
      <p:sp>
        <p:nvSpPr>
          <p:cNvPr id="918" name="Google Shape;918;g2cebf280a53_0_17"/>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ebf280a53_0_17"/>
          <p:cNvSpPr/>
          <p:nvPr/>
        </p:nvSpPr>
        <p:spPr>
          <a:xfrm>
            <a:off x="3895059" y="4011900"/>
            <a:ext cx="213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26" name="Google Shape;92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27" name="Google Shape;92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34" name="Google Shape;93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35" name="Google Shape;935;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36" name="Google Shape;93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43" name="Google Shape;94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4" name="Google Shape;944;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45" name="Google Shape;94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52" name="Google Shape;95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53" name="Google Shape;953;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54" name="Google Shape;95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961" name="Google Shape;96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2" name="Google Shape;962;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3" name="Google Shape;96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0" name="Google Shape;97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71" name="Google Shape;971;g1f3daf8a844_0_64"/>
          <p:cNvGrpSpPr/>
          <p:nvPr/>
        </p:nvGrpSpPr>
        <p:grpSpPr>
          <a:xfrm>
            <a:off x="3024000" y="209875"/>
            <a:ext cx="3096000" cy="454800"/>
            <a:chOff x="3024000" y="209875"/>
            <a:chExt cx="3096000" cy="454800"/>
          </a:xfrm>
        </p:grpSpPr>
        <p:sp>
          <p:nvSpPr>
            <p:cNvPr id="972" name="Google Shape;97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74" name="Google Shape;97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75" name="Google Shape;97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6" name="Google Shape;97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7" name="Google Shape;97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78" name="Google Shape;97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79" name="Google Shape;979;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80" name="Google Shape;980;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81" name="Google Shape;98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82" name="Google Shape;982;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83" name="Google Shape;98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84" name="Google Shape;98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85" name="Google Shape;985;g1f3daf8a844_0_64"/>
          <p:cNvSpPr txBox="1"/>
          <p:nvPr/>
        </p:nvSpPr>
        <p:spPr>
          <a:xfrm>
            <a:off x="3905250" y="2160375"/>
            <a:ext cx="1333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6C4029"/>
                </a:solidFill>
                <a:latin typeface="Jost"/>
                <a:ea typeface="Jost"/>
                <a:cs typeface="Jost"/>
                <a:sym typeface="Jost"/>
              </a:rPr>
              <a:t>ow</a:t>
            </a:r>
            <a:endParaRPr sz="5500" b="0" i="0" u="none" strike="noStrike" cap="none">
              <a:solidFill>
                <a:srgbClr val="6C4029"/>
              </a:solidFill>
              <a:latin typeface="Jost"/>
              <a:ea typeface="Jost"/>
              <a:cs typeface="Jost"/>
              <a:sym typeface="Jost"/>
            </a:endParaRPr>
          </a:p>
        </p:txBody>
      </p:sp>
      <p:cxnSp>
        <p:nvCxnSpPr>
          <p:cNvPr id="986" name="Google Shape;986;g1f3daf8a844_0_64"/>
          <p:cNvCxnSpPr/>
          <p:nvPr/>
        </p:nvCxnSpPr>
        <p:spPr>
          <a:xfrm>
            <a:off x="1181075"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cebf280a53_0_4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3" name="Google Shape;993;g2cebf280a53_0_4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94" name="Google Shape;994;g2cebf280a53_0_46"/>
          <p:cNvGrpSpPr/>
          <p:nvPr/>
        </p:nvGrpSpPr>
        <p:grpSpPr>
          <a:xfrm>
            <a:off x="3024000" y="209875"/>
            <a:ext cx="3096000" cy="454800"/>
            <a:chOff x="3024000" y="209875"/>
            <a:chExt cx="3096000" cy="454800"/>
          </a:xfrm>
        </p:grpSpPr>
        <p:sp>
          <p:nvSpPr>
            <p:cNvPr id="995" name="Google Shape;995;g2cebf280a53_0_4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cebf280a53_0_4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7" name="Google Shape;997;g2cebf280a53_0_4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8" name="Google Shape;998;g2cebf280a53_0_4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99" name="Google Shape;999;g2cebf280a53_0_4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0" name="Google Shape;1000;g2cebf280a53_0_4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1" name="Google Shape;1001;g2cebf280a53_0_4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2" name="Google Shape;1002;g2cebf280a53_0_4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3" name="Google Shape;1003;g2cebf280a53_0_46"/>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bow low row tow sow mow</a:t>
            </a:r>
            <a:endParaRPr sz="1800" b="0" i="0" u="none" strike="noStrike" cap="none">
              <a:solidFill>
                <a:srgbClr val="B7B7B7"/>
              </a:solidFill>
              <a:latin typeface="Jost"/>
              <a:ea typeface="Jost"/>
              <a:cs typeface="Jost"/>
              <a:sym typeface="Jost"/>
            </a:endParaRPr>
          </a:p>
        </p:txBody>
      </p:sp>
      <p:sp>
        <p:nvSpPr>
          <p:cNvPr id="1004" name="Google Shape;1004;g2cebf280a53_0_46"/>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5" name="Google Shape;1005;g2cebf280a53_0_46"/>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6" name="Google Shape;1006;g2cebf280a53_0_46"/>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07" name="Google Shape;1007;g2cebf280a53_0_46"/>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08" name="Google Shape;1008;g2cebf280a53_0_46"/>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009" name="Google Shape;1009;g2cebf280a53_0_4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10" name="Google Shape;1010;g2cebf280a53_0_46"/>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11" name="Google Shape;1011;g2cebf280a53_0_46"/>
          <p:cNvSpPr txBox="1"/>
          <p:nvPr/>
        </p:nvSpPr>
        <p:spPr>
          <a:xfrm>
            <a:off x="3905250" y="2160375"/>
            <a:ext cx="1333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6C4029"/>
                </a:solidFill>
                <a:latin typeface="Jost"/>
                <a:ea typeface="Jost"/>
                <a:cs typeface="Jost"/>
                <a:sym typeface="Jost"/>
              </a:rPr>
              <a:t>ow</a:t>
            </a:r>
            <a:endParaRPr sz="5500" b="0" i="0" u="none" strike="noStrike" cap="none">
              <a:solidFill>
                <a:srgbClr val="6C4029"/>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318</Words>
  <Application>Microsoft Office PowerPoint</Application>
  <PresentationFormat>On-screen Show (4:3)</PresentationFormat>
  <Paragraphs>135</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Nunito Black</vt:lpstr>
      <vt:lpstr>Poppins Medium</vt:lpstr>
      <vt:lpstr>Poppins</vt:lpstr>
      <vt:lpstr>Jost</vt:lpstr>
      <vt:lpstr>Poppins SemiBold</vt:lpstr>
      <vt:lpstr>Calibri</vt:lpstr>
      <vt:lpstr>Mulish</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2026-04-29T04:18:01Z</dcterms:modified>
</cp:coreProperties>
</file>