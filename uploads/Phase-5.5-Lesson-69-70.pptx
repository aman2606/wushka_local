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VzVAOzYNmoH9jNvKIqZLiSryN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8D8AC1-05B8-41E1-ADAD-62645638720D}">
  <a:tblStyle styleId="{498D8AC1-05B8-41E1-ADAD-62645638720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31d164da225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31d164da225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31d164da225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31d164da225_0_7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31d164da225_0_7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31d164da225_0_7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31d164da225_0_7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31d164da225_0_7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31d164da225_0_7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31d164da225_0_7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31d164da225_0_7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31d164da225_0_7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31d164da225_0_7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31d164da225_0_7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31d164da225_0_7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31d164da225_0_7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31d164da225_0_7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31d164da225_0_7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31d164da225_0_79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31d164da225_0_7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31d164da225_0_7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4" name="Google Shape;109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0" name="Google Shape;111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31d164da225_0_7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6" name="Google Shape;1126;g31d164da225_0_7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7" name="Google Shape;1127;g31d164da225_0_7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31d164da225_0_7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4" name="Google Shape;1134;g31d164da225_0_7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5" name="Google Shape;1135;g31d164da225_0_7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31d164da225_0_15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2" name="Google Shape;1142;g31d164da225_0_15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3" name="Google Shape;1143;g31d164da225_0_15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GB"/>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72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GB"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GB"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20140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1100"/>
              <a:buFont typeface="Arial"/>
              <a:buNone/>
            </a:pPr>
            <a:r>
              <a:rPr lang="en-GB" sz="1700">
                <a:solidFill>
                  <a:srgbClr val="FFFFFF"/>
                </a:solidFill>
                <a:latin typeface="Poppins SemiBold"/>
                <a:ea typeface="Poppins SemiBold"/>
                <a:cs typeface="Poppins SemiBold"/>
                <a:sym typeface="Poppins SemiBold"/>
              </a:rPr>
              <a:t>Review Sound Family /ar/</a:t>
            </a:r>
            <a:endParaRPr sz="1700">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428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700">
                <a:solidFill>
                  <a:srgbClr val="CB3D85"/>
                </a:solidFill>
                <a:latin typeface="Poppins Medium"/>
                <a:ea typeface="Poppins Medium"/>
                <a:cs typeface="Poppins Medium"/>
                <a:sym typeface="Poppins Medium"/>
              </a:rPr>
              <a:t>Week 14 - Thursday &amp; Friday</a:t>
            </a:r>
            <a:endParaRPr sz="17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700">
                <a:solidFill>
                  <a:srgbClr val="CB3D85"/>
                </a:solidFill>
                <a:latin typeface="Poppins Medium"/>
                <a:ea typeface="Poppins Medium"/>
                <a:cs typeface="Poppins Medium"/>
                <a:sym typeface="Poppins Medium"/>
              </a:rPr>
              <a:t>Lesson 69 &amp; 70</a:t>
            </a:r>
            <a:endParaRPr sz="17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700" b="0" i="0" u="none" strike="noStrike" cap="none">
                <a:solidFill>
                  <a:srgbClr val="FFFFFF"/>
                </a:solidFill>
                <a:latin typeface="Poppins SemiBold"/>
                <a:ea typeface="Poppins SemiBold"/>
                <a:cs typeface="Poppins SemiBold"/>
                <a:sym typeface="Poppins SemiBold"/>
              </a:rPr>
              <a:t>Phase 5.5 - Sound Families </a:t>
            </a:r>
            <a:endParaRPr sz="17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GB"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GB"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GB"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GB"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GB"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GB"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GB"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GB"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GB" sz="1100" b="0" i="0" u="none" strike="noStrike" cap="none">
                <a:solidFill>
                  <a:srgbClr val="1A30E8"/>
                </a:solidFill>
                <a:latin typeface="Poppins"/>
                <a:ea typeface="Poppins"/>
                <a:cs typeface="Poppins"/>
                <a:sym typeface="Poppins"/>
              </a:rPr>
              <a:t>bed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1A30E8"/>
                </a:solidFill>
                <a:latin typeface="Poppins"/>
                <a:ea typeface="Poppins"/>
                <a:cs typeface="Poppins"/>
                <a:sym typeface="Poppins"/>
              </a:rPr>
              <a:t>led </a:t>
            </a:r>
            <a:r>
              <a:rPr lang="en-GB" sz="1100" b="0" i="0" u="none" strike="noStrike" cap="none">
                <a:solidFill>
                  <a:srgbClr val="1A1A1A"/>
                </a:solidFill>
                <a:latin typeface="Poppins"/>
                <a:ea typeface="Poppins"/>
                <a:cs typeface="Poppins"/>
                <a:sym typeface="Poppins"/>
              </a:rPr>
              <a:t>the difference is the phonemes </a:t>
            </a:r>
            <a:r>
              <a:rPr lang="en-GB" sz="1100" b="0" i="0" u="none" strike="noStrike" cap="none">
                <a:solidFill>
                  <a:srgbClr val="53F41A"/>
                </a:solidFill>
                <a:latin typeface="Poppins"/>
                <a:ea typeface="Poppins"/>
                <a:cs typeface="Poppins"/>
                <a:sym typeface="Poppins"/>
              </a:rPr>
              <a:t>/b/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53F41A"/>
                </a:solidFill>
                <a:latin typeface="Poppins"/>
                <a:ea typeface="Poppins"/>
                <a:cs typeface="Poppins"/>
                <a:sym typeface="Poppins"/>
              </a:rPr>
              <a:t>/l/</a:t>
            </a:r>
            <a:r>
              <a:rPr lang="en-GB"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GB"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GB" sz="1100" b="0" i="0" u="none" strike="noStrike" cap="none">
                <a:solidFill>
                  <a:srgbClr val="1A1A1A"/>
                </a:solidFill>
                <a:latin typeface="Poppins"/>
                <a:ea typeface="Poppins"/>
                <a:cs typeface="Poppins"/>
                <a:sym typeface="Poppins"/>
              </a:rPr>
            </a:br>
            <a:r>
              <a:rPr lang="en-GB"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GB" sz="1100" b="0" i="0" u="none" strike="noStrike" cap="none">
                <a:solidFill>
                  <a:srgbClr val="1A30E8"/>
                </a:solidFill>
                <a:latin typeface="Poppins"/>
                <a:ea typeface="Poppins"/>
                <a:cs typeface="Poppins"/>
                <a:sym typeface="Poppins"/>
              </a:rPr>
              <a:t>ship </a:t>
            </a:r>
            <a:r>
              <a:rPr lang="en-GB" sz="1100" b="0" i="0" u="none" strike="noStrike" cap="none">
                <a:solidFill>
                  <a:srgbClr val="1A1A1A"/>
                </a:solidFill>
                <a:latin typeface="Poppins"/>
                <a:ea typeface="Poppins"/>
                <a:cs typeface="Poppins"/>
                <a:sym typeface="Poppins"/>
              </a:rPr>
              <a:t>as </a:t>
            </a:r>
            <a:r>
              <a:rPr lang="en-GB" sz="1100" b="0" i="0" u="none" strike="noStrike" cap="none">
                <a:solidFill>
                  <a:srgbClr val="53F41A"/>
                </a:solidFill>
                <a:latin typeface="Poppins"/>
                <a:ea typeface="Poppins"/>
                <a:cs typeface="Poppins"/>
                <a:sym typeface="Poppins"/>
              </a:rPr>
              <a:t>/sh/ /i/ /p/ </a:t>
            </a:r>
            <a:r>
              <a:rPr lang="en-GB"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GB"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GB" sz="1100" b="0" i="0" u="none" strike="noStrike" cap="none">
                <a:solidFill>
                  <a:srgbClr val="53F41A"/>
                </a:solidFill>
                <a:latin typeface="Poppins"/>
                <a:ea typeface="Poppins"/>
                <a:cs typeface="Poppins"/>
                <a:sym typeface="Poppins"/>
              </a:rPr>
              <a:t>eɑ</a:t>
            </a:r>
            <a:r>
              <a:rPr lang="en-GB" sz="1100" b="0" i="0" u="none" strike="noStrike" cap="none">
                <a:solidFill>
                  <a:srgbClr val="1A1A1A"/>
                </a:solidFill>
                <a:latin typeface="Poppins"/>
                <a:ea typeface="Poppins"/>
                <a:cs typeface="Poppins"/>
                <a:sym typeface="Poppins"/>
              </a:rPr>
              <a:t>' in </a:t>
            </a:r>
            <a:r>
              <a:rPr lang="en-GB" sz="1100" b="0" i="0" u="none" strike="noStrike" cap="none">
                <a:solidFill>
                  <a:srgbClr val="1A30E8"/>
                </a:solidFill>
                <a:latin typeface="Poppins"/>
                <a:ea typeface="Poppins"/>
                <a:cs typeface="Poppins"/>
                <a:sym typeface="Poppins"/>
              </a:rPr>
              <a:t>seɑt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53F41A"/>
                </a:solidFill>
                <a:latin typeface="Poppins"/>
                <a:ea typeface="Poppins"/>
                <a:cs typeface="Poppins"/>
                <a:sym typeface="Poppins"/>
              </a:rPr>
              <a:t>sh</a:t>
            </a:r>
            <a:r>
              <a:rPr lang="en-GB" sz="1100" b="0" i="0" u="none" strike="noStrike" cap="none">
                <a:solidFill>
                  <a:srgbClr val="1A1A1A"/>
                </a:solidFill>
                <a:latin typeface="Poppins"/>
                <a:ea typeface="Poppins"/>
                <a:cs typeface="Poppins"/>
                <a:sym typeface="Poppins"/>
              </a:rPr>
              <a:t>' in </a:t>
            </a:r>
            <a:r>
              <a:rPr lang="en-GB" sz="1100" b="0" i="0" u="none" strike="noStrike" cap="none">
                <a:solidFill>
                  <a:srgbClr val="1A30E8"/>
                </a:solidFill>
                <a:latin typeface="Poppins"/>
                <a:ea typeface="Poppins"/>
                <a:cs typeface="Poppins"/>
                <a:sym typeface="Poppins"/>
              </a:rPr>
              <a:t>ship</a:t>
            </a:r>
            <a:r>
              <a:rPr lang="en-GB" sz="1100" b="0" i="0" u="none" strike="noStrike" cap="none">
                <a:solidFill>
                  <a:srgbClr val="1A1A1A"/>
                </a:solidFill>
                <a:latin typeface="Poppins"/>
                <a:ea typeface="Poppins"/>
                <a:cs typeface="Poppins"/>
                <a:sym typeface="Poppins"/>
              </a:rPr>
              <a:t>. A trigraph is a three-letter grapheme where three letters represent one grapheme (e.g '</a:t>
            </a:r>
            <a:r>
              <a:rPr lang="en-GB" sz="1100" b="0" i="0" u="none" strike="noStrike" cap="none">
                <a:solidFill>
                  <a:srgbClr val="53F41A"/>
                </a:solidFill>
                <a:latin typeface="Poppins"/>
                <a:ea typeface="Poppins"/>
                <a:cs typeface="Poppins"/>
                <a:sym typeface="Poppins"/>
              </a:rPr>
              <a:t>eɑu</a:t>
            </a:r>
            <a:r>
              <a:rPr lang="en-GB" sz="1100" b="0" i="0" u="none" strike="noStrike" cap="none">
                <a:solidFill>
                  <a:srgbClr val="1A1A1A"/>
                </a:solidFill>
                <a:latin typeface="Poppins"/>
                <a:ea typeface="Poppins"/>
                <a:cs typeface="Poppins"/>
                <a:sym typeface="Poppins"/>
              </a:rPr>
              <a:t>' in </a:t>
            </a:r>
            <a:r>
              <a:rPr lang="en-GB" sz="1100" b="0" i="0" u="none" strike="noStrike" cap="none">
                <a:solidFill>
                  <a:srgbClr val="1A30E8"/>
                </a:solidFill>
                <a:latin typeface="Poppins"/>
                <a:ea typeface="Poppins"/>
                <a:cs typeface="Poppins"/>
                <a:sym typeface="Poppins"/>
              </a:rPr>
              <a:t>bureɑu</a:t>
            </a:r>
            <a:r>
              <a:rPr lang="en-GB" sz="1100" b="0" i="0" u="none" strike="noStrike" cap="none">
                <a:solidFill>
                  <a:srgbClr val="1A1A1A"/>
                </a:solidFill>
                <a:latin typeface="Poppins"/>
                <a:ea typeface="Poppins"/>
                <a:cs typeface="Poppins"/>
                <a:sym typeface="Poppins"/>
              </a:rPr>
              <a:t>, and '</a:t>
            </a:r>
            <a:r>
              <a:rPr lang="en-GB" sz="1100" b="0" i="0" u="none" strike="noStrike" cap="none">
                <a:solidFill>
                  <a:srgbClr val="53F41A"/>
                </a:solidFill>
                <a:latin typeface="Poppins"/>
                <a:ea typeface="Poppins"/>
                <a:cs typeface="Poppins"/>
                <a:sym typeface="Poppins"/>
              </a:rPr>
              <a:t>igh</a:t>
            </a:r>
            <a:r>
              <a:rPr lang="en-GB" sz="1100" b="0" i="0" u="none" strike="noStrike" cap="none">
                <a:solidFill>
                  <a:srgbClr val="1A1A1A"/>
                </a:solidFill>
                <a:latin typeface="Poppins"/>
                <a:ea typeface="Poppins"/>
                <a:cs typeface="Poppins"/>
                <a:sym typeface="Poppins"/>
              </a:rPr>
              <a:t>' in </a:t>
            </a:r>
            <a:r>
              <a:rPr lang="en-GB" sz="1100" b="0" i="0" u="none" strike="noStrike" cap="none">
                <a:solidFill>
                  <a:srgbClr val="1A30E8"/>
                </a:solidFill>
                <a:latin typeface="Poppins"/>
                <a:ea typeface="Poppins"/>
                <a:cs typeface="Poppins"/>
                <a:sym typeface="Poppins"/>
              </a:rPr>
              <a:t>night</a:t>
            </a:r>
            <a:r>
              <a:rPr lang="en-GB"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GB" sz="1100" b="0" i="0" u="none" strike="noStrike" cap="none">
                <a:solidFill>
                  <a:srgbClr val="53F41A"/>
                </a:solidFill>
                <a:latin typeface="Poppins"/>
                <a:ea typeface="Poppins"/>
                <a:cs typeface="Poppins"/>
                <a:sym typeface="Poppins"/>
              </a:rPr>
              <a:t>eigh</a:t>
            </a:r>
            <a:r>
              <a:rPr lang="en-GB" sz="1100" b="0" i="0" u="none" strike="noStrike" cap="none">
                <a:solidFill>
                  <a:srgbClr val="1A1A1A"/>
                </a:solidFill>
                <a:latin typeface="Poppins"/>
                <a:ea typeface="Poppins"/>
                <a:cs typeface="Poppins"/>
                <a:sym typeface="Poppins"/>
              </a:rPr>
              <a:t>' representing the </a:t>
            </a:r>
            <a:r>
              <a:rPr lang="en-GB" sz="1100" b="0" i="0" u="none" strike="noStrike" cap="none">
                <a:solidFill>
                  <a:srgbClr val="53F41A"/>
                </a:solidFill>
                <a:latin typeface="Poppins"/>
                <a:ea typeface="Poppins"/>
                <a:cs typeface="Poppins"/>
                <a:sym typeface="Poppins"/>
              </a:rPr>
              <a:t>/ɑi/ </a:t>
            </a:r>
            <a:r>
              <a:rPr lang="en-GB" sz="1100" b="0" i="0" u="none" strike="noStrike" cap="none">
                <a:solidFill>
                  <a:srgbClr val="1A1A1A"/>
                </a:solidFill>
                <a:latin typeface="Poppins"/>
                <a:ea typeface="Poppins"/>
                <a:cs typeface="Poppins"/>
                <a:sym typeface="Poppins"/>
              </a:rPr>
              <a:t>phoneme in </a:t>
            </a:r>
            <a:r>
              <a:rPr lang="en-GB" sz="1100" b="0" i="0" u="none" strike="noStrike" cap="none">
                <a:solidFill>
                  <a:srgbClr val="1A30E8"/>
                </a:solidFill>
                <a:latin typeface="Poppins"/>
                <a:ea typeface="Poppins"/>
                <a:cs typeface="Poppins"/>
                <a:sym typeface="Poppins"/>
              </a:rPr>
              <a:t>eight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1A30E8"/>
                </a:solidFill>
                <a:latin typeface="Poppins"/>
                <a:ea typeface="Poppins"/>
                <a:cs typeface="Poppins"/>
                <a:sym typeface="Poppins"/>
              </a:rPr>
              <a:t>weight</a:t>
            </a:r>
            <a:r>
              <a:rPr lang="en-GB"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Split Digraph - A split digraph has a letter that splits, i.e. comes between,</a:t>
            </a:r>
            <a:br>
              <a:rPr lang="en-GB" sz="1100" b="0" i="0" u="none" strike="noStrike" cap="none">
                <a:solidFill>
                  <a:srgbClr val="1A1A1A"/>
                </a:solidFill>
                <a:latin typeface="Poppins"/>
                <a:ea typeface="Poppins"/>
                <a:cs typeface="Poppins"/>
                <a:sym typeface="Poppins"/>
              </a:rPr>
            </a:br>
            <a:r>
              <a:rPr lang="en-GB" sz="1100" b="0" i="0" u="none" strike="noStrike" cap="none">
                <a:solidFill>
                  <a:srgbClr val="1A1A1A"/>
                </a:solidFill>
                <a:latin typeface="Poppins"/>
                <a:ea typeface="Poppins"/>
                <a:cs typeface="Poppins"/>
                <a:sym typeface="Poppins"/>
              </a:rPr>
              <a:t> the two letters in the digraph, as in the words </a:t>
            </a:r>
            <a:r>
              <a:rPr lang="en-GB" sz="1100" b="0" i="0" u="none" strike="noStrike" cap="none">
                <a:solidFill>
                  <a:srgbClr val="1A30E8"/>
                </a:solidFill>
                <a:latin typeface="Poppins"/>
                <a:ea typeface="Poppins"/>
                <a:cs typeface="Poppins"/>
                <a:sym typeface="Poppins"/>
              </a:rPr>
              <a:t>mɑke </a:t>
            </a:r>
            <a:r>
              <a:rPr lang="en-GB" sz="1100" b="0" i="0" u="none" strike="noStrike" cap="none">
                <a:solidFill>
                  <a:srgbClr val="1A1A1A"/>
                </a:solidFill>
                <a:latin typeface="Poppins"/>
                <a:ea typeface="Poppins"/>
                <a:cs typeface="Poppins"/>
                <a:sym typeface="Poppins"/>
              </a:rPr>
              <a:t>and </a:t>
            </a:r>
            <a:r>
              <a:rPr lang="en-GB" sz="1100" b="0" i="0" u="none" strike="noStrike" cap="none">
                <a:solidFill>
                  <a:srgbClr val="1A30E8"/>
                </a:solidFill>
                <a:latin typeface="Poppins"/>
                <a:ea typeface="Poppins"/>
                <a:cs typeface="Poppins"/>
                <a:sym typeface="Poppins"/>
              </a:rPr>
              <a:t>tɑke</a:t>
            </a:r>
            <a:r>
              <a:rPr lang="en-GB" sz="1100" b="0" i="0" u="none" strike="noStrike" cap="none">
                <a:solidFill>
                  <a:srgbClr val="1A1A1A"/>
                </a:solidFill>
                <a:latin typeface="Poppins"/>
                <a:ea typeface="Poppins"/>
                <a:cs typeface="Poppins"/>
                <a:sym typeface="Poppins"/>
              </a:rPr>
              <a:t>, where the 'k' separates the digraph '</a:t>
            </a:r>
            <a:r>
              <a:rPr lang="en-GB" sz="1100" b="0" i="0" u="none" strike="noStrike" cap="none">
                <a:solidFill>
                  <a:srgbClr val="53F41A"/>
                </a:solidFill>
                <a:latin typeface="Poppins"/>
                <a:ea typeface="Poppins"/>
                <a:cs typeface="Poppins"/>
                <a:sym typeface="Poppins"/>
              </a:rPr>
              <a:t>ɑ-e</a:t>
            </a:r>
            <a:r>
              <a:rPr lang="en-GB" sz="1100" b="0" i="0" u="none" strike="noStrike" cap="none">
                <a:solidFill>
                  <a:srgbClr val="1A1A1A"/>
                </a:solidFill>
                <a:latin typeface="Poppins"/>
                <a:ea typeface="Poppins"/>
                <a:cs typeface="Poppins"/>
                <a:sym typeface="Poppins"/>
              </a:rPr>
              <a:t>' which in both words represents the phoneme </a:t>
            </a:r>
            <a:r>
              <a:rPr lang="en-GB" sz="1100" b="0" i="0" u="none" strike="noStrike" cap="none">
                <a:solidFill>
                  <a:srgbClr val="53F41A"/>
                </a:solidFill>
                <a:latin typeface="Poppins"/>
                <a:ea typeface="Poppins"/>
                <a:cs typeface="Poppins"/>
                <a:sym typeface="Poppins"/>
              </a:rPr>
              <a:t>/ɑi/</a:t>
            </a:r>
            <a:r>
              <a:rPr lang="en-GB" sz="1100" b="0" i="0" u="none" strike="noStrike" cap="none">
                <a:solidFill>
                  <a:srgbClr val="1A1A1A"/>
                </a:solidFill>
                <a:latin typeface="Poppins"/>
                <a:ea typeface="Poppins"/>
                <a:cs typeface="Poppins"/>
                <a:sym typeface="Poppins"/>
              </a:rPr>
              <a:t>. There are six split digraphs in English spelling: 'ɑ-e', 'e-e', 'i-e', 'o-e', 'u-e', and 'y- e', as in </a:t>
            </a:r>
            <a:r>
              <a:rPr lang="en-GB" sz="1100" b="0" i="0" u="none" strike="noStrike" cap="none">
                <a:solidFill>
                  <a:srgbClr val="1A30E8"/>
                </a:solidFill>
                <a:latin typeface="Poppins"/>
                <a:ea typeface="Poppins"/>
                <a:cs typeface="Poppins"/>
                <a:sym typeface="Poppins"/>
              </a:rPr>
              <a:t>mɑke scene like bone cube type</a:t>
            </a:r>
            <a:r>
              <a:rPr lang="en-GB"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GB" sz="1100" b="0" i="0" u="none" strike="noStrike" cap="none">
                <a:solidFill>
                  <a:srgbClr val="1A30E8"/>
                </a:solidFill>
                <a:latin typeface="Poppins"/>
                <a:ea typeface="Poppins"/>
                <a:cs typeface="Poppins"/>
                <a:sym typeface="Poppins"/>
              </a:rPr>
              <a:t>ɑche blithe cologne scythe</a:t>
            </a:r>
            <a:r>
              <a:rPr lang="en-GB"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GB"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GB" sz="1100" b="0" i="0" u="none" strike="noStrike" cap="none">
                <a:solidFill>
                  <a:srgbClr val="1A30E8"/>
                </a:solidFill>
                <a:latin typeface="Poppins"/>
                <a:ea typeface="Poppins"/>
                <a:cs typeface="Poppins"/>
                <a:sym typeface="Poppins"/>
              </a:rPr>
              <a:t>ɑm </a:t>
            </a:r>
            <a:r>
              <a:rPr lang="en-GB" sz="1100" b="0" i="0" u="none" strike="noStrike" cap="none">
                <a:solidFill>
                  <a:srgbClr val="1A1A1A"/>
                </a:solidFill>
                <a:latin typeface="Poppins"/>
                <a:ea typeface="Poppins"/>
                <a:cs typeface="Poppins"/>
                <a:sym typeface="Poppins"/>
              </a:rPr>
              <a:t>(VC), </a:t>
            </a:r>
            <a:r>
              <a:rPr lang="en-GB" sz="1100" b="0" i="0" u="none" strike="noStrike" cap="none">
                <a:solidFill>
                  <a:srgbClr val="1A30E8"/>
                </a:solidFill>
                <a:latin typeface="Poppins"/>
                <a:ea typeface="Poppins"/>
                <a:cs typeface="Poppins"/>
                <a:sym typeface="Poppins"/>
              </a:rPr>
              <a:t>sɑt </a:t>
            </a:r>
            <a:r>
              <a:rPr lang="en-GB" sz="1100" b="0" i="0" u="none" strike="noStrike" cap="none">
                <a:solidFill>
                  <a:srgbClr val="1A1A1A"/>
                </a:solidFill>
                <a:latin typeface="Poppins"/>
                <a:ea typeface="Poppins"/>
                <a:cs typeface="Poppins"/>
                <a:sym typeface="Poppins"/>
              </a:rPr>
              <a:t>(CVC), </a:t>
            </a:r>
            <a:r>
              <a:rPr lang="en-GB" sz="1100" b="0" i="0" u="none" strike="noStrike" cap="none">
                <a:solidFill>
                  <a:srgbClr val="1A30E8"/>
                </a:solidFill>
                <a:latin typeface="Poppins"/>
                <a:ea typeface="Poppins"/>
                <a:cs typeface="Poppins"/>
                <a:sym typeface="Poppins"/>
              </a:rPr>
              <a:t>slɑm </a:t>
            </a:r>
            <a:r>
              <a:rPr lang="en-GB" sz="1100" b="0" i="0" u="none" strike="noStrike" cap="none">
                <a:solidFill>
                  <a:srgbClr val="1A1A1A"/>
                </a:solidFill>
                <a:latin typeface="Poppins"/>
                <a:ea typeface="Poppins"/>
                <a:cs typeface="Poppins"/>
                <a:sym typeface="Poppins"/>
              </a:rPr>
              <a:t>(CCVC) or </a:t>
            </a:r>
            <a:r>
              <a:rPr lang="en-GB" sz="1100" b="0" i="0" u="none" strike="noStrike" cap="none">
                <a:solidFill>
                  <a:srgbClr val="1A30E8"/>
                </a:solidFill>
                <a:latin typeface="Poppins"/>
                <a:ea typeface="Poppins"/>
                <a:cs typeface="Poppins"/>
                <a:sym typeface="Poppins"/>
              </a:rPr>
              <a:t>eɑch </a:t>
            </a:r>
            <a:r>
              <a:rPr lang="en-GB" sz="1100" b="0" i="0" u="none" strike="noStrike" cap="none">
                <a:solidFill>
                  <a:srgbClr val="1A1A1A"/>
                </a:solidFill>
                <a:latin typeface="Poppins"/>
                <a:ea typeface="Poppins"/>
                <a:cs typeface="Poppins"/>
                <a:sym typeface="Poppins"/>
              </a:rPr>
              <a:t>(VC), </a:t>
            </a:r>
            <a:r>
              <a:rPr lang="en-GB" sz="1100" b="0" i="0" u="none" strike="noStrike" cap="none">
                <a:solidFill>
                  <a:srgbClr val="1A30E8"/>
                </a:solidFill>
                <a:latin typeface="Poppins"/>
                <a:ea typeface="Poppins"/>
                <a:cs typeface="Poppins"/>
                <a:sym typeface="Poppins"/>
              </a:rPr>
              <a:t>beɑch </a:t>
            </a:r>
            <a:r>
              <a:rPr lang="en-GB" sz="1100" b="0" i="0" u="none" strike="noStrike" cap="none">
                <a:solidFill>
                  <a:srgbClr val="1A1A1A"/>
                </a:solidFill>
                <a:latin typeface="Poppins"/>
                <a:ea typeface="Poppins"/>
                <a:cs typeface="Poppins"/>
                <a:sym typeface="Poppins"/>
              </a:rPr>
              <a:t>(CVC), </a:t>
            </a:r>
            <a:r>
              <a:rPr lang="en-GB" sz="1100" b="0" i="0" u="none" strike="noStrike" cap="none">
                <a:solidFill>
                  <a:srgbClr val="1A30E8"/>
                </a:solidFill>
                <a:latin typeface="Poppins"/>
                <a:ea typeface="Poppins"/>
                <a:cs typeface="Poppins"/>
                <a:sym typeface="Poppins"/>
              </a:rPr>
              <a:t>bleɑch </a:t>
            </a:r>
            <a:r>
              <a:rPr lang="en-GB"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648"/>
        <p:cNvGrpSpPr/>
        <p:nvPr/>
      </p:nvGrpSpPr>
      <p:grpSpPr>
        <a:xfrm>
          <a:off x="0" y="0"/>
          <a:ext cx="0" cy="0"/>
          <a:chOff x="0" y="0"/>
          <a:chExt cx="0" cy="0"/>
        </a:xfrm>
      </p:grpSpPr>
      <p:sp>
        <p:nvSpPr>
          <p:cNvPr id="649" name="Google Shape;649;g31d164da225_0_2193"/>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650" name="Google Shape;650;g31d164da225_0_2193"/>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651" name="Google Shape;651;g31d164da225_0_2193"/>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g31d164da225_0_2193"/>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GB"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653" name="Google Shape;653;g31d164da225_0_2193"/>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655" name="Google Shape;655;g31d164da225_0_2193"/>
          <p:cNvGrpSpPr/>
          <p:nvPr/>
        </p:nvGrpSpPr>
        <p:grpSpPr>
          <a:xfrm>
            <a:off x="8199150" y="5983875"/>
            <a:ext cx="586800" cy="571500"/>
            <a:chOff x="7894350" y="6212475"/>
            <a:chExt cx="586800" cy="571500"/>
          </a:xfrm>
        </p:grpSpPr>
        <p:sp>
          <p:nvSpPr>
            <p:cNvPr id="656" name="Google Shape;656;g31d164da225_0_219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31d164da225_0_219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8" name="Google Shape;658;g31d164da225_0_219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9" name="Google Shape;659;g31d164da225_0_2193"/>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GB"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660" name="Google Shape;660;g31d164da225_0_2193"/>
          <p:cNvGrpSpPr/>
          <p:nvPr/>
        </p:nvGrpSpPr>
        <p:grpSpPr>
          <a:xfrm>
            <a:off x="-36800" y="-52000"/>
            <a:ext cx="9236100" cy="543600"/>
            <a:chOff x="-36800" y="-52000"/>
            <a:chExt cx="9236100" cy="543600"/>
          </a:xfrm>
        </p:grpSpPr>
        <p:sp>
          <p:nvSpPr>
            <p:cNvPr id="661" name="Google Shape;661;g31d164da225_0_2193"/>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62" name="Google Shape;662;g31d164da225_0_2193"/>
            <p:cNvGrpSpPr/>
            <p:nvPr/>
          </p:nvGrpSpPr>
          <p:grpSpPr>
            <a:xfrm>
              <a:off x="5905920" y="88100"/>
              <a:ext cx="1337400" cy="403500"/>
              <a:chOff x="565600" y="88250"/>
              <a:chExt cx="1337400" cy="403500"/>
            </a:xfrm>
          </p:grpSpPr>
          <p:sp>
            <p:nvSpPr>
              <p:cNvPr id="663" name="Google Shape;663;g31d164da225_0_2193"/>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64" name="Google Shape;664;g31d164da225_0_2193"/>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65" name="Google Shape;665;g31d164da225_0_2193"/>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66" name="Google Shape;666;g31d164da225_0_2193"/>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7" name="Google Shape;667;g31d164da225_0_2193"/>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8" name="Google Shape;668;g31d164da225_0_2193"/>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69" name="Google Shape;669;g31d164da225_0_2193"/>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31d164da225_0_2193"/>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71" name="Google Shape;671;g31d164da225_0_2193"/>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2" name="Google Shape;672;g31d164da225_0_2193"/>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673" name="Google Shape;673;g31d164da225_0_2193"/>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74" name="Google Shape;674;g31d164da225_0_2193"/>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5" name="Google Shape;675;g31d164da225_0_2193"/>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slide" Target="slide20.xml"/><Relationship Id="rId5" Type="http://schemas.openxmlformats.org/officeDocument/2006/relationships/image" Target="../media/image9.png"/><Relationship Id="rId10" Type="http://schemas.openxmlformats.org/officeDocument/2006/relationships/slide" Target="slide18.xml"/><Relationship Id="rId4" Type="http://schemas.openxmlformats.org/officeDocument/2006/relationships/image" Target="../media/image8.png"/><Relationship Id="rId9"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5.png"/><Relationship Id="rId21" Type="http://schemas.openxmlformats.org/officeDocument/2006/relationships/image" Target="../media/image52.png"/><Relationship Id="rId7" Type="http://schemas.openxmlformats.org/officeDocument/2006/relationships/image" Target="../media/image39.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7.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36.png"/><Relationship Id="rId9" Type="http://schemas.openxmlformats.org/officeDocument/2006/relationships/image" Target="../media/image7.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9" Type="http://schemas.openxmlformats.org/officeDocument/2006/relationships/image" Target="../media/image99.png"/><Relationship Id="rId21" Type="http://schemas.openxmlformats.org/officeDocument/2006/relationships/image" Target="../media/image81.png"/><Relationship Id="rId34" Type="http://schemas.openxmlformats.org/officeDocument/2006/relationships/image" Target="../media/image94.png"/><Relationship Id="rId42" Type="http://schemas.openxmlformats.org/officeDocument/2006/relationships/image" Target="../media/image102.png"/><Relationship Id="rId7" Type="http://schemas.openxmlformats.org/officeDocument/2006/relationships/image" Target="../media/image67.png"/><Relationship Id="rId2" Type="http://schemas.openxmlformats.org/officeDocument/2006/relationships/notesSlide" Target="../notesSlides/notesSlide5.xml"/><Relationship Id="rId16" Type="http://schemas.openxmlformats.org/officeDocument/2006/relationships/image" Target="../media/image76.png"/><Relationship Id="rId20" Type="http://schemas.openxmlformats.org/officeDocument/2006/relationships/image" Target="../media/image80.png"/><Relationship Id="rId29" Type="http://schemas.openxmlformats.org/officeDocument/2006/relationships/image" Target="../media/image89.png"/><Relationship Id="rId41"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32" Type="http://schemas.openxmlformats.org/officeDocument/2006/relationships/image" Target="../media/image92.png"/><Relationship Id="rId37" Type="http://schemas.openxmlformats.org/officeDocument/2006/relationships/image" Target="../media/image97.png"/><Relationship Id="rId40" Type="http://schemas.openxmlformats.org/officeDocument/2006/relationships/image" Target="../media/image100.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png"/><Relationship Id="rId10" Type="http://schemas.openxmlformats.org/officeDocument/2006/relationships/image" Target="../media/image70.png"/><Relationship Id="rId19" Type="http://schemas.openxmlformats.org/officeDocument/2006/relationships/image" Target="../media/image79.png"/><Relationship Id="rId31" Type="http://schemas.openxmlformats.org/officeDocument/2006/relationships/image" Target="../media/image91.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png"/><Relationship Id="rId35" Type="http://schemas.openxmlformats.org/officeDocument/2006/relationships/image" Target="../media/image95.png"/><Relationship Id="rId43" Type="http://schemas.openxmlformats.org/officeDocument/2006/relationships/image" Target="../media/image103.png"/><Relationship Id="rId8" Type="http://schemas.openxmlformats.org/officeDocument/2006/relationships/image" Target="../media/image68.png"/><Relationship Id="rId3" Type="http://schemas.openxmlformats.org/officeDocument/2006/relationships/image" Target="../media/image63.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png"/></Relationships>
</file>

<file path=ppt/slides/_rels/slide6.xml.rels><?xml version="1.0" encoding="UTF-8" standalone="yes"?>
<Relationships xmlns="http://schemas.openxmlformats.org/package/2006/relationships"><Relationship Id="rId13" Type="http://schemas.openxmlformats.org/officeDocument/2006/relationships/image" Target="../media/image114.png"/><Relationship Id="rId18" Type="http://schemas.openxmlformats.org/officeDocument/2006/relationships/image" Target="../media/image119.png"/><Relationship Id="rId26" Type="http://schemas.openxmlformats.org/officeDocument/2006/relationships/image" Target="../media/image127.png"/><Relationship Id="rId3" Type="http://schemas.openxmlformats.org/officeDocument/2006/relationships/image" Target="../media/image104.png"/><Relationship Id="rId21" Type="http://schemas.openxmlformats.org/officeDocument/2006/relationships/image" Target="../media/image122.png"/><Relationship Id="rId34" Type="http://schemas.openxmlformats.org/officeDocument/2006/relationships/image" Target="../media/image6.png"/><Relationship Id="rId7" Type="http://schemas.openxmlformats.org/officeDocument/2006/relationships/image" Target="../media/image108.png"/><Relationship Id="rId12" Type="http://schemas.openxmlformats.org/officeDocument/2006/relationships/image" Target="../media/image113.png"/><Relationship Id="rId17" Type="http://schemas.openxmlformats.org/officeDocument/2006/relationships/image" Target="../media/image118.png"/><Relationship Id="rId25" Type="http://schemas.openxmlformats.org/officeDocument/2006/relationships/image" Target="../media/image126.png"/><Relationship Id="rId33" Type="http://schemas.openxmlformats.org/officeDocument/2006/relationships/image" Target="../media/image134.png"/><Relationship Id="rId2" Type="http://schemas.openxmlformats.org/officeDocument/2006/relationships/notesSlide" Target="../notesSlides/notesSlide6.xml"/><Relationship Id="rId16" Type="http://schemas.openxmlformats.org/officeDocument/2006/relationships/image" Target="../media/image117.png"/><Relationship Id="rId20" Type="http://schemas.openxmlformats.org/officeDocument/2006/relationships/image" Target="../media/image121.png"/><Relationship Id="rId29" Type="http://schemas.openxmlformats.org/officeDocument/2006/relationships/image" Target="../media/image130.png"/><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12.png"/><Relationship Id="rId24" Type="http://schemas.openxmlformats.org/officeDocument/2006/relationships/image" Target="../media/image125.png"/><Relationship Id="rId32" Type="http://schemas.openxmlformats.org/officeDocument/2006/relationships/image" Target="../media/image133.png"/><Relationship Id="rId5" Type="http://schemas.openxmlformats.org/officeDocument/2006/relationships/image" Target="../media/image106.png"/><Relationship Id="rId15" Type="http://schemas.openxmlformats.org/officeDocument/2006/relationships/image" Target="../media/image116.png"/><Relationship Id="rId23" Type="http://schemas.openxmlformats.org/officeDocument/2006/relationships/image" Target="../media/image124.png"/><Relationship Id="rId28" Type="http://schemas.openxmlformats.org/officeDocument/2006/relationships/image" Target="../media/image129.png"/><Relationship Id="rId10" Type="http://schemas.openxmlformats.org/officeDocument/2006/relationships/image" Target="../media/image111.png"/><Relationship Id="rId19" Type="http://schemas.openxmlformats.org/officeDocument/2006/relationships/image" Target="../media/image120.png"/><Relationship Id="rId31" Type="http://schemas.openxmlformats.org/officeDocument/2006/relationships/image" Target="../media/image132.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 Id="rId22" Type="http://schemas.openxmlformats.org/officeDocument/2006/relationships/image" Target="../media/image123.png"/><Relationship Id="rId27" Type="http://schemas.openxmlformats.org/officeDocument/2006/relationships/image" Target="../media/image128.png"/><Relationship Id="rId30" Type="http://schemas.openxmlformats.org/officeDocument/2006/relationships/image" Target="../media/image131.png"/><Relationship Id="rId35" Type="http://schemas.openxmlformats.org/officeDocument/2006/relationships/image" Target="../media/image5.png"/><Relationship Id="rId8" Type="http://schemas.openxmlformats.org/officeDocument/2006/relationships/image" Target="../media/image109.png"/></Relationships>
</file>

<file path=ppt/slides/_rels/slide7.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notesSlide" Target="../notesSlides/notesSlide7.xml"/><Relationship Id="rId16" Type="http://schemas.openxmlformats.org/officeDocument/2006/relationships/image" Target="../media/image148.png"/><Relationship Id="rId1" Type="http://schemas.openxmlformats.org/officeDocument/2006/relationships/slideLayout" Target="../slideLayouts/slideLayout3.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5" Type="http://schemas.openxmlformats.org/officeDocument/2006/relationships/image" Target="../media/image14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s>
</file>

<file path=ppt/slides/_rels/slide8.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18" Type="http://schemas.openxmlformats.org/officeDocument/2006/relationships/image" Target="../media/image163.png"/><Relationship Id="rId26" Type="http://schemas.openxmlformats.org/officeDocument/2006/relationships/image" Target="../media/image171.png"/><Relationship Id="rId3" Type="http://schemas.openxmlformats.org/officeDocument/2006/relationships/image" Target="../media/image149.png"/><Relationship Id="rId21" Type="http://schemas.openxmlformats.org/officeDocument/2006/relationships/image" Target="../media/image166.png"/><Relationship Id="rId7" Type="http://schemas.openxmlformats.org/officeDocument/2006/relationships/image" Target="../media/image9.png"/><Relationship Id="rId12" Type="http://schemas.openxmlformats.org/officeDocument/2006/relationships/image" Target="../media/image157.png"/><Relationship Id="rId17" Type="http://schemas.openxmlformats.org/officeDocument/2006/relationships/image" Target="../media/image162.png"/><Relationship Id="rId25" Type="http://schemas.openxmlformats.org/officeDocument/2006/relationships/image" Target="../media/image170.png"/><Relationship Id="rId2" Type="http://schemas.openxmlformats.org/officeDocument/2006/relationships/notesSlide" Target="../notesSlides/notesSlide8.xml"/><Relationship Id="rId16" Type="http://schemas.openxmlformats.org/officeDocument/2006/relationships/image" Target="../media/image161.png"/><Relationship Id="rId20" Type="http://schemas.openxmlformats.org/officeDocument/2006/relationships/image" Target="../media/image165.png"/><Relationship Id="rId29" Type="http://schemas.openxmlformats.org/officeDocument/2006/relationships/image" Target="../media/image174.png"/><Relationship Id="rId1" Type="http://schemas.openxmlformats.org/officeDocument/2006/relationships/slideLayout" Target="../slideLayouts/slideLayout3.xml"/><Relationship Id="rId6" Type="http://schemas.openxmlformats.org/officeDocument/2006/relationships/image" Target="../media/image152.png"/><Relationship Id="rId11" Type="http://schemas.openxmlformats.org/officeDocument/2006/relationships/image" Target="../media/image156.png"/><Relationship Id="rId24" Type="http://schemas.openxmlformats.org/officeDocument/2006/relationships/image" Target="../media/image169.png"/><Relationship Id="rId5" Type="http://schemas.openxmlformats.org/officeDocument/2006/relationships/image" Target="../media/image151.png"/><Relationship Id="rId15" Type="http://schemas.openxmlformats.org/officeDocument/2006/relationships/image" Target="../media/image160.png"/><Relationship Id="rId23" Type="http://schemas.openxmlformats.org/officeDocument/2006/relationships/image" Target="../media/image168.png"/><Relationship Id="rId28" Type="http://schemas.openxmlformats.org/officeDocument/2006/relationships/image" Target="../media/image173.png"/><Relationship Id="rId10" Type="http://schemas.openxmlformats.org/officeDocument/2006/relationships/image" Target="../media/image155.png"/><Relationship Id="rId19" Type="http://schemas.openxmlformats.org/officeDocument/2006/relationships/image" Target="../media/image164.png"/><Relationship Id="rId4" Type="http://schemas.openxmlformats.org/officeDocument/2006/relationships/image" Target="../media/image150.png"/><Relationship Id="rId9" Type="http://schemas.openxmlformats.org/officeDocument/2006/relationships/image" Target="../media/image154.png"/><Relationship Id="rId14" Type="http://schemas.openxmlformats.org/officeDocument/2006/relationships/image" Target="../media/image159.png"/><Relationship Id="rId22" Type="http://schemas.openxmlformats.org/officeDocument/2006/relationships/image" Target="../media/image167.png"/><Relationship Id="rId27" Type="http://schemas.openxmlformats.org/officeDocument/2006/relationships/image" Target="../media/image172.png"/><Relationship Id="rId30" Type="http://schemas.openxmlformats.org/officeDocument/2006/relationships/image" Target="../media/image175.png"/></Relationships>
</file>

<file path=ppt/slides/_rels/slide9.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3" Type="http://schemas.openxmlformats.org/officeDocument/2006/relationships/image" Target="../media/image176.png"/><Relationship Id="rId7" Type="http://schemas.openxmlformats.org/officeDocument/2006/relationships/image" Target="../media/image180.png"/><Relationship Id="rId12" Type="http://schemas.openxmlformats.org/officeDocument/2006/relationships/image" Target="../media/image18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9.png"/><Relationship Id="rId11" Type="http://schemas.openxmlformats.org/officeDocument/2006/relationships/image" Target="../media/image184.png"/><Relationship Id="rId5" Type="http://schemas.openxmlformats.org/officeDocument/2006/relationships/image" Target="../media/image178.png"/><Relationship Id="rId15" Type="http://schemas.openxmlformats.org/officeDocument/2006/relationships/image" Target="../media/image188.png"/><Relationship Id="rId10" Type="http://schemas.openxmlformats.org/officeDocument/2006/relationships/image" Target="../media/image183.png"/><Relationship Id="rId4" Type="http://schemas.openxmlformats.org/officeDocument/2006/relationships/image" Target="../media/image177.png"/><Relationship Id="rId9" Type="http://schemas.openxmlformats.org/officeDocument/2006/relationships/image" Target="../media/image182.png"/><Relationship Id="rId14" Type="http://schemas.openxmlformats.org/officeDocument/2006/relationships/image" Target="../media/image187.png"/></Relationships>
</file>

<file path=ppt/slides/_rels/slide10.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9.png"/><Relationship Id="rId3" Type="http://schemas.openxmlformats.org/officeDocument/2006/relationships/image" Target="../media/image189.png"/><Relationship Id="rId7" Type="http://schemas.openxmlformats.org/officeDocument/2006/relationships/image" Target="../media/image193.png"/><Relationship Id="rId12" Type="http://schemas.openxmlformats.org/officeDocument/2006/relationships/image" Target="../media/image198.png"/><Relationship Id="rId17" Type="http://schemas.openxmlformats.org/officeDocument/2006/relationships/image" Target="../media/image203.png"/><Relationship Id="rId2" Type="http://schemas.openxmlformats.org/officeDocument/2006/relationships/notesSlide" Target="../notesSlides/notesSlide10.xml"/><Relationship Id="rId16" Type="http://schemas.openxmlformats.org/officeDocument/2006/relationships/image" Target="../media/image202.png"/><Relationship Id="rId1" Type="http://schemas.openxmlformats.org/officeDocument/2006/relationships/slideLayout" Target="../slideLayouts/slideLayout3.xml"/><Relationship Id="rId6" Type="http://schemas.openxmlformats.org/officeDocument/2006/relationships/image" Target="../media/image192.png"/><Relationship Id="rId11" Type="http://schemas.openxmlformats.org/officeDocument/2006/relationships/image" Target="../media/image197.png"/><Relationship Id="rId5" Type="http://schemas.openxmlformats.org/officeDocument/2006/relationships/image" Target="../media/image191.png"/><Relationship Id="rId15" Type="http://schemas.openxmlformats.org/officeDocument/2006/relationships/image" Target="../media/image201.png"/><Relationship Id="rId10" Type="http://schemas.openxmlformats.org/officeDocument/2006/relationships/image" Target="../media/image196.png"/><Relationship Id="rId4" Type="http://schemas.openxmlformats.org/officeDocument/2006/relationships/image" Target="../media/image190.png"/><Relationship Id="rId9" Type="http://schemas.openxmlformats.org/officeDocument/2006/relationships/image" Target="../media/image195.png"/><Relationship Id="rId14" Type="http://schemas.openxmlformats.org/officeDocument/2006/relationships/image" Target="../media/image200.png"/></Relationships>
</file>

<file path=ppt/slides/_rels/slide11.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14.png"/><Relationship Id="rId18" Type="http://schemas.openxmlformats.org/officeDocument/2006/relationships/image" Target="../media/image219.png"/><Relationship Id="rId26" Type="http://schemas.openxmlformats.org/officeDocument/2006/relationships/image" Target="../media/image227.png"/><Relationship Id="rId3" Type="http://schemas.openxmlformats.org/officeDocument/2006/relationships/image" Target="../media/image204.png"/><Relationship Id="rId21" Type="http://schemas.openxmlformats.org/officeDocument/2006/relationships/image" Target="../media/image222.png"/><Relationship Id="rId7" Type="http://schemas.openxmlformats.org/officeDocument/2006/relationships/image" Target="../media/image208.png"/><Relationship Id="rId12" Type="http://schemas.openxmlformats.org/officeDocument/2006/relationships/image" Target="../media/image213.png"/><Relationship Id="rId17" Type="http://schemas.openxmlformats.org/officeDocument/2006/relationships/image" Target="../media/image218.png"/><Relationship Id="rId25" Type="http://schemas.openxmlformats.org/officeDocument/2006/relationships/image" Target="../media/image226.png"/><Relationship Id="rId2" Type="http://schemas.openxmlformats.org/officeDocument/2006/relationships/notesSlide" Target="../notesSlides/notesSlide11.xml"/><Relationship Id="rId16" Type="http://schemas.openxmlformats.org/officeDocument/2006/relationships/image" Target="../media/image217.png"/><Relationship Id="rId20" Type="http://schemas.openxmlformats.org/officeDocument/2006/relationships/image" Target="../media/image221.png"/><Relationship Id="rId1" Type="http://schemas.openxmlformats.org/officeDocument/2006/relationships/slideLayout" Target="../slideLayouts/slideLayout3.xml"/><Relationship Id="rId6" Type="http://schemas.openxmlformats.org/officeDocument/2006/relationships/image" Target="../media/image207.png"/><Relationship Id="rId11" Type="http://schemas.openxmlformats.org/officeDocument/2006/relationships/image" Target="../media/image212.png"/><Relationship Id="rId24" Type="http://schemas.openxmlformats.org/officeDocument/2006/relationships/image" Target="../media/image225.png"/><Relationship Id="rId5" Type="http://schemas.openxmlformats.org/officeDocument/2006/relationships/image" Target="../media/image206.png"/><Relationship Id="rId15" Type="http://schemas.openxmlformats.org/officeDocument/2006/relationships/image" Target="../media/image216.png"/><Relationship Id="rId23" Type="http://schemas.openxmlformats.org/officeDocument/2006/relationships/image" Target="../media/image224.png"/><Relationship Id="rId10" Type="http://schemas.openxmlformats.org/officeDocument/2006/relationships/image" Target="../media/image211.png"/><Relationship Id="rId19" Type="http://schemas.openxmlformats.org/officeDocument/2006/relationships/image" Target="../media/image220.png"/><Relationship Id="rId4" Type="http://schemas.openxmlformats.org/officeDocument/2006/relationships/image" Target="../media/image205.png"/><Relationship Id="rId9" Type="http://schemas.openxmlformats.org/officeDocument/2006/relationships/image" Target="../media/image210.png"/><Relationship Id="rId14" Type="http://schemas.openxmlformats.org/officeDocument/2006/relationships/image" Target="../media/image215.png"/><Relationship Id="rId22" Type="http://schemas.openxmlformats.org/officeDocument/2006/relationships/image" Target="../media/image223.png"/></Relationships>
</file>

<file path=ppt/slides/_rels/slide12.xml.rels><?xml version="1.0" encoding="UTF-8" standalone="yes"?>
<Relationships xmlns="http://schemas.openxmlformats.org/package/2006/relationships"><Relationship Id="rId8" Type="http://schemas.openxmlformats.org/officeDocument/2006/relationships/image" Target="../media/image233.png"/><Relationship Id="rId13" Type="http://schemas.openxmlformats.org/officeDocument/2006/relationships/image" Target="../media/image238.png"/><Relationship Id="rId3" Type="http://schemas.openxmlformats.org/officeDocument/2006/relationships/image" Target="../media/image228.png"/><Relationship Id="rId7" Type="http://schemas.openxmlformats.org/officeDocument/2006/relationships/image" Target="../media/image232.png"/><Relationship Id="rId12" Type="http://schemas.openxmlformats.org/officeDocument/2006/relationships/image" Target="../media/image237.png"/><Relationship Id="rId2" Type="http://schemas.openxmlformats.org/officeDocument/2006/relationships/notesSlide" Target="../notesSlides/notesSlide12.xml"/><Relationship Id="rId16" Type="http://schemas.openxmlformats.org/officeDocument/2006/relationships/image" Target="../media/image241.png"/><Relationship Id="rId1" Type="http://schemas.openxmlformats.org/officeDocument/2006/relationships/slideLayout" Target="../slideLayouts/slideLayout3.xml"/><Relationship Id="rId6" Type="http://schemas.openxmlformats.org/officeDocument/2006/relationships/image" Target="../media/image231.png"/><Relationship Id="rId11" Type="http://schemas.openxmlformats.org/officeDocument/2006/relationships/image" Target="../media/image236.png"/><Relationship Id="rId5" Type="http://schemas.openxmlformats.org/officeDocument/2006/relationships/image" Target="../media/image230.png"/><Relationship Id="rId15" Type="http://schemas.openxmlformats.org/officeDocument/2006/relationships/image" Target="../media/image240.png"/><Relationship Id="rId10" Type="http://schemas.openxmlformats.org/officeDocument/2006/relationships/image" Target="../media/image235.png"/><Relationship Id="rId4" Type="http://schemas.openxmlformats.org/officeDocument/2006/relationships/image" Target="../media/image229.png"/><Relationship Id="rId9" Type="http://schemas.openxmlformats.org/officeDocument/2006/relationships/image" Target="../media/image234.png"/><Relationship Id="rId14" Type="http://schemas.openxmlformats.org/officeDocument/2006/relationships/image" Target="../media/image23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44.png"/><Relationship Id="rId4" Type="http://schemas.openxmlformats.org/officeDocument/2006/relationships/image" Target="../media/image243.png"/></Relationships>
</file>

<file path=ppt/slides/_rels/slide16.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46.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47.png"/></Relationships>
</file>

<file path=ppt/slides/_rels/slide18.xml.rels><?xml version="1.0" encoding="UTF-8" standalone="yes"?>
<Relationships xmlns="http://schemas.openxmlformats.org/package/2006/relationships"><Relationship Id="rId3" Type="http://schemas.openxmlformats.org/officeDocument/2006/relationships/image" Target="../media/image24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239.png"/><Relationship Id="rId3" Type="http://schemas.openxmlformats.org/officeDocument/2006/relationships/image" Target="../media/image9.png"/><Relationship Id="rId7" Type="http://schemas.openxmlformats.org/officeDocument/2006/relationships/image" Target="../media/image238.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37.png"/><Relationship Id="rId5" Type="http://schemas.openxmlformats.org/officeDocument/2006/relationships/image" Target="../media/image236.png"/><Relationship Id="rId10" Type="http://schemas.openxmlformats.org/officeDocument/2006/relationships/image" Target="../media/image241.png"/><Relationship Id="rId4" Type="http://schemas.openxmlformats.org/officeDocument/2006/relationships/image" Target="../media/image235.png"/><Relationship Id="rId9" Type="http://schemas.openxmlformats.org/officeDocument/2006/relationships/image" Target="../media/image240.png"/></Relationships>
</file>

<file path=ppt/slides/_rels/slide21.xml.rels><?xml version="1.0" encoding="UTF-8" standalone="yes"?>
<Relationships xmlns="http://schemas.openxmlformats.org/package/2006/relationships"><Relationship Id="rId8" Type="http://schemas.openxmlformats.org/officeDocument/2006/relationships/image" Target="../media/image254.png"/><Relationship Id="rId3" Type="http://schemas.openxmlformats.org/officeDocument/2006/relationships/image" Target="../media/image249.png"/><Relationship Id="rId7" Type="http://schemas.openxmlformats.org/officeDocument/2006/relationships/image" Target="../media/image253.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52.png"/><Relationship Id="rId5" Type="http://schemas.openxmlformats.org/officeDocument/2006/relationships/image" Target="../media/image251.png"/><Relationship Id="rId10" Type="http://schemas.openxmlformats.org/officeDocument/2006/relationships/image" Target="../media/image256.png"/><Relationship Id="rId4" Type="http://schemas.openxmlformats.org/officeDocument/2006/relationships/image" Target="../media/image250.png"/><Relationship Id="rId9" Type="http://schemas.openxmlformats.org/officeDocument/2006/relationships/image" Target="../media/image255.png"/></Relationships>
</file>

<file path=ppt/slides/_rels/slide22.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notesSlide" Target="../notesSlides/notesSlide24.xml"/><Relationship Id="rId1" Type="http://schemas.openxmlformats.org/officeDocument/2006/relationships/slideLayout" Target="../slideLayouts/slideLayout22.xml"/><Relationship Id="rId4" Type="http://schemas.openxmlformats.org/officeDocument/2006/relationships/image" Target="../media/image2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1"/>
          <p:cNvSpPr txBox="1">
            <a:spLocks noGrp="1"/>
          </p:cNvSpPr>
          <p:nvPr>
            <p:ph type="subTitle" idx="1"/>
          </p:nvPr>
        </p:nvSpPr>
        <p:spPr>
          <a:xfrm>
            <a:off x="884099" y="2716650"/>
            <a:ext cx="36255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GB" sz="3000"/>
              <a:t>Review Sound Family /ar/</a:t>
            </a:r>
            <a:endParaRPr sz="3000"/>
          </a:p>
        </p:txBody>
      </p:sp>
      <p:sp>
        <p:nvSpPr>
          <p:cNvPr id="681" name="Google Shape;681;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GB"/>
              <a:t>Lesson 69 &amp; 70</a:t>
            </a:r>
            <a:endParaRPr/>
          </a:p>
        </p:txBody>
      </p:sp>
      <p:grpSp>
        <p:nvGrpSpPr>
          <p:cNvPr id="682" name="Google Shape;682;p1"/>
          <p:cNvGrpSpPr/>
          <p:nvPr/>
        </p:nvGrpSpPr>
        <p:grpSpPr>
          <a:xfrm>
            <a:off x="4970009" y="3831826"/>
            <a:ext cx="3588499" cy="1946584"/>
            <a:chOff x="4970009" y="3831826"/>
            <a:chExt cx="3588499" cy="1946584"/>
          </a:xfrm>
        </p:grpSpPr>
        <p:sp>
          <p:nvSpPr>
            <p:cNvPr id="683" name="Google Shape;683;p1"/>
            <p:cNvSpPr/>
            <p:nvPr/>
          </p:nvSpPr>
          <p:spPr>
            <a:xfrm>
              <a:off x="6347592"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4" name="Google Shape;684;p1"/>
            <p:cNvSpPr/>
            <p:nvPr/>
          </p:nvSpPr>
          <p:spPr>
            <a:xfrm>
              <a:off x="6668626"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5" name="Google Shape;685;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6" name="Google Shape;686;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7" name="Google Shape;687;p1"/>
            <p:cNvPicPr preferRelativeResize="0"/>
            <p:nvPr/>
          </p:nvPicPr>
          <p:blipFill rotWithShape="1">
            <a:blip r:embed="rId3">
              <a:alphaModFix/>
            </a:blip>
            <a:srcRect l="79" r="69"/>
            <a:stretch/>
          </p:blipFill>
          <p:spPr>
            <a:xfrm rot="540305">
              <a:off x="7224100" y="3984578"/>
              <a:ext cx="1208040" cy="1709827"/>
            </a:xfrm>
            <a:prstGeom prst="rect">
              <a:avLst/>
            </a:prstGeom>
            <a:noFill/>
            <a:ln>
              <a:noFill/>
            </a:ln>
            <a:effectLst>
              <a:outerShdw blurRad="71438" dist="38100" dir="5220000" algn="bl" rotWithShape="0">
                <a:srgbClr val="000000">
                  <a:alpha val="20000"/>
                </a:srgbClr>
              </a:outerShdw>
            </a:effectLst>
          </p:spPr>
        </p:pic>
        <p:pic>
          <p:nvPicPr>
            <p:cNvPr id="688" name="Google Shape;688;p1"/>
            <p:cNvPicPr preferRelativeResize="0"/>
            <p:nvPr/>
          </p:nvPicPr>
          <p:blipFill rotWithShape="1">
            <a:blip r:embed="rId4">
              <a:alphaModFix/>
            </a:blip>
            <a:srcRect l="19" r="1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89" name="Google Shape;689;p1"/>
            <p:cNvPicPr preferRelativeResize="0"/>
            <p:nvPr/>
          </p:nvPicPr>
          <p:blipFill rotWithShape="1">
            <a:blip r:embed="rId5">
              <a:alphaModFix/>
            </a:blip>
            <a:srcRect l="79" r="7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grpSp>
      <p:graphicFrame>
        <p:nvGraphicFramePr>
          <p:cNvPr id="690" name="Google Shape;690;p1"/>
          <p:cNvGraphicFramePr/>
          <p:nvPr/>
        </p:nvGraphicFramePr>
        <p:xfrm>
          <a:off x="4844200" y="1646527"/>
          <a:ext cx="3784875" cy="2032200"/>
        </p:xfrm>
        <a:graphic>
          <a:graphicData uri="http://schemas.openxmlformats.org/drawingml/2006/table">
            <a:tbl>
              <a:tblPr firstRow="1" bandRow="1">
                <a:noFill/>
                <a:tableStyleId>{498D8AC1-05B8-41E1-ADAD-62645638720D}</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a:t>
                      </a:r>
                      <a:r>
                        <a:rPr lang="en-GB" sz="1350" u="none" strike="noStrike" cap="none">
                          <a:latin typeface="Poppins"/>
                          <a:ea typeface="Poppins"/>
                          <a:cs typeface="Poppins"/>
                          <a:sym typeface="Poppins"/>
                        </a:rPr>
                        <a:t>a</a:t>
                      </a:r>
                      <a:r>
                        <a:rPr lang="en-GB"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/o</a:t>
                      </a:r>
                      <a:r>
                        <a:rPr lang="en-GB" sz="1350" u="none" strike="noStrike" cap="none">
                          <a:latin typeface="Poppins"/>
                          <a:ea typeface="Poppins"/>
                          <a:cs typeface="Poppins"/>
                          <a:sym typeface="Poppins"/>
                        </a:rPr>
                        <a:t>a</a:t>
                      </a:r>
                      <a:r>
                        <a:rPr lang="en-GB"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GB"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GB" sz="1600">
                          <a:solidFill>
                            <a:srgbClr val="FFFFFF"/>
                          </a:solidFill>
                          <a:latin typeface="Jost"/>
                          <a:ea typeface="Jost"/>
                          <a:cs typeface="Jost"/>
                          <a:sym typeface="Jost"/>
                        </a:rPr>
                        <a:t>/</a:t>
                      </a:r>
                      <a:r>
                        <a:rPr lang="en-GB" sz="1350">
                          <a:solidFill>
                            <a:srgbClr val="FFFFFF"/>
                          </a:solidFill>
                          <a:latin typeface="Poppins"/>
                          <a:ea typeface="Poppins"/>
                          <a:cs typeface="Poppins"/>
                          <a:sym typeface="Poppins"/>
                        </a:rPr>
                        <a:t>a</a:t>
                      </a:r>
                      <a:r>
                        <a:rPr lang="en-GB" sz="1600">
                          <a:solidFill>
                            <a:srgbClr val="FFFFFF"/>
                          </a:solidFill>
                          <a:latin typeface="Jost"/>
                          <a:ea typeface="Jost"/>
                          <a:cs typeface="Jost"/>
                          <a:sym typeface="Jost"/>
                        </a:rPr>
                        <a:t>r/</a:t>
                      </a:r>
                      <a:endParaRPr sz="1600">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GB"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GB"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GB" sz="1600">
                          <a:solidFill>
                            <a:srgbClr val="D9D9D9"/>
                          </a:solidFill>
                          <a:latin typeface="Jost"/>
                          <a:ea typeface="Jost"/>
                          <a:cs typeface="Jost"/>
                          <a:sym typeface="Jost"/>
                        </a:rPr>
                        <a:t>/</a:t>
                      </a:r>
                      <a:r>
                        <a:rPr lang="en-GB" sz="1350">
                          <a:solidFill>
                            <a:srgbClr val="D9D9D9"/>
                          </a:solidFill>
                          <a:latin typeface="Poppins"/>
                          <a:ea typeface="Poppins"/>
                          <a:cs typeface="Poppins"/>
                          <a:sym typeface="Poppins"/>
                        </a:rPr>
                        <a:t>a</a:t>
                      </a:r>
                      <a:r>
                        <a:rPr lang="en-GB"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GB" sz="1600">
                          <a:solidFill>
                            <a:srgbClr val="D9D9D9"/>
                          </a:solidFill>
                          <a:latin typeface="Jost"/>
                          <a:ea typeface="Jost"/>
                          <a:cs typeface="Jost"/>
                          <a:sym typeface="Jost"/>
                        </a:rPr>
                        <a:t>/e</a:t>
                      </a:r>
                      <a:r>
                        <a:rPr lang="en-GB" sz="1350">
                          <a:solidFill>
                            <a:srgbClr val="D9D9D9"/>
                          </a:solidFill>
                          <a:latin typeface="Poppins"/>
                          <a:ea typeface="Poppins"/>
                          <a:cs typeface="Poppins"/>
                          <a:sym typeface="Poppins"/>
                        </a:rPr>
                        <a:t>a</a:t>
                      </a:r>
                      <a:r>
                        <a:rPr lang="en-GB"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g2bee4f4af4b_0_204"/>
          <p:cNvSpPr txBox="1">
            <a:spLocks noGrp="1"/>
          </p:cNvSpPr>
          <p:nvPr>
            <p:ph type="body" idx="1"/>
          </p:nvPr>
        </p:nvSpPr>
        <p:spPr>
          <a:xfrm>
            <a:off x="3298550" y="1032250"/>
            <a:ext cx="4850100" cy="8244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GB"/>
              <a:t>Learn and practise </a:t>
            </a:r>
            <a:r>
              <a:rPr lang="en-GB">
                <a:solidFill>
                  <a:srgbClr val="8DC63F"/>
                </a:solidFill>
              </a:rPr>
              <a:t>/ar/ </a:t>
            </a:r>
            <a:r>
              <a:rPr lang="en-GB"/>
              <a:t>sound family spelling pattern, including homophones and Common Exception Words.</a:t>
            </a:r>
            <a:endParaRPr/>
          </a:p>
        </p:txBody>
      </p:sp>
      <p:sp>
        <p:nvSpPr>
          <p:cNvPr id="697" name="Google Shape;697;g2bee4f4af4b_0_204"/>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GB"/>
              <a:t>Recall all GPCs learned so far using flashcards.</a:t>
            </a:r>
            <a:endParaRPr/>
          </a:p>
        </p:txBody>
      </p:sp>
      <p:sp>
        <p:nvSpPr>
          <p:cNvPr id="698" name="Google Shape;69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GB"/>
              <a:t> </a:t>
            </a:r>
            <a:endParaRPr/>
          </a:p>
        </p:txBody>
      </p:sp>
      <p:sp>
        <p:nvSpPr>
          <p:cNvPr id="699" name="Google Shape;699;g2bee4f4af4b_0_204"/>
          <p:cNvSpPr txBox="1"/>
          <p:nvPr/>
        </p:nvSpPr>
        <p:spPr>
          <a:xfrm>
            <a:off x="2306383"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2099083" y="5104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1" name="Google Shape;701;g2bee4f4af4b_0_204"/>
          <p:cNvPicPr preferRelativeResize="0"/>
          <p:nvPr/>
        </p:nvPicPr>
        <p:blipFill rotWithShape="1">
          <a:blip r:embed="rId3">
            <a:alphaModFix/>
          </a:blip>
          <a:srcRect l="79" r="79"/>
          <a:stretch/>
        </p:blipFill>
        <p:spPr>
          <a:xfrm>
            <a:off x="2319758" y="3949460"/>
            <a:ext cx="786850" cy="1113689"/>
          </a:xfrm>
          <a:prstGeom prst="rect">
            <a:avLst/>
          </a:prstGeom>
          <a:noFill/>
          <a:ln>
            <a:noFill/>
          </a:ln>
          <a:effectLst>
            <a:outerShdw blurRad="71438" dist="19050" dir="5220000" algn="bl" rotWithShape="0">
              <a:srgbClr val="D8D8D8"/>
            </a:outerShdw>
          </a:effectLst>
        </p:spPr>
      </p:pic>
      <p:sp>
        <p:nvSpPr>
          <p:cNvPr id="702" name="Google Shape;702;g2bee4f4af4b_0_204"/>
          <p:cNvSpPr txBox="1"/>
          <p:nvPr/>
        </p:nvSpPr>
        <p:spPr>
          <a:xfrm>
            <a:off x="346303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3255736" y="5104129"/>
            <a:ext cx="1228200" cy="3693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GB" sz="900">
                <a:solidFill>
                  <a:srgbClr val="757070"/>
                </a:solidFill>
                <a:latin typeface="Poppins Medium"/>
                <a:ea typeface="Poppins Medium"/>
                <a:cs typeface="Poppins Medium"/>
                <a:sym typeface="Poppins Medium"/>
              </a:rPr>
              <a:t>Phoneme Frame Cards</a:t>
            </a:r>
            <a:endParaRPr sz="900">
              <a:solidFill>
                <a:srgbClr val="75707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4">
            <a:alphaModFix/>
          </a:blip>
          <a:srcRect l="159" r="149"/>
          <a:stretch/>
        </p:blipFill>
        <p:spPr>
          <a:xfrm>
            <a:off x="3463036" y="4017588"/>
            <a:ext cx="813600" cy="977433"/>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583814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5547726" y="5104125"/>
            <a:ext cx="1394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5">
            <a:alphaModFix/>
          </a:blip>
          <a:srcRect/>
          <a:stretch/>
        </p:blipFill>
        <p:spPr>
          <a:xfrm>
            <a:off x="5778959" y="4173704"/>
            <a:ext cx="931974" cy="665200"/>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4650591"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4535991" y="5104129"/>
            <a:ext cx="10428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757070"/>
                </a:solidFill>
                <a:latin typeface="Poppins Medium"/>
                <a:ea typeface="Poppins Medium"/>
                <a:cs typeface="Poppins Medium"/>
                <a:sym typeface="Poppins Medium"/>
              </a:rPr>
              <a:t>Alien Words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6">
            <a:alphaModFix/>
          </a:blip>
          <a:srcRect t="89" b="99"/>
          <a:stretch/>
        </p:blipFill>
        <p:spPr>
          <a:xfrm>
            <a:off x="4750129" y="4079853"/>
            <a:ext cx="614525" cy="852902"/>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1034404"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GB"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827104" y="5104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GB" sz="900" b="0" i="0" u="none" strike="noStrike" cap="none">
                <a:solidFill>
                  <a:srgbClr val="757070"/>
                </a:solidFill>
                <a:latin typeface="Poppins Medium"/>
                <a:ea typeface="Poppins Medium"/>
                <a:cs typeface="Poppins Medium"/>
                <a:sym typeface="Poppins Medium"/>
              </a:rPr>
              <a:t>Homophone</a:t>
            </a:r>
            <a:r>
              <a:rPr lang="en-GB" sz="900">
                <a:solidFill>
                  <a:srgbClr val="757070"/>
                </a:solidFill>
                <a:latin typeface="Poppins Medium"/>
                <a:ea typeface="Poppins Medium"/>
                <a:cs typeface="Poppins Medium"/>
                <a:sym typeface="Poppins Medium"/>
              </a:rPr>
              <a:t>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a:blip r:embed="rId7">
            <a:alphaModFix/>
          </a:blip>
          <a:stretch>
            <a:fillRect/>
          </a:stretch>
        </p:blipFill>
        <p:spPr>
          <a:xfrm>
            <a:off x="827100" y="4199726"/>
            <a:ext cx="1228199" cy="614099"/>
          </a:xfrm>
          <a:prstGeom prst="rect">
            <a:avLst/>
          </a:prstGeom>
          <a:noFill/>
          <a:ln>
            <a:noFill/>
          </a:ln>
          <a:effectLst>
            <a:outerShdw blurRad="71438" dist="19050" dir="5220000" algn="bl" rotWithShape="0">
              <a:srgbClr val="D8D8D8"/>
            </a:outerShdw>
          </a:effectLst>
        </p:spPr>
      </p:pic>
      <p:sp>
        <p:nvSpPr>
          <p:cNvPr id="714" name="Google Shape;714;g2bee4f4af4b_0_204">
            <a:hlinkClick r:id="rId8" action="ppaction://hlinksldjump"/>
          </p:cNvPr>
          <p:cNvSpPr/>
          <p:nvPr/>
        </p:nvSpPr>
        <p:spPr>
          <a:xfrm>
            <a:off x="2249841" y="362131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9" action="ppaction://hlinksldjump"/>
          </p:cNvPr>
          <p:cNvSpPr/>
          <p:nvPr/>
        </p:nvSpPr>
        <p:spPr>
          <a:xfrm>
            <a:off x="3298178" y="361564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0" action="ppaction://hlinksldjump"/>
          </p:cNvPr>
          <p:cNvSpPr/>
          <p:nvPr/>
        </p:nvSpPr>
        <p:spPr>
          <a:xfrm>
            <a:off x="4632065" y="352642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1" action="ppaction://hlinksldjump"/>
          </p:cNvPr>
          <p:cNvSpPr/>
          <p:nvPr/>
        </p:nvSpPr>
        <p:spPr>
          <a:xfrm>
            <a:off x="5674865" y="36052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 action="ppaction://noaction"/>
          </p:cNvPr>
          <p:cNvSpPr/>
          <p:nvPr/>
        </p:nvSpPr>
        <p:spPr>
          <a:xfrm>
            <a:off x="990384" y="3526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t>Recall all GPCs learned so far using flashcards.</a:t>
            </a:r>
            <a:endParaRPr/>
          </a:p>
        </p:txBody>
      </p:sp>
      <p:grpSp>
        <p:nvGrpSpPr>
          <p:cNvPr id="725" name="Google Shape;725;g26b641b03cd_0_165"/>
          <p:cNvGrpSpPr/>
          <p:nvPr/>
        </p:nvGrpSpPr>
        <p:grpSpPr>
          <a:xfrm>
            <a:off x="930400" y="2053244"/>
            <a:ext cx="7283200" cy="3724851"/>
            <a:chOff x="930400" y="2129444"/>
            <a:chExt cx="7283200" cy="3724851"/>
          </a:xfrm>
        </p:grpSpPr>
        <p:pic>
          <p:nvPicPr>
            <p:cNvPr id="726" name="Google Shape;72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509"/>
                </a:srgbClr>
              </a:outerShdw>
            </a:effectLst>
          </p:spPr>
        </p:pic>
        <p:pic>
          <p:nvPicPr>
            <p:cNvPr id="727" name="Google Shape;727;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509"/>
                </a:srgbClr>
              </a:outerShdw>
            </a:effectLst>
          </p:spPr>
        </p:pic>
        <p:pic>
          <p:nvPicPr>
            <p:cNvPr id="728" name="Google Shape;728;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509"/>
                </a:srgbClr>
              </a:outerShdw>
            </a:effectLst>
          </p:spPr>
        </p:pic>
        <p:pic>
          <p:nvPicPr>
            <p:cNvPr id="729" name="Google Shape;729;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509"/>
                </a:srgbClr>
              </a:outerShdw>
            </a:effectLst>
          </p:spPr>
        </p:pic>
        <p:pic>
          <p:nvPicPr>
            <p:cNvPr id="730" name="Google Shape;73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509"/>
                </a:srgbClr>
              </a:outerShdw>
            </a:effectLst>
          </p:spPr>
        </p:pic>
        <p:pic>
          <p:nvPicPr>
            <p:cNvPr id="731" name="Google Shape;73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509"/>
                </a:srgbClr>
              </a:outerShdw>
            </a:effectLst>
          </p:spPr>
        </p:pic>
        <p:pic>
          <p:nvPicPr>
            <p:cNvPr id="732" name="Google Shape;73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509"/>
                </a:srgbClr>
              </a:outerShdw>
            </a:effectLst>
          </p:spPr>
        </p:pic>
        <p:pic>
          <p:nvPicPr>
            <p:cNvPr id="733" name="Google Shape;733;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509"/>
                </a:srgbClr>
              </a:outerShdw>
            </a:effectLst>
          </p:spPr>
        </p:pic>
        <p:pic>
          <p:nvPicPr>
            <p:cNvPr id="734" name="Google Shape;73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509"/>
                </a:srgbClr>
              </a:outerShdw>
            </a:effectLst>
          </p:spPr>
        </p:pic>
        <p:pic>
          <p:nvPicPr>
            <p:cNvPr id="735" name="Google Shape;735;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509"/>
                </a:srgbClr>
              </a:outerShdw>
            </a:effectLst>
          </p:spPr>
        </p:pic>
        <p:pic>
          <p:nvPicPr>
            <p:cNvPr id="736" name="Google Shape;736;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509"/>
                </a:srgbClr>
              </a:outerShdw>
            </a:effectLst>
          </p:spPr>
        </p:pic>
        <p:pic>
          <p:nvPicPr>
            <p:cNvPr id="737" name="Google Shape;737;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509"/>
                </a:srgbClr>
              </a:outerShdw>
            </a:effectLst>
          </p:spPr>
        </p:pic>
        <p:pic>
          <p:nvPicPr>
            <p:cNvPr id="738" name="Google Shape;73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509"/>
                </a:srgbClr>
              </a:outerShdw>
            </a:effectLst>
          </p:spPr>
        </p:pic>
        <p:pic>
          <p:nvPicPr>
            <p:cNvPr id="739" name="Google Shape;73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509"/>
                </a:srgbClr>
              </a:outerShdw>
            </a:effectLst>
          </p:spPr>
        </p:pic>
        <p:pic>
          <p:nvPicPr>
            <p:cNvPr id="740" name="Google Shape;74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509"/>
                </a:srgbClr>
              </a:outerShdw>
            </a:effectLst>
          </p:spPr>
        </p:pic>
        <p:pic>
          <p:nvPicPr>
            <p:cNvPr id="741" name="Google Shape;741;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509"/>
                </a:srgbClr>
              </a:outerShdw>
            </a:effectLst>
          </p:spPr>
        </p:pic>
        <p:pic>
          <p:nvPicPr>
            <p:cNvPr id="742" name="Google Shape;74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509"/>
                </a:srgbClr>
              </a:outerShdw>
            </a:effectLst>
          </p:spPr>
        </p:pic>
        <p:pic>
          <p:nvPicPr>
            <p:cNvPr id="743" name="Google Shape;743;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509"/>
                </a:srgbClr>
              </a:outerShdw>
            </a:effectLst>
          </p:spPr>
        </p:pic>
        <p:pic>
          <p:nvPicPr>
            <p:cNvPr id="744" name="Google Shape;744;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509"/>
                </a:srgbClr>
              </a:outerShdw>
            </a:effectLst>
          </p:spPr>
        </p:pic>
        <p:pic>
          <p:nvPicPr>
            <p:cNvPr id="745" name="Google Shape;745;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509"/>
                </a:srgbClr>
              </a:outerShdw>
            </a:effectLst>
          </p:spPr>
        </p:pic>
        <p:pic>
          <p:nvPicPr>
            <p:cNvPr id="746" name="Google Shape;74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509"/>
                </a:srgbClr>
              </a:outerShdw>
            </a:effectLst>
          </p:spPr>
        </p:pic>
        <p:pic>
          <p:nvPicPr>
            <p:cNvPr id="747" name="Google Shape;74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509"/>
                </a:srgbClr>
              </a:outerShdw>
            </a:effectLst>
          </p:spPr>
        </p:pic>
        <p:pic>
          <p:nvPicPr>
            <p:cNvPr id="748" name="Google Shape;748;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509"/>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solidFill>
                  <a:schemeClr val="dk1"/>
                </a:solidFill>
              </a:rPr>
              <a:t>Recall all GPCs learned so far using flashcards.</a:t>
            </a:r>
            <a:endParaRPr/>
          </a:p>
        </p:txBody>
      </p:sp>
      <p:grpSp>
        <p:nvGrpSpPr>
          <p:cNvPr id="755" name="Google Shape;755;g26b7edf6e71_0_26"/>
          <p:cNvGrpSpPr/>
          <p:nvPr/>
        </p:nvGrpSpPr>
        <p:grpSpPr>
          <a:xfrm>
            <a:off x="930400" y="2053250"/>
            <a:ext cx="7283201" cy="2971674"/>
            <a:chOff x="930400" y="2129450"/>
            <a:chExt cx="7283201" cy="2971674"/>
          </a:xfrm>
        </p:grpSpPr>
        <p:pic>
          <p:nvPicPr>
            <p:cNvPr id="756" name="Google Shape;75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509"/>
                </a:srgbClr>
              </a:outerShdw>
            </a:effectLst>
          </p:spPr>
        </p:pic>
        <p:pic>
          <p:nvPicPr>
            <p:cNvPr id="757" name="Google Shape;757;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294"/>
                </a:srgbClr>
              </a:outerShdw>
            </a:effectLst>
          </p:spPr>
        </p:pic>
        <p:pic>
          <p:nvPicPr>
            <p:cNvPr id="758" name="Google Shape;75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294"/>
                </a:srgbClr>
              </a:outerShdw>
            </a:effectLst>
          </p:spPr>
        </p:pic>
        <p:pic>
          <p:nvPicPr>
            <p:cNvPr id="759" name="Google Shape;75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294"/>
                </a:srgbClr>
              </a:outerShdw>
            </a:effectLst>
          </p:spPr>
        </p:pic>
        <p:pic>
          <p:nvPicPr>
            <p:cNvPr id="760" name="Google Shape;760;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294"/>
                </a:srgbClr>
              </a:outerShdw>
            </a:effectLst>
          </p:spPr>
        </p:pic>
        <p:pic>
          <p:nvPicPr>
            <p:cNvPr id="761" name="Google Shape;76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294"/>
                </a:srgbClr>
              </a:outerShdw>
            </a:effectLst>
          </p:spPr>
        </p:pic>
        <p:pic>
          <p:nvPicPr>
            <p:cNvPr id="762" name="Google Shape;76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294"/>
                </a:srgbClr>
              </a:outerShdw>
            </a:effectLst>
          </p:spPr>
        </p:pic>
        <p:pic>
          <p:nvPicPr>
            <p:cNvPr id="763" name="Google Shape;763;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294"/>
                </a:srgbClr>
              </a:outerShdw>
            </a:effectLst>
          </p:spPr>
        </p:pic>
        <p:pic>
          <p:nvPicPr>
            <p:cNvPr id="764" name="Google Shape;76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294"/>
                </a:srgbClr>
              </a:outerShdw>
            </a:effectLst>
          </p:spPr>
        </p:pic>
        <p:pic>
          <p:nvPicPr>
            <p:cNvPr id="765" name="Google Shape;765;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5686"/>
                </a:srgbClr>
              </a:outerShdw>
            </a:effectLst>
          </p:spPr>
        </p:pic>
        <p:pic>
          <p:nvPicPr>
            <p:cNvPr id="766" name="Google Shape;76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294"/>
                </a:srgbClr>
              </a:outerShdw>
            </a:effectLst>
          </p:spPr>
        </p:pic>
        <p:pic>
          <p:nvPicPr>
            <p:cNvPr id="767" name="Google Shape;76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294"/>
                </a:srgbClr>
              </a:outerShdw>
            </a:effectLst>
          </p:spPr>
        </p:pic>
        <p:pic>
          <p:nvPicPr>
            <p:cNvPr id="768" name="Google Shape;768;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294"/>
                </a:srgbClr>
              </a:outerShdw>
            </a:effectLst>
          </p:spPr>
        </p:pic>
        <p:pic>
          <p:nvPicPr>
            <p:cNvPr id="769" name="Google Shape;76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294"/>
                </a:srgbClr>
              </a:outerShdw>
            </a:effectLst>
          </p:spPr>
        </p:pic>
        <p:pic>
          <p:nvPicPr>
            <p:cNvPr id="770" name="Google Shape;770;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294"/>
                </a:srgbClr>
              </a:outerShdw>
            </a:effectLst>
          </p:spPr>
        </p:pic>
        <p:pic>
          <p:nvPicPr>
            <p:cNvPr id="771" name="Google Shape;77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294"/>
                </a:srgbClr>
              </a:outerShdw>
            </a:effectLst>
          </p:spPr>
        </p:pic>
        <p:pic>
          <p:nvPicPr>
            <p:cNvPr id="772" name="Google Shape;77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509"/>
                </a:srgbClr>
              </a:outerShdw>
            </a:effectLst>
          </p:spPr>
        </p:pic>
        <p:pic>
          <p:nvPicPr>
            <p:cNvPr id="773" name="Google Shape;77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509"/>
                </a:srgbClr>
              </a:outerShdw>
            </a:effectLst>
          </p:spPr>
        </p:pic>
        <p:pic>
          <p:nvPicPr>
            <p:cNvPr id="774" name="Google Shape;77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509"/>
                </a:srgbClr>
              </a:outerShdw>
            </a:effectLst>
          </p:spPr>
        </p:pic>
        <p:pic>
          <p:nvPicPr>
            <p:cNvPr id="775" name="Google Shape;775;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509"/>
                </a:srgbClr>
              </a:outerShdw>
            </a:effectLst>
          </p:spPr>
        </p:pic>
        <p:pic>
          <p:nvPicPr>
            <p:cNvPr id="776" name="Google Shape;776;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509"/>
                </a:srgbClr>
              </a:outerShdw>
            </a:effectLst>
          </p:spPr>
        </p:pic>
        <p:pic>
          <p:nvPicPr>
            <p:cNvPr id="777" name="Google Shape;77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509"/>
                </a:srgbClr>
              </a:outerShdw>
            </a:effectLst>
          </p:spPr>
        </p:pic>
        <p:pic>
          <p:nvPicPr>
            <p:cNvPr id="778" name="Google Shape;77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509"/>
                </a:srgbClr>
              </a:outerShdw>
            </a:effectLst>
          </p:spPr>
        </p:pic>
        <p:pic>
          <p:nvPicPr>
            <p:cNvPr id="779" name="Google Shape;77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509"/>
                </a:srgbClr>
              </a:outerShdw>
            </a:effectLst>
          </p:spPr>
        </p:pic>
        <p:pic>
          <p:nvPicPr>
            <p:cNvPr id="780" name="Google Shape;78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509"/>
                </a:srgbClr>
              </a:outerShdw>
            </a:effectLst>
          </p:spPr>
        </p:pic>
        <p:pic>
          <p:nvPicPr>
            <p:cNvPr id="781" name="Google Shape;78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509"/>
                </a:srgbClr>
              </a:outerShdw>
            </a:effectLst>
          </p:spPr>
        </p:pic>
        <p:pic>
          <p:nvPicPr>
            <p:cNvPr id="782" name="Google Shape;782;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509"/>
                </a:srgbClr>
              </a:outerShdw>
            </a:effectLst>
          </p:spPr>
        </p:pic>
        <p:pic>
          <p:nvPicPr>
            <p:cNvPr id="783" name="Google Shape;783;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509"/>
                </a:srgbClr>
              </a:outerShdw>
            </a:effectLst>
          </p:spPr>
        </p:pic>
        <p:pic>
          <p:nvPicPr>
            <p:cNvPr id="784" name="Google Shape;78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509"/>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solidFill>
                  <a:schemeClr val="dk1"/>
                </a:solidFill>
              </a:rPr>
              <a:t>Recall all GPCs learned so far using flashcards.</a:t>
            </a:r>
            <a:endParaRPr/>
          </a:p>
        </p:txBody>
      </p:sp>
      <p:grpSp>
        <p:nvGrpSpPr>
          <p:cNvPr id="791" name="Google Shape;791;g2c298da1f27_0_417"/>
          <p:cNvGrpSpPr/>
          <p:nvPr/>
        </p:nvGrpSpPr>
        <p:grpSpPr>
          <a:xfrm>
            <a:off x="930400" y="2053250"/>
            <a:ext cx="7283201" cy="2971674"/>
            <a:chOff x="930400" y="2053250"/>
            <a:chExt cx="7283201" cy="2971674"/>
          </a:xfrm>
        </p:grpSpPr>
        <p:pic>
          <p:nvPicPr>
            <p:cNvPr id="792" name="Google Shape;79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117"/>
                </a:srgbClr>
              </a:outerShdw>
            </a:effectLst>
          </p:spPr>
        </p:pic>
        <p:pic>
          <p:nvPicPr>
            <p:cNvPr id="793" name="Google Shape;793;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509"/>
                </a:srgbClr>
              </a:outerShdw>
            </a:effectLst>
          </p:spPr>
        </p:pic>
        <p:pic>
          <p:nvPicPr>
            <p:cNvPr id="794" name="Google Shape;794;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509"/>
                </a:srgbClr>
              </a:outerShdw>
            </a:effectLst>
          </p:spPr>
        </p:pic>
        <p:pic>
          <p:nvPicPr>
            <p:cNvPr id="795" name="Google Shape;79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509"/>
                </a:srgbClr>
              </a:outerShdw>
            </a:effectLst>
          </p:spPr>
        </p:pic>
        <p:pic>
          <p:nvPicPr>
            <p:cNvPr id="796" name="Google Shape;79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117"/>
                </a:srgbClr>
              </a:outerShdw>
            </a:effectLst>
          </p:spPr>
        </p:pic>
        <p:pic>
          <p:nvPicPr>
            <p:cNvPr id="797" name="Google Shape;797;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117"/>
                </a:srgbClr>
              </a:outerShdw>
            </a:effectLst>
          </p:spPr>
        </p:pic>
        <p:pic>
          <p:nvPicPr>
            <p:cNvPr id="798" name="Google Shape;798;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117"/>
                </a:srgbClr>
              </a:outerShdw>
            </a:effectLst>
          </p:spPr>
        </p:pic>
        <p:pic>
          <p:nvPicPr>
            <p:cNvPr id="799" name="Google Shape;799;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117"/>
                </a:srgbClr>
              </a:outerShdw>
            </a:effectLst>
          </p:spPr>
        </p:pic>
        <p:pic>
          <p:nvPicPr>
            <p:cNvPr id="800" name="Google Shape;80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117"/>
                </a:srgbClr>
              </a:outerShdw>
            </a:effectLst>
          </p:spPr>
        </p:pic>
        <p:pic>
          <p:nvPicPr>
            <p:cNvPr id="801" name="Google Shape;80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117"/>
                </a:srgbClr>
              </a:outerShdw>
            </a:effectLst>
          </p:spPr>
        </p:pic>
        <p:pic>
          <p:nvPicPr>
            <p:cNvPr id="802" name="Google Shape;80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117"/>
                </a:srgbClr>
              </a:outerShdw>
            </a:effectLst>
          </p:spPr>
        </p:pic>
        <p:pic>
          <p:nvPicPr>
            <p:cNvPr id="803" name="Google Shape;803;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117"/>
                </a:srgbClr>
              </a:outerShdw>
            </a:effectLst>
          </p:spPr>
        </p:pic>
        <p:pic>
          <p:nvPicPr>
            <p:cNvPr id="804" name="Google Shape;80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117"/>
                </a:srgbClr>
              </a:outerShdw>
            </a:effectLst>
          </p:spPr>
        </p:pic>
        <p:pic>
          <p:nvPicPr>
            <p:cNvPr id="805" name="Google Shape;805;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117"/>
                </a:srgbClr>
              </a:outerShdw>
            </a:effectLst>
          </p:spPr>
        </p:pic>
        <p:pic>
          <p:nvPicPr>
            <p:cNvPr id="806" name="Google Shape;806;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117"/>
                </a:srgbClr>
              </a:outerShdw>
            </a:effectLst>
          </p:spPr>
        </p:pic>
        <p:pic>
          <p:nvPicPr>
            <p:cNvPr id="807" name="Google Shape;807;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117"/>
                </a:srgbClr>
              </a:outerShdw>
            </a:effectLst>
          </p:spPr>
        </p:pic>
        <p:pic>
          <p:nvPicPr>
            <p:cNvPr id="808" name="Google Shape;80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117"/>
                </a:srgbClr>
              </a:outerShdw>
            </a:effectLst>
          </p:spPr>
        </p:pic>
        <p:pic>
          <p:nvPicPr>
            <p:cNvPr id="809" name="Google Shape;809;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117"/>
                </a:srgbClr>
              </a:outerShdw>
            </a:effectLst>
          </p:spPr>
        </p:pic>
        <p:pic>
          <p:nvPicPr>
            <p:cNvPr id="810" name="Google Shape;81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117"/>
                </a:srgbClr>
              </a:outerShdw>
            </a:effectLst>
          </p:spPr>
        </p:pic>
        <p:pic>
          <p:nvPicPr>
            <p:cNvPr id="811" name="Google Shape;811;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117"/>
                </a:srgbClr>
              </a:outerShdw>
            </a:effectLst>
          </p:spPr>
        </p:pic>
        <p:pic>
          <p:nvPicPr>
            <p:cNvPr id="812" name="Google Shape;81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117"/>
                </a:srgbClr>
              </a:outerShdw>
            </a:effectLst>
          </p:spPr>
        </p:pic>
        <p:pic>
          <p:nvPicPr>
            <p:cNvPr id="813" name="Google Shape;813;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117"/>
                </a:srgbClr>
              </a:outerShdw>
            </a:effectLst>
          </p:spPr>
        </p:pic>
        <p:pic>
          <p:nvPicPr>
            <p:cNvPr id="814" name="Google Shape;814;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117"/>
                </a:srgbClr>
              </a:outerShdw>
            </a:effectLst>
          </p:spPr>
        </p:pic>
        <p:pic>
          <p:nvPicPr>
            <p:cNvPr id="815" name="Google Shape;815;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816" name="Google Shape;81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817" name="Google Shape;81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117"/>
                </a:srgbClr>
              </a:outerShdw>
            </a:effectLst>
          </p:spPr>
        </p:pic>
        <p:pic>
          <p:nvPicPr>
            <p:cNvPr id="818" name="Google Shape;818;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819" name="Google Shape;819;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820" name="Google Shape;82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821" name="Google Shape;821;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117"/>
                </a:srgbClr>
              </a:outerShdw>
            </a:effectLst>
          </p:spPr>
        </p:pic>
        <p:pic>
          <p:nvPicPr>
            <p:cNvPr id="822" name="Google Shape;822;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117"/>
                </a:srgbClr>
              </a:outerShdw>
            </a:effectLst>
          </p:spPr>
        </p:pic>
        <p:pic>
          <p:nvPicPr>
            <p:cNvPr id="823" name="Google Shape;82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824" name="Google Shape;824;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825" name="Google Shape;825;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826" name="Google Shape;826;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827" name="Google Shape;82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828" name="Google Shape;82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829" name="Google Shape;82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830" name="Google Shape;830;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831" name="Google Shape;83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832" name="Google Shape;832;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GB">
                <a:solidFill>
                  <a:schemeClr val="dk1"/>
                </a:solidFill>
              </a:rPr>
              <a:t>Recall all GPCs learned so far using flashcards.</a:t>
            </a:r>
            <a:endParaRPr/>
          </a:p>
        </p:txBody>
      </p:sp>
      <p:pic>
        <p:nvPicPr>
          <p:cNvPr id="839" name="Google Shape;839;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117"/>
              </a:srgbClr>
            </a:outerShdw>
          </a:effectLst>
        </p:spPr>
      </p:pic>
      <p:pic>
        <p:nvPicPr>
          <p:cNvPr id="840" name="Google Shape;840;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117"/>
              </a:srgbClr>
            </a:outerShdw>
          </a:effectLst>
        </p:spPr>
      </p:pic>
      <p:pic>
        <p:nvPicPr>
          <p:cNvPr id="841" name="Google Shape;841;g2cdbdd49f8e_0_0"/>
          <p:cNvPicPr preferRelativeResize="0"/>
          <p:nvPr/>
        </p:nvPicPr>
        <p:blipFill rotWithShape="1">
          <a:blip r:embed="rId5">
            <a:alphaModFix/>
          </a:blip>
          <a:srcRect l="19" r="28"/>
          <a:stretch/>
        </p:blipFill>
        <p:spPr>
          <a:xfrm>
            <a:off x="5137051" y="2901638"/>
            <a:ext cx="545045" cy="771492"/>
          </a:xfrm>
          <a:prstGeom prst="rect">
            <a:avLst/>
          </a:prstGeom>
          <a:noFill/>
          <a:ln>
            <a:noFill/>
          </a:ln>
          <a:effectLst>
            <a:outerShdw blurRad="71438" dist="28575" dir="5400000" algn="bl" rotWithShape="0">
              <a:srgbClr val="000000">
                <a:alpha val="14117"/>
              </a:srgbClr>
            </a:outerShdw>
          </a:effectLst>
        </p:spPr>
      </p:pic>
      <p:pic>
        <p:nvPicPr>
          <p:cNvPr id="842" name="Google Shape;842;g2cdbdd49f8e_0_0"/>
          <p:cNvPicPr preferRelativeResize="0"/>
          <p:nvPr/>
        </p:nvPicPr>
        <p:blipFill rotWithShape="1">
          <a:blip r:embed="rId6">
            <a:alphaModFix/>
          </a:blip>
          <a:srcRect l="19" r="28"/>
          <a:stretch/>
        </p:blipFill>
        <p:spPr>
          <a:xfrm>
            <a:off x="5748645" y="2901638"/>
            <a:ext cx="545045" cy="771492"/>
          </a:xfrm>
          <a:prstGeom prst="rect">
            <a:avLst/>
          </a:prstGeom>
          <a:noFill/>
          <a:ln>
            <a:noFill/>
          </a:ln>
          <a:effectLst>
            <a:outerShdw blurRad="71438" dist="28575" dir="5400000" algn="bl" rotWithShape="0">
              <a:srgbClr val="000000">
                <a:alpha val="14117"/>
              </a:srgbClr>
            </a:outerShdw>
          </a:effectLst>
        </p:spPr>
      </p:pic>
      <p:pic>
        <p:nvPicPr>
          <p:cNvPr id="843" name="Google Shape;843;g2cdbdd49f8e_0_0"/>
          <p:cNvPicPr preferRelativeResize="0"/>
          <p:nvPr/>
        </p:nvPicPr>
        <p:blipFill rotWithShape="1">
          <a:blip r:embed="rId7">
            <a:alphaModFix/>
          </a:blip>
          <a:srcRect l="19" r="28"/>
          <a:stretch/>
        </p:blipFill>
        <p:spPr>
          <a:xfrm>
            <a:off x="6360241" y="2901638"/>
            <a:ext cx="545045" cy="771492"/>
          </a:xfrm>
          <a:prstGeom prst="rect">
            <a:avLst/>
          </a:prstGeom>
          <a:noFill/>
          <a:ln>
            <a:noFill/>
          </a:ln>
          <a:effectLst>
            <a:outerShdw blurRad="71438" dist="28575" dir="5400000" algn="bl" rotWithShape="0">
              <a:srgbClr val="000000">
                <a:alpha val="14117"/>
              </a:srgbClr>
            </a:outerShdw>
          </a:effectLst>
        </p:spPr>
      </p:pic>
      <p:pic>
        <p:nvPicPr>
          <p:cNvPr id="844" name="Google Shape;844;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117"/>
              </a:srgbClr>
            </a:outerShdw>
          </a:effectLst>
        </p:spPr>
      </p:pic>
      <p:pic>
        <p:nvPicPr>
          <p:cNvPr id="845" name="Google Shape;845;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117"/>
              </a:srgbClr>
            </a:outerShdw>
          </a:effectLst>
        </p:spPr>
      </p:pic>
      <p:pic>
        <p:nvPicPr>
          <p:cNvPr id="846" name="Google Shape;846;g2cdbdd49f8e_0_0"/>
          <p:cNvPicPr preferRelativeResize="0"/>
          <p:nvPr/>
        </p:nvPicPr>
        <p:blipFill rotWithShape="1">
          <a:blip r:embed="rId10">
            <a:alphaModFix/>
          </a:blip>
          <a:srcRect l="19" r="28"/>
          <a:stretch/>
        </p:blipFill>
        <p:spPr>
          <a:xfrm>
            <a:off x="856170" y="3750043"/>
            <a:ext cx="545045" cy="771492"/>
          </a:xfrm>
          <a:prstGeom prst="rect">
            <a:avLst/>
          </a:prstGeom>
          <a:noFill/>
          <a:ln>
            <a:noFill/>
          </a:ln>
          <a:effectLst>
            <a:outerShdw blurRad="71438" dist="28575" dir="5400000" algn="bl" rotWithShape="0">
              <a:srgbClr val="000000">
                <a:alpha val="14117"/>
              </a:srgbClr>
            </a:outerShdw>
          </a:effectLst>
        </p:spPr>
      </p:pic>
      <p:pic>
        <p:nvPicPr>
          <p:cNvPr id="847" name="Google Shape;847;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117"/>
              </a:srgbClr>
            </a:outerShdw>
          </a:effectLst>
        </p:spPr>
      </p:pic>
      <p:pic>
        <p:nvPicPr>
          <p:cNvPr id="848" name="Google Shape;848;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117"/>
              </a:srgbClr>
            </a:outerShdw>
          </a:effectLst>
        </p:spPr>
      </p:pic>
      <p:pic>
        <p:nvPicPr>
          <p:cNvPr id="849" name="Google Shape;849;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117"/>
              </a:srgbClr>
            </a:outerShdw>
          </a:effectLst>
        </p:spPr>
      </p:pic>
      <p:pic>
        <p:nvPicPr>
          <p:cNvPr id="850" name="Google Shape;850;g2cdbdd49f8e_0_0"/>
          <p:cNvPicPr preferRelativeResize="0"/>
          <p:nvPr/>
        </p:nvPicPr>
        <p:blipFill rotWithShape="1">
          <a:blip r:embed="rId14">
            <a:alphaModFix/>
          </a:blip>
          <a:srcRect l="19" r="28"/>
          <a:stretch/>
        </p:blipFill>
        <p:spPr>
          <a:xfrm>
            <a:off x="3302538" y="3750028"/>
            <a:ext cx="545045" cy="771492"/>
          </a:xfrm>
          <a:prstGeom prst="rect">
            <a:avLst/>
          </a:prstGeom>
          <a:noFill/>
          <a:ln>
            <a:noFill/>
          </a:ln>
          <a:effectLst>
            <a:outerShdw blurRad="71438" dist="28575" dir="5400000" algn="bl" rotWithShape="0">
              <a:srgbClr val="000000">
                <a:alpha val="14117"/>
              </a:srgbClr>
            </a:outerShdw>
          </a:effectLst>
        </p:spPr>
      </p:pic>
      <p:pic>
        <p:nvPicPr>
          <p:cNvPr id="851" name="Google Shape;851;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117"/>
              </a:srgbClr>
            </a:outerShdw>
          </a:effectLst>
        </p:spPr>
      </p:pic>
      <p:pic>
        <p:nvPicPr>
          <p:cNvPr id="852" name="Google Shape;852;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117"/>
              </a:srgbClr>
            </a:outerShdw>
          </a:effectLst>
        </p:spPr>
      </p:pic>
      <p:pic>
        <p:nvPicPr>
          <p:cNvPr id="853" name="Google Shape;853;g2cdbdd49f8e_0_0"/>
          <p:cNvPicPr preferRelativeResize="0"/>
          <p:nvPr/>
        </p:nvPicPr>
        <p:blipFill rotWithShape="1">
          <a:blip r:embed="rId17">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117"/>
              </a:srgbClr>
            </a:outerShdw>
          </a:effectLst>
        </p:spPr>
      </p:pic>
      <p:pic>
        <p:nvPicPr>
          <p:cNvPr id="854" name="Google Shape;854;g2cdbdd49f8e_0_0"/>
          <p:cNvPicPr preferRelativeResize="0"/>
          <p:nvPr/>
        </p:nvPicPr>
        <p:blipFill rotWithShape="1">
          <a:blip r:embed="rId18">
            <a:alphaModFix/>
          </a:blip>
          <a:srcRect/>
          <a:stretch/>
        </p:blipFill>
        <p:spPr>
          <a:xfrm>
            <a:off x="2690687" y="2901638"/>
            <a:ext cx="545045" cy="771487"/>
          </a:xfrm>
          <a:prstGeom prst="rect">
            <a:avLst/>
          </a:prstGeom>
          <a:noFill/>
          <a:ln>
            <a:noFill/>
          </a:ln>
          <a:effectLst>
            <a:outerShdw blurRad="71438" dist="28575" dir="5400000" algn="bl" rotWithShape="0">
              <a:srgbClr val="000000">
                <a:alpha val="14509"/>
              </a:srgbClr>
            </a:outerShdw>
          </a:effectLst>
        </p:spPr>
      </p:pic>
      <p:pic>
        <p:nvPicPr>
          <p:cNvPr id="855" name="Google Shape;855;g2cdbdd49f8e_0_0"/>
          <p:cNvPicPr preferRelativeResize="0"/>
          <p:nvPr/>
        </p:nvPicPr>
        <p:blipFill rotWithShape="1">
          <a:blip r:embed="rId19">
            <a:alphaModFix/>
          </a:blip>
          <a:srcRect/>
          <a:stretch/>
        </p:blipFill>
        <p:spPr>
          <a:xfrm>
            <a:off x="2079093" y="2901638"/>
            <a:ext cx="545045" cy="771487"/>
          </a:xfrm>
          <a:prstGeom prst="rect">
            <a:avLst/>
          </a:prstGeom>
          <a:noFill/>
          <a:ln>
            <a:noFill/>
          </a:ln>
          <a:effectLst>
            <a:outerShdw blurRad="71438" dist="28575" dir="5400000" algn="bl" rotWithShape="0">
              <a:srgbClr val="000000">
                <a:alpha val="14509"/>
              </a:srgbClr>
            </a:outerShdw>
          </a:effectLst>
        </p:spPr>
      </p:pic>
      <p:pic>
        <p:nvPicPr>
          <p:cNvPr id="856" name="Google Shape;856;g2cdbdd49f8e_0_0"/>
          <p:cNvPicPr preferRelativeResize="0"/>
          <p:nvPr/>
        </p:nvPicPr>
        <p:blipFill rotWithShape="1">
          <a:blip r:embed="rId20">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4509"/>
              </a:srgbClr>
            </a:outerShdw>
          </a:effectLst>
        </p:spPr>
      </p:pic>
      <p:pic>
        <p:nvPicPr>
          <p:cNvPr id="857" name="Google Shape;857;g2cdbdd49f8e_0_0"/>
          <p:cNvPicPr preferRelativeResize="0"/>
          <p:nvPr/>
        </p:nvPicPr>
        <p:blipFill rotWithShape="1">
          <a:blip r:embed="rId21">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4509"/>
              </a:srgbClr>
            </a:outerShdw>
          </a:effectLst>
        </p:spPr>
      </p:pic>
      <p:pic>
        <p:nvPicPr>
          <p:cNvPr id="858" name="Google Shape;858;g2cdbdd49f8e_0_0"/>
          <p:cNvPicPr preferRelativeResize="0"/>
          <p:nvPr/>
        </p:nvPicPr>
        <p:blipFill rotWithShape="1">
          <a:blip r:embed="rId22">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4509"/>
              </a:srgbClr>
            </a:outerShdw>
          </a:effectLst>
        </p:spPr>
      </p:pic>
      <p:pic>
        <p:nvPicPr>
          <p:cNvPr id="859" name="Google Shape;859;g2cdbdd49f8e_0_0"/>
          <p:cNvPicPr preferRelativeResize="0"/>
          <p:nvPr/>
        </p:nvPicPr>
        <p:blipFill rotWithShape="1">
          <a:blip r:embed="rId23">
            <a:alphaModFix/>
          </a:blip>
          <a:srcRect l="19" r="28"/>
          <a:stretch/>
        </p:blipFill>
        <p:spPr>
          <a:xfrm>
            <a:off x="1467501" y="2053250"/>
            <a:ext cx="545045" cy="771492"/>
          </a:xfrm>
          <a:prstGeom prst="rect">
            <a:avLst/>
          </a:prstGeom>
          <a:noFill/>
          <a:ln>
            <a:noFill/>
          </a:ln>
          <a:effectLst>
            <a:outerShdw blurRad="71438" dist="28575" dir="5400000" algn="bl" rotWithShape="0">
              <a:srgbClr val="000000">
                <a:alpha val="14509"/>
              </a:srgbClr>
            </a:outerShdw>
          </a:effectLst>
        </p:spPr>
      </p:pic>
      <p:pic>
        <p:nvPicPr>
          <p:cNvPr id="860" name="Google Shape;860;g2cdbdd49f8e_0_0"/>
          <p:cNvPicPr preferRelativeResize="0"/>
          <p:nvPr/>
        </p:nvPicPr>
        <p:blipFill rotWithShape="1">
          <a:blip r:embed="rId24">
            <a:alphaModFix/>
          </a:blip>
          <a:srcRect l="19" r="28"/>
          <a:stretch/>
        </p:blipFill>
        <p:spPr>
          <a:xfrm>
            <a:off x="2079096" y="2053250"/>
            <a:ext cx="545045" cy="771492"/>
          </a:xfrm>
          <a:prstGeom prst="rect">
            <a:avLst/>
          </a:prstGeom>
          <a:noFill/>
          <a:ln>
            <a:noFill/>
          </a:ln>
          <a:effectLst>
            <a:outerShdw blurRad="71438" dist="28575" dir="5400000" algn="bl" rotWithShape="0">
              <a:srgbClr val="000000">
                <a:alpha val="14509"/>
              </a:srgbClr>
            </a:outerShdw>
          </a:effectLst>
        </p:spPr>
      </p:pic>
      <p:pic>
        <p:nvPicPr>
          <p:cNvPr id="861" name="Google Shape;861;g2cdbdd49f8e_0_0"/>
          <p:cNvPicPr preferRelativeResize="0"/>
          <p:nvPr/>
        </p:nvPicPr>
        <p:blipFill rotWithShape="1">
          <a:blip r:embed="rId25">
            <a:alphaModFix/>
          </a:blip>
          <a:srcRect l="19" r="28"/>
          <a:stretch/>
        </p:blipFill>
        <p:spPr>
          <a:xfrm>
            <a:off x="3302281" y="2053250"/>
            <a:ext cx="545045" cy="771492"/>
          </a:xfrm>
          <a:prstGeom prst="rect">
            <a:avLst/>
          </a:prstGeom>
          <a:noFill/>
          <a:ln>
            <a:noFill/>
          </a:ln>
          <a:effectLst>
            <a:outerShdw blurRad="71438" dist="28575" dir="5400000" algn="bl" rotWithShape="0">
              <a:srgbClr val="000000">
                <a:alpha val="14509"/>
              </a:srgbClr>
            </a:outerShdw>
          </a:effectLst>
        </p:spPr>
      </p:pic>
      <p:pic>
        <p:nvPicPr>
          <p:cNvPr id="862" name="Google Shape;862;g2cdbdd49f8e_0_0"/>
          <p:cNvPicPr preferRelativeResize="0"/>
          <p:nvPr/>
        </p:nvPicPr>
        <p:blipFill rotWithShape="1">
          <a:blip r:embed="rId26">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4509"/>
              </a:srgbClr>
            </a:outerShdw>
          </a:effectLst>
        </p:spPr>
      </p:pic>
      <p:pic>
        <p:nvPicPr>
          <p:cNvPr id="863" name="Google Shape;863;g2cdbdd49f8e_0_0"/>
          <p:cNvPicPr preferRelativeResize="0"/>
          <p:nvPr/>
        </p:nvPicPr>
        <p:blipFill rotWithShape="1">
          <a:blip r:embed="rId27">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4509"/>
              </a:srgbClr>
            </a:outerShdw>
          </a:effectLst>
        </p:spPr>
      </p:pic>
      <p:pic>
        <p:nvPicPr>
          <p:cNvPr id="864" name="Google Shape;864;g2cdbdd49f8e_0_0"/>
          <p:cNvPicPr preferRelativeResize="0"/>
          <p:nvPr/>
        </p:nvPicPr>
        <p:blipFill rotWithShape="1">
          <a:blip r:embed="rId28">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4509"/>
              </a:srgbClr>
            </a:outerShdw>
          </a:effectLst>
        </p:spPr>
      </p:pic>
      <p:pic>
        <p:nvPicPr>
          <p:cNvPr id="865" name="Google Shape;865;g2cdbdd49f8e_0_0"/>
          <p:cNvPicPr preferRelativeResize="0"/>
          <p:nvPr/>
        </p:nvPicPr>
        <p:blipFill rotWithShape="1">
          <a:blip r:embed="rId29">
            <a:alphaModFix/>
          </a:blip>
          <a:srcRect l="19" r="28"/>
          <a:stretch/>
        </p:blipFill>
        <p:spPr>
          <a:xfrm>
            <a:off x="5748652" y="2053250"/>
            <a:ext cx="545045" cy="771492"/>
          </a:xfrm>
          <a:prstGeom prst="rect">
            <a:avLst/>
          </a:prstGeom>
          <a:noFill/>
          <a:ln>
            <a:noFill/>
          </a:ln>
          <a:effectLst>
            <a:outerShdw blurRad="71438" dist="28575" dir="5400000" algn="bl" rotWithShape="0">
              <a:srgbClr val="000000">
                <a:alpha val="14509"/>
              </a:srgbClr>
            </a:outerShdw>
          </a:effectLst>
        </p:spPr>
      </p:pic>
      <p:pic>
        <p:nvPicPr>
          <p:cNvPr id="866" name="Google Shape;866;g2cdbdd49f8e_0_0"/>
          <p:cNvPicPr preferRelativeResize="0"/>
          <p:nvPr/>
        </p:nvPicPr>
        <p:blipFill rotWithShape="1">
          <a:blip r:embed="rId30">
            <a:alphaModFix/>
          </a:blip>
          <a:srcRect/>
          <a:stretch/>
        </p:blipFill>
        <p:spPr>
          <a:xfrm>
            <a:off x="6360240" y="2053250"/>
            <a:ext cx="545045" cy="771487"/>
          </a:xfrm>
          <a:prstGeom prst="rect">
            <a:avLst/>
          </a:prstGeom>
          <a:noFill/>
          <a:ln>
            <a:noFill/>
          </a:ln>
          <a:effectLst>
            <a:outerShdw blurRad="71438" dist="28575" dir="5400000" algn="bl" rotWithShape="0">
              <a:srgbClr val="000000">
                <a:alpha val="14509"/>
              </a:srgbClr>
            </a:outerShdw>
          </a:effectLst>
        </p:spPr>
      </p:pic>
      <p:pic>
        <p:nvPicPr>
          <p:cNvPr id="867" name="Google Shape;867;g2cdbdd49f8e_0_0"/>
          <p:cNvPicPr preferRelativeResize="0"/>
          <p:nvPr/>
        </p:nvPicPr>
        <p:blipFill rotWithShape="1">
          <a:blip r:embed="rId31">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4509"/>
              </a:srgbClr>
            </a:outerShdw>
          </a:effectLst>
        </p:spPr>
      </p:pic>
      <p:pic>
        <p:nvPicPr>
          <p:cNvPr id="868" name="Google Shape;868;g2cdbdd49f8e_0_0"/>
          <p:cNvPicPr preferRelativeResize="0"/>
          <p:nvPr/>
        </p:nvPicPr>
        <p:blipFill rotWithShape="1">
          <a:blip r:embed="rId32">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4509"/>
              </a:srgbClr>
            </a:outerShdw>
          </a:effectLst>
        </p:spPr>
      </p:pic>
      <p:pic>
        <p:nvPicPr>
          <p:cNvPr id="869" name="Google Shape;869;g2cdbdd49f8e_0_0"/>
          <p:cNvPicPr preferRelativeResize="0"/>
          <p:nvPr/>
        </p:nvPicPr>
        <p:blipFill rotWithShape="1">
          <a:blip r:embed="rId33">
            <a:alphaModFix/>
          </a:blip>
          <a:srcRect/>
          <a:stretch/>
        </p:blipFill>
        <p:spPr>
          <a:xfrm>
            <a:off x="855905" y="2901641"/>
            <a:ext cx="545045" cy="771487"/>
          </a:xfrm>
          <a:prstGeom prst="rect">
            <a:avLst/>
          </a:prstGeom>
          <a:noFill/>
          <a:ln>
            <a:noFill/>
          </a:ln>
          <a:effectLst>
            <a:outerShdw blurRad="71438" dist="28575" dir="5400000" algn="bl" rotWithShape="0">
              <a:srgbClr val="000000">
                <a:alpha val="14509"/>
              </a:srgbClr>
            </a:outerShdw>
          </a:effectLst>
        </p:spPr>
      </p:pic>
      <p:pic>
        <p:nvPicPr>
          <p:cNvPr id="870" name="Google Shape;870;g2cdbdd49f8e_0_0"/>
          <p:cNvPicPr preferRelativeResize="0"/>
          <p:nvPr/>
        </p:nvPicPr>
        <p:blipFill rotWithShape="1">
          <a:blip r:embed="rId34">
            <a:alphaModFix/>
          </a:blip>
          <a:srcRect l="19" r="28"/>
          <a:stretch/>
        </p:blipFill>
        <p:spPr>
          <a:xfrm>
            <a:off x="5137051" y="3750013"/>
            <a:ext cx="545045" cy="771492"/>
          </a:xfrm>
          <a:prstGeom prst="rect">
            <a:avLst/>
          </a:prstGeom>
          <a:noFill/>
          <a:ln>
            <a:noFill/>
          </a:ln>
          <a:effectLst>
            <a:outerShdw blurRad="71438" dist="28575" dir="5400000" algn="bl" rotWithShape="0">
              <a:srgbClr val="000000">
                <a:alpha val="14509"/>
              </a:srgbClr>
            </a:outerShdw>
          </a:effectLst>
        </p:spPr>
      </p:pic>
      <p:pic>
        <p:nvPicPr>
          <p:cNvPr id="871" name="Google Shape;871;g2cdbdd49f8e_0_0"/>
          <p:cNvPicPr preferRelativeResize="0"/>
          <p:nvPr/>
        </p:nvPicPr>
        <p:blipFill rotWithShape="1">
          <a:blip r:embed="rId35">
            <a:alphaModFix/>
          </a:blip>
          <a:srcRect l="79" r="79"/>
          <a:stretch/>
        </p:blipFill>
        <p:spPr>
          <a:xfrm>
            <a:off x="5748645" y="3750013"/>
            <a:ext cx="545045" cy="771492"/>
          </a:xfrm>
          <a:prstGeom prst="rect">
            <a:avLst/>
          </a:prstGeom>
          <a:noFill/>
          <a:ln>
            <a:noFill/>
          </a:ln>
          <a:effectLst>
            <a:outerShdw blurRad="71438" dist="28575" dir="5400000" algn="bl" rotWithShape="0">
              <a:srgbClr val="000000">
                <a:alpha val="14509"/>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grpSp>
        <p:nvGrpSpPr>
          <p:cNvPr id="877" name="Google Shape;877;g26b7edf6e71_0_109"/>
          <p:cNvGrpSpPr/>
          <p:nvPr/>
        </p:nvGrpSpPr>
        <p:grpSpPr>
          <a:xfrm>
            <a:off x="865957" y="2135925"/>
            <a:ext cx="7282807" cy="2686611"/>
            <a:chOff x="867357" y="2129450"/>
            <a:chExt cx="7282807" cy="2686611"/>
          </a:xfrm>
        </p:grpSpPr>
        <p:pic>
          <p:nvPicPr>
            <p:cNvPr id="878" name="Google Shape;87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47"/>
                </a:srgbClr>
              </a:outerShdw>
            </a:effectLst>
          </p:spPr>
        </p:pic>
        <p:pic>
          <p:nvPicPr>
            <p:cNvPr id="879" name="Google Shape;879;g26b7edf6e71_0_109"/>
            <p:cNvPicPr preferRelativeResize="0"/>
            <p:nvPr/>
          </p:nvPicPr>
          <p:blipFill rotWithShape="1">
            <a:blip r:embed="rId4">
              <a:alphaModFix/>
            </a:blip>
            <a:srcRect l="99" r="97"/>
            <a:stretch/>
          </p:blipFill>
          <p:spPr>
            <a:xfrm>
              <a:off x="2094526" y="2129450"/>
              <a:ext cx="1147320" cy="822955"/>
            </a:xfrm>
            <a:prstGeom prst="rect">
              <a:avLst/>
            </a:prstGeom>
            <a:noFill/>
            <a:ln>
              <a:noFill/>
            </a:ln>
            <a:effectLst>
              <a:outerShdw blurRad="71438" dist="19050" dir="5400000" algn="bl" rotWithShape="0">
                <a:srgbClr val="000000">
                  <a:alpha val="17647"/>
                </a:srgbClr>
              </a:outerShdw>
            </a:effectLst>
          </p:spPr>
        </p:pic>
        <p:pic>
          <p:nvPicPr>
            <p:cNvPr id="880" name="Google Shape;880;g26b7edf6e71_0_109"/>
            <p:cNvPicPr preferRelativeResize="0"/>
            <p:nvPr/>
          </p:nvPicPr>
          <p:blipFill rotWithShape="1">
            <a:blip r:embed="rId5">
              <a:alphaModFix/>
            </a:blip>
            <a:srcRect l="99" r="97"/>
            <a:stretch/>
          </p:blipFill>
          <p:spPr>
            <a:xfrm>
              <a:off x="3321259" y="2129450"/>
              <a:ext cx="1147320" cy="821565"/>
            </a:xfrm>
            <a:prstGeom prst="rect">
              <a:avLst/>
            </a:prstGeom>
            <a:noFill/>
            <a:ln>
              <a:noFill/>
            </a:ln>
            <a:effectLst>
              <a:outerShdw blurRad="71438" dist="19050" dir="5400000" algn="bl" rotWithShape="0">
                <a:srgbClr val="000000">
                  <a:alpha val="17647"/>
                </a:srgbClr>
              </a:outerShdw>
            </a:effectLst>
          </p:spPr>
        </p:pic>
        <p:pic>
          <p:nvPicPr>
            <p:cNvPr id="881" name="Google Shape;881;g26b7edf6e71_0_109"/>
            <p:cNvPicPr preferRelativeResize="0"/>
            <p:nvPr/>
          </p:nvPicPr>
          <p:blipFill rotWithShape="1">
            <a:blip r:embed="rId6">
              <a:alphaModFix/>
            </a:blip>
            <a:srcRect l="99" r="97"/>
            <a:stretch/>
          </p:blipFill>
          <p:spPr>
            <a:xfrm>
              <a:off x="4547991" y="2129450"/>
              <a:ext cx="1147320" cy="821565"/>
            </a:xfrm>
            <a:prstGeom prst="rect">
              <a:avLst/>
            </a:prstGeom>
            <a:noFill/>
            <a:ln>
              <a:noFill/>
            </a:ln>
            <a:effectLst>
              <a:outerShdw blurRad="71438" dist="19050" dir="5400000" algn="bl" rotWithShape="0">
                <a:srgbClr val="000000">
                  <a:alpha val="17647"/>
                </a:srgbClr>
              </a:outerShdw>
            </a:effectLst>
          </p:spPr>
        </p:pic>
        <p:pic>
          <p:nvPicPr>
            <p:cNvPr id="882" name="Google Shape;882;g26b7edf6e71_0_109"/>
            <p:cNvPicPr preferRelativeResize="0"/>
            <p:nvPr/>
          </p:nvPicPr>
          <p:blipFill rotWithShape="1">
            <a:blip r:embed="rId7">
              <a:alphaModFix/>
            </a:blip>
            <a:srcRect l="99" r="97"/>
            <a:stretch/>
          </p:blipFill>
          <p:spPr>
            <a:xfrm>
              <a:off x="5774724" y="2129450"/>
              <a:ext cx="1147320" cy="821565"/>
            </a:xfrm>
            <a:prstGeom prst="rect">
              <a:avLst/>
            </a:prstGeom>
            <a:noFill/>
            <a:ln>
              <a:noFill/>
            </a:ln>
            <a:effectLst>
              <a:outerShdw blurRad="71438" dist="19050" dir="5400000" algn="bl" rotWithShape="0">
                <a:srgbClr val="000000">
                  <a:alpha val="17647"/>
                </a:srgbClr>
              </a:outerShdw>
            </a:effectLst>
          </p:spPr>
        </p:pic>
        <p:pic>
          <p:nvPicPr>
            <p:cNvPr id="883" name="Google Shape;883;g26b7edf6e71_0_109"/>
            <p:cNvPicPr preferRelativeResize="0"/>
            <p:nvPr/>
          </p:nvPicPr>
          <p:blipFill rotWithShape="1">
            <a:blip r:embed="rId8">
              <a:alphaModFix/>
            </a:blip>
            <a:srcRect l="99" r="97"/>
            <a:stretch/>
          </p:blipFill>
          <p:spPr>
            <a:xfrm>
              <a:off x="7001457" y="2129450"/>
              <a:ext cx="1147320" cy="821565"/>
            </a:xfrm>
            <a:prstGeom prst="rect">
              <a:avLst/>
            </a:prstGeom>
            <a:noFill/>
            <a:ln>
              <a:noFill/>
            </a:ln>
            <a:effectLst>
              <a:outerShdw blurRad="71438" dist="19050" dir="5400000" algn="bl" rotWithShape="0">
                <a:srgbClr val="000000">
                  <a:alpha val="17647"/>
                </a:srgbClr>
              </a:outerShdw>
            </a:effectLst>
          </p:spPr>
        </p:pic>
        <p:pic>
          <p:nvPicPr>
            <p:cNvPr id="884" name="Google Shape;884;g26b7edf6e71_0_109"/>
            <p:cNvPicPr preferRelativeResize="0"/>
            <p:nvPr/>
          </p:nvPicPr>
          <p:blipFill rotWithShape="1">
            <a:blip r:embed="rId9">
              <a:alphaModFix/>
            </a:blip>
            <a:srcRect l="99" r="97"/>
            <a:stretch/>
          </p:blipFill>
          <p:spPr>
            <a:xfrm>
              <a:off x="868300" y="3060270"/>
              <a:ext cx="1147320" cy="822955"/>
            </a:xfrm>
            <a:prstGeom prst="rect">
              <a:avLst/>
            </a:prstGeom>
            <a:noFill/>
            <a:ln>
              <a:noFill/>
            </a:ln>
            <a:effectLst>
              <a:outerShdw blurRad="71438" dist="19050" dir="5400000" algn="bl" rotWithShape="0">
                <a:srgbClr val="000000">
                  <a:alpha val="17647"/>
                </a:srgbClr>
              </a:outerShdw>
            </a:effectLst>
          </p:spPr>
        </p:pic>
        <p:pic>
          <p:nvPicPr>
            <p:cNvPr id="885" name="Google Shape;885;g26b7edf6e71_0_109"/>
            <p:cNvPicPr preferRelativeResize="0"/>
            <p:nvPr/>
          </p:nvPicPr>
          <p:blipFill rotWithShape="1">
            <a:blip r:embed="rId10">
              <a:alphaModFix/>
            </a:blip>
            <a:srcRect l="99" r="97"/>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886" name="Google Shape;886;g26b7edf6e71_0_109"/>
            <p:cNvPicPr preferRelativeResize="0"/>
            <p:nvPr/>
          </p:nvPicPr>
          <p:blipFill rotWithShape="1">
            <a:blip r:embed="rId11">
              <a:alphaModFix/>
            </a:blip>
            <a:srcRect l="189" r="177"/>
            <a:stretch/>
          </p:blipFill>
          <p:spPr>
            <a:xfrm>
              <a:off x="3320730" y="3060270"/>
              <a:ext cx="1148707" cy="822956"/>
            </a:xfrm>
            <a:prstGeom prst="rect">
              <a:avLst/>
            </a:prstGeom>
            <a:noFill/>
            <a:ln>
              <a:noFill/>
            </a:ln>
            <a:effectLst>
              <a:outerShdw blurRad="71438" dist="19050" dir="5400000" algn="bl" rotWithShape="0">
                <a:srgbClr val="000000">
                  <a:alpha val="17647"/>
                </a:srgbClr>
              </a:outerShdw>
            </a:effectLst>
          </p:spPr>
        </p:pic>
        <p:pic>
          <p:nvPicPr>
            <p:cNvPr id="887" name="Google Shape;887;g26b7edf6e71_0_109"/>
            <p:cNvPicPr preferRelativeResize="0"/>
            <p:nvPr/>
          </p:nvPicPr>
          <p:blipFill rotWithShape="1">
            <a:blip r:embed="rId12">
              <a:alphaModFix/>
            </a:blip>
            <a:srcRect l="99" r="97"/>
            <a:stretch/>
          </p:blipFill>
          <p:spPr>
            <a:xfrm>
              <a:off x="4547639" y="3060270"/>
              <a:ext cx="1148707" cy="822955"/>
            </a:xfrm>
            <a:prstGeom prst="rect">
              <a:avLst/>
            </a:prstGeom>
            <a:noFill/>
            <a:ln>
              <a:noFill/>
            </a:ln>
            <a:effectLst>
              <a:outerShdw blurRad="71438" dist="19050" dir="5400000" algn="bl" rotWithShape="0">
                <a:srgbClr val="000000">
                  <a:alpha val="17647"/>
                </a:srgbClr>
              </a:outerShdw>
            </a:effectLst>
          </p:spPr>
        </p:pic>
        <p:pic>
          <p:nvPicPr>
            <p:cNvPr id="888" name="Google Shape;888;g26b7edf6e71_0_109"/>
            <p:cNvPicPr preferRelativeResize="0"/>
            <p:nvPr/>
          </p:nvPicPr>
          <p:blipFill rotWithShape="1">
            <a:blip r:embed="rId13">
              <a:alphaModFix/>
            </a:blip>
            <a:srcRect l="189" r="177"/>
            <a:stretch/>
          </p:blipFill>
          <p:spPr>
            <a:xfrm>
              <a:off x="5774548" y="3060270"/>
              <a:ext cx="1148707" cy="822956"/>
            </a:xfrm>
            <a:prstGeom prst="rect">
              <a:avLst/>
            </a:prstGeom>
            <a:noFill/>
            <a:ln>
              <a:noFill/>
            </a:ln>
            <a:effectLst>
              <a:outerShdw blurRad="71438" dist="19050" dir="5400000" algn="bl" rotWithShape="0">
                <a:srgbClr val="000000">
                  <a:alpha val="17647"/>
                </a:srgbClr>
              </a:outerShdw>
            </a:effectLst>
          </p:spPr>
        </p:pic>
        <p:pic>
          <p:nvPicPr>
            <p:cNvPr id="889" name="Google Shape;889;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7647"/>
                </a:srgbClr>
              </a:outerShdw>
            </a:effectLst>
          </p:spPr>
        </p:pic>
        <p:pic>
          <p:nvPicPr>
            <p:cNvPr id="890" name="Google Shape;890;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7647"/>
                </a:srgbClr>
              </a:outerShdw>
            </a:effectLst>
          </p:spPr>
        </p:pic>
        <p:pic>
          <p:nvPicPr>
            <p:cNvPr id="891" name="Google Shape;891;g26b7edf6e71_0_109"/>
            <p:cNvPicPr preferRelativeResize="0"/>
            <p:nvPr/>
          </p:nvPicPr>
          <p:blipFill rotWithShape="1">
            <a:blip r:embed="rId16">
              <a:alphaModFix/>
            </a:blip>
            <a:srcRect l="99" r="97"/>
            <a:stretch/>
          </p:blipFill>
          <p:spPr>
            <a:xfrm>
              <a:off x="2093821" y="3994495"/>
              <a:ext cx="1148707" cy="821565"/>
            </a:xfrm>
            <a:prstGeom prst="rect">
              <a:avLst/>
            </a:prstGeom>
            <a:noFill/>
            <a:ln>
              <a:noFill/>
            </a:ln>
            <a:effectLst>
              <a:outerShdw blurRad="71438" dist="19050" dir="5400000" algn="bl" rotWithShape="0">
                <a:srgbClr val="000000">
                  <a:alpha val="17647"/>
                </a:srgbClr>
              </a:outerShdw>
            </a:effectLst>
          </p:spPr>
        </p:pic>
      </p:grpSp>
      <p:sp>
        <p:nvSpPr>
          <p:cNvPr id="892" name="Google Shape;892;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Poppins"/>
                <a:ea typeface="Poppins"/>
                <a:cs typeface="Poppins"/>
                <a:sym typeface="Poppins"/>
              </a:rPr>
              <a:t>Review Phase 2 Common Exception Words </a:t>
            </a:r>
            <a:br>
              <a:rPr lang="en-GB" sz="2400" b="0" i="0" u="none" strike="noStrike" cap="none">
                <a:solidFill>
                  <a:srgbClr val="000000"/>
                </a:solidFill>
                <a:latin typeface="Poppins"/>
                <a:ea typeface="Poppins"/>
                <a:cs typeface="Poppins"/>
                <a:sym typeface="Poppins"/>
              </a:rPr>
            </a:br>
            <a:r>
              <a:rPr lang="en-GB" sz="2400" b="0" i="0" u="none" strike="noStrike" cap="none">
                <a:solidFill>
                  <a:srgbClr val="2356AF"/>
                </a:solidFill>
                <a:latin typeface="Poppins"/>
                <a:ea typeface="Poppins"/>
                <a:cs typeface="Poppins"/>
                <a:sym typeface="Poppins"/>
              </a:rPr>
              <a:t>as I is no go to into the put his has of pull full</a:t>
            </a:r>
            <a:r>
              <a:rPr lang="en-GB"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grpSp>
        <p:nvGrpSpPr>
          <p:cNvPr id="898" name="Google Shape;898;g2c298d33e0c_0_6"/>
          <p:cNvGrpSpPr/>
          <p:nvPr/>
        </p:nvGrpSpPr>
        <p:grpSpPr>
          <a:xfrm>
            <a:off x="866900" y="2155300"/>
            <a:ext cx="7281864" cy="2684601"/>
            <a:chOff x="868300" y="2129450"/>
            <a:chExt cx="7281864" cy="2684601"/>
          </a:xfrm>
        </p:grpSpPr>
        <p:pic>
          <p:nvPicPr>
            <p:cNvPr id="899" name="Google Shape;899;g2c298d33e0c_0_6"/>
            <p:cNvPicPr preferRelativeResize="0"/>
            <p:nvPr/>
          </p:nvPicPr>
          <p:blipFill rotWithShape="1">
            <a:blip r:embed="rId3">
              <a:alphaModFix/>
            </a:blip>
            <a:srcRect l="99" r="97"/>
            <a:stretch/>
          </p:blipFill>
          <p:spPr>
            <a:xfrm>
              <a:off x="4547639" y="3991095"/>
              <a:ext cx="1148707" cy="822955"/>
            </a:xfrm>
            <a:prstGeom prst="rect">
              <a:avLst/>
            </a:prstGeom>
            <a:noFill/>
            <a:ln>
              <a:noFill/>
            </a:ln>
            <a:effectLst>
              <a:outerShdw blurRad="71438" dist="19050" dir="5400000" algn="bl" rotWithShape="0">
                <a:srgbClr val="000000">
                  <a:alpha val="17647"/>
                </a:srgbClr>
              </a:outerShdw>
            </a:effectLst>
          </p:spPr>
        </p:pic>
        <p:pic>
          <p:nvPicPr>
            <p:cNvPr id="900" name="Google Shape;900;g2c298d33e0c_0_6"/>
            <p:cNvPicPr preferRelativeResize="0"/>
            <p:nvPr/>
          </p:nvPicPr>
          <p:blipFill rotWithShape="1">
            <a:blip r:embed="rId4">
              <a:alphaModFix/>
            </a:blip>
            <a:srcRect l="189" r="177"/>
            <a:stretch/>
          </p:blipFill>
          <p:spPr>
            <a:xfrm>
              <a:off x="3320730" y="3991095"/>
              <a:ext cx="1148707" cy="822956"/>
            </a:xfrm>
            <a:prstGeom prst="rect">
              <a:avLst/>
            </a:prstGeom>
            <a:noFill/>
            <a:ln>
              <a:noFill/>
            </a:ln>
            <a:effectLst>
              <a:outerShdw blurRad="71438" dist="19050" dir="5400000" algn="bl" rotWithShape="0">
                <a:srgbClr val="000000">
                  <a:alpha val="17647"/>
                </a:srgbClr>
              </a:outerShdw>
            </a:effectLst>
          </p:spPr>
        </p:pic>
        <p:pic>
          <p:nvPicPr>
            <p:cNvPr id="901" name="Google Shape;901;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7647"/>
                </a:srgbClr>
              </a:outerShdw>
            </a:effectLst>
          </p:spPr>
        </p:pic>
        <p:pic>
          <p:nvPicPr>
            <p:cNvPr id="902" name="Google Shape;90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039"/>
                </a:srgbClr>
              </a:outerShdw>
            </a:effectLst>
          </p:spPr>
        </p:pic>
        <p:pic>
          <p:nvPicPr>
            <p:cNvPr id="903" name="Google Shape;903;g2c298d33e0c_0_6"/>
            <p:cNvPicPr preferRelativeResize="0"/>
            <p:nvPr/>
          </p:nvPicPr>
          <p:blipFill rotWithShape="1">
            <a:blip r:embed="rId7">
              <a:alphaModFix/>
            </a:blip>
            <a:srcRect l="99" r="97"/>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04" name="Google Shape;904;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7647"/>
                </a:srgbClr>
              </a:outerShdw>
            </a:effectLst>
          </p:spPr>
        </p:pic>
        <p:pic>
          <p:nvPicPr>
            <p:cNvPr id="905" name="Google Shape;90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7647"/>
                </a:srgbClr>
              </a:outerShdw>
            </a:effectLst>
          </p:spPr>
        </p:pic>
        <p:pic>
          <p:nvPicPr>
            <p:cNvPr id="906" name="Google Shape;90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7647"/>
                </a:srgbClr>
              </a:outerShdw>
            </a:effectLst>
          </p:spPr>
        </p:pic>
        <p:pic>
          <p:nvPicPr>
            <p:cNvPr id="907" name="Google Shape;907;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7647"/>
                </a:srgbClr>
              </a:outerShdw>
            </a:effectLst>
          </p:spPr>
        </p:pic>
        <p:pic>
          <p:nvPicPr>
            <p:cNvPr id="908" name="Google Shape;908;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7647"/>
                </a:srgbClr>
              </a:outerShdw>
            </a:effectLst>
          </p:spPr>
        </p:pic>
        <p:pic>
          <p:nvPicPr>
            <p:cNvPr id="909" name="Google Shape;90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7647"/>
                </a:srgbClr>
              </a:outerShdw>
            </a:effectLst>
          </p:spPr>
        </p:pic>
        <p:pic>
          <p:nvPicPr>
            <p:cNvPr id="910" name="Google Shape;91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7647"/>
                </a:srgbClr>
              </a:outerShdw>
            </a:effectLst>
          </p:spPr>
        </p:pic>
        <p:pic>
          <p:nvPicPr>
            <p:cNvPr id="911" name="Google Shape;911;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7647"/>
                </a:srgbClr>
              </a:outerShdw>
            </a:effectLst>
          </p:spPr>
        </p:pic>
        <p:pic>
          <p:nvPicPr>
            <p:cNvPr id="912" name="Google Shape;912;g2c298d33e0c_0_6"/>
            <p:cNvPicPr preferRelativeResize="0"/>
            <p:nvPr/>
          </p:nvPicPr>
          <p:blipFill rotWithShape="1">
            <a:blip r:embed="rId16">
              <a:alphaModFix/>
            </a:blip>
            <a:srcRect l="189" r="177"/>
            <a:stretch/>
          </p:blipFill>
          <p:spPr>
            <a:xfrm>
              <a:off x="3320730" y="3060270"/>
              <a:ext cx="1148707" cy="822956"/>
            </a:xfrm>
            <a:prstGeom prst="rect">
              <a:avLst/>
            </a:prstGeom>
            <a:noFill/>
            <a:ln>
              <a:noFill/>
            </a:ln>
            <a:effectLst>
              <a:outerShdw blurRad="71438" dist="19050" dir="5400000" algn="bl" rotWithShape="0">
                <a:srgbClr val="000000">
                  <a:alpha val="17647"/>
                </a:srgbClr>
              </a:outerShdw>
            </a:effectLst>
          </p:spPr>
        </p:pic>
        <p:pic>
          <p:nvPicPr>
            <p:cNvPr id="913" name="Google Shape;913;g2c298d33e0c_0_6"/>
            <p:cNvPicPr preferRelativeResize="0"/>
            <p:nvPr/>
          </p:nvPicPr>
          <p:blipFill rotWithShape="1">
            <a:blip r:embed="rId17">
              <a:alphaModFix/>
            </a:blip>
            <a:srcRect l="99" r="97"/>
            <a:stretch/>
          </p:blipFill>
          <p:spPr>
            <a:xfrm>
              <a:off x="4547639" y="3060270"/>
              <a:ext cx="1148707" cy="822955"/>
            </a:xfrm>
            <a:prstGeom prst="rect">
              <a:avLst/>
            </a:prstGeom>
            <a:noFill/>
            <a:ln>
              <a:noFill/>
            </a:ln>
            <a:effectLst>
              <a:outerShdw blurRad="71438" dist="19050" dir="5400000" algn="bl" rotWithShape="0">
                <a:srgbClr val="000000">
                  <a:alpha val="17647"/>
                </a:srgbClr>
              </a:outerShdw>
            </a:effectLst>
          </p:spPr>
        </p:pic>
        <p:pic>
          <p:nvPicPr>
            <p:cNvPr id="914" name="Google Shape;914;g2c298d33e0c_0_6"/>
            <p:cNvPicPr preferRelativeResize="0"/>
            <p:nvPr/>
          </p:nvPicPr>
          <p:blipFill rotWithShape="1">
            <a:blip r:embed="rId18">
              <a:alphaModFix/>
            </a:blip>
            <a:srcRect l="99" r="97"/>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15" name="Google Shape;915;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7647"/>
                </a:srgbClr>
              </a:outerShdw>
            </a:effectLst>
          </p:spPr>
        </p:pic>
        <p:pic>
          <p:nvPicPr>
            <p:cNvPr id="916" name="Google Shape;91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7647"/>
                </a:srgbClr>
              </a:outerShdw>
            </a:effectLst>
          </p:spPr>
        </p:pic>
        <p:pic>
          <p:nvPicPr>
            <p:cNvPr id="917" name="Google Shape;91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7647"/>
                </a:srgbClr>
              </a:outerShdw>
            </a:effectLst>
          </p:spPr>
        </p:pic>
        <p:pic>
          <p:nvPicPr>
            <p:cNvPr id="918" name="Google Shape;918;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7647"/>
                </a:srgbClr>
              </a:outerShdw>
            </a:effectLst>
          </p:spPr>
        </p:pic>
        <p:pic>
          <p:nvPicPr>
            <p:cNvPr id="919" name="Google Shape;919;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7647"/>
                </a:srgbClr>
              </a:outerShdw>
            </a:effectLst>
          </p:spPr>
        </p:pic>
        <p:pic>
          <p:nvPicPr>
            <p:cNvPr id="920" name="Google Shape;92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7647"/>
                </a:srgbClr>
              </a:outerShdw>
            </a:effectLst>
          </p:spPr>
        </p:pic>
        <p:pic>
          <p:nvPicPr>
            <p:cNvPr id="921" name="Google Shape;92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7647"/>
                </a:srgbClr>
              </a:outerShdw>
            </a:effectLst>
          </p:spPr>
        </p:pic>
        <p:pic>
          <p:nvPicPr>
            <p:cNvPr id="922" name="Google Shape;922;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7647"/>
                </a:srgbClr>
              </a:outerShdw>
            </a:effectLst>
          </p:spPr>
        </p:pic>
        <p:pic>
          <p:nvPicPr>
            <p:cNvPr id="923" name="Google Shape;923;g2c298d33e0c_0_6"/>
            <p:cNvPicPr preferRelativeResize="0"/>
            <p:nvPr/>
          </p:nvPicPr>
          <p:blipFill rotWithShape="1">
            <a:blip r:embed="rId27">
              <a:alphaModFix/>
            </a:blip>
            <a:srcRect l="189" r="177"/>
            <a:stretch/>
          </p:blipFill>
          <p:spPr>
            <a:xfrm>
              <a:off x="3320730" y="3060270"/>
              <a:ext cx="1148707" cy="822956"/>
            </a:xfrm>
            <a:prstGeom prst="rect">
              <a:avLst/>
            </a:prstGeom>
            <a:noFill/>
            <a:ln>
              <a:noFill/>
            </a:ln>
            <a:effectLst>
              <a:outerShdw blurRad="71438" dist="19050" dir="5400000" algn="bl" rotWithShape="0">
                <a:srgbClr val="000000">
                  <a:alpha val="17647"/>
                </a:srgbClr>
              </a:outerShdw>
            </a:effectLst>
          </p:spPr>
        </p:pic>
        <p:pic>
          <p:nvPicPr>
            <p:cNvPr id="924" name="Google Shape;924;g2c298d33e0c_0_6"/>
            <p:cNvPicPr preferRelativeResize="0"/>
            <p:nvPr/>
          </p:nvPicPr>
          <p:blipFill rotWithShape="1">
            <a:blip r:embed="rId28">
              <a:alphaModFix/>
            </a:blip>
            <a:srcRect l="99" r="97"/>
            <a:stretch/>
          </p:blipFill>
          <p:spPr>
            <a:xfrm>
              <a:off x="4547639" y="3060270"/>
              <a:ext cx="1148707" cy="822955"/>
            </a:xfrm>
            <a:prstGeom prst="rect">
              <a:avLst/>
            </a:prstGeom>
            <a:noFill/>
            <a:ln>
              <a:noFill/>
            </a:ln>
            <a:effectLst>
              <a:outerShdw blurRad="71438" dist="19050" dir="5400000" algn="bl" rotWithShape="0">
                <a:srgbClr val="000000">
                  <a:alpha val="17647"/>
                </a:srgbClr>
              </a:outerShdw>
            </a:effectLst>
          </p:spPr>
        </p:pic>
        <p:pic>
          <p:nvPicPr>
            <p:cNvPr id="925" name="Google Shape;925;g2c298d33e0c_0_6"/>
            <p:cNvPicPr preferRelativeResize="0"/>
            <p:nvPr/>
          </p:nvPicPr>
          <p:blipFill rotWithShape="1">
            <a:blip r:embed="rId29">
              <a:alphaModFix/>
            </a:blip>
            <a:srcRect l="99" r="97"/>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26" name="Google Shape;926;g2c298d33e0c_0_6"/>
            <p:cNvPicPr preferRelativeResize="0"/>
            <p:nvPr/>
          </p:nvPicPr>
          <p:blipFill rotWithShape="1">
            <a:blip r:embed="rId30">
              <a:alphaModFix/>
            </a:blip>
            <a:srcRect l="99" r="97"/>
            <a:stretch/>
          </p:blipFill>
          <p:spPr>
            <a:xfrm>
              <a:off x="5774548" y="3991095"/>
              <a:ext cx="1148707" cy="822955"/>
            </a:xfrm>
            <a:prstGeom prst="rect">
              <a:avLst/>
            </a:prstGeom>
            <a:noFill/>
            <a:ln>
              <a:noFill/>
            </a:ln>
            <a:effectLst>
              <a:outerShdw blurRad="71438" dist="19050" dir="5400000" algn="bl" rotWithShape="0">
                <a:srgbClr val="000000">
                  <a:alpha val="17647"/>
                </a:srgbClr>
              </a:outerShdw>
            </a:effectLst>
          </p:spPr>
        </p:pic>
      </p:grpSp>
      <p:sp>
        <p:nvSpPr>
          <p:cNvPr id="927" name="Google Shape;927;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Poppins"/>
                <a:ea typeface="Poppins"/>
                <a:cs typeface="Poppins"/>
                <a:sym typeface="Poppins"/>
              </a:rPr>
              <a:t>Review Phase 3 Common Exception Words </a:t>
            </a:r>
            <a:r>
              <a:rPr lang="en-GB" sz="2400" b="0" i="0" u="none" strike="noStrike" cap="none">
                <a:solidFill>
                  <a:srgbClr val="2356AF"/>
                </a:solidFill>
                <a:latin typeface="Poppins"/>
                <a:ea typeface="Poppins"/>
                <a:cs typeface="Poppins"/>
                <a:sym typeface="Poppins"/>
              </a:rPr>
              <a:t>push they me we be he she my by looked you are there here were all sure</a:t>
            </a:r>
            <a:r>
              <a:rPr lang="en-GB"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Poppins"/>
                <a:ea typeface="Poppins"/>
                <a:cs typeface="Poppins"/>
                <a:sym typeface="Poppins"/>
              </a:rPr>
              <a:t>Review Phase 4 Common Exception Words </a:t>
            </a:r>
            <a:r>
              <a:rPr lang="en-GB" sz="2400" b="0" i="0" u="none" strike="noStrike" cap="none">
                <a:solidFill>
                  <a:srgbClr val="2356AF"/>
                </a:solidFill>
                <a:latin typeface="Poppins"/>
                <a:ea typeface="Poppins"/>
                <a:cs typeface="Poppins"/>
                <a:sym typeface="Poppins"/>
              </a:rPr>
              <a:t>said like out have some come what was so old do little one</a:t>
            </a:r>
            <a:r>
              <a:rPr lang="en-GB"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934" name="Google Shape;934;g2c298da1f27_0_455"/>
          <p:cNvGrpSpPr/>
          <p:nvPr/>
        </p:nvGrpSpPr>
        <p:grpSpPr>
          <a:xfrm>
            <a:off x="868300" y="2129450"/>
            <a:ext cx="7281864" cy="2684601"/>
            <a:chOff x="868300" y="2053250"/>
            <a:chExt cx="7281864" cy="2684601"/>
          </a:xfrm>
        </p:grpSpPr>
        <p:pic>
          <p:nvPicPr>
            <p:cNvPr id="935" name="Google Shape;935;g2c298da1f27_0_455"/>
            <p:cNvPicPr preferRelativeResize="0"/>
            <p:nvPr/>
          </p:nvPicPr>
          <p:blipFill rotWithShape="1">
            <a:blip r:embed="rId3">
              <a:alphaModFix/>
            </a:blip>
            <a:srcRect l="189" r="177"/>
            <a:stretch/>
          </p:blipFill>
          <p:spPr>
            <a:xfrm>
              <a:off x="868300" y="3914895"/>
              <a:ext cx="1147320" cy="822956"/>
            </a:xfrm>
            <a:prstGeom prst="rect">
              <a:avLst/>
            </a:prstGeom>
            <a:noFill/>
            <a:ln>
              <a:noFill/>
            </a:ln>
            <a:effectLst>
              <a:outerShdw blurRad="71438" dist="19050" dir="5400000" algn="bl" rotWithShape="0">
                <a:srgbClr val="000000">
                  <a:alpha val="17254"/>
                </a:srgbClr>
              </a:outerShdw>
            </a:effectLst>
          </p:spPr>
        </p:pic>
        <p:pic>
          <p:nvPicPr>
            <p:cNvPr id="936" name="Google Shape;936;g2c298da1f27_0_455"/>
            <p:cNvPicPr preferRelativeResize="0"/>
            <p:nvPr/>
          </p:nvPicPr>
          <p:blipFill rotWithShape="1">
            <a:blip r:embed="rId4">
              <a:alphaModFix/>
            </a:blip>
            <a:srcRect l="39" r="37"/>
            <a:stretch/>
          </p:blipFill>
          <p:spPr>
            <a:xfrm>
              <a:off x="5774548" y="2984070"/>
              <a:ext cx="1148707" cy="822955"/>
            </a:xfrm>
            <a:prstGeom prst="rect">
              <a:avLst/>
            </a:prstGeom>
            <a:noFill/>
            <a:ln>
              <a:noFill/>
            </a:ln>
            <a:effectLst>
              <a:outerShdw blurRad="71438" dist="19050" dir="5400000" algn="bl" rotWithShape="0">
                <a:srgbClr val="000000">
                  <a:alpha val="17254"/>
                </a:srgbClr>
              </a:outerShdw>
            </a:effectLst>
          </p:spPr>
        </p:pic>
        <p:pic>
          <p:nvPicPr>
            <p:cNvPr id="937" name="Google Shape;937;g2c298da1f27_0_455"/>
            <p:cNvPicPr preferRelativeResize="0"/>
            <p:nvPr/>
          </p:nvPicPr>
          <p:blipFill rotWithShape="1">
            <a:blip r:embed="rId5">
              <a:alphaModFix/>
            </a:blip>
            <a:srcRect l="39" r="37"/>
            <a:stretch/>
          </p:blipFill>
          <p:spPr>
            <a:xfrm>
              <a:off x="7001457" y="2984070"/>
              <a:ext cx="1148707" cy="821565"/>
            </a:xfrm>
            <a:prstGeom prst="rect">
              <a:avLst/>
            </a:prstGeom>
            <a:noFill/>
            <a:ln>
              <a:noFill/>
            </a:ln>
            <a:effectLst>
              <a:outerShdw blurRad="71438" dist="19050" dir="5400000" algn="bl" rotWithShape="0">
                <a:srgbClr val="000000">
                  <a:alpha val="17254"/>
                </a:srgbClr>
              </a:outerShdw>
            </a:effectLst>
          </p:spPr>
        </p:pic>
        <p:pic>
          <p:nvPicPr>
            <p:cNvPr id="938" name="Google Shape;938;g2c298da1f27_0_455"/>
            <p:cNvPicPr preferRelativeResize="0"/>
            <p:nvPr/>
          </p:nvPicPr>
          <p:blipFill rotWithShape="1">
            <a:blip r:embed="rId6">
              <a:alphaModFix/>
            </a:blip>
            <a:srcRect l="39" r="37"/>
            <a:stretch/>
          </p:blipFill>
          <p:spPr>
            <a:xfrm>
              <a:off x="3320730" y="2984070"/>
              <a:ext cx="1148707" cy="822955"/>
            </a:xfrm>
            <a:prstGeom prst="rect">
              <a:avLst/>
            </a:prstGeom>
            <a:noFill/>
            <a:ln>
              <a:noFill/>
            </a:ln>
            <a:effectLst>
              <a:outerShdw blurRad="71438" dist="19050" dir="5400000" algn="bl" rotWithShape="0">
                <a:srgbClr val="000000">
                  <a:alpha val="17254"/>
                </a:srgbClr>
              </a:outerShdw>
            </a:effectLst>
          </p:spPr>
        </p:pic>
        <p:pic>
          <p:nvPicPr>
            <p:cNvPr id="939" name="Google Shape;939;g2c298da1f27_0_455"/>
            <p:cNvPicPr preferRelativeResize="0"/>
            <p:nvPr/>
          </p:nvPicPr>
          <p:blipFill rotWithShape="1">
            <a:blip r:embed="rId7">
              <a:alphaModFix/>
            </a:blip>
            <a:srcRect l="39" r="37"/>
            <a:stretch/>
          </p:blipFill>
          <p:spPr>
            <a:xfrm>
              <a:off x="4547639" y="2984070"/>
              <a:ext cx="1148707" cy="822955"/>
            </a:xfrm>
            <a:prstGeom prst="rect">
              <a:avLst/>
            </a:prstGeom>
            <a:noFill/>
            <a:ln>
              <a:noFill/>
            </a:ln>
            <a:effectLst>
              <a:outerShdw blurRad="71438" dist="19050" dir="5400000" algn="bl" rotWithShape="0">
                <a:srgbClr val="000000">
                  <a:alpha val="17254"/>
                </a:srgbClr>
              </a:outerShdw>
            </a:effectLst>
          </p:spPr>
        </p:pic>
        <p:pic>
          <p:nvPicPr>
            <p:cNvPr id="940" name="Google Shape;940;g2c298da1f27_0_455"/>
            <p:cNvPicPr preferRelativeResize="0"/>
            <p:nvPr/>
          </p:nvPicPr>
          <p:blipFill rotWithShape="1">
            <a:blip r:embed="rId8">
              <a:alphaModFix/>
            </a:blip>
            <a:srcRect l="189" r="177"/>
            <a:stretch/>
          </p:blipFill>
          <p:spPr>
            <a:xfrm>
              <a:off x="868300" y="2984070"/>
              <a:ext cx="1147320" cy="822956"/>
            </a:xfrm>
            <a:prstGeom prst="rect">
              <a:avLst/>
            </a:prstGeom>
            <a:noFill/>
            <a:ln>
              <a:noFill/>
            </a:ln>
            <a:effectLst>
              <a:outerShdw blurRad="71438" dist="19050" dir="5400000" algn="bl" rotWithShape="0">
                <a:srgbClr val="000000">
                  <a:alpha val="17254"/>
                </a:srgbClr>
              </a:outerShdw>
            </a:effectLst>
          </p:spPr>
        </p:pic>
        <p:pic>
          <p:nvPicPr>
            <p:cNvPr id="941" name="Google Shape;941;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254"/>
                </a:srgbClr>
              </a:outerShdw>
            </a:effectLst>
          </p:spPr>
        </p:pic>
        <p:pic>
          <p:nvPicPr>
            <p:cNvPr id="942" name="Google Shape;942;g2c298da1f27_0_455"/>
            <p:cNvPicPr preferRelativeResize="0"/>
            <p:nvPr/>
          </p:nvPicPr>
          <p:blipFill rotWithShape="1">
            <a:blip r:embed="rId10">
              <a:alphaModFix/>
            </a:blip>
            <a:srcRect l="58" r="58"/>
            <a:stretch/>
          </p:blipFill>
          <p:spPr>
            <a:xfrm>
              <a:off x="868300" y="2053250"/>
              <a:ext cx="1146813" cy="819547"/>
            </a:xfrm>
            <a:prstGeom prst="rect">
              <a:avLst/>
            </a:prstGeom>
            <a:noFill/>
            <a:ln>
              <a:noFill/>
            </a:ln>
            <a:effectLst>
              <a:outerShdw blurRad="71438" dist="19050" dir="5400000" algn="bl" rotWithShape="0">
                <a:srgbClr val="000000">
                  <a:alpha val="17647"/>
                </a:srgbClr>
              </a:outerShdw>
            </a:effectLst>
          </p:spPr>
        </p:pic>
        <p:pic>
          <p:nvPicPr>
            <p:cNvPr id="943" name="Google Shape;943;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7647"/>
                </a:srgbClr>
              </a:outerShdw>
            </a:effectLst>
          </p:spPr>
        </p:pic>
        <p:pic>
          <p:nvPicPr>
            <p:cNvPr id="944" name="Google Shape;944;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7647"/>
                </a:srgbClr>
              </a:outerShdw>
            </a:effectLst>
          </p:spPr>
        </p:pic>
        <p:pic>
          <p:nvPicPr>
            <p:cNvPr id="945" name="Google Shape;945;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7647"/>
                </a:srgbClr>
              </a:outerShdw>
            </a:effectLst>
          </p:spPr>
        </p:pic>
        <p:pic>
          <p:nvPicPr>
            <p:cNvPr id="946" name="Google Shape;946;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7647"/>
                </a:srgbClr>
              </a:outerShdw>
            </a:effectLst>
          </p:spPr>
        </p:pic>
        <p:pic>
          <p:nvPicPr>
            <p:cNvPr id="947" name="Google Shape;947;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7647"/>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pic>
        <p:nvPicPr>
          <p:cNvPr id="953" name="Google Shape;953;g2c298da1f27_1_0"/>
          <p:cNvPicPr preferRelativeResize="0"/>
          <p:nvPr/>
        </p:nvPicPr>
        <p:blipFill rotWithShape="1">
          <a:blip r:embed="rId3">
            <a:alphaModFix/>
          </a:blip>
          <a:srcRect l="189" r="177"/>
          <a:stretch/>
        </p:blipFill>
        <p:spPr>
          <a:xfrm>
            <a:off x="3320730" y="3994495"/>
            <a:ext cx="1148707" cy="822956"/>
          </a:xfrm>
          <a:prstGeom prst="rect">
            <a:avLst/>
          </a:prstGeom>
          <a:noFill/>
          <a:ln>
            <a:noFill/>
          </a:ln>
          <a:effectLst>
            <a:outerShdw blurRad="71438" dist="19050" dir="5400000" algn="bl" rotWithShape="0">
              <a:srgbClr val="000000">
                <a:alpha val="16862"/>
              </a:srgbClr>
            </a:outerShdw>
          </a:effectLst>
        </p:spPr>
      </p:pic>
      <p:sp>
        <p:nvSpPr>
          <p:cNvPr id="954" name="Google Shape;954;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GB" sz="2400" b="0" i="0" u="none" strike="noStrike" cap="none">
                <a:solidFill>
                  <a:srgbClr val="000000"/>
                </a:solidFill>
                <a:latin typeface="Poppins"/>
                <a:ea typeface="Poppins"/>
                <a:cs typeface="Poppins"/>
                <a:sym typeface="Poppins"/>
              </a:rPr>
              <a:t>Review Phase 5 Common Exception Words </a:t>
            </a:r>
            <a:r>
              <a:rPr lang="en-GB" sz="2400" b="0" i="0" u="none" strike="noStrike" cap="none">
                <a:solidFill>
                  <a:srgbClr val="2356AF"/>
                </a:solidFill>
                <a:latin typeface="Poppins"/>
                <a:ea typeface="Poppins"/>
                <a:cs typeface="Poppins"/>
                <a:sym typeface="Poppins"/>
              </a:rPr>
              <a:t>today house mouse hour because Mr Mrs Ms where should could would move use want</a:t>
            </a:r>
            <a:r>
              <a:rPr lang="en-GB"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55" name="Google Shape;955;g2c298da1f27_1_0"/>
          <p:cNvPicPr preferRelativeResize="0"/>
          <p:nvPr/>
        </p:nvPicPr>
        <p:blipFill rotWithShape="1">
          <a:blip r:embed="rId4">
            <a:alphaModFix/>
          </a:blip>
          <a:srcRect l="247" r="237"/>
          <a:stretch/>
        </p:blipFill>
        <p:spPr>
          <a:xfrm>
            <a:off x="868300" y="3994495"/>
            <a:ext cx="1147320" cy="822956"/>
          </a:xfrm>
          <a:prstGeom prst="rect">
            <a:avLst/>
          </a:prstGeom>
          <a:noFill/>
          <a:ln>
            <a:noFill/>
          </a:ln>
          <a:effectLst>
            <a:outerShdw blurRad="71438" dist="19050" dir="5400000" algn="bl" rotWithShape="0">
              <a:srgbClr val="000000">
                <a:alpha val="17254"/>
              </a:srgbClr>
            </a:outerShdw>
          </a:effectLst>
        </p:spPr>
      </p:pic>
      <p:pic>
        <p:nvPicPr>
          <p:cNvPr id="956" name="Google Shape;956;g2c298da1f27_1_0"/>
          <p:cNvPicPr preferRelativeResize="0"/>
          <p:nvPr/>
        </p:nvPicPr>
        <p:blipFill rotWithShape="1">
          <a:blip r:embed="rId5">
            <a:alphaModFix/>
          </a:blip>
          <a:srcRect l="99" r="97"/>
          <a:stretch/>
        </p:blipFill>
        <p:spPr>
          <a:xfrm>
            <a:off x="5774548" y="3060270"/>
            <a:ext cx="1148707" cy="822955"/>
          </a:xfrm>
          <a:prstGeom prst="rect">
            <a:avLst/>
          </a:prstGeom>
          <a:noFill/>
          <a:ln>
            <a:noFill/>
          </a:ln>
          <a:effectLst>
            <a:outerShdw blurRad="71438" dist="19050" dir="5400000" algn="bl" rotWithShape="0">
              <a:srgbClr val="000000">
                <a:alpha val="17254"/>
              </a:srgbClr>
            </a:outerShdw>
          </a:effectLst>
        </p:spPr>
      </p:pic>
      <p:pic>
        <p:nvPicPr>
          <p:cNvPr id="957" name="Google Shape;957;g2c298da1f27_1_0"/>
          <p:cNvPicPr preferRelativeResize="0"/>
          <p:nvPr/>
        </p:nvPicPr>
        <p:blipFill rotWithShape="1">
          <a:blip r:embed="rId6">
            <a:alphaModFix/>
          </a:blip>
          <a:srcRect l="99" r="97"/>
          <a:stretch/>
        </p:blipFill>
        <p:spPr>
          <a:xfrm>
            <a:off x="7001457" y="3060270"/>
            <a:ext cx="1148707" cy="821565"/>
          </a:xfrm>
          <a:prstGeom prst="rect">
            <a:avLst/>
          </a:prstGeom>
          <a:noFill/>
          <a:ln>
            <a:noFill/>
          </a:ln>
          <a:effectLst>
            <a:outerShdw blurRad="71438" dist="19050" dir="5400000" algn="bl" rotWithShape="0">
              <a:srgbClr val="000000">
                <a:alpha val="17254"/>
              </a:srgbClr>
            </a:outerShdw>
          </a:effectLst>
        </p:spPr>
      </p:pic>
      <p:pic>
        <p:nvPicPr>
          <p:cNvPr id="958" name="Google Shape;958;g2c298da1f27_1_0"/>
          <p:cNvPicPr preferRelativeResize="0"/>
          <p:nvPr/>
        </p:nvPicPr>
        <p:blipFill rotWithShape="1">
          <a:blip r:embed="rId7">
            <a:alphaModFix/>
          </a:blip>
          <a:srcRect l="99" r="97"/>
          <a:stretch/>
        </p:blipFill>
        <p:spPr>
          <a:xfrm>
            <a:off x="3320730" y="3060270"/>
            <a:ext cx="1148707" cy="822955"/>
          </a:xfrm>
          <a:prstGeom prst="rect">
            <a:avLst/>
          </a:prstGeom>
          <a:noFill/>
          <a:ln>
            <a:noFill/>
          </a:ln>
          <a:effectLst>
            <a:outerShdw blurRad="71438" dist="19050" dir="5400000" algn="bl" rotWithShape="0">
              <a:srgbClr val="000000">
                <a:alpha val="17254"/>
              </a:srgbClr>
            </a:outerShdw>
          </a:effectLst>
        </p:spPr>
      </p:pic>
      <p:pic>
        <p:nvPicPr>
          <p:cNvPr id="959" name="Google Shape;959;g2c298da1f27_1_0"/>
          <p:cNvPicPr preferRelativeResize="0"/>
          <p:nvPr/>
        </p:nvPicPr>
        <p:blipFill rotWithShape="1">
          <a:blip r:embed="rId8">
            <a:alphaModFix/>
          </a:blip>
          <a:srcRect l="189" r="177"/>
          <a:stretch/>
        </p:blipFill>
        <p:spPr>
          <a:xfrm>
            <a:off x="4547639" y="3060270"/>
            <a:ext cx="1148707" cy="822956"/>
          </a:xfrm>
          <a:prstGeom prst="rect">
            <a:avLst/>
          </a:prstGeom>
          <a:noFill/>
          <a:ln>
            <a:noFill/>
          </a:ln>
          <a:effectLst>
            <a:outerShdw blurRad="71438" dist="19050" dir="5400000" algn="bl" rotWithShape="0">
              <a:srgbClr val="000000">
                <a:alpha val="17254"/>
              </a:srgbClr>
            </a:outerShdw>
          </a:effectLst>
        </p:spPr>
      </p:pic>
      <p:pic>
        <p:nvPicPr>
          <p:cNvPr id="960" name="Google Shape;960;g2c298da1f27_1_0"/>
          <p:cNvPicPr preferRelativeResize="0"/>
          <p:nvPr/>
        </p:nvPicPr>
        <p:blipFill rotWithShape="1">
          <a:blip r:embed="rId9">
            <a:alphaModFix/>
          </a:blip>
          <a:srcRect l="247" r="237"/>
          <a:stretch/>
        </p:blipFill>
        <p:spPr>
          <a:xfrm>
            <a:off x="868300" y="3060270"/>
            <a:ext cx="1147320" cy="822956"/>
          </a:xfrm>
          <a:prstGeom prst="rect">
            <a:avLst/>
          </a:prstGeom>
          <a:noFill/>
          <a:ln>
            <a:noFill/>
          </a:ln>
          <a:effectLst>
            <a:outerShdw blurRad="71438" dist="19050" dir="5400000" algn="bl" rotWithShape="0">
              <a:srgbClr val="000000">
                <a:alpha val="17254"/>
              </a:srgbClr>
            </a:outerShdw>
          </a:effectLst>
        </p:spPr>
      </p:pic>
      <p:pic>
        <p:nvPicPr>
          <p:cNvPr id="961" name="Google Shape;961;g2c298da1f27_1_0"/>
          <p:cNvPicPr preferRelativeResize="0"/>
          <p:nvPr/>
        </p:nvPicPr>
        <p:blipFill rotWithShape="1">
          <a:blip r:embed="rId10">
            <a:alphaModFix/>
          </a:blip>
          <a:srcRect l="99" r="97"/>
          <a:stretch/>
        </p:blipFill>
        <p:spPr>
          <a:xfrm>
            <a:off x="2093821" y="3060270"/>
            <a:ext cx="1148707" cy="821565"/>
          </a:xfrm>
          <a:prstGeom prst="rect">
            <a:avLst/>
          </a:prstGeom>
          <a:noFill/>
          <a:ln>
            <a:noFill/>
          </a:ln>
          <a:effectLst>
            <a:outerShdw blurRad="71438" dist="19050" dir="5400000" algn="bl" rotWithShape="0">
              <a:srgbClr val="000000">
                <a:alpha val="17254"/>
              </a:srgbClr>
            </a:outerShdw>
          </a:effectLst>
        </p:spPr>
      </p:pic>
      <p:pic>
        <p:nvPicPr>
          <p:cNvPr id="962" name="Google Shape;962;g2c298da1f27_1_0"/>
          <p:cNvPicPr preferRelativeResize="0"/>
          <p:nvPr/>
        </p:nvPicPr>
        <p:blipFill rotWithShape="1">
          <a:blip r:embed="rId11">
            <a:alphaModFix/>
          </a:blip>
          <a:srcRect l="58" r="58"/>
          <a:stretch/>
        </p:blipFill>
        <p:spPr>
          <a:xfrm>
            <a:off x="868300" y="2129450"/>
            <a:ext cx="1146813" cy="819547"/>
          </a:xfrm>
          <a:prstGeom prst="rect">
            <a:avLst/>
          </a:prstGeom>
          <a:noFill/>
          <a:ln>
            <a:noFill/>
          </a:ln>
          <a:effectLst>
            <a:outerShdw blurRad="71438" dist="19050" dir="5400000" algn="bl" rotWithShape="0">
              <a:srgbClr val="000000">
                <a:alpha val="17647"/>
              </a:srgbClr>
            </a:outerShdw>
          </a:effectLst>
        </p:spPr>
      </p:pic>
      <p:pic>
        <p:nvPicPr>
          <p:cNvPr id="963" name="Google Shape;963;g2c298da1f27_1_0"/>
          <p:cNvPicPr preferRelativeResize="0"/>
          <p:nvPr/>
        </p:nvPicPr>
        <p:blipFill rotWithShape="1">
          <a:blip r:embed="rId12">
            <a:alphaModFix/>
          </a:blip>
          <a:srcRect l="247" r="237"/>
          <a:stretch/>
        </p:blipFill>
        <p:spPr>
          <a:xfrm>
            <a:off x="2094526" y="2129450"/>
            <a:ext cx="1147320" cy="822956"/>
          </a:xfrm>
          <a:prstGeom prst="rect">
            <a:avLst/>
          </a:prstGeom>
          <a:noFill/>
          <a:ln>
            <a:noFill/>
          </a:ln>
          <a:effectLst>
            <a:outerShdw blurRad="71438" dist="19050" dir="5400000" algn="bl" rotWithShape="0">
              <a:srgbClr val="000000">
                <a:alpha val="17647"/>
              </a:srgbClr>
            </a:outerShdw>
          </a:effectLst>
        </p:spPr>
      </p:pic>
      <p:pic>
        <p:nvPicPr>
          <p:cNvPr id="964" name="Google Shape;964;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7647"/>
              </a:srgbClr>
            </a:outerShdw>
          </a:effectLst>
        </p:spPr>
      </p:pic>
      <p:pic>
        <p:nvPicPr>
          <p:cNvPr id="965" name="Google Shape;965;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7647"/>
              </a:srgbClr>
            </a:outerShdw>
          </a:effectLst>
        </p:spPr>
      </p:pic>
      <p:pic>
        <p:nvPicPr>
          <p:cNvPr id="966" name="Google Shape;966;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7647"/>
              </a:srgbClr>
            </a:outerShdw>
          </a:effectLst>
        </p:spPr>
      </p:pic>
      <p:pic>
        <p:nvPicPr>
          <p:cNvPr id="967" name="Google Shape;967;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7647"/>
              </a:srgbClr>
            </a:outerShdw>
          </a:effectLst>
        </p:spPr>
      </p:pic>
      <p:pic>
        <p:nvPicPr>
          <p:cNvPr id="968" name="Google Shape;968;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GB" sz="2000"/>
              <a:t>Review Phase 5.5 Common Exception Words </a:t>
            </a:r>
            <a:br>
              <a:rPr lang="en-GB" sz="2000"/>
            </a:br>
            <a:r>
              <a:rPr lang="en-GB" sz="2000">
                <a:solidFill>
                  <a:srgbClr val="2356AF"/>
                </a:solidFill>
              </a:rPr>
              <a:t>people wild child mind kind behind eye oh most only both though through who prove shoe beautiful climb Christmas school sugar love money any</a:t>
            </a:r>
            <a:r>
              <a:rPr lang="en-GB" sz="2000"/>
              <a:t>…</a:t>
            </a:r>
            <a:endParaRPr sz="2000"/>
          </a:p>
        </p:txBody>
      </p:sp>
      <p:pic>
        <p:nvPicPr>
          <p:cNvPr id="975" name="Google Shape;975;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254"/>
              </a:srgbClr>
            </a:outerShdw>
          </a:effectLst>
        </p:spPr>
      </p:pic>
      <p:pic>
        <p:nvPicPr>
          <p:cNvPr id="976" name="Google Shape;976;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254"/>
              </a:srgbClr>
            </a:outerShdw>
          </a:effectLst>
        </p:spPr>
      </p:pic>
      <p:pic>
        <p:nvPicPr>
          <p:cNvPr id="977" name="Google Shape;977;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254"/>
              </a:srgbClr>
            </a:outerShdw>
          </a:effectLst>
        </p:spPr>
      </p:pic>
      <p:pic>
        <p:nvPicPr>
          <p:cNvPr id="978" name="Google Shape;978;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254"/>
              </a:srgbClr>
            </a:outerShdw>
          </a:effectLst>
        </p:spPr>
      </p:pic>
      <p:pic>
        <p:nvPicPr>
          <p:cNvPr id="979" name="Google Shape;979;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254"/>
              </a:srgbClr>
            </a:outerShdw>
          </a:effectLst>
        </p:spPr>
      </p:pic>
      <p:pic>
        <p:nvPicPr>
          <p:cNvPr id="980" name="Google Shape;980;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254"/>
              </a:srgbClr>
            </a:outerShdw>
          </a:effectLst>
        </p:spPr>
      </p:pic>
      <p:pic>
        <p:nvPicPr>
          <p:cNvPr id="981" name="Google Shape;981;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254"/>
              </a:srgbClr>
            </a:outerShdw>
          </a:effectLst>
        </p:spPr>
      </p:pic>
      <p:pic>
        <p:nvPicPr>
          <p:cNvPr id="982" name="Google Shape;982;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254"/>
              </a:srgbClr>
            </a:outerShdw>
          </a:effectLst>
        </p:spPr>
      </p:pic>
      <p:pic>
        <p:nvPicPr>
          <p:cNvPr id="983" name="Google Shape;983;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254"/>
              </a:srgbClr>
            </a:outerShdw>
          </a:effectLst>
        </p:spPr>
      </p:pic>
      <p:pic>
        <p:nvPicPr>
          <p:cNvPr id="984" name="Google Shape;984;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254"/>
              </a:srgbClr>
            </a:outerShdw>
          </a:effectLst>
        </p:spPr>
      </p:pic>
      <p:pic>
        <p:nvPicPr>
          <p:cNvPr id="985" name="Google Shape;985;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254"/>
              </a:srgbClr>
            </a:outerShdw>
          </a:effectLst>
        </p:spPr>
      </p:pic>
      <p:pic>
        <p:nvPicPr>
          <p:cNvPr id="986" name="Google Shape;986;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254"/>
              </a:srgbClr>
            </a:outerShdw>
          </a:effectLst>
        </p:spPr>
      </p:pic>
      <p:pic>
        <p:nvPicPr>
          <p:cNvPr id="987" name="Google Shape;987;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254"/>
              </a:srgbClr>
            </a:outerShdw>
          </a:effectLst>
        </p:spPr>
      </p:pic>
      <p:pic>
        <p:nvPicPr>
          <p:cNvPr id="988" name="Google Shape;988;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254"/>
              </a:srgbClr>
            </a:outerShdw>
          </a:effectLst>
        </p:spPr>
      </p:pic>
      <p:pic>
        <p:nvPicPr>
          <p:cNvPr id="989" name="Google Shape;989;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254"/>
              </a:srgbClr>
            </a:outerShdw>
          </a:effectLst>
        </p:spPr>
      </p:pic>
      <p:pic>
        <p:nvPicPr>
          <p:cNvPr id="990" name="Google Shape;990;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254"/>
              </a:srgbClr>
            </a:outerShdw>
          </a:effectLst>
        </p:spPr>
      </p:pic>
      <p:pic>
        <p:nvPicPr>
          <p:cNvPr id="991" name="Google Shape;991;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254"/>
              </a:srgbClr>
            </a:outerShdw>
          </a:effectLst>
        </p:spPr>
      </p:pic>
      <p:pic>
        <p:nvPicPr>
          <p:cNvPr id="992" name="Google Shape;992;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254"/>
              </a:srgbClr>
            </a:outerShdw>
          </a:effectLst>
        </p:spPr>
      </p:pic>
      <p:pic>
        <p:nvPicPr>
          <p:cNvPr id="993" name="Google Shape;993;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254"/>
              </a:srgbClr>
            </a:outerShdw>
          </a:effectLst>
        </p:spPr>
      </p:pic>
      <p:pic>
        <p:nvPicPr>
          <p:cNvPr id="994" name="Google Shape;994;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254"/>
              </a:srgbClr>
            </a:outerShdw>
          </a:effectLst>
        </p:spPr>
      </p:pic>
      <p:pic>
        <p:nvPicPr>
          <p:cNvPr id="995" name="Google Shape;995;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254"/>
              </a:srgbClr>
            </a:outerShdw>
          </a:effectLst>
        </p:spPr>
      </p:pic>
      <p:pic>
        <p:nvPicPr>
          <p:cNvPr id="996" name="Google Shape;996;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254"/>
              </a:srgbClr>
            </a:outerShdw>
          </a:effectLst>
        </p:spPr>
      </p:pic>
      <p:pic>
        <p:nvPicPr>
          <p:cNvPr id="997" name="Google Shape;997;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254"/>
              </a:srgbClr>
            </a:outerShdw>
          </a:effectLst>
        </p:spPr>
      </p:pic>
      <p:pic>
        <p:nvPicPr>
          <p:cNvPr id="998" name="Google Shape;998;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GB" sz="2000">
                <a:solidFill>
                  <a:schemeClr val="dk1"/>
                </a:solidFill>
              </a:rPr>
              <a:t>…</a:t>
            </a:r>
            <a:r>
              <a:rPr lang="en-GB" sz="2000">
                <a:solidFill>
                  <a:srgbClr val="2356AF"/>
                </a:solidFill>
              </a:rPr>
              <a:t>many friend very busy pretty once please asked bath path fast class after half</a:t>
            </a:r>
            <a:r>
              <a:rPr lang="en-GB" sz="2000"/>
              <a:t>.</a:t>
            </a:r>
            <a:endParaRPr sz="2000"/>
          </a:p>
        </p:txBody>
      </p:sp>
      <p:pic>
        <p:nvPicPr>
          <p:cNvPr id="1005" name="Google Shape;1005;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254"/>
              </a:srgbClr>
            </a:outerShdw>
          </a:effectLst>
        </p:spPr>
      </p:pic>
      <p:pic>
        <p:nvPicPr>
          <p:cNvPr id="1006" name="Google Shape;1006;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254"/>
              </a:srgbClr>
            </a:outerShdw>
          </a:effectLst>
        </p:spPr>
      </p:pic>
      <p:pic>
        <p:nvPicPr>
          <p:cNvPr id="1007" name="Google Shape;1007;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254"/>
              </a:srgbClr>
            </a:outerShdw>
          </a:effectLst>
        </p:spPr>
      </p:pic>
      <p:pic>
        <p:nvPicPr>
          <p:cNvPr id="1008" name="Google Shape;1008;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254"/>
              </a:srgbClr>
            </a:outerShdw>
          </a:effectLst>
        </p:spPr>
      </p:pic>
      <p:pic>
        <p:nvPicPr>
          <p:cNvPr id="1009" name="Google Shape;1009;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254"/>
              </a:srgbClr>
            </a:outerShdw>
          </a:effectLst>
        </p:spPr>
      </p:pic>
      <p:pic>
        <p:nvPicPr>
          <p:cNvPr id="1010" name="Google Shape;1010;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254"/>
              </a:srgbClr>
            </a:outerShdw>
          </a:effectLst>
        </p:spPr>
      </p:pic>
      <p:pic>
        <p:nvPicPr>
          <p:cNvPr id="1011" name="Google Shape;1011;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254"/>
              </a:srgbClr>
            </a:outerShdw>
          </a:effectLst>
        </p:spPr>
      </p:pic>
      <p:pic>
        <p:nvPicPr>
          <p:cNvPr id="1012" name="Google Shape;1012;g2cdbdd193bb_0_376"/>
          <p:cNvPicPr preferRelativeResize="0"/>
          <p:nvPr/>
        </p:nvPicPr>
        <p:blipFill rotWithShape="1">
          <a:blip r:embed="rId10">
            <a:alphaModFix/>
          </a:blip>
          <a:srcRect/>
          <a:stretch/>
        </p:blipFill>
        <p:spPr>
          <a:xfrm>
            <a:off x="2094526" y="3060070"/>
            <a:ext cx="1146871" cy="818582"/>
          </a:xfrm>
          <a:prstGeom prst="rect">
            <a:avLst/>
          </a:prstGeom>
          <a:noFill/>
          <a:ln>
            <a:noFill/>
          </a:ln>
          <a:effectLst>
            <a:outerShdw blurRad="71438" dist="19050" dir="5400000" algn="bl" rotWithShape="0">
              <a:srgbClr val="000000">
                <a:alpha val="17254"/>
              </a:srgbClr>
            </a:outerShdw>
          </a:effectLst>
        </p:spPr>
      </p:pic>
      <p:pic>
        <p:nvPicPr>
          <p:cNvPr id="1013" name="Google Shape;1013;g2cdbdd193bb_0_376"/>
          <p:cNvPicPr preferRelativeResize="0"/>
          <p:nvPr/>
        </p:nvPicPr>
        <p:blipFill rotWithShape="1">
          <a:blip r:embed="rId11">
            <a:alphaModFix/>
          </a:blip>
          <a:srcRect/>
          <a:stretch/>
        </p:blipFill>
        <p:spPr>
          <a:xfrm>
            <a:off x="3321259" y="3060070"/>
            <a:ext cx="1146871" cy="818582"/>
          </a:xfrm>
          <a:prstGeom prst="rect">
            <a:avLst/>
          </a:prstGeom>
          <a:noFill/>
          <a:ln>
            <a:noFill/>
          </a:ln>
          <a:effectLst>
            <a:outerShdw blurRad="71438" dist="19050" dir="5400000" algn="bl" rotWithShape="0">
              <a:srgbClr val="000000">
                <a:alpha val="17254"/>
              </a:srgbClr>
            </a:outerShdw>
          </a:effectLst>
        </p:spPr>
      </p:pic>
      <p:pic>
        <p:nvPicPr>
          <p:cNvPr id="1014" name="Google Shape;1014;g2cdbdd193bb_0_376"/>
          <p:cNvPicPr preferRelativeResize="0"/>
          <p:nvPr/>
        </p:nvPicPr>
        <p:blipFill rotWithShape="1">
          <a:blip r:embed="rId12">
            <a:alphaModFix/>
          </a:blip>
          <a:srcRect/>
          <a:stretch/>
        </p:blipFill>
        <p:spPr>
          <a:xfrm>
            <a:off x="4547991" y="3060070"/>
            <a:ext cx="1146871" cy="819967"/>
          </a:xfrm>
          <a:prstGeom prst="rect">
            <a:avLst/>
          </a:prstGeom>
          <a:noFill/>
          <a:ln>
            <a:noFill/>
          </a:ln>
          <a:effectLst>
            <a:outerShdw blurRad="71438" dist="19050" dir="5400000" algn="bl" rotWithShape="0">
              <a:srgbClr val="000000">
                <a:alpha val="17254"/>
              </a:srgbClr>
            </a:outerShdw>
          </a:effectLst>
        </p:spPr>
      </p:pic>
      <p:pic>
        <p:nvPicPr>
          <p:cNvPr id="1015" name="Google Shape;1015;g2cdbdd193bb_0_376"/>
          <p:cNvPicPr preferRelativeResize="0"/>
          <p:nvPr/>
        </p:nvPicPr>
        <p:blipFill rotWithShape="1">
          <a:blip r:embed="rId13">
            <a:alphaModFix/>
          </a:blip>
          <a:srcRect/>
          <a:stretch/>
        </p:blipFill>
        <p:spPr>
          <a:xfrm>
            <a:off x="5774724" y="3060070"/>
            <a:ext cx="1146871" cy="818582"/>
          </a:xfrm>
          <a:prstGeom prst="rect">
            <a:avLst/>
          </a:prstGeom>
          <a:noFill/>
          <a:ln>
            <a:noFill/>
          </a:ln>
          <a:effectLst>
            <a:outerShdw blurRad="71438" dist="19050" dir="5400000" algn="bl" rotWithShape="0">
              <a:srgbClr val="000000">
                <a:alpha val="17254"/>
              </a:srgbClr>
            </a:outerShdw>
          </a:effectLst>
        </p:spPr>
      </p:pic>
      <p:pic>
        <p:nvPicPr>
          <p:cNvPr id="1016" name="Google Shape;1016;g2cdbdd193bb_0_376"/>
          <p:cNvPicPr preferRelativeResize="0"/>
          <p:nvPr/>
        </p:nvPicPr>
        <p:blipFill rotWithShape="1">
          <a:blip r:embed="rId14">
            <a:alphaModFix/>
          </a:blip>
          <a:srcRect/>
          <a:stretch/>
        </p:blipFill>
        <p:spPr>
          <a:xfrm>
            <a:off x="7001902" y="3060070"/>
            <a:ext cx="1146871" cy="819967"/>
          </a:xfrm>
          <a:prstGeom prst="rect">
            <a:avLst/>
          </a:prstGeom>
          <a:noFill/>
          <a:ln>
            <a:noFill/>
          </a:ln>
          <a:effectLst>
            <a:outerShdw blurRad="71438" dist="19050" dir="5400000" algn="bl" rotWithShape="0">
              <a:srgbClr val="000000">
                <a:alpha val="17254"/>
              </a:srgbClr>
            </a:outerShdw>
          </a:effectLst>
        </p:spPr>
      </p:pic>
      <p:pic>
        <p:nvPicPr>
          <p:cNvPr id="1017" name="Google Shape;1017;g2cdbdd193bb_0_376"/>
          <p:cNvPicPr preferRelativeResize="0"/>
          <p:nvPr/>
        </p:nvPicPr>
        <p:blipFill rotWithShape="1">
          <a:blip r:embed="rId15">
            <a:alphaModFix/>
          </a:blip>
          <a:srcRect/>
          <a:stretch/>
        </p:blipFill>
        <p:spPr>
          <a:xfrm>
            <a:off x="867797" y="3995098"/>
            <a:ext cx="1146871" cy="819967"/>
          </a:xfrm>
          <a:prstGeom prst="rect">
            <a:avLst/>
          </a:prstGeom>
          <a:noFill/>
          <a:ln>
            <a:noFill/>
          </a:ln>
          <a:effectLst>
            <a:outerShdw blurRad="71438" dist="19050" dir="5400000" algn="bl" rotWithShape="0">
              <a:srgbClr val="000000">
                <a:alpha val="17254"/>
              </a:srgbClr>
            </a:outerShdw>
          </a:effectLst>
        </p:spPr>
      </p:pic>
      <p:pic>
        <p:nvPicPr>
          <p:cNvPr id="1018" name="Google Shape;1018;g2cdbdd193bb_0_376"/>
          <p:cNvPicPr preferRelativeResize="0"/>
          <p:nvPr/>
        </p:nvPicPr>
        <p:blipFill rotWithShape="1">
          <a:blip r:embed="rId16">
            <a:alphaModFix/>
          </a:blip>
          <a:srcRect/>
          <a:stretch/>
        </p:blipFill>
        <p:spPr>
          <a:xfrm>
            <a:off x="2094526" y="3995098"/>
            <a:ext cx="1146871" cy="818582"/>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31d164da225_0_3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GB" sz="2000"/>
              <a:t>Teach Homophones: </a:t>
            </a:r>
            <a:br>
              <a:rPr lang="en-GB" sz="2000"/>
            </a:br>
            <a:r>
              <a:rPr lang="en-GB" sz="2000">
                <a:solidFill>
                  <a:srgbClr val="2356AF"/>
                </a:solidFill>
              </a:rPr>
              <a:t>aunt / aren’t</a:t>
            </a:r>
            <a:r>
              <a:rPr lang="en-GB" sz="2000"/>
              <a:t>.</a:t>
            </a:r>
            <a:endParaRPr sz="2000"/>
          </a:p>
        </p:txBody>
      </p:sp>
      <p:pic>
        <p:nvPicPr>
          <p:cNvPr id="1025" name="Google Shape;1025;g31d164da225_0_39"/>
          <p:cNvPicPr preferRelativeResize="0"/>
          <p:nvPr/>
        </p:nvPicPr>
        <p:blipFill>
          <a:blip r:embed="rId3">
            <a:alphaModFix/>
          </a:blip>
          <a:stretch>
            <a:fillRect/>
          </a:stretch>
        </p:blipFill>
        <p:spPr>
          <a:xfrm>
            <a:off x="2009300" y="2123725"/>
            <a:ext cx="5125400" cy="256270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31d164da225_0_73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JN686</a:t>
            </a:r>
            <a:endParaRPr dirty="0"/>
          </a:p>
        </p:txBody>
      </p:sp>
      <p:sp>
        <p:nvSpPr>
          <p:cNvPr id="1032" name="Google Shape;1032;g31d164da225_0_73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GB"/>
              <a:t>Review Grapheme Captions</a:t>
            </a:r>
            <a:endParaRPr/>
          </a:p>
        </p:txBody>
      </p:sp>
      <p:sp>
        <p:nvSpPr>
          <p:cNvPr id="1033" name="Google Shape;1033;g31d164da225_0_73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FRONT</a:t>
            </a:r>
            <a:endParaRPr/>
          </a:p>
        </p:txBody>
      </p:sp>
      <p:pic>
        <p:nvPicPr>
          <p:cNvPr id="1034" name="Google Shape;1034;g31d164da225_0_737"/>
          <p:cNvPicPr preferRelativeResize="0"/>
          <p:nvPr/>
        </p:nvPicPr>
        <p:blipFill rotWithShape="1">
          <a:blip r:embed="rId3">
            <a:alphaModFix/>
          </a:blip>
          <a:srcRect l="79" r="79"/>
          <a:stretch/>
        </p:blipFill>
        <p:spPr>
          <a:xfrm>
            <a:off x="1200175" y="1710048"/>
            <a:ext cx="2121099" cy="3002275"/>
          </a:xfrm>
          <a:prstGeom prst="rect">
            <a:avLst/>
          </a:prstGeom>
          <a:noFill/>
          <a:ln>
            <a:noFill/>
          </a:ln>
          <a:effectLst>
            <a:outerShdw blurRad="71438" dist="28575" dir="5400000" algn="bl" rotWithShape="0">
              <a:srgbClr val="000000">
                <a:alpha val="15290"/>
              </a:srgbClr>
            </a:outerShdw>
          </a:effectLst>
        </p:spPr>
      </p:pic>
      <p:pic>
        <p:nvPicPr>
          <p:cNvPr id="1035" name="Google Shape;1035;g31d164da225_0_737"/>
          <p:cNvPicPr preferRelativeResize="0"/>
          <p:nvPr/>
        </p:nvPicPr>
        <p:blipFill rotWithShape="1">
          <a:blip r:embed="rId4">
            <a:alphaModFix/>
          </a:blip>
          <a:srcRect l="19" r="29"/>
          <a:stretch/>
        </p:blipFill>
        <p:spPr>
          <a:xfrm>
            <a:off x="3511463" y="1710048"/>
            <a:ext cx="2121099" cy="3002274"/>
          </a:xfrm>
          <a:prstGeom prst="rect">
            <a:avLst/>
          </a:prstGeom>
          <a:noFill/>
          <a:ln>
            <a:noFill/>
          </a:ln>
          <a:effectLst>
            <a:outerShdw blurRad="71438" dist="28575" dir="5400000" algn="bl" rotWithShape="0">
              <a:srgbClr val="000000">
                <a:alpha val="15290"/>
              </a:srgbClr>
            </a:outerShdw>
          </a:effectLst>
        </p:spPr>
      </p:pic>
      <p:pic>
        <p:nvPicPr>
          <p:cNvPr id="1036" name="Google Shape;1036;g31d164da225_0_737"/>
          <p:cNvPicPr preferRelativeResize="0"/>
          <p:nvPr/>
        </p:nvPicPr>
        <p:blipFill rotWithShape="1">
          <a:blip r:embed="rId5">
            <a:alphaModFix/>
          </a:blip>
          <a:srcRect l="79" r="79"/>
          <a:stretch/>
        </p:blipFill>
        <p:spPr>
          <a:xfrm>
            <a:off x="5822763" y="1710048"/>
            <a:ext cx="2121099" cy="3002275"/>
          </a:xfrm>
          <a:prstGeom prst="rect">
            <a:avLst/>
          </a:prstGeom>
          <a:noFill/>
          <a:ln>
            <a:noFill/>
          </a:ln>
          <a:effectLst>
            <a:outerShdw blurRad="71438" dist="28575" dir="5400000" algn="bl" rotWithShape="0">
              <a:srgbClr val="000000">
                <a:alpha val="15290"/>
              </a:srgbClr>
            </a:outerShdw>
          </a:effectLst>
        </p:spPr>
      </p:pic>
      <p:sp>
        <p:nvSpPr>
          <p:cNvPr id="1037" name="Google Shape;1037;g31d164da225_0_737"/>
          <p:cNvSpPr txBox="1">
            <a:spLocks noGrp="1"/>
          </p:cNvSpPr>
          <p:nvPr>
            <p:ph type="subTitle" idx="2"/>
          </p:nvPr>
        </p:nvSpPr>
        <p:spPr>
          <a:xfrm>
            <a:off x="1360500" y="5233050"/>
            <a:ext cx="6423000" cy="369300"/>
          </a:xfrm>
          <a:prstGeom prst="rect">
            <a:avLst/>
          </a:prstGeom>
        </p:spPr>
        <p:txBody>
          <a:bodyPr spcFirstLastPara="1" wrap="square" lIns="91425" tIns="45700" rIns="91425" bIns="45700" anchor="ctr" anchorCtr="0">
            <a:normAutofit/>
          </a:bodyPr>
          <a:lstStyle/>
          <a:p>
            <a:pPr marL="0" lvl="0" indent="0" algn="ctr" rtl="0">
              <a:spcBef>
                <a:spcPts val="1000"/>
              </a:spcBef>
              <a:spcAft>
                <a:spcPts val="0"/>
              </a:spcAft>
              <a:buNone/>
            </a:pPr>
            <a:r>
              <a:rPr lang="en-GB"/>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31d164da225_0_75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JN686</a:t>
            </a:r>
            <a:endParaRPr dirty="0"/>
          </a:p>
        </p:txBody>
      </p:sp>
      <p:sp>
        <p:nvSpPr>
          <p:cNvPr id="1044" name="Google Shape;1044;g31d164da225_0_75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GB"/>
              <a:t>Review Grapheme Captions</a:t>
            </a:r>
            <a:endParaRPr/>
          </a:p>
        </p:txBody>
      </p:sp>
      <p:sp>
        <p:nvSpPr>
          <p:cNvPr id="1045" name="Google Shape;1045;g31d164da225_0_75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BACK</a:t>
            </a:r>
            <a:endParaRPr/>
          </a:p>
        </p:txBody>
      </p:sp>
      <p:pic>
        <p:nvPicPr>
          <p:cNvPr id="1046" name="Google Shape;1046;g31d164da225_0_750"/>
          <p:cNvPicPr preferRelativeResize="0"/>
          <p:nvPr/>
        </p:nvPicPr>
        <p:blipFill rotWithShape="1">
          <a:blip r:embed="rId3">
            <a:alphaModFix/>
          </a:blip>
          <a:srcRect l="79" r="79"/>
          <a:stretch/>
        </p:blipFill>
        <p:spPr>
          <a:xfrm>
            <a:off x="1200175" y="1710048"/>
            <a:ext cx="2121099" cy="3002275"/>
          </a:xfrm>
          <a:prstGeom prst="rect">
            <a:avLst/>
          </a:prstGeom>
          <a:noFill/>
          <a:ln>
            <a:noFill/>
          </a:ln>
          <a:effectLst>
            <a:outerShdw blurRad="71438" dist="28575" dir="5400000" algn="bl" rotWithShape="0">
              <a:srgbClr val="000000">
                <a:alpha val="15290"/>
              </a:srgbClr>
            </a:outerShdw>
          </a:effectLst>
        </p:spPr>
      </p:pic>
      <p:pic>
        <p:nvPicPr>
          <p:cNvPr id="1047" name="Google Shape;1047;g31d164da225_0_750"/>
          <p:cNvPicPr preferRelativeResize="0"/>
          <p:nvPr/>
        </p:nvPicPr>
        <p:blipFill rotWithShape="1">
          <a:blip r:embed="rId4">
            <a:alphaModFix/>
          </a:blip>
          <a:srcRect l="19" r="29"/>
          <a:stretch/>
        </p:blipFill>
        <p:spPr>
          <a:xfrm>
            <a:off x="3511463" y="1710048"/>
            <a:ext cx="2121099" cy="3002274"/>
          </a:xfrm>
          <a:prstGeom prst="rect">
            <a:avLst/>
          </a:prstGeom>
          <a:noFill/>
          <a:ln>
            <a:noFill/>
          </a:ln>
          <a:effectLst>
            <a:outerShdw blurRad="71438" dist="28575" dir="5400000" algn="bl" rotWithShape="0">
              <a:srgbClr val="000000">
                <a:alpha val="15290"/>
              </a:srgbClr>
            </a:outerShdw>
          </a:effectLst>
        </p:spPr>
      </p:pic>
      <p:pic>
        <p:nvPicPr>
          <p:cNvPr id="1048" name="Google Shape;1048;g31d164da225_0_750"/>
          <p:cNvPicPr preferRelativeResize="0"/>
          <p:nvPr/>
        </p:nvPicPr>
        <p:blipFill rotWithShape="1">
          <a:blip r:embed="rId5">
            <a:alphaModFix/>
          </a:blip>
          <a:srcRect l="79" r="79"/>
          <a:stretch/>
        </p:blipFill>
        <p:spPr>
          <a:xfrm>
            <a:off x="5822763" y="1710048"/>
            <a:ext cx="2121099" cy="3002275"/>
          </a:xfrm>
          <a:prstGeom prst="rect">
            <a:avLst/>
          </a:prstGeom>
          <a:noFill/>
          <a:ln>
            <a:noFill/>
          </a:ln>
          <a:effectLst>
            <a:outerShdw blurRad="71438" dist="28575" dir="5400000" algn="bl" rotWithShape="0">
              <a:srgbClr val="000000">
                <a:alpha val="15290"/>
              </a:srgbClr>
            </a:outerShdw>
          </a:effectLst>
        </p:spPr>
      </p:pic>
      <p:sp>
        <p:nvSpPr>
          <p:cNvPr id="1049" name="Google Shape;1049;g31d164da225_0_750"/>
          <p:cNvSpPr txBox="1">
            <a:spLocks noGrp="1"/>
          </p:cNvSpPr>
          <p:nvPr>
            <p:ph type="subTitle" idx="2"/>
          </p:nvPr>
        </p:nvSpPr>
        <p:spPr>
          <a:xfrm>
            <a:off x="1360500" y="5233050"/>
            <a:ext cx="6423000" cy="369300"/>
          </a:xfrm>
          <a:prstGeom prst="rect">
            <a:avLst/>
          </a:prstGeom>
        </p:spPr>
        <p:txBody>
          <a:bodyPr spcFirstLastPara="1" wrap="square" lIns="91425" tIns="45700" rIns="91425" bIns="45700" anchor="ctr" anchorCtr="0">
            <a:normAutofit/>
          </a:bodyPr>
          <a:lstStyle/>
          <a:p>
            <a:pPr marL="0" lvl="0" indent="0" algn="ctr" rtl="0">
              <a:spcBef>
                <a:spcPts val="1000"/>
              </a:spcBef>
              <a:spcAft>
                <a:spcPts val="0"/>
              </a:spcAft>
              <a:buNone/>
            </a:pPr>
            <a:r>
              <a:rPr lang="en-GB"/>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31d164da225_0_76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JN689</a:t>
            </a:r>
            <a:endParaRPr dirty="0"/>
          </a:p>
        </p:txBody>
      </p:sp>
      <p:sp>
        <p:nvSpPr>
          <p:cNvPr id="1056" name="Google Shape;1056;g31d164da225_0_76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Build a Decodable Word</a:t>
            </a:r>
            <a:endParaRPr/>
          </a:p>
        </p:txBody>
      </p:sp>
      <p:sp>
        <p:nvSpPr>
          <p:cNvPr id="1057" name="Google Shape;1057;g31d164da225_0_76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BACK</a:t>
            </a:r>
            <a:endParaRPr/>
          </a:p>
        </p:txBody>
      </p:sp>
      <p:pic>
        <p:nvPicPr>
          <p:cNvPr id="1058" name="Google Shape;1058;g31d164da225_0_763"/>
          <p:cNvPicPr preferRelativeResize="0"/>
          <p:nvPr/>
        </p:nvPicPr>
        <p:blipFill rotWithShape="1">
          <a:blip r:embed="rId3">
            <a:alphaModFix/>
          </a:blip>
          <a:srcRect l="149" r="159"/>
          <a:stretch/>
        </p:blipFill>
        <p:spPr>
          <a:xfrm>
            <a:off x="1698275" y="1558575"/>
            <a:ext cx="2795091" cy="3357851"/>
          </a:xfrm>
          <a:prstGeom prst="rect">
            <a:avLst/>
          </a:prstGeom>
          <a:noFill/>
          <a:ln>
            <a:noFill/>
          </a:ln>
          <a:effectLst>
            <a:outerShdw blurRad="114300" dist="19050" dir="5400000" algn="bl" rotWithShape="0">
              <a:srgbClr val="000000">
                <a:alpha val="20000"/>
              </a:srgbClr>
            </a:outerShdw>
          </a:effectLst>
        </p:spPr>
      </p:pic>
      <p:pic>
        <p:nvPicPr>
          <p:cNvPr id="1059" name="Google Shape;1059;g31d164da225_0_763"/>
          <p:cNvPicPr preferRelativeResize="0"/>
          <p:nvPr/>
        </p:nvPicPr>
        <p:blipFill rotWithShape="1">
          <a:blip r:embed="rId4">
            <a:alphaModFix/>
          </a:blip>
          <a:srcRect l="149" r="159"/>
          <a:stretch/>
        </p:blipFill>
        <p:spPr>
          <a:xfrm>
            <a:off x="4650634" y="1558575"/>
            <a:ext cx="2795091" cy="3357851"/>
          </a:xfrm>
          <a:prstGeom prst="rect">
            <a:avLst/>
          </a:prstGeom>
          <a:noFill/>
          <a:ln>
            <a:noFill/>
          </a:ln>
          <a:effectLst>
            <a:outerShdw blurRad="114300" dist="19050" dir="5400000" algn="bl" rotWithShape="0">
              <a:srgbClr val="000000">
                <a:alpha val="20000"/>
              </a:srgbClr>
            </a:outerShdw>
          </a:effectLst>
        </p:spPr>
      </p:pic>
      <p:sp>
        <p:nvSpPr>
          <p:cNvPr id="1060" name="Google Shape;1060;g31d164da225_0_763"/>
          <p:cNvSpPr txBox="1">
            <a:spLocks noGrp="1"/>
          </p:cNvSpPr>
          <p:nvPr>
            <p:ph type="subTitle" idx="2"/>
          </p:nvPr>
        </p:nvSpPr>
        <p:spPr>
          <a:xfrm>
            <a:off x="1360500" y="5233050"/>
            <a:ext cx="6423000" cy="369300"/>
          </a:xfrm>
          <a:prstGeom prst="rect">
            <a:avLst/>
          </a:prstGeom>
        </p:spPr>
        <p:txBody>
          <a:bodyPr spcFirstLastPara="1" wrap="square" lIns="91425" tIns="45700" rIns="91425" bIns="45700" anchor="ctr" anchorCtr="0">
            <a:normAutofit/>
          </a:bodyPr>
          <a:lstStyle/>
          <a:p>
            <a:pPr marL="0" lvl="0" indent="0" algn="ctr" rtl="0">
              <a:spcBef>
                <a:spcPts val="1000"/>
              </a:spcBef>
              <a:spcAft>
                <a:spcPts val="0"/>
              </a:spcAft>
              <a:buNone/>
            </a:pPr>
            <a:r>
              <a:rPr lang="en-GB"/>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31d164da225_0_7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JN689</a:t>
            </a:r>
            <a:endParaRPr dirty="0"/>
          </a:p>
        </p:txBody>
      </p:sp>
      <p:sp>
        <p:nvSpPr>
          <p:cNvPr id="1067" name="Google Shape;1067;g31d164da225_0_77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Build a Decodable Word</a:t>
            </a:r>
            <a:endParaRPr/>
          </a:p>
        </p:txBody>
      </p:sp>
      <p:sp>
        <p:nvSpPr>
          <p:cNvPr id="1068" name="Google Shape;1068;g31d164da225_0_77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FRONT</a:t>
            </a:r>
            <a:endParaRPr/>
          </a:p>
        </p:txBody>
      </p:sp>
      <p:sp>
        <p:nvSpPr>
          <p:cNvPr id="1069" name="Google Shape;1069;g31d164da225_0_774"/>
          <p:cNvSpPr txBox="1">
            <a:spLocks noGrp="1"/>
          </p:cNvSpPr>
          <p:nvPr>
            <p:ph type="subTitle" idx="2"/>
          </p:nvPr>
        </p:nvSpPr>
        <p:spPr>
          <a:xfrm>
            <a:off x="1360500" y="5233050"/>
            <a:ext cx="6423000" cy="369300"/>
          </a:xfrm>
          <a:prstGeom prst="rect">
            <a:avLst/>
          </a:prstGeom>
        </p:spPr>
        <p:txBody>
          <a:bodyPr spcFirstLastPara="1" wrap="square" lIns="91425" tIns="45700" rIns="91425" bIns="45700" anchor="ctr" anchorCtr="0">
            <a:normAutofit/>
          </a:bodyPr>
          <a:lstStyle/>
          <a:p>
            <a:pPr marL="0" lvl="0" indent="0" algn="ctr" rtl="0">
              <a:spcBef>
                <a:spcPts val="1000"/>
              </a:spcBef>
              <a:spcAft>
                <a:spcPts val="0"/>
              </a:spcAft>
              <a:buNone/>
            </a:pPr>
            <a:r>
              <a:rPr lang="en-GB"/>
              <a:t> </a:t>
            </a:r>
            <a:endParaRPr/>
          </a:p>
        </p:txBody>
      </p:sp>
      <p:pic>
        <p:nvPicPr>
          <p:cNvPr id="1070" name="Google Shape;1070;g31d164da225_0_774"/>
          <p:cNvPicPr preferRelativeResize="0"/>
          <p:nvPr/>
        </p:nvPicPr>
        <p:blipFill rotWithShape="1">
          <a:blip r:embed="rId3">
            <a:alphaModFix/>
          </a:blip>
          <a:srcRect l="149" r="159"/>
          <a:stretch/>
        </p:blipFill>
        <p:spPr>
          <a:xfrm>
            <a:off x="1698275" y="1558575"/>
            <a:ext cx="2795091" cy="3357851"/>
          </a:xfrm>
          <a:prstGeom prst="rect">
            <a:avLst/>
          </a:prstGeom>
          <a:noFill/>
          <a:ln>
            <a:noFill/>
          </a:ln>
          <a:effectLst>
            <a:outerShdw blurRad="114300" dist="19050" dir="5400000" algn="bl" rotWithShape="0">
              <a:srgbClr val="000000">
                <a:alpha val="20000"/>
              </a:srgbClr>
            </a:outerShdw>
          </a:effectLst>
        </p:spPr>
      </p:pic>
      <p:pic>
        <p:nvPicPr>
          <p:cNvPr id="1071" name="Google Shape;1071;g31d164da225_0_774"/>
          <p:cNvPicPr preferRelativeResize="0"/>
          <p:nvPr/>
        </p:nvPicPr>
        <p:blipFill rotWithShape="1">
          <a:blip r:embed="rId4">
            <a:alphaModFix/>
          </a:blip>
          <a:srcRect l="149" r="159"/>
          <a:stretch/>
        </p:blipFill>
        <p:spPr>
          <a:xfrm>
            <a:off x="4650634" y="1558575"/>
            <a:ext cx="2795091" cy="33578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31d164da225_0_7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JN692</a:t>
            </a:r>
            <a:endParaRPr dirty="0"/>
          </a:p>
        </p:txBody>
      </p:sp>
      <p:sp>
        <p:nvSpPr>
          <p:cNvPr id="1078" name="Google Shape;1078;g31d164da225_0_7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Practise with Alien Words</a:t>
            </a:r>
            <a:endParaRPr/>
          </a:p>
        </p:txBody>
      </p:sp>
      <p:sp>
        <p:nvSpPr>
          <p:cNvPr id="1079" name="Google Shape;1079;g31d164da225_0_7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BACK</a:t>
            </a:r>
            <a:endParaRPr/>
          </a:p>
        </p:txBody>
      </p:sp>
      <p:sp>
        <p:nvSpPr>
          <p:cNvPr id="1080" name="Google Shape;1080;g31d164da225_0_785"/>
          <p:cNvSpPr txBox="1">
            <a:spLocks noGrp="1"/>
          </p:cNvSpPr>
          <p:nvPr>
            <p:ph type="subTitle" idx="2"/>
          </p:nvPr>
        </p:nvSpPr>
        <p:spPr>
          <a:xfrm>
            <a:off x="1360500" y="5233050"/>
            <a:ext cx="6423000" cy="369300"/>
          </a:xfrm>
          <a:prstGeom prst="rect">
            <a:avLst/>
          </a:prstGeom>
        </p:spPr>
        <p:txBody>
          <a:bodyPr spcFirstLastPara="1" wrap="square" lIns="91425" tIns="45700" rIns="91425" bIns="45700" anchor="ctr" anchorCtr="0">
            <a:normAutofit/>
          </a:bodyPr>
          <a:lstStyle/>
          <a:p>
            <a:pPr marL="0" lvl="0" indent="0" algn="ctr" rtl="0">
              <a:spcBef>
                <a:spcPts val="1000"/>
              </a:spcBef>
              <a:spcAft>
                <a:spcPts val="0"/>
              </a:spcAft>
              <a:buNone/>
            </a:pPr>
            <a:r>
              <a:rPr lang="en-GB"/>
              <a:t> </a:t>
            </a:r>
            <a:endParaRPr/>
          </a:p>
        </p:txBody>
      </p:sp>
      <p:pic>
        <p:nvPicPr>
          <p:cNvPr id="1081" name="Google Shape;1081;g31d164da225_0_785"/>
          <p:cNvPicPr preferRelativeResize="0"/>
          <p:nvPr/>
        </p:nvPicPr>
        <p:blipFill rotWithShape="1">
          <a:blip r:embed="rId3">
            <a:alphaModFix/>
          </a:blip>
          <a:srcRect l="129" r="129"/>
          <a:stretch/>
        </p:blipFill>
        <p:spPr>
          <a:xfrm>
            <a:off x="3192175" y="1252425"/>
            <a:ext cx="2759650" cy="3847449"/>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g31d164da225_0_79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JN692</a:t>
            </a:r>
            <a:endParaRPr dirty="0"/>
          </a:p>
        </p:txBody>
      </p:sp>
      <p:sp>
        <p:nvSpPr>
          <p:cNvPr id="1088" name="Google Shape;1088;g31d164da225_0_79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GB"/>
              <a:t>Practise with Alien Words</a:t>
            </a:r>
            <a:endParaRPr/>
          </a:p>
        </p:txBody>
      </p:sp>
      <p:sp>
        <p:nvSpPr>
          <p:cNvPr id="1089" name="Google Shape;1089;g31d164da225_0_79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FRONT</a:t>
            </a:r>
            <a:endParaRPr/>
          </a:p>
        </p:txBody>
      </p:sp>
      <p:sp>
        <p:nvSpPr>
          <p:cNvPr id="1090" name="Google Shape;1090;g31d164da225_0_796"/>
          <p:cNvSpPr txBox="1">
            <a:spLocks noGrp="1"/>
          </p:cNvSpPr>
          <p:nvPr>
            <p:ph type="subTitle" idx="2"/>
          </p:nvPr>
        </p:nvSpPr>
        <p:spPr>
          <a:xfrm>
            <a:off x="1360500" y="5233050"/>
            <a:ext cx="6423000" cy="369300"/>
          </a:xfrm>
          <a:prstGeom prst="rect">
            <a:avLst/>
          </a:prstGeom>
        </p:spPr>
        <p:txBody>
          <a:bodyPr spcFirstLastPara="1" wrap="square" lIns="91425" tIns="45700" rIns="91425" bIns="45700" anchor="ctr" anchorCtr="0">
            <a:normAutofit/>
          </a:bodyPr>
          <a:lstStyle/>
          <a:p>
            <a:pPr marL="0" lvl="0" indent="0" algn="ctr" rtl="0">
              <a:spcBef>
                <a:spcPts val="1000"/>
              </a:spcBef>
              <a:spcAft>
                <a:spcPts val="0"/>
              </a:spcAft>
              <a:buNone/>
            </a:pPr>
            <a:r>
              <a:rPr lang="en-GB"/>
              <a:t> </a:t>
            </a:r>
            <a:endParaRPr/>
          </a:p>
        </p:txBody>
      </p:sp>
      <p:pic>
        <p:nvPicPr>
          <p:cNvPr id="1091" name="Google Shape;1091;g31d164da225_0_796"/>
          <p:cNvPicPr preferRelativeResize="0"/>
          <p:nvPr/>
        </p:nvPicPr>
        <p:blipFill rotWithShape="1">
          <a:blip r:embed="rId3">
            <a:alphaModFix/>
          </a:blip>
          <a:srcRect l="129" r="129"/>
          <a:stretch/>
        </p:blipFill>
        <p:spPr>
          <a:xfrm>
            <a:off x="3192175" y="1252425"/>
            <a:ext cx="2759650" cy="3847449"/>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g26b641b03cd_0_301"/>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GB"/>
              <a:t>Practise Common Exception Words</a:t>
            </a:r>
            <a:endParaRPr/>
          </a:p>
        </p:txBody>
      </p:sp>
      <p:sp>
        <p:nvSpPr>
          <p:cNvPr id="1098" name="Google Shape;109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JN687</a:t>
            </a:r>
            <a:endParaRPr dirty="0"/>
          </a:p>
        </p:txBody>
      </p:sp>
      <p:sp>
        <p:nvSpPr>
          <p:cNvPr id="1099" name="Google Shape;1099;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FRONT</a:t>
            </a:r>
            <a:endParaRPr/>
          </a:p>
        </p:txBody>
      </p:sp>
      <p:pic>
        <p:nvPicPr>
          <p:cNvPr id="1100" name="Google Shape;1100;g26b641b03cd_0_301"/>
          <p:cNvPicPr preferRelativeResize="0"/>
          <p:nvPr/>
        </p:nvPicPr>
        <p:blipFill rotWithShape="1">
          <a:blip r:embed="rId3">
            <a:alphaModFix/>
          </a:blip>
          <a:srcRect l="58" r="59"/>
          <a:stretch/>
        </p:blipFill>
        <p:spPr>
          <a:xfrm>
            <a:off x="1343200" y="841625"/>
            <a:ext cx="2043837" cy="1460583"/>
          </a:xfrm>
          <a:prstGeom prst="rect">
            <a:avLst/>
          </a:prstGeom>
          <a:noFill/>
          <a:ln>
            <a:noFill/>
          </a:ln>
          <a:effectLst>
            <a:outerShdw blurRad="57150" dist="19050" dir="5400000" algn="bl" rotWithShape="0">
              <a:srgbClr val="000000">
                <a:alpha val="20000"/>
              </a:srgbClr>
            </a:outerShdw>
          </a:effectLst>
        </p:spPr>
      </p:pic>
      <p:pic>
        <p:nvPicPr>
          <p:cNvPr id="1101" name="Google Shape;1101;g26b641b03cd_0_301"/>
          <p:cNvPicPr preferRelativeResize="0"/>
          <p:nvPr/>
        </p:nvPicPr>
        <p:blipFill rotWithShape="1">
          <a:blip r:embed="rId4">
            <a:alphaModFix/>
          </a:blip>
          <a:srcRect l="58" r="59"/>
          <a:stretch/>
        </p:blipFill>
        <p:spPr>
          <a:xfrm>
            <a:off x="3550082" y="841625"/>
            <a:ext cx="2043837" cy="1460583"/>
          </a:xfrm>
          <a:prstGeom prst="rect">
            <a:avLst/>
          </a:prstGeom>
          <a:noFill/>
          <a:ln>
            <a:noFill/>
          </a:ln>
          <a:effectLst>
            <a:outerShdw blurRad="57150" dist="19050" dir="5400000" algn="bl" rotWithShape="0">
              <a:srgbClr val="000000">
                <a:alpha val="20000"/>
              </a:srgbClr>
            </a:outerShdw>
          </a:effectLst>
        </p:spPr>
      </p:pic>
      <p:pic>
        <p:nvPicPr>
          <p:cNvPr id="1102" name="Google Shape;1102;g26b641b03cd_0_301"/>
          <p:cNvPicPr preferRelativeResize="0"/>
          <p:nvPr/>
        </p:nvPicPr>
        <p:blipFill rotWithShape="1">
          <a:blip r:embed="rId5">
            <a:alphaModFix/>
          </a:blip>
          <a:srcRect l="58" r="59"/>
          <a:stretch/>
        </p:blipFill>
        <p:spPr>
          <a:xfrm>
            <a:off x="5756963" y="841625"/>
            <a:ext cx="2043837" cy="1460583"/>
          </a:xfrm>
          <a:prstGeom prst="rect">
            <a:avLst/>
          </a:prstGeom>
          <a:noFill/>
          <a:ln>
            <a:noFill/>
          </a:ln>
          <a:effectLst>
            <a:outerShdw blurRad="57150" dist="19050" dir="5400000" algn="bl" rotWithShape="0">
              <a:srgbClr val="000000">
                <a:alpha val="20000"/>
              </a:srgbClr>
            </a:outerShdw>
          </a:effectLst>
        </p:spPr>
      </p:pic>
      <p:pic>
        <p:nvPicPr>
          <p:cNvPr id="1103" name="Google Shape;1103;g26b641b03cd_0_301"/>
          <p:cNvPicPr preferRelativeResize="0"/>
          <p:nvPr/>
        </p:nvPicPr>
        <p:blipFill rotWithShape="1">
          <a:blip r:embed="rId6">
            <a:alphaModFix/>
          </a:blip>
          <a:srcRect t="19" b="28"/>
          <a:stretch/>
        </p:blipFill>
        <p:spPr>
          <a:xfrm>
            <a:off x="1343200" y="2424937"/>
            <a:ext cx="2043837" cy="1460582"/>
          </a:xfrm>
          <a:prstGeom prst="rect">
            <a:avLst/>
          </a:prstGeom>
          <a:noFill/>
          <a:ln>
            <a:noFill/>
          </a:ln>
          <a:effectLst>
            <a:outerShdw blurRad="57150" dist="19050" dir="5400000" algn="bl" rotWithShape="0">
              <a:srgbClr val="000000">
                <a:alpha val="20000"/>
              </a:srgbClr>
            </a:outerShdw>
          </a:effectLst>
        </p:spPr>
      </p:pic>
      <p:pic>
        <p:nvPicPr>
          <p:cNvPr id="1104" name="Google Shape;1104;g26b641b03cd_0_301"/>
          <p:cNvPicPr preferRelativeResize="0"/>
          <p:nvPr/>
        </p:nvPicPr>
        <p:blipFill rotWithShape="1">
          <a:blip r:embed="rId7">
            <a:alphaModFix/>
          </a:blip>
          <a:srcRect l="58" r="59"/>
          <a:stretch/>
        </p:blipFill>
        <p:spPr>
          <a:xfrm>
            <a:off x="3550082" y="2424937"/>
            <a:ext cx="2043837" cy="1460583"/>
          </a:xfrm>
          <a:prstGeom prst="rect">
            <a:avLst/>
          </a:prstGeom>
          <a:noFill/>
          <a:ln>
            <a:noFill/>
          </a:ln>
          <a:effectLst>
            <a:outerShdw blurRad="57150" dist="19050" dir="5400000" algn="bl" rotWithShape="0">
              <a:srgbClr val="000000">
                <a:alpha val="20000"/>
              </a:srgbClr>
            </a:outerShdw>
          </a:effectLst>
        </p:spPr>
      </p:pic>
      <p:pic>
        <p:nvPicPr>
          <p:cNvPr id="1105" name="Google Shape;1105;g26b641b03cd_0_301"/>
          <p:cNvPicPr preferRelativeResize="0"/>
          <p:nvPr/>
        </p:nvPicPr>
        <p:blipFill rotWithShape="1">
          <a:blip r:embed="rId8">
            <a:alphaModFix/>
          </a:blip>
          <a:srcRect t="19" b="28"/>
          <a:stretch/>
        </p:blipFill>
        <p:spPr>
          <a:xfrm>
            <a:off x="5756963" y="2424937"/>
            <a:ext cx="2043837" cy="1460582"/>
          </a:xfrm>
          <a:prstGeom prst="rect">
            <a:avLst/>
          </a:prstGeom>
          <a:noFill/>
          <a:ln>
            <a:noFill/>
          </a:ln>
          <a:effectLst>
            <a:outerShdw blurRad="57150" dist="19050" dir="5400000" algn="bl" rotWithShape="0">
              <a:srgbClr val="000000">
                <a:alpha val="20000"/>
              </a:srgbClr>
            </a:outerShdw>
          </a:effectLst>
        </p:spPr>
      </p:pic>
      <p:pic>
        <p:nvPicPr>
          <p:cNvPr id="1106" name="Google Shape;1106;g26b641b03cd_0_301"/>
          <p:cNvPicPr preferRelativeResize="0"/>
          <p:nvPr/>
        </p:nvPicPr>
        <p:blipFill rotWithShape="1">
          <a:blip r:embed="rId9">
            <a:alphaModFix/>
          </a:blip>
          <a:srcRect t="19" b="28"/>
          <a:stretch/>
        </p:blipFill>
        <p:spPr>
          <a:xfrm>
            <a:off x="2446640" y="4008262"/>
            <a:ext cx="2043837" cy="1460582"/>
          </a:xfrm>
          <a:prstGeom prst="rect">
            <a:avLst/>
          </a:prstGeom>
          <a:noFill/>
          <a:ln>
            <a:noFill/>
          </a:ln>
          <a:effectLst>
            <a:outerShdw blurRad="57150" dist="19050" dir="5400000" algn="bl" rotWithShape="0">
              <a:srgbClr val="000000">
                <a:alpha val="20000"/>
              </a:srgbClr>
            </a:outerShdw>
          </a:effectLst>
        </p:spPr>
      </p:pic>
      <p:pic>
        <p:nvPicPr>
          <p:cNvPr id="1107" name="Google Shape;1107;g26b641b03cd_0_301"/>
          <p:cNvPicPr preferRelativeResize="0"/>
          <p:nvPr/>
        </p:nvPicPr>
        <p:blipFill rotWithShape="1">
          <a:blip r:embed="rId10">
            <a:alphaModFix/>
          </a:blip>
          <a:srcRect l="58" r="59"/>
          <a:stretch/>
        </p:blipFill>
        <p:spPr>
          <a:xfrm>
            <a:off x="4653522" y="4008262"/>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JN687</a:t>
            </a:r>
            <a:endParaRPr dirty="0"/>
          </a:p>
        </p:txBody>
      </p:sp>
      <p:sp>
        <p:nvSpPr>
          <p:cNvPr id="1114" name="Google Shape;111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GB"/>
              <a:t>BACK</a:t>
            </a:r>
            <a:endParaRPr/>
          </a:p>
        </p:txBody>
      </p:sp>
      <p:sp>
        <p:nvSpPr>
          <p:cNvPr id="1115" name="Google Shape;1115;g26b641b03cd_0_30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GB"/>
              <a:t>Practise Common Exception Words</a:t>
            </a:r>
            <a:endParaRPr/>
          </a:p>
        </p:txBody>
      </p:sp>
      <p:pic>
        <p:nvPicPr>
          <p:cNvPr id="1116" name="Google Shape;1116;g26b641b03cd_0_308"/>
          <p:cNvPicPr preferRelativeResize="0"/>
          <p:nvPr/>
        </p:nvPicPr>
        <p:blipFill rotWithShape="1">
          <a:blip r:embed="rId3">
            <a:alphaModFix/>
          </a:blip>
          <a:srcRect l="58" r="59"/>
          <a:stretch/>
        </p:blipFill>
        <p:spPr>
          <a:xfrm>
            <a:off x="1343200" y="841625"/>
            <a:ext cx="2043837" cy="1460583"/>
          </a:xfrm>
          <a:prstGeom prst="rect">
            <a:avLst/>
          </a:prstGeom>
          <a:noFill/>
          <a:ln>
            <a:noFill/>
          </a:ln>
          <a:effectLst>
            <a:outerShdw blurRad="57150" dist="19050" dir="5400000" algn="bl" rotWithShape="0">
              <a:srgbClr val="000000">
                <a:alpha val="20000"/>
              </a:srgbClr>
            </a:outerShdw>
          </a:effectLst>
        </p:spPr>
      </p:pic>
      <p:pic>
        <p:nvPicPr>
          <p:cNvPr id="1117" name="Google Shape;1117;g26b641b03cd_0_308"/>
          <p:cNvPicPr preferRelativeResize="0"/>
          <p:nvPr/>
        </p:nvPicPr>
        <p:blipFill rotWithShape="1">
          <a:blip r:embed="rId4">
            <a:alphaModFix/>
          </a:blip>
          <a:srcRect l="58" r="59"/>
          <a:stretch/>
        </p:blipFill>
        <p:spPr>
          <a:xfrm>
            <a:off x="3550082" y="841625"/>
            <a:ext cx="2043837" cy="1460583"/>
          </a:xfrm>
          <a:prstGeom prst="rect">
            <a:avLst/>
          </a:prstGeom>
          <a:noFill/>
          <a:ln>
            <a:noFill/>
          </a:ln>
          <a:effectLst>
            <a:outerShdw blurRad="57150" dist="19050" dir="5400000" algn="bl" rotWithShape="0">
              <a:srgbClr val="000000">
                <a:alpha val="20000"/>
              </a:srgbClr>
            </a:outerShdw>
          </a:effectLst>
        </p:spPr>
      </p:pic>
      <p:pic>
        <p:nvPicPr>
          <p:cNvPr id="1118" name="Google Shape;1118;g26b641b03cd_0_308"/>
          <p:cNvPicPr preferRelativeResize="0"/>
          <p:nvPr/>
        </p:nvPicPr>
        <p:blipFill rotWithShape="1">
          <a:blip r:embed="rId5">
            <a:alphaModFix/>
          </a:blip>
          <a:srcRect l="58" r="59"/>
          <a:stretch/>
        </p:blipFill>
        <p:spPr>
          <a:xfrm>
            <a:off x="5756963" y="841625"/>
            <a:ext cx="2043837" cy="1460583"/>
          </a:xfrm>
          <a:prstGeom prst="rect">
            <a:avLst/>
          </a:prstGeom>
          <a:noFill/>
          <a:ln>
            <a:noFill/>
          </a:ln>
          <a:effectLst>
            <a:outerShdw blurRad="57150" dist="19050" dir="5400000" algn="bl" rotWithShape="0">
              <a:srgbClr val="000000">
                <a:alpha val="20000"/>
              </a:srgbClr>
            </a:outerShdw>
          </a:effectLst>
        </p:spPr>
      </p:pic>
      <p:pic>
        <p:nvPicPr>
          <p:cNvPr id="1119" name="Google Shape;1119;g26b641b03cd_0_308"/>
          <p:cNvPicPr preferRelativeResize="0"/>
          <p:nvPr/>
        </p:nvPicPr>
        <p:blipFill rotWithShape="1">
          <a:blip r:embed="rId6">
            <a:alphaModFix/>
          </a:blip>
          <a:srcRect t="19" b="28"/>
          <a:stretch/>
        </p:blipFill>
        <p:spPr>
          <a:xfrm>
            <a:off x="1343200" y="2424937"/>
            <a:ext cx="2043837" cy="1460582"/>
          </a:xfrm>
          <a:prstGeom prst="rect">
            <a:avLst/>
          </a:prstGeom>
          <a:noFill/>
          <a:ln>
            <a:noFill/>
          </a:ln>
          <a:effectLst>
            <a:outerShdw blurRad="57150" dist="19050" dir="5400000" algn="bl" rotWithShape="0">
              <a:srgbClr val="000000">
                <a:alpha val="20000"/>
              </a:srgbClr>
            </a:outerShdw>
          </a:effectLst>
        </p:spPr>
      </p:pic>
      <p:pic>
        <p:nvPicPr>
          <p:cNvPr id="1120" name="Google Shape;1120;g26b641b03cd_0_308"/>
          <p:cNvPicPr preferRelativeResize="0"/>
          <p:nvPr/>
        </p:nvPicPr>
        <p:blipFill rotWithShape="1">
          <a:blip r:embed="rId7">
            <a:alphaModFix/>
          </a:blip>
          <a:srcRect l="58" r="59"/>
          <a:stretch/>
        </p:blipFill>
        <p:spPr>
          <a:xfrm>
            <a:off x="3550082" y="2424937"/>
            <a:ext cx="2043837" cy="1460583"/>
          </a:xfrm>
          <a:prstGeom prst="rect">
            <a:avLst/>
          </a:prstGeom>
          <a:noFill/>
          <a:ln>
            <a:noFill/>
          </a:ln>
          <a:effectLst>
            <a:outerShdw blurRad="57150" dist="19050" dir="5400000" algn="bl" rotWithShape="0">
              <a:srgbClr val="000000">
                <a:alpha val="20000"/>
              </a:srgbClr>
            </a:outerShdw>
          </a:effectLst>
        </p:spPr>
      </p:pic>
      <p:pic>
        <p:nvPicPr>
          <p:cNvPr id="1121" name="Google Shape;1121;g26b641b03cd_0_308"/>
          <p:cNvPicPr preferRelativeResize="0"/>
          <p:nvPr/>
        </p:nvPicPr>
        <p:blipFill rotWithShape="1">
          <a:blip r:embed="rId8">
            <a:alphaModFix/>
          </a:blip>
          <a:srcRect t="19" b="28"/>
          <a:stretch/>
        </p:blipFill>
        <p:spPr>
          <a:xfrm>
            <a:off x="5756963" y="2424937"/>
            <a:ext cx="2043837" cy="1460582"/>
          </a:xfrm>
          <a:prstGeom prst="rect">
            <a:avLst/>
          </a:prstGeom>
          <a:noFill/>
          <a:ln>
            <a:noFill/>
          </a:ln>
          <a:effectLst>
            <a:outerShdw blurRad="57150" dist="19050" dir="5400000" algn="bl" rotWithShape="0">
              <a:srgbClr val="000000">
                <a:alpha val="20000"/>
              </a:srgbClr>
            </a:outerShdw>
          </a:effectLst>
        </p:spPr>
      </p:pic>
      <p:pic>
        <p:nvPicPr>
          <p:cNvPr id="1122" name="Google Shape;1122;g26b641b03cd_0_308"/>
          <p:cNvPicPr preferRelativeResize="0"/>
          <p:nvPr/>
        </p:nvPicPr>
        <p:blipFill rotWithShape="1">
          <a:blip r:embed="rId9">
            <a:alphaModFix/>
          </a:blip>
          <a:srcRect t="19" b="28"/>
          <a:stretch/>
        </p:blipFill>
        <p:spPr>
          <a:xfrm>
            <a:off x="2446640" y="4008262"/>
            <a:ext cx="2043837" cy="1460582"/>
          </a:xfrm>
          <a:prstGeom prst="rect">
            <a:avLst/>
          </a:prstGeom>
          <a:noFill/>
          <a:ln>
            <a:noFill/>
          </a:ln>
          <a:effectLst>
            <a:outerShdw blurRad="57150" dist="19050" dir="5400000" algn="bl" rotWithShape="0">
              <a:srgbClr val="000000">
                <a:alpha val="20000"/>
              </a:srgbClr>
            </a:outerShdw>
          </a:effectLst>
        </p:spPr>
      </p:pic>
      <p:pic>
        <p:nvPicPr>
          <p:cNvPr id="1123" name="Google Shape;1123;g26b641b03cd_0_308"/>
          <p:cNvPicPr preferRelativeResize="0"/>
          <p:nvPr/>
        </p:nvPicPr>
        <p:blipFill rotWithShape="1">
          <a:blip r:embed="rId10">
            <a:alphaModFix/>
          </a:blip>
          <a:srcRect l="58" r="59"/>
          <a:stretch/>
        </p:blipFill>
        <p:spPr>
          <a:xfrm>
            <a:off x="4653522" y="4008262"/>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g31d164da225_0_7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JN687</a:t>
            </a:r>
            <a:endParaRPr dirty="0"/>
          </a:p>
        </p:txBody>
      </p:sp>
      <p:sp>
        <p:nvSpPr>
          <p:cNvPr id="1130" name="Google Shape;1130;g31d164da225_0_713"/>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GB"/>
              <a:t>Teach Common Exception Word</a:t>
            </a:r>
            <a:endParaRPr/>
          </a:p>
        </p:txBody>
      </p:sp>
      <p:pic>
        <p:nvPicPr>
          <p:cNvPr id="1131" name="Google Shape;1131;g31d164da225_0_713"/>
          <p:cNvPicPr preferRelativeResize="0"/>
          <p:nvPr/>
        </p:nvPicPr>
        <p:blipFill rotWithShape="1">
          <a:blip r:embed="rId3">
            <a:alphaModFix/>
          </a:blip>
          <a:srcRect l="59" r="59"/>
          <a:stretch/>
        </p:blipFill>
        <p:spPr>
          <a:xfrm>
            <a:off x="2288374" y="1523271"/>
            <a:ext cx="4567250" cy="326389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sp>
        <p:nvSpPr>
          <p:cNvPr id="1137" name="Google Shape;1137;g31d164da225_0_72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GB" dirty="0"/>
              <a:t>USING JN687</a:t>
            </a:r>
            <a:endParaRPr dirty="0"/>
          </a:p>
        </p:txBody>
      </p:sp>
      <p:sp>
        <p:nvSpPr>
          <p:cNvPr id="1138" name="Google Shape;1138;g31d164da225_0_72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GB"/>
              <a:t>Teach Common Exception Word</a:t>
            </a:r>
            <a:endParaRPr/>
          </a:p>
        </p:txBody>
      </p:sp>
      <p:pic>
        <p:nvPicPr>
          <p:cNvPr id="1139" name="Google Shape;1139;g31d164da225_0_728"/>
          <p:cNvPicPr preferRelativeResize="0"/>
          <p:nvPr/>
        </p:nvPicPr>
        <p:blipFill rotWithShape="1">
          <a:blip r:embed="rId3">
            <a:alphaModFix/>
          </a:blip>
          <a:srcRect l="59" r="59"/>
          <a:stretch/>
        </p:blipFill>
        <p:spPr>
          <a:xfrm>
            <a:off x="2288374" y="1523271"/>
            <a:ext cx="4567250" cy="326389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pic>
        <p:nvPicPr>
          <p:cNvPr id="1145" name="Google Shape;1145;g31d164da225_0_1520"/>
          <p:cNvPicPr preferRelativeResize="0"/>
          <p:nvPr/>
        </p:nvPicPr>
        <p:blipFill>
          <a:blip r:embed="rId3">
            <a:alphaModFix/>
          </a:blip>
          <a:stretch>
            <a:fillRect/>
          </a:stretch>
        </p:blipFill>
        <p:spPr>
          <a:xfrm>
            <a:off x="5102925" y="2741546"/>
            <a:ext cx="3261574" cy="1913100"/>
          </a:xfrm>
          <a:prstGeom prst="rect">
            <a:avLst/>
          </a:prstGeom>
          <a:noFill/>
          <a:ln>
            <a:noFill/>
          </a:ln>
        </p:spPr>
      </p:pic>
      <p:pic>
        <p:nvPicPr>
          <p:cNvPr id="1146" name="Google Shape;1146;g31d164da225_0_1520"/>
          <p:cNvPicPr preferRelativeResize="0"/>
          <p:nvPr/>
        </p:nvPicPr>
        <p:blipFill>
          <a:blip r:embed="rId4">
            <a:alphaModFix/>
          </a:blip>
          <a:stretch>
            <a:fillRect/>
          </a:stretch>
        </p:blipFill>
        <p:spPr>
          <a:xfrm>
            <a:off x="654530" y="2741554"/>
            <a:ext cx="4363976" cy="1145610"/>
          </a:xfrm>
          <a:prstGeom prst="rect">
            <a:avLst/>
          </a:prstGeom>
          <a:noFill/>
          <a:ln>
            <a:noFill/>
          </a:ln>
        </p:spPr>
      </p:pic>
      <p:sp>
        <p:nvSpPr>
          <p:cNvPr id="1147" name="Google Shape;1147;g31d164da225_0_1520"/>
          <p:cNvSpPr txBox="1"/>
          <p:nvPr/>
        </p:nvSpPr>
        <p:spPr>
          <a:xfrm>
            <a:off x="5102925" y="4606575"/>
            <a:ext cx="30000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600"/>
              </a:spcAft>
              <a:buNone/>
            </a:pPr>
            <a:r>
              <a:rPr lang="en-GB" sz="600">
                <a:solidFill>
                  <a:schemeClr val="dk1"/>
                </a:solidFill>
                <a:latin typeface="Poppins"/>
                <a:ea typeface="Poppins"/>
                <a:cs typeface="Poppins"/>
                <a:sym typeface="Poppins"/>
              </a:rPr>
              <a:t>* the classification of these words is dependent on accent.</a:t>
            </a:r>
            <a:endParaRPr sz="600">
              <a:solidFill>
                <a:schemeClr val="dk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419</Words>
  <Application>Microsoft Office PowerPoint</Application>
  <PresentationFormat>On-screen Show (4:3)</PresentationFormat>
  <Paragraphs>109</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Poppins Medium</vt:lpstr>
      <vt:lpstr>Calibri</vt:lpstr>
      <vt:lpstr>Poppins</vt:lpstr>
      <vt:lpstr>Jost</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 asked bath path fast class after half.</vt:lpstr>
      <vt:lpstr>Teach Homophones:  aunt / aren’t.</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Teach Common Exception Word</vt:lpstr>
      <vt:lpstr>Teach Common Exception Word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2026-05-29T03:22:06Z</dcterms:modified>
</cp:coreProperties>
</file>