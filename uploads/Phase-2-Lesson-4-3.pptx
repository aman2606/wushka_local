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Finger Paint" panose="020B0604020202020204" charset="0"/>
      <p:regular r:id="rId23"/>
    </p:embeddedFont>
    <p:embeddedFont>
      <p:font typeface="Jost" panose="020B0604020202020204" charset="0"/>
      <p:regular r:id="rId24"/>
      <p:bold r:id="rId25"/>
      <p:italic r:id="rId26"/>
      <p:boldItalic r:id="rId27"/>
    </p:embeddedFont>
    <p:embeddedFont>
      <p:font typeface="Mulish"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gCbvrH2FYo9ZjMzjCmj2/GscOpI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40236D0-B997-4554-95C3-051A30BAAB9A}">
  <a:tblStyle styleId="{F40236D0-B997-4554-95C3-051A30BAAB9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font" Target="fonts/font2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font" Target="fonts/font23.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font" Target="fonts/font22.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7"/>
        <p:cNvGrpSpPr/>
        <p:nvPr/>
      </p:nvGrpSpPr>
      <p:grpSpPr>
        <a:xfrm>
          <a:off x="0" y="0"/>
          <a:ext cx="0" cy="0"/>
          <a:chOff x="0" y="0"/>
          <a:chExt cx="0" cy="0"/>
        </a:xfrm>
      </p:grpSpPr>
      <p:sp>
        <p:nvSpPr>
          <p:cNvPr id="1658" name="Google Shape;165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9" name="Google Shape;165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8"/>
        <p:cNvGrpSpPr/>
        <p:nvPr/>
      </p:nvGrpSpPr>
      <p:grpSpPr>
        <a:xfrm>
          <a:off x="0" y="0"/>
          <a:ext cx="0" cy="0"/>
          <a:chOff x="0" y="0"/>
          <a:chExt cx="0" cy="0"/>
        </a:xfrm>
      </p:grpSpPr>
      <p:sp>
        <p:nvSpPr>
          <p:cNvPr id="1669" name="Google Shape;166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0" name="Google Shape;167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1" name="Google Shape;167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2"/>
        <p:cNvGrpSpPr/>
        <p:nvPr/>
      </p:nvGrpSpPr>
      <p:grpSpPr>
        <a:xfrm>
          <a:off x="0" y="0"/>
          <a:ext cx="0" cy="0"/>
          <a:chOff x="0" y="0"/>
          <a:chExt cx="0" cy="0"/>
        </a:xfrm>
      </p:grpSpPr>
      <p:sp>
        <p:nvSpPr>
          <p:cNvPr id="1693" name="Google Shape;169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4" name="Google Shape;169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5" name="Google Shape;169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2"/>
        <p:cNvGrpSpPr/>
        <p:nvPr/>
      </p:nvGrpSpPr>
      <p:grpSpPr>
        <a:xfrm>
          <a:off x="0" y="0"/>
          <a:ext cx="0" cy="0"/>
          <a:chOff x="0" y="0"/>
          <a:chExt cx="0" cy="0"/>
        </a:xfrm>
      </p:grpSpPr>
      <p:sp>
        <p:nvSpPr>
          <p:cNvPr id="1703" name="Google Shape;1703;g2706b6d229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4" name="Google Shape;1704;g2706b6d229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5" name="Google Shape;1705;g2706b6d229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1"/>
        <p:cNvGrpSpPr/>
        <p:nvPr/>
      </p:nvGrpSpPr>
      <p:grpSpPr>
        <a:xfrm>
          <a:off x="0" y="0"/>
          <a:ext cx="0" cy="0"/>
          <a:chOff x="0" y="0"/>
          <a:chExt cx="0" cy="0"/>
        </a:xfrm>
      </p:grpSpPr>
      <p:sp>
        <p:nvSpPr>
          <p:cNvPr id="1712" name="Google Shape;171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3" name="Google Shape;171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4" name="Google Shape;171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p:cNvGrpSpPr/>
        <p:nvPr/>
      </p:nvGrpSpPr>
      <p:grpSpPr>
        <a:xfrm>
          <a:off x="0" y="0"/>
          <a:ext cx="0" cy="0"/>
          <a:chOff x="0" y="0"/>
          <a:chExt cx="0" cy="0"/>
        </a:xfrm>
      </p:grpSpPr>
      <p:sp>
        <p:nvSpPr>
          <p:cNvPr id="1721" name="Google Shape;1721;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2" name="Google Shape;1722;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3" name="Google Shape;1723;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p:cNvGrpSpPr/>
        <p:nvPr/>
      </p:nvGrpSpPr>
      <p:grpSpPr>
        <a:xfrm>
          <a:off x="0" y="0"/>
          <a:ext cx="0" cy="0"/>
          <a:chOff x="0" y="0"/>
          <a:chExt cx="0" cy="0"/>
        </a:xfrm>
      </p:grpSpPr>
      <p:sp>
        <p:nvSpPr>
          <p:cNvPr id="1730" name="Google Shape;173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1" name="Google Shape;173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2" name="Google Shape;173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8"/>
        <p:cNvGrpSpPr/>
        <p:nvPr/>
      </p:nvGrpSpPr>
      <p:grpSpPr>
        <a:xfrm>
          <a:off x="0" y="0"/>
          <a:ext cx="0" cy="0"/>
          <a:chOff x="0" y="0"/>
          <a:chExt cx="0" cy="0"/>
        </a:xfrm>
      </p:grpSpPr>
      <p:sp>
        <p:nvSpPr>
          <p:cNvPr id="1739" name="Google Shape;1739;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0" name="Google Shape;1740;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1" name="Google Shape;1741;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7"/>
        <p:cNvGrpSpPr/>
        <p:nvPr/>
      </p:nvGrpSpPr>
      <p:grpSpPr>
        <a:xfrm>
          <a:off x="0" y="0"/>
          <a:ext cx="0" cy="0"/>
          <a:chOff x="0" y="0"/>
          <a:chExt cx="0" cy="0"/>
        </a:xfrm>
      </p:grpSpPr>
      <p:sp>
        <p:nvSpPr>
          <p:cNvPr id="1748" name="Google Shape;174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9" name="Google Shape;174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0" name="Google Shape;175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5"/>
        <p:cNvGrpSpPr/>
        <p:nvPr/>
      </p:nvGrpSpPr>
      <p:grpSpPr>
        <a:xfrm>
          <a:off x="0" y="0"/>
          <a:ext cx="0" cy="0"/>
          <a:chOff x="0" y="0"/>
          <a:chExt cx="0" cy="0"/>
        </a:xfrm>
      </p:grpSpPr>
      <p:sp>
        <p:nvSpPr>
          <p:cNvPr id="1756" name="Google Shape;1756;g2c3063aff4b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7" name="Google Shape;1757;g2c3063aff4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8" name="Google Shape;1758;g2c3063aff4b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3"/>
        <p:cNvGrpSpPr/>
        <p:nvPr/>
      </p:nvGrpSpPr>
      <p:grpSpPr>
        <a:xfrm>
          <a:off x="0" y="0"/>
          <a:ext cx="0" cy="0"/>
          <a:chOff x="0" y="0"/>
          <a:chExt cx="0" cy="0"/>
        </a:xfrm>
      </p:grpSpPr>
      <p:sp>
        <p:nvSpPr>
          <p:cNvPr id="1784" name="Google Shape;1784;g2c3063aff4b_0_7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5" name="Google Shape;1785;g2c3063aff4b_0_7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6" name="Google Shape;1786;g2c3063aff4b_0_7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3"/>
        <p:cNvGrpSpPr/>
        <p:nvPr/>
      </p:nvGrpSpPr>
      <p:grpSpPr>
        <a:xfrm>
          <a:off x="0" y="0"/>
          <a:ext cx="0" cy="0"/>
          <a:chOff x="0" y="0"/>
          <a:chExt cx="0" cy="0"/>
        </a:xfrm>
      </p:grpSpPr>
      <p:sp>
        <p:nvSpPr>
          <p:cNvPr id="1814" name="Google Shape;1814;g2c3063aff4b_0_7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5" name="Google Shape;1815;g2c3063aff4b_0_7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6" name="Google Shape;1816;g2c3063aff4b_0_7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3"/>
        <p:cNvGrpSpPr/>
        <p:nvPr/>
      </p:nvGrpSpPr>
      <p:grpSpPr>
        <a:xfrm>
          <a:off x="0" y="0"/>
          <a:ext cx="0" cy="0"/>
          <a:chOff x="0" y="0"/>
          <a:chExt cx="0" cy="0"/>
        </a:xfrm>
      </p:grpSpPr>
      <p:sp>
        <p:nvSpPr>
          <p:cNvPr id="1844" name="Google Shape;184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5" name="Google Shape;184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6" name="Google Shape;184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1"/>
        <p:cNvGrpSpPr/>
        <p:nvPr/>
      </p:nvGrpSpPr>
      <p:grpSpPr>
        <a:xfrm>
          <a:off x="0" y="0"/>
          <a:ext cx="0" cy="0"/>
          <a:chOff x="0" y="0"/>
          <a:chExt cx="0" cy="0"/>
        </a:xfrm>
      </p:grpSpPr>
      <p:sp>
        <p:nvSpPr>
          <p:cNvPr id="1852" name="Google Shape;185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3" name="Google Shape;185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4" name="Google Shape;185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0"/>
        <p:cNvGrpSpPr/>
        <p:nvPr/>
      </p:nvGrpSpPr>
      <p:grpSpPr>
        <a:xfrm>
          <a:off x="0" y="0"/>
          <a:ext cx="0" cy="0"/>
          <a:chOff x="0" y="0"/>
          <a:chExt cx="0" cy="0"/>
        </a:xfrm>
      </p:grpSpPr>
      <p:sp>
        <p:nvSpPr>
          <p:cNvPr id="1861" name="Google Shape;186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2" name="Google Shape;186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3" name="Google Shape;186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9"/>
        <p:cNvGrpSpPr/>
        <p:nvPr/>
      </p:nvGrpSpPr>
      <p:grpSpPr>
        <a:xfrm>
          <a:off x="0" y="0"/>
          <a:ext cx="0" cy="0"/>
          <a:chOff x="0" y="0"/>
          <a:chExt cx="0" cy="0"/>
        </a:xfrm>
      </p:grpSpPr>
      <p:sp>
        <p:nvSpPr>
          <p:cNvPr id="1870" name="Google Shape;1870;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1" name="Google Shape;1871;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2" name="Google Shape;1872;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0" name="Google Shape;188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1" name="Google Shape;188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7"/>
        <p:cNvGrpSpPr/>
        <p:nvPr/>
      </p:nvGrpSpPr>
      <p:grpSpPr>
        <a:xfrm>
          <a:off x="0" y="0"/>
          <a:ext cx="0" cy="0"/>
          <a:chOff x="0" y="0"/>
          <a:chExt cx="0" cy="0"/>
        </a:xfrm>
      </p:grpSpPr>
      <p:sp>
        <p:nvSpPr>
          <p:cNvPr id="1888" name="Google Shape;188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9" name="Google Shape;188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0" name="Google Shape;189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g26c2be0fae9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9" name="Google Shape;1909;g26c2be0fae9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0" name="Google Shape;1910;g26c2be0fae9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9"/>
        <p:cNvGrpSpPr/>
        <p:nvPr/>
      </p:nvGrpSpPr>
      <p:grpSpPr>
        <a:xfrm>
          <a:off x="0" y="0"/>
          <a:ext cx="0" cy="0"/>
          <a:chOff x="0" y="0"/>
          <a:chExt cx="0" cy="0"/>
        </a:xfrm>
      </p:grpSpPr>
      <p:sp>
        <p:nvSpPr>
          <p:cNvPr id="1930" name="Google Shape;1930;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1" name="Google Shape;1931;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2" name="Google Shape;1932;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www.beanstalkbooks.com" TargetMode="External"/><Relationship Id="rId7" Type="http://schemas.openxmlformats.org/officeDocument/2006/relationships/image" Target="../media/image4.png"/><Relationship Id="rId2" Type="http://schemas.openxmlformats.org/officeDocument/2006/relationships/hyperlink" Target="http://www.rainbowphonics.com" TargetMode="External"/><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hyperlink" Target="http://www.juniorlearning.com" TargetMode="External"/><Relationship Id="rId9"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'p'</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1 - Thursday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4</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egal Notice">
  <p:cSld name="Alien Word of the Day_2_1_1_1">
    <p:spTree>
      <p:nvGrpSpPr>
        <p:cNvPr id="1" name="Shape 171"/>
        <p:cNvGrpSpPr/>
        <p:nvPr/>
      </p:nvGrpSpPr>
      <p:grpSpPr>
        <a:xfrm>
          <a:off x="0" y="0"/>
          <a:ext cx="0" cy="0"/>
          <a:chOff x="0" y="0"/>
          <a:chExt cx="0" cy="0"/>
        </a:xfrm>
      </p:grpSpPr>
      <p:sp>
        <p:nvSpPr>
          <p:cNvPr id="172" name="Google Shape;172;g26c2be0fae9_0_721"/>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g26c2be0fae9_0_721"/>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g26c2be0fae9_0_721"/>
          <p:cNvSpPr txBox="1"/>
          <p:nvPr/>
        </p:nvSpPr>
        <p:spPr>
          <a:xfrm>
            <a:off x="995275" y="76740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Legal notice and Sharing Permissions </a:t>
            </a:r>
            <a:endParaRPr sz="1400" b="0" i="0" u="none" strike="noStrike" cap="none">
              <a:solidFill>
                <a:srgbClr val="000000"/>
              </a:solidFill>
              <a:latin typeface="Arial"/>
              <a:ea typeface="Arial"/>
              <a:cs typeface="Arial"/>
              <a:sym typeface="Arial"/>
            </a:endParaRPr>
          </a:p>
        </p:txBody>
      </p:sp>
      <p:sp>
        <p:nvSpPr>
          <p:cNvPr id="175" name="Google Shape;175;g26c2be0fae9_0_721"/>
          <p:cNvSpPr txBox="1"/>
          <p:nvPr/>
        </p:nvSpPr>
        <p:spPr>
          <a:xfrm>
            <a:off x="995275" y="1370825"/>
            <a:ext cx="4624500" cy="2243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All rights reserved. © Copyright 2024 by Rainbow Phonics.</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lang="en-US" sz="939" b="0" i="0" u="sng" strike="noStrike" cap="none">
                <a:solidFill>
                  <a:schemeClr val="hlink"/>
                </a:solidFill>
                <a:latin typeface="Arial"/>
                <a:ea typeface="Arial"/>
                <a:cs typeface="Arial"/>
                <a:sym typeface="Arial"/>
                <a:hlinkClick r:id="rId2"/>
              </a:rPr>
              <a:t>www.rainbowphonics</a:t>
            </a:r>
            <a:r>
              <a:rPr lang="en-US" sz="939" u="sng">
                <a:solidFill>
                  <a:schemeClr val="hlink"/>
                </a:solidFill>
                <a:hlinkClick r:id="rId2"/>
              </a:rPr>
              <a:t>.co.nz</a:t>
            </a:r>
            <a:r>
              <a:rPr lang="en-US" sz="939" b="0" i="0" u="none" strike="noStrike" cap="none">
                <a:solidFill>
                  <a:srgbClr val="000000"/>
                </a:solidFill>
                <a:latin typeface="Arial"/>
                <a:ea typeface="Arial"/>
                <a:cs typeface="Arial"/>
                <a:sym typeface="Arial"/>
              </a:rPr>
              <a:t>. Decodable readers displayed are published by Beanstalk Books and are available at </a:t>
            </a:r>
            <a:r>
              <a:rPr lang="en-US" sz="939" b="0" i="0" u="sng" strike="noStrike" cap="none">
                <a:solidFill>
                  <a:schemeClr val="hlink"/>
                </a:solidFill>
                <a:latin typeface="Arial"/>
                <a:ea typeface="Arial"/>
                <a:cs typeface="Arial"/>
                <a:sym typeface="Arial"/>
                <a:hlinkClick r:id="rId3"/>
              </a:rPr>
              <a:t>www.beanstalkbooks</a:t>
            </a:r>
            <a:r>
              <a:rPr lang="en-US" sz="939" u="sng">
                <a:solidFill>
                  <a:schemeClr val="hlink"/>
                </a:solidFill>
                <a:hlinkClick r:id="rId3"/>
              </a:rPr>
              <a:t>.co.nz</a:t>
            </a:r>
            <a:r>
              <a:rPr lang="en-US" sz="939" b="0" i="0" u="none" strike="noStrike" cap="none">
                <a:solidFill>
                  <a:srgbClr val="000000"/>
                </a:solidFill>
                <a:latin typeface="Arial"/>
                <a:ea typeface="Arial"/>
                <a:cs typeface="Arial"/>
                <a:sym typeface="Arial"/>
              </a:rPr>
              <a:t>, teaching resources and games referenced are available at </a:t>
            </a:r>
            <a:r>
              <a:rPr lang="en-US" sz="939" b="0" i="0" u="sng" strike="noStrike" cap="none">
                <a:solidFill>
                  <a:schemeClr val="hlink"/>
                </a:solidFill>
                <a:latin typeface="Arial"/>
                <a:ea typeface="Arial"/>
                <a:cs typeface="Arial"/>
                <a:sym typeface="Arial"/>
                <a:hlinkClick r:id="rId4"/>
              </a:rPr>
              <a:t>www.juniorlearning</a:t>
            </a:r>
            <a:r>
              <a:rPr lang="en-US" sz="939" u="sng">
                <a:solidFill>
                  <a:schemeClr val="hlink"/>
                </a:solidFill>
                <a:hlinkClick r:id="rId4"/>
              </a:rPr>
              <a:t>.co.nz</a:t>
            </a:r>
            <a:r>
              <a:rPr lang="en-US" sz="939" b="0" i="0" u="none" strike="noStrike" cap="none">
                <a:solidFill>
                  <a:srgbClr val="000000"/>
                </a:solidFill>
                <a:latin typeface="Arial"/>
                <a:ea typeface="Arial"/>
                <a:cs typeface="Arial"/>
                <a:sym typeface="Arial"/>
              </a:rPr>
              <a:t>. </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chemeClr val="dk1"/>
                </a:solidFill>
                <a:latin typeface="Arial"/>
                <a:ea typeface="Arial"/>
                <a:cs typeface="Arial"/>
                <a:sym typeface="Arial"/>
              </a:rPr>
              <a:t>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sz="939" b="0" i="0" u="none" strike="noStrike" cap="none">
              <a:solidFill>
                <a:srgbClr val="000000"/>
              </a:solidFill>
              <a:latin typeface="Arial"/>
              <a:ea typeface="Arial"/>
              <a:cs typeface="Arial"/>
              <a:sym typeface="Arial"/>
            </a:endParaRPr>
          </a:p>
        </p:txBody>
      </p:sp>
      <p:sp>
        <p:nvSpPr>
          <p:cNvPr id="176" name="Google Shape;176;g26c2be0fae9_0_721"/>
          <p:cNvSpPr txBox="1"/>
          <p:nvPr/>
        </p:nvSpPr>
        <p:spPr>
          <a:xfrm>
            <a:off x="1422825" y="3597900"/>
            <a:ext cx="3149700" cy="18243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 do with this </a:t>
            </a:r>
            <a:r>
              <a:rPr lang="en-US" sz="1240" b="0" i="0" u="none" strike="noStrike" cap="none">
                <a:solidFill>
                  <a:schemeClr val="dk1"/>
                </a:solidFill>
                <a:latin typeface="Arial"/>
                <a:ea typeface="Arial"/>
                <a:cs typeface="Arial"/>
                <a:sym typeface="Arial"/>
              </a:rPr>
              <a:t>resource</a:t>
            </a:r>
            <a:r>
              <a:rPr lang="en-US" sz="1240" b="0" i="0" u="none" strike="noStrike" cap="none">
                <a:solidFill>
                  <a:srgbClr val="000000"/>
                </a:solidFill>
                <a:latin typeface="Arial"/>
                <a:ea typeface="Arial"/>
                <a:cs typeface="Arial"/>
                <a:sym typeface="Arial"/>
              </a:rPr>
              <a:t>:</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Use this resource for personal / classroom use, </a:t>
            </a:r>
            <a:r>
              <a:rPr lang="en-US" sz="1040" b="0" i="0" u="none" strike="noStrike" cap="none">
                <a:solidFill>
                  <a:srgbClr val="000000"/>
                </a:solidFill>
                <a:latin typeface="Poppins SemiBold"/>
                <a:ea typeface="Poppins SemiBold"/>
                <a:cs typeface="Poppins SemiBold"/>
                <a:sym typeface="Poppins SemiBold"/>
              </a:rPr>
              <a:t>with</a:t>
            </a:r>
            <a:r>
              <a:rPr lang="en-US" sz="1040" b="0" i="0" u="none" strike="noStrike" cap="none">
                <a:solidFill>
                  <a:srgbClr val="000000"/>
                </a:solidFill>
                <a:latin typeface="Arial"/>
                <a:ea typeface="Arial"/>
                <a:cs typeface="Arial"/>
                <a:sym typeface="Arial"/>
              </a:rPr>
              <a:t> proper acknowledgement given to Rainbow Phonics.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sz="1040" b="0" i="0" u="none" strike="noStrike" cap="none">
              <a:solidFill>
                <a:srgbClr val="000000"/>
              </a:solidFill>
              <a:latin typeface="Arial"/>
              <a:ea typeface="Arial"/>
              <a:cs typeface="Arial"/>
              <a:sym typeface="Arial"/>
            </a:endParaRPr>
          </a:p>
        </p:txBody>
      </p:sp>
      <p:sp>
        <p:nvSpPr>
          <p:cNvPr id="177" name="Google Shape;177;g26c2be0fae9_0_721"/>
          <p:cNvSpPr txBox="1"/>
          <p:nvPr/>
        </p:nvSpPr>
        <p:spPr>
          <a:xfrm>
            <a:off x="4756150" y="3597900"/>
            <a:ext cx="3535800" cy="24117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can’t do with this resource:</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Make a copy of this resource and edit it for commercial distribution or other purposes.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Distribute images or assets in this presentation outside of this resource, as this is copywritten material.</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Sell any of the displayed resources commercially.</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Host or share these resources with other parties, without written consent from </a:t>
            </a:r>
            <a:r>
              <a:rPr lang="en-US" sz="1040" b="0" i="0" u="none" strike="noStrike" cap="none">
                <a:solidFill>
                  <a:schemeClr val="dk1"/>
                </a:solidFill>
                <a:latin typeface="Arial"/>
                <a:ea typeface="Arial"/>
                <a:cs typeface="Arial"/>
                <a:sym typeface="Arial"/>
              </a:rPr>
              <a:t>Rainbow Phonics</a:t>
            </a:r>
            <a:r>
              <a:rPr lang="en-US" sz="1040" b="0" i="0" u="none" strike="noStrike" cap="none">
                <a:solidFill>
                  <a:srgbClr val="000000"/>
                </a:solidFill>
                <a:latin typeface="Arial"/>
                <a:ea typeface="Arial"/>
                <a:cs typeface="Arial"/>
                <a:sym typeface="Arial"/>
              </a:rPr>
              <a:t>.</a:t>
            </a:r>
            <a:endParaRPr sz="1040" b="0" i="0" u="none" strike="noStrike" cap="none">
              <a:solidFill>
                <a:srgbClr val="000000"/>
              </a:solidFill>
              <a:latin typeface="Arial"/>
              <a:ea typeface="Arial"/>
              <a:cs typeface="Arial"/>
              <a:sym typeface="Arial"/>
            </a:endParaRPr>
          </a:p>
        </p:txBody>
      </p:sp>
      <p:cxnSp>
        <p:nvCxnSpPr>
          <p:cNvPr id="178" name="Google Shape;178;g26c2be0fae9_0_721"/>
          <p:cNvCxnSpPr/>
          <p:nvPr/>
        </p:nvCxnSpPr>
        <p:spPr>
          <a:xfrm>
            <a:off x="865586" y="1350235"/>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179" name="Google Shape;179;g26c2be0fae9_0_721"/>
          <p:cNvSpPr/>
          <p:nvPr/>
        </p:nvSpPr>
        <p:spPr>
          <a:xfrm>
            <a:off x="4442194" y="3596257"/>
            <a:ext cx="363000" cy="363000"/>
          </a:xfrm>
          <a:prstGeom prst="mathMultiply">
            <a:avLst>
              <a:gd name="adj1" fmla="val 23520"/>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80" name="Google Shape;180;g26c2be0fae9_0_721"/>
          <p:cNvGrpSpPr/>
          <p:nvPr/>
        </p:nvGrpSpPr>
        <p:grpSpPr>
          <a:xfrm>
            <a:off x="1050674" y="3528974"/>
            <a:ext cx="508471" cy="472349"/>
            <a:chOff x="718913" y="3178865"/>
            <a:chExt cx="825441" cy="766800"/>
          </a:xfrm>
        </p:grpSpPr>
        <p:sp>
          <p:nvSpPr>
            <p:cNvPr id="181" name="Google Shape;181;g26c2be0fae9_0_721"/>
            <p:cNvSpPr/>
            <p:nvPr/>
          </p:nvSpPr>
          <p:spPr>
            <a:xfrm rot="8100000">
              <a:off x="865666" y="3315344"/>
              <a:ext cx="590576"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c2be0fae9_0_721"/>
            <p:cNvSpPr/>
            <p:nvPr/>
          </p:nvSpPr>
          <p:spPr>
            <a:xfrm rot="2700000">
              <a:off x="847908" y="3390222"/>
              <a:ext cx="311410"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83" name="Google Shape;183;g26c2be0fae9_0_721"/>
          <p:cNvPicPr preferRelativeResize="0"/>
          <p:nvPr/>
        </p:nvPicPr>
        <p:blipFill rotWithShape="1">
          <a:blip r:embed="rId5">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9019"/>
              </a:srgbClr>
            </a:outerShdw>
          </a:effectLst>
        </p:spPr>
      </p:pic>
      <p:sp>
        <p:nvSpPr>
          <p:cNvPr id="184" name="Google Shape;184;g26c2be0fae9_0_721"/>
          <p:cNvSpPr txBox="1"/>
          <p:nvPr/>
        </p:nvSpPr>
        <p:spPr>
          <a:xfrm>
            <a:off x="995275" y="100839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by accessing this resource you accept the following terms and conditions</a:t>
            </a:r>
            <a:endParaRPr sz="1000" b="0" i="0" u="none" strike="noStrike" cap="none">
              <a:solidFill>
                <a:srgbClr val="000000"/>
              </a:solidFill>
              <a:latin typeface="Arial"/>
              <a:ea typeface="Arial"/>
              <a:cs typeface="Arial"/>
              <a:sym typeface="Arial"/>
            </a:endParaRPr>
          </a:p>
        </p:txBody>
      </p:sp>
      <p:sp>
        <p:nvSpPr>
          <p:cNvPr id="185" name="Google Shape;185;g26c2be0fae9_0_721"/>
          <p:cNvSpPr txBox="1"/>
          <p:nvPr/>
        </p:nvSpPr>
        <p:spPr>
          <a:xfrm>
            <a:off x="3694625" y="6352800"/>
            <a:ext cx="5162700" cy="30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sz="1600" b="0" i="0" u="none" strike="noStrike" cap="none">
              <a:solidFill>
                <a:srgbClr val="FFFFFF"/>
              </a:solidFill>
              <a:latin typeface="Poppins Medium"/>
              <a:ea typeface="Poppins Medium"/>
              <a:cs typeface="Poppins Medium"/>
              <a:sym typeface="Poppins Medium"/>
            </a:endParaRPr>
          </a:p>
        </p:txBody>
      </p:sp>
      <p:grpSp>
        <p:nvGrpSpPr>
          <p:cNvPr id="186" name="Google Shape;186;g26c2be0fae9_0_721"/>
          <p:cNvGrpSpPr/>
          <p:nvPr/>
        </p:nvGrpSpPr>
        <p:grpSpPr>
          <a:xfrm>
            <a:off x="5434991" y="1479991"/>
            <a:ext cx="3149632" cy="2411780"/>
            <a:chOff x="5434991" y="1479991"/>
            <a:chExt cx="3149632" cy="2411780"/>
          </a:xfrm>
        </p:grpSpPr>
        <p:pic>
          <p:nvPicPr>
            <p:cNvPr id="187" name="Google Shape;187;g26c2be0fae9_0_721"/>
            <p:cNvPicPr preferRelativeResize="0"/>
            <p:nvPr/>
          </p:nvPicPr>
          <p:blipFill rotWithShape="1">
            <a:blip r:embed="rId6">
              <a:alphaModFix/>
            </a:blip>
            <a:srcRect/>
            <a:stretch/>
          </p:blipFill>
          <p:spPr>
            <a:xfrm rot="512460">
              <a:off x="7037628" y="1625095"/>
              <a:ext cx="1315271" cy="1315264"/>
            </a:xfrm>
            <a:prstGeom prst="rect">
              <a:avLst/>
            </a:prstGeom>
            <a:noFill/>
            <a:ln>
              <a:noFill/>
            </a:ln>
            <a:effectLst>
              <a:outerShdw blurRad="57150" dist="19050" dir="5400000" algn="bl" rotWithShape="0">
                <a:srgbClr val="000000">
                  <a:alpha val="20784"/>
                </a:srgbClr>
              </a:outerShdw>
            </a:effectLst>
          </p:spPr>
        </p:pic>
        <p:pic>
          <p:nvPicPr>
            <p:cNvPr id="188" name="Google Shape;188;g26c2be0fae9_0_721"/>
            <p:cNvPicPr preferRelativeResize="0"/>
            <p:nvPr/>
          </p:nvPicPr>
          <p:blipFill rotWithShape="1">
            <a:blip r:embed="rId7">
              <a:alphaModFix/>
            </a:blip>
            <a:srcRect/>
            <a:stretch/>
          </p:blipFill>
          <p:spPr>
            <a:xfrm rot="251087">
              <a:off x="6595023" y="1526228"/>
              <a:ext cx="1315273" cy="1315263"/>
            </a:xfrm>
            <a:prstGeom prst="rect">
              <a:avLst/>
            </a:prstGeom>
            <a:noFill/>
            <a:ln>
              <a:noFill/>
            </a:ln>
            <a:effectLst>
              <a:outerShdw blurRad="57150" dist="19050" dir="5400000" algn="bl" rotWithShape="0">
                <a:srgbClr val="000000">
                  <a:alpha val="20784"/>
                </a:srgbClr>
              </a:outerShdw>
            </a:effectLst>
          </p:spPr>
        </p:pic>
        <p:pic>
          <p:nvPicPr>
            <p:cNvPr id="189" name="Google Shape;189;g26c2be0fae9_0_721"/>
            <p:cNvPicPr preferRelativeResize="0"/>
            <p:nvPr/>
          </p:nvPicPr>
          <p:blipFill rotWithShape="1">
            <a:blip r:embed="rId8">
              <a:alphaModFix/>
            </a:blip>
            <a:srcRect/>
            <a:stretch/>
          </p:blipFill>
          <p:spPr>
            <a:xfrm rot="-198789">
              <a:off x="6033849" y="1525113"/>
              <a:ext cx="1317502" cy="1317491"/>
            </a:xfrm>
            <a:prstGeom prst="rect">
              <a:avLst/>
            </a:prstGeom>
            <a:noFill/>
            <a:ln>
              <a:noFill/>
            </a:ln>
            <a:effectLst>
              <a:outerShdw blurRad="57150" dist="19050" dir="5400000" algn="bl" rotWithShape="0">
                <a:srgbClr val="000000">
                  <a:alpha val="20784"/>
                </a:srgbClr>
              </a:outerShdw>
            </a:effectLst>
          </p:spPr>
        </p:pic>
        <p:pic>
          <p:nvPicPr>
            <p:cNvPr id="190" name="Google Shape;190;g26c2be0fae9_0_721"/>
            <p:cNvPicPr preferRelativeResize="0"/>
            <p:nvPr/>
          </p:nvPicPr>
          <p:blipFill rotWithShape="1">
            <a:blip r:embed="rId9">
              <a:alphaModFix/>
            </a:blip>
            <a:srcRect/>
            <a:stretch/>
          </p:blipFill>
          <p:spPr>
            <a:xfrm rot="-505317">
              <a:off x="5528790" y="1629680"/>
              <a:ext cx="1382684" cy="1382665"/>
            </a:xfrm>
            <a:prstGeom prst="rect">
              <a:avLst/>
            </a:prstGeom>
            <a:noFill/>
            <a:ln>
              <a:noFill/>
            </a:ln>
            <a:effectLst>
              <a:outerShdw blurRad="57150" dist="19050" dir="5400000" algn="bl" rotWithShape="0">
                <a:srgbClr val="000000">
                  <a:alpha val="20784"/>
                </a:srgbClr>
              </a:outerShdw>
            </a:effectLst>
          </p:spPr>
        </p:pic>
        <p:pic>
          <p:nvPicPr>
            <p:cNvPr id="191" name="Google Shape;191;g26c2be0fae9_0_721"/>
            <p:cNvPicPr preferRelativeResize="0"/>
            <p:nvPr/>
          </p:nvPicPr>
          <p:blipFill rotWithShape="1">
            <a:blip r:embed="rId10">
              <a:alphaModFix/>
            </a:blip>
            <a:srcRect/>
            <a:stretch/>
          </p:blipFill>
          <p:spPr>
            <a:xfrm rot="381644">
              <a:off x="6819230" y="2126378"/>
              <a:ext cx="1677627" cy="1677627"/>
            </a:xfrm>
            <a:prstGeom prst="rect">
              <a:avLst/>
            </a:prstGeom>
            <a:noFill/>
            <a:ln>
              <a:noFill/>
            </a:ln>
            <a:effectLst>
              <a:outerShdw blurRad="57150" dist="19050" dir="5400000" algn="bl" rotWithShape="0">
                <a:srgbClr val="000000">
                  <a:alpha val="20784"/>
                </a:srgbClr>
              </a:outerShdw>
            </a:effectLst>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Hear Phonemes">
  <p:cSld name="Alien Word of the Day_1">
    <p:spTree>
      <p:nvGrpSpPr>
        <p:cNvPr id="1" name="Shape 192"/>
        <p:cNvGrpSpPr/>
        <p:nvPr/>
      </p:nvGrpSpPr>
      <p:grpSpPr>
        <a:xfrm>
          <a:off x="0" y="0"/>
          <a:ext cx="0" cy="0"/>
          <a:chOff x="0" y="0"/>
          <a:chExt cx="0" cy="0"/>
        </a:xfrm>
      </p:grpSpPr>
      <p:sp>
        <p:nvSpPr>
          <p:cNvPr id="193" name="Google Shape;193;g26b33ddcd5e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sp>
        <p:nvSpPr>
          <p:cNvPr id="194" name="Google Shape;194;g26b33ddcd5e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33ddcd5e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33ddcd5e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6b33ddcd5e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6b33ddcd5e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6b33ddcd5e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6b33ddcd5e_1_87"/>
          <p:cNvGrpSpPr/>
          <p:nvPr/>
        </p:nvGrpSpPr>
        <p:grpSpPr>
          <a:xfrm>
            <a:off x="662575" y="6212475"/>
            <a:ext cx="586800" cy="571500"/>
            <a:chOff x="662575" y="6212475"/>
            <a:chExt cx="586800" cy="571500"/>
          </a:xfrm>
        </p:grpSpPr>
        <p:sp>
          <p:nvSpPr>
            <p:cNvPr id="201" name="Google Shape;201;g26b33ddcd5e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6b33ddcd5e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6b33ddcd5e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6b33ddcd5e_1_87"/>
          <p:cNvGrpSpPr/>
          <p:nvPr/>
        </p:nvGrpSpPr>
        <p:grpSpPr>
          <a:xfrm>
            <a:off x="7894350" y="6212475"/>
            <a:ext cx="586800" cy="571500"/>
            <a:chOff x="7894350" y="6212475"/>
            <a:chExt cx="586800" cy="571500"/>
          </a:xfrm>
        </p:grpSpPr>
        <p:sp>
          <p:nvSpPr>
            <p:cNvPr id="205" name="Google Shape;205;g26b33ddcd5e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33ddcd5e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33ddcd5e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6b33ddcd5e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6b33ddcd5e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6b33ddcd5e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6b33ddcd5e_1_8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6b33ddcd5e_1_8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6b33ddcd5e_1_8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JL691</a:t>
            </a:r>
            <a:endParaRPr sz="1400" b="0" i="0" u="none" strike="noStrike" cap="none">
              <a:solidFill>
                <a:srgbClr val="000000"/>
              </a:solidFill>
              <a:latin typeface="Arial"/>
              <a:ea typeface="Arial"/>
              <a:cs typeface="Arial"/>
              <a:sym typeface="Arial"/>
            </a:endParaRPr>
          </a:p>
        </p:txBody>
      </p:sp>
      <p:sp>
        <p:nvSpPr>
          <p:cNvPr id="214" name="Google Shape;214;g26b33ddcd5e_1_87"/>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Hear Phonemes</a:t>
            </a:r>
            <a:endParaRPr sz="3000" b="0" i="0" u="none" strike="noStrike" cap="none">
              <a:solidFill>
                <a:srgbClr val="F7941D"/>
              </a:solidFill>
              <a:latin typeface="Poppins Medium"/>
              <a:ea typeface="Poppins Medium"/>
              <a:cs typeface="Poppins Medium"/>
              <a:sym typeface="Poppins Medium"/>
            </a:endParaRPr>
          </a:p>
        </p:txBody>
      </p:sp>
      <p:pic>
        <p:nvPicPr>
          <p:cNvPr id="215" name="Google Shape;215;g26b33ddcd5e_1_8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Teach Grapheme Captions">
  <p:cSld name="Alien Word of the Day_1_1">
    <p:spTree>
      <p:nvGrpSpPr>
        <p:cNvPr id="1" name="Shape 216"/>
        <p:cNvGrpSpPr/>
        <p:nvPr/>
      </p:nvGrpSpPr>
      <p:grpSpPr>
        <a:xfrm>
          <a:off x="0" y="0"/>
          <a:ext cx="0" cy="0"/>
          <a:chOff x="0" y="0"/>
          <a:chExt cx="0" cy="0"/>
        </a:xfrm>
      </p:grpSpPr>
      <p:sp>
        <p:nvSpPr>
          <p:cNvPr id="217" name="Google Shape;217;g26b33ddcd5e_1_161"/>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6b33ddcd5e_1_161"/>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6b33ddcd5e_1_161"/>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6b33ddcd5e_1_161"/>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6b33ddcd5e_1_161"/>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6b33ddcd5e_1_161"/>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3" name="Google Shape;223;g26b33ddcd5e_1_161"/>
          <p:cNvGrpSpPr/>
          <p:nvPr/>
        </p:nvGrpSpPr>
        <p:grpSpPr>
          <a:xfrm>
            <a:off x="662575" y="6212475"/>
            <a:ext cx="586800" cy="571500"/>
            <a:chOff x="662575" y="6212475"/>
            <a:chExt cx="586800" cy="571500"/>
          </a:xfrm>
        </p:grpSpPr>
        <p:sp>
          <p:nvSpPr>
            <p:cNvPr id="224" name="Google Shape;224;g26b33ddcd5e_1_161">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26b33ddcd5e_1_161">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26b33ddcd5e_1_161">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27" name="Google Shape;227;g26b33ddcd5e_1_161"/>
          <p:cNvGrpSpPr/>
          <p:nvPr/>
        </p:nvGrpSpPr>
        <p:grpSpPr>
          <a:xfrm>
            <a:off x="7894350" y="6212475"/>
            <a:ext cx="586800" cy="571500"/>
            <a:chOff x="7894350" y="6212475"/>
            <a:chExt cx="586800" cy="571500"/>
          </a:xfrm>
        </p:grpSpPr>
        <p:sp>
          <p:nvSpPr>
            <p:cNvPr id="228" name="Google Shape;228;g26b33ddcd5e_1_161">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26b33ddcd5e_1_161">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26b33ddcd5e_1_161">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1" name="Google Shape;231;g26b33ddcd5e_1_161"/>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2" name="Google Shape;232;g26b33ddcd5e_1_161"/>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3" name="Google Shape;233;g26b33ddcd5e_1_161"/>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6b33ddcd5e_1_161"/>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5" name="Google Shape;235;g26b33ddcd5e_1_161"/>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6" name="Google Shape;236;g26b33ddcd5e_1_161"/>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Teach Grapheme Caption</a:t>
            </a:r>
            <a:endParaRPr sz="3000" b="0" i="0" u="none" strike="noStrike" cap="none">
              <a:solidFill>
                <a:srgbClr val="F7941D"/>
              </a:solidFill>
              <a:latin typeface="Poppins Medium"/>
              <a:ea typeface="Poppins Medium"/>
              <a:cs typeface="Poppins Medium"/>
              <a:sym typeface="Poppins Medium"/>
            </a:endParaRPr>
          </a:p>
        </p:txBody>
      </p:sp>
      <p:sp>
        <p:nvSpPr>
          <p:cNvPr id="237" name="Google Shape;237;g26b33ddcd5e_1_161"/>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JL686</a:t>
            </a:r>
            <a:endParaRPr sz="1400" b="0" i="0" u="none" strike="noStrike" cap="none">
              <a:solidFill>
                <a:srgbClr val="000000"/>
              </a:solidFill>
              <a:latin typeface="Arial"/>
              <a:ea typeface="Arial"/>
              <a:cs typeface="Arial"/>
              <a:sym typeface="Arial"/>
            </a:endParaRPr>
          </a:p>
        </p:txBody>
      </p:sp>
      <p:sp>
        <p:nvSpPr>
          <p:cNvPr id="238" name="Google Shape;238;g26b33ddcd5e_1_161"/>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39" name="Google Shape;239;g26b33ddcd5e_1_161"/>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Teach Lowercase Formation">
  <p:cSld name="Alien Word of the Day_1_1_1">
    <p:spTree>
      <p:nvGrpSpPr>
        <p:cNvPr id="1" name="Shape 240"/>
        <p:cNvGrpSpPr/>
        <p:nvPr/>
      </p:nvGrpSpPr>
      <p:grpSpPr>
        <a:xfrm>
          <a:off x="0" y="0"/>
          <a:ext cx="0" cy="0"/>
          <a:chOff x="0" y="0"/>
          <a:chExt cx="0" cy="0"/>
        </a:xfrm>
      </p:grpSpPr>
      <p:sp>
        <p:nvSpPr>
          <p:cNvPr id="241" name="Google Shape;241;g26b33ddcd5e_1_23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6b33ddcd5e_1_23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6b33ddcd5e_1_23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4" name="Google Shape;244;g26b33ddcd5e_1_23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6b33ddcd5e_1_23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6b33ddcd5e_1_23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47" name="Google Shape;247;g26b33ddcd5e_1_237"/>
          <p:cNvGrpSpPr/>
          <p:nvPr/>
        </p:nvGrpSpPr>
        <p:grpSpPr>
          <a:xfrm>
            <a:off x="662575" y="6212475"/>
            <a:ext cx="586800" cy="571500"/>
            <a:chOff x="662575" y="6212475"/>
            <a:chExt cx="586800" cy="571500"/>
          </a:xfrm>
        </p:grpSpPr>
        <p:sp>
          <p:nvSpPr>
            <p:cNvPr id="248" name="Google Shape;248;g26b33ddcd5e_1_23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6b33ddcd5e_1_23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26b33ddcd5e_1_23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1" name="Google Shape;251;g26b33ddcd5e_1_237"/>
          <p:cNvGrpSpPr/>
          <p:nvPr/>
        </p:nvGrpSpPr>
        <p:grpSpPr>
          <a:xfrm>
            <a:off x="7894350" y="6212475"/>
            <a:ext cx="586800" cy="571500"/>
            <a:chOff x="7894350" y="6212475"/>
            <a:chExt cx="586800" cy="571500"/>
          </a:xfrm>
        </p:grpSpPr>
        <p:sp>
          <p:nvSpPr>
            <p:cNvPr id="252" name="Google Shape;252;g26b33ddcd5e_1_23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6b33ddcd5e_1_23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6b33ddcd5e_1_23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55" name="Google Shape;255;g26b33ddcd5e_1_23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6b33ddcd5e_1_23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7" name="Google Shape;257;g26b33ddcd5e_1_23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8" name="Google Shape;258;g26b33ddcd5e_1_23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9" name="Google Shape;259;g26b33ddcd5e_1_23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6b33ddcd5e_1_23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JL686</a:t>
            </a:r>
            <a:endParaRPr sz="1400" b="0" i="0" u="none" strike="noStrike" cap="none">
              <a:solidFill>
                <a:srgbClr val="000000"/>
              </a:solidFill>
              <a:latin typeface="Arial"/>
              <a:ea typeface="Arial"/>
              <a:cs typeface="Arial"/>
              <a:sym typeface="Arial"/>
            </a:endParaRPr>
          </a:p>
        </p:txBody>
      </p:sp>
      <p:sp>
        <p:nvSpPr>
          <p:cNvPr id="261" name="Google Shape;261;g26b33ddcd5e_1_237"/>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Teach Lowercase Formation</a:t>
            </a:r>
            <a:endParaRPr sz="3000" b="0" i="0" u="none" strike="noStrike" cap="none">
              <a:solidFill>
                <a:srgbClr val="F7941D"/>
              </a:solidFill>
              <a:latin typeface="Poppins Medium"/>
              <a:ea typeface="Poppins Medium"/>
              <a:cs typeface="Poppins Medium"/>
              <a:sym typeface="Poppins Medium"/>
            </a:endParaRPr>
          </a:p>
        </p:txBody>
      </p:sp>
      <p:sp>
        <p:nvSpPr>
          <p:cNvPr id="262" name="Google Shape;262;g26b33ddcd5e_1_23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63" name="Google Shape;263;g26b33ddcd5e_1_23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6-Build a Decodable Word">
  <p:cSld name="Alien Word of the Day_1_1_1_1_1_1">
    <p:spTree>
      <p:nvGrpSpPr>
        <p:cNvPr id="1" name="Shape 264"/>
        <p:cNvGrpSpPr/>
        <p:nvPr/>
      </p:nvGrpSpPr>
      <p:grpSpPr>
        <a:xfrm>
          <a:off x="0" y="0"/>
          <a:ext cx="0" cy="0"/>
          <a:chOff x="0" y="0"/>
          <a:chExt cx="0" cy="0"/>
        </a:xfrm>
      </p:grpSpPr>
      <p:sp>
        <p:nvSpPr>
          <p:cNvPr id="265" name="Google Shape;265;g26b33ddcd5e_1_4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6b33ddcd5e_1_4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6b33ddcd5e_1_4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6b33ddcd5e_1_4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6b33ddcd5e_1_4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6b33ddcd5e_1_4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71" name="Google Shape;271;g26b33ddcd5e_1_425"/>
          <p:cNvGrpSpPr/>
          <p:nvPr/>
        </p:nvGrpSpPr>
        <p:grpSpPr>
          <a:xfrm>
            <a:off x="662575" y="6212475"/>
            <a:ext cx="586800" cy="571500"/>
            <a:chOff x="662575" y="6212475"/>
            <a:chExt cx="586800" cy="571500"/>
          </a:xfrm>
        </p:grpSpPr>
        <p:sp>
          <p:nvSpPr>
            <p:cNvPr id="272" name="Google Shape;272;g26b33ddcd5e_1_4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6b33ddcd5e_1_4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6b33ddcd5e_1_4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26b33ddcd5e_1_425"/>
          <p:cNvGrpSpPr/>
          <p:nvPr/>
        </p:nvGrpSpPr>
        <p:grpSpPr>
          <a:xfrm>
            <a:off x="7894350" y="6212475"/>
            <a:ext cx="586800" cy="571500"/>
            <a:chOff x="7894350" y="6212475"/>
            <a:chExt cx="586800" cy="571500"/>
          </a:xfrm>
        </p:grpSpPr>
        <p:sp>
          <p:nvSpPr>
            <p:cNvPr id="276" name="Google Shape;276;g26b33ddcd5e_1_4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6b33ddcd5e_1_4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6b33ddcd5e_1_4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79" name="Google Shape;279;g26b33ddcd5e_1_4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80" name="Google Shape;280;g26b33ddcd5e_1_425"/>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6b33ddcd5e_1_4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82" name="Google Shape;282;g26b33ddcd5e_1_425"/>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3" name="Google Shape;283;g26b33ddcd5e_1_425"/>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4" name="Google Shape;284;g26b33ddcd5e_1_4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JL689</a:t>
            </a:r>
            <a:endParaRPr sz="1400" b="0" i="0" u="none" strike="noStrike" cap="none">
              <a:solidFill>
                <a:srgbClr val="000000"/>
              </a:solidFill>
              <a:latin typeface="Arial"/>
              <a:ea typeface="Arial"/>
              <a:cs typeface="Arial"/>
              <a:sym typeface="Arial"/>
            </a:endParaRPr>
          </a:p>
        </p:txBody>
      </p:sp>
      <p:sp>
        <p:nvSpPr>
          <p:cNvPr id="285" name="Google Shape;285;g26b33ddcd5e_1_425"/>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Build a Decodable Word</a:t>
            </a:r>
            <a:endParaRPr sz="3000" b="0" i="0" u="none" strike="noStrike" cap="none">
              <a:solidFill>
                <a:srgbClr val="F7941D"/>
              </a:solidFill>
              <a:latin typeface="Poppins Medium"/>
              <a:ea typeface="Poppins Medium"/>
              <a:cs typeface="Poppins Medium"/>
              <a:sym typeface="Poppins Medium"/>
            </a:endParaRPr>
          </a:p>
        </p:txBody>
      </p:sp>
      <p:sp>
        <p:nvSpPr>
          <p:cNvPr id="286" name="Google Shape;286;g26b33ddcd5e_1_4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7" name="Google Shape;287;g26b33ddcd5e_1_4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7-Practice with Alien Words">
  <p:cSld name="Alien Word of the Day_1_1_1_1_1_1_1">
    <p:spTree>
      <p:nvGrpSpPr>
        <p:cNvPr id="1" name="Shape 288"/>
        <p:cNvGrpSpPr/>
        <p:nvPr/>
      </p:nvGrpSpPr>
      <p:grpSpPr>
        <a:xfrm>
          <a:off x="0" y="0"/>
          <a:ext cx="0" cy="0"/>
          <a:chOff x="0" y="0"/>
          <a:chExt cx="0" cy="0"/>
        </a:xfrm>
      </p:grpSpPr>
      <p:sp>
        <p:nvSpPr>
          <p:cNvPr id="289" name="Google Shape;289;g26b33ddcd5e_1_474"/>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6b33ddcd5e_1_474"/>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6b33ddcd5e_1_474"/>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6b33ddcd5e_1_474"/>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6b33ddcd5e_1_474"/>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6b33ddcd5e_1_474"/>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95" name="Google Shape;295;g26b33ddcd5e_1_474"/>
          <p:cNvGrpSpPr/>
          <p:nvPr/>
        </p:nvGrpSpPr>
        <p:grpSpPr>
          <a:xfrm>
            <a:off x="662575" y="6212475"/>
            <a:ext cx="586800" cy="571500"/>
            <a:chOff x="662575" y="6212475"/>
            <a:chExt cx="586800" cy="571500"/>
          </a:xfrm>
        </p:grpSpPr>
        <p:sp>
          <p:nvSpPr>
            <p:cNvPr id="296" name="Google Shape;296;g26b33ddcd5e_1_474">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6b33ddcd5e_1_474">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6b33ddcd5e_1_474">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6b33ddcd5e_1_474"/>
          <p:cNvGrpSpPr/>
          <p:nvPr/>
        </p:nvGrpSpPr>
        <p:grpSpPr>
          <a:xfrm>
            <a:off x="7894350" y="6212475"/>
            <a:ext cx="586800" cy="571500"/>
            <a:chOff x="7894350" y="6212475"/>
            <a:chExt cx="586800" cy="571500"/>
          </a:xfrm>
        </p:grpSpPr>
        <p:sp>
          <p:nvSpPr>
            <p:cNvPr id="300" name="Google Shape;300;g26b33ddcd5e_1_47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6b33ddcd5e_1_47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6b33ddcd5e_1_47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03" name="Google Shape;303;g26b33ddcd5e_1_474"/>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04" name="Google Shape;304;g26b33ddcd5e_1_474"/>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5" name="Google Shape;305;g26b33ddcd5e_1_474"/>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06" name="Google Shape;306;g26b33ddcd5e_1_474"/>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7" name="Google Shape;307;g26b33ddcd5e_1_474"/>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6b33ddcd5e_1_474"/>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JL692</a:t>
            </a:r>
            <a:endParaRPr sz="1400" b="0" i="0" u="none" strike="noStrike" cap="none">
              <a:solidFill>
                <a:srgbClr val="000000"/>
              </a:solidFill>
              <a:latin typeface="Arial"/>
              <a:ea typeface="Arial"/>
              <a:cs typeface="Arial"/>
              <a:sym typeface="Arial"/>
            </a:endParaRPr>
          </a:p>
        </p:txBody>
      </p:sp>
      <p:sp>
        <p:nvSpPr>
          <p:cNvPr id="309" name="Google Shape;309;g26b33ddcd5e_1_474"/>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Alien Words</a:t>
            </a:r>
            <a:endParaRPr sz="3000" b="0" i="0" u="none" strike="noStrike" cap="none">
              <a:solidFill>
                <a:srgbClr val="F7941D"/>
              </a:solidFill>
              <a:latin typeface="Poppins Medium"/>
              <a:ea typeface="Poppins Medium"/>
              <a:cs typeface="Poppins Medium"/>
              <a:sym typeface="Poppins Medium"/>
            </a:endParaRPr>
          </a:p>
        </p:txBody>
      </p:sp>
      <p:sp>
        <p:nvSpPr>
          <p:cNvPr id="310" name="Google Shape;310;g26b33ddcd5e_1_474"/>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6b33ddcd5e_1_474"/>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8-Practice Heart Words">
  <p:cSld name="Alien Word of the Day_1_1_1_1_1_1_1_1">
    <p:spTree>
      <p:nvGrpSpPr>
        <p:cNvPr id="1" name="Shape 312"/>
        <p:cNvGrpSpPr/>
        <p:nvPr/>
      </p:nvGrpSpPr>
      <p:grpSpPr>
        <a:xfrm>
          <a:off x="0" y="0"/>
          <a:ext cx="0" cy="0"/>
          <a:chOff x="0" y="0"/>
          <a:chExt cx="0" cy="0"/>
        </a:xfrm>
      </p:grpSpPr>
      <p:sp>
        <p:nvSpPr>
          <p:cNvPr id="313" name="Google Shape;313;g26b33ddcd5e_1_52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6b33ddcd5e_1_52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6b33ddcd5e_1_52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6" name="Google Shape;316;g26b33ddcd5e_1_52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6b33ddcd5e_1_52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6b33ddcd5e_1_52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19" name="Google Shape;319;g26b33ddcd5e_1_520"/>
          <p:cNvGrpSpPr/>
          <p:nvPr/>
        </p:nvGrpSpPr>
        <p:grpSpPr>
          <a:xfrm>
            <a:off x="662575" y="6212475"/>
            <a:ext cx="586800" cy="571500"/>
            <a:chOff x="662575" y="6212475"/>
            <a:chExt cx="586800" cy="571500"/>
          </a:xfrm>
        </p:grpSpPr>
        <p:sp>
          <p:nvSpPr>
            <p:cNvPr id="320" name="Google Shape;320;g26b33ddcd5e_1_52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6b33ddcd5e_1_52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6b33ddcd5e_1_52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3" name="Google Shape;323;g26b33ddcd5e_1_520"/>
          <p:cNvGrpSpPr/>
          <p:nvPr/>
        </p:nvGrpSpPr>
        <p:grpSpPr>
          <a:xfrm>
            <a:off x="7894350" y="6212475"/>
            <a:ext cx="586800" cy="571500"/>
            <a:chOff x="7894350" y="6212475"/>
            <a:chExt cx="586800" cy="571500"/>
          </a:xfrm>
        </p:grpSpPr>
        <p:sp>
          <p:nvSpPr>
            <p:cNvPr id="324" name="Google Shape;324;g26b33ddcd5e_1_52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6b33ddcd5e_1_52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6b33ddcd5e_1_52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7" name="Google Shape;327;g26b33ddcd5e_1_52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28" name="Google Shape;328;g26b33ddcd5e_1_52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9" name="Google Shape;329;g26b33ddcd5e_1_52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6b33ddcd5e_1_52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1" name="Google Shape;331;g26b33ddcd5e_1_52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2" name="Google Shape;332;g26b33ddcd5e_1_52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RP107</a:t>
            </a:r>
            <a:endParaRPr sz="1400" b="0" i="0" u="none" strike="noStrike" cap="none">
              <a:solidFill>
                <a:srgbClr val="000000"/>
              </a:solidFill>
              <a:latin typeface="Arial"/>
              <a:ea typeface="Arial"/>
              <a:cs typeface="Arial"/>
              <a:sym typeface="Arial"/>
            </a:endParaRPr>
          </a:p>
        </p:txBody>
      </p:sp>
      <p:sp>
        <p:nvSpPr>
          <p:cNvPr id="333" name="Google Shape;333;g26b33ddcd5e_1_52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Tricky Heart Words</a:t>
            </a:r>
            <a:endParaRPr sz="3000" b="0" i="0" u="none" strike="noStrike" cap="none">
              <a:solidFill>
                <a:srgbClr val="F7941D"/>
              </a:solidFill>
              <a:latin typeface="Poppins Medium"/>
              <a:ea typeface="Poppins Medium"/>
              <a:cs typeface="Poppins Medium"/>
              <a:sym typeface="Poppins Medium"/>
            </a:endParaRPr>
          </a:p>
        </p:txBody>
      </p:sp>
      <p:sp>
        <p:nvSpPr>
          <p:cNvPr id="334" name="Google Shape;334;g26b33ddcd5e_1_52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5" name="Google Shape;335;g26b33ddcd5e_1_52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9-Practice Sight Words">
  <p:cSld name="Alien Word of the Day_1_1_1_1_1_1_1_1_1">
    <p:spTree>
      <p:nvGrpSpPr>
        <p:cNvPr id="1" name="Shape 336"/>
        <p:cNvGrpSpPr/>
        <p:nvPr/>
      </p:nvGrpSpPr>
      <p:grpSpPr>
        <a:xfrm>
          <a:off x="0" y="0"/>
          <a:ext cx="0" cy="0"/>
          <a:chOff x="0" y="0"/>
          <a:chExt cx="0" cy="0"/>
        </a:xfrm>
      </p:grpSpPr>
      <p:sp>
        <p:nvSpPr>
          <p:cNvPr id="337" name="Google Shape;337;g26b33ddcd5e_1_5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6b33ddcd5e_1_5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6b33ddcd5e_1_5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0" name="Google Shape;340;g26b33ddcd5e_1_5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6b33ddcd5e_1_5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6b33ddcd5e_1_5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43" name="Google Shape;343;g26b33ddcd5e_1_567"/>
          <p:cNvGrpSpPr/>
          <p:nvPr/>
        </p:nvGrpSpPr>
        <p:grpSpPr>
          <a:xfrm>
            <a:off x="662575" y="6212475"/>
            <a:ext cx="586800" cy="571500"/>
            <a:chOff x="662575" y="6212475"/>
            <a:chExt cx="586800" cy="571500"/>
          </a:xfrm>
        </p:grpSpPr>
        <p:sp>
          <p:nvSpPr>
            <p:cNvPr id="344" name="Google Shape;344;g26b33ddcd5e_1_5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6b33ddcd5e_1_5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6b33ddcd5e_1_5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6b33ddcd5e_1_567"/>
          <p:cNvGrpSpPr/>
          <p:nvPr/>
        </p:nvGrpSpPr>
        <p:grpSpPr>
          <a:xfrm>
            <a:off x="7894350" y="6212475"/>
            <a:ext cx="586800" cy="571500"/>
            <a:chOff x="7894350" y="6212475"/>
            <a:chExt cx="586800" cy="571500"/>
          </a:xfrm>
        </p:grpSpPr>
        <p:sp>
          <p:nvSpPr>
            <p:cNvPr id="348" name="Google Shape;348;g26b33ddcd5e_1_5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6b33ddcd5e_1_5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6b33ddcd5e_1_5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1" name="Google Shape;351;g26b33ddcd5e_1_5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52" name="Google Shape;352;g26b33ddcd5e_1_56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3" name="Google Shape;353;g26b33ddcd5e_1_5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54" name="Google Shape;354;g26b33ddcd5e_1_56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5" name="Google Shape;355;g26b33ddcd5e_1_56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6" name="Google Shape;356;g26b33ddcd5e_1_5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RP108</a:t>
            </a:r>
            <a:endParaRPr sz="1400" b="0" i="0" u="none" strike="noStrike" cap="none">
              <a:solidFill>
                <a:srgbClr val="000000"/>
              </a:solidFill>
              <a:latin typeface="Arial"/>
              <a:ea typeface="Arial"/>
              <a:cs typeface="Arial"/>
              <a:sym typeface="Arial"/>
            </a:endParaRPr>
          </a:p>
        </p:txBody>
      </p:sp>
      <p:sp>
        <p:nvSpPr>
          <p:cNvPr id="357" name="Google Shape;357;g26b33ddcd5e_1_5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Sight Words</a:t>
            </a:r>
            <a:endParaRPr sz="3000" b="0" i="0" u="none" strike="noStrike" cap="none">
              <a:solidFill>
                <a:srgbClr val="F7941D"/>
              </a:solidFill>
              <a:latin typeface="Poppins Medium"/>
              <a:ea typeface="Poppins Medium"/>
              <a:cs typeface="Poppins Medium"/>
              <a:sym typeface="Poppins Medium"/>
            </a:endParaRPr>
          </a:p>
        </p:txBody>
      </p:sp>
      <p:sp>
        <p:nvSpPr>
          <p:cNvPr id="358" name="Google Shape;358;g26b33ddcd5e_1_5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6b33ddcd5e_1_5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360"/>
        <p:cNvGrpSpPr/>
        <p:nvPr/>
      </p:nvGrpSpPr>
      <p:grpSpPr>
        <a:xfrm>
          <a:off x="0" y="0"/>
          <a:ext cx="0" cy="0"/>
          <a:chOff x="0" y="0"/>
          <a:chExt cx="0" cy="0"/>
        </a:xfrm>
      </p:grpSpPr>
      <p:sp>
        <p:nvSpPr>
          <p:cNvPr id="361" name="Google Shape;361;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8" name="Google Shape;368;g2c235dd0dad_1_87"/>
          <p:cNvGrpSpPr/>
          <p:nvPr/>
        </p:nvGrpSpPr>
        <p:grpSpPr>
          <a:xfrm>
            <a:off x="662575" y="6212475"/>
            <a:ext cx="586800" cy="571500"/>
            <a:chOff x="662575" y="6212475"/>
            <a:chExt cx="586800" cy="571500"/>
          </a:xfrm>
        </p:grpSpPr>
        <p:sp>
          <p:nvSpPr>
            <p:cNvPr id="369" name="Google Shape;36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235dd0dad_1_87"/>
          <p:cNvGrpSpPr/>
          <p:nvPr/>
        </p:nvGrpSpPr>
        <p:grpSpPr>
          <a:xfrm>
            <a:off x="7894350" y="6212475"/>
            <a:ext cx="586800" cy="571500"/>
            <a:chOff x="7894350" y="6212475"/>
            <a:chExt cx="586800" cy="571500"/>
          </a:xfrm>
        </p:grpSpPr>
        <p:sp>
          <p:nvSpPr>
            <p:cNvPr id="373" name="Google Shape;37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7" name="Google Shape;377;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8" name="Google Shape;378;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0" name="Google Shape;380;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1" name="Google Shape;381;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382" name="Google Shape;382;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383" name="Google Shape;383;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384" name="Google Shape;384;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385" name="Google Shape;385;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386" name="Google Shape;386;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387" name="Google Shape;387;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88" name="Google Shape;388;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89" name="Google Shape;389;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390" name="Google Shape;390;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391" name="Google Shape;391;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392"/>
        <p:cNvGrpSpPr/>
        <p:nvPr/>
      </p:nvGrpSpPr>
      <p:grpSpPr>
        <a:xfrm>
          <a:off x="0" y="0"/>
          <a:ext cx="0" cy="0"/>
          <a:chOff x="0" y="0"/>
          <a:chExt cx="0" cy="0"/>
        </a:xfrm>
      </p:grpSpPr>
      <p:sp>
        <p:nvSpPr>
          <p:cNvPr id="393" name="Google Shape;393;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6" name="Google Shape;396;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9" name="Google Shape;399;g1f3daf8a844_0_32"/>
          <p:cNvGrpSpPr/>
          <p:nvPr/>
        </p:nvGrpSpPr>
        <p:grpSpPr>
          <a:xfrm>
            <a:off x="662575" y="6212475"/>
            <a:ext cx="586800" cy="571500"/>
            <a:chOff x="662575" y="6212475"/>
            <a:chExt cx="586800" cy="571500"/>
          </a:xfrm>
        </p:grpSpPr>
        <p:sp>
          <p:nvSpPr>
            <p:cNvPr id="400" name="Google Shape;40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3" name="Google Shape;403;g1f3daf8a844_0_32"/>
          <p:cNvGrpSpPr/>
          <p:nvPr/>
        </p:nvGrpSpPr>
        <p:grpSpPr>
          <a:xfrm>
            <a:off x="7894350" y="6212475"/>
            <a:ext cx="586800" cy="571500"/>
            <a:chOff x="7894350" y="6212475"/>
            <a:chExt cx="586800" cy="571500"/>
          </a:xfrm>
        </p:grpSpPr>
        <p:sp>
          <p:nvSpPr>
            <p:cNvPr id="404" name="Google Shape;40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7" name="Google Shape;407;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8" name="Google Shape;40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9" name="Google Shape;40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1" name="Google Shape;41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2" name="Google Shape;41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413" name="Google Shape;41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414" name="Google Shape;41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415" name="Google Shape;41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416" name="Google Shape;41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417" name="Google Shape;41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418" name="Google Shape;41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419" name="Google Shape;41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420" name="Google Shape;42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421" name="Google Shape;42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422"/>
        <p:cNvGrpSpPr/>
        <p:nvPr/>
      </p:nvGrpSpPr>
      <p:grpSpPr>
        <a:xfrm>
          <a:off x="0" y="0"/>
          <a:ext cx="0" cy="0"/>
          <a:chOff x="0" y="0"/>
          <a:chExt cx="0" cy="0"/>
        </a:xfrm>
      </p:grpSpPr>
      <p:sp>
        <p:nvSpPr>
          <p:cNvPr id="423" name="Google Shape;423;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6" name="Google Shape;426;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9" name="Google Shape;429;g2c157a2fb06_0_53"/>
          <p:cNvGrpSpPr/>
          <p:nvPr/>
        </p:nvGrpSpPr>
        <p:grpSpPr>
          <a:xfrm>
            <a:off x="662575" y="6212475"/>
            <a:ext cx="586800" cy="571500"/>
            <a:chOff x="662575" y="6212475"/>
            <a:chExt cx="586800" cy="571500"/>
          </a:xfrm>
        </p:grpSpPr>
        <p:sp>
          <p:nvSpPr>
            <p:cNvPr id="430" name="Google Shape;430;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3" name="Google Shape;433;g2c157a2fb06_0_53"/>
          <p:cNvGrpSpPr/>
          <p:nvPr/>
        </p:nvGrpSpPr>
        <p:grpSpPr>
          <a:xfrm>
            <a:off x="7894350" y="6212475"/>
            <a:ext cx="586800" cy="571500"/>
            <a:chOff x="7894350" y="6212475"/>
            <a:chExt cx="586800" cy="571500"/>
          </a:xfrm>
        </p:grpSpPr>
        <p:sp>
          <p:nvSpPr>
            <p:cNvPr id="434" name="Google Shape;434;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7" name="Google Shape;437;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8" name="Google Shape;43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9" name="Google Shape;439;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40" name="Google Shape;44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1" name="Google Shape;44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2" name="Google Shape;44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443" name="Google Shape;44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444" name="Google Shape;44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5" name="Google Shape;44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7" name="Google Shape;44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8" name="Google Shape;44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9" name="Google Shape;44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 name="Google Shape;45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1" name="Google Shape;45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2" name="Google Shape;45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453" name="Google Shape;453;g2c157a2fb06_0_53"/>
          <p:cNvGrpSpPr/>
          <p:nvPr/>
        </p:nvGrpSpPr>
        <p:grpSpPr>
          <a:xfrm>
            <a:off x="1403031" y="6958923"/>
            <a:ext cx="6774848" cy="1291477"/>
            <a:chOff x="717231" y="7263723"/>
            <a:chExt cx="6774848" cy="1291477"/>
          </a:xfrm>
        </p:grpSpPr>
        <p:sp>
          <p:nvSpPr>
            <p:cNvPr id="454" name="Google Shape;45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455" name="Google Shape;45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456" name="Google Shape;45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457" name="Google Shape;45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458" name="Google Shape;45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459" name="Google Shape;45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460" name="Google Shape;46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461" name="Google Shape;46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462" name="Google Shape;46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5" name="Google Shape;46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466" name="Google Shape;46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467"/>
        <p:cNvGrpSpPr/>
        <p:nvPr/>
      </p:nvGrpSpPr>
      <p:grpSpPr>
        <a:xfrm>
          <a:off x="0" y="0"/>
          <a:ext cx="0" cy="0"/>
          <a:chOff x="0" y="0"/>
          <a:chExt cx="0" cy="0"/>
        </a:xfrm>
      </p:grpSpPr>
      <p:pic>
        <p:nvPicPr>
          <p:cNvPr id="468" name="Google Shape;46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469" name="Google Shape;469;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5" name="Google Shape;475;g2c157a2fb06_0_158"/>
          <p:cNvGrpSpPr/>
          <p:nvPr/>
        </p:nvGrpSpPr>
        <p:grpSpPr>
          <a:xfrm>
            <a:off x="662575" y="6212475"/>
            <a:ext cx="586800" cy="571500"/>
            <a:chOff x="662575" y="6212475"/>
            <a:chExt cx="586800" cy="571500"/>
          </a:xfrm>
        </p:grpSpPr>
        <p:sp>
          <p:nvSpPr>
            <p:cNvPr id="476" name="Google Shape;47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9" name="Google Shape;479;g2c157a2fb06_0_158"/>
          <p:cNvGrpSpPr/>
          <p:nvPr/>
        </p:nvGrpSpPr>
        <p:grpSpPr>
          <a:xfrm>
            <a:off x="7894350" y="6212475"/>
            <a:ext cx="586800" cy="571500"/>
            <a:chOff x="7894350" y="6212475"/>
            <a:chExt cx="586800" cy="571500"/>
          </a:xfrm>
        </p:grpSpPr>
        <p:sp>
          <p:nvSpPr>
            <p:cNvPr id="480" name="Google Shape;48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3" name="Google Shape;483;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4" name="Google Shape;48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5" name="Google Shape;485;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86" name="Google Shape;48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7" name="Google Shape;48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8" name="Google Shape;48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489" name="Google Shape;48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490" name="Google Shape;49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1" name="Google Shape;49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2" name="Google Shape;49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3" name="Google Shape;49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4" name="Google Shape;49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5" name="Google Shape;49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496"/>
        <p:cNvGrpSpPr/>
        <p:nvPr/>
      </p:nvGrpSpPr>
      <p:grpSpPr>
        <a:xfrm>
          <a:off x="0" y="0"/>
          <a:ext cx="0" cy="0"/>
          <a:chOff x="0" y="0"/>
          <a:chExt cx="0" cy="0"/>
        </a:xfrm>
      </p:grpSpPr>
      <p:sp>
        <p:nvSpPr>
          <p:cNvPr id="497" name="Google Shape;497;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0" name="Google Shape;500;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03" name="Google Shape;503;g2c157a2fb06_0_263"/>
          <p:cNvGrpSpPr/>
          <p:nvPr/>
        </p:nvGrpSpPr>
        <p:grpSpPr>
          <a:xfrm>
            <a:off x="662575" y="6212475"/>
            <a:ext cx="586800" cy="571500"/>
            <a:chOff x="662575" y="6212475"/>
            <a:chExt cx="586800" cy="571500"/>
          </a:xfrm>
        </p:grpSpPr>
        <p:sp>
          <p:nvSpPr>
            <p:cNvPr id="504" name="Google Shape;50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7" name="Google Shape;507;g2c157a2fb06_0_263"/>
          <p:cNvGrpSpPr/>
          <p:nvPr/>
        </p:nvGrpSpPr>
        <p:grpSpPr>
          <a:xfrm>
            <a:off x="7894350" y="6212475"/>
            <a:ext cx="586800" cy="571500"/>
            <a:chOff x="7894350" y="6212475"/>
            <a:chExt cx="586800" cy="571500"/>
          </a:xfrm>
        </p:grpSpPr>
        <p:sp>
          <p:nvSpPr>
            <p:cNvPr id="508" name="Google Shape;50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1" name="Google Shape;511;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3" name="Google Shape;513;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14" name="Google Shape;51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5" name="Google Shape;51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6" name="Google Shape;51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17" name="Google Shape;51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518" name="Google Shape;51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19" name="Google Shape;51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20" name="Google Shape;52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21" name="Google Shape;52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22" name="Google Shape;522;g2c157a2fb06_0_263"/>
          <p:cNvSpPr>
            <a:spLocks noGrp="1"/>
          </p:cNvSpPr>
          <p:nvPr>
            <p:ph type="pic" idx="8"/>
          </p:nvPr>
        </p:nvSpPr>
        <p:spPr>
          <a:xfrm>
            <a:off x="5086375" y="4412425"/>
            <a:ext cx="2668800" cy="1291500"/>
          </a:xfrm>
          <a:prstGeom prst="rect">
            <a:avLst/>
          </a:prstGeom>
          <a:noFill/>
          <a:ln>
            <a:noFill/>
          </a:ln>
        </p:spPr>
      </p:sp>
      <p:sp>
        <p:nvSpPr>
          <p:cNvPr id="523" name="Google Shape;523;g2c157a2fb06_0_263"/>
          <p:cNvSpPr>
            <a:spLocks noGrp="1"/>
          </p:cNvSpPr>
          <p:nvPr>
            <p:ph type="pic" idx="9"/>
          </p:nvPr>
        </p:nvSpPr>
        <p:spPr>
          <a:xfrm>
            <a:off x="5086375" y="797675"/>
            <a:ext cx="2668800" cy="1291500"/>
          </a:xfrm>
          <a:prstGeom prst="rect">
            <a:avLst/>
          </a:prstGeom>
          <a:noFill/>
          <a:ln>
            <a:noFill/>
          </a:ln>
        </p:spPr>
      </p:sp>
      <p:sp>
        <p:nvSpPr>
          <p:cNvPr id="524" name="Google Shape;524;g2c157a2fb06_0_263"/>
          <p:cNvSpPr>
            <a:spLocks noGrp="1"/>
          </p:cNvSpPr>
          <p:nvPr>
            <p:ph type="pic" idx="13"/>
          </p:nvPr>
        </p:nvSpPr>
        <p:spPr>
          <a:xfrm>
            <a:off x="5086375" y="2002592"/>
            <a:ext cx="2668800" cy="1291500"/>
          </a:xfrm>
          <a:prstGeom prst="rect">
            <a:avLst/>
          </a:prstGeom>
          <a:noFill/>
          <a:ln>
            <a:noFill/>
          </a:ln>
        </p:spPr>
      </p:sp>
      <p:sp>
        <p:nvSpPr>
          <p:cNvPr id="525" name="Google Shape;525;g2c157a2fb06_0_263"/>
          <p:cNvSpPr>
            <a:spLocks noGrp="1"/>
          </p:cNvSpPr>
          <p:nvPr>
            <p:ph type="pic" idx="14"/>
          </p:nvPr>
        </p:nvSpPr>
        <p:spPr>
          <a:xfrm>
            <a:off x="5086375" y="3207508"/>
            <a:ext cx="2668800" cy="1291500"/>
          </a:xfrm>
          <a:prstGeom prst="rect">
            <a:avLst/>
          </a:prstGeom>
          <a:noFill/>
          <a:ln>
            <a:noFill/>
          </a:ln>
        </p:spPr>
      </p:sp>
      <p:sp>
        <p:nvSpPr>
          <p:cNvPr id="526" name="Google Shape;52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7" name="Google Shape;52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528"/>
        <p:cNvGrpSpPr/>
        <p:nvPr/>
      </p:nvGrpSpPr>
      <p:grpSpPr>
        <a:xfrm>
          <a:off x="0" y="0"/>
          <a:ext cx="0" cy="0"/>
          <a:chOff x="0" y="0"/>
          <a:chExt cx="0" cy="0"/>
        </a:xfrm>
      </p:grpSpPr>
      <p:cxnSp>
        <p:nvCxnSpPr>
          <p:cNvPr id="529" name="Google Shape;52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30" name="Google Shape;53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532" name="Google Shape;532;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5" name="Google Shape;535;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38" name="Google Shape;538;g2c157a2fb06_0_467"/>
          <p:cNvGrpSpPr/>
          <p:nvPr/>
        </p:nvGrpSpPr>
        <p:grpSpPr>
          <a:xfrm>
            <a:off x="662575" y="6212475"/>
            <a:ext cx="586800" cy="571500"/>
            <a:chOff x="662575" y="6212475"/>
            <a:chExt cx="586800" cy="571500"/>
          </a:xfrm>
        </p:grpSpPr>
        <p:sp>
          <p:nvSpPr>
            <p:cNvPr id="539" name="Google Shape;53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2" name="Google Shape;542;g2c157a2fb06_0_467"/>
          <p:cNvGrpSpPr/>
          <p:nvPr/>
        </p:nvGrpSpPr>
        <p:grpSpPr>
          <a:xfrm>
            <a:off x="7894350" y="6212475"/>
            <a:ext cx="586800" cy="571500"/>
            <a:chOff x="7894350" y="6212475"/>
            <a:chExt cx="586800" cy="571500"/>
          </a:xfrm>
        </p:grpSpPr>
        <p:sp>
          <p:nvSpPr>
            <p:cNvPr id="543" name="Google Shape;54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6" name="Google Shape;546;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47" name="Google Shape;54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49" name="Google Shape;54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0" name="Google Shape;55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1" name="Google Shape;55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552" name="Google Shape;55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553" name="Google Shape;55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4" name="Google Shape;55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555"/>
        <p:cNvGrpSpPr/>
        <p:nvPr/>
      </p:nvGrpSpPr>
      <p:grpSpPr>
        <a:xfrm>
          <a:off x="0" y="0"/>
          <a:ext cx="0" cy="0"/>
          <a:chOff x="0" y="0"/>
          <a:chExt cx="0" cy="0"/>
        </a:xfrm>
      </p:grpSpPr>
      <p:cxnSp>
        <p:nvCxnSpPr>
          <p:cNvPr id="556" name="Google Shape;55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57" name="Google Shape;55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558" name="Google Shape;558;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1" name="Google Shape;561;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4" name="Google Shape;564;g2c157a2fb06_0_629"/>
          <p:cNvGrpSpPr/>
          <p:nvPr/>
        </p:nvGrpSpPr>
        <p:grpSpPr>
          <a:xfrm>
            <a:off x="662575" y="6212475"/>
            <a:ext cx="586800" cy="571500"/>
            <a:chOff x="662575" y="6212475"/>
            <a:chExt cx="586800" cy="571500"/>
          </a:xfrm>
        </p:grpSpPr>
        <p:sp>
          <p:nvSpPr>
            <p:cNvPr id="565" name="Google Shape;56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8" name="Google Shape;568;g2c157a2fb06_0_629"/>
          <p:cNvGrpSpPr/>
          <p:nvPr/>
        </p:nvGrpSpPr>
        <p:grpSpPr>
          <a:xfrm>
            <a:off x="7894350" y="6212475"/>
            <a:ext cx="586800" cy="571500"/>
            <a:chOff x="7894350" y="6212475"/>
            <a:chExt cx="586800" cy="571500"/>
          </a:xfrm>
        </p:grpSpPr>
        <p:sp>
          <p:nvSpPr>
            <p:cNvPr id="569" name="Google Shape;56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2" name="Google Shape;572;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3" name="Google Shape;57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5" name="Google Shape;57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6" name="Google Shape;57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7" name="Google Shape;57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8" name="Google Shape;57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579" name="Google Shape;57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0" name="Google Shape;58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1" name="Google Shape;58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582"/>
        <p:cNvGrpSpPr/>
        <p:nvPr/>
      </p:nvGrpSpPr>
      <p:grpSpPr>
        <a:xfrm>
          <a:off x="0" y="0"/>
          <a:ext cx="0" cy="0"/>
          <a:chOff x="0" y="0"/>
          <a:chExt cx="0" cy="0"/>
        </a:xfrm>
      </p:grpSpPr>
      <p:cxnSp>
        <p:nvCxnSpPr>
          <p:cNvPr id="583" name="Google Shape;583;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84" name="Google Shape;584;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85" name="Google Shape;585;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6" name="Google Shape;586;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587" name="Google Shape;587;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3" name="Google Shape;593;g2c157a2fb06_0_798"/>
          <p:cNvGrpSpPr/>
          <p:nvPr/>
        </p:nvGrpSpPr>
        <p:grpSpPr>
          <a:xfrm>
            <a:off x="662575" y="6212475"/>
            <a:ext cx="586800" cy="571500"/>
            <a:chOff x="662575" y="6212475"/>
            <a:chExt cx="586800" cy="571500"/>
          </a:xfrm>
        </p:grpSpPr>
        <p:sp>
          <p:nvSpPr>
            <p:cNvPr id="594" name="Google Shape;594;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798"/>
          <p:cNvGrpSpPr/>
          <p:nvPr/>
        </p:nvGrpSpPr>
        <p:grpSpPr>
          <a:xfrm>
            <a:off x="7894350" y="6212475"/>
            <a:ext cx="586800" cy="571500"/>
            <a:chOff x="7894350" y="6212475"/>
            <a:chExt cx="586800" cy="571500"/>
          </a:xfrm>
        </p:grpSpPr>
        <p:sp>
          <p:nvSpPr>
            <p:cNvPr id="598" name="Google Shape;598;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1" name="Google Shape;601;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2" name="Google Shape;60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3" name="Google Shape;603;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4" name="Google Shape;60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5" name="Google Shape;60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607" name="Google Shape;60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608" name="Google Shape;60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9" name="Google Shape;60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610"/>
        <p:cNvGrpSpPr/>
        <p:nvPr/>
      </p:nvGrpSpPr>
      <p:grpSpPr>
        <a:xfrm>
          <a:off x="0" y="0"/>
          <a:ext cx="0" cy="0"/>
          <a:chOff x="0" y="0"/>
          <a:chExt cx="0" cy="0"/>
        </a:xfrm>
      </p:grpSpPr>
      <p:cxnSp>
        <p:nvCxnSpPr>
          <p:cNvPr id="611" name="Google Shape;61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612" name="Google Shape;61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613" name="Google Shape;61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14" name="Google Shape;61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615" name="Google Shape;615;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8" name="Google Shape;618;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1" name="Google Shape;621;g2c157a2fb06_0_825"/>
          <p:cNvGrpSpPr/>
          <p:nvPr/>
        </p:nvGrpSpPr>
        <p:grpSpPr>
          <a:xfrm>
            <a:off x="662575" y="6212475"/>
            <a:ext cx="586800" cy="571500"/>
            <a:chOff x="662575" y="6212475"/>
            <a:chExt cx="586800" cy="571500"/>
          </a:xfrm>
        </p:grpSpPr>
        <p:sp>
          <p:nvSpPr>
            <p:cNvPr id="622" name="Google Shape;62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157a2fb06_0_825"/>
          <p:cNvGrpSpPr/>
          <p:nvPr/>
        </p:nvGrpSpPr>
        <p:grpSpPr>
          <a:xfrm>
            <a:off x="7894350" y="6212475"/>
            <a:ext cx="586800" cy="571500"/>
            <a:chOff x="7894350" y="6212475"/>
            <a:chExt cx="586800" cy="571500"/>
          </a:xfrm>
        </p:grpSpPr>
        <p:sp>
          <p:nvSpPr>
            <p:cNvPr id="626" name="Google Shape;62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29" name="Google Shape;629;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0" name="Google Shape;63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1" name="Google Shape;631;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2" name="Google Shape;63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3" name="Google Shape;63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4" name="Google Shape;63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35" name="Google Shape;63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636" name="Google Shape;63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7" name="Google Shape;63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638"/>
        <p:cNvGrpSpPr/>
        <p:nvPr/>
      </p:nvGrpSpPr>
      <p:grpSpPr>
        <a:xfrm>
          <a:off x="0" y="0"/>
          <a:ext cx="0" cy="0"/>
          <a:chOff x="0" y="0"/>
          <a:chExt cx="0" cy="0"/>
        </a:xfrm>
      </p:grpSpPr>
      <p:sp>
        <p:nvSpPr>
          <p:cNvPr id="639" name="Google Shape;639;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0" name="Google Shape;640;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4" name="Google Shape;644;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5" name="Google Shape;645;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48" name="Google Shape;648;g2c157a2fb06_0_700"/>
          <p:cNvGrpSpPr/>
          <p:nvPr/>
        </p:nvGrpSpPr>
        <p:grpSpPr>
          <a:xfrm>
            <a:off x="662575" y="6212475"/>
            <a:ext cx="586800" cy="571500"/>
            <a:chOff x="662575" y="6212475"/>
            <a:chExt cx="586800" cy="571500"/>
          </a:xfrm>
        </p:grpSpPr>
        <p:sp>
          <p:nvSpPr>
            <p:cNvPr id="649" name="Google Shape;64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2" name="Google Shape;652;g2c157a2fb06_0_700"/>
          <p:cNvGrpSpPr/>
          <p:nvPr/>
        </p:nvGrpSpPr>
        <p:grpSpPr>
          <a:xfrm>
            <a:off x="7894350" y="6212475"/>
            <a:ext cx="586800" cy="571500"/>
            <a:chOff x="7894350" y="6212475"/>
            <a:chExt cx="586800" cy="571500"/>
          </a:xfrm>
        </p:grpSpPr>
        <p:sp>
          <p:nvSpPr>
            <p:cNvPr id="653" name="Google Shape;65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4" name="Google Shape;654;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6" name="Google Shape;656;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57" name="Google Shape;65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58" name="Google Shape;658;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59" name="Google Shape;65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0" name="Google Shape;66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1" name="Google Shape;66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662" name="Google Shape;66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63" name="Google Shape;66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4" name="Google Shape;66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5" name="Google Shape;66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6" name="Google Shape;66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8" name="Google Shape;66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0" name="Google Shape;67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2" name="Google Shape;67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4" name="Google Shape;67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5" name="Google Shape;67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6" name="Google Shape;67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77" name="Google Shape;67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678"/>
        <p:cNvGrpSpPr/>
        <p:nvPr/>
      </p:nvGrpSpPr>
      <p:grpSpPr>
        <a:xfrm>
          <a:off x="0" y="0"/>
          <a:ext cx="0" cy="0"/>
          <a:chOff x="0" y="0"/>
          <a:chExt cx="0" cy="0"/>
        </a:xfrm>
      </p:grpSpPr>
      <p:sp>
        <p:nvSpPr>
          <p:cNvPr id="679" name="Google Shape;679;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0" name="Google Shape;680;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1" name="Google Shape;68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2" name="Google Shape;682;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3" name="Google Shape;683;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4" name="Google Shape;68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5" name="Google Shape;685;g2c157a2fb06_0_932"/>
          <p:cNvGrpSpPr/>
          <p:nvPr/>
        </p:nvGrpSpPr>
        <p:grpSpPr>
          <a:xfrm>
            <a:off x="662575" y="6212475"/>
            <a:ext cx="586800" cy="571500"/>
            <a:chOff x="662575" y="6212475"/>
            <a:chExt cx="586800" cy="571500"/>
          </a:xfrm>
        </p:grpSpPr>
        <p:sp>
          <p:nvSpPr>
            <p:cNvPr id="686" name="Google Shape;68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7" name="Google Shape;687;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8" name="Google Shape;688;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89" name="Google Shape;689;g2c157a2fb06_0_932"/>
          <p:cNvGrpSpPr/>
          <p:nvPr/>
        </p:nvGrpSpPr>
        <p:grpSpPr>
          <a:xfrm>
            <a:off x="7894350" y="6212475"/>
            <a:ext cx="586800" cy="571500"/>
            <a:chOff x="7894350" y="6212475"/>
            <a:chExt cx="586800" cy="571500"/>
          </a:xfrm>
        </p:grpSpPr>
        <p:sp>
          <p:nvSpPr>
            <p:cNvPr id="690" name="Google Shape;69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1" name="Google Shape;691;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2" name="Google Shape;692;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93" name="Google Shape;693;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94" name="Google Shape;69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95" name="Google Shape;695;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96" name="Google Shape;69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97" name="Google Shape;69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98" name="Google Shape;69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699" name="Google Shape;69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0" name="Google Shape;70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1" name="Google Shape;70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2" name="Google Shape;70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3" name="Google Shape;70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704" name="Google Shape;70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705" name="Google Shape;70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706" name="Google Shape;70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707" name="Google Shape;70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08" name="Google Shape;70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709" name="Google Shape;70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0" name="Google Shape;71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1" name="Google Shape;71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2" name="Google Shape;71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3" name="Google Shape;71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4" name="Google Shape;71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5" name="Google Shape;71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6" name="Google Shape;71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7" name="Google Shape;71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718"/>
        <p:cNvGrpSpPr/>
        <p:nvPr/>
      </p:nvGrpSpPr>
      <p:grpSpPr>
        <a:xfrm>
          <a:off x="0" y="0"/>
          <a:ext cx="0" cy="0"/>
          <a:chOff x="0" y="0"/>
          <a:chExt cx="0" cy="0"/>
        </a:xfrm>
      </p:grpSpPr>
      <p:cxnSp>
        <p:nvCxnSpPr>
          <p:cNvPr id="719" name="Google Shape;7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720" name="Google Shape;7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721" name="Google Shape;7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2" name="Google Shape;7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3" name="Google Shape;7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4" name="Google Shape;7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5" name="Google Shape;7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6" name="Google Shape;7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7" name="Google Shape;7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8" name="Google Shape;7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9" name="Google Shape;7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30" name="Google Shape;730;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1" name="Google Shape;731;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2" name="Google Shape;732;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33" name="Google Shape;733;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4" name="Google Shape;734;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5" name="Google Shape;73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36" name="Google Shape;736;g2c157a2fb06_0_1045"/>
          <p:cNvGrpSpPr/>
          <p:nvPr/>
        </p:nvGrpSpPr>
        <p:grpSpPr>
          <a:xfrm>
            <a:off x="662575" y="6212475"/>
            <a:ext cx="586800" cy="571500"/>
            <a:chOff x="662575" y="6212475"/>
            <a:chExt cx="586800" cy="571500"/>
          </a:xfrm>
        </p:grpSpPr>
        <p:sp>
          <p:nvSpPr>
            <p:cNvPr id="737" name="Google Shape;7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8" name="Google Shape;738;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9" name="Google Shape;739;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40" name="Google Shape;740;g2c157a2fb06_0_1045"/>
          <p:cNvGrpSpPr/>
          <p:nvPr/>
        </p:nvGrpSpPr>
        <p:grpSpPr>
          <a:xfrm>
            <a:off x="7894350" y="6212475"/>
            <a:ext cx="586800" cy="571500"/>
            <a:chOff x="7894350" y="6212475"/>
            <a:chExt cx="586800" cy="571500"/>
          </a:xfrm>
        </p:grpSpPr>
        <p:sp>
          <p:nvSpPr>
            <p:cNvPr id="741" name="Google Shape;7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44" name="Google Shape;744;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745" name="Google Shape;74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46" name="Google Shape;746;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747" name="Google Shape;74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48" name="Google Shape;74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49" name="Google Shape;74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750" name="Google Shape;75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751" name="Google Shape;75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52" name="Google Shape;75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753" name="Google Shape;75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54" name="Google Shape;75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755"/>
        <p:cNvGrpSpPr/>
        <p:nvPr/>
      </p:nvGrpSpPr>
      <p:grpSpPr>
        <a:xfrm>
          <a:off x="0" y="0"/>
          <a:ext cx="0" cy="0"/>
          <a:chOff x="0" y="0"/>
          <a:chExt cx="0" cy="0"/>
        </a:xfrm>
      </p:grpSpPr>
      <p:sp>
        <p:nvSpPr>
          <p:cNvPr id="756" name="Google Shape;756;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7" name="Google Shape;757;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8" name="Google Shape;758;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59" name="Google Shape;759;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0" name="Google Shape;760;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1" name="Google Shape;76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62" name="Google Shape;762;g2c157a2fb06_0_1110"/>
          <p:cNvGrpSpPr/>
          <p:nvPr/>
        </p:nvGrpSpPr>
        <p:grpSpPr>
          <a:xfrm>
            <a:off x="662575" y="6212475"/>
            <a:ext cx="586800" cy="571500"/>
            <a:chOff x="662575" y="6212475"/>
            <a:chExt cx="586800" cy="571500"/>
          </a:xfrm>
        </p:grpSpPr>
        <p:sp>
          <p:nvSpPr>
            <p:cNvPr id="763" name="Google Shape;76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4" name="Google Shape;764;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5" name="Google Shape;765;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66" name="Google Shape;766;g2c157a2fb06_0_1110"/>
          <p:cNvGrpSpPr/>
          <p:nvPr/>
        </p:nvGrpSpPr>
        <p:grpSpPr>
          <a:xfrm>
            <a:off x="7894350" y="6212475"/>
            <a:ext cx="586800" cy="571500"/>
            <a:chOff x="7894350" y="6212475"/>
            <a:chExt cx="586800" cy="571500"/>
          </a:xfrm>
        </p:grpSpPr>
        <p:sp>
          <p:nvSpPr>
            <p:cNvPr id="767" name="Google Shape;76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8" name="Google Shape;768;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9" name="Google Shape;769;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70" name="Google Shape;770;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771" name="Google Shape;77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72" name="Google Shape;772;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773" name="Google Shape;77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74" name="Google Shape;77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75" name="Google Shape;77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776" name="Google Shape;77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777" name="Google Shape;77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78" name="Google Shape;77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79" name="Google Shape;77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80" name="Google Shape;78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781" name="Google Shape;781;g2c157a2fb06_0_1110"/>
          <p:cNvGrpSpPr/>
          <p:nvPr/>
        </p:nvGrpSpPr>
        <p:grpSpPr>
          <a:xfrm>
            <a:off x="5806200" y="1807463"/>
            <a:ext cx="756300" cy="146700"/>
            <a:chOff x="5806200" y="1807463"/>
            <a:chExt cx="756300" cy="146700"/>
          </a:xfrm>
        </p:grpSpPr>
        <p:sp>
          <p:nvSpPr>
            <p:cNvPr id="782" name="Google Shape;78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3" name="Google Shape;78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4" name="Google Shape;78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85" name="Google Shape;78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86" name="Google Shape;78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787" name="Google Shape;787;g2c157a2fb06_0_1110"/>
          <p:cNvGrpSpPr/>
          <p:nvPr/>
        </p:nvGrpSpPr>
        <p:grpSpPr>
          <a:xfrm>
            <a:off x="5806200" y="2842438"/>
            <a:ext cx="756300" cy="146700"/>
            <a:chOff x="5806200" y="1807463"/>
            <a:chExt cx="756300" cy="146700"/>
          </a:xfrm>
        </p:grpSpPr>
        <p:sp>
          <p:nvSpPr>
            <p:cNvPr id="788" name="Google Shape;788;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9" name="Google Shape;789;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0" name="Google Shape;790;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91" name="Google Shape;791;g2c157a2fb06_0_1110"/>
          <p:cNvGrpSpPr/>
          <p:nvPr/>
        </p:nvGrpSpPr>
        <p:grpSpPr>
          <a:xfrm>
            <a:off x="5806200" y="3877413"/>
            <a:ext cx="756300" cy="146700"/>
            <a:chOff x="5806200" y="1807463"/>
            <a:chExt cx="756300" cy="146700"/>
          </a:xfrm>
        </p:grpSpPr>
        <p:sp>
          <p:nvSpPr>
            <p:cNvPr id="792" name="Google Shape;79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3" name="Google Shape;79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4" name="Google Shape;79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795"/>
        <p:cNvGrpSpPr/>
        <p:nvPr/>
      </p:nvGrpSpPr>
      <p:grpSpPr>
        <a:xfrm>
          <a:off x="0" y="0"/>
          <a:ext cx="0" cy="0"/>
          <a:chOff x="0" y="0"/>
          <a:chExt cx="0" cy="0"/>
        </a:xfrm>
      </p:grpSpPr>
      <p:sp>
        <p:nvSpPr>
          <p:cNvPr id="796" name="Google Shape;79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7" name="Google Shape;79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8" name="Google Shape;79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9" name="Google Shape;79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800" name="Google Shape;80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01" name="Google Shape;80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02" name="Google Shape;80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803" name="Google Shape;80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804" name="Google Shape;80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805" name="Google Shape;80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806" name="Google Shape;80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807" name="Google Shape;80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808" name="Google Shape;80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809" name="Google Shape;809;p30"/>
          <p:cNvGrpSpPr/>
          <p:nvPr/>
        </p:nvGrpSpPr>
        <p:grpSpPr>
          <a:xfrm>
            <a:off x="6022940" y="5341706"/>
            <a:ext cx="594501" cy="305904"/>
            <a:chOff x="5672081" y="1914352"/>
            <a:chExt cx="792668" cy="305904"/>
          </a:xfrm>
        </p:grpSpPr>
        <p:sp>
          <p:nvSpPr>
            <p:cNvPr id="810" name="Google Shape;81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1" name="Google Shape;81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812" name="Google Shape;81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813" name="Google Shape;81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4" name="Google Shape;81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5" name="Google Shape;81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6" name="Google Shape;81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7" name="Google Shape;81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8" name="Google Shape;81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9" name="Google Shape;81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0" name="Google Shape;82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821" name="Google Shape;82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822" name="Google Shape;82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3" name="Google Shape;82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4" name="Google Shape;82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5" name="Google Shape;82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6" name="Google Shape;82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7" name="Google Shape;82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8" name="Google Shape;82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9" name="Google Shape;82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830" name="Google Shape;83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831" name="Google Shape;83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832" name="Google Shape;83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833" name="Google Shape;83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834" name="Google Shape;83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835" name="Google Shape;83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836" name="Google Shape;83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7" name="Google Shape;83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8" name="Google Shape;83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839" name="Google Shape;83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840" name="Google Shape;84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841"/>
        <p:cNvGrpSpPr/>
        <p:nvPr/>
      </p:nvGrpSpPr>
      <p:grpSpPr>
        <a:xfrm>
          <a:off x="0" y="0"/>
          <a:ext cx="0" cy="0"/>
          <a:chOff x="0" y="0"/>
          <a:chExt cx="0" cy="0"/>
        </a:xfrm>
      </p:grpSpPr>
      <p:sp>
        <p:nvSpPr>
          <p:cNvPr id="842" name="Google Shape;84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843" name="Google Shape;84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844" name="Google Shape;84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845"/>
        <p:cNvGrpSpPr/>
        <p:nvPr/>
      </p:nvGrpSpPr>
      <p:grpSpPr>
        <a:xfrm>
          <a:off x="0" y="0"/>
          <a:ext cx="0" cy="0"/>
          <a:chOff x="0" y="0"/>
          <a:chExt cx="0" cy="0"/>
        </a:xfrm>
      </p:grpSpPr>
      <p:sp>
        <p:nvSpPr>
          <p:cNvPr id="846" name="Google Shape;84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847" name="Google Shape;84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848" name="Google Shape;84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 Target="slide5.xml"/><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7.xml"/><Relationship Id="rId5" Type="http://schemas.openxmlformats.org/officeDocument/2006/relationships/slide" Target="slide15.xml"/><Relationship Id="rId10" Type="http://schemas.openxmlformats.org/officeDocument/2006/relationships/image" Target="../media/image15.png"/><Relationship Id="rId4" Type="http://schemas.openxmlformats.org/officeDocument/2006/relationships/slide" Target="slide7.xml"/><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0"/>
        <p:cNvGrpSpPr/>
        <p:nvPr/>
      </p:nvGrpSpPr>
      <p:grpSpPr>
        <a:xfrm>
          <a:off x="0" y="0"/>
          <a:ext cx="0" cy="0"/>
          <a:chOff x="0" y="0"/>
          <a:chExt cx="0" cy="0"/>
        </a:xfrm>
      </p:grpSpPr>
      <p:sp>
        <p:nvSpPr>
          <p:cNvPr id="1661" name="Google Shape;166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'p'</a:t>
            </a:r>
            <a:endParaRPr/>
          </a:p>
        </p:txBody>
      </p:sp>
      <p:sp>
        <p:nvSpPr>
          <p:cNvPr id="1662" name="Google Shape;1662;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a:t>
            </a:r>
            <a:endParaRPr/>
          </a:p>
        </p:txBody>
      </p:sp>
      <p:graphicFrame>
        <p:nvGraphicFramePr>
          <p:cNvPr id="1663" name="Google Shape;1663;p1"/>
          <p:cNvGraphicFramePr/>
          <p:nvPr/>
        </p:nvGraphicFramePr>
        <p:xfrm>
          <a:off x="4844200" y="1891197"/>
          <a:ext cx="3785000" cy="1678950"/>
        </p:xfrm>
        <a:graphic>
          <a:graphicData uri="http://schemas.openxmlformats.org/drawingml/2006/table">
            <a:tbl>
              <a:tblPr firstRow="1" bandRow="1">
                <a:noFill/>
                <a:tableStyleId>{F40236D0-B997-4554-95C3-051A30BAAB9A}</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p</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m</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d</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664" name="Google Shape;1664;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665" name="Google Shape;1665;p1"/>
          <p:cNvPicPr preferRelativeResize="0"/>
          <p:nvPr/>
        </p:nvPicPr>
        <p:blipFill rotWithShape="1">
          <a:blip r:embed="rId3">
            <a:alphaModFix/>
          </a:blip>
          <a:srcRect l="39" r="49"/>
          <a:stretch/>
        </p:blipFill>
        <p:spPr>
          <a:xfrm rot="157550">
            <a:off x="4481391" y="4536134"/>
            <a:ext cx="2493519" cy="997851"/>
          </a:xfrm>
          <a:prstGeom prst="rect">
            <a:avLst/>
          </a:prstGeom>
          <a:noFill/>
          <a:ln>
            <a:noFill/>
          </a:ln>
          <a:effectLst>
            <a:outerShdw blurRad="71438" dist="38100" dir="5220000" algn="bl" rotWithShape="0">
              <a:srgbClr val="000000">
                <a:alpha val="21568"/>
              </a:srgbClr>
            </a:outerShdw>
          </a:effectLst>
        </p:spPr>
      </p:pic>
      <p:pic>
        <p:nvPicPr>
          <p:cNvPr id="1666" name="Google Shape;1666;p1"/>
          <p:cNvPicPr preferRelativeResize="0"/>
          <p:nvPr/>
        </p:nvPicPr>
        <p:blipFill rotWithShape="1">
          <a:blip r:embed="rId4">
            <a:alphaModFix/>
          </a:blip>
          <a:srcRect t="129" b="12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1667" name="Google Shape;1667;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72"/>
        <p:cNvGrpSpPr/>
        <p:nvPr/>
      </p:nvGrpSpPr>
      <p:grpSpPr>
        <a:xfrm>
          <a:off x="0" y="0"/>
          <a:ext cx="0" cy="0"/>
          <a:chOff x="0" y="0"/>
          <a:chExt cx="0" cy="0"/>
        </a:xfrm>
      </p:grpSpPr>
      <p:sp>
        <p:nvSpPr>
          <p:cNvPr id="1673" name="Google Shape;1673;g2bee4f4af4b_0_204">
            <a:hlinkClick r:id="rId3" action="ppaction://hlinksldjump"/>
          </p:cNvPr>
          <p:cNvSpPr/>
          <p:nvPr/>
        </p:nvSpPr>
        <p:spPr>
          <a:xfrm>
            <a:off x="841851" y="4265558"/>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74" name="Google Shape;1674;g2bee4f4af4b_0_204">
            <a:hlinkClick r:id="rId4" action="ppaction://hlinksldjump"/>
          </p:cNvPr>
          <p:cNvSpPr/>
          <p:nvPr/>
        </p:nvSpPr>
        <p:spPr>
          <a:xfrm>
            <a:off x="2315902"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75" name="Google Shape;1675;g2bee4f4af4b_0_204">
            <a:hlinkClick r:id="rId5" action="ppaction://hlinksldjump"/>
          </p:cNvPr>
          <p:cNvSpPr/>
          <p:nvPr/>
        </p:nvSpPr>
        <p:spPr>
          <a:xfrm>
            <a:off x="3472527"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76" name="Google Shape;1676;g2bee4f4af4b_0_204">
            <a:hlinkClick r:id="rId6" action="ppaction://hlinksldjump"/>
          </p:cNvPr>
          <p:cNvSpPr/>
          <p:nvPr/>
        </p:nvSpPr>
        <p:spPr>
          <a:xfrm>
            <a:off x="4752790" y="412775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77" name="Google Shape;167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p</a:t>
            </a:r>
            <a:r>
              <a:rPr lang="en-US"/>
              <a:t>.</a:t>
            </a:r>
            <a:endParaRPr/>
          </a:p>
        </p:txBody>
      </p:sp>
      <p:sp>
        <p:nvSpPr>
          <p:cNvPr id="1678" name="Google Shape;1678;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Recall </a:t>
            </a:r>
            <a:r>
              <a:rPr lang="en-US">
                <a:solidFill>
                  <a:srgbClr val="8DC63F"/>
                </a:solidFill>
              </a:rPr>
              <a:t>s a t</a:t>
            </a:r>
            <a:r>
              <a:rPr lang="en-US"/>
              <a:t>.</a:t>
            </a:r>
            <a:endParaRPr/>
          </a:p>
        </p:txBody>
      </p:sp>
      <p:sp>
        <p:nvSpPr>
          <p:cNvPr id="1679" name="Google Shape;167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1680" name="Google Shape;1680;g2bee4f4af4b_0_204"/>
          <p:cNvSpPr txBox="1"/>
          <p:nvPr/>
        </p:nvSpPr>
        <p:spPr>
          <a:xfrm>
            <a:off x="2399578"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1681" name="Google Shape;1681;g2bee4f4af4b_0_204"/>
          <p:cNvSpPr txBox="1"/>
          <p:nvPr/>
        </p:nvSpPr>
        <p:spPr>
          <a:xfrm>
            <a:off x="2192278"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1682" name="Google Shape;1682;g2bee4f4af4b_0_204"/>
          <p:cNvPicPr preferRelativeResize="0"/>
          <p:nvPr/>
        </p:nvPicPr>
        <p:blipFill rotWithShape="1">
          <a:blip r:embed="rId7">
            <a:alphaModFix/>
          </a:blip>
          <a:srcRect l="19" r="19"/>
          <a:stretch/>
        </p:blipFill>
        <p:spPr>
          <a:xfrm>
            <a:off x="2412953" y="4101860"/>
            <a:ext cx="786850" cy="1113688"/>
          </a:xfrm>
          <a:prstGeom prst="rect">
            <a:avLst/>
          </a:prstGeom>
          <a:noFill/>
          <a:ln>
            <a:noFill/>
          </a:ln>
          <a:effectLst>
            <a:outerShdw blurRad="71438" dist="19050" dir="5220000" algn="bl" rotWithShape="0">
              <a:srgbClr val="D8D8D8"/>
            </a:outerShdw>
          </a:effectLst>
        </p:spPr>
      </p:pic>
      <p:sp>
        <p:nvSpPr>
          <p:cNvPr id="1683" name="Google Shape;1683;g2bee4f4af4b_0_204"/>
          <p:cNvSpPr txBox="1"/>
          <p:nvPr/>
        </p:nvSpPr>
        <p:spPr>
          <a:xfrm>
            <a:off x="3679832"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1684" name="Google Shape;1684;g2bee4f4af4b_0_204"/>
          <p:cNvSpPr txBox="1"/>
          <p:nvPr/>
        </p:nvSpPr>
        <p:spPr>
          <a:xfrm>
            <a:off x="3472532"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1685" name="Google Shape;1685;g2bee4f4af4b_0_204"/>
          <p:cNvPicPr preferRelativeResize="0"/>
          <p:nvPr/>
        </p:nvPicPr>
        <p:blipFill rotWithShape="1">
          <a:blip r:embed="rId8">
            <a:alphaModFix/>
          </a:blip>
          <a:srcRect/>
          <a:stretch/>
        </p:blipFill>
        <p:spPr>
          <a:xfrm>
            <a:off x="3679832" y="4169988"/>
            <a:ext cx="813600" cy="977432"/>
          </a:xfrm>
          <a:prstGeom prst="rect">
            <a:avLst/>
          </a:prstGeom>
          <a:noFill/>
          <a:ln>
            <a:noFill/>
          </a:ln>
          <a:effectLst>
            <a:outerShdw blurRad="71438" dist="19050" dir="5220000" algn="bl" rotWithShape="0">
              <a:srgbClr val="D8D8D8"/>
            </a:outerShdw>
          </a:effectLst>
        </p:spPr>
      </p:pic>
      <p:sp>
        <p:nvSpPr>
          <p:cNvPr id="1686" name="Google Shape;1686;g2bee4f4af4b_0_204"/>
          <p:cNvSpPr txBox="1"/>
          <p:nvPr/>
        </p:nvSpPr>
        <p:spPr>
          <a:xfrm>
            <a:off x="1119402"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1687" name="Google Shape;1687;g2bee4f4af4b_0_204"/>
          <p:cNvSpPr txBox="1"/>
          <p:nvPr/>
        </p:nvSpPr>
        <p:spPr>
          <a:xfrm>
            <a:off x="787902"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1688" name="Google Shape;1688;g2bee4f4af4b_0_204"/>
          <p:cNvPicPr preferRelativeResize="0"/>
          <p:nvPr/>
        </p:nvPicPr>
        <p:blipFill rotWithShape="1">
          <a:blip r:embed="rId9">
            <a:alphaModFix/>
          </a:blip>
          <a:srcRect l="39" r="49"/>
          <a:stretch/>
        </p:blipFill>
        <p:spPr>
          <a:xfrm>
            <a:off x="840126" y="4384154"/>
            <a:ext cx="1372150" cy="549100"/>
          </a:xfrm>
          <a:prstGeom prst="rect">
            <a:avLst/>
          </a:prstGeom>
          <a:noFill/>
          <a:ln>
            <a:noFill/>
          </a:ln>
          <a:effectLst>
            <a:outerShdw blurRad="71438" dist="19050" dir="5220000" algn="bl" rotWithShape="0">
              <a:srgbClr val="D8D8D8"/>
            </a:outerShdw>
          </a:effectLst>
        </p:spPr>
      </p:pic>
      <p:sp>
        <p:nvSpPr>
          <p:cNvPr id="1689" name="Google Shape;1689;g2bee4f4af4b_0_204"/>
          <p:cNvSpPr txBox="1"/>
          <p:nvPr/>
        </p:nvSpPr>
        <p:spPr>
          <a:xfrm>
            <a:off x="4867388"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1690" name="Google Shape;1690;g2bee4f4af4b_0_204"/>
          <p:cNvSpPr txBox="1"/>
          <p:nvPr/>
        </p:nvSpPr>
        <p:spPr>
          <a:xfrm>
            <a:off x="4752788"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1691" name="Google Shape;1691;g2bee4f4af4b_0_204"/>
          <p:cNvPicPr preferRelativeResize="0"/>
          <p:nvPr/>
        </p:nvPicPr>
        <p:blipFill rotWithShape="1">
          <a:blip r:embed="rId10">
            <a:alphaModFix/>
          </a:blip>
          <a:srcRect t="128" b="129"/>
          <a:stretch/>
        </p:blipFill>
        <p:spPr>
          <a:xfrm>
            <a:off x="4966926" y="4232253"/>
            <a:ext cx="614525" cy="852902"/>
          </a:xfrm>
          <a:prstGeom prst="rect">
            <a:avLst/>
          </a:prstGeom>
          <a:noFill/>
          <a:ln>
            <a:noFill/>
          </a:ln>
          <a:effectLst>
            <a:outerShdw blurRad="71438" dist="19050" dir="5220000" algn="bl" rotWithShape="0">
              <a:srgbClr val="D8D8D8"/>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697" name="Google Shape;169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1698" name="Google Shape;1698;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latin typeface="Jost"/>
                <a:ea typeface="Jost"/>
                <a:cs typeface="Jost"/>
                <a:sym typeface="Jost"/>
              </a:rPr>
              <a:t>s </a:t>
            </a:r>
            <a:r>
              <a:rPr lang="en-US" sz="2200">
                <a:solidFill>
                  <a:srgbClr val="8DC63F"/>
                </a:solidFill>
              </a:rPr>
              <a:t>a</a:t>
            </a:r>
            <a:r>
              <a:rPr lang="en-US">
                <a:solidFill>
                  <a:srgbClr val="8DC63F"/>
                </a:solidFill>
                <a:latin typeface="Jost"/>
                <a:ea typeface="Jost"/>
                <a:cs typeface="Jost"/>
                <a:sym typeface="Jost"/>
              </a:rPr>
              <a:t> t</a:t>
            </a:r>
            <a:r>
              <a:rPr lang="en-US"/>
              <a:t>.</a:t>
            </a:r>
            <a:endParaRPr/>
          </a:p>
        </p:txBody>
      </p:sp>
      <p:pic>
        <p:nvPicPr>
          <p:cNvPr id="1699" name="Google Shape;1699;g26b641b03cd_0_165"/>
          <p:cNvPicPr preferRelativeResize="0"/>
          <p:nvPr/>
        </p:nvPicPr>
        <p:blipFill rotWithShape="1">
          <a:blip r:embed="rId3">
            <a:alphaModFix/>
          </a:blip>
          <a:srcRect l="19" r="29"/>
          <a:stretch/>
        </p:blipFill>
        <p:spPr>
          <a:xfrm>
            <a:off x="5543829" y="2305875"/>
            <a:ext cx="1747050" cy="2472848"/>
          </a:xfrm>
          <a:prstGeom prst="rect">
            <a:avLst/>
          </a:prstGeom>
          <a:noFill/>
          <a:ln>
            <a:noFill/>
          </a:ln>
          <a:effectLst>
            <a:outerShdw blurRad="71438" dist="28575" dir="5400000" algn="bl" rotWithShape="0">
              <a:srgbClr val="000000">
                <a:alpha val="16078"/>
              </a:srgbClr>
            </a:outerShdw>
          </a:effectLst>
        </p:spPr>
      </p:pic>
      <p:pic>
        <p:nvPicPr>
          <p:cNvPr id="1700" name="Google Shape;1700;g26b641b03cd_0_165"/>
          <p:cNvPicPr preferRelativeResize="0"/>
          <p:nvPr/>
        </p:nvPicPr>
        <p:blipFill rotWithShape="1">
          <a:blip r:embed="rId4">
            <a:alphaModFix/>
          </a:blip>
          <a:srcRect l="79" r="79"/>
          <a:stretch/>
        </p:blipFill>
        <p:spPr>
          <a:xfrm>
            <a:off x="1853122" y="2305875"/>
            <a:ext cx="1747050" cy="2472849"/>
          </a:xfrm>
          <a:prstGeom prst="rect">
            <a:avLst/>
          </a:prstGeom>
          <a:noFill/>
          <a:ln>
            <a:noFill/>
          </a:ln>
          <a:effectLst>
            <a:outerShdw blurRad="71438" dist="28575" dir="5400000" algn="bl" rotWithShape="0">
              <a:srgbClr val="000000">
                <a:alpha val="16078"/>
              </a:srgbClr>
            </a:outerShdw>
          </a:effectLst>
        </p:spPr>
      </p:pic>
      <p:pic>
        <p:nvPicPr>
          <p:cNvPr id="1701" name="Google Shape;1701;g26b641b03cd_0_165"/>
          <p:cNvPicPr preferRelativeResize="0"/>
          <p:nvPr/>
        </p:nvPicPr>
        <p:blipFill rotWithShape="1">
          <a:blip r:embed="rId5">
            <a:alphaModFix/>
          </a:blip>
          <a:srcRect l="19" r="29"/>
          <a:stretch/>
        </p:blipFill>
        <p:spPr>
          <a:xfrm>
            <a:off x="3698475" y="2305875"/>
            <a:ext cx="1747050" cy="247284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06"/>
        <p:cNvGrpSpPr/>
        <p:nvPr/>
      </p:nvGrpSpPr>
      <p:grpSpPr>
        <a:xfrm>
          <a:off x="0" y="0"/>
          <a:ext cx="0" cy="0"/>
          <a:chOff x="0" y="0"/>
          <a:chExt cx="0" cy="0"/>
        </a:xfrm>
      </p:grpSpPr>
      <p:sp>
        <p:nvSpPr>
          <p:cNvPr id="1707" name="Google Shape;1707;g2706b6d2297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1708" name="Google Shape;1708;g2706b6d2297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1709" name="Google Shape;1709;g2706b6d2297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1710" name="Google Shape;1710;g2706b6d2297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15"/>
        <p:cNvGrpSpPr/>
        <p:nvPr/>
      </p:nvGrpSpPr>
      <p:grpSpPr>
        <a:xfrm>
          <a:off x="0" y="0"/>
          <a:ext cx="0" cy="0"/>
          <a:chOff x="0" y="0"/>
          <a:chExt cx="0" cy="0"/>
        </a:xfrm>
      </p:grpSpPr>
      <p:sp>
        <p:nvSpPr>
          <p:cNvPr id="1716" name="Google Shape;171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1717" name="Google Shape;171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1718" name="Google Shape;1718;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1719" name="Google Shape;171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4"/>
        <p:cNvGrpSpPr/>
        <p:nvPr/>
      </p:nvGrpSpPr>
      <p:grpSpPr>
        <a:xfrm>
          <a:off x="0" y="0"/>
          <a:ext cx="0" cy="0"/>
          <a:chOff x="0" y="0"/>
          <a:chExt cx="0" cy="0"/>
        </a:xfrm>
      </p:grpSpPr>
      <p:sp>
        <p:nvSpPr>
          <p:cNvPr id="1725" name="Google Shape;172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1726" name="Google Shape;172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1727" name="Google Shape;1727;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1728" name="Google Shape;1728;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3"/>
        <p:cNvGrpSpPr/>
        <p:nvPr/>
      </p:nvGrpSpPr>
      <p:grpSpPr>
        <a:xfrm>
          <a:off x="0" y="0"/>
          <a:ext cx="0" cy="0"/>
          <a:chOff x="0" y="0"/>
          <a:chExt cx="0" cy="0"/>
        </a:xfrm>
      </p:grpSpPr>
      <p:sp>
        <p:nvSpPr>
          <p:cNvPr id="1734" name="Google Shape;173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1735" name="Google Shape;173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1736" name="Google Shape;1736;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1737" name="Google Shape;173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2"/>
        <p:cNvGrpSpPr/>
        <p:nvPr/>
      </p:nvGrpSpPr>
      <p:grpSpPr>
        <a:xfrm>
          <a:off x="0" y="0"/>
          <a:ext cx="0" cy="0"/>
          <a:chOff x="0" y="0"/>
          <a:chExt cx="0" cy="0"/>
        </a:xfrm>
      </p:grpSpPr>
      <p:sp>
        <p:nvSpPr>
          <p:cNvPr id="1743" name="Google Shape;1743;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1744" name="Google Shape;1744;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1745" name="Google Shape;1745;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1746" name="Google Shape;174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1"/>
        <p:cNvGrpSpPr/>
        <p:nvPr/>
      </p:nvGrpSpPr>
      <p:grpSpPr>
        <a:xfrm>
          <a:off x="0" y="0"/>
          <a:ext cx="0" cy="0"/>
          <a:chOff x="0" y="0"/>
          <a:chExt cx="0" cy="0"/>
        </a:xfrm>
      </p:grpSpPr>
      <p:sp>
        <p:nvSpPr>
          <p:cNvPr id="1752" name="Google Shape;1752;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1753" name="Google Shape;175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1754" name="Google Shape;175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9"/>
        <p:cNvGrpSpPr/>
        <p:nvPr/>
      </p:nvGrpSpPr>
      <p:grpSpPr>
        <a:xfrm>
          <a:off x="0" y="0"/>
          <a:ext cx="0" cy="0"/>
          <a:chOff x="0" y="0"/>
          <a:chExt cx="0" cy="0"/>
        </a:xfrm>
      </p:grpSpPr>
      <p:sp>
        <p:nvSpPr>
          <p:cNvPr id="1760" name="Google Shape;1760;g2c3063aff4b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761" name="Google Shape;1761;g2c3063aff4b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762" name="Google Shape;1762;g2c3063aff4b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63" name="Google Shape;1763;g2c3063aff4b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64" name="Google Shape;1764;g2c3063aff4b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65" name="Google Shape;1765;g2c3063aff4b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66" name="Google Shape;1766;g2c3063aff4b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767" name="Google Shape;1767;g2c3063aff4b_0_0"/>
          <p:cNvGrpSpPr/>
          <p:nvPr/>
        </p:nvGrpSpPr>
        <p:grpSpPr>
          <a:xfrm>
            <a:off x="304250" y="6984600"/>
            <a:ext cx="8330829" cy="808600"/>
            <a:chOff x="-152950" y="7365600"/>
            <a:chExt cx="8330829" cy="808600"/>
          </a:xfrm>
        </p:grpSpPr>
        <p:sp>
          <p:nvSpPr>
            <p:cNvPr id="1768" name="Google Shape;1768;g2c3063aff4b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769" name="Google Shape;1769;g2c3063aff4b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770" name="Google Shape;1770;g2c3063aff4b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771" name="Google Shape;1771;g2c3063aff4b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772" name="Google Shape;1772;g2c3063aff4b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773" name="Google Shape;1773;g2c3063aff4b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774" name="Google Shape;1774;g2c3063aff4b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775" name="Google Shape;1775;g2c3063aff4b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776" name="Google Shape;1776;g2c3063aff4b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77" name="Google Shape;1777;g2c3063aff4b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78" name="Google Shape;1778;g2c3063aff4b_0_0"/>
          <p:cNvSpPr/>
          <p:nvPr/>
        </p:nvSpPr>
        <p:spPr>
          <a:xfrm>
            <a:off x="3756000"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79" name="Google Shape;1779;g2c3063aff4b_0_0"/>
          <p:cNvSpPr/>
          <p:nvPr/>
        </p:nvSpPr>
        <p:spPr>
          <a:xfrm>
            <a:off x="499800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780" name="Google Shape;1780;g2c3063aff4b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781" name="Google Shape;1781;g2c3063aff4b_0_0"/>
          <p:cNvSpPr txBox="1"/>
          <p:nvPr/>
        </p:nvSpPr>
        <p:spPr>
          <a:xfrm>
            <a:off x="30633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
        <p:nvSpPr>
          <p:cNvPr id="1782" name="Google Shape;1782;g2c3063aff4b_0_0"/>
          <p:cNvSpPr txBox="1"/>
          <p:nvPr/>
        </p:nvSpPr>
        <p:spPr>
          <a:xfrm>
            <a:off x="43053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7"/>
        <p:cNvGrpSpPr/>
        <p:nvPr/>
      </p:nvGrpSpPr>
      <p:grpSpPr>
        <a:xfrm>
          <a:off x="0" y="0"/>
          <a:ext cx="0" cy="0"/>
          <a:chOff x="0" y="0"/>
          <a:chExt cx="0" cy="0"/>
        </a:xfrm>
      </p:grpSpPr>
      <p:sp>
        <p:nvSpPr>
          <p:cNvPr id="1788" name="Google Shape;1788;g2c3063aff4b_0_7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789" name="Google Shape;1789;g2c3063aff4b_0_7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790" name="Google Shape;1790;g2c3063aff4b_0_726"/>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91" name="Google Shape;1791;g2c3063aff4b_0_726"/>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92" name="Google Shape;1792;g2c3063aff4b_0_726"/>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93" name="Google Shape;1793;g2c3063aff4b_0_72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94" name="Google Shape;1794;g2c3063aff4b_0_72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795" name="Google Shape;1795;g2c3063aff4b_0_726"/>
          <p:cNvGrpSpPr/>
          <p:nvPr/>
        </p:nvGrpSpPr>
        <p:grpSpPr>
          <a:xfrm>
            <a:off x="304250" y="6984600"/>
            <a:ext cx="8330829" cy="808600"/>
            <a:chOff x="-152950" y="7365600"/>
            <a:chExt cx="8330829" cy="808600"/>
          </a:xfrm>
        </p:grpSpPr>
        <p:sp>
          <p:nvSpPr>
            <p:cNvPr id="1796" name="Google Shape;1796;g2c3063aff4b_0_726"/>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797" name="Google Shape;1797;g2c3063aff4b_0_726"/>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798" name="Google Shape;1798;g2c3063aff4b_0_726"/>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799" name="Google Shape;1799;g2c3063aff4b_0_726"/>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800" name="Google Shape;1800;g2c3063aff4b_0_726"/>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801" name="Google Shape;1801;g2c3063aff4b_0_726"/>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802" name="Google Shape;1802;g2c3063aff4b_0_726"/>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803" name="Google Shape;1803;g2c3063aff4b_0_726"/>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804" name="Google Shape;1804;g2c3063aff4b_0_726"/>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5" name="Google Shape;1805;g2c3063aff4b_0_726"/>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6" name="Google Shape;1806;g2c3063aff4b_0_726"/>
          <p:cNvSpPr txBox="1"/>
          <p:nvPr/>
        </p:nvSpPr>
        <p:spPr>
          <a:xfrm>
            <a:off x="24804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1807" name="Google Shape;1807;g2c3063aff4b_0_726"/>
          <p:cNvSpPr/>
          <p:nvPr/>
        </p:nvSpPr>
        <p:spPr>
          <a:xfrm>
            <a:off x="31731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8" name="Google Shape;1808;g2c3063aff4b_0_726"/>
          <p:cNvSpPr/>
          <p:nvPr/>
        </p:nvSpPr>
        <p:spPr>
          <a:xfrm>
            <a:off x="44151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9" name="Google Shape;1809;g2c3063aff4b_0_726"/>
          <p:cNvSpPr/>
          <p:nvPr/>
        </p:nvSpPr>
        <p:spPr>
          <a:xfrm>
            <a:off x="55809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810" name="Google Shape;1810;g2c3063aff4b_0_72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811" name="Google Shape;1811;g2c3063aff4b_0_726"/>
          <p:cNvSpPr txBox="1"/>
          <p:nvPr/>
        </p:nvSpPr>
        <p:spPr>
          <a:xfrm>
            <a:off x="48882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812" name="Google Shape;1812;g2c3063aff4b_0_726"/>
          <p:cNvSpPr txBox="1"/>
          <p:nvPr/>
        </p:nvSpPr>
        <p:spPr>
          <a:xfrm>
            <a:off x="37224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7"/>
        <p:cNvGrpSpPr/>
        <p:nvPr/>
      </p:nvGrpSpPr>
      <p:grpSpPr>
        <a:xfrm>
          <a:off x="0" y="0"/>
          <a:ext cx="0" cy="0"/>
          <a:chOff x="0" y="0"/>
          <a:chExt cx="0" cy="0"/>
        </a:xfrm>
      </p:grpSpPr>
      <p:sp>
        <p:nvSpPr>
          <p:cNvPr id="1818" name="Google Shape;1818;g2c3063aff4b_0_75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819" name="Google Shape;1819;g2c3063aff4b_0_75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820" name="Google Shape;1820;g2c3063aff4b_0_75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21" name="Google Shape;1821;g2c3063aff4b_0_75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22" name="Google Shape;1822;g2c3063aff4b_0_75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23" name="Google Shape;1823;g2c3063aff4b_0_75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24" name="Google Shape;1824;g2c3063aff4b_0_75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825" name="Google Shape;1825;g2c3063aff4b_0_755"/>
          <p:cNvGrpSpPr/>
          <p:nvPr/>
        </p:nvGrpSpPr>
        <p:grpSpPr>
          <a:xfrm>
            <a:off x="304250" y="6984600"/>
            <a:ext cx="8330829" cy="808600"/>
            <a:chOff x="-152950" y="7365600"/>
            <a:chExt cx="8330829" cy="808600"/>
          </a:xfrm>
        </p:grpSpPr>
        <p:sp>
          <p:nvSpPr>
            <p:cNvPr id="1826" name="Google Shape;1826;g2c3063aff4b_0_75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827" name="Google Shape;1827;g2c3063aff4b_0_75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828" name="Google Shape;1828;g2c3063aff4b_0_75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829" name="Google Shape;1829;g2c3063aff4b_0_75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830" name="Google Shape;1830;g2c3063aff4b_0_75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831" name="Google Shape;1831;g2c3063aff4b_0_75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832" name="Google Shape;1832;g2c3063aff4b_0_75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833" name="Google Shape;1833;g2c3063aff4b_0_75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834" name="Google Shape;1834;g2c3063aff4b_0_75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5" name="Google Shape;1835;g2c3063aff4b_0_75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6" name="Google Shape;1836;g2c3063aff4b_0_755"/>
          <p:cNvSpPr txBox="1"/>
          <p:nvPr/>
        </p:nvSpPr>
        <p:spPr>
          <a:xfrm>
            <a:off x="24804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837" name="Google Shape;1837;g2c3063aff4b_0_755"/>
          <p:cNvSpPr/>
          <p:nvPr/>
        </p:nvSpPr>
        <p:spPr>
          <a:xfrm>
            <a:off x="31731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8" name="Google Shape;1838;g2c3063aff4b_0_755"/>
          <p:cNvSpPr/>
          <p:nvPr/>
        </p:nvSpPr>
        <p:spPr>
          <a:xfrm>
            <a:off x="44151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9" name="Google Shape;1839;g2c3063aff4b_0_755"/>
          <p:cNvSpPr/>
          <p:nvPr/>
        </p:nvSpPr>
        <p:spPr>
          <a:xfrm>
            <a:off x="55809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840" name="Google Shape;1840;g2c3063aff4b_0_75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841" name="Google Shape;1841;g2c3063aff4b_0_755"/>
          <p:cNvSpPr txBox="1"/>
          <p:nvPr/>
        </p:nvSpPr>
        <p:spPr>
          <a:xfrm>
            <a:off x="48882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842" name="Google Shape;1842;g2c3063aff4b_0_755"/>
          <p:cNvSpPr txBox="1"/>
          <p:nvPr/>
        </p:nvSpPr>
        <p:spPr>
          <a:xfrm>
            <a:off x="37224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7"/>
        <p:cNvGrpSpPr/>
        <p:nvPr/>
      </p:nvGrpSpPr>
      <p:grpSpPr>
        <a:xfrm>
          <a:off x="0" y="0"/>
          <a:ext cx="0" cy="0"/>
          <a:chOff x="0" y="0"/>
          <a:chExt cx="0" cy="0"/>
        </a:xfrm>
      </p:grpSpPr>
      <p:sp>
        <p:nvSpPr>
          <p:cNvPr id="1848" name="Google Shape;1848;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1849" name="Google Shape;184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850" name="Google Shape;185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5"/>
        <p:cNvGrpSpPr/>
        <p:nvPr/>
      </p:nvGrpSpPr>
      <p:grpSpPr>
        <a:xfrm>
          <a:off x="0" y="0"/>
          <a:ext cx="0" cy="0"/>
          <a:chOff x="0" y="0"/>
          <a:chExt cx="0" cy="0"/>
        </a:xfrm>
      </p:grpSpPr>
      <p:sp>
        <p:nvSpPr>
          <p:cNvPr id="1856" name="Google Shape;185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857" name="Google Shape;185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858" name="Google Shape;1858;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859" name="Google Shape;185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64"/>
        <p:cNvGrpSpPr/>
        <p:nvPr/>
      </p:nvGrpSpPr>
      <p:grpSpPr>
        <a:xfrm>
          <a:off x="0" y="0"/>
          <a:ext cx="0" cy="0"/>
          <a:chOff x="0" y="0"/>
          <a:chExt cx="0" cy="0"/>
        </a:xfrm>
      </p:grpSpPr>
      <p:sp>
        <p:nvSpPr>
          <p:cNvPr id="1865" name="Google Shape;186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866" name="Google Shape;186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867" name="Google Shape;1867;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868" name="Google Shape;186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3"/>
        <p:cNvGrpSpPr/>
        <p:nvPr/>
      </p:nvGrpSpPr>
      <p:grpSpPr>
        <a:xfrm>
          <a:off x="0" y="0"/>
          <a:ext cx="0" cy="0"/>
          <a:chOff x="0" y="0"/>
          <a:chExt cx="0" cy="0"/>
        </a:xfrm>
      </p:grpSpPr>
      <p:sp>
        <p:nvSpPr>
          <p:cNvPr id="1874" name="Google Shape;1874;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875" name="Google Shape;1875;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876" name="Google Shape;1876;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877" name="Google Shape;1877;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2"/>
        <p:cNvGrpSpPr/>
        <p:nvPr/>
      </p:nvGrpSpPr>
      <p:grpSpPr>
        <a:xfrm>
          <a:off x="0" y="0"/>
          <a:ext cx="0" cy="0"/>
          <a:chOff x="0" y="0"/>
          <a:chExt cx="0" cy="0"/>
        </a:xfrm>
      </p:grpSpPr>
      <p:sp>
        <p:nvSpPr>
          <p:cNvPr id="1883" name="Google Shape;188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884" name="Google Shape;188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885" name="Google Shape;1885;g2c186218c5a_0_149"/>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886" name="Google Shape;188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1892" name="Google Shape;189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MAGNETIC LETTERS AND A WHITEBOARD</a:t>
            </a:r>
            <a:endParaRPr/>
          </a:p>
        </p:txBody>
      </p:sp>
      <p:sp>
        <p:nvSpPr>
          <p:cNvPr id="1893" name="Google Shape;189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sz="3000"/>
              <a:t>Practise Building Words</a:t>
            </a:r>
            <a:endParaRPr/>
          </a:p>
        </p:txBody>
      </p:sp>
      <p:grpSp>
        <p:nvGrpSpPr>
          <p:cNvPr id="1894" name="Google Shape;1894;g1f3daf8a844_0_64"/>
          <p:cNvGrpSpPr/>
          <p:nvPr/>
        </p:nvGrpSpPr>
        <p:grpSpPr>
          <a:xfrm>
            <a:off x="3024000" y="209875"/>
            <a:ext cx="3096000" cy="454800"/>
            <a:chOff x="3024000" y="209875"/>
            <a:chExt cx="3096000" cy="454800"/>
          </a:xfrm>
        </p:grpSpPr>
        <p:sp>
          <p:nvSpPr>
            <p:cNvPr id="1895" name="Google Shape;189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6" name="Google Shape;189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897" name="Google Shape;189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898" name="Google Shape;1898;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899" name="Google Shape;1899;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900" name="Google Shape;1900;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901" name="Google Shape;1901;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902" name="Google Shape;1902;g1f3daf8a844_0_64"/>
          <p:cNvSpPr txBox="1"/>
          <p:nvPr/>
        </p:nvSpPr>
        <p:spPr>
          <a:xfrm>
            <a:off x="32646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sp>
        <p:nvSpPr>
          <p:cNvPr id="1903" name="Google Shape;1903;g1f3daf8a844_0_64"/>
          <p:cNvSpPr txBox="1"/>
          <p:nvPr/>
        </p:nvSpPr>
        <p:spPr>
          <a:xfrm>
            <a:off x="1875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904" name="Google Shape;1904;g1f3daf8a844_0_64"/>
          <p:cNvSpPr txBox="1"/>
          <p:nvPr/>
        </p:nvSpPr>
        <p:spPr>
          <a:xfrm>
            <a:off x="4653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905" name="Google Shape;1905;g1f3daf8a844_0_64"/>
          <p:cNvSpPr txBox="1"/>
          <p:nvPr/>
        </p:nvSpPr>
        <p:spPr>
          <a:xfrm>
            <a:off x="6042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cxnSp>
        <p:nvCxnSpPr>
          <p:cNvPr id="1906" name="Google Shape;1906;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1"/>
        <p:cNvGrpSpPr/>
        <p:nvPr/>
      </p:nvGrpSpPr>
      <p:grpSpPr>
        <a:xfrm>
          <a:off x="0" y="0"/>
          <a:ext cx="0" cy="0"/>
          <a:chOff x="0" y="0"/>
          <a:chExt cx="0" cy="0"/>
        </a:xfrm>
      </p:grpSpPr>
      <p:sp>
        <p:nvSpPr>
          <p:cNvPr id="1912" name="Google Shape;1912;g26c2be0fae9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MAGNETIC LETTERS AND A WHITEBOARD</a:t>
            </a:r>
            <a:endParaRPr/>
          </a:p>
        </p:txBody>
      </p:sp>
      <p:sp>
        <p:nvSpPr>
          <p:cNvPr id="1913" name="Google Shape;1913;g26c2be0fae9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sz="3000"/>
              <a:t>Practise Building Words</a:t>
            </a:r>
            <a:endParaRPr/>
          </a:p>
        </p:txBody>
      </p:sp>
      <p:cxnSp>
        <p:nvCxnSpPr>
          <p:cNvPr id="1914" name="Google Shape;1914;g26c2be0fae9_0_74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915" name="Google Shape;1915;g26c2be0fae9_0_742"/>
          <p:cNvGrpSpPr/>
          <p:nvPr/>
        </p:nvGrpSpPr>
        <p:grpSpPr>
          <a:xfrm>
            <a:off x="3024000" y="209875"/>
            <a:ext cx="3096000" cy="454800"/>
            <a:chOff x="3024000" y="209875"/>
            <a:chExt cx="3096000" cy="454800"/>
          </a:xfrm>
        </p:grpSpPr>
        <p:sp>
          <p:nvSpPr>
            <p:cNvPr id="1916" name="Google Shape;1916;g26c2be0fae9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7" name="Google Shape;1917;g26c2be0fae9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18" name="Google Shape;1918;g26c2be0fae9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919" name="Google Shape;1919;g26c2be0fae9_0_742"/>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920" name="Google Shape;1920;g26c2be0fae9_0_742"/>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921" name="Google Shape;1921;g26c2be0fae9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922" name="Google Shape;1922;g26c2be0fae9_0_742"/>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923" name="Google Shape;1923;g26c2be0fae9_0_742"/>
          <p:cNvSpPr txBox="1">
            <a:spLocks noGrp="1"/>
          </p:cNvSpPr>
          <p:nvPr>
            <p:ph type="subTitle" idx="4294967295"/>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s</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a:t>
            </a:r>
            <a:endParaRPr sz="1800" b="0" i="0" u="none" strike="noStrike" cap="none">
              <a:solidFill>
                <a:srgbClr val="B7B7B7"/>
              </a:solidFill>
              <a:latin typeface="Jost"/>
              <a:ea typeface="Jost"/>
              <a:cs typeface="Jost"/>
              <a:sym typeface="Jost"/>
            </a:endParaRPr>
          </a:p>
        </p:txBody>
      </p:sp>
      <p:sp>
        <p:nvSpPr>
          <p:cNvPr id="1924" name="Google Shape;1924;g26c2be0fae9_0_742"/>
          <p:cNvSpPr txBox="1"/>
          <p:nvPr/>
        </p:nvSpPr>
        <p:spPr>
          <a:xfrm>
            <a:off x="32646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sp>
        <p:nvSpPr>
          <p:cNvPr id="1925" name="Google Shape;1925;g26c2be0fae9_0_742"/>
          <p:cNvSpPr txBox="1"/>
          <p:nvPr/>
        </p:nvSpPr>
        <p:spPr>
          <a:xfrm>
            <a:off x="1875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926" name="Google Shape;1926;g26c2be0fae9_0_742"/>
          <p:cNvSpPr txBox="1"/>
          <p:nvPr/>
        </p:nvSpPr>
        <p:spPr>
          <a:xfrm>
            <a:off x="4653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927" name="Google Shape;1927;g26c2be0fae9_0_742"/>
          <p:cNvSpPr txBox="1"/>
          <p:nvPr/>
        </p:nvSpPr>
        <p:spPr>
          <a:xfrm>
            <a:off x="6042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cxnSp>
        <p:nvCxnSpPr>
          <p:cNvPr id="1928" name="Google Shape;1928;g26c2be0fae9_0_74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33"/>
        <p:cNvGrpSpPr/>
        <p:nvPr/>
      </p:nvGrpSpPr>
      <p:grpSpPr>
        <a:xfrm>
          <a:off x="0" y="0"/>
          <a:ext cx="0" cy="0"/>
          <a:chOff x="0" y="0"/>
          <a:chExt cx="0" cy="0"/>
        </a:xfrm>
      </p:grpSpPr>
      <p:sp>
        <p:nvSpPr>
          <p:cNvPr id="1934" name="Google Shape;1934;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'Pop Goes the Weasel'.</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p</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Collect together a tray of fruit for children to taste the </a:t>
            </a:r>
            <a:r>
              <a:rPr lang="en-US">
                <a:solidFill>
                  <a:srgbClr val="8DC63F"/>
                </a:solidFill>
              </a:rPr>
              <a:t>p</a:t>
            </a:r>
            <a:r>
              <a:rPr lang="en-US"/>
              <a:t> words; sections of peach, pear, plum.</a:t>
            </a:r>
            <a:endParaRPr/>
          </a:p>
        </p:txBody>
      </p:sp>
      <p:sp>
        <p:nvSpPr>
          <p:cNvPr id="1935" name="Google Shape;1935;g2c186218c5a_0_118"/>
          <p:cNvSpPr txBox="1"/>
          <p:nvPr/>
        </p:nvSpPr>
        <p:spPr>
          <a:xfrm rot="362194">
            <a:off x="2400002" y="2009636"/>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p</a:t>
            </a:r>
            <a:endParaRPr sz="10000" b="0" i="0" u="none" strike="noStrike" cap="none">
              <a:solidFill>
                <a:srgbClr val="2356AF"/>
              </a:solidFill>
              <a:latin typeface="Finger Paint"/>
              <a:ea typeface="Finger Paint"/>
              <a:cs typeface="Finger Paint"/>
              <a:sym typeface="Finger Paint"/>
            </a:endParaRPr>
          </a:p>
        </p:txBody>
      </p:sp>
      <p:pic>
        <p:nvPicPr>
          <p:cNvPr id="1936" name="Google Shape;1936;g2c186218c5a_0_118"/>
          <p:cNvPicPr preferRelativeResize="0"/>
          <p:nvPr/>
        </p:nvPicPr>
        <p:blipFill rotWithShape="1">
          <a:blip r:embed="rId3">
            <a:alphaModFix/>
          </a:blip>
          <a:srcRect r="6164"/>
          <a:stretch/>
        </p:blipFill>
        <p:spPr>
          <a:xfrm rot="-738032">
            <a:off x="1188719" y="2984303"/>
            <a:ext cx="932612" cy="114459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384</Words>
  <Application>Microsoft Office PowerPoint</Application>
  <PresentationFormat>On-screen Show (4:3)</PresentationFormat>
  <Paragraphs>145</Paragraphs>
  <Slides>20</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Poppins Medium</vt:lpstr>
      <vt:lpstr>Nunito Black</vt:lpstr>
      <vt:lpstr>Jost</vt:lpstr>
      <vt:lpstr>Poppins</vt:lpstr>
      <vt:lpstr>Calibri</vt:lpstr>
      <vt:lpstr>Poppins SemiBold</vt:lpstr>
      <vt:lpstr>Mulish</vt:lpstr>
      <vt:lpstr>Arial</vt:lpstr>
      <vt:lpstr>Finger Paint</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2026-04-22T03:40:09Z</dcterms:modified>
</cp:coreProperties>
</file>