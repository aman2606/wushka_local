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6858000" cy="9144000"/>
  <p:embeddedFontLst>
    <p:embeddedFont>
      <p:font typeface="Poppins"/>
      <p:regular r:id="rId31"/>
      <p:bold r:id="rId32"/>
      <p:italic r:id="rId33"/>
      <p:boldItalic r:id="rId34"/>
    </p:embeddedFont>
    <p:embeddedFont>
      <p:font typeface="Jost"/>
      <p:regular r:id="rId35"/>
      <p:bold r:id="rId36"/>
      <p:italic r:id="rId37"/>
      <p:boldItalic r:id="rId38"/>
    </p:embeddedFont>
    <p:embeddedFont>
      <p:font typeface="Poppins Medium"/>
      <p:regular r:id="rId39"/>
      <p:bold r:id="rId40"/>
      <p:italic r:id="rId41"/>
      <p:boldItalic r:id="rId42"/>
    </p:embeddedFont>
    <p:embeddedFont>
      <p:font typeface="Poppins SemiBold"/>
      <p:regular r:id="rId43"/>
      <p:bold r:id="rId44"/>
      <p:italic r:id="rId45"/>
      <p:boldItalic r:id="rId46"/>
    </p:embeddedFont>
    <p:embeddedFont>
      <p:font typeface="Nunito Black"/>
      <p:bold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49" roundtripDataSignature="AMtx7mh6DjfRSJ58giPh5RP9o8+aOL1h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A60CE1-E7F8-45E9-87CD-F649CFF4C977}">
  <a:tblStyle styleId="{53A60CE1-E7F8-45E9-87CD-F649CFF4C977}"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fntdata"/><Relationship Id="rId42" Type="http://schemas.openxmlformats.org/officeDocument/2006/relationships/font" Target="fonts/PoppinsMedium-boldItalic.fntdata"/><Relationship Id="rId41" Type="http://schemas.openxmlformats.org/officeDocument/2006/relationships/font" Target="fonts/PoppinsMedium-italic.fntdata"/><Relationship Id="rId44" Type="http://schemas.openxmlformats.org/officeDocument/2006/relationships/font" Target="fonts/PoppinsSemiBold-bold.fntdata"/><Relationship Id="rId43" Type="http://schemas.openxmlformats.org/officeDocument/2006/relationships/font" Target="fonts/PoppinsSemiBold-regular.fntdata"/><Relationship Id="rId46" Type="http://schemas.openxmlformats.org/officeDocument/2006/relationships/font" Target="fonts/PoppinsSemiBold-boldItalic.fntdata"/><Relationship Id="rId45"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Black-boldItalic.fntdata"/><Relationship Id="rId47" Type="http://schemas.openxmlformats.org/officeDocument/2006/relationships/font" Target="fonts/NunitoBlack-bold.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slide" Target="slides/slide24.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Jost-regular.fntdata"/><Relationship Id="rId34" Type="http://schemas.openxmlformats.org/officeDocument/2006/relationships/font" Target="fonts/Poppins-boldItalic.fntdata"/><Relationship Id="rId37" Type="http://schemas.openxmlformats.org/officeDocument/2006/relationships/font" Target="fonts/Jost-italic.fntdata"/><Relationship Id="rId36" Type="http://schemas.openxmlformats.org/officeDocument/2006/relationships/font" Target="fonts/Jost-bold.fntdata"/><Relationship Id="rId39" Type="http://schemas.openxmlformats.org/officeDocument/2006/relationships/font" Target="fonts/PoppinsMedium-regular.fntdata"/><Relationship Id="rId38" Type="http://schemas.openxmlformats.org/officeDocument/2006/relationships/font" Target="fonts/Jos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41b0c84b24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41b0c84b24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41b0c84b24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41b0c84b24_0_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41b0c84b24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41b0c84b24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41b0c84b24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41b0c84b24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41b0c84b24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41b0c84b24_0_1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41b0c84b24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41b0c84b24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41b0c84b24_0_1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g341b0c84b24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g341b0c84b24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41b0c84b24_0_1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g341b0c84b24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41b0c84b24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41b0c84b24_0_2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g341b0c84b24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41b0c84b24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41b0c84b24_0_2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g341b0c84b24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41b0c84b24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41b0c84b24_0_2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g341b0c84b24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41b0c84b24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41b0c84b24_0_2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g341b0c84b24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41b0c84b24_0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 name="Google Shape;1007;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0" name="Google Shape;1020;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e6b2b77e2a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7" name="Google Shape;1027;g2e6b2b77e2a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2e6b2b77e2a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3" name="Google Shape;1113;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e6b2b77e2a_0_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g2e6b2b77e2a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2e6b2b77e2a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7" name="Google Shape;1177;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3" name="Google Shape;1183;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0.png"/><Relationship Id="rId13" Type="http://schemas.openxmlformats.org/officeDocument/2006/relationships/image" Target="../media/image12.png"/><Relationship Id="rId12" Type="http://schemas.openxmlformats.org/officeDocument/2006/relationships/image" Target="../media/image11.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8.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894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014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/air/ - ear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804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17 - Tuesday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82</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bed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led </a:t>
            </a:r>
            <a:r>
              <a:rPr b="0" i="0" lang="en-US" sz="1100" u="none" cap="none" strike="noStrike">
                <a:solidFill>
                  <a:srgbClr val="1A1A1A"/>
                </a:solidFill>
                <a:latin typeface="Poppins"/>
                <a:ea typeface="Poppins"/>
                <a:cs typeface="Poppins"/>
                <a:sym typeface="Poppins"/>
              </a:rPr>
              <a:t>the difference is the phonemes </a:t>
            </a:r>
            <a:r>
              <a:rPr b="0" i="0" lang="en-US" sz="1100" u="none" cap="none" strike="noStrike">
                <a:solidFill>
                  <a:srgbClr val="53F41A"/>
                </a:solidFill>
                <a:latin typeface="Poppins"/>
                <a:ea typeface="Poppins"/>
                <a:cs typeface="Poppins"/>
                <a:sym typeface="Poppins"/>
              </a:rPr>
              <a:t>/b/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ship </a:t>
            </a:r>
            <a:r>
              <a:rPr b="0" i="0" lang="en-US" sz="1100" u="none" cap="none" strike="noStrike">
                <a:solidFill>
                  <a:srgbClr val="1A1A1A"/>
                </a:solidFill>
                <a:latin typeface="Poppins"/>
                <a:ea typeface="Poppins"/>
                <a:cs typeface="Poppins"/>
                <a:sym typeface="Poppins"/>
              </a:rPr>
              <a:t>as </a:t>
            </a:r>
            <a:r>
              <a:rPr b="0" i="0" lang="en-US" sz="1100" u="none" cap="none" strike="noStrike">
                <a:solidFill>
                  <a:srgbClr val="53F41A"/>
                </a:solidFill>
                <a:latin typeface="Poppins"/>
                <a:ea typeface="Poppins"/>
                <a:cs typeface="Poppins"/>
                <a:sym typeface="Poppins"/>
              </a:rPr>
              <a:t>/sh/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representing the </a:t>
            </a:r>
            <a:r>
              <a:rPr b="0" i="0" lang="en-US" sz="1100" u="none" cap="none" strike="noStrike">
                <a:solidFill>
                  <a:srgbClr val="53F41A"/>
                </a:solidFill>
                <a:latin typeface="Poppins"/>
                <a:ea typeface="Poppins"/>
                <a:cs typeface="Poppins"/>
                <a:sym typeface="Poppins"/>
              </a:rPr>
              <a:t>/ɑi/ </a:t>
            </a:r>
            <a:r>
              <a:rPr b="0" i="0" lang="en-US" sz="1100" u="none" cap="none" strike="noStrike">
                <a:solidFill>
                  <a:srgbClr val="1A1A1A"/>
                </a:solidFill>
                <a:latin typeface="Poppins"/>
                <a:ea typeface="Poppins"/>
                <a:cs typeface="Poppins"/>
                <a:sym typeface="Poppins"/>
              </a:rPr>
              <a:t>phoneme in </a:t>
            </a:r>
            <a:r>
              <a:rPr b="0" i="0" lang="en-US" sz="1100" u="none" cap="none" strike="noStrike">
                <a:solidFill>
                  <a:srgbClr val="1A30E8"/>
                </a:solidFill>
                <a:latin typeface="Poppins"/>
                <a:ea typeface="Poppins"/>
                <a:cs typeface="Poppins"/>
                <a:sym typeface="Poppins"/>
              </a:rPr>
              <a:t>eight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the two letters in the digraph, as in the words </a:t>
            </a:r>
            <a:r>
              <a:rPr b="0" i="0" lang="en-US" sz="1100" u="none" cap="none" strike="noStrike">
                <a:solidFill>
                  <a:srgbClr val="1A30E8"/>
                </a:solidFill>
                <a:latin typeface="Poppins"/>
                <a:ea typeface="Poppins"/>
                <a:cs typeface="Poppins"/>
                <a:sym typeface="Poppins"/>
              </a:rPr>
              <a:t>mɑke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ɑm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sɑt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slɑm </a:t>
            </a:r>
            <a:r>
              <a:rPr b="0" i="0" lang="en-US" sz="1100" u="none" cap="none" strike="noStrike">
                <a:solidFill>
                  <a:srgbClr val="1A1A1A"/>
                </a:solidFill>
                <a:latin typeface="Poppins"/>
                <a:ea typeface="Poppins"/>
                <a:cs typeface="Poppins"/>
                <a:sym typeface="Poppins"/>
              </a:rPr>
              <a:t>(CCVC) or </a:t>
            </a:r>
            <a:r>
              <a:rPr b="0" i="0" lang="en-US" sz="1100" u="none" cap="none" strike="noStrike">
                <a:solidFill>
                  <a:srgbClr val="1A30E8"/>
                </a:solidFill>
                <a:latin typeface="Poppins"/>
                <a:ea typeface="Poppins"/>
                <a:cs typeface="Poppins"/>
                <a:sym typeface="Poppins"/>
              </a:rPr>
              <a:t>eɑch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beɑch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bleɑch </a:t>
            </a:r>
            <a:r>
              <a:rPr b="0" i="0" lang="en-US" sz="1100" u="none" cap="none" strike="noStrike">
                <a:solidFill>
                  <a:srgbClr val="1A1A1A"/>
                </a:solidFill>
                <a:latin typeface="Poppins"/>
                <a:ea typeface="Poppins"/>
                <a:cs typeface="Poppins"/>
                <a:sym typeface="Poppins"/>
              </a:rPr>
              <a:t>(CCVC).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png"/><Relationship Id="rId4" Type="http://schemas.openxmlformats.org/officeDocument/2006/relationships/image" Target="../media/image4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slide" Target="/ppt/slides/slide13.xml"/><Relationship Id="rId6" Type="http://schemas.openxmlformats.org/officeDocument/2006/relationships/slide" Target="/ppt/slides/slide20.xml"/></Relationships>
</file>

<file path=ppt/slides/_rels/slide3.xml.rels><?xml version="1.0" encoding="UTF-8" standalone="yes"?><Relationships xmlns="http://schemas.openxmlformats.org/package/2006/relationships"><Relationship Id="rId20" Type="http://schemas.openxmlformats.org/officeDocument/2006/relationships/image" Target="../media/image33.png"/><Relationship Id="rId22" Type="http://schemas.openxmlformats.org/officeDocument/2006/relationships/image" Target="../media/image36.png"/><Relationship Id="rId21" Type="http://schemas.openxmlformats.org/officeDocument/2006/relationships/image" Target="../media/image32.png"/><Relationship Id="rId24" Type="http://schemas.openxmlformats.org/officeDocument/2006/relationships/image" Target="../media/image37.png"/><Relationship Id="rId23" Type="http://schemas.openxmlformats.org/officeDocument/2006/relationships/image" Target="../media/image44.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7.png"/><Relationship Id="rId9" Type="http://schemas.openxmlformats.org/officeDocument/2006/relationships/image" Target="../media/image24.png"/><Relationship Id="rId25" Type="http://schemas.openxmlformats.org/officeDocument/2006/relationships/image" Target="../media/image35.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31.png"/><Relationship Id="rId8" Type="http://schemas.openxmlformats.org/officeDocument/2006/relationships/image" Target="../media/image17.png"/><Relationship Id="rId11" Type="http://schemas.openxmlformats.org/officeDocument/2006/relationships/image" Target="../media/image21.png"/><Relationship Id="rId10" Type="http://schemas.openxmlformats.org/officeDocument/2006/relationships/image" Target="../media/image26.png"/><Relationship Id="rId13" Type="http://schemas.openxmlformats.org/officeDocument/2006/relationships/image" Target="../media/image28.png"/><Relationship Id="rId12" Type="http://schemas.openxmlformats.org/officeDocument/2006/relationships/image" Target="../media/image16.png"/><Relationship Id="rId15" Type="http://schemas.openxmlformats.org/officeDocument/2006/relationships/image" Target="../media/image18.png"/><Relationship Id="rId14" Type="http://schemas.openxmlformats.org/officeDocument/2006/relationships/image" Target="../media/image25.png"/><Relationship Id="rId17" Type="http://schemas.openxmlformats.org/officeDocument/2006/relationships/image" Target="../media/image23.png"/><Relationship Id="rId16" Type="http://schemas.openxmlformats.org/officeDocument/2006/relationships/image" Target="../media/image29.png"/><Relationship Id="rId19" Type="http://schemas.openxmlformats.org/officeDocument/2006/relationships/image" Target="../media/image34.png"/><Relationship Id="rId18" Type="http://schemas.openxmlformats.org/officeDocument/2006/relationships/image" Target="../media/image39.png"/></Relationships>
</file>

<file path=ppt/slides/_rels/slide4.xml.rels><?xml version="1.0" encoding="UTF-8" standalone="yes"?><Relationships xmlns="http://schemas.openxmlformats.org/package/2006/relationships"><Relationship Id="rId20" Type="http://schemas.openxmlformats.org/officeDocument/2006/relationships/image" Target="../media/image59.png"/><Relationship Id="rId22" Type="http://schemas.openxmlformats.org/officeDocument/2006/relationships/image" Target="../media/image60.png"/><Relationship Id="rId21" Type="http://schemas.openxmlformats.org/officeDocument/2006/relationships/image" Target="../media/image61.png"/><Relationship Id="rId24" Type="http://schemas.openxmlformats.org/officeDocument/2006/relationships/image" Target="../media/image66.png"/><Relationship Id="rId23" Type="http://schemas.openxmlformats.org/officeDocument/2006/relationships/image" Target="../media/image63.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2.png"/><Relationship Id="rId4" Type="http://schemas.openxmlformats.org/officeDocument/2006/relationships/image" Target="../media/image43.png"/><Relationship Id="rId9" Type="http://schemas.openxmlformats.org/officeDocument/2006/relationships/image" Target="../media/image46.png"/><Relationship Id="rId26" Type="http://schemas.openxmlformats.org/officeDocument/2006/relationships/image" Target="../media/image64.png"/><Relationship Id="rId25" Type="http://schemas.openxmlformats.org/officeDocument/2006/relationships/image" Target="../media/image62.png"/><Relationship Id="rId28" Type="http://schemas.openxmlformats.org/officeDocument/2006/relationships/image" Target="../media/image72.png"/><Relationship Id="rId27" Type="http://schemas.openxmlformats.org/officeDocument/2006/relationships/image" Target="../media/image67.png"/><Relationship Id="rId5" Type="http://schemas.openxmlformats.org/officeDocument/2006/relationships/image" Target="../media/image41.png"/><Relationship Id="rId6" Type="http://schemas.openxmlformats.org/officeDocument/2006/relationships/image" Target="../media/image38.png"/><Relationship Id="rId29" Type="http://schemas.openxmlformats.org/officeDocument/2006/relationships/image" Target="../media/image69.png"/><Relationship Id="rId7" Type="http://schemas.openxmlformats.org/officeDocument/2006/relationships/image" Target="../media/image40.png"/><Relationship Id="rId8" Type="http://schemas.openxmlformats.org/officeDocument/2006/relationships/image" Target="../media/image49.png"/><Relationship Id="rId31" Type="http://schemas.openxmlformats.org/officeDocument/2006/relationships/image" Target="../media/image73.png"/><Relationship Id="rId30" Type="http://schemas.openxmlformats.org/officeDocument/2006/relationships/image" Target="../media/image68.png"/><Relationship Id="rId11" Type="http://schemas.openxmlformats.org/officeDocument/2006/relationships/image" Target="../media/image52.png"/><Relationship Id="rId10" Type="http://schemas.openxmlformats.org/officeDocument/2006/relationships/image" Target="../media/image48.png"/><Relationship Id="rId13" Type="http://schemas.openxmlformats.org/officeDocument/2006/relationships/image" Target="../media/image53.png"/><Relationship Id="rId12" Type="http://schemas.openxmlformats.org/officeDocument/2006/relationships/image" Target="../media/image56.png"/><Relationship Id="rId15" Type="http://schemas.openxmlformats.org/officeDocument/2006/relationships/image" Target="../media/image51.png"/><Relationship Id="rId14" Type="http://schemas.openxmlformats.org/officeDocument/2006/relationships/image" Target="../media/image55.png"/><Relationship Id="rId17" Type="http://schemas.openxmlformats.org/officeDocument/2006/relationships/image" Target="../media/image57.png"/><Relationship Id="rId16" Type="http://schemas.openxmlformats.org/officeDocument/2006/relationships/image" Target="../media/image65.png"/><Relationship Id="rId19" Type="http://schemas.openxmlformats.org/officeDocument/2006/relationships/image" Target="../media/image58.png"/><Relationship Id="rId18" Type="http://schemas.openxmlformats.org/officeDocument/2006/relationships/image" Target="../media/image54.png"/></Relationships>
</file>

<file path=ppt/slides/_rels/slide5.xml.rels><?xml version="1.0" encoding="UTF-8" standalone="yes"?><Relationships xmlns="http://schemas.openxmlformats.org/package/2006/relationships"><Relationship Id="rId40" Type="http://schemas.openxmlformats.org/officeDocument/2006/relationships/image" Target="../media/image109.png"/><Relationship Id="rId20" Type="http://schemas.openxmlformats.org/officeDocument/2006/relationships/image" Target="../media/image87.png"/><Relationship Id="rId42" Type="http://schemas.openxmlformats.org/officeDocument/2006/relationships/image" Target="../media/image111.png"/><Relationship Id="rId41" Type="http://schemas.openxmlformats.org/officeDocument/2006/relationships/image" Target="../media/image107.png"/><Relationship Id="rId22" Type="http://schemas.openxmlformats.org/officeDocument/2006/relationships/image" Target="../media/image89.png"/><Relationship Id="rId21" Type="http://schemas.openxmlformats.org/officeDocument/2006/relationships/image" Target="../media/image88.png"/><Relationship Id="rId43" Type="http://schemas.openxmlformats.org/officeDocument/2006/relationships/image" Target="../media/image110.png"/><Relationship Id="rId24" Type="http://schemas.openxmlformats.org/officeDocument/2006/relationships/image" Target="../media/image92.png"/><Relationship Id="rId23" Type="http://schemas.openxmlformats.org/officeDocument/2006/relationships/image" Target="../media/image90.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4.png"/><Relationship Id="rId4" Type="http://schemas.openxmlformats.org/officeDocument/2006/relationships/image" Target="../media/image78.png"/><Relationship Id="rId9" Type="http://schemas.openxmlformats.org/officeDocument/2006/relationships/image" Target="../media/image75.png"/><Relationship Id="rId26" Type="http://schemas.openxmlformats.org/officeDocument/2006/relationships/image" Target="../media/image102.png"/><Relationship Id="rId25" Type="http://schemas.openxmlformats.org/officeDocument/2006/relationships/image" Target="../media/image94.png"/><Relationship Id="rId28" Type="http://schemas.openxmlformats.org/officeDocument/2006/relationships/image" Target="../media/image96.png"/><Relationship Id="rId27" Type="http://schemas.openxmlformats.org/officeDocument/2006/relationships/image" Target="../media/image93.png"/><Relationship Id="rId5" Type="http://schemas.openxmlformats.org/officeDocument/2006/relationships/image" Target="../media/image71.png"/><Relationship Id="rId6" Type="http://schemas.openxmlformats.org/officeDocument/2006/relationships/image" Target="../media/image70.png"/><Relationship Id="rId29" Type="http://schemas.openxmlformats.org/officeDocument/2006/relationships/image" Target="../media/image95.png"/><Relationship Id="rId7" Type="http://schemas.openxmlformats.org/officeDocument/2006/relationships/image" Target="../media/image83.png"/><Relationship Id="rId8" Type="http://schemas.openxmlformats.org/officeDocument/2006/relationships/image" Target="../media/image76.png"/><Relationship Id="rId31" Type="http://schemas.openxmlformats.org/officeDocument/2006/relationships/image" Target="../media/image98.png"/><Relationship Id="rId30" Type="http://schemas.openxmlformats.org/officeDocument/2006/relationships/image" Target="../media/image97.png"/><Relationship Id="rId11" Type="http://schemas.openxmlformats.org/officeDocument/2006/relationships/image" Target="../media/image81.png"/><Relationship Id="rId33" Type="http://schemas.openxmlformats.org/officeDocument/2006/relationships/image" Target="../media/image101.png"/><Relationship Id="rId10" Type="http://schemas.openxmlformats.org/officeDocument/2006/relationships/image" Target="../media/image77.png"/><Relationship Id="rId32" Type="http://schemas.openxmlformats.org/officeDocument/2006/relationships/image" Target="../media/image100.png"/><Relationship Id="rId13" Type="http://schemas.openxmlformats.org/officeDocument/2006/relationships/image" Target="../media/image82.png"/><Relationship Id="rId35" Type="http://schemas.openxmlformats.org/officeDocument/2006/relationships/image" Target="../media/image104.png"/><Relationship Id="rId12" Type="http://schemas.openxmlformats.org/officeDocument/2006/relationships/image" Target="../media/image79.png"/><Relationship Id="rId34" Type="http://schemas.openxmlformats.org/officeDocument/2006/relationships/image" Target="../media/image103.png"/><Relationship Id="rId15" Type="http://schemas.openxmlformats.org/officeDocument/2006/relationships/image" Target="../media/image85.png"/><Relationship Id="rId37" Type="http://schemas.openxmlformats.org/officeDocument/2006/relationships/image" Target="../media/image105.png"/><Relationship Id="rId14" Type="http://schemas.openxmlformats.org/officeDocument/2006/relationships/image" Target="../media/image80.png"/><Relationship Id="rId36" Type="http://schemas.openxmlformats.org/officeDocument/2006/relationships/image" Target="../media/image106.png"/><Relationship Id="rId17" Type="http://schemas.openxmlformats.org/officeDocument/2006/relationships/image" Target="../media/image84.png"/><Relationship Id="rId39" Type="http://schemas.openxmlformats.org/officeDocument/2006/relationships/image" Target="../media/image115.png"/><Relationship Id="rId16" Type="http://schemas.openxmlformats.org/officeDocument/2006/relationships/image" Target="../media/image99.png"/><Relationship Id="rId38" Type="http://schemas.openxmlformats.org/officeDocument/2006/relationships/image" Target="../media/image108.png"/><Relationship Id="rId19" Type="http://schemas.openxmlformats.org/officeDocument/2006/relationships/image" Target="../media/image91.png"/><Relationship Id="rId18" Type="http://schemas.openxmlformats.org/officeDocument/2006/relationships/image" Target="../media/image86.png"/></Relationships>
</file>

<file path=ppt/slides/_rels/slide6.xml.rels><?xml version="1.0" encoding="UTF-8" standalone="yes"?><Relationships xmlns="http://schemas.openxmlformats.org/package/2006/relationships"><Relationship Id="rId40" Type="http://schemas.openxmlformats.org/officeDocument/2006/relationships/image" Target="../media/image152.png"/><Relationship Id="rId20" Type="http://schemas.openxmlformats.org/officeDocument/2006/relationships/image" Target="../media/image129.png"/><Relationship Id="rId42" Type="http://schemas.openxmlformats.org/officeDocument/2006/relationships/image" Target="../media/image153.png"/><Relationship Id="rId41" Type="http://schemas.openxmlformats.org/officeDocument/2006/relationships/image" Target="../media/image146.png"/><Relationship Id="rId22" Type="http://schemas.openxmlformats.org/officeDocument/2006/relationships/image" Target="../media/image130.png"/><Relationship Id="rId44" Type="http://schemas.openxmlformats.org/officeDocument/2006/relationships/image" Target="../media/image30.png"/><Relationship Id="rId21" Type="http://schemas.openxmlformats.org/officeDocument/2006/relationships/image" Target="../media/image133.png"/><Relationship Id="rId43" Type="http://schemas.openxmlformats.org/officeDocument/2006/relationships/image" Target="../media/image166.png"/><Relationship Id="rId24" Type="http://schemas.openxmlformats.org/officeDocument/2006/relationships/image" Target="../media/image132.png"/><Relationship Id="rId23" Type="http://schemas.openxmlformats.org/officeDocument/2006/relationships/image" Target="../media/image136.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4.png"/><Relationship Id="rId4" Type="http://schemas.openxmlformats.org/officeDocument/2006/relationships/image" Target="../media/image113.png"/><Relationship Id="rId9" Type="http://schemas.openxmlformats.org/officeDocument/2006/relationships/image" Target="../media/image117.png"/><Relationship Id="rId26" Type="http://schemas.openxmlformats.org/officeDocument/2006/relationships/image" Target="../media/image140.png"/><Relationship Id="rId25" Type="http://schemas.openxmlformats.org/officeDocument/2006/relationships/image" Target="../media/image135.png"/><Relationship Id="rId28" Type="http://schemas.openxmlformats.org/officeDocument/2006/relationships/image" Target="../media/image134.png"/><Relationship Id="rId27" Type="http://schemas.openxmlformats.org/officeDocument/2006/relationships/image" Target="../media/image138.png"/><Relationship Id="rId5" Type="http://schemas.openxmlformats.org/officeDocument/2006/relationships/image" Target="../media/image112.png"/><Relationship Id="rId6" Type="http://schemas.openxmlformats.org/officeDocument/2006/relationships/image" Target="../media/image121.png"/><Relationship Id="rId29" Type="http://schemas.openxmlformats.org/officeDocument/2006/relationships/image" Target="../media/image142.png"/><Relationship Id="rId7" Type="http://schemas.openxmlformats.org/officeDocument/2006/relationships/image" Target="../media/image116.png"/><Relationship Id="rId8" Type="http://schemas.openxmlformats.org/officeDocument/2006/relationships/image" Target="../media/image119.png"/><Relationship Id="rId31" Type="http://schemas.openxmlformats.org/officeDocument/2006/relationships/image" Target="../media/image139.png"/><Relationship Id="rId30" Type="http://schemas.openxmlformats.org/officeDocument/2006/relationships/image" Target="../media/image137.png"/><Relationship Id="rId11" Type="http://schemas.openxmlformats.org/officeDocument/2006/relationships/image" Target="../media/image120.png"/><Relationship Id="rId33" Type="http://schemas.openxmlformats.org/officeDocument/2006/relationships/image" Target="../media/image150.png"/><Relationship Id="rId10" Type="http://schemas.openxmlformats.org/officeDocument/2006/relationships/image" Target="../media/image118.png"/><Relationship Id="rId32" Type="http://schemas.openxmlformats.org/officeDocument/2006/relationships/image" Target="../media/image141.png"/><Relationship Id="rId13" Type="http://schemas.openxmlformats.org/officeDocument/2006/relationships/image" Target="../media/image125.png"/><Relationship Id="rId35" Type="http://schemas.openxmlformats.org/officeDocument/2006/relationships/image" Target="../media/image143.png"/><Relationship Id="rId12" Type="http://schemas.openxmlformats.org/officeDocument/2006/relationships/image" Target="../media/image123.png"/><Relationship Id="rId34" Type="http://schemas.openxmlformats.org/officeDocument/2006/relationships/image" Target="../media/image145.png"/><Relationship Id="rId15" Type="http://schemas.openxmlformats.org/officeDocument/2006/relationships/image" Target="../media/image124.png"/><Relationship Id="rId37" Type="http://schemas.openxmlformats.org/officeDocument/2006/relationships/image" Target="../media/image147.png"/><Relationship Id="rId14" Type="http://schemas.openxmlformats.org/officeDocument/2006/relationships/image" Target="../media/image122.png"/><Relationship Id="rId36" Type="http://schemas.openxmlformats.org/officeDocument/2006/relationships/image" Target="../media/image144.png"/><Relationship Id="rId17" Type="http://schemas.openxmlformats.org/officeDocument/2006/relationships/image" Target="../media/image126.png"/><Relationship Id="rId39" Type="http://schemas.openxmlformats.org/officeDocument/2006/relationships/image" Target="../media/image148.png"/><Relationship Id="rId16" Type="http://schemas.openxmlformats.org/officeDocument/2006/relationships/image" Target="../media/image127.png"/><Relationship Id="rId38" Type="http://schemas.openxmlformats.org/officeDocument/2006/relationships/image" Target="../media/image149.png"/><Relationship Id="rId19" Type="http://schemas.openxmlformats.org/officeDocument/2006/relationships/image" Target="../media/image128.png"/><Relationship Id="rId18" Type="http://schemas.openxmlformats.org/officeDocument/2006/relationships/image" Target="../media/image1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4.png"/><Relationship Id="rId4" Type="http://schemas.openxmlformats.org/officeDocument/2006/relationships/image" Target="../media/image151.png"/><Relationship Id="rId9" Type="http://schemas.openxmlformats.org/officeDocument/2006/relationships/image" Target="../media/image158.png"/><Relationship Id="rId5" Type="http://schemas.openxmlformats.org/officeDocument/2006/relationships/image" Target="../media/image156.png"/><Relationship Id="rId6" Type="http://schemas.openxmlformats.org/officeDocument/2006/relationships/image" Target="../media/image155.png"/><Relationship Id="rId7" Type="http://schemas.openxmlformats.org/officeDocument/2006/relationships/image" Target="../media/image157.png"/><Relationship Id="rId8" Type="http://schemas.openxmlformats.org/officeDocument/2006/relationships/image" Target="../media/image159.png"/><Relationship Id="rId11" Type="http://schemas.openxmlformats.org/officeDocument/2006/relationships/image" Target="../media/image164.png"/><Relationship Id="rId10" Type="http://schemas.openxmlformats.org/officeDocument/2006/relationships/image" Target="../media/image160.png"/><Relationship Id="rId13" Type="http://schemas.openxmlformats.org/officeDocument/2006/relationships/image" Target="../media/image161.png"/><Relationship Id="rId12" Type="http://schemas.openxmlformats.org/officeDocument/2006/relationships/image" Target="../media/image163.png"/><Relationship Id="rId15" Type="http://schemas.openxmlformats.org/officeDocument/2006/relationships/image" Target="../media/image168.png"/><Relationship Id="rId14" Type="http://schemas.openxmlformats.org/officeDocument/2006/relationships/image" Target="../media/image175.png"/><Relationship Id="rId16" Type="http://schemas.openxmlformats.org/officeDocument/2006/relationships/image" Target="../media/image172.png"/></Relationships>
</file>

<file path=ppt/slides/_rels/slide8.xml.rels><?xml version="1.0" encoding="UTF-8" standalone="yes"?><Relationships xmlns="http://schemas.openxmlformats.org/package/2006/relationships"><Relationship Id="rId20" Type="http://schemas.openxmlformats.org/officeDocument/2006/relationships/image" Target="../media/image186.png"/><Relationship Id="rId22" Type="http://schemas.openxmlformats.org/officeDocument/2006/relationships/image" Target="../media/image187.png"/><Relationship Id="rId21" Type="http://schemas.openxmlformats.org/officeDocument/2006/relationships/image" Target="../media/image181.png"/><Relationship Id="rId24" Type="http://schemas.openxmlformats.org/officeDocument/2006/relationships/image" Target="../media/image195.png"/><Relationship Id="rId23" Type="http://schemas.openxmlformats.org/officeDocument/2006/relationships/image" Target="../media/image188.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2.png"/><Relationship Id="rId4" Type="http://schemas.openxmlformats.org/officeDocument/2006/relationships/image" Target="../media/image165.png"/><Relationship Id="rId9" Type="http://schemas.openxmlformats.org/officeDocument/2006/relationships/image" Target="../media/image171.png"/><Relationship Id="rId26" Type="http://schemas.openxmlformats.org/officeDocument/2006/relationships/image" Target="../media/image189.png"/><Relationship Id="rId25" Type="http://schemas.openxmlformats.org/officeDocument/2006/relationships/image" Target="../media/image191.png"/><Relationship Id="rId28" Type="http://schemas.openxmlformats.org/officeDocument/2006/relationships/image" Target="../media/image192.png"/><Relationship Id="rId27" Type="http://schemas.openxmlformats.org/officeDocument/2006/relationships/image" Target="../media/image194.png"/><Relationship Id="rId5" Type="http://schemas.openxmlformats.org/officeDocument/2006/relationships/image" Target="../media/image167.png"/><Relationship Id="rId6" Type="http://schemas.openxmlformats.org/officeDocument/2006/relationships/image" Target="../media/image173.png"/><Relationship Id="rId29" Type="http://schemas.openxmlformats.org/officeDocument/2006/relationships/image" Target="../media/image190.png"/><Relationship Id="rId7" Type="http://schemas.openxmlformats.org/officeDocument/2006/relationships/image" Target="../media/image169.png"/><Relationship Id="rId8" Type="http://schemas.openxmlformats.org/officeDocument/2006/relationships/image" Target="../media/image170.png"/><Relationship Id="rId30" Type="http://schemas.openxmlformats.org/officeDocument/2006/relationships/image" Target="../media/image193.png"/><Relationship Id="rId11" Type="http://schemas.openxmlformats.org/officeDocument/2006/relationships/image" Target="../media/image174.png"/><Relationship Id="rId10" Type="http://schemas.openxmlformats.org/officeDocument/2006/relationships/image" Target="../media/image176.png"/><Relationship Id="rId13" Type="http://schemas.openxmlformats.org/officeDocument/2006/relationships/image" Target="../media/image178.png"/><Relationship Id="rId12" Type="http://schemas.openxmlformats.org/officeDocument/2006/relationships/image" Target="../media/image177.png"/><Relationship Id="rId15" Type="http://schemas.openxmlformats.org/officeDocument/2006/relationships/image" Target="../media/image182.png"/><Relationship Id="rId14" Type="http://schemas.openxmlformats.org/officeDocument/2006/relationships/image" Target="../media/image184.png"/><Relationship Id="rId17" Type="http://schemas.openxmlformats.org/officeDocument/2006/relationships/image" Target="../media/image185.png"/><Relationship Id="rId16" Type="http://schemas.openxmlformats.org/officeDocument/2006/relationships/image" Target="../media/image179.png"/><Relationship Id="rId19" Type="http://schemas.openxmlformats.org/officeDocument/2006/relationships/image" Target="../media/image180.png"/><Relationship Id="rId18" Type="http://schemas.openxmlformats.org/officeDocument/2006/relationships/image" Target="../media/image18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6.png"/><Relationship Id="rId4" Type="http://schemas.openxmlformats.org/officeDocument/2006/relationships/image" Target="../media/image197.png"/><Relationship Id="rId9" Type="http://schemas.openxmlformats.org/officeDocument/2006/relationships/image" Target="../media/image200.png"/><Relationship Id="rId5" Type="http://schemas.openxmlformats.org/officeDocument/2006/relationships/image" Target="../media/image198.png"/><Relationship Id="rId6" Type="http://schemas.openxmlformats.org/officeDocument/2006/relationships/image" Target="../media/image203.png"/><Relationship Id="rId7" Type="http://schemas.openxmlformats.org/officeDocument/2006/relationships/image" Target="../media/image202.png"/><Relationship Id="rId8" Type="http://schemas.openxmlformats.org/officeDocument/2006/relationships/image" Target="../media/image199.png"/><Relationship Id="rId11" Type="http://schemas.openxmlformats.org/officeDocument/2006/relationships/image" Target="../media/image205.png"/><Relationship Id="rId10" Type="http://schemas.openxmlformats.org/officeDocument/2006/relationships/image" Target="../media/image201.png"/><Relationship Id="rId13" Type="http://schemas.openxmlformats.org/officeDocument/2006/relationships/image" Target="../media/image209.png"/><Relationship Id="rId12" Type="http://schemas.openxmlformats.org/officeDocument/2006/relationships/image" Target="../media/image204.png"/><Relationship Id="rId15" Type="http://schemas.openxmlformats.org/officeDocument/2006/relationships/image" Target="../media/image215.png"/><Relationship Id="rId14" Type="http://schemas.openxmlformats.org/officeDocument/2006/relationships/image" Target="../media/image20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6.png"/><Relationship Id="rId4" Type="http://schemas.openxmlformats.org/officeDocument/2006/relationships/image" Target="../media/image208.png"/><Relationship Id="rId9" Type="http://schemas.openxmlformats.org/officeDocument/2006/relationships/image" Target="../media/image216.png"/><Relationship Id="rId5" Type="http://schemas.openxmlformats.org/officeDocument/2006/relationships/image" Target="../media/image210.png"/><Relationship Id="rId6" Type="http://schemas.openxmlformats.org/officeDocument/2006/relationships/image" Target="../media/image211.png"/><Relationship Id="rId7" Type="http://schemas.openxmlformats.org/officeDocument/2006/relationships/image" Target="../media/image214.png"/><Relationship Id="rId8" Type="http://schemas.openxmlformats.org/officeDocument/2006/relationships/image" Target="../media/image212.png"/><Relationship Id="rId11" Type="http://schemas.openxmlformats.org/officeDocument/2006/relationships/image" Target="../media/image217.png"/><Relationship Id="rId10" Type="http://schemas.openxmlformats.org/officeDocument/2006/relationships/image" Target="../media/image219.png"/><Relationship Id="rId13" Type="http://schemas.openxmlformats.org/officeDocument/2006/relationships/image" Target="../media/image223.png"/><Relationship Id="rId12" Type="http://schemas.openxmlformats.org/officeDocument/2006/relationships/image" Target="../media/image221.png"/><Relationship Id="rId15" Type="http://schemas.openxmlformats.org/officeDocument/2006/relationships/image" Target="../media/image218.png"/><Relationship Id="rId14" Type="http://schemas.openxmlformats.org/officeDocument/2006/relationships/image" Target="../media/image222.png"/><Relationship Id="rId16" Type="http://schemas.openxmlformats.org/officeDocument/2006/relationships/image" Target="../media/image220.png"/></Relationships>
</file>

<file path=ppt/slides/_rels/slide11.xml.rels><?xml version="1.0" encoding="UTF-8" standalone="yes"?><Relationships xmlns="http://schemas.openxmlformats.org/package/2006/relationships"><Relationship Id="rId20" Type="http://schemas.openxmlformats.org/officeDocument/2006/relationships/image" Target="../media/image243.png"/><Relationship Id="rId22" Type="http://schemas.openxmlformats.org/officeDocument/2006/relationships/image" Target="../media/image240.png"/><Relationship Id="rId21" Type="http://schemas.openxmlformats.org/officeDocument/2006/relationships/image" Target="../media/image242.png"/><Relationship Id="rId24" Type="http://schemas.openxmlformats.org/officeDocument/2006/relationships/image" Target="../media/image252.png"/><Relationship Id="rId23" Type="http://schemas.openxmlformats.org/officeDocument/2006/relationships/image" Target="../media/image246.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4.png"/><Relationship Id="rId4" Type="http://schemas.openxmlformats.org/officeDocument/2006/relationships/image" Target="../media/image234.png"/><Relationship Id="rId9" Type="http://schemas.openxmlformats.org/officeDocument/2006/relationships/image" Target="../media/image227.png"/><Relationship Id="rId26" Type="http://schemas.openxmlformats.org/officeDocument/2006/relationships/image" Target="../media/image245.png"/><Relationship Id="rId25" Type="http://schemas.openxmlformats.org/officeDocument/2006/relationships/image" Target="../media/image244.png"/><Relationship Id="rId5" Type="http://schemas.openxmlformats.org/officeDocument/2006/relationships/image" Target="../media/image225.png"/><Relationship Id="rId6" Type="http://schemas.openxmlformats.org/officeDocument/2006/relationships/image" Target="../media/image235.png"/><Relationship Id="rId7" Type="http://schemas.openxmlformats.org/officeDocument/2006/relationships/image" Target="../media/image226.png"/><Relationship Id="rId8" Type="http://schemas.openxmlformats.org/officeDocument/2006/relationships/image" Target="../media/image230.png"/><Relationship Id="rId11" Type="http://schemas.openxmlformats.org/officeDocument/2006/relationships/image" Target="../media/image232.png"/><Relationship Id="rId10" Type="http://schemas.openxmlformats.org/officeDocument/2006/relationships/image" Target="../media/image229.png"/><Relationship Id="rId13" Type="http://schemas.openxmlformats.org/officeDocument/2006/relationships/image" Target="../media/image233.png"/><Relationship Id="rId12" Type="http://schemas.openxmlformats.org/officeDocument/2006/relationships/image" Target="../media/image228.png"/><Relationship Id="rId15" Type="http://schemas.openxmlformats.org/officeDocument/2006/relationships/image" Target="../media/image237.png"/><Relationship Id="rId14" Type="http://schemas.openxmlformats.org/officeDocument/2006/relationships/image" Target="../media/image231.png"/><Relationship Id="rId17" Type="http://schemas.openxmlformats.org/officeDocument/2006/relationships/image" Target="../media/image236.png"/><Relationship Id="rId16" Type="http://schemas.openxmlformats.org/officeDocument/2006/relationships/image" Target="../media/image238.png"/><Relationship Id="rId19" Type="http://schemas.openxmlformats.org/officeDocument/2006/relationships/image" Target="../media/image239.png"/><Relationship Id="rId18" Type="http://schemas.openxmlformats.org/officeDocument/2006/relationships/image" Target="../media/image241.png"/></Relationships>
</file>

<file path=ppt/slides/_rels/slide12.xml.rels><?xml version="1.0" encoding="UTF-8" standalone="yes"?><Relationships xmlns="http://schemas.openxmlformats.org/package/2006/relationships"><Relationship Id="rId20" Type="http://schemas.openxmlformats.org/officeDocument/2006/relationships/image" Target="../media/image267.png"/><Relationship Id="rId22" Type="http://schemas.openxmlformats.org/officeDocument/2006/relationships/image" Target="../media/image273.png"/><Relationship Id="rId21" Type="http://schemas.openxmlformats.org/officeDocument/2006/relationships/image" Target="../media/image262.png"/><Relationship Id="rId24" Type="http://schemas.openxmlformats.org/officeDocument/2006/relationships/image" Target="../media/image265.png"/><Relationship Id="rId23" Type="http://schemas.openxmlformats.org/officeDocument/2006/relationships/image" Target="../media/image270.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9.png"/><Relationship Id="rId4" Type="http://schemas.openxmlformats.org/officeDocument/2006/relationships/image" Target="../media/image247.png"/><Relationship Id="rId9" Type="http://schemas.openxmlformats.org/officeDocument/2006/relationships/image" Target="../media/image251.png"/><Relationship Id="rId26" Type="http://schemas.openxmlformats.org/officeDocument/2006/relationships/image" Target="../media/image277.png"/><Relationship Id="rId25" Type="http://schemas.openxmlformats.org/officeDocument/2006/relationships/image" Target="../media/image271.png"/><Relationship Id="rId5" Type="http://schemas.openxmlformats.org/officeDocument/2006/relationships/image" Target="../media/image250.png"/><Relationship Id="rId6" Type="http://schemas.openxmlformats.org/officeDocument/2006/relationships/image" Target="../media/image254.png"/><Relationship Id="rId7" Type="http://schemas.openxmlformats.org/officeDocument/2006/relationships/image" Target="../media/image248.png"/><Relationship Id="rId8" Type="http://schemas.openxmlformats.org/officeDocument/2006/relationships/image" Target="../media/image253.png"/><Relationship Id="rId11" Type="http://schemas.openxmlformats.org/officeDocument/2006/relationships/image" Target="../media/image258.png"/><Relationship Id="rId10" Type="http://schemas.openxmlformats.org/officeDocument/2006/relationships/image" Target="../media/image256.png"/><Relationship Id="rId13" Type="http://schemas.openxmlformats.org/officeDocument/2006/relationships/image" Target="../media/image266.png"/><Relationship Id="rId12" Type="http://schemas.openxmlformats.org/officeDocument/2006/relationships/image" Target="../media/image260.png"/><Relationship Id="rId15" Type="http://schemas.openxmlformats.org/officeDocument/2006/relationships/image" Target="../media/image255.png"/><Relationship Id="rId14" Type="http://schemas.openxmlformats.org/officeDocument/2006/relationships/image" Target="../media/image259.png"/><Relationship Id="rId17" Type="http://schemas.openxmlformats.org/officeDocument/2006/relationships/image" Target="../media/image257.png"/><Relationship Id="rId16" Type="http://schemas.openxmlformats.org/officeDocument/2006/relationships/image" Target="../media/image261.png"/><Relationship Id="rId19" Type="http://schemas.openxmlformats.org/officeDocument/2006/relationships/image" Target="../media/image263.png"/><Relationship Id="rId18" Type="http://schemas.openxmlformats.org/officeDocument/2006/relationships/image" Target="../media/image2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7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/air/; </a:t>
            </a:r>
            <a:br>
              <a:rPr lang="en-US" sz="3000"/>
            </a:br>
            <a:r>
              <a:rPr lang="en-US" sz="3000"/>
              <a:t>ear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82</a:t>
            </a:r>
            <a:endParaRPr/>
          </a:p>
        </p:txBody>
      </p:sp>
      <p:grpSp>
        <p:nvGrpSpPr>
          <p:cNvPr id="653" name="Google Shape;653;p1"/>
          <p:cNvGrpSpPr/>
          <p:nvPr/>
        </p:nvGrpSpPr>
        <p:grpSpPr>
          <a:xfrm>
            <a:off x="5485189" y="3866198"/>
            <a:ext cx="2544947" cy="1877838"/>
            <a:chOff x="5485189" y="3866198"/>
            <a:chExt cx="2544947" cy="1877838"/>
          </a:xfrm>
        </p:grpSpPr>
        <p:pic>
          <p:nvPicPr>
            <p:cNvPr id="654" name="Google Shape;654;p1" title="JNL686-143F.png"/>
            <p:cNvPicPr preferRelativeResize="0"/>
            <p:nvPr/>
          </p:nvPicPr>
          <p:blipFill rotWithShape="1">
            <a:blip r:embed="rId3">
              <a:alphaModFix/>
            </a:blip>
            <a:srcRect b="0" l="19" r="19" t="0"/>
            <a:stretch/>
          </p:blipFill>
          <p:spPr>
            <a:xfrm rot="540305">
              <a:off x="6695728" y="3950203"/>
              <a:ext cx="1208040" cy="1709828"/>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3F.png"/>
            <p:cNvPicPr preferRelativeResize="0"/>
            <p:nvPr/>
          </p:nvPicPr>
          <p:blipFill rotWithShape="1">
            <a:blip r:embed="rId4">
              <a:alphaModFix/>
            </a:blip>
            <a:srcRect b="0" l="79" r="79" t="0"/>
            <a:stretch/>
          </p:blipFill>
          <p:spPr>
            <a:xfrm rot="-278018">
              <a:off x="5552278" y="3960008"/>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{53A60CE1-E7F8-45E9-87CD-F649CFF4C977}</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ir/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Learn and </a:t>
            </a:r>
            <a:r>
              <a:rPr lang="en-US"/>
              <a:t>practise</a:t>
            </a:r>
            <a:r>
              <a:rPr lang="en-US"/>
              <a:t> </a:t>
            </a:r>
            <a:r>
              <a:rPr lang="en-US">
                <a:solidFill>
                  <a:srgbClr val="8DC63F"/>
                </a:solidFill>
              </a:rPr>
              <a:t>/air/</a:t>
            </a:r>
            <a:r>
              <a:rPr lang="en-US"/>
              <a:t> sound family spelling patterns.</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3F.png"/>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58F.png"/>
          <p:cNvPicPr preferRelativeResize="0"/>
          <p:nvPr/>
        </p:nvPicPr>
        <p:blipFill rotWithShape="1">
          <a:blip r:embed="rId4">
            <a:alphaModFix/>
          </a:blip>
          <a:srcRect b="0" l="0" r="0"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a:hlinkClick action="ppaction://hlinksldjump" r:id="rId5"/>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1" name="Google Shape;671;g2bee4f4af4b_0_204">
            <a:hlinkClick action="ppaction://hlinksldjump" r:id="rId6"/>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41b0c84b24_0_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78" name="Google Shape;678;g341b0c84b24_0_2"/>
          <p:cNvGrpSpPr/>
          <p:nvPr/>
        </p:nvGrpSpPr>
        <p:grpSpPr>
          <a:xfrm>
            <a:off x="930400" y="2053244"/>
            <a:ext cx="7283200" cy="3724851"/>
            <a:chOff x="930400" y="2129444"/>
            <a:chExt cx="7283200" cy="3724851"/>
          </a:xfrm>
        </p:grpSpPr>
        <p:pic>
          <p:nvPicPr>
            <p:cNvPr id="679" name="Google Shape;679;g341b0c84b24_0_2"/>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0" name="Google Shape;680;g341b0c84b24_0_2"/>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1" name="Google Shape;681;g341b0c84b24_0_2"/>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2" name="Google Shape;682;g341b0c84b24_0_2"/>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3" name="Google Shape;683;g341b0c84b24_0_2"/>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1b0c84b24_0_2"/>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1b0c84b24_0_2"/>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0c84b24_0_2"/>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0c84b24_0_2"/>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0c84b24_0_2"/>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0c84b24_0_2"/>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0c84b24_0_2"/>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0c84b24_0_2"/>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0c84b24_0_2"/>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0c84b24_0_2"/>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0c84b24_0_2"/>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0c84b24_0_2"/>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0c84b24_0_2"/>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0c84b24_0_2"/>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0c84b24_0_2"/>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0c84b24_0_2"/>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0c84b24_0_2"/>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0c84b24_0_2"/>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41b0c84b24_0_3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8" name="Google Shape;708;g341b0c84b24_0_31"/>
          <p:cNvGrpSpPr/>
          <p:nvPr/>
        </p:nvGrpSpPr>
        <p:grpSpPr>
          <a:xfrm>
            <a:off x="930400" y="2053250"/>
            <a:ext cx="7283201" cy="2971674"/>
            <a:chOff x="930400" y="2129450"/>
            <a:chExt cx="7283201" cy="2971674"/>
          </a:xfrm>
        </p:grpSpPr>
        <p:pic>
          <p:nvPicPr>
            <p:cNvPr id="709" name="Google Shape;709;g341b0c84b24_0_31"/>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0" name="Google Shape;710;g341b0c84b24_0_31"/>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1" name="Google Shape;711;g341b0c84b24_0_31"/>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2" name="Google Shape;712;g341b0c84b24_0_31"/>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3" name="Google Shape;713;g341b0c84b24_0_31"/>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4" name="Google Shape;714;g341b0c84b24_0_31"/>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5" name="Google Shape;715;g341b0c84b24_0_31"/>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1b0c84b24_0_31"/>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7" name="Google Shape;717;g341b0c84b24_0_31"/>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8" name="Google Shape;718;g341b0c84b24_0_31"/>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19" name="Google Shape;719;g341b0c84b24_0_31"/>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1b0c84b24_0_31"/>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41b0c84b24_0_31"/>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2" name="Google Shape;722;g341b0c84b24_0_31"/>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3" name="Google Shape;723;g341b0c84b24_0_31"/>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4" name="Google Shape;724;g341b0c84b24_0_31"/>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1b0c84b24_0_31"/>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6" name="Google Shape;726;g341b0c84b24_0_31"/>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7" name="Google Shape;727;g341b0c84b24_0_31"/>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28" name="Google Shape;728;g341b0c84b24_0_31"/>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29" name="Google Shape;729;g341b0c84b24_0_31"/>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0" name="Google Shape;730;g341b0c84b24_0_31"/>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1b0c84b24_0_31"/>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0c84b24_0_31"/>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3" name="Google Shape;733;g341b0c84b24_0_31"/>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4" name="Google Shape;734;g341b0c84b24_0_31"/>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1b0c84b24_0_31"/>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36" name="Google Shape;736;g341b0c84b24_0_31"/>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37" name="Google Shape;737;g341b0c84b24_0_31"/>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41b0c84b24_0_6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4" name="Google Shape;744;g341b0c84b24_0_66"/>
          <p:cNvGrpSpPr/>
          <p:nvPr/>
        </p:nvGrpSpPr>
        <p:grpSpPr>
          <a:xfrm>
            <a:off x="930400" y="2053250"/>
            <a:ext cx="7283201" cy="2971674"/>
            <a:chOff x="930400" y="2053250"/>
            <a:chExt cx="7283201" cy="2971674"/>
          </a:xfrm>
        </p:grpSpPr>
        <p:pic>
          <p:nvPicPr>
            <p:cNvPr id="745" name="Google Shape;745;g341b0c84b24_0_66"/>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46" name="Google Shape;746;g341b0c84b24_0_66"/>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47" name="Google Shape;747;g341b0c84b24_0_66"/>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48" name="Google Shape;748;g341b0c84b24_0_66"/>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49" name="Google Shape;749;g341b0c84b24_0_66"/>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0" name="Google Shape;750;g341b0c84b24_0_66"/>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1" name="Google Shape;751;g341b0c84b24_0_66"/>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2" name="Google Shape;752;g341b0c84b24_0_66"/>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3" name="Google Shape;753;g341b0c84b24_0_66"/>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1b0c84b24_0_66"/>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5" name="Google Shape;755;g341b0c84b24_0_66"/>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56" name="Google Shape;756;g341b0c84b24_0_66"/>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0c84b24_0_66"/>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1b0c84b24_0_66"/>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59" name="Google Shape;759;g341b0c84b24_0_66"/>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0" name="Google Shape;760;g341b0c84b24_0_66"/>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1b0c84b24_0_66"/>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0c84b24_0_66"/>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0c84b24_0_66"/>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4" name="Google Shape;764;g341b0c84b24_0_66"/>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0c84b24_0_66"/>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1b0c84b24_0_66"/>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0c84b24_0_66"/>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68" name="Google Shape;768;g341b0c84b24_0_66"/>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69" name="Google Shape;769;g341b0c84b24_0_66"/>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0" name="Google Shape;770;g341b0c84b24_0_66"/>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1" name="Google Shape;771;g341b0c84b24_0_66"/>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2" name="Google Shape;772;g341b0c84b24_0_66"/>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b0c84b24_0_66"/>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b0c84b24_0_66"/>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5" name="Google Shape;775;g341b0c84b24_0_66"/>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6" name="Google Shape;776;g341b0c84b24_0_66"/>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41b0c84b24_0_66"/>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41b0c84b24_0_66"/>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b0c84b24_0_66"/>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0" name="Google Shape;780;g341b0c84b24_0_66"/>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b0c84b24_0_66"/>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2" name="Google Shape;782;g341b0c84b24_0_66"/>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41b0c84b24_0_66"/>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0c84b24_0_66"/>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1b0c84b24_0_66"/>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41b0c84b24_0_11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1b0c84b24_0_113"/>
          <p:cNvGrpSpPr/>
          <p:nvPr/>
        </p:nvGrpSpPr>
        <p:grpSpPr>
          <a:xfrm>
            <a:off x="855905" y="2053250"/>
            <a:ext cx="7272577" cy="3316697"/>
            <a:chOff x="855905" y="2053250"/>
            <a:chExt cx="7272577" cy="3316697"/>
          </a:xfrm>
        </p:grpSpPr>
        <p:pic>
          <p:nvPicPr>
            <p:cNvPr id="793" name="Google Shape;793;g341b0c84b24_0_113"/>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4" name="Google Shape;794;g341b0c84b24_0_113"/>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5" name="Google Shape;795;g341b0c84b24_0_113"/>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796" name="Google Shape;796;g341b0c84b24_0_113"/>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797" name="Google Shape;797;g341b0c84b24_0_113"/>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798" name="Google Shape;798;g341b0c84b24_0_113"/>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41b0c84b24_0_113"/>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0" name="Google Shape;800;g341b0c84b24_0_113"/>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1b0c84b24_0_113"/>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2" name="Google Shape;802;g341b0c84b24_0_113"/>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1b0c84b24_0_113"/>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41b0c84b24_0_113"/>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41b0c84b24_0_113"/>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0c84b24_0_113"/>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1b0c84b24_0_113"/>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0c84b24_0_113"/>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41b0c84b24_0_113"/>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0" name="Google Shape;810;g341b0c84b24_0_113"/>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1b0c84b24_0_113"/>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2" name="Google Shape;812;g341b0c84b24_0_113"/>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3" name="Google Shape;813;g341b0c84b24_0_113"/>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4" name="Google Shape;814;g341b0c84b24_0_113"/>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5" name="Google Shape;815;g341b0c84b24_0_113"/>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1b0c84b24_0_113"/>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17" name="Google Shape;817;g341b0c84b24_0_113"/>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41b0c84b24_0_113"/>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19" name="Google Shape;819;g341b0c84b24_0_113"/>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41b0c84b24_0_113"/>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341b0c84b24_0_113"/>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2" name="Google Shape;822;g341b0c84b24_0_113"/>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0c84b24_0_113"/>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1b0c84b24_0_113"/>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341b0c84b24_0_113"/>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26" name="Google Shape;826;g341b0c84b24_0_113"/>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41b0c84b24_0_113"/>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28" name="Google Shape;828;g341b0c84b24_0_113"/>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29" name="Google Shape;829;g341b0c84b24_0_113"/>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0" name="Google Shape;830;g341b0c84b24_0_113"/>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1" name="Google Shape;831;g341b0c84b24_0_113"/>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1b0c84b24_0_113"/>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3" name="Google Shape;833;g341b0c84b24_0_113"/>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4" name="Google Shape;834;g341b0c84b24_0_113"/>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41b0c84b24_0_1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1" name="Google Shape;841;g341b0c84b24_0_164"/>
          <p:cNvGrpSpPr/>
          <p:nvPr/>
        </p:nvGrpSpPr>
        <p:grpSpPr>
          <a:xfrm>
            <a:off x="865957" y="2135925"/>
            <a:ext cx="7282807" cy="2686611"/>
            <a:chOff x="867357" y="2129450"/>
            <a:chExt cx="7282807" cy="2686611"/>
          </a:xfrm>
        </p:grpSpPr>
        <p:pic>
          <p:nvPicPr>
            <p:cNvPr id="842" name="Google Shape;842;g341b0c84b24_0_164"/>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3" name="Google Shape;843;g341b0c84b24_0_164"/>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4" name="Google Shape;844;g341b0c84b24_0_164"/>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5" name="Google Shape;845;g341b0c84b24_0_164"/>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46" name="Google Shape;846;g341b0c84b24_0_164"/>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47" name="Google Shape;847;g341b0c84b24_0_164"/>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48" name="Google Shape;848;g341b0c84b24_0_164"/>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49" name="Google Shape;849;g341b0c84b24_0_164"/>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0" name="Google Shape;850;g341b0c84b24_0_164"/>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1" name="Google Shape;851;g341b0c84b24_0_164"/>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2" name="Google Shape;852;g341b0c84b24_0_164"/>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3" name="Google Shape;853;g341b0c84b24_0_164"/>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4" name="Google Shape;854;g341b0c84b24_0_164"/>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5" name="Google Shape;855;g341b0c84b24_0_164"/>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41b0c84b24_0_18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2" name="Google Shape;862;g341b0c84b24_0_184"/>
          <p:cNvGrpSpPr/>
          <p:nvPr/>
        </p:nvGrpSpPr>
        <p:grpSpPr>
          <a:xfrm>
            <a:off x="866900" y="2136011"/>
            <a:ext cx="7281864" cy="2684601"/>
            <a:chOff x="868300" y="2129450"/>
            <a:chExt cx="7281864" cy="2684601"/>
          </a:xfrm>
        </p:grpSpPr>
        <p:pic>
          <p:nvPicPr>
            <p:cNvPr id="863" name="Google Shape;863;g341b0c84b24_0_184"/>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4" name="Google Shape;864;g341b0c84b24_0_184"/>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5" name="Google Shape;865;g341b0c84b24_0_184"/>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66" name="Google Shape;866;g341b0c84b24_0_184"/>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67" name="Google Shape;867;g341b0c84b24_0_184"/>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68" name="Google Shape;868;g341b0c84b24_0_184"/>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69" name="Google Shape;869;g341b0c84b24_0_184"/>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0" name="Google Shape;870;g341b0c84b24_0_184"/>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1" name="Google Shape;871;g341b0c84b24_0_184"/>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2" name="Google Shape;872;g341b0c84b24_0_184"/>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3" name="Google Shape;873;g341b0c84b24_0_184"/>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4" name="Google Shape;874;g341b0c84b24_0_184"/>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5" name="Google Shape;875;g341b0c84b24_0_184"/>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76" name="Google Shape;876;g341b0c84b24_0_184"/>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77" name="Google Shape;877;g341b0c84b24_0_184"/>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78" name="Google Shape;878;g341b0c84b24_0_184"/>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79" name="Google Shape;879;g341b0c84b24_0_184"/>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0" name="Google Shape;880;g341b0c84b24_0_184"/>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1" name="Google Shape;881;g341b0c84b24_0_184"/>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2" name="Google Shape;882;g341b0c84b24_0_184"/>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3" name="Google Shape;883;g341b0c84b24_0_184"/>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4" name="Google Shape;884;g341b0c84b24_0_184"/>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5" name="Google Shape;885;g341b0c84b24_0_184"/>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6" name="Google Shape;886;g341b0c84b24_0_184"/>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7" name="Google Shape;887;g341b0c84b24_0_184"/>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8" name="Google Shape;888;g341b0c84b24_0_184"/>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9" name="Google Shape;889;g341b0c84b24_0_184"/>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0c84b24_0_184"/>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41b0c84b24_0_21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97" name="Google Shape;897;g341b0c84b24_0_218"/>
          <p:cNvGrpSpPr/>
          <p:nvPr/>
        </p:nvGrpSpPr>
        <p:grpSpPr>
          <a:xfrm>
            <a:off x="868300" y="2129450"/>
            <a:ext cx="7281864" cy="2684601"/>
            <a:chOff x="868300" y="2053250"/>
            <a:chExt cx="7281864" cy="2684601"/>
          </a:xfrm>
        </p:grpSpPr>
        <p:pic>
          <p:nvPicPr>
            <p:cNvPr id="898" name="Google Shape;898;g341b0c84b24_0_218"/>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899" name="Google Shape;899;g341b0c84b24_0_218"/>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0" name="Google Shape;900;g341b0c84b24_0_218"/>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1" name="Google Shape;901;g341b0c84b24_0_218"/>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2" name="Google Shape;902;g341b0c84b24_0_218"/>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41b0c84b24_0_218"/>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4" name="Google Shape;904;g341b0c84b24_0_218"/>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5" name="Google Shape;905;g341b0c84b24_0_218"/>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6" name="Google Shape;906;g341b0c84b24_0_218"/>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07" name="Google Shape;907;g341b0c84b24_0_218"/>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08" name="Google Shape;908;g341b0c84b24_0_218"/>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09" name="Google Shape;909;g341b0c84b24_0_218"/>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0" name="Google Shape;910;g341b0c84b24_0_218"/>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341b0c84b24_0_23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17" name="Google Shape;917;g341b0c84b24_0_237"/>
          <p:cNvGrpSpPr/>
          <p:nvPr/>
        </p:nvGrpSpPr>
        <p:grpSpPr>
          <a:xfrm>
            <a:off x="868300" y="2129450"/>
            <a:ext cx="7281864" cy="2688001"/>
            <a:chOff x="868300" y="2129450"/>
            <a:chExt cx="7281864" cy="2688001"/>
          </a:xfrm>
        </p:grpSpPr>
        <p:pic>
          <p:nvPicPr>
            <p:cNvPr id="918" name="Google Shape;918;g341b0c84b24_0_237"/>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19" name="Google Shape;919;g341b0c84b24_0_237"/>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0" name="Google Shape;920;g341b0c84b24_0_237"/>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1" name="Google Shape;921;g341b0c84b24_0_237"/>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2" name="Google Shape;922;g341b0c84b24_0_237"/>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3" name="Google Shape;923;g341b0c84b24_0_237"/>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4" name="Google Shape;924;g341b0c84b24_0_237"/>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5" name="Google Shape;925;g341b0c84b24_0_237"/>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6" name="Google Shape;926;g341b0c84b24_0_237"/>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27" name="Google Shape;927;g341b0c84b24_0_237"/>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28" name="Google Shape;928;g341b0c84b24_0_237"/>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29" name="Google Shape;929;g341b0c84b24_0_237"/>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0" name="Google Shape;930;g341b0c84b24_0_237"/>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1" name="Google Shape;931;g341b0c84b24_0_237"/>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41b0c84b24_0_257"/>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8" name="Google Shape;938;g341b0c84b24_0_257"/>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39" name="Google Shape;939;g341b0c84b24_0_257"/>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0" name="Google Shape;940;g341b0c84b24_0_257"/>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1" name="Google Shape;941;g341b0c84b24_0_257"/>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2" name="Google Shape;942;g341b0c84b24_0_257"/>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3" name="Google Shape;943;g341b0c84b24_0_257"/>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4" name="Google Shape;944;g341b0c84b24_0_257"/>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41b0c84b24_0_257"/>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6" name="Google Shape;946;g341b0c84b24_0_257"/>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7" name="Google Shape;947;g341b0c84b24_0_257"/>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48" name="Google Shape;948;g341b0c84b24_0_257"/>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9" name="Google Shape;949;g341b0c84b24_0_257"/>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0" name="Google Shape;950;g341b0c84b24_0_257"/>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1" name="Google Shape;951;g341b0c84b24_0_257"/>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2" name="Google Shape;952;g341b0c84b24_0_257"/>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41b0c84b24_0_257"/>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4" name="Google Shape;954;g341b0c84b24_0_257"/>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1b0c84b24_0_257"/>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1b0c84b24_0_257"/>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41b0c84b24_0_257"/>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58" name="Google Shape;958;g341b0c84b24_0_257"/>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59" name="Google Shape;959;g341b0c84b24_0_257"/>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0" name="Google Shape;960;g341b0c84b24_0_257"/>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1b0c84b24_0_257"/>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41b0c84b24_0_28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68" name="Google Shape;968;g341b0c84b24_0_286"/>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69" name="Google Shape;969;g341b0c84b24_0_286"/>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0" name="Google Shape;970;g341b0c84b24_0_286"/>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1" name="Google Shape;971;g341b0c84b24_0_286"/>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2" name="Google Shape;972;g341b0c84b24_0_286"/>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41b0c84b24_0_286"/>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4" name="Google Shape;974;g341b0c84b24_0_286"/>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5" name="Google Shape;975;g341b0c84b24_0_286"/>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6" name="Google Shape;976;g341b0c84b24_0_286"/>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77" name="Google Shape;977;g341b0c84b24_0_286"/>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78" name="Google Shape;978;g341b0c84b24_0_286"/>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79" name="Google Shape;979;g341b0c84b24_0_286"/>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0" name="Google Shape;980;g341b0c84b24_0_286"/>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41b0c84b24_0_286"/>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41b0c84b24_0_286"/>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0c84b24_0_286"/>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1b0c84b24_0_286"/>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5" name="Google Shape;985;g341b0c84b24_0_286"/>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1b0c84b24_0_286"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1b0c84b24_0_286"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88" name="Google Shape;988;g341b0c84b24_0_286"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1b0c84b24_0_286"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b0c84b24_0_286"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1" name="Google Shape;991;g341b0c84b24_0_286"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998" name="Google Shape;998;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999" name="Google Shape;999;g2c186218c5a_0_25" title="JNL686-73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00" name="Google Shape;1000;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01" name="Google Shape;1001;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2" name="Google Shape;1002;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p</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3" name="Google Shape;1003;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f</a:t>
            </a:r>
            <a:r>
              <a:rPr b="0" i="0" lang="en-US" sz="48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04" name="Google Shape;1004;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 Phase 3, Lesson 47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11" name="Google Shape;1011;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12" name="Google Shape;1012;g2e5653a5c66_0_0" title="JNL686-143F.png"/>
          <p:cNvPicPr preferRelativeResize="0"/>
          <p:nvPr/>
        </p:nvPicPr>
        <p:blipFill rotWithShape="1">
          <a:blip r:embed="rId3">
            <a:alphaModFix/>
          </a:blip>
          <a:srcRect b="0" l="19" r="29" t="0"/>
          <a:stretch/>
        </p:blipFill>
        <p:spPr>
          <a:xfrm>
            <a:off x="1360488" y="996300"/>
            <a:ext cx="2818850" cy="3989962"/>
          </a:xfrm>
          <a:prstGeom prst="rect">
            <a:avLst/>
          </a:prstGeom>
          <a:noFill/>
          <a:ln>
            <a:noFill/>
          </a:ln>
          <a:effectLst>
            <a:outerShdw blurRad="142875" rotWithShape="0" algn="bl" dir="5400000" dist="19050">
              <a:srgbClr val="000000">
                <a:alpha val="26666"/>
              </a:srgbClr>
            </a:outerShdw>
          </a:effectLst>
        </p:spPr>
      </p:pic>
      <p:sp>
        <p:nvSpPr>
          <p:cNvPr id="1013" name="Google Shape;1013;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4" name="Google Shape;1014;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t</a:t>
            </a:r>
            <a:r>
              <a:rPr b="0" i="0" lang="en-US" sz="5800" u="none" cap="none" strike="noStrike">
                <a:solidFill>
                  <a:srgbClr val="815137"/>
                </a:solidFill>
                <a:latin typeface="Jost"/>
                <a:ea typeface="Jost"/>
                <a:cs typeface="Jost"/>
                <a:sym typeface="Jost"/>
              </a:rPr>
              <a:t>e</a:t>
            </a:r>
            <a:r>
              <a:rPr b="0" i="0" lang="en-US" sz="48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endParaRPr b="0" i="0" sz="5800" u="none" cap="none" strike="noStrike">
              <a:solidFill>
                <a:srgbClr val="815137"/>
              </a:solidFill>
              <a:latin typeface="Jost"/>
              <a:ea typeface="Jost"/>
              <a:cs typeface="Jost"/>
              <a:sym typeface="Jost"/>
            </a:endParaRPr>
          </a:p>
        </p:txBody>
      </p:sp>
      <p:sp>
        <p:nvSpPr>
          <p:cNvPr id="1015" name="Google Shape;1015;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815137"/>
                </a:solidFill>
                <a:latin typeface="Jost"/>
                <a:ea typeface="Jost"/>
                <a:cs typeface="Jost"/>
                <a:sym typeface="Jost"/>
              </a:rPr>
              <a:t>e</a:t>
            </a:r>
            <a:r>
              <a:rPr b="0" i="0" lang="en-US" sz="48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endParaRPr b="0" i="0" sz="5800" u="none" cap="none" strike="noStrike">
              <a:solidFill>
                <a:srgbClr val="815137"/>
              </a:solidFill>
              <a:latin typeface="Jost"/>
              <a:ea typeface="Jost"/>
              <a:cs typeface="Jost"/>
              <a:sym typeface="Jost"/>
            </a:endParaRPr>
          </a:p>
        </p:txBody>
      </p:sp>
      <p:sp>
        <p:nvSpPr>
          <p:cNvPr id="1016" name="Google Shape;1016;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p</a:t>
            </a:r>
            <a:r>
              <a:rPr b="0" i="0" lang="en-US" sz="5800" u="none" cap="none" strike="noStrike">
                <a:solidFill>
                  <a:srgbClr val="815137"/>
                </a:solidFill>
                <a:latin typeface="Jost"/>
                <a:ea typeface="Jost"/>
                <a:cs typeface="Jost"/>
                <a:sym typeface="Jost"/>
              </a:rPr>
              <a:t>e</a:t>
            </a:r>
            <a:r>
              <a:rPr b="0" i="0" lang="en-US" sz="4800" u="none" cap="none" strike="noStrike">
                <a:solidFill>
                  <a:srgbClr val="815137"/>
                </a:solidFill>
                <a:latin typeface="Poppins"/>
                <a:ea typeface="Poppins"/>
                <a:cs typeface="Poppins"/>
                <a:sym typeface="Poppins"/>
              </a:rPr>
              <a:t>a</a:t>
            </a:r>
            <a:r>
              <a:rPr b="0" i="0" lang="en-US" sz="5800" u="none" cap="none" strike="noStrike">
                <a:solidFill>
                  <a:srgbClr val="815137"/>
                </a:solidFill>
                <a:latin typeface="Jost"/>
                <a:ea typeface="Jost"/>
                <a:cs typeface="Jost"/>
                <a:sym typeface="Jost"/>
              </a:rPr>
              <a:t>r</a:t>
            </a:r>
            <a:endParaRPr b="0" i="0" sz="5800" u="none" cap="none" strike="noStrike">
              <a:solidFill>
                <a:srgbClr val="815137"/>
              </a:solidFill>
              <a:latin typeface="Jost"/>
              <a:ea typeface="Jost"/>
              <a:cs typeface="Jost"/>
              <a:sym typeface="Jost"/>
            </a:endParaRPr>
          </a:p>
        </p:txBody>
      </p:sp>
      <p:sp>
        <p:nvSpPr>
          <p:cNvPr id="1017" name="Google Shape;1017;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 Phase 5.5, Lesson 77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4" name="Google Shape;1024;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2e6b2b77e2a_0_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31" name="Google Shape;1031;g2e6b2b77e2a_0_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2" name="Google Shape;1032;g2e6b2b77e2a_0_9"/>
          <p:cNvSpPr/>
          <p:nvPr/>
        </p:nvSpPr>
        <p:spPr>
          <a:xfrm>
            <a:off x="2975609"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3" name="Google Shape;1033;g2e6b2b77e2a_0_9"/>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4" name="Google Shape;1034;g2e6b2b77e2a_0_9"/>
          <p:cNvSpPr txBox="1"/>
          <p:nvPr>
            <p:ph idx="4294967295" type="subTitle"/>
          </p:nvPr>
        </p:nvSpPr>
        <p:spPr>
          <a:xfrm>
            <a:off x="2405909"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b</a:t>
            </a:r>
            <a:endParaRPr b="0" i="0" sz="15000" u="none" cap="none" strike="noStrike">
              <a:solidFill>
                <a:srgbClr val="2356AF"/>
              </a:solidFill>
              <a:latin typeface="Jost"/>
              <a:ea typeface="Jost"/>
              <a:cs typeface="Jost"/>
              <a:sym typeface="Jost"/>
            </a:endParaRPr>
          </a:p>
        </p:txBody>
      </p:sp>
      <p:sp>
        <p:nvSpPr>
          <p:cNvPr id="1035" name="Google Shape;1035;g2e6b2b77e2a_0_9"/>
          <p:cNvSpPr txBox="1"/>
          <p:nvPr>
            <p:ph idx="4294967295" type="subTitle"/>
          </p:nvPr>
        </p:nvSpPr>
        <p:spPr>
          <a:xfrm>
            <a:off x="3380191" y="1308025"/>
            <a:ext cx="33579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e</a:t>
            </a:r>
            <a:r>
              <a:rPr b="0" i="0" lang="en-US" sz="12800" u="none" cap="none" strike="noStrike">
                <a:solidFill>
                  <a:srgbClr val="815137"/>
                </a:solidFill>
                <a:latin typeface="Poppins"/>
                <a:ea typeface="Poppins"/>
                <a:cs typeface="Poppins"/>
                <a:sym typeface="Poppins"/>
              </a:rPr>
              <a:t>a</a:t>
            </a:r>
            <a:r>
              <a:rPr b="0" i="0" lang="en-US" sz="15000" u="none" cap="none" strike="noStrike">
                <a:solidFill>
                  <a:srgbClr val="815137"/>
                </a:solidFill>
                <a:latin typeface="Jost"/>
                <a:ea typeface="Jost"/>
                <a:cs typeface="Jost"/>
                <a:sym typeface="Jost"/>
              </a:rPr>
              <a:t>r</a:t>
            </a:r>
            <a:endParaRPr b="0" i="0" sz="15000" u="none" cap="none" strike="noStrike">
              <a:solidFill>
                <a:srgbClr val="815137"/>
              </a:solidFill>
              <a:latin typeface="Jost"/>
              <a:ea typeface="Jost"/>
              <a:cs typeface="Jost"/>
              <a:sym typeface="Jost"/>
            </a:endParaRPr>
          </a:p>
        </p:txBody>
      </p:sp>
      <p:sp>
        <p:nvSpPr>
          <p:cNvPr id="1036" name="Google Shape;1036;g2e6b2b77e2a_0_9"/>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7" name="Google Shape;1037;g2e6b2b77e2a_0_9"/>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8" name="Google Shape;1038;g2e6b2b77e2a_0_9"/>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9" name="Google Shape;1039;g2e6b2b77e2a_0_9"/>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0" name="Google Shape;1040;g2e6b2b77e2a_0_9"/>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1" name="Google Shape;1041;g2e6b2b77e2a_0_9"/>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2" name="Google Shape;1042;g2e6b2b77e2a_0_9"/>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3" name="Google Shape;1043;g2e6b2b77e2a_0_9"/>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4" name="Google Shape;1044;g2e6b2b77e2a_0_9"/>
          <p:cNvGrpSpPr/>
          <p:nvPr/>
        </p:nvGrpSpPr>
        <p:grpSpPr>
          <a:xfrm>
            <a:off x="-550" y="6984600"/>
            <a:ext cx="8596479" cy="808600"/>
            <a:chOff x="-550" y="6984600"/>
            <a:chExt cx="8596479" cy="808600"/>
          </a:xfrm>
        </p:grpSpPr>
        <p:sp>
          <p:nvSpPr>
            <p:cNvPr id="1045" name="Google Shape;1045;g2e6b2b77e2a_0_9"/>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6" name="Google Shape;1046;g2e6b2b77e2a_0_9"/>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7" name="Google Shape;1047;g2e6b2b77e2a_0_9"/>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48" name="Google Shape;1048;g2e6b2b77e2a_0_9"/>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49" name="Google Shape;1049;g2e6b2b77e2a_0_9"/>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0" name="Google Shape;1050;g2e6b2b77e2a_0_9"/>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1" name="Google Shape;1051;g2e6b2b77e2a_0_9"/>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2" name="Google Shape;1052;g2e6b2b77e2a_0_9"/>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3" name="Google Shape;1053;g2e6b2b77e2a_0_9"/>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4" name="Google Shape;1054;g2e6b2b77e2a_0_9"/>
          <p:cNvSpPr/>
          <p:nvPr/>
        </p:nvSpPr>
        <p:spPr>
          <a:xfrm>
            <a:off x="3845621" y="4011900"/>
            <a:ext cx="23436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61" name="Google Shape;1061;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62" name="Google Shape;1062;g2c4fb7f6616_1_0"/>
          <p:cNvSpPr/>
          <p:nvPr/>
        </p:nvSpPr>
        <p:spPr>
          <a:xfrm>
            <a:off x="285438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3" name="Google Shape;1063;g2c4fb7f6616_1_0"/>
          <p:cNvSpPr/>
          <p:nvPr/>
        </p:nvSpPr>
        <p:spPr>
          <a:xfrm>
            <a:off x="526218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4" name="Google Shape;1064;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5" name="Google Shape;1065;g2c4fb7f6616_1_0"/>
          <p:cNvSpPr txBox="1"/>
          <p:nvPr>
            <p:ph idx="4294967295" type="subTitle"/>
          </p:nvPr>
        </p:nvSpPr>
        <p:spPr>
          <a:xfrm>
            <a:off x="469253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2356AF"/>
                </a:solidFill>
                <a:latin typeface="Jost"/>
                <a:ea typeface="Jost"/>
                <a:cs typeface="Jost"/>
                <a:sym typeface="Jost"/>
              </a:rPr>
              <a:t>w</a:t>
            </a:r>
            <a:endParaRPr b="0" i="0" sz="12500" u="none" cap="none" strike="noStrike">
              <a:solidFill>
                <a:srgbClr val="2356AF"/>
              </a:solidFill>
              <a:latin typeface="Jost"/>
              <a:ea typeface="Jost"/>
              <a:cs typeface="Jost"/>
              <a:sym typeface="Jost"/>
            </a:endParaRPr>
          </a:p>
        </p:txBody>
      </p:sp>
      <p:sp>
        <p:nvSpPr>
          <p:cNvPr id="1066" name="Google Shape;1066;g2c4fb7f6616_1_0"/>
          <p:cNvSpPr txBox="1"/>
          <p:nvPr>
            <p:ph idx="4294967295" type="subTitle"/>
          </p:nvPr>
        </p:nvSpPr>
        <p:spPr>
          <a:xfrm>
            <a:off x="228468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2356AF"/>
                </a:solidFill>
                <a:latin typeface="Jost"/>
                <a:ea typeface="Jost"/>
                <a:cs typeface="Jost"/>
                <a:sym typeface="Jost"/>
              </a:rPr>
              <a:t>d</a:t>
            </a:r>
            <a:endParaRPr b="0" i="0" sz="12500" u="none" cap="none" strike="noStrike">
              <a:solidFill>
                <a:srgbClr val="2356AF"/>
              </a:solidFill>
              <a:latin typeface="Jost"/>
              <a:ea typeface="Jost"/>
              <a:cs typeface="Jost"/>
              <a:sym typeface="Jost"/>
            </a:endParaRPr>
          </a:p>
        </p:txBody>
      </p:sp>
      <p:sp>
        <p:nvSpPr>
          <p:cNvPr id="1067" name="Google Shape;1067;g2c4fb7f6616_1_0"/>
          <p:cNvSpPr txBox="1"/>
          <p:nvPr>
            <p:ph idx="4294967295" type="subTitle"/>
          </p:nvPr>
        </p:nvSpPr>
        <p:spPr>
          <a:xfrm>
            <a:off x="3171235" y="1308025"/>
            <a:ext cx="20040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993FA2"/>
                </a:solidFill>
                <a:latin typeface="Jost"/>
                <a:ea typeface="Jost"/>
                <a:cs typeface="Jost"/>
                <a:sym typeface="Jost"/>
              </a:rPr>
              <a:t>er</a:t>
            </a:r>
            <a:endParaRPr b="0" i="0" sz="12500" u="none" cap="none" strike="noStrike">
              <a:solidFill>
                <a:srgbClr val="993FA2"/>
              </a:solidFill>
              <a:latin typeface="Jost"/>
              <a:ea typeface="Jost"/>
              <a:cs typeface="Jost"/>
              <a:sym typeface="Jost"/>
            </a:endParaRPr>
          </a:p>
        </p:txBody>
      </p:sp>
      <p:sp>
        <p:nvSpPr>
          <p:cNvPr id="1068" name="Google Shape;1068;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9" name="Google Shape;1069;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0" name="Google Shape;1070;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1" name="Google Shape;1071;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2" name="Google Shape;1072;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3" name="Google Shape;1073;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4" name="Google Shape;1074;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5" name="Google Shape;1075;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76" name="Google Shape;1076;g2c4fb7f6616_1_0"/>
          <p:cNvGrpSpPr/>
          <p:nvPr/>
        </p:nvGrpSpPr>
        <p:grpSpPr>
          <a:xfrm>
            <a:off x="-550" y="6984600"/>
            <a:ext cx="8596479" cy="808600"/>
            <a:chOff x="-550" y="6984600"/>
            <a:chExt cx="8596479" cy="808600"/>
          </a:xfrm>
        </p:grpSpPr>
        <p:sp>
          <p:nvSpPr>
            <p:cNvPr id="1077" name="Google Shape;1077;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78" name="Google Shape;1078;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79" name="Google Shape;1079;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0" name="Google Shape;1080;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81" name="Google Shape;1081;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82" name="Google Shape;1082;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83" name="Google Shape;1083;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84" name="Google Shape;1084;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5" name="Google Shape;1085;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86" name="Google Shape;1086;g2c4fb7f6616_1_0"/>
          <p:cNvSpPr/>
          <p:nvPr/>
        </p:nvSpPr>
        <p:spPr>
          <a:xfrm>
            <a:off x="201618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7" name="Google Shape;1087;g2c4fb7f6616_1_0"/>
          <p:cNvSpPr txBox="1"/>
          <p:nvPr>
            <p:ph idx="4294967295" type="subTitle"/>
          </p:nvPr>
        </p:nvSpPr>
        <p:spPr>
          <a:xfrm>
            <a:off x="144648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2356AF"/>
                </a:solidFill>
                <a:latin typeface="Jost"/>
                <a:ea typeface="Jost"/>
                <a:cs typeface="Jost"/>
                <a:sym typeface="Jost"/>
              </a:rPr>
              <a:t>n</a:t>
            </a:r>
            <a:endParaRPr b="0" i="0" sz="12500" u="none" cap="none" strike="noStrike">
              <a:solidFill>
                <a:srgbClr val="2356AF"/>
              </a:solidFill>
              <a:latin typeface="Jost"/>
              <a:ea typeface="Jost"/>
              <a:cs typeface="Jost"/>
              <a:sym typeface="Jost"/>
            </a:endParaRPr>
          </a:p>
        </p:txBody>
      </p:sp>
      <p:sp>
        <p:nvSpPr>
          <p:cNvPr id="1088" name="Google Shape;1088;g2c4fb7f6616_1_0"/>
          <p:cNvSpPr/>
          <p:nvPr/>
        </p:nvSpPr>
        <p:spPr>
          <a:xfrm>
            <a:off x="1265094" y="39068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9" name="Google Shape;1089;g2c4fb7f6616_1_0"/>
          <p:cNvSpPr txBox="1"/>
          <p:nvPr>
            <p:ph idx="4294967295" type="subTitle"/>
          </p:nvPr>
        </p:nvSpPr>
        <p:spPr>
          <a:xfrm>
            <a:off x="67686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ED1C24"/>
                </a:solidFill>
                <a:latin typeface="Jost"/>
                <a:ea typeface="Jost"/>
                <a:cs typeface="Jost"/>
                <a:sym typeface="Jost"/>
              </a:rPr>
              <a:t>u</a:t>
            </a:r>
            <a:endParaRPr b="0" i="0" sz="12500" u="none" cap="none" strike="noStrike">
              <a:solidFill>
                <a:srgbClr val="ED1C24"/>
              </a:solidFill>
              <a:latin typeface="Jost"/>
              <a:ea typeface="Jost"/>
              <a:cs typeface="Jost"/>
              <a:sym typeface="Jost"/>
            </a:endParaRPr>
          </a:p>
        </p:txBody>
      </p:sp>
      <p:sp>
        <p:nvSpPr>
          <p:cNvPr id="1090" name="Google Shape;1090;g2c4fb7f6616_1_0"/>
          <p:cNvSpPr txBox="1"/>
          <p:nvPr>
            <p:ph idx="4294967295" type="subTitle"/>
          </p:nvPr>
        </p:nvSpPr>
        <p:spPr>
          <a:xfrm>
            <a:off x="5683135" y="1308025"/>
            <a:ext cx="27840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500" u="none" cap="none" strike="noStrike">
                <a:solidFill>
                  <a:srgbClr val="815137"/>
                </a:solidFill>
                <a:latin typeface="Jost"/>
                <a:ea typeface="Jost"/>
                <a:cs typeface="Jost"/>
                <a:sym typeface="Jost"/>
              </a:rPr>
              <a:t>e</a:t>
            </a:r>
            <a:r>
              <a:rPr b="0" i="0" lang="en-US" sz="10700" u="none" cap="none" strike="noStrike">
                <a:solidFill>
                  <a:srgbClr val="815137"/>
                </a:solidFill>
                <a:latin typeface="Poppins"/>
                <a:ea typeface="Poppins"/>
                <a:cs typeface="Poppins"/>
                <a:sym typeface="Poppins"/>
              </a:rPr>
              <a:t>a</a:t>
            </a:r>
            <a:r>
              <a:rPr b="0" i="0" lang="en-US" sz="12500" u="none" cap="none" strike="noStrike">
                <a:solidFill>
                  <a:srgbClr val="815137"/>
                </a:solidFill>
                <a:latin typeface="Jost"/>
                <a:ea typeface="Jost"/>
                <a:cs typeface="Jost"/>
                <a:sym typeface="Jost"/>
              </a:rPr>
              <a:t>r</a:t>
            </a:r>
            <a:endParaRPr b="0" i="0" sz="12500" u="none" cap="none" strike="noStrike">
              <a:solidFill>
                <a:srgbClr val="815137"/>
              </a:solidFill>
              <a:latin typeface="Jost"/>
              <a:ea typeface="Jost"/>
              <a:cs typeface="Jost"/>
              <a:sym typeface="Jost"/>
            </a:endParaRPr>
          </a:p>
        </p:txBody>
      </p:sp>
      <p:sp>
        <p:nvSpPr>
          <p:cNvPr id="1091" name="Google Shape;1091;g2c4fb7f6616_1_0"/>
          <p:cNvSpPr/>
          <p:nvPr/>
        </p:nvSpPr>
        <p:spPr>
          <a:xfrm>
            <a:off x="6161785" y="4011900"/>
            <a:ext cx="18267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2" name="Google Shape;1092;g2c4fb7f6616_1_0"/>
          <p:cNvSpPr/>
          <p:nvPr/>
        </p:nvSpPr>
        <p:spPr>
          <a:xfrm>
            <a:off x="3663385" y="401190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3" name="Google Shape;1093;g2c4fb7f6616_1_0"/>
          <p:cNvSpPr/>
          <p:nvPr/>
        </p:nvSpPr>
        <p:spPr>
          <a:xfrm>
            <a:off x="2567875"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4" name="Google Shape;1094;g2c4fb7f6616_1_0"/>
          <p:cNvSpPr/>
          <p:nvPr/>
        </p:nvSpPr>
        <p:spPr>
          <a:xfrm>
            <a:off x="4826150"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01" name="Google Shape;1101;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08" name="Google Shape;1108;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09" name="Google Shape;1109;g26b641b03cd_0_204" title="JNL689-158B.png"/>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0" name="Google Shape;1110;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17" name="Google Shape;1117;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8" name="Google Shape;1118;g2c186218c5a_0_48" title="JNL689-158F.png"/>
          <p:cNvPicPr preferRelativeResize="0"/>
          <p:nvPr/>
        </p:nvPicPr>
        <p:blipFill rotWithShape="1">
          <a:blip r:embed="rId3">
            <a:alphaModFix/>
          </a:blip>
          <a:srcRect b="0" l="0" r="0"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19" name="Google Shape;1119;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6" name="Google Shape;1126;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27" name="Google Shape;1127;g1f3daf8a844_0_64"/>
          <p:cNvGrpSpPr/>
          <p:nvPr/>
        </p:nvGrpSpPr>
        <p:grpSpPr>
          <a:xfrm>
            <a:off x="3024000" y="209875"/>
            <a:ext cx="3096000" cy="454800"/>
            <a:chOff x="3024000" y="209875"/>
            <a:chExt cx="3096000" cy="454800"/>
          </a:xfrm>
        </p:grpSpPr>
        <p:sp>
          <p:nvSpPr>
            <p:cNvPr id="1128" name="Google Shape;1128;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29" name="Google Shape;1129;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30" name="Google Shape;1130;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31" name="Google Shape;1131;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32" name="Google Shape;1132;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33" name="Google Shape;1133;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34" name="Google Shape;1134;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35" name="Google Shape;1135;g1f3daf8a844_0_64"/>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136" name="Google Shape;1136;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37" name="Google Shape;1137;g1f3daf8a844_0_64"/>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38" name="Google Shape;1138;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u</a:t>
            </a:r>
            <a:endParaRPr b="0" i="0" sz="5500" u="none" cap="none" strike="noStrike">
              <a:solidFill>
                <a:srgbClr val="ED1C24"/>
              </a:solidFill>
              <a:latin typeface="Jost"/>
              <a:ea typeface="Jost"/>
              <a:cs typeface="Jost"/>
              <a:sym typeface="Jost"/>
            </a:endParaRPr>
          </a:p>
        </p:txBody>
      </p:sp>
      <p:sp>
        <p:nvSpPr>
          <p:cNvPr id="1139" name="Google Shape;1139;g1f3daf8a844_0_64"/>
          <p:cNvSpPr txBox="1"/>
          <p:nvPr/>
        </p:nvSpPr>
        <p:spPr>
          <a:xfrm>
            <a:off x="2910349"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40" name="Google Shape;1140;g1f3daf8a844_0_64"/>
          <p:cNvSpPr txBox="1"/>
          <p:nvPr/>
        </p:nvSpPr>
        <p:spPr>
          <a:xfrm>
            <a:off x="406320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41" name="Google Shape;1141;g1f3daf8a844_0_64"/>
          <p:cNvSpPr txBox="1"/>
          <p:nvPr/>
        </p:nvSpPr>
        <p:spPr>
          <a:xfrm>
            <a:off x="5216052"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sp>
        <p:nvSpPr>
          <p:cNvPr id="1142" name="Google Shape;1142;g1f3daf8a844_0_64"/>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43" name="Google Shape;1143;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44" name="Google Shape;1144;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45" name="Google Shape;1145;g1f3daf8a844_0_64"/>
          <p:cNvSpPr txBox="1"/>
          <p:nvPr/>
        </p:nvSpPr>
        <p:spPr>
          <a:xfrm>
            <a:off x="2333950" y="960050"/>
            <a:ext cx="12018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815137"/>
                </a:solidFill>
                <a:latin typeface="Jost"/>
                <a:ea typeface="Jost"/>
                <a:cs typeface="Jost"/>
                <a:sym typeface="Jost"/>
              </a:rPr>
              <a:t>e</a:t>
            </a:r>
            <a:r>
              <a:rPr b="0" i="0" lang="en-US" sz="4700" u="none" cap="none" strike="noStrike">
                <a:solidFill>
                  <a:srgbClr val="815137"/>
                </a:solidFill>
                <a:latin typeface="Poppins"/>
                <a:ea typeface="Poppins"/>
                <a:cs typeface="Poppins"/>
                <a:sym typeface="Poppins"/>
              </a:rPr>
              <a:t>a</a:t>
            </a:r>
            <a:r>
              <a:rPr b="0" i="0" lang="en-US" sz="5500" u="none" cap="none" strike="noStrike">
                <a:solidFill>
                  <a:srgbClr val="815137"/>
                </a:solidFill>
                <a:latin typeface="Jost"/>
                <a:ea typeface="Jost"/>
                <a:cs typeface="Jost"/>
                <a:sym typeface="Jost"/>
              </a:rPr>
              <a:t>r</a:t>
            </a:r>
            <a:endParaRPr b="0" i="0" sz="5500" u="none" cap="none" strike="noStrike">
              <a:solidFill>
                <a:srgbClr val="815137"/>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2e6b2b77e2a_0_52"/>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2" name="Google Shape;1152;g2e6b2b77e2a_0_52"/>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53" name="Google Shape;1153;g2e6b2b77e2a_0_52"/>
          <p:cNvGrpSpPr/>
          <p:nvPr/>
        </p:nvGrpSpPr>
        <p:grpSpPr>
          <a:xfrm>
            <a:off x="3024000" y="209875"/>
            <a:ext cx="3096000" cy="454800"/>
            <a:chOff x="3024000" y="209875"/>
            <a:chExt cx="3096000" cy="454800"/>
          </a:xfrm>
        </p:grpSpPr>
        <p:sp>
          <p:nvSpPr>
            <p:cNvPr id="1154" name="Google Shape;1154;g2e6b2b77e2a_0_52"/>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5" name="Google Shape;1155;g2e6b2b77e2a_0_52"/>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56" name="Google Shape;1156;g2e6b2b77e2a_0_52"/>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57" name="Google Shape;1157;g2e6b2b77e2a_0_52"/>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58" name="Google Shape;1158;g2e6b2b77e2a_0_52"/>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9" name="Google Shape;1159;g2e6b2b77e2a_0_52"/>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0" name="Google Shape;1160;g2e6b2b77e2a_0_52"/>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61" name="Google Shape;1161;g2e6b2b77e2a_0_52"/>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62" name="Google Shape;1162;g2e6b2b77e2a_0_52"/>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be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pe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swe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we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underwe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a:t>
            </a:r>
            <a:endParaRPr b="0" i="0" sz="1800" u="none" cap="none" strike="noStrike">
              <a:solidFill>
                <a:srgbClr val="B7B7B7"/>
              </a:solidFill>
              <a:latin typeface="Jost"/>
              <a:ea typeface="Jost"/>
              <a:cs typeface="Jost"/>
              <a:sym typeface="Jost"/>
            </a:endParaRPr>
          </a:p>
        </p:txBody>
      </p:sp>
      <p:sp>
        <p:nvSpPr>
          <p:cNvPr id="1163" name="Google Shape;1163;g2e6b2b77e2a_0_52"/>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164" name="Google Shape;1164;g2e6b2b77e2a_0_52"/>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b</a:t>
            </a:r>
            <a:endParaRPr b="0" i="0" sz="5500" u="none" cap="none" strike="noStrike">
              <a:solidFill>
                <a:srgbClr val="2356AF"/>
              </a:solidFill>
              <a:latin typeface="Jost"/>
              <a:ea typeface="Jost"/>
              <a:cs typeface="Jost"/>
              <a:sym typeface="Jost"/>
            </a:endParaRPr>
          </a:p>
        </p:txBody>
      </p:sp>
      <p:sp>
        <p:nvSpPr>
          <p:cNvPr id="1165" name="Google Shape;1165;g2e6b2b77e2a_0_52"/>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cxnSp>
        <p:nvCxnSpPr>
          <p:cNvPr id="1166" name="Google Shape;1166;g2e6b2b77e2a_0_52"/>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67" name="Google Shape;1167;g2e6b2b77e2a_0_52"/>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u</a:t>
            </a:r>
            <a:endParaRPr b="0" i="0" sz="5500" u="none" cap="none" strike="noStrike">
              <a:solidFill>
                <a:srgbClr val="ED1C24"/>
              </a:solidFill>
              <a:latin typeface="Jost"/>
              <a:ea typeface="Jost"/>
              <a:cs typeface="Jost"/>
              <a:sym typeface="Jost"/>
            </a:endParaRPr>
          </a:p>
        </p:txBody>
      </p:sp>
      <p:sp>
        <p:nvSpPr>
          <p:cNvPr id="1168" name="Google Shape;1168;g2e6b2b77e2a_0_52"/>
          <p:cNvSpPr txBox="1"/>
          <p:nvPr/>
        </p:nvSpPr>
        <p:spPr>
          <a:xfrm>
            <a:off x="2910349"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69" name="Google Shape;1169;g2e6b2b77e2a_0_52"/>
          <p:cNvSpPr txBox="1"/>
          <p:nvPr/>
        </p:nvSpPr>
        <p:spPr>
          <a:xfrm>
            <a:off x="4063201"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70" name="Google Shape;1170;g2e6b2b77e2a_0_52"/>
          <p:cNvSpPr txBox="1"/>
          <p:nvPr/>
        </p:nvSpPr>
        <p:spPr>
          <a:xfrm>
            <a:off x="5216052"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sp>
        <p:nvSpPr>
          <p:cNvPr id="1171" name="Google Shape;1171;g2e6b2b77e2a_0_52"/>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72" name="Google Shape;1172;g2e6b2b77e2a_0_52"/>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73" name="Google Shape;1173;g2e6b2b77e2a_0_52"/>
          <p:cNvSpPr txBox="1"/>
          <p:nvPr/>
        </p:nvSpPr>
        <p:spPr>
          <a:xfrm>
            <a:off x="2333950" y="960050"/>
            <a:ext cx="12018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815137"/>
                </a:solidFill>
                <a:latin typeface="Jost"/>
                <a:ea typeface="Jost"/>
                <a:cs typeface="Jost"/>
                <a:sym typeface="Jost"/>
              </a:rPr>
              <a:t>e</a:t>
            </a:r>
            <a:r>
              <a:rPr b="0" i="0" lang="en-US" sz="4700" u="none" cap="none" strike="noStrike">
                <a:solidFill>
                  <a:srgbClr val="815137"/>
                </a:solidFill>
                <a:latin typeface="Poppins"/>
                <a:ea typeface="Poppins"/>
                <a:cs typeface="Poppins"/>
                <a:sym typeface="Poppins"/>
              </a:rPr>
              <a:t>a</a:t>
            </a:r>
            <a:r>
              <a:rPr b="0" i="0" lang="en-US" sz="5500" u="none" cap="none" strike="noStrike">
                <a:solidFill>
                  <a:srgbClr val="815137"/>
                </a:solidFill>
                <a:latin typeface="Jost"/>
                <a:ea typeface="Jost"/>
                <a:cs typeface="Jost"/>
                <a:sym typeface="Jost"/>
              </a:rPr>
              <a:t>r</a:t>
            </a:r>
            <a:endParaRPr b="0" i="0" sz="5500" u="none" cap="none" strike="noStrike">
              <a:solidFill>
                <a:srgbClr val="815137"/>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/air/; are - Lesson 83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84" name="Shape 118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