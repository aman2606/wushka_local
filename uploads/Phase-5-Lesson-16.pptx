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yTt5efdWs2jVz4aOf2abDTG8y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BF912D-F2B4-4395-9D41-7EA648903FEC}">
  <a:tblStyle styleId="{54BF912D-F2B4-4395-9D41-7EA648903FE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9" name="Google Shape;83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fef45b24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fef45b24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fef45b24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f30973b62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f30973b62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f30973b62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f30973b62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f30973b62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f30973b62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cf30973b62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cf30973b62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cf30973b62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'ew'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4 -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16</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notesSlide" Target="../notesSlides/notesSlide6.xml"/><Relationship Id="rId16" Type="http://schemas.openxmlformats.org/officeDocument/2006/relationships/image" Target="../media/image86.png"/><Relationship Id="rId1" Type="http://schemas.openxmlformats.org/officeDocument/2006/relationships/slideLayout" Target="../slideLayouts/slideLayout3.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s>
</file>

<file path=ppt/slides/_rels/slide7.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2.png"/><Relationship Id="rId26" Type="http://schemas.openxmlformats.org/officeDocument/2006/relationships/image" Target="../media/image110.png"/><Relationship Id="rId3" Type="http://schemas.openxmlformats.org/officeDocument/2006/relationships/image" Target="../media/image87.png"/><Relationship Id="rId21" Type="http://schemas.openxmlformats.org/officeDocument/2006/relationships/image" Target="../media/image105.png"/><Relationship Id="rId7" Type="http://schemas.openxmlformats.org/officeDocument/2006/relationships/image" Target="../media/image91.png"/><Relationship Id="rId12" Type="http://schemas.openxmlformats.org/officeDocument/2006/relationships/image" Target="../media/image96.png"/><Relationship Id="rId17" Type="http://schemas.openxmlformats.org/officeDocument/2006/relationships/image" Target="../media/image101.png"/><Relationship Id="rId25" Type="http://schemas.openxmlformats.org/officeDocument/2006/relationships/image" Target="../media/image109.png"/><Relationship Id="rId2" Type="http://schemas.openxmlformats.org/officeDocument/2006/relationships/notesSlide" Target="../notesSlides/notesSlide7.xml"/><Relationship Id="rId16" Type="http://schemas.openxmlformats.org/officeDocument/2006/relationships/image" Target="../media/image100.png"/><Relationship Id="rId20" Type="http://schemas.openxmlformats.org/officeDocument/2006/relationships/image" Target="../media/image104.png"/><Relationship Id="rId29"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90.png"/><Relationship Id="rId11" Type="http://schemas.openxmlformats.org/officeDocument/2006/relationships/image" Target="../media/image95.png"/><Relationship Id="rId24" Type="http://schemas.openxmlformats.org/officeDocument/2006/relationships/image" Target="../media/image108.png"/><Relationship Id="rId5" Type="http://schemas.openxmlformats.org/officeDocument/2006/relationships/image" Target="../media/image89.png"/><Relationship Id="rId15" Type="http://schemas.openxmlformats.org/officeDocument/2006/relationships/image" Target="../media/image99.png"/><Relationship Id="rId23" Type="http://schemas.openxmlformats.org/officeDocument/2006/relationships/image" Target="../media/image107.png"/><Relationship Id="rId28" Type="http://schemas.openxmlformats.org/officeDocument/2006/relationships/image" Target="../media/image112.png"/><Relationship Id="rId10" Type="http://schemas.openxmlformats.org/officeDocument/2006/relationships/image" Target="../media/image94.png"/><Relationship Id="rId19" Type="http://schemas.openxmlformats.org/officeDocument/2006/relationships/image" Target="../media/image103.png"/><Relationship Id="rId4" Type="http://schemas.openxmlformats.org/officeDocument/2006/relationships/image" Target="../media/image88.png"/><Relationship Id="rId9" Type="http://schemas.openxmlformats.org/officeDocument/2006/relationships/image" Target="../media/image93.png"/><Relationship Id="rId14" Type="http://schemas.openxmlformats.org/officeDocument/2006/relationships/image" Target="../media/image98.png"/><Relationship Id="rId22" Type="http://schemas.openxmlformats.org/officeDocument/2006/relationships/image" Target="../media/image106.png"/><Relationship Id="rId27" Type="http://schemas.openxmlformats.org/officeDocument/2006/relationships/image" Target="../media/image111.png"/><Relationship Id="rId30" Type="http://schemas.openxmlformats.org/officeDocument/2006/relationships/image" Target="../media/image114.png"/></Relationships>
</file>

<file path=ppt/slides/_rels/slide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9.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101" y="2716650"/>
            <a:ext cx="42333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Digraph 'ew' (/oo/)</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16</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{54BF912D-F2B4-4395-9D41-7EA648903FEC}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ew</a:t>
            </a:r>
            <a:r>
              <a:rPr lang="en-US"/>
              <a:t> (</a:t>
            </a:r>
            <a:r>
              <a:rPr lang="en-US">
                <a:solidFill>
                  <a:srgbClr val="8DC63F"/>
                </a:solidFill>
              </a:rPr>
              <a:t>/oo/</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925847" y="5196703"/>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66639" y="379551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85774" y="37955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4904534" y="372651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3579204" y="379551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4">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5">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6">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7">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8">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9">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10">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1">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2">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4">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6" name="Google Shape;786;g26b7edf6e71_0_109"/>
          <p:cNvGrpSpPr/>
          <p:nvPr/>
        </p:nvGrpSpPr>
        <p:grpSpPr>
          <a:xfrm>
            <a:off x="865957" y="2135925"/>
            <a:ext cx="7282807" cy="2686611"/>
            <a:chOff x="867357" y="2129450"/>
            <a:chExt cx="7282807" cy="2686611"/>
          </a:xfrm>
        </p:grpSpPr>
        <p:pic>
          <p:nvPicPr>
            <p:cNvPr id="787" name="Google Shape;78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7" name="Google Shape;807;g2c298d33e0c_0_6"/>
          <p:cNvGrpSpPr/>
          <p:nvPr/>
        </p:nvGrpSpPr>
        <p:grpSpPr>
          <a:xfrm>
            <a:off x="866900" y="2079100"/>
            <a:ext cx="7281864" cy="2684601"/>
            <a:chOff x="868300" y="2129450"/>
            <a:chExt cx="7281864" cy="2684601"/>
          </a:xfrm>
        </p:grpSpPr>
        <p:pic>
          <p:nvPicPr>
            <p:cNvPr id="808" name="Google Shape;80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2" name="Google Shape;81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2" name="Google Shape;842;g2c298da1f27_0_455"/>
          <p:cNvGrpSpPr/>
          <p:nvPr/>
        </p:nvGrpSpPr>
        <p:grpSpPr>
          <a:xfrm>
            <a:off x="868300" y="2129450"/>
            <a:ext cx="7281864" cy="2684601"/>
            <a:chOff x="868300" y="2053250"/>
            <a:chExt cx="7281864" cy="2684601"/>
          </a:xfrm>
        </p:grpSpPr>
        <p:pic>
          <p:nvPicPr>
            <p:cNvPr id="843" name="Google Shape;84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1" name="Google Shape;85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fef45b246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2" name="Google Shape;862;g2cfef45b246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3" name="Google Shape;863;g2cfef45b246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4" name="Google Shape;864;g2cfef45b246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5" name="Google Shape;865;g2cfef45b246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6" name="Google Shape;866;g2cfef45b246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7" name="Google Shape;867;g2cfef45b246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8" name="Google Shape;868;g2cfef45b246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69" name="Google Shape;869;g2cfef45b246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70" name="Google Shape;870;g2cfef45b246_0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7" name="Google Shape;87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8" name="Google Shape;87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9" name="Google Shape;87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6" name="Google Shape;88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7" name="Google Shape;88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8" name="Google Shape;88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5" name="Google Shape;89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6" name="Google Shape;896;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97" name="Google Shape;89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5" name="Google Shape;905;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06" name="Google Shape;90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3" name="Google Shape;91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0" name="Google Shape;92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1" name="Google Shape;92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4" name="Google Shape;93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6" name="Google Shape;93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7" name="Google Shape;937;g2c4fb7f6616_1_0"/>
          <p:cNvSpPr txBox="1">
            <a:spLocks noGrp="1"/>
          </p:cNvSpPr>
          <p:nvPr>
            <p:ph type="subTitle" idx="4294967295"/>
          </p:nvPr>
        </p:nvSpPr>
        <p:spPr>
          <a:xfrm>
            <a:off x="4234675"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938" name="Google Shape;938;g2c4fb7f6616_1_0"/>
          <p:cNvSpPr txBox="1">
            <a:spLocks noGrp="1"/>
          </p:cNvSpPr>
          <p:nvPr>
            <p:ph type="subTitle" idx="4294967295"/>
          </p:nvPr>
        </p:nvSpPr>
        <p:spPr>
          <a:xfrm>
            <a:off x="2360225" y="1308025"/>
            <a:ext cx="220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39" name="Google Shape;93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p:nvPr/>
        </p:nvSpPr>
        <p:spPr>
          <a:xfrm>
            <a:off x="4504275" y="4011900"/>
            <a:ext cx="1891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4fb7f6616_1_0"/>
          <p:cNvSpPr/>
          <p:nvPr/>
        </p:nvSpPr>
        <p:spPr>
          <a:xfrm>
            <a:off x="2668925" y="4011900"/>
            <a:ext cx="1583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f30973b62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9" name="Google Shape;949;g2cf30973b62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0" name="Google Shape;950;g2cf30973b62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f30973b62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f30973b62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f30973b62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f30973b62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f30973b62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6" name="Google Shape;956;g2cf30973b62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7" name="Google Shape;957;g2cf30973b62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8" name="Google Shape;958;g2cf30973b62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9" name="Google Shape;959;g2cf30973b62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0" name="Google Shape;960;g2cf30973b62_0_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1" name="Google Shape;961;g2cf30973b62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2" name="Google Shape;962;g2cf30973b62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3" name="Google Shape;963;g2cf30973b62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cf30973b62_0_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f30973b62_0_8"/>
          <p:cNvSpPr/>
          <p:nvPr/>
        </p:nvSpPr>
        <p:spPr>
          <a:xfrm>
            <a:off x="2929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cf30973b62_0_8"/>
          <p:cNvSpPr/>
          <p:nvPr/>
        </p:nvSpPr>
        <p:spPr>
          <a:xfrm>
            <a:off x="382762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67" name="Google Shape;967;g2cf30973b62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cf30973b62_0_8"/>
          <p:cNvSpPr txBox="1">
            <a:spLocks noGrp="1"/>
          </p:cNvSpPr>
          <p:nvPr>
            <p:ph type="subTitle" idx="4294967295"/>
          </p:nvPr>
        </p:nvSpPr>
        <p:spPr>
          <a:xfrm>
            <a:off x="4234675"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969" name="Google Shape;969;g2cf30973b62_0_8"/>
          <p:cNvSpPr txBox="1">
            <a:spLocks noGrp="1"/>
          </p:cNvSpPr>
          <p:nvPr>
            <p:ph type="subTitle" idx="4294967295"/>
          </p:nvPr>
        </p:nvSpPr>
        <p:spPr>
          <a:xfrm>
            <a:off x="2360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70" name="Google Shape;970;g2cf30973b62_0_8"/>
          <p:cNvSpPr txBox="1">
            <a:spLocks noGrp="1"/>
          </p:cNvSpPr>
          <p:nvPr>
            <p:ph type="subTitle" idx="4294967295"/>
          </p:nvPr>
        </p:nvSpPr>
        <p:spPr>
          <a:xfrm>
            <a:off x="325794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1" name="Google Shape;971;g2cf30973b62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f30973b62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3" name="Google Shape;973;g2cf30973b62_0_8"/>
          <p:cNvSpPr/>
          <p:nvPr/>
        </p:nvSpPr>
        <p:spPr>
          <a:xfrm>
            <a:off x="4622425" y="4011900"/>
            <a:ext cx="177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f30973b62_0_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0" name="Google Shape;980;g2cf30973b62_0_3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1" name="Google Shape;981;g2cf30973b62_0_3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f30973b62_0_3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f30973b62_0_3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cf30973b62_0_3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cf30973b62_0_3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f30973b62_0_3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7" name="Google Shape;987;g2cf30973b62_0_3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8" name="Google Shape;988;g2cf30973b62_0_3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9" name="Google Shape;989;g2cf30973b62_0_3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0" name="Google Shape;990;g2cf30973b62_0_3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1" name="Google Shape;991;g2cf30973b62_0_3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2" name="Google Shape;992;g2cf30973b62_0_3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3" name="Google Shape;993;g2cf30973b62_0_3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4" name="Google Shape;994;g2cf30973b62_0_3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cf30973b62_0_3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f30973b62_0_38"/>
          <p:cNvSpPr/>
          <p:nvPr/>
        </p:nvSpPr>
        <p:spPr>
          <a:xfrm>
            <a:off x="2968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cf30973b62_0_38"/>
          <p:cNvSpPr/>
          <p:nvPr/>
        </p:nvSpPr>
        <p:spPr>
          <a:xfrm>
            <a:off x="3829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98" name="Google Shape;998;g2cf30973b62_0_3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9" name="Google Shape;999;g2cf30973b62_0_38"/>
          <p:cNvSpPr txBox="1">
            <a:spLocks noGrp="1"/>
          </p:cNvSpPr>
          <p:nvPr>
            <p:ph type="subTitle" idx="4294967295"/>
          </p:nvPr>
        </p:nvSpPr>
        <p:spPr>
          <a:xfrm>
            <a:off x="4196575"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1000" name="Google Shape;1000;g2cf30973b62_0_38"/>
          <p:cNvSpPr txBox="1">
            <a:spLocks noGrp="1"/>
          </p:cNvSpPr>
          <p:nvPr>
            <p:ph type="subTitle" idx="4294967295"/>
          </p:nvPr>
        </p:nvSpPr>
        <p:spPr>
          <a:xfrm>
            <a:off x="2398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01" name="Google Shape;1001;g2cf30973b62_0_38"/>
          <p:cNvSpPr txBox="1">
            <a:spLocks noGrp="1"/>
          </p:cNvSpPr>
          <p:nvPr>
            <p:ph type="subTitle" idx="4294967295"/>
          </p:nvPr>
        </p:nvSpPr>
        <p:spPr>
          <a:xfrm>
            <a:off x="325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02" name="Google Shape;1002;g2cf30973b62_0_3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cf30973b62_0_3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4" name="Google Shape;1004;g2cf30973b62_0_38"/>
          <p:cNvSpPr/>
          <p:nvPr/>
        </p:nvSpPr>
        <p:spPr>
          <a:xfrm>
            <a:off x="4584325" y="4011900"/>
            <a:ext cx="177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1" name="Google Shape;101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8" name="Google Shape;101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9" name="Google Shape;101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0" name="Google Shape;102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7" name="Google Shape;102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8" name="Google Shape;102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9" name="Google Shape;102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6" name="Google Shape;103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7" name="Google Shape;103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8" name="Google Shape;103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5" name="Google Shape;104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6" name="Google Shape;104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7" name="Google Shape;104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4" name="Google Shape;105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5" name="Google Shape;1055;g1f3daf8a844_0_64"/>
          <p:cNvGrpSpPr/>
          <p:nvPr/>
        </p:nvGrpSpPr>
        <p:grpSpPr>
          <a:xfrm>
            <a:off x="3024000" y="209875"/>
            <a:ext cx="3096000" cy="454800"/>
            <a:chOff x="3024000" y="209875"/>
            <a:chExt cx="3096000" cy="454800"/>
          </a:xfrm>
        </p:grpSpPr>
        <p:sp>
          <p:nvSpPr>
            <p:cNvPr id="1056" name="Google Shape;105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7" name="Google Shape;105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8" name="Google Shape;105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9" name="Google Shape;105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0" name="Google Shape;106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1" name="Google Shape;106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2" name="Google Shape;106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3" name="Google Shape;106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4" name="Google Shape;106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5" name="Google Shape;106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ch</a:t>
            </a:r>
            <a:endParaRPr sz="5500" b="0" i="0" u="none" strike="noStrike" cap="none">
              <a:solidFill>
                <a:srgbClr val="2356AF"/>
              </a:solidFill>
              <a:latin typeface="Jost"/>
              <a:ea typeface="Jost"/>
              <a:cs typeface="Jost"/>
              <a:sym typeface="Jost"/>
            </a:endParaRPr>
          </a:p>
        </p:txBody>
      </p:sp>
      <p:sp>
        <p:nvSpPr>
          <p:cNvPr id="1066" name="Google Shape;106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67" name="Google Shape;106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cxnSp>
        <p:nvCxnSpPr>
          <p:cNvPr id="1072" name="Google Shape;107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cf30973b62_0_7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9" name="Google Shape;1079;g2cf30973b62_0_7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0" name="Google Shape;1080;g2cf30973b62_0_70"/>
          <p:cNvGrpSpPr/>
          <p:nvPr/>
        </p:nvGrpSpPr>
        <p:grpSpPr>
          <a:xfrm>
            <a:off x="3024000" y="209875"/>
            <a:ext cx="3096000" cy="454800"/>
            <a:chOff x="3024000" y="209875"/>
            <a:chExt cx="3096000" cy="454800"/>
          </a:xfrm>
        </p:grpSpPr>
        <p:sp>
          <p:nvSpPr>
            <p:cNvPr id="1081" name="Google Shape;1081;g2cf30973b62_0_7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2cf30973b62_0_7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3" name="Google Shape;1083;g2cf30973b62_0_7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4" name="Google Shape;1084;g2cf30973b62_0_7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5" name="Google Shape;1085;g2cf30973b62_0_7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2cf30973b62_0_7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2cf30973b62_0_7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8" name="Google Shape;1088;g2cf30973b62_0_7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9" name="Google Shape;1089;g2cf30973b62_0_7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chew drew grew screw blew</a:t>
            </a:r>
            <a:endParaRPr sz="1800" b="0" i="0" u="none" strike="noStrike" cap="none">
              <a:solidFill>
                <a:srgbClr val="B7B7B7"/>
              </a:solidFill>
              <a:latin typeface="Jost"/>
              <a:ea typeface="Jost"/>
              <a:cs typeface="Jost"/>
              <a:sym typeface="Jost"/>
            </a:endParaRPr>
          </a:p>
        </p:txBody>
      </p:sp>
      <p:sp>
        <p:nvSpPr>
          <p:cNvPr id="1090" name="Google Shape;1090;g2cf30973b62_0_7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1" name="Google Shape;1091;g2cf30973b62_0_7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2" name="Google Shape;1092;g2cf30973b62_0_7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ch</a:t>
            </a:r>
            <a:endParaRPr sz="5500" b="0" i="0" u="none" strike="noStrike" cap="none">
              <a:solidFill>
                <a:srgbClr val="2356AF"/>
              </a:solidFill>
              <a:latin typeface="Jost"/>
              <a:ea typeface="Jost"/>
              <a:cs typeface="Jost"/>
              <a:sym typeface="Jost"/>
            </a:endParaRPr>
          </a:p>
        </p:txBody>
      </p:sp>
      <p:sp>
        <p:nvSpPr>
          <p:cNvPr id="1093" name="Google Shape;1093;g2cf30973b62_0_7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4" name="Google Shape;1094;g2cf30973b62_0_7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095" name="Google Shape;1095;g2cf30973b62_0_7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6" name="Google Shape;1096;g2cf30973b62_0_7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7" name="Google Shape;1097;g2cf30973b62_0_70"/>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8" name="Google Shape;1098;g2cf30973b62_0_70"/>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9" name="Google Shape;1099;g2cf30973b62_0_70"/>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398</Words>
  <Application>Microsoft Office PowerPoint</Application>
  <PresentationFormat>On-screen Show (4:3)</PresentationFormat>
  <Paragraphs>154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Jost</vt:lpstr>
      <vt:lpstr>Calibri</vt:lpstr>
      <vt:lpstr>Poppins Medium</vt:lpstr>
      <vt:lpstr>Nunito Black</vt:lpstr>
      <vt:lpstr>Arial</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2026-05-20T06:17:58Z</dcterms:modified>
</cp:coreProperties>
</file>