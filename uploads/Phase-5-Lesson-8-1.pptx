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N/PbMwFo2ZjykzeidxLeoI00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5AE066-1CC9-47CD-BE7D-C3A7A817E9F5}">
  <a:tblStyle styleId="{4F5AE066-1CC9-47CD-BE7D-C3A7A817E9F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9" name="Google Shape;72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0" name="Google Shape;73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fefa5628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fefa5628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fefa5628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cf1cb0729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cf1cb0729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cf1cb0729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f1cb0729a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f1cb0729a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f1cb0729a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9" name="Google Shape;100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0" name="Google Shape;101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8" name="Google Shape;101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9" name="Google Shape;101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cf1cb0729a_0_7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cf1cb0729a_0_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cf1cb0729a_0_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673528"/>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09253"/>
            <a:ext cx="4850100" cy="15216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14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11689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Vowel Digraph 'ue' (/oo/)</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2 - Wednesday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8</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20.xml"/><Relationship Id="rId4" Type="http://schemas.openxmlformats.org/officeDocument/2006/relationships/image" Target="../media/image8.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6.xml"/><Relationship Id="rId16" Type="http://schemas.openxmlformats.org/officeDocument/2006/relationships/image" Target="../media/image80.png"/><Relationship Id="rId1" Type="http://schemas.openxmlformats.org/officeDocument/2006/relationships/slideLayout" Target="../slideLayouts/slideLayout3.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5" Type="http://schemas.openxmlformats.org/officeDocument/2006/relationships/image" Target="../media/image7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 Id="rId14" Type="http://schemas.openxmlformats.org/officeDocument/2006/relationships/image" Target="../media/image78.png"/></Relationships>
</file>

<file path=ppt/slides/_rels/slide7.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18" Type="http://schemas.openxmlformats.org/officeDocument/2006/relationships/image" Target="../media/image96.png"/><Relationship Id="rId26" Type="http://schemas.openxmlformats.org/officeDocument/2006/relationships/image" Target="../media/image104.png"/><Relationship Id="rId3" Type="http://schemas.openxmlformats.org/officeDocument/2006/relationships/image" Target="../media/image81.png"/><Relationship Id="rId21" Type="http://schemas.openxmlformats.org/officeDocument/2006/relationships/image" Target="../media/image99.png"/><Relationship Id="rId7" Type="http://schemas.openxmlformats.org/officeDocument/2006/relationships/image" Target="../media/image85.png"/><Relationship Id="rId12" Type="http://schemas.openxmlformats.org/officeDocument/2006/relationships/image" Target="../media/image90.png"/><Relationship Id="rId17" Type="http://schemas.openxmlformats.org/officeDocument/2006/relationships/image" Target="../media/image95.png"/><Relationship Id="rId25" Type="http://schemas.openxmlformats.org/officeDocument/2006/relationships/image" Target="../media/image103.png"/><Relationship Id="rId2" Type="http://schemas.openxmlformats.org/officeDocument/2006/relationships/notesSlide" Target="../notesSlides/notesSlide7.xml"/><Relationship Id="rId16" Type="http://schemas.openxmlformats.org/officeDocument/2006/relationships/image" Target="../media/image94.png"/><Relationship Id="rId20" Type="http://schemas.openxmlformats.org/officeDocument/2006/relationships/image" Target="../media/image98.png"/><Relationship Id="rId29" Type="http://schemas.openxmlformats.org/officeDocument/2006/relationships/image" Target="../media/image107.png"/><Relationship Id="rId1" Type="http://schemas.openxmlformats.org/officeDocument/2006/relationships/slideLayout" Target="../slideLayouts/slideLayout3.xml"/><Relationship Id="rId6" Type="http://schemas.openxmlformats.org/officeDocument/2006/relationships/image" Target="../media/image84.png"/><Relationship Id="rId11" Type="http://schemas.openxmlformats.org/officeDocument/2006/relationships/image" Target="../media/image89.png"/><Relationship Id="rId24" Type="http://schemas.openxmlformats.org/officeDocument/2006/relationships/image" Target="../media/image102.png"/><Relationship Id="rId5" Type="http://schemas.openxmlformats.org/officeDocument/2006/relationships/image" Target="../media/image83.png"/><Relationship Id="rId15" Type="http://schemas.openxmlformats.org/officeDocument/2006/relationships/image" Target="../media/image93.png"/><Relationship Id="rId23" Type="http://schemas.openxmlformats.org/officeDocument/2006/relationships/image" Target="../media/image101.png"/><Relationship Id="rId28" Type="http://schemas.openxmlformats.org/officeDocument/2006/relationships/image" Target="../media/image106.png"/><Relationship Id="rId10" Type="http://schemas.openxmlformats.org/officeDocument/2006/relationships/image" Target="../media/image88.png"/><Relationship Id="rId19" Type="http://schemas.openxmlformats.org/officeDocument/2006/relationships/image" Target="../media/image97.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 Id="rId22" Type="http://schemas.openxmlformats.org/officeDocument/2006/relationships/image" Target="../media/image100.png"/><Relationship Id="rId27" Type="http://schemas.openxmlformats.org/officeDocument/2006/relationships/image" Target="../media/image105.png"/><Relationship Id="rId30" Type="http://schemas.openxmlformats.org/officeDocument/2006/relationships/image" Target="../media/image108.png"/></Relationships>
</file>

<file path=ppt/slides/_rels/slide8.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png"/><Relationship Id="rId3" Type="http://schemas.openxmlformats.org/officeDocument/2006/relationships/image" Target="../media/image109.png"/><Relationship Id="rId7" Type="http://schemas.openxmlformats.org/officeDocument/2006/relationships/image" Target="../media/image113.png"/><Relationship Id="rId12" Type="http://schemas.openxmlformats.org/officeDocument/2006/relationships/image" Target="../media/image11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2.png"/><Relationship Id="rId11" Type="http://schemas.openxmlformats.org/officeDocument/2006/relationships/image" Target="../media/image117.png"/><Relationship Id="rId5" Type="http://schemas.openxmlformats.org/officeDocument/2006/relationships/image" Target="../media/image111.png"/><Relationship Id="rId15" Type="http://schemas.openxmlformats.org/officeDocument/2006/relationships/image" Target="../media/image121.png"/><Relationship Id="rId10" Type="http://schemas.openxmlformats.org/officeDocument/2006/relationships/image" Target="../media/image116.png"/><Relationship Id="rId4" Type="http://schemas.openxmlformats.org/officeDocument/2006/relationships/image" Target="../media/image110.png"/><Relationship Id="rId9" Type="http://schemas.openxmlformats.org/officeDocument/2006/relationships/image" Target="../media/image115.png"/><Relationship Id="rId14" Type="http://schemas.openxmlformats.org/officeDocument/2006/relationships/image" Target="../media/image120.png"/></Relationships>
</file>

<file path=ppt/slides/_rels/slide9.xml.rels><?xml version="1.0" encoding="UTF-8" standalone="yes"?>
<Relationships xmlns="http://schemas.openxmlformats.org/package/2006/relationships"><Relationship Id="rId3" Type="http://schemas.openxmlformats.org/officeDocument/2006/relationships/image" Target="../media/image122.png"/><Relationship Id="rId7" Type="http://schemas.openxmlformats.org/officeDocument/2006/relationships/image" Target="../media/image12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25.png"/><Relationship Id="rId5" Type="http://schemas.openxmlformats.org/officeDocument/2006/relationships/image" Target="../media/image124.png"/><Relationship Id="rId4" Type="http://schemas.openxmlformats.org/officeDocument/2006/relationships/image" Target="../media/image12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673528"/>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a:t>Vowel Digraph 'ue' (/oo/)</a:t>
            </a:r>
            <a:endParaRPr/>
          </a:p>
        </p:txBody>
      </p:sp>
      <p:sp>
        <p:nvSpPr>
          <p:cNvPr id="668" name="Google Shape;668;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8</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{4F5AE066-1CC9-47CD-BE7D-C3A7A817E9F5}</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ue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l="39" r="49"/>
          <a:stretch/>
        </p:blipFill>
        <p:spPr>
          <a:xfrm rot="186066">
            <a:off x="4009466" y="4465908"/>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9569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vowel digraph </a:t>
            </a:r>
            <a:r>
              <a:rPr lang="en-US">
                <a:solidFill>
                  <a:srgbClr val="8DC63F"/>
                </a:solidFill>
              </a:rPr>
              <a:t>ue</a:t>
            </a:r>
            <a:r>
              <a:rPr lang="en-US"/>
              <a:t> (</a:t>
            </a:r>
            <a:r>
              <a:rPr lang="en-US">
                <a:solidFill>
                  <a:srgbClr val="8DC63F"/>
                </a:solidFill>
              </a:rPr>
              <a:t>/oo/</a:t>
            </a:r>
            <a:r>
              <a:rPr lang="en-US"/>
              <a:t>).</a:t>
            </a:r>
            <a:endParaRPr/>
          </a:p>
        </p:txBody>
      </p:sp>
      <p:sp>
        <p:nvSpPr>
          <p:cNvPr id="679" name="Google Shape;679;g2bee4f4af4b_0_204"/>
          <p:cNvSpPr txBox="1">
            <a:spLocks noGrp="1"/>
          </p:cNvSpPr>
          <p:nvPr>
            <p:ph type="body" idx="2"/>
          </p:nvPr>
        </p:nvSpPr>
        <p:spPr>
          <a:xfrm>
            <a:off x="3298550" y="1699825"/>
            <a:ext cx="4850100" cy="15369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Recall Phase 4 Common Exception Words </a:t>
            </a:r>
            <a:r>
              <a:rPr lang="en-US">
                <a:solidFill>
                  <a:srgbClr val="2356AF"/>
                </a:solidFill>
              </a:rPr>
              <a:t>said like out have some come was what so old do little one.</a:t>
            </a:r>
            <a:endParaRPr/>
          </a:p>
        </p:txBody>
      </p:sp>
      <p:sp>
        <p:nvSpPr>
          <p:cNvPr id="680" name="Google Shape;680;g2bee4f4af4b_0_204"/>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81" name="Google Shape;68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2" name="Google Shape;68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3" name="Google Shape;683;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684" name="Google Shape;68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5" name="Google Shape;68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6" name="Google Shape;686;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687" name="Google Shape;68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8" name="Google Shape;68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9" name="Google Shape;689;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690" name="Google Shape;69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1" name="Google Shape;69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2" name="Google Shape;692;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693" name="Google Shape;693;g2bee4f4af4b_0_204">
            <a:hlinkClick r:id="rId7" action="ppaction://hlinksldjump"/>
          </p:cNvPr>
          <p:cNvSpPr/>
          <p:nvPr/>
        </p:nvSpPr>
        <p:spPr>
          <a:xfrm>
            <a:off x="1024126"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8" action="ppaction://hlinksldjump"/>
          </p:cNvPr>
          <p:cNvSpPr/>
          <p:nvPr/>
        </p:nvSpPr>
        <p:spPr>
          <a:xfrm>
            <a:off x="2433548" y="376609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9" action="ppaction://hlinksldjump"/>
          </p:cNvPr>
          <p:cNvSpPr/>
          <p:nvPr/>
        </p:nvSpPr>
        <p:spPr>
          <a:xfrm>
            <a:off x="4899053" y="373066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6" name="Google Shape;696;g2bee4f4af4b_0_204">
            <a:hlinkClick r:id="rId10" action="ppaction://hlinksldjump"/>
          </p:cNvPr>
          <p:cNvSpPr/>
          <p:nvPr/>
        </p:nvSpPr>
        <p:spPr>
          <a:xfrm>
            <a:off x="3589523" y="379402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3" name="Google Shape;703;g26b641b03cd_0_165"/>
          <p:cNvGrpSpPr/>
          <p:nvPr/>
        </p:nvGrpSpPr>
        <p:grpSpPr>
          <a:xfrm>
            <a:off x="930400" y="2053244"/>
            <a:ext cx="7283200" cy="3724851"/>
            <a:chOff x="930400" y="2129444"/>
            <a:chExt cx="7283200" cy="3724851"/>
          </a:xfrm>
        </p:grpSpPr>
        <p:pic>
          <p:nvPicPr>
            <p:cNvPr id="704" name="Google Shape;70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3" name="Google Shape;733;g26b7edf6e71_0_26"/>
          <p:cNvGrpSpPr/>
          <p:nvPr/>
        </p:nvGrpSpPr>
        <p:grpSpPr>
          <a:xfrm>
            <a:off x="930400" y="2053250"/>
            <a:ext cx="7283201" cy="2971674"/>
            <a:chOff x="930400" y="2129450"/>
            <a:chExt cx="7283201" cy="2971674"/>
          </a:xfrm>
        </p:grpSpPr>
        <p:pic>
          <p:nvPicPr>
            <p:cNvPr id="734" name="Google Shape;73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3" name="Google Shape;74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4" name="Google Shape;74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9" name="Google Shape;769;g2c298da1f27_0_417"/>
          <p:cNvPicPr preferRelativeResize="0"/>
          <p:nvPr/>
        </p:nvPicPr>
        <p:blipFill rotWithShape="1">
          <a:blip r:embed="rId3">
            <a:alphaModFix/>
          </a:blip>
          <a:srcRect l="79" r="79"/>
          <a:stretch/>
        </p:blipFill>
        <p:spPr>
          <a:xfrm>
            <a:off x="927847" y="2129450"/>
            <a:ext cx="1091961" cy="1545598"/>
          </a:xfrm>
          <a:prstGeom prst="rect">
            <a:avLst/>
          </a:prstGeom>
          <a:noFill/>
          <a:ln>
            <a:noFill/>
          </a:ln>
          <a:effectLst>
            <a:outerShdw blurRad="71438" dist="28575" dir="5400000" algn="bl" rotWithShape="0">
              <a:srgbClr val="000000">
                <a:alpha val="15294"/>
              </a:srgbClr>
            </a:outerShdw>
          </a:effectLst>
        </p:spPr>
      </p:pic>
      <p:pic>
        <p:nvPicPr>
          <p:cNvPr id="770" name="Google Shape;770;g2c298da1f27_0_417"/>
          <p:cNvPicPr preferRelativeResize="0"/>
          <p:nvPr/>
        </p:nvPicPr>
        <p:blipFill rotWithShape="1">
          <a:blip r:embed="rId4">
            <a:alphaModFix/>
          </a:blip>
          <a:srcRect l="19" r="29"/>
          <a:stretch/>
        </p:blipFill>
        <p:spPr>
          <a:xfrm>
            <a:off x="4603709" y="2129450"/>
            <a:ext cx="1091961" cy="1545599"/>
          </a:xfrm>
          <a:prstGeom prst="rect">
            <a:avLst/>
          </a:prstGeom>
          <a:noFill/>
          <a:ln>
            <a:noFill/>
          </a:ln>
          <a:effectLst>
            <a:outerShdw blurRad="71438" dist="28575" dir="5400000" algn="bl" rotWithShape="0">
              <a:srgbClr val="000000">
                <a:alpha val="15294"/>
              </a:srgbClr>
            </a:outerShdw>
          </a:effectLst>
        </p:spPr>
      </p:pic>
      <p:pic>
        <p:nvPicPr>
          <p:cNvPr id="771" name="Google Shape;771;g2c298da1f27_0_417"/>
          <p:cNvPicPr preferRelativeResize="0"/>
          <p:nvPr/>
        </p:nvPicPr>
        <p:blipFill rotWithShape="1">
          <a:blip r:embed="rId5">
            <a:alphaModFix/>
          </a:blip>
          <a:srcRect l="19" r="29"/>
          <a:stretch/>
        </p:blipFill>
        <p:spPr>
          <a:xfrm>
            <a:off x="2153133" y="2129450"/>
            <a:ext cx="1091961" cy="1545599"/>
          </a:xfrm>
          <a:prstGeom prst="rect">
            <a:avLst/>
          </a:prstGeom>
          <a:noFill/>
          <a:ln>
            <a:noFill/>
          </a:ln>
          <a:effectLst>
            <a:outerShdw blurRad="71438" dist="28575" dir="5400000" algn="bl" rotWithShape="0">
              <a:srgbClr val="000000">
                <a:alpha val="15294"/>
              </a:srgbClr>
            </a:outerShdw>
          </a:effectLst>
        </p:spPr>
      </p:pic>
      <p:pic>
        <p:nvPicPr>
          <p:cNvPr id="772" name="Google Shape;772;g2c298da1f27_0_417"/>
          <p:cNvPicPr preferRelativeResize="0"/>
          <p:nvPr/>
        </p:nvPicPr>
        <p:blipFill rotWithShape="1">
          <a:blip r:embed="rId6">
            <a:alphaModFix/>
          </a:blip>
          <a:srcRect l="19" r="29"/>
          <a:stretch/>
        </p:blipFill>
        <p:spPr>
          <a:xfrm>
            <a:off x="3378422" y="2129450"/>
            <a:ext cx="1091961" cy="1545599"/>
          </a:xfrm>
          <a:prstGeom prst="rect">
            <a:avLst/>
          </a:prstGeom>
          <a:noFill/>
          <a:ln>
            <a:noFill/>
          </a:ln>
          <a:effectLst>
            <a:outerShdw blurRad="71438" dist="28575" dir="5400000" algn="bl" rotWithShape="0">
              <a:srgbClr val="000000">
                <a:alpha val="15294"/>
              </a:srgbClr>
            </a:outerShdw>
          </a:effectLst>
        </p:spPr>
      </p:pic>
      <p:pic>
        <p:nvPicPr>
          <p:cNvPr id="773" name="Google Shape;773;g2c298da1f27_0_417"/>
          <p:cNvPicPr preferRelativeResize="0"/>
          <p:nvPr/>
        </p:nvPicPr>
        <p:blipFill rotWithShape="1">
          <a:blip r:embed="rId7">
            <a:alphaModFix/>
          </a:blip>
          <a:srcRect l="79" r="79"/>
          <a:stretch/>
        </p:blipFill>
        <p:spPr>
          <a:xfrm>
            <a:off x="5828995" y="2129450"/>
            <a:ext cx="1091961" cy="1545598"/>
          </a:xfrm>
          <a:prstGeom prst="rect">
            <a:avLst/>
          </a:prstGeom>
          <a:noFill/>
          <a:ln>
            <a:noFill/>
          </a:ln>
          <a:effectLst>
            <a:outerShdw blurRad="71438" dist="28575" dir="5400000" algn="bl" rotWithShape="0">
              <a:srgbClr val="000000">
                <a:alpha val="15294"/>
              </a:srgbClr>
            </a:outerShdw>
          </a:effectLst>
        </p:spPr>
      </p:pic>
      <p:pic>
        <p:nvPicPr>
          <p:cNvPr id="774" name="Google Shape;774;g2c298da1f27_0_417"/>
          <p:cNvPicPr preferRelativeResize="0"/>
          <p:nvPr/>
        </p:nvPicPr>
        <p:blipFill rotWithShape="1">
          <a:blip r:embed="rId8">
            <a:alphaModFix/>
          </a:blip>
          <a:srcRect l="79" r="79"/>
          <a:stretch/>
        </p:blipFill>
        <p:spPr>
          <a:xfrm>
            <a:off x="7054284" y="2129450"/>
            <a:ext cx="1091961" cy="1545598"/>
          </a:xfrm>
          <a:prstGeom prst="rect">
            <a:avLst/>
          </a:prstGeom>
          <a:noFill/>
          <a:ln>
            <a:noFill/>
          </a:ln>
          <a:effectLst>
            <a:outerShdw blurRad="71438" dist="28575" dir="5400000" algn="bl" rotWithShape="0">
              <a:srgbClr val="000000">
                <a:alpha val="1529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81" name="Google Shape;781;g26b7edf6e71_0_109"/>
          <p:cNvGrpSpPr/>
          <p:nvPr/>
        </p:nvGrpSpPr>
        <p:grpSpPr>
          <a:xfrm>
            <a:off x="865957" y="2135925"/>
            <a:ext cx="7282807" cy="2686611"/>
            <a:chOff x="867357" y="2129450"/>
            <a:chExt cx="7282807" cy="2686611"/>
          </a:xfrm>
        </p:grpSpPr>
        <p:pic>
          <p:nvPicPr>
            <p:cNvPr id="782" name="Google Shape;78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02" name="Google Shape;802;g2c298d33e0c_0_6"/>
          <p:cNvGrpSpPr/>
          <p:nvPr/>
        </p:nvGrpSpPr>
        <p:grpSpPr>
          <a:xfrm>
            <a:off x="866900" y="2079100"/>
            <a:ext cx="7281864" cy="2684601"/>
            <a:chOff x="868300" y="2129450"/>
            <a:chExt cx="7281864" cy="2684601"/>
          </a:xfrm>
        </p:grpSpPr>
        <p:pic>
          <p:nvPicPr>
            <p:cNvPr id="803" name="Google Shape;80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4" name="Google Shape;80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5" name="Google Shape;80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6" name="Google Shape;80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7" name="Google Shape;80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8" name="Google Shape;80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9" name="Google Shape;80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0" name="Google Shape;81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2" name="Google Shape;81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13" name="Google Shape;81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37" name="Google Shape;837;g2c298da1f27_0_455"/>
          <p:cNvGrpSpPr/>
          <p:nvPr/>
        </p:nvGrpSpPr>
        <p:grpSpPr>
          <a:xfrm>
            <a:off x="868300" y="2129450"/>
            <a:ext cx="7281864" cy="2684601"/>
            <a:chOff x="868300" y="2053250"/>
            <a:chExt cx="7281864" cy="2684601"/>
          </a:xfrm>
        </p:grpSpPr>
        <p:pic>
          <p:nvPicPr>
            <p:cNvPr id="838" name="Google Shape;83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44" name="Google Shape;84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45" name="Google Shape;84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50" name="Google Shape;85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fefa56281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a:t>
            </a:r>
            <a:r>
              <a:rPr lang="en-US"/>
              <a:t>.</a:t>
            </a:r>
            <a:endParaRPr/>
          </a:p>
        </p:txBody>
      </p:sp>
      <p:pic>
        <p:nvPicPr>
          <p:cNvPr id="857" name="Google Shape;857;g2cfefa56281_0_6"/>
          <p:cNvPicPr preferRelativeResize="0"/>
          <p:nvPr/>
        </p:nvPicPr>
        <p:blipFill rotWithShape="1">
          <a:blip r:embed="rId3">
            <a:alphaModFix/>
          </a:blip>
          <a:srcRect t="553" b="563"/>
          <a:stretch/>
        </p:blipFill>
        <p:spPr>
          <a:xfrm>
            <a:off x="2111817" y="3802995"/>
            <a:ext cx="2333583" cy="1629080"/>
          </a:xfrm>
          <a:prstGeom prst="rect">
            <a:avLst/>
          </a:prstGeom>
          <a:noFill/>
          <a:ln>
            <a:noFill/>
          </a:ln>
          <a:effectLst>
            <a:outerShdw blurRad="57150" dist="19050" dir="5400000" algn="bl" rotWithShape="0">
              <a:srgbClr val="000000">
                <a:alpha val="20000"/>
              </a:srgbClr>
            </a:outerShdw>
          </a:effectLst>
        </p:spPr>
      </p:pic>
      <p:pic>
        <p:nvPicPr>
          <p:cNvPr id="858" name="Google Shape;858;g2cfefa56281_0_6"/>
          <p:cNvPicPr preferRelativeResize="0"/>
          <p:nvPr/>
        </p:nvPicPr>
        <p:blipFill rotWithShape="1">
          <a:blip r:embed="rId4">
            <a:alphaModFix/>
          </a:blip>
          <a:srcRect t="553" b="563"/>
          <a:stretch/>
        </p:blipFill>
        <p:spPr>
          <a:xfrm>
            <a:off x="4698500" y="3802995"/>
            <a:ext cx="2333583" cy="1629080"/>
          </a:xfrm>
          <a:prstGeom prst="rect">
            <a:avLst/>
          </a:prstGeom>
          <a:noFill/>
          <a:ln>
            <a:noFill/>
          </a:ln>
          <a:effectLst>
            <a:outerShdw blurRad="57150" dist="19050" dir="5400000" algn="bl" rotWithShape="0">
              <a:srgbClr val="000000">
                <a:alpha val="20000"/>
              </a:srgbClr>
            </a:outerShdw>
          </a:effectLst>
        </p:spPr>
      </p:pic>
      <p:pic>
        <p:nvPicPr>
          <p:cNvPr id="859" name="Google Shape;859;g2cfefa56281_0_6"/>
          <p:cNvPicPr preferRelativeResize="0"/>
          <p:nvPr/>
        </p:nvPicPr>
        <p:blipFill rotWithShape="1">
          <a:blip r:embed="rId5">
            <a:alphaModFix/>
          </a:blip>
          <a:srcRect t="475" b="475"/>
          <a:stretch/>
        </p:blipFill>
        <p:spPr>
          <a:xfrm>
            <a:off x="3405159" y="1978552"/>
            <a:ext cx="2333583" cy="1629080"/>
          </a:xfrm>
          <a:prstGeom prst="rect">
            <a:avLst/>
          </a:prstGeom>
          <a:noFill/>
          <a:ln>
            <a:noFill/>
          </a:ln>
          <a:effectLst>
            <a:outerShdw blurRad="57150" dist="19050" dir="5400000" algn="bl" rotWithShape="0">
              <a:srgbClr val="000000">
                <a:alpha val="20000"/>
              </a:srgbClr>
            </a:outerShdw>
          </a:effectLst>
        </p:spPr>
      </p:pic>
      <p:pic>
        <p:nvPicPr>
          <p:cNvPr id="860" name="Google Shape;860;g2cfefa56281_0_6"/>
          <p:cNvPicPr preferRelativeResize="0"/>
          <p:nvPr/>
        </p:nvPicPr>
        <p:blipFill rotWithShape="1">
          <a:blip r:embed="rId6">
            <a:alphaModFix/>
          </a:blip>
          <a:srcRect t="475" b="475"/>
          <a:stretch/>
        </p:blipFill>
        <p:spPr>
          <a:xfrm>
            <a:off x="818475" y="1978551"/>
            <a:ext cx="2333583" cy="1629081"/>
          </a:xfrm>
          <a:prstGeom prst="rect">
            <a:avLst/>
          </a:prstGeom>
          <a:noFill/>
          <a:ln>
            <a:noFill/>
          </a:ln>
          <a:effectLst>
            <a:outerShdw blurRad="57150" dist="19050" dir="5400000" algn="bl" rotWithShape="0">
              <a:srgbClr val="000000">
                <a:alpha val="20000"/>
              </a:srgbClr>
            </a:outerShdw>
          </a:effectLst>
        </p:spPr>
      </p:pic>
      <p:pic>
        <p:nvPicPr>
          <p:cNvPr id="861" name="Google Shape;861;g2cfefa56281_0_6"/>
          <p:cNvPicPr preferRelativeResize="0"/>
          <p:nvPr/>
        </p:nvPicPr>
        <p:blipFill rotWithShape="1">
          <a:blip r:embed="rId7">
            <a:alphaModFix/>
          </a:blip>
          <a:srcRect t="475" b="475"/>
          <a:stretch/>
        </p:blipFill>
        <p:spPr>
          <a:xfrm>
            <a:off x="5991842" y="1978550"/>
            <a:ext cx="2333583" cy="16290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68" name="Google Shape;86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69" name="Google Shape;869;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70" name="Google Shape;87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77" name="Google Shape;87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78" name="Google Shape;878;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79" name="Google Shape;87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86" name="Google Shape;886;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87" name="Google Shape;887;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88" name="Google Shape;888;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895" name="Google Shape;895;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96" name="Google Shape;896;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897" name="Google Shape;897;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04" name="Google Shape;90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5" name="Google Shape;90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2" name="Google Shape;912;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3" name="Google Shape;91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4" name="Google Shape;91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5" name="Google Shape;91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6" name="Google Shape;91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7" name="Google Shape;91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8" name="Google Shape;918;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20" name="Google Shape;920;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21" name="Google Shape;921;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22" name="Google Shape;922;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23" name="Google Shape;923;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24" name="Google Shape;924;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25" name="Google Shape;925;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26" name="Google Shape;92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b7f6616_1_0"/>
          <p:cNvSpPr/>
          <p:nvPr/>
        </p:nvSpPr>
        <p:spPr>
          <a:xfrm>
            <a:off x="3159125" y="3929126"/>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c4fb7f6616_1_0"/>
          <p:cNvSpPr/>
          <p:nvPr/>
        </p:nvSpPr>
        <p:spPr>
          <a:xfrm>
            <a:off x="3943925" y="3929126"/>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30" name="Google Shape;93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1" name="Google Shape;931;g2c4fb7f6616_1_0"/>
          <p:cNvSpPr txBox="1">
            <a:spLocks noGrp="1"/>
          </p:cNvSpPr>
          <p:nvPr>
            <p:ph type="subTitle" idx="4294967295"/>
          </p:nvPr>
        </p:nvSpPr>
        <p:spPr>
          <a:xfrm>
            <a:off x="4159075" y="1308025"/>
            <a:ext cx="2395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ue</a:t>
            </a:r>
            <a:endParaRPr sz="15000" b="0" i="0" u="none" strike="noStrike" cap="none">
              <a:solidFill>
                <a:srgbClr val="00904C"/>
              </a:solidFill>
              <a:latin typeface="Jost"/>
              <a:ea typeface="Jost"/>
              <a:cs typeface="Jost"/>
              <a:sym typeface="Jost"/>
            </a:endParaRPr>
          </a:p>
        </p:txBody>
      </p:sp>
      <p:sp>
        <p:nvSpPr>
          <p:cNvPr id="932" name="Google Shape;932;g2c4fb7f6616_1_0"/>
          <p:cNvSpPr txBox="1">
            <a:spLocks noGrp="1"/>
          </p:cNvSpPr>
          <p:nvPr>
            <p:ph type="subTitle" idx="4294967295"/>
          </p:nvPr>
        </p:nvSpPr>
        <p:spPr>
          <a:xfrm>
            <a:off x="2589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33" name="Google Shape;933;g2c4fb7f6616_1_0"/>
          <p:cNvSpPr txBox="1">
            <a:spLocks noGrp="1"/>
          </p:cNvSpPr>
          <p:nvPr>
            <p:ph type="subTitle" idx="4294967295"/>
          </p:nvPr>
        </p:nvSpPr>
        <p:spPr>
          <a:xfrm>
            <a:off x="33742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34" name="Google Shape;93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36" name="Google Shape;936;g2c4fb7f6616_1_0"/>
          <p:cNvSpPr/>
          <p:nvPr/>
        </p:nvSpPr>
        <p:spPr>
          <a:xfrm>
            <a:off x="4574575" y="4034126"/>
            <a:ext cx="1621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cf1cb0729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3" name="Google Shape;943;g2cf1cb0729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44" name="Google Shape;944;g2cf1cb0729a_0_4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cf1cb0729a_0_4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6" name="Google Shape;946;g2cf1cb0729a_0_4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7" name="Google Shape;947;g2cf1cb0729a_0_4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cf1cb0729a_0_4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9" name="Google Shape;949;g2cf1cb0729a_0_4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0" name="Google Shape;950;g2cf1cb0729a_0_4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1" name="Google Shape;951;g2cf1cb0729a_0_4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52" name="Google Shape;952;g2cf1cb0729a_0_4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53" name="Google Shape;953;g2cf1cb0729a_0_4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4" name="Google Shape;954;g2cf1cb0729a_0_4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5" name="Google Shape;955;g2cf1cb0729a_0_4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6" name="Google Shape;956;g2cf1cb0729a_0_4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7" name="Google Shape;957;g2cf1cb0729a_0_4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cf1cb0729a_0_4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cf1cb0729a_0_40"/>
          <p:cNvSpPr/>
          <p:nvPr/>
        </p:nvSpPr>
        <p:spPr>
          <a:xfrm>
            <a:off x="3159125" y="3929126"/>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f1cb0729a_0_40"/>
          <p:cNvSpPr/>
          <p:nvPr/>
        </p:nvSpPr>
        <p:spPr>
          <a:xfrm>
            <a:off x="3943925" y="3929126"/>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61" name="Google Shape;961;g2cf1cb0729a_0_4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2" name="Google Shape;962;g2cf1cb0729a_0_40"/>
          <p:cNvSpPr txBox="1">
            <a:spLocks noGrp="1"/>
          </p:cNvSpPr>
          <p:nvPr>
            <p:ph type="subTitle" idx="4294967295"/>
          </p:nvPr>
        </p:nvSpPr>
        <p:spPr>
          <a:xfrm>
            <a:off x="4159075" y="1308025"/>
            <a:ext cx="2395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ue</a:t>
            </a:r>
            <a:endParaRPr sz="15000" b="0" i="0" u="none" strike="noStrike" cap="none">
              <a:solidFill>
                <a:srgbClr val="00904C"/>
              </a:solidFill>
              <a:latin typeface="Jost"/>
              <a:ea typeface="Jost"/>
              <a:cs typeface="Jost"/>
              <a:sym typeface="Jost"/>
            </a:endParaRPr>
          </a:p>
        </p:txBody>
      </p:sp>
      <p:sp>
        <p:nvSpPr>
          <p:cNvPr id="963" name="Google Shape;963;g2cf1cb0729a_0_40"/>
          <p:cNvSpPr txBox="1">
            <a:spLocks noGrp="1"/>
          </p:cNvSpPr>
          <p:nvPr>
            <p:ph type="subTitle" idx="4294967295"/>
          </p:nvPr>
        </p:nvSpPr>
        <p:spPr>
          <a:xfrm>
            <a:off x="2589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64" name="Google Shape;964;g2cf1cb0729a_0_40"/>
          <p:cNvSpPr txBox="1">
            <a:spLocks noGrp="1"/>
          </p:cNvSpPr>
          <p:nvPr>
            <p:ph type="subTitle" idx="4294967295"/>
          </p:nvPr>
        </p:nvSpPr>
        <p:spPr>
          <a:xfrm>
            <a:off x="33742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65" name="Google Shape;965;g2cf1cb0729a_0_4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6" name="Google Shape;966;g2cf1cb0729a_0_4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67" name="Google Shape;967;g2cf1cb0729a_0_40"/>
          <p:cNvSpPr/>
          <p:nvPr/>
        </p:nvSpPr>
        <p:spPr>
          <a:xfrm>
            <a:off x="4574575" y="4034126"/>
            <a:ext cx="1621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f1cb0729a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4" name="Google Shape;974;g2cf1cb0729a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5" name="Google Shape;975;g2cf1cb0729a_0_1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cf1cb0729a_0_1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cf1cb0729a_0_1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cf1cb0729a_0_1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cf1cb0729a_0_1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cf1cb0729a_0_1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1" name="Google Shape;981;g2cf1cb0729a_0_1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2" name="Google Shape;982;g2cf1cb0729a_0_1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3" name="Google Shape;983;g2cf1cb0729a_0_1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4" name="Google Shape;984;g2cf1cb0729a_0_1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5" name="Google Shape;985;g2cf1cb0729a_0_1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6" name="Google Shape;986;g2cf1cb0729a_0_1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7" name="Google Shape;987;g2cf1cb0729a_0_1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8" name="Google Shape;988;g2cf1cb0729a_0_1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cf1cb0729a_0_1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cf1cb0729a_0_10"/>
          <p:cNvSpPr/>
          <p:nvPr/>
        </p:nvSpPr>
        <p:spPr>
          <a:xfrm>
            <a:off x="3082925" y="3929126"/>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cf1cb0729a_0_10"/>
          <p:cNvSpPr/>
          <p:nvPr/>
        </p:nvSpPr>
        <p:spPr>
          <a:xfrm>
            <a:off x="3867725" y="3929126"/>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92" name="Google Shape;992;g2cf1cb0729a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3" name="Google Shape;993;g2cf1cb0729a_0_10"/>
          <p:cNvSpPr txBox="1">
            <a:spLocks noGrp="1"/>
          </p:cNvSpPr>
          <p:nvPr>
            <p:ph type="subTitle" idx="4294967295"/>
          </p:nvPr>
        </p:nvSpPr>
        <p:spPr>
          <a:xfrm>
            <a:off x="4235275" y="1308025"/>
            <a:ext cx="2395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ue</a:t>
            </a:r>
            <a:endParaRPr sz="15000" b="0" i="0" u="none" strike="noStrike" cap="none">
              <a:solidFill>
                <a:srgbClr val="00904C"/>
              </a:solidFill>
              <a:latin typeface="Jost"/>
              <a:ea typeface="Jost"/>
              <a:cs typeface="Jost"/>
              <a:sym typeface="Jost"/>
            </a:endParaRPr>
          </a:p>
        </p:txBody>
      </p:sp>
      <p:sp>
        <p:nvSpPr>
          <p:cNvPr id="994" name="Google Shape;994;g2cf1cb0729a_0_10"/>
          <p:cNvSpPr txBox="1">
            <a:spLocks noGrp="1"/>
          </p:cNvSpPr>
          <p:nvPr>
            <p:ph type="subTitle" idx="4294967295"/>
          </p:nvPr>
        </p:nvSpPr>
        <p:spPr>
          <a:xfrm>
            <a:off x="2513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95" name="Google Shape;995;g2cf1cb0729a_0_10"/>
          <p:cNvSpPr txBox="1">
            <a:spLocks noGrp="1"/>
          </p:cNvSpPr>
          <p:nvPr>
            <p:ph type="subTitle" idx="4294967295"/>
          </p:nvPr>
        </p:nvSpPr>
        <p:spPr>
          <a:xfrm>
            <a:off x="32980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96" name="Google Shape;996;g2cf1cb0729a_0_1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7" name="Google Shape;997;g2cf1cb0729a_0_1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8" name="Google Shape;998;g2cf1cb0729a_0_10"/>
          <p:cNvSpPr/>
          <p:nvPr/>
        </p:nvSpPr>
        <p:spPr>
          <a:xfrm>
            <a:off x="4650775" y="4034126"/>
            <a:ext cx="16218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5" name="Google Shape;100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6" name="Google Shape;100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3" name="Google Shape;101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4" name="Google Shape;1014;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5" name="Google Shape;101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2" name="Google Shape;102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23" name="Google Shape;1023;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24" name="Google Shape;102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1" name="Google Shape;103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2" name="Google Shape;1032;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3" name="Google Shape;103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0" name="Google Shape;104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41" name="Google Shape;1041;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42" name="Google Shape;104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9" name="Google Shape;1049;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0" name="Google Shape;1050;g1f3daf8a844_0_64"/>
          <p:cNvGrpSpPr/>
          <p:nvPr/>
        </p:nvGrpSpPr>
        <p:grpSpPr>
          <a:xfrm>
            <a:off x="3024000" y="209875"/>
            <a:ext cx="3096000" cy="454800"/>
            <a:chOff x="3024000" y="209875"/>
            <a:chExt cx="3096000" cy="454800"/>
          </a:xfrm>
        </p:grpSpPr>
        <p:sp>
          <p:nvSpPr>
            <p:cNvPr id="1051" name="Google Shape;1051;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2" name="Google Shape;1052;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3" name="Google Shape;1053;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4" name="Google Shape;1054;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5" name="Google Shape;1055;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6" name="Google Shape;1056;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7" name="Google Shape;1057;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8" name="Google Shape;105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9" name="Google Shape;1059;g1f3daf8a844_0_64"/>
          <p:cNvSpPr txBox="1"/>
          <p:nvPr/>
        </p:nvSpPr>
        <p:spPr>
          <a:xfrm>
            <a:off x="291034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60" name="Google Shape;1060;g1f3daf8a844_0_64"/>
          <p:cNvSpPr txBox="1"/>
          <p:nvPr/>
        </p:nvSpPr>
        <p:spPr>
          <a:xfrm>
            <a:off x="63689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61" name="Google Shape;1061;g1f3daf8a844_0_64"/>
          <p:cNvSpPr txBox="1"/>
          <p:nvPr/>
        </p:nvSpPr>
        <p:spPr>
          <a:xfrm>
            <a:off x="175749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62" name="Google Shape;1062;g1f3daf8a844_0_64"/>
          <p:cNvSpPr txBox="1"/>
          <p:nvPr/>
        </p:nvSpPr>
        <p:spPr>
          <a:xfrm>
            <a:off x="40632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63" name="Google Shape;1063;g1f3daf8a844_0_64"/>
          <p:cNvSpPr txBox="1"/>
          <p:nvPr/>
        </p:nvSpPr>
        <p:spPr>
          <a:xfrm>
            <a:off x="52160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64" name="Google Shape;1064;g1f3daf8a844_0_64"/>
          <p:cNvSpPr txBox="1"/>
          <p:nvPr/>
        </p:nvSpPr>
        <p:spPr>
          <a:xfrm>
            <a:off x="46396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65" name="Google Shape;1065;g1f3daf8a844_0_64"/>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cf1cb0729a_0_7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2" name="Google Shape;1072;g2cf1cb0729a_0_7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3" name="Google Shape;1073;g2cf1cb0729a_0_71"/>
          <p:cNvGrpSpPr/>
          <p:nvPr/>
        </p:nvGrpSpPr>
        <p:grpSpPr>
          <a:xfrm>
            <a:off x="3024000" y="209875"/>
            <a:ext cx="3096000" cy="454800"/>
            <a:chOff x="3024000" y="209875"/>
            <a:chExt cx="3096000" cy="454800"/>
          </a:xfrm>
        </p:grpSpPr>
        <p:sp>
          <p:nvSpPr>
            <p:cNvPr id="1074" name="Google Shape;1074;g2cf1cb0729a_0_7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5" name="Google Shape;1075;g2cf1cb0729a_0_7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76" name="Google Shape;1076;g2cf1cb0729a_0_7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77" name="Google Shape;1077;g2cf1cb0729a_0_7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78" name="Google Shape;1078;g2cf1cb0729a_0_7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9" name="Google Shape;1079;g2cf1cb0729a_0_7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0" name="Google Shape;1080;g2cf1cb0729a_0_7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1" name="Google Shape;1081;g2cf1cb0729a_0_7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2" name="Google Shape;1082;g2cf1cb0729a_0_7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glue blue clue true</a:t>
            </a:r>
            <a:endParaRPr sz="1800" b="0" i="0" u="none" strike="noStrike" cap="none">
              <a:solidFill>
                <a:srgbClr val="B7B7B7"/>
              </a:solidFill>
              <a:latin typeface="Jost"/>
              <a:ea typeface="Jost"/>
              <a:cs typeface="Jost"/>
              <a:sym typeface="Jost"/>
            </a:endParaRPr>
          </a:p>
        </p:txBody>
      </p:sp>
      <p:sp>
        <p:nvSpPr>
          <p:cNvPr id="1083" name="Google Shape;1083;g2cf1cb0729a_0_71"/>
          <p:cNvSpPr txBox="1"/>
          <p:nvPr/>
        </p:nvSpPr>
        <p:spPr>
          <a:xfrm>
            <a:off x="291034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84" name="Google Shape;1084;g2cf1cb0729a_0_71"/>
          <p:cNvSpPr txBox="1"/>
          <p:nvPr/>
        </p:nvSpPr>
        <p:spPr>
          <a:xfrm>
            <a:off x="63689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85" name="Google Shape;1085;g2cf1cb0729a_0_71"/>
          <p:cNvSpPr txBox="1"/>
          <p:nvPr/>
        </p:nvSpPr>
        <p:spPr>
          <a:xfrm>
            <a:off x="175749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86" name="Google Shape;1086;g2cf1cb0729a_0_71"/>
          <p:cNvSpPr txBox="1"/>
          <p:nvPr/>
        </p:nvSpPr>
        <p:spPr>
          <a:xfrm>
            <a:off x="40632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87" name="Google Shape;1087;g2cf1cb0729a_0_71"/>
          <p:cNvSpPr txBox="1"/>
          <p:nvPr/>
        </p:nvSpPr>
        <p:spPr>
          <a:xfrm>
            <a:off x="52160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cxnSp>
        <p:nvCxnSpPr>
          <p:cNvPr id="1088" name="Google Shape;1088;g2cf1cb0729a_0_7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9" name="Google Shape;1089;g2cf1cb0729a_0_71"/>
          <p:cNvSpPr txBox="1"/>
          <p:nvPr/>
        </p:nvSpPr>
        <p:spPr>
          <a:xfrm>
            <a:off x="463962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0" name="Google Shape;1090;g2cf1cb0729a_0_71"/>
          <p:cNvSpPr txBox="1"/>
          <p:nvPr/>
        </p:nvSpPr>
        <p:spPr>
          <a:xfrm>
            <a:off x="34867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ue</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394</Words>
  <Application>Microsoft Office PowerPoint</Application>
  <PresentationFormat>On-screen Show (4:3)</PresentationFormat>
  <Paragraphs>154</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 Medium</vt:lpstr>
      <vt:lpstr>Poppins SemiBold</vt:lpstr>
      <vt:lpstr>Calibri</vt:lpstr>
      <vt:lpstr>Jost</vt:lpstr>
      <vt:lpstr>Poppins</vt:lpstr>
      <vt:lpstr>Arial</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2026-05-20T04:39:46Z</dcterms:modified>
</cp:coreProperties>
</file>